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058400" cy="3474720"/>
            <a:chOff x="182880" y="182880"/>
            <a:chExt cx="10058400" cy="347472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058400" cy="3474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058399" cy="3474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252469"/>
              <a:ext cx="3624634" cy="33355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3877103" y="252469"/>
              <a:ext cx="6294587" cy="33355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387363" y="994304"/>
              <a:ext cx="2388519" cy="22477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87363" y="2820636"/>
              <a:ext cx="2388519" cy="0"/>
            </a:xfrm>
            <a:custGeom>
              <a:avLst/>
              <a:pathLst>
                <a:path w="2388519" h="0">
                  <a:moveTo>
                    <a:pt x="0" y="0"/>
                  </a:moveTo>
                  <a:lnTo>
                    <a:pt x="2388519" y="0"/>
                  </a:lnTo>
                  <a:lnTo>
                    <a:pt x="238851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87363" y="2118201"/>
              <a:ext cx="2388519" cy="0"/>
            </a:xfrm>
            <a:custGeom>
              <a:avLst/>
              <a:pathLst>
                <a:path w="2388519" h="0">
                  <a:moveTo>
                    <a:pt x="0" y="0"/>
                  </a:moveTo>
                  <a:lnTo>
                    <a:pt x="2388519" y="0"/>
                  </a:lnTo>
                  <a:lnTo>
                    <a:pt x="238851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387363" y="1415765"/>
              <a:ext cx="2388519" cy="0"/>
            </a:xfrm>
            <a:custGeom>
              <a:avLst/>
              <a:pathLst>
                <a:path w="2388519" h="0">
                  <a:moveTo>
                    <a:pt x="0" y="0"/>
                  </a:moveTo>
                  <a:lnTo>
                    <a:pt x="2388519" y="0"/>
                  </a:lnTo>
                  <a:lnTo>
                    <a:pt x="238851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495932" y="1205035"/>
              <a:ext cx="2171381" cy="421461"/>
            </a:xfrm>
            <a:prstGeom prst="rect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495932" y="1907470"/>
              <a:ext cx="1973244" cy="421461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495932" y="2609906"/>
              <a:ext cx="1485791" cy="421461"/>
            </a:xfrm>
            <a:prstGeom prst="rect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87363" y="994304"/>
              <a:ext cx="0" cy="2247793"/>
            </a:xfrm>
            <a:custGeom>
              <a:avLst/>
              <a:pathLst>
                <a:path w="0" h="2247793">
                  <a:moveTo>
                    <a:pt x="0" y="2247793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646206" y="2787946"/>
              <a:ext cx="68991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38454" y="2085511"/>
              <a:ext cx="89766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820582" y="1383076"/>
              <a:ext cx="51553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18" name="pl18"/>
            <p:cNvSpPr/>
            <p:nvPr/>
          </p:nvSpPr>
          <p:spPr>
            <a:xfrm>
              <a:off x="1358895" y="28206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58895" y="21182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58895" y="141576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7363" y="3242097"/>
              <a:ext cx="2388519" cy="0"/>
            </a:xfrm>
            <a:custGeom>
              <a:avLst/>
              <a:pathLst>
                <a:path w="2388519" h="0">
                  <a:moveTo>
                    <a:pt x="0" y="0"/>
                  </a:moveTo>
                  <a:lnTo>
                    <a:pt x="2388519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5932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97067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98203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299338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1432519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33654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34789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235924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964357" y="3406299"/>
              <a:ext cx="123453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Mean |SHAP| (log-odds)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87363" y="644187"/>
              <a:ext cx="1760494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Exact TreeSHAP over all training rows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387363" y="469567"/>
              <a:ext cx="117893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Feature importance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53689" y="344386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338024" y="994304"/>
              <a:ext cx="1872857" cy="22477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38024" y="3175208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38024" y="2629100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338024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338024" y="1536882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338024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813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976986" y="2535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290565" y="2177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832667" y="1553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935666" y="1759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651585" y="2401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95514" y="2203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5344239" y="2136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456431" y="2120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107843" y="2100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40910" y="262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447155" y="2196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097725" y="2162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985883" y="1815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748107" y="2646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242492" y="2142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2786" y="2172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503998" y="2400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883323" y="2544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850258" y="1495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268122" y="2246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5484579" y="2312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116017" y="2173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321614" y="2260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460571" y="2245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49170" y="2298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5367406" y="1885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308172" y="2100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148506" y="2197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082031" y="2317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08827" y="2249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79472" y="2576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5008555" y="2484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518308" y="1996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319669" y="2250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647314" y="1895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606526" y="1955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116209" y="2121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717095" y="1772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13727" y="2050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906777" y="2168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785011" y="1856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042623" y="2656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453492" y="2185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225986" y="208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311061" y="2177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699329" y="1666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334053" y="2141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981427" y="2041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245859" y="2126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215727" y="2035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5046183" y="2740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221556" y="2028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243291" y="209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173581" y="2098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5349786" y="2140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81020" y="2283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243637" y="2174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289294" y="2178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034674" y="262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52561" y="1926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5374230" y="1917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461775" y="2248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498952" y="2005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70133" y="1876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538594" y="1992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308001" y="2147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969039" y="2400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340970" y="2082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439898" y="2078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162416" y="2155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197897" y="2156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141353" y="2061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407649" y="2243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5288040" y="2099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416000" y="2157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903317" y="2207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804472" y="1971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521540" y="1832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692805" y="1982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224346" y="2162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462604" y="2063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49547" y="1850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547280" y="1944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301165" y="2125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872528" y="2493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287912" y="2131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5253696" y="2181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256498" y="2242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51956" y="2188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671550" y="1955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899422" y="2693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452133" y="2220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5188192" y="2205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88447" y="2203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068053" y="2399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12953" y="2241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58525" y="2225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61860" y="1803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47439" y="2086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85807" y="2078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351969" y="2012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61435" y="228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762583" y="1784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512921" y="1824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703449" y="2540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86661" y="1984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42845" y="2203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222577" y="2081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631323" y="1685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280018" y="2052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060845" y="2442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277056" y="1989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72667" y="2366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437975" y="2030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691761" y="1962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5199215" y="211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5168282" y="2257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374797" y="1980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443527" y="2017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621219" y="1915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79752" y="2154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147325" y="2109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422228" y="2017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5163529" y="2247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121737" y="2084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471101" y="2300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09270" y="2138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976026" y="2133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5369287" y="1880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538946" y="2037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075099" y="2228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942969" y="2400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527180" y="2008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459326" y="2152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06159" y="2194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977020" y="2428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90623" y="1769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16324" y="2232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231199" y="2139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587567" y="1878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234017" y="2174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535861" y="1983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13912" y="1827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440154" y="2181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54877" y="1918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51545" y="2044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36391" y="2181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446431" y="2174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5386401" y="1991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5778000" y="1632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512470" y="2038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270257" y="2262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214379" y="2165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514021" y="1875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351402" y="2075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988467" y="1832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39289" y="2093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265232" y="2256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750985" y="1654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811149" y="1748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723017" y="1797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622500" y="1838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813529" y="1535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162509" y="2149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810526" y="1645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76358" y="2329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08273" y="1851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082377" y="2175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512174" y="2037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503698" y="2104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972104" y="2496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298236" y="2208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205267" y="2103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149291" y="2134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5595572" y="1870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5338513" y="2146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334167" y="2065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5298008" y="2092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333228" y="2152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511562" y="1980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249091" y="2262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60297" y="2594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263945" y="2228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096340" y="2201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670645" y="1916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5282563" y="2031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5312241" y="2258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019794" y="2674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338149" y="2132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54180" y="2243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729232" y="1695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460618" y="2100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18001" y="2170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5626887" y="1842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029486" y="276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64865" y="1937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719941" y="1936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5311406" y="2177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399524" y="2187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996880" y="2609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386053" y="2052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015793" y="2712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07273" y="2194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44725" y="2033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63808" y="257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455243" y="2325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51940" y="2735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27416" y="2315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86075" y="2024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5291858" y="2178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429108" y="2095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241640" y="2140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5126170" y="2049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68394" y="1798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197578" y="2000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124377" y="1919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340938" y="2195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247991" y="2273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602499" y="1952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695922" y="1939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385741" y="1972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960096" y="2384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525631" y="1933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120322" y="2209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219730" y="2007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89145" y="1892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03445" y="2108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5170373" y="2186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5135133" y="1891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361404" y="1995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376712" y="1941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190610" y="2139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598753" y="2523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89932" y="2214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56758" y="2254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972503" y="2415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4062" y="2158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408894" y="2150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93783" y="1978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306137" y="2175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83761" y="2034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292427" y="2142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44055" y="2110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381739" y="2095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307302" y="2200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658471" y="2107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526328" y="1983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57240" y="2044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98210" y="1878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408306" y="2239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453761" y="2181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5373396" y="2074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037182" y="2616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393760" y="2297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456708" y="2212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959162" y="2193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828779" y="192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555000" y="2145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5545443" y="2054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5206305" y="1979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886312" y="2586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950832" y="2196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5544488" y="2001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5572852" y="1991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973160" y="2684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228893" y="2224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558899" y="2127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126020" y="2037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327328" y="2133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874074" y="1761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207607" y="2139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956157" y="2694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269239" y="2256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858922" y="2583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501675" y="1963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329212" y="2210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5444086" y="2005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165372" y="2021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293135" y="2070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016238" y="2764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212181" y="2033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354912" y="1732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865041" y="2383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227241" y="2004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5245581" y="2087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5480000" y="2168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447867" y="2187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939907" y="2304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087902" y="2244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620733" y="1677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628165" y="1901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329039" y="2096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993037" y="2062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284594" y="2065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291682" y="2076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594545" y="190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00860" y="1926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273415" y="207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78882" y="2068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509091" y="1904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875978" y="2956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5013863" y="2625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530647" y="2009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480829" y="2211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861785" y="1738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5613413" y="2027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5682381" y="2055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5485742" y="1887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554459" y="2062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525338" y="1927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444630" y="2054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00969" y="2186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005989" y="2518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340784" y="2179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4868149" y="2501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349321" y="2017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580044" y="1609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528830" y="1981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072701" y="2336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0628" y="2186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5287436" y="2071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130251" y="2116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671903" y="249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151536" y="2159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119945" y="2255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833254" y="1786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245791" y="2004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5043955" y="2741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198600" y="2113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5718161" y="1865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5347284" y="2137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66678" y="2357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998197" y="2428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994228" y="1831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354589" y="1917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469916" y="2269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971727" y="2470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7600" y="2093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5460910" y="2153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522936" y="1985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544248" y="2069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416142" y="2208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76091" y="2066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279086" y="205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247995" y="2277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5248691" y="2274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410282" y="2264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104737" y="2030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564807" y="1869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5236641" y="2203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544502" y="2050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285048" y="202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982573" y="1988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5209270" y="2033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24161" y="2579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513173" y="1938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5421234" y="2158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5069316" y="2369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954541" y="2610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571762" y="1797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147865" y="2135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5093683" y="2384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71781" y="2361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5264283" y="2237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347869" y="2133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5390206" y="2151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5133422" y="1887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5289510" y="2192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5594518" y="1901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5533048" y="2026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5102743" y="2026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5682213" y="2019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481490" y="2213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5471936" y="2232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5193615" y="2124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5481082" y="2255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099797" y="2174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113505" y="2115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512127" y="1945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235277" y="214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445847" y="2293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5586346" y="1621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5261142" y="2251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5589839" y="1668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85843" y="2051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361872" y="1919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74199" y="1735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335492" y="2159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5224736" y="2195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5433272" y="2261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126702" y="2113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729346" y="1748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4978973" y="2349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5426368" y="2087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316263" y="2203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164733" y="2147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428526" y="2221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5142917" y="2120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029798" y="1858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5045584" y="2718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68288" y="2424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36806" y="177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79303" y="2029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670588" y="1939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276392" y="2120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633476" y="1660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234546" y="2230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048650" y="2655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649872" y="1693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515094" y="1788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5489210" y="2007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149876" y="2182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5403906" y="2288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5353191" y="2119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153860" y="2312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137285" y="1935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531308" y="2010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989674" y="1796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4996356" y="2455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993693" y="1931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491655" y="2159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904607" y="2244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326138" y="2164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5430220" y="2047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5018445" y="2779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4911686" y="2094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98738" y="2119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695639" y="2394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5430040" y="2116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5342659" y="2177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15687" y="2447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5076552" y="2340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230233" y="2147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5459173" y="2228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034091" y="2620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5330261" y="2163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606783" y="1883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329388" y="2114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308022" y="2237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5413970" y="2291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502715" y="1990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5419936" y="2096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066895" y="2407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035796" y="2512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5309827" y="2148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5566208" y="1960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249247" y="2233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5626919" y="1995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38437" y="2291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274638" y="205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087799" y="1906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305725" y="2165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5005467" y="2660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726880" y="2636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851389" y="1604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485546" y="1883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456679" y="2124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094357" y="2192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434820" y="2194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242371" y="2146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629833" y="2776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5179211" y="2078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5305649" y="2093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446394" y="2196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41962" y="2862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5899780" y="1984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505077" y="1972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584462" y="1770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040822" y="2649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5455630" y="2205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5119847" y="2232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429470" y="2292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48168" y="211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656010" y="1881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5300886" y="2241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458725" y="2285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002429" y="2487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4837830" y="1835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854749" y="2525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155485" y="2084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978849" y="2574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5340101" y="2148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5089324" y="2179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5603225" y="1989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256793" y="2257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5383807" y="2118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351654" y="2041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747556" y="1748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733710" y="1736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200734" y="2154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162117" y="2140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502473" y="1874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259069" y="2283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383954" y="1962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23146" y="2519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5395260" y="2158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181128" y="209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482729" y="2237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5064895" y="2445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5038553" y="2741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5393582" y="2025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5116261" y="2142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5646203" y="1839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5110817" y="2233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5332183" y="2196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5145330" y="2167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22709" y="2178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879384" y="2569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473987" y="2257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329705" y="2192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911337" y="2005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413303" y="2113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5589754" y="1798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5206899" y="2065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309359" y="2175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135095" y="1917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513612" y="1971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421690" y="2150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911835" y="2575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31386" y="2110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939775" y="2325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717348" y="1746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5184674" y="2161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5240512" y="2178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496097" y="1981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745965" y="1710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162639" y="2170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5404106" y="2173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5750112" y="1793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423174" y="2134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281623" y="1941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457463" y="2237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5090455" y="203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5634732" y="172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5118419" y="2403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435489" y="2036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269337" y="2218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412628" y="2194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5533836" y="2153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35971" y="2129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5176340" y="2085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5321441" y="2248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5516344" y="2038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5302753" y="2209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380331" y="1950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5415279" y="2081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603401" y="1940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5288514" y="204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550114" y="1996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791275" y="2469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961942" y="2402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370573" y="1984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57252" y="2504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240086" y="2180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112293" y="2104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702093" y="187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235767" y="2170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5446729" y="2270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5072886" y="2495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4841286" y="2229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5175349" y="2152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5637890" y="1753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5449707" y="2217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4717218" y="2405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025300" y="2606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893992" y="2785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5332807" y="2154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310135" y="2209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253763" y="2242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653912" y="1903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5442111" y="2108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318068" y="2263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334829" y="2225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5406232" y="2191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5269189" y="2341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5374794" y="1978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5787392" y="1591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5664499" y="1923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5110755" y="1918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5116017" y="2009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5042452" y="2693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5040303" y="2621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5357966" y="1994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5554862" y="2098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5048656" y="2703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663917" y="1921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5370880" y="1970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5302385" y="2189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5144626" y="2110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936552" y="2306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4882604" y="2531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5388328" y="2112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5158944" y="2149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5164070" y="2170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5839860" y="1853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5466076" y="2126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5640226" y="1949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5303981" y="2255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5321042" y="2313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375203" y="2056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270217" y="2237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323896" y="2258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587858" y="1771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788364" y="1678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323325" y="2324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5401344" y="2196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571177" y="1890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951969" y="2647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235268" y="2198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08550" y="2235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5432191" y="2180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5345285" y="2168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084497" y="237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403447" y="2182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108971" y="2097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5403809" y="2068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5480448" y="2212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5690086" y="2050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5466881" y="2135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557880" y="2119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5245167" y="2145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618363" y="1950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4804602" y="2205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552191" y="2051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5364629" y="1964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328619" y="2201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693771" y="1906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035048" y="2604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5162264" y="2211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121099" y="2098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371581" y="1906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5144898" y="2182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5578983" y="1707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5454690" y="219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5316791" y="2234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480826" y="2210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448007" y="2292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4906081" y="2306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5742266" y="1793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437067" y="2271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5420343" y="2111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5510621" y="2156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5147996" y="2084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451507" y="2164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192723" y="1957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086872" y="2117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5008433" y="2820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5561635" y="2041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98639" y="2191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20839" y="2321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5689271" y="1883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5713647" y="1844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5106101" y="2011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5331832" y="2157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23616" y="2122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160603" y="2233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5399187" y="2261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5161782" y="2176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5143843" y="2129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5206196" y="2181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5294014" y="2212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5769415" y="1909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5499083" y="1861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264075" y="2242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557817" y="2068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5293018" y="2242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5775603" y="1594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5471205" y="2205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971547" y="1726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512162" y="1971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5140040" y="2005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918492" y="2001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451888" y="2148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68472" y="1821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4942654" y="2407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50211" y="2236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5292920" y="2223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467915" y="2241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638269" y="2459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517173" y="2094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5274471" y="1966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5493715" y="1949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912086" y="2077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300923" y="2204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275241" y="2076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210847" y="2217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5078521" y="2269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055779" y="2568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128398" y="2131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4914759" y="2096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5191108" y="2131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5430817" y="2104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5698756" y="1818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5099829" y="2031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284216" y="2094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511221" y="2045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104858" y="2218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563997" y="1819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538800" y="199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549848" y="2021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5502818" y="1921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475386" y="2154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131363" y="2052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138094" y="2040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5301708" y="2219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462308" y="2124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407587" y="2198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594259" y="1926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5378037" y="2093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468910" y="223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361064" y="1953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070109" y="2276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5328495" y="2020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5147821" y="2081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822731" y="1892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511335" y="1857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5451174" y="2269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678164" y="2027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5378470" y="2036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5450241" y="2311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5594652" y="1912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5419940" y="2113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5597297" y="1892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339043" y="2235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158385" y="2041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468966" y="2204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5049389" y="264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5451605" y="2208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5796014" y="1325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65126" y="2505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295281" y="2221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11477" y="2237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387912" y="2055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5197476" y="1969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750659" y="1891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164912" y="2183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5498054" y="1922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5759991" y="172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5517251" y="1966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674105" y="1787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131430" y="2099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594706" y="1837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474681" y="2240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923139" y="2254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5219303" y="2054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5389666" y="2230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5061007" y="2382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5333478" y="2140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5036053" y="2723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5468877" y="2215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4941715" y="2460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5024064" y="2542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996618" y="2429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755157" y="1751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451568" y="2117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348366" y="1993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5089567" y="2216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331158" y="213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152232" y="2164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5343863" y="206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5066998" y="2453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961088" y="2649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795590" y="1544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5406992" y="2304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5482261" y="2232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5550787" y="2135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438603" y="2154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74506" y="2014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430637" y="2291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5204109" y="210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5368836" y="1953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5423545" y="2248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813822" y="1874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597247" y="1906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255120" y="2232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194636" y="1905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401816" y="2174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994430" y="1956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872693" y="2619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5067254" y="243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5271016" y="2252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5318480" y="2257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5392066" y="2236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5152947" y="2099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820183" y="1677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818112" y="151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7337" y="2000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5388530" y="2242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854623" y="2662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4954794" y="2417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5160684" y="2130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5581247" y="1701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5305800" y="2061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5512241" y="2134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5261320" y="2219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5372088" y="2067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5616408" y="1937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5136235" y="2039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600438" y="2427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5595440" y="1860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5026583" y="2649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5256734" y="2241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5166672" y="2187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891204" y="2739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5471635" y="2161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5180977" y="2098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5698077" y="1928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598964" y="1880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418272" y="2030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034317" y="271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07861" y="2229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5294813" y="2130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145074" y="2060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430846" y="2269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5563794" y="1842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053404" y="2817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495562" y="1921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376318" y="2089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5283979" y="1933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5060080" y="2532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5570483" y="1815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967596" y="2532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5410676" y="2208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014096" y="2640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5303540" y="2192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5830454" y="1561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186686" y="2233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349405" y="2099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75669" y="2614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262864" y="2167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5424361" y="2145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5603927" y="1830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757046" y="2599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5810157" y="1610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5166774" y="1937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5554092" y="2076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5300864" y="2139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194003" y="2000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66726" y="2216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531724" y="2074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5099174" y="2077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33957" y="2173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5843613" y="1614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023484" y="2673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5326791" y="2160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5069122" y="2409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5749732" y="1819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5698727" y="1601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5545272" y="2007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256236" y="2217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5428658" y="2084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96808" y="2170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580743" y="1830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21717" y="2069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5035187" y="2575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749869" y="1621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764496" y="1692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866739" y="2728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5151538" y="201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5463232" y="2085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248639" y="2213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511745" y="2030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5769762" y="161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19916" y="2332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5408136" y="2203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5485950" y="1938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5011278" y="2420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5386763" y="2044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5534891" y="2086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5585005" y="1641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5081465" y="2350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5379607" y="2073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260939" y="2222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5441154" y="2270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5383051" y="2062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5394606" y="2211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5591324" y="1676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328285" y="2136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309187" y="2258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579047" y="168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668932" y="1846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988440" y="1666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5066357" y="2362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5369323" y="1916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5477454" y="229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5457833" y="2130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179791" y="2076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317856" y="2325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327307" y="212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5166613" y="2165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780133" y="2471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5114610" y="2130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296726" y="2146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41954" y="2048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525314" y="1826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5541059" y="2058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5002826" y="2729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5337356" y="2235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091500" y="213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831682" y="1464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5070811" y="2293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177257" y="1863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5399229" y="2082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5226709" y="2180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5172819" y="2121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5513515" y="2078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199480" y="2034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375693" y="2076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344887" y="2130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5417024" y="2067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5403825" y="2183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5269798" y="2225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5529085" y="2024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5557755" y="2035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5196591" y="1915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800836" y="2096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71852" y="269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566546" y="187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5292919" y="2246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5368021" y="1959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5516603" y="1869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418789" y="2134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090812" y="2198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519878" y="1950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643412" y="1829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5278939" y="1986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5490910" y="1944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5512083" y="1955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4868088" y="2743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5463556" y="2080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4839776" y="2084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5373889" y="2114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5105881" y="2153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5302058" y="2204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5593502" y="1872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5473172" y="2257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5300596" y="2229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5250941" y="2302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5588309" y="1694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5106135" y="2213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5765913" y="1864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5279927" y="2008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5339527" y="2143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5831890" y="1684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5453419" y="2185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4993674" y="2090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5302661" y="2222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5414369" y="2081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5362932" y="1992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5457877" y="2083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5220085" y="2233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5314465" y="2268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5430024" y="2156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3"/>
            <p:cNvSpPr/>
            <p:nvPr/>
          </p:nvSpPr>
          <p:spPr>
            <a:xfrm>
              <a:off x="5443983" y="2006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4"/>
            <p:cNvSpPr/>
            <p:nvPr/>
          </p:nvSpPr>
          <p:spPr>
            <a:xfrm>
              <a:off x="4898685" y="2782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5"/>
            <p:cNvSpPr/>
            <p:nvPr/>
          </p:nvSpPr>
          <p:spPr>
            <a:xfrm>
              <a:off x="5435945" y="2056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6"/>
            <p:cNvSpPr/>
            <p:nvPr/>
          </p:nvSpPr>
          <p:spPr>
            <a:xfrm>
              <a:off x="5396834" y="2148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7"/>
            <p:cNvSpPr/>
            <p:nvPr/>
          </p:nvSpPr>
          <p:spPr>
            <a:xfrm>
              <a:off x="5506171" y="2054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8"/>
            <p:cNvSpPr/>
            <p:nvPr/>
          </p:nvSpPr>
          <p:spPr>
            <a:xfrm>
              <a:off x="5355583" y="1877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9"/>
            <p:cNvSpPr/>
            <p:nvPr/>
          </p:nvSpPr>
          <p:spPr>
            <a:xfrm>
              <a:off x="5538336" y="2060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1000"/>
            <p:cNvSpPr/>
            <p:nvPr/>
          </p:nvSpPr>
          <p:spPr>
            <a:xfrm>
              <a:off x="5476761" y="2279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1"/>
            <p:cNvSpPr/>
            <p:nvPr/>
          </p:nvSpPr>
          <p:spPr>
            <a:xfrm>
              <a:off x="5388310" y="2122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2"/>
            <p:cNvSpPr/>
            <p:nvPr/>
          </p:nvSpPr>
          <p:spPr>
            <a:xfrm>
              <a:off x="5024469" y="2589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3"/>
            <p:cNvSpPr/>
            <p:nvPr/>
          </p:nvSpPr>
          <p:spPr>
            <a:xfrm>
              <a:off x="5391601" y="2241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5394118" y="2146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5253926" y="2228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5621518" y="1637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5730215" y="1886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5409013" y="222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5712784" y="1929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5527385" y="2060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5471797" y="2184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5362684" y="1851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5006139" y="2635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5061279" y="2311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4892364" y="2489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5553320" y="2009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5112568" y="2178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5792705" y="1697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5344343" y="2140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5566719" y="1984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5155461" y="2092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4987151" y="1799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5585885" y="1670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5345258" y="2152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5107318" y="2203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5654744" y="194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5031742" y="257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5440576" y="2253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5651281" y="1926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5141848" y="2061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5374180" y="2012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5287740" y="2130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5265596" y="2272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5571365" y="1887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5"/>
            <p:cNvSpPr/>
            <p:nvPr/>
          </p:nvSpPr>
          <p:spPr>
            <a:xfrm>
              <a:off x="5295904" y="2225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6"/>
            <p:cNvSpPr/>
            <p:nvPr/>
          </p:nvSpPr>
          <p:spPr>
            <a:xfrm>
              <a:off x="5374901" y="2044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7"/>
            <p:cNvSpPr/>
            <p:nvPr/>
          </p:nvSpPr>
          <p:spPr>
            <a:xfrm>
              <a:off x="5576726" y="1658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8"/>
            <p:cNvSpPr/>
            <p:nvPr/>
          </p:nvSpPr>
          <p:spPr>
            <a:xfrm>
              <a:off x="5265598" y="2297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9"/>
            <p:cNvSpPr/>
            <p:nvPr/>
          </p:nvSpPr>
          <p:spPr>
            <a:xfrm>
              <a:off x="5082224" y="2398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40"/>
            <p:cNvSpPr/>
            <p:nvPr/>
          </p:nvSpPr>
          <p:spPr>
            <a:xfrm>
              <a:off x="5197956" y="2007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1"/>
            <p:cNvSpPr/>
            <p:nvPr/>
          </p:nvSpPr>
          <p:spPr>
            <a:xfrm>
              <a:off x="5151229" y="2063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2"/>
            <p:cNvSpPr/>
            <p:nvPr/>
          </p:nvSpPr>
          <p:spPr>
            <a:xfrm>
              <a:off x="5601963" y="2253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3"/>
            <p:cNvSpPr/>
            <p:nvPr/>
          </p:nvSpPr>
          <p:spPr>
            <a:xfrm>
              <a:off x="5497627" y="1958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4"/>
            <p:cNvSpPr/>
            <p:nvPr/>
          </p:nvSpPr>
          <p:spPr>
            <a:xfrm>
              <a:off x="5202554" y="2141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5"/>
            <p:cNvSpPr/>
            <p:nvPr/>
          </p:nvSpPr>
          <p:spPr>
            <a:xfrm>
              <a:off x="5619205" y="2083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6"/>
            <p:cNvSpPr/>
            <p:nvPr/>
          </p:nvSpPr>
          <p:spPr>
            <a:xfrm>
              <a:off x="5548245" y="1945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7"/>
            <p:cNvSpPr/>
            <p:nvPr/>
          </p:nvSpPr>
          <p:spPr>
            <a:xfrm>
              <a:off x="5024206" y="2606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8"/>
            <p:cNvSpPr/>
            <p:nvPr/>
          </p:nvSpPr>
          <p:spPr>
            <a:xfrm>
              <a:off x="5488265" y="1987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9"/>
            <p:cNvSpPr/>
            <p:nvPr/>
          </p:nvSpPr>
          <p:spPr>
            <a:xfrm>
              <a:off x="5181865" y="2046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50"/>
            <p:cNvSpPr/>
            <p:nvPr/>
          </p:nvSpPr>
          <p:spPr>
            <a:xfrm>
              <a:off x="5454468" y="2201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1"/>
            <p:cNvSpPr/>
            <p:nvPr/>
          </p:nvSpPr>
          <p:spPr>
            <a:xfrm>
              <a:off x="5751836" y="2013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2"/>
            <p:cNvSpPr/>
            <p:nvPr/>
          </p:nvSpPr>
          <p:spPr>
            <a:xfrm>
              <a:off x="5089174" y="2081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3"/>
            <p:cNvSpPr/>
            <p:nvPr/>
          </p:nvSpPr>
          <p:spPr>
            <a:xfrm>
              <a:off x="5972526" y="2116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4"/>
            <p:cNvSpPr/>
            <p:nvPr/>
          </p:nvSpPr>
          <p:spPr>
            <a:xfrm>
              <a:off x="5740834" y="1947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5"/>
            <p:cNvSpPr/>
            <p:nvPr/>
          </p:nvSpPr>
          <p:spPr>
            <a:xfrm>
              <a:off x="5605768" y="1907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6"/>
            <p:cNvSpPr/>
            <p:nvPr/>
          </p:nvSpPr>
          <p:spPr>
            <a:xfrm>
              <a:off x="4947305" y="2658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7"/>
            <p:cNvSpPr/>
            <p:nvPr/>
          </p:nvSpPr>
          <p:spPr>
            <a:xfrm>
              <a:off x="5260448" y="2270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8"/>
            <p:cNvSpPr/>
            <p:nvPr/>
          </p:nvSpPr>
          <p:spPr>
            <a:xfrm>
              <a:off x="5401346" y="2185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9"/>
            <p:cNvSpPr/>
            <p:nvPr/>
          </p:nvSpPr>
          <p:spPr>
            <a:xfrm>
              <a:off x="5305392" y="2106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60"/>
            <p:cNvSpPr/>
            <p:nvPr/>
          </p:nvSpPr>
          <p:spPr>
            <a:xfrm>
              <a:off x="5298204" y="2166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1"/>
            <p:cNvSpPr/>
            <p:nvPr/>
          </p:nvSpPr>
          <p:spPr>
            <a:xfrm>
              <a:off x="5545551" y="2023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2"/>
            <p:cNvSpPr/>
            <p:nvPr/>
          </p:nvSpPr>
          <p:spPr>
            <a:xfrm>
              <a:off x="5089340" y="2229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3"/>
            <p:cNvSpPr/>
            <p:nvPr/>
          </p:nvSpPr>
          <p:spPr>
            <a:xfrm>
              <a:off x="5602030" y="1896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4"/>
            <p:cNvSpPr/>
            <p:nvPr/>
          </p:nvSpPr>
          <p:spPr>
            <a:xfrm>
              <a:off x="5104478" y="2227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5"/>
            <p:cNvSpPr/>
            <p:nvPr/>
          </p:nvSpPr>
          <p:spPr>
            <a:xfrm>
              <a:off x="5348565" y="2043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6"/>
            <p:cNvSpPr/>
            <p:nvPr/>
          </p:nvSpPr>
          <p:spPr>
            <a:xfrm>
              <a:off x="4587923" y="3042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7"/>
            <p:cNvSpPr/>
            <p:nvPr/>
          </p:nvSpPr>
          <p:spPr>
            <a:xfrm>
              <a:off x="5683813" y="2013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8"/>
            <p:cNvSpPr/>
            <p:nvPr/>
          </p:nvSpPr>
          <p:spPr>
            <a:xfrm>
              <a:off x="5468350" y="2285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9"/>
            <p:cNvSpPr/>
            <p:nvPr/>
          </p:nvSpPr>
          <p:spPr>
            <a:xfrm>
              <a:off x="4837042" y="1995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70"/>
            <p:cNvSpPr/>
            <p:nvPr/>
          </p:nvSpPr>
          <p:spPr>
            <a:xfrm>
              <a:off x="5012706" y="2593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1"/>
            <p:cNvSpPr/>
            <p:nvPr/>
          </p:nvSpPr>
          <p:spPr>
            <a:xfrm>
              <a:off x="5401516" y="2277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2"/>
            <p:cNvSpPr/>
            <p:nvPr/>
          </p:nvSpPr>
          <p:spPr>
            <a:xfrm>
              <a:off x="4703191" y="2464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3"/>
            <p:cNvSpPr/>
            <p:nvPr/>
          </p:nvSpPr>
          <p:spPr>
            <a:xfrm>
              <a:off x="5275135" y="2057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4"/>
            <p:cNvSpPr/>
            <p:nvPr/>
          </p:nvSpPr>
          <p:spPr>
            <a:xfrm>
              <a:off x="5188534" y="2191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5"/>
            <p:cNvSpPr/>
            <p:nvPr/>
          </p:nvSpPr>
          <p:spPr>
            <a:xfrm>
              <a:off x="5641245" y="1888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6"/>
            <p:cNvSpPr/>
            <p:nvPr/>
          </p:nvSpPr>
          <p:spPr>
            <a:xfrm>
              <a:off x="5815641" y="1706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7"/>
            <p:cNvSpPr/>
            <p:nvPr/>
          </p:nvSpPr>
          <p:spPr>
            <a:xfrm>
              <a:off x="5323813" y="2269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8"/>
            <p:cNvSpPr/>
            <p:nvPr/>
          </p:nvSpPr>
          <p:spPr>
            <a:xfrm>
              <a:off x="5474918" y="2198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9"/>
            <p:cNvSpPr/>
            <p:nvPr/>
          </p:nvSpPr>
          <p:spPr>
            <a:xfrm>
              <a:off x="5355556" y="1978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80"/>
            <p:cNvSpPr/>
            <p:nvPr/>
          </p:nvSpPr>
          <p:spPr>
            <a:xfrm>
              <a:off x="4752261" y="2782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1"/>
            <p:cNvSpPr/>
            <p:nvPr/>
          </p:nvSpPr>
          <p:spPr>
            <a:xfrm>
              <a:off x="5519372" y="1921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2"/>
            <p:cNvSpPr/>
            <p:nvPr/>
          </p:nvSpPr>
          <p:spPr>
            <a:xfrm>
              <a:off x="5273730" y="2051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3"/>
            <p:cNvSpPr/>
            <p:nvPr/>
          </p:nvSpPr>
          <p:spPr>
            <a:xfrm>
              <a:off x="4955618" y="2361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4"/>
            <p:cNvSpPr/>
            <p:nvPr/>
          </p:nvSpPr>
          <p:spPr>
            <a:xfrm>
              <a:off x="5292450" y="2213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5"/>
            <p:cNvSpPr/>
            <p:nvPr/>
          </p:nvSpPr>
          <p:spPr>
            <a:xfrm>
              <a:off x="5283984" y="2032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6"/>
            <p:cNvSpPr/>
            <p:nvPr/>
          </p:nvSpPr>
          <p:spPr>
            <a:xfrm>
              <a:off x="5291473" y="2216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7"/>
            <p:cNvSpPr/>
            <p:nvPr/>
          </p:nvSpPr>
          <p:spPr>
            <a:xfrm>
              <a:off x="5781297" y="1904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8"/>
            <p:cNvSpPr/>
            <p:nvPr/>
          </p:nvSpPr>
          <p:spPr>
            <a:xfrm>
              <a:off x="4979659" y="2258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9"/>
            <p:cNvSpPr/>
            <p:nvPr/>
          </p:nvSpPr>
          <p:spPr>
            <a:xfrm>
              <a:off x="5281559" y="2043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90"/>
            <p:cNvSpPr/>
            <p:nvPr/>
          </p:nvSpPr>
          <p:spPr>
            <a:xfrm>
              <a:off x="5397710" y="2108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1"/>
            <p:cNvSpPr/>
            <p:nvPr/>
          </p:nvSpPr>
          <p:spPr>
            <a:xfrm>
              <a:off x="4684778" y="2806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2"/>
            <p:cNvSpPr/>
            <p:nvPr/>
          </p:nvSpPr>
          <p:spPr>
            <a:xfrm>
              <a:off x="5407880" y="2211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3"/>
            <p:cNvSpPr/>
            <p:nvPr/>
          </p:nvSpPr>
          <p:spPr>
            <a:xfrm>
              <a:off x="5471677" y="2165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4"/>
            <p:cNvSpPr/>
            <p:nvPr/>
          </p:nvSpPr>
          <p:spPr>
            <a:xfrm>
              <a:off x="5097207" y="2154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5"/>
            <p:cNvSpPr/>
            <p:nvPr/>
          </p:nvSpPr>
          <p:spPr>
            <a:xfrm>
              <a:off x="5605951" y="1963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6"/>
            <p:cNvSpPr/>
            <p:nvPr/>
          </p:nvSpPr>
          <p:spPr>
            <a:xfrm>
              <a:off x="5233565" y="2124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7"/>
            <p:cNvSpPr/>
            <p:nvPr/>
          </p:nvSpPr>
          <p:spPr>
            <a:xfrm>
              <a:off x="5077303" y="2291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8"/>
            <p:cNvSpPr/>
            <p:nvPr/>
          </p:nvSpPr>
          <p:spPr>
            <a:xfrm>
              <a:off x="5353939" y="2060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9"/>
            <p:cNvSpPr/>
            <p:nvPr/>
          </p:nvSpPr>
          <p:spPr>
            <a:xfrm>
              <a:off x="4976919" y="2536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100"/>
            <p:cNvSpPr/>
            <p:nvPr/>
          </p:nvSpPr>
          <p:spPr>
            <a:xfrm>
              <a:off x="5554746" y="2053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1"/>
            <p:cNvSpPr/>
            <p:nvPr/>
          </p:nvSpPr>
          <p:spPr>
            <a:xfrm>
              <a:off x="5230513" y="213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2"/>
            <p:cNvSpPr/>
            <p:nvPr/>
          </p:nvSpPr>
          <p:spPr>
            <a:xfrm>
              <a:off x="4898302" y="2501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3"/>
            <p:cNvSpPr/>
            <p:nvPr/>
          </p:nvSpPr>
          <p:spPr>
            <a:xfrm>
              <a:off x="5775294" y="1419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4"/>
            <p:cNvSpPr/>
            <p:nvPr/>
          </p:nvSpPr>
          <p:spPr>
            <a:xfrm>
              <a:off x="5987689" y="1969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5"/>
            <p:cNvSpPr/>
            <p:nvPr/>
          </p:nvSpPr>
          <p:spPr>
            <a:xfrm>
              <a:off x="5364222" y="1873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6"/>
            <p:cNvSpPr/>
            <p:nvPr/>
          </p:nvSpPr>
          <p:spPr>
            <a:xfrm>
              <a:off x="4986936" y="1783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7"/>
            <p:cNvSpPr/>
            <p:nvPr/>
          </p:nvSpPr>
          <p:spPr>
            <a:xfrm>
              <a:off x="5231042" y="2146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8"/>
            <p:cNvSpPr/>
            <p:nvPr/>
          </p:nvSpPr>
          <p:spPr>
            <a:xfrm>
              <a:off x="4990639" y="1726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9"/>
            <p:cNvSpPr/>
            <p:nvPr/>
          </p:nvSpPr>
          <p:spPr>
            <a:xfrm>
              <a:off x="5217672" y="2154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10"/>
            <p:cNvSpPr/>
            <p:nvPr/>
          </p:nvSpPr>
          <p:spPr>
            <a:xfrm>
              <a:off x="5809406" y="1673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1"/>
            <p:cNvSpPr/>
            <p:nvPr/>
          </p:nvSpPr>
          <p:spPr>
            <a:xfrm>
              <a:off x="5334332" y="2136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2"/>
            <p:cNvSpPr/>
            <p:nvPr/>
          </p:nvSpPr>
          <p:spPr>
            <a:xfrm>
              <a:off x="5657221" y="1929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3"/>
            <p:cNvSpPr/>
            <p:nvPr/>
          </p:nvSpPr>
          <p:spPr>
            <a:xfrm>
              <a:off x="5318871" y="2278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4"/>
            <p:cNvSpPr/>
            <p:nvPr/>
          </p:nvSpPr>
          <p:spPr>
            <a:xfrm>
              <a:off x="5269665" y="2265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5"/>
            <p:cNvSpPr/>
            <p:nvPr/>
          </p:nvSpPr>
          <p:spPr>
            <a:xfrm>
              <a:off x="4912016" y="2442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6"/>
            <p:cNvSpPr/>
            <p:nvPr/>
          </p:nvSpPr>
          <p:spPr>
            <a:xfrm>
              <a:off x="5655621" y="1868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7"/>
            <p:cNvSpPr/>
            <p:nvPr/>
          </p:nvSpPr>
          <p:spPr>
            <a:xfrm>
              <a:off x="5130703" y="2092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8"/>
            <p:cNvSpPr/>
            <p:nvPr/>
          </p:nvSpPr>
          <p:spPr>
            <a:xfrm>
              <a:off x="5230711" y="2189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9"/>
            <p:cNvSpPr/>
            <p:nvPr/>
          </p:nvSpPr>
          <p:spPr>
            <a:xfrm>
              <a:off x="5313346" y="2202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20"/>
            <p:cNvSpPr/>
            <p:nvPr/>
          </p:nvSpPr>
          <p:spPr>
            <a:xfrm>
              <a:off x="5706977" y="1814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1"/>
            <p:cNvSpPr/>
            <p:nvPr/>
          </p:nvSpPr>
          <p:spPr>
            <a:xfrm>
              <a:off x="5047678" y="2777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2"/>
            <p:cNvSpPr/>
            <p:nvPr/>
          </p:nvSpPr>
          <p:spPr>
            <a:xfrm>
              <a:off x="5375942" y="205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3"/>
            <p:cNvSpPr/>
            <p:nvPr/>
          </p:nvSpPr>
          <p:spPr>
            <a:xfrm>
              <a:off x="5340999" y="2081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4"/>
            <p:cNvSpPr/>
            <p:nvPr/>
          </p:nvSpPr>
          <p:spPr>
            <a:xfrm>
              <a:off x="5319328" y="2231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5"/>
            <p:cNvSpPr/>
            <p:nvPr/>
          </p:nvSpPr>
          <p:spPr>
            <a:xfrm>
              <a:off x="5094180" y="2154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6"/>
            <p:cNvSpPr/>
            <p:nvPr/>
          </p:nvSpPr>
          <p:spPr>
            <a:xfrm>
              <a:off x="4961110" y="248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7"/>
            <p:cNvSpPr/>
            <p:nvPr/>
          </p:nvSpPr>
          <p:spPr>
            <a:xfrm>
              <a:off x="4862981" y="2947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8"/>
            <p:cNvSpPr/>
            <p:nvPr/>
          </p:nvSpPr>
          <p:spPr>
            <a:xfrm>
              <a:off x="5366594" y="1974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9"/>
            <p:cNvSpPr/>
            <p:nvPr/>
          </p:nvSpPr>
          <p:spPr>
            <a:xfrm>
              <a:off x="5462064" y="2105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30"/>
            <p:cNvSpPr/>
            <p:nvPr/>
          </p:nvSpPr>
          <p:spPr>
            <a:xfrm>
              <a:off x="5393877" y="2248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1"/>
            <p:cNvSpPr/>
            <p:nvPr/>
          </p:nvSpPr>
          <p:spPr>
            <a:xfrm>
              <a:off x="5226165" y="2102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2"/>
            <p:cNvSpPr/>
            <p:nvPr/>
          </p:nvSpPr>
          <p:spPr>
            <a:xfrm>
              <a:off x="5045733" y="2723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3"/>
            <p:cNvSpPr/>
            <p:nvPr/>
          </p:nvSpPr>
          <p:spPr>
            <a:xfrm>
              <a:off x="4894558" y="2638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4"/>
            <p:cNvSpPr/>
            <p:nvPr/>
          </p:nvSpPr>
          <p:spPr>
            <a:xfrm>
              <a:off x="5336703" y="2132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5"/>
            <p:cNvSpPr/>
            <p:nvPr/>
          </p:nvSpPr>
          <p:spPr>
            <a:xfrm>
              <a:off x="4613407" y="2757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6"/>
            <p:cNvSpPr/>
            <p:nvPr/>
          </p:nvSpPr>
          <p:spPr>
            <a:xfrm>
              <a:off x="5080314" y="2246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7"/>
            <p:cNvSpPr/>
            <p:nvPr/>
          </p:nvSpPr>
          <p:spPr>
            <a:xfrm>
              <a:off x="5434380" y="2120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8"/>
            <p:cNvSpPr/>
            <p:nvPr/>
          </p:nvSpPr>
          <p:spPr>
            <a:xfrm>
              <a:off x="5393373" y="2196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9"/>
            <p:cNvSpPr/>
            <p:nvPr/>
          </p:nvSpPr>
          <p:spPr>
            <a:xfrm>
              <a:off x="4959657" y="2466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40"/>
            <p:cNvSpPr/>
            <p:nvPr/>
          </p:nvSpPr>
          <p:spPr>
            <a:xfrm>
              <a:off x="5299803" y="2163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1"/>
            <p:cNvSpPr/>
            <p:nvPr/>
          </p:nvSpPr>
          <p:spPr>
            <a:xfrm>
              <a:off x="5272458" y="2133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2"/>
            <p:cNvSpPr/>
            <p:nvPr/>
          </p:nvSpPr>
          <p:spPr>
            <a:xfrm>
              <a:off x="4908810" y="2244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3"/>
            <p:cNvSpPr/>
            <p:nvPr/>
          </p:nvSpPr>
          <p:spPr>
            <a:xfrm>
              <a:off x="5232459" y="2153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4"/>
            <p:cNvSpPr/>
            <p:nvPr/>
          </p:nvSpPr>
          <p:spPr>
            <a:xfrm>
              <a:off x="5598932" y="1883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5"/>
            <p:cNvSpPr/>
            <p:nvPr/>
          </p:nvSpPr>
          <p:spPr>
            <a:xfrm>
              <a:off x="5376990" y="2112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6"/>
            <p:cNvSpPr/>
            <p:nvPr/>
          </p:nvSpPr>
          <p:spPr>
            <a:xfrm>
              <a:off x="4514533" y="2670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7"/>
            <p:cNvSpPr/>
            <p:nvPr/>
          </p:nvSpPr>
          <p:spPr>
            <a:xfrm>
              <a:off x="5252569" y="2298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8"/>
            <p:cNvSpPr/>
            <p:nvPr/>
          </p:nvSpPr>
          <p:spPr>
            <a:xfrm>
              <a:off x="5107340" y="2259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9"/>
            <p:cNvSpPr/>
            <p:nvPr/>
          </p:nvSpPr>
          <p:spPr>
            <a:xfrm>
              <a:off x="4986524" y="1947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50"/>
            <p:cNvSpPr/>
            <p:nvPr/>
          </p:nvSpPr>
          <p:spPr>
            <a:xfrm>
              <a:off x="5084559" y="2288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1"/>
            <p:cNvSpPr/>
            <p:nvPr/>
          </p:nvSpPr>
          <p:spPr>
            <a:xfrm>
              <a:off x="4912357" y="1997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2"/>
            <p:cNvSpPr/>
            <p:nvPr/>
          </p:nvSpPr>
          <p:spPr>
            <a:xfrm>
              <a:off x="5010994" y="2706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3"/>
            <p:cNvSpPr/>
            <p:nvPr/>
          </p:nvSpPr>
          <p:spPr>
            <a:xfrm>
              <a:off x="5327307" y="2203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4"/>
            <p:cNvSpPr/>
            <p:nvPr/>
          </p:nvSpPr>
          <p:spPr>
            <a:xfrm>
              <a:off x="4902197" y="2524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5"/>
            <p:cNvSpPr/>
            <p:nvPr/>
          </p:nvSpPr>
          <p:spPr>
            <a:xfrm>
              <a:off x="4874698" y="2568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6"/>
            <p:cNvSpPr/>
            <p:nvPr/>
          </p:nvSpPr>
          <p:spPr>
            <a:xfrm>
              <a:off x="5670759" y="1659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7"/>
            <p:cNvSpPr/>
            <p:nvPr/>
          </p:nvSpPr>
          <p:spPr>
            <a:xfrm>
              <a:off x="5461862" y="2221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8"/>
            <p:cNvSpPr/>
            <p:nvPr/>
          </p:nvSpPr>
          <p:spPr>
            <a:xfrm>
              <a:off x="5066258" y="2446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9"/>
            <p:cNvSpPr/>
            <p:nvPr/>
          </p:nvSpPr>
          <p:spPr>
            <a:xfrm>
              <a:off x="5193087" y="2099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60"/>
            <p:cNvSpPr/>
            <p:nvPr/>
          </p:nvSpPr>
          <p:spPr>
            <a:xfrm>
              <a:off x="5408610" y="2135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1"/>
            <p:cNvSpPr/>
            <p:nvPr/>
          </p:nvSpPr>
          <p:spPr>
            <a:xfrm>
              <a:off x="5175532" y="2097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2"/>
            <p:cNvSpPr/>
            <p:nvPr/>
          </p:nvSpPr>
          <p:spPr>
            <a:xfrm>
              <a:off x="5449267" y="2210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3"/>
            <p:cNvSpPr/>
            <p:nvPr/>
          </p:nvSpPr>
          <p:spPr>
            <a:xfrm>
              <a:off x="5609876" y="209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4"/>
            <p:cNvSpPr/>
            <p:nvPr/>
          </p:nvSpPr>
          <p:spPr>
            <a:xfrm>
              <a:off x="5006741" y="2661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5"/>
            <p:cNvSpPr/>
            <p:nvPr/>
          </p:nvSpPr>
          <p:spPr>
            <a:xfrm>
              <a:off x="5535334" y="1912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6"/>
            <p:cNvSpPr/>
            <p:nvPr/>
          </p:nvSpPr>
          <p:spPr>
            <a:xfrm>
              <a:off x="5534352" y="1916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7"/>
            <p:cNvSpPr/>
            <p:nvPr/>
          </p:nvSpPr>
          <p:spPr>
            <a:xfrm>
              <a:off x="5576182" y="1625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8"/>
            <p:cNvSpPr/>
            <p:nvPr/>
          </p:nvSpPr>
          <p:spPr>
            <a:xfrm>
              <a:off x="5640342" y="1808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9"/>
            <p:cNvSpPr/>
            <p:nvPr/>
          </p:nvSpPr>
          <p:spPr>
            <a:xfrm>
              <a:off x="5156039" y="2202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70"/>
            <p:cNvSpPr/>
            <p:nvPr/>
          </p:nvSpPr>
          <p:spPr>
            <a:xfrm>
              <a:off x="5059135" y="2396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1"/>
            <p:cNvSpPr/>
            <p:nvPr/>
          </p:nvSpPr>
          <p:spPr>
            <a:xfrm>
              <a:off x="5315632" y="2244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2"/>
            <p:cNvSpPr/>
            <p:nvPr/>
          </p:nvSpPr>
          <p:spPr>
            <a:xfrm>
              <a:off x="5300453" y="2195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3"/>
            <p:cNvSpPr/>
            <p:nvPr/>
          </p:nvSpPr>
          <p:spPr>
            <a:xfrm>
              <a:off x="5202716" y="1934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4"/>
            <p:cNvSpPr/>
            <p:nvPr/>
          </p:nvSpPr>
          <p:spPr>
            <a:xfrm>
              <a:off x="5333185" y="2064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5"/>
            <p:cNvSpPr/>
            <p:nvPr/>
          </p:nvSpPr>
          <p:spPr>
            <a:xfrm>
              <a:off x="5204714" y="2076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6"/>
            <p:cNvSpPr/>
            <p:nvPr/>
          </p:nvSpPr>
          <p:spPr>
            <a:xfrm>
              <a:off x="5321269" y="2314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7"/>
            <p:cNvSpPr/>
            <p:nvPr/>
          </p:nvSpPr>
          <p:spPr>
            <a:xfrm>
              <a:off x="5090839" y="2262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8"/>
            <p:cNvSpPr/>
            <p:nvPr/>
          </p:nvSpPr>
          <p:spPr>
            <a:xfrm>
              <a:off x="5527359" y="2010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9"/>
            <p:cNvSpPr/>
            <p:nvPr/>
          </p:nvSpPr>
          <p:spPr>
            <a:xfrm>
              <a:off x="5239692" y="2243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80"/>
            <p:cNvSpPr/>
            <p:nvPr/>
          </p:nvSpPr>
          <p:spPr>
            <a:xfrm>
              <a:off x="4944447" y="2591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1"/>
            <p:cNvSpPr/>
            <p:nvPr/>
          </p:nvSpPr>
          <p:spPr>
            <a:xfrm>
              <a:off x="5360337" y="2017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2"/>
            <p:cNvSpPr/>
            <p:nvPr/>
          </p:nvSpPr>
          <p:spPr>
            <a:xfrm>
              <a:off x="5202092" y="2178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3"/>
            <p:cNvSpPr/>
            <p:nvPr/>
          </p:nvSpPr>
          <p:spPr>
            <a:xfrm>
              <a:off x="5129956" y="2121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4"/>
            <p:cNvSpPr/>
            <p:nvPr/>
          </p:nvSpPr>
          <p:spPr>
            <a:xfrm>
              <a:off x="5549690" y="1987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5"/>
            <p:cNvSpPr/>
            <p:nvPr/>
          </p:nvSpPr>
          <p:spPr>
            <a:xfrm>
              <a:off x="5529463" y="2051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6"/>
            <p:cNvSpPr/>
            <p:nvPr/>
          </p:nvSpPr>
          <p:spPr>
            <a:xfrm>
              <a:off x="5434397" y="2202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7"/>
            <p:cNvSpPr/>
            <p:nvPr/>
          </p:nvSpPr>
          <p:spPr>
            <a:xfrm>
              <a:off x="5345871" y="2143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8"/>
            <p:cNvSpPr/>
            <p:nvPr/>
          </p:nvSpPr>
          <p:spPr>
            <a:xfrm>
              <a:off x="5144282" y="2009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9"/>
            <p:cNvSpPr/>
            <p:nvPr/>
          </p:nvSpPr>
          <p:spPr>
            <a:xfrm>
              <a:off x="5218840" y="2108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90"/>
            <p:cNvSpPr/>
            <p:nvPr/>
          </p:nvSpPr>
          <p:spPr>
            <a:xfrm>
              <a:off x="5125960" y="1977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1"/>
            <p:cNvSpPr/>
            <p:nvPr/>
          </p:nvSpPr>
          <p:spPr>
            <a:xfrm>
              <a:off x="4715341" y="2547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2"/>
            <p:cNvSpPr/>
            <p:nvPr/>
          </p:nvSpPr>
          <p:spPr>
            <a:xfrm>
              <a:off x="5398764" y="2257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3"/>
            <p:cNvSpPr/>
            <p:nvPr/>
          </p:nvSpPr>
          <p:spPr>
            <a:xfrm>
              <a:off x="4923003" y="2406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4"/>
            <p:cNvSpPr/>
            <p:nvPr/>
          </p:nvSpPr>
          <p:spPr>
            <a:xfrm>
              <a:off x="5217793" y="2015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5"/>
            <p:cNvSpPr/>
            <p:nvPr/>
          </p:nvSpPr>
          <p:spPr>
            <a:xfrm>
              <a:off x="4896370" y="2530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6"/>
            <p:cNvSpPr/>
            <p:nvPr/>
          </p:nvSpPr>
          <p:spPr>
            <a:xfrm>
              <a:off x="5438945" y="2005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7"/>
            <p:cNvSpPr/>
            <p:nvPr/>
          </p:nvSpPr>
          <p:spPr>
            <a:xfrm>
              <a:off x="5425588" y="2267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8"/>
            <p:cNvSpPr/>
            <p:nvPr/>
          </p:nvSpPr>
          <p:spPr>
            <a:xfrm>
              <a:off x="5310892" y="2215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9"/>
            <p:cNvSpPr/>
            <p:nvPr/>
          </p:nvSpPr>
          <p:spPr>
            <a:xfrm>
              <a:off x="5352458" y="2040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200"/>
            <p:cNvSpPr/>
            <p:nvPr/>
          </p:nvSpPr>
          <p:spPr>
            <a:xfrm>
              <a:off x="5539719" y="1982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1"/>
            <p:cNvSpPr/>
            <p:nvPr/>
          </p:nvSpPr>
          <p:spPr>
            <a:xfrm>
              <a:off x="5200287" y="2131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2"/>
            <p:cNvSpPr/>
            <p:nvPr/>
          </p:nvSpPr>
          <p:spPr>
            <a:xfrm>
              <a:off x="5419506" y="2017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3"/>
            <p:cNvSpPr/>
            <p:nvPr/>
          </p:nvSpPr>
          <p:spPr>
            <a:xfrm>
              <a:off x="5470104" y="2199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4"/>
            <p:cNvSpPr/>
            <p:nvPr/>
          </p:nvSpPr>
          <p:spPr>
            <a:xfrm>
              <a:off x="5098597" y="2159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5"/>
            <p:cNvSpPr/>
            <p:nvPr/>
          </p:nvSpPr>
          <p:spPr>
            <a:xfrm>
              <a:off x="5463385" y="2022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6"/>
            <p:cNvSpPr/>
            <p:nvPr/>
          </p:nvSpPr>
          <p:spPr>
            <a:xfrm>
              <a:off x="5463227" y="2035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7"/>
            <p:cNvSpPr/>
            <p:nvPr/>
          </p:nvSpPr>
          <p:spPr>
            <a:xfrm>
              <a:off x="5081365" y="2252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8"/>
            <p:cNvSpPr/>
            <p:nvPr/>
          </p:nvSpPr>
          <p:spPr>
            <a:xfrm>
              <a:off x="5527490" y="2057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9"/>
            <p:cNvSpPr/>
            <p:nvPr/>
          </p:nvSpPr>
          <p:spPr>
            <a:xfrm>
              <a:off x="5618778" y="2013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10"/>
            <p:cNvSpPr/>
            <p:nvPr/>
          </p:nvSpPr>
          <p:spPr>
            <a:xfrm>
              <a:off x="5349802" y="2149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1"/>
            <p:cNvSpPr/>
            <p:nvPr/>
          </p:nvSpPr>
          <p:spPr>
            <a:xfrm>
              <a:off x="5672565" y="1997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2"/>
            <p:cNvSpPr/>
            <p:nvPr/>
          </p:nvSpPr>
          <p:spPr>
            <a:xfrm>
              <a:off x="5431729" y="2057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3"/>
            <p:cNvSpPr/>
            <p:nvPr/>
          </p:nvSpPr>
          <p:spPr>
            <a:xfrm>
              <a:off x="5720621" y="207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4"/>
            <p:cNvSpPr/>
            <p:nvPr/>
          </p:nvSpPr>
          <p:spPr>
            <a:xfrm>
              <a:off x="5313933" y="2182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5"/>
            <p:cNvSpPr/>
            <p:nvPr/>
          </p:nvSpPr>
          <p:spPr>
            <a:xfrm>
              <a:off x="5334802" y="2110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6"/>
            <p:cNvSpPr/>
            <p:nvPr/>
          </p:nvSpPr>
          <p:spPr>
            <a:xfrm>
              <a:off x="5164915" y="2189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7"/>
            <p:cNvSpPr/>
            <p:nvPr/>
          </p:nvSpPr>
          <p:spPr>
            <a:xfrm>
              <a:off x="5371188" y="1948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8"/>
            <p:cNvSpPr/>
            <p:nvPr/>
          </p:nvSpPr>
          <p:spPr>
            <a:xfrm>
              <a:off x="5791432" y="1806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9"/>
            <p:cNvSpPr/>
            <p:nvPr/>
          </p:nvSpPr>
          <p:spPr>
            <a:xfrm>
              <a:off x="5213682" y="2087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20"/>
            <p:cNvSpPr/>
            <p:nvPr/>
          </p:nvSpPr>
          <p:spPr>
            <a:xfrm>
              <a:off x="5290588" y="2246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1"/>
            <p:cNvSpPr/>
            <p:nvPr/>
          </p:nvSpPr>
          <p:spPr>
            <a:xfrm>
              <a:off x="5273015" y="2185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2"/>
            <p:cNvSpPr/>
            <p:nvPr/>
          </p:nvSpPr>
          <p:spPr>
            <a:xfrm>
              <a:off x="5174290" y="2099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3"/>
            <p:cNvSpPr/>
            <p:nvPr/>
          </p:nvSpPr>
          <p:spPr>
            <a:xfrm>
              <a:off x="5734536" y="2110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4"/>
            <p:cNvSpPr/>
            <p:nvPr/>
          </p:nvSpPr>
          <p:spPr>
            <a:xfrm>
              <a:off x="5028504" y="2411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5"/>
            <p:cNvSpPr/>
            <p:nvPr/>
          </p:nvSpPr>
          <p:spPr>
            <a:xfrm>
              <a:off x="5576839" y="1948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6"/>
            <p:cNvSpPr/>
            <p:nvPr/>
          </p:nvSpPr>
          <p:spPr>
            <a:xfrm>
              <a:off x="5396707" y="2161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7"/>
            <p:cNvSpPr/>
            <p:nvPr/>
          </p:nvSpPr>
          <p:spPr>
            <a:xfrm>
              <a:off x="5058324" y="2443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8"/>
            <p:cNvSpPr/>
            <p:nvPr/>
          </p:nvSpPr>
          <p:spPr>
            <a:xfrm>
              <a:off x="5484066" y="2241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9"/>
            <p:cNvSpPr/>
            <p:nvPr/>
          </p:nvSpPr>
          <p:spPr>
            <a:xfrm>
              <a:off x="5523866" y="1903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30"/>
            <p:cNvSpPr/>
            <p:nvPr/>
          </p:nvSpPr>
          <p:spPr>
            <a:xfrm>
              <a:off x="5679408" y="1950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1"/>
            <p:cNvSpPr/>
            <p:nvPr/>
          </p:nvSpPr>
          <p:spPr>
            <a:xfrm>
              <a:off x="5177510" y="2085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2"/>
            <p:cNvSpPr/>
            <p:nvPr/>
          </p:nvSpPr>
          <p:spPr>
            <a:xfrm>
              <a:off x="5387545" y="1996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3"/>
            <p:cNvSpPr/>
            <p:nvPr/>
          </p:nvSpPr>
          <p:spPr>
            <a:xfrm>
              <a:off x="5279559" y="2017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4"/>
            <p:cNvSpPr/>
            <p:nvPr/>
          </p:nvSpPr>
          <p:spPr>
            <a:xfrm>
              <a:off x="5760024" y="1729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5"/>
            <p:cNvSpPr/>
            <p:nvPr/>
          </p:nvSpPr>
          <p:spPr>
            <a:xfrm>
              <a:off x="5402862" y="2178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6"/>
            <p:cNvSpPr/>
            <p:nvPr/>
          </p:nvSpPr>
          <p:spPr>
            <a:xfrm>
              <a:off x="5505053" y="2077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7"/>
            <p:cNvSpPr/>
            <p:nvPr/>
          </p:nvSpPr>
          <p:spPr>
            <a:xfrm>
              <a:off x="5612044" y="1941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8"/>
            <p:cNvSpPr/>
            <p:nvPr/>
          </p:nvSpPr>
          <p:spPr>
            <a:xfrm>
              <a:off x="4962846" y="2366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9"/>
            <p:cNvSpPr/>
            <p:nvPr/>
          </p:nvSpPr>
          <p:spPr>
            <a:xfrm>
              <a:off x="5191968" y="2072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40"/>
            <p:cNvSpPr/>
            <p:nvPr/>
          </p:nvSpPr>
          <p:spPr>
            <a:xfrm>
              <a:off x="5104516" y="2131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1"/>
            <p:cNvSpPr/>
            <p:nvPr/>
          </p:nvSpPr>
          <p:spPr>
            <a:xfrm>
              <a:off x="5136317" y="1986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2"/>
            <p:cNvSpPr/>
            <p:nvPr/>
          </p:nvSpPr>
          <p:spPr>
            <a:xfrm>
              <a:off x="5096149" y="2071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3"/>
            <p:cNvSpPr/>
            <p:nvPr/>
          </p:nvSpPr>
          <p:spPr>
            <a:xfrm>
              <a:off x="5380269" y="2065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4"/>
            <p:cNvSpPr/>
            <p:nvPr/>
          </p:nvSpPr>
          <p:spPr>
            <a:xfrm>
              <a:off x="4742141" y="2610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5"/>
            <p:cNvSpPr/>
            <p:nvPr/>
          </p:nvSpPr>
          <p:spPr>
            <a:xfrm>
              <a:off x="5641979" y="1972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6"/>
            <p:cNvSpPr/>
            <p:nvPr/>
          </p:nvSpPr>
          <p:spPr>
            <a:xfrm>
              <a:off x="5454889" y="2206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7"/>
            <p:cNvSpPr/>
            <p:nvPr/>
          </p:nvSpPr>
          <p:spPr>
            <a:xfrm>
              <a:off x="5412915" y="2312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8"/>
            <p:cNvSpPr/>
            <p:nvPr/>
          </p:nvSpPr>
          <p:spPr>
            <a:xfrm>
              <a:off x="5384785" y="2043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9"/>
            <p:cNvSpPr/>
            <p:nvPr/>
          </p:nvSpPr>
          <p:spPr>
            <a:xfrm>
              <a:off x="5304491" y="2217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50"/>
            <p:cNvSpPr/>
            <p:nvPr/>
          </p:nvSpPr>
          <p:spPr>
            <a:xfrm>
              <a:off x="5464668" y="2158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1"/>
            <p:cNvSpPr/>
            <p:nvPr/>
          </p:nvSpPr>
          <p:spPr>
            <a:xfrm>
              <a:off x="5726033" y="1809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2"/>
            <p:cNvSpPr/>
            <p:nvPr/>
          </p:nvSpPr>
          <p:spPr>
            <a:xfrm>
              <a:off x="5466370" y="2111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3"/>
            <p:cNvSpPr/>
            <p:nvPr/>
          </p:nvSpPr>
          <p:spPr>
            <a:xfrm>
              <a:off x="4849164" y="2651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4"/>
            <p:cNvSpPr/>
            <p:nvPr/>
          </p:nvSpPr>
          <p:spPr>
            <a:xfrm>
              <a:off x="5500780" y="1936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5"/>
            <p:cNvSpPr/>
            <p:nvPr/>
          </p:nvSpPr>
          <p:spPr>
            <a:xfrm>
              <a:off x="5140334" y="2037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6"/>
            <p:cNvSpPr/>
            <p:nvPr/>
          </p:nvSpPr>
          <p:spPr>
            <a:xfrm>
              <a:off x="5611019" y="2063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7"/>
            <p:cNvSpPr/>
            <p:nvPr/>
          </p:nvSpPr>
          <p:spPr>
            <a:xfrm>
              <a:off x="5439155" y="2091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8"/>
            <p:cNvSpPr/>
            <p:nvPr/>
          </p:nvSpPr>
          <p:spPr>
            <a:xfrm>
              <a:off x="5586986" y="1700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9"/>
            <p:cNvSpPr/>
            <p:nvPr/>
          </p:nvSpPr>
          <p:spPr>
            <a:xfrm>
              <a:off x="4713629" y="2078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60"/>
            <p:cNvSpPr/>
            <p:nvPr/>
          </p:nvSpPr>
          <p:spPr>
            <a:xfrm>
              <a:off x="5613005" y="2096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1"/>
            <p:cNvSpPr/>
            <p:nvPr/>
          </p:nvSpPr>
          <p:spPr>
            <a:xfrm>
              <a:off x="5705635" y="1744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2"/>
            <p:cNvSpPr/>
            <p:nvPr/>
          </p:nvSpPr>
          <p:spPr>
            <a:xfrm>
              <a:off x="5359864" y="1954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3"/>
            <p:cNvSpPr/>
            <p:nvPr/>
          </p:nvSpPr>
          <p:spPr>
            <a:xfrm>
              <a:off x="5196095" y="2198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4"/>
            <p:cNvSpPr/>
            <p:nvPr/>
          </p:nvSpPr>
          <p:spPr>
            <a:xfrm>
              <a:off x="5540773" y="1883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5"/>
            <p:cNvSpPr/>
            <p:nvPr/>
          </p:nvSpPr>
          <p:spPr>
            <a:xfrm>
              <a:off x="5053393" y="2694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6"/>
            <p:cNvSpPr/>
            <p:nvPr/>
          </p:nvSpPr>
          <p:spPr>
            <a:xfrm>
              <a:off x="5515983" y="1982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7"/>
            <p:cNvSpPr/>
            <p:nvPr/>
          </p:nvSpPr>
          <p:spPr>
            <a:xfrm>
              <a:off x="5528191" y="193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8"/>
            <p:cNvSpPr/>
            <p:nvPr/>
          </p:nvSpPr>
          <p:spPr>
            <a:xfrm>
              <a:off x="5011376" y="2582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9"/>
            <p:cNvSpPr/>
            <p:nvPr/>
          </p:nvSpPr>
          <p:spPr>
            <a:xfrm>
              <a:off x="5463847" y="2096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70"/>
            <p:cNvSpPr/>
            <p:nvPr/>
          </p:nvSpPr>
          <p:spPr>
            <a:xfrm>
              <a:off x="5321891" y="2231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1"/>
            <p:cNvSpPr/>
            <p:nvPr/>
          </p:nvSpPr>
          <p:spPr>
            <a:xfrm>
              <a:off x="5513855" y="1894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2"/>
            <p:cNvSpPr/>
            <p:nvPr/>
          </p:nvSpPr>
          <p:spPr>
            <a:xfrm>
              <a:off x="5265917" y="2286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3"/>
            <p:cNvSpPr/>
            <p:nvPr/>
          </p:nvSpPr>
          <p:spPr>
            <a:xfrm>
              <a:off x="5596059" y="1898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4"/>
            <p:cNvSpPr/>
            <p:nvPr/>
          </p:nvSpPr>
          <p:spPr>
            <a:xfrm>
              <a:off x="5286057" y="2012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5"/>
            <p:cNvSpPr/>
            <p:nvPr/>
          </p:nvSpPr>
          <p:spPr>
            <a:xfrm>
              <a:off x="5343635" y="2144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6"/>
            <p:cNvSpPr/>
            <p:nvPr/>
          </p:nvSpPr>
          <p:spPr>
            <a:xfrm>
              <a:off x="5074189" y="2146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7"/>
            <p:cNvSpPr/>
            <p:nvPr/>
          </p:nvSpPr>
          <p:spPr>
            <a:xfrm>
              <a:off x="5393468" y="2082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8"/>
            <p:cNvSpPr/>
            <p:nvPr/>
          </p:nvSpPr>
          <p:spPr>
            <a:xfrm>
              <a:off x="5297083" y="2218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9"/>
            <p:cNvSpPr/>
            <p:nvPr/>
          </p:nvSpPr>
          <p:spPr>
            <a:xfrm>
              <a:off x="5700834" y="1782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80"/>
            <p:cNvSpPr/>
            <p:nvPr/>
          </p:nvSpPr>
          <p:spPr>
            <a:xfrm>
              <a:off x="5109540" y="2168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1"/>
            <p:cNvSpPr/>
            <p:nvPr/>
          </p:nvSpPr>
          <p:spPr>
            <a:xfrm>
              <a:off x="4954078" y="2348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2"/>
            <p:cNvSpPr/>
            <p:nvPr/>
          </p:nvSpPr>
          <p:spPr>
            <a:xfrm>
              <a:off x="5501231" y="2008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3"/>
            <p:cNvSpPr/>
            <p:nvPr/>
          </p:nvSpPr>
          <p:spPr>
            <a:xfrm>
              <a:off x="5240562" y="2170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4"/>
            <p:cNvSpPr/>
            <p:nvPr/>
          </p:nvSpPr>
          <p:spPr>
            <a:xfrm>
              <a:off x="5357851" y="1823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5"/>
            <p:cNvSpPr/>
            <p:nvPr/>
          </p:nvSpPr>
          <p:spPr>
            <a:xfrm>
              <a:off x="5163816" y="2132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6"/>
            <p:cNvSpPr/>
            <p:nvPr/>
          </p:nvSpPr>
          <p:spPr>
            <a:xfrm>
              <a:off x="5448344" y="2228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7"/>
            <p:cNvSpPr/>
            <p:nvPr/>
          </p:nvSpPr>
          <p:spPr>
            <a:xfrm>
              <a:off x="5407282" y="2158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8"/>
            <p:cNvSpPr/>
            <p:nvPr/>
          </p:nvSpPr>
          <p:spPr>
            <a:xfrm>
              <a:off x="5475524" y="2223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9"/>
            <p:cNvSpPr/>
            <p:nvPr/>
          </p:nvSpPr>
          <p:spPr>
            <a:xfrm>
              <a:off x="4900829" y="2551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90"/>
            <p:cNvSpPr/>
            <p:nvPr/>
          </p:nvSpPr>
          <p:spPr>
            <a:xfrm>
              <a:off x="5454374" y="2199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1"/>
            <p:cNvSpPr/>
            <p:nvPr/>
          </p:nvSpPr>
          <p:spPr>
            <a:xfrm>
              <a:off x="5523543" y="1825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2"/>
            <p:cNvSpPr/>
            <p:nvPr/>
          </p:nvSpPr>
          <p:spPr>
            <a:xfrm>
              <a:off x="5389061" y="2119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3"/>
            <p:cNvSpPr/>
            <p:nvPr/>
          </p:nvSpPr>
          <p:spPr>
            <a:xfrm>
              <a:off x="4847967" y="2509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4"/>
            <p:cNvSpPr/>
            <p:nvPr/>
          </p:nvSpPr>
          <p:spPr>
            <a:xfrm>
              <a:off x="5206759" y="2145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5"/>
            <p:cNvSpPr/>
            <p:nvPr/>
          </p:nvSpPr>
          <p:spPr>
            <a:xfrm>
              <a:off x="5409001" y="214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6"/>
            <p:cNvSpPr/>
            <p:nvPr/>
          </p:nvSpPr>
          <p:spPr>
            <a:xfrm>
              <a:off x="5267757" y="2228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7"/>
            <p:cNvSpPr/>
            <p:nvPr/>
          </p:nvSpPr>
          <p:spPr>
            <a:xfrm>
              <a:off x="5663834" y="1970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8"/>
            <p:cNvSpPr/>
            <p:nvPr/>
          </p:nvSpPr>
          <p:spPr>
            <a:xfrm>
              <a:off x="5352588" y="1959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9"/>
            <p:cNvSpPr/>
            <p:nvPr/>
          </p:nvSpPr>
          <p:spPr>
            <a:xfrm>
              <a:off x="5543848" y="2029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300"/>
            <p:cNvSpPr/>
            <p:nvPr/>
          </p:nvSpPr>
          <p:spPr>
            <a:xfrm>
              <a:off x="5294670" y="2166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1"/>
            <p:cNvSpPr/>
            <p:nvPr/>
          </p:nvSpPr>
          <p:spPr>
            <a:xfrm>
              <a:off x="4889825" y="2625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2"/>
            <p:cNvSpPr/>
            <p:nvPr/>
          </p:nvSpPr>
          <p:spPr>
            <a:xfrm>
              <a:off x="5323422" y="2281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3"/>
            <p:cNvSpPr/>
            <p:nvPr/>
          </p:nvSpPr>
          <p:spPr>
            <a:xfrm>
              <a:off x="5316215" y="2054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4"/>
            <p:cNvSpPr/>
            <p:nvPr/>
          </p:nvSpPr>
          <p:spPr>
            <a:xfrm>
              <a:off x="5061862" y="2515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5"/>
            <p:cNvSpPr/>
            <p:nvPr/>
          </p:nvSpPr>
          <p:spPr>
            <a:xfrm>
              <a:off x="5390428" y="2039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6"/>
            <p:cNvSpPr/>
            <p:nvPr/>
          </p:nvSpPr>
          <p:spPr>
            <a:xfrm>
              <a:off x="5310418" y="2066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7"/>
            <p:cNvSpPr/>
            <p:nvPr/>
          </p:nvSpPr>
          <p:spPr>
            <a:xfrm>
              <a:off x="4894135" y="2555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8"/>
            <p:cNvSpPr/>
            <p:nvPr/>
          </p:nvSpPr>
          <p:spPr>
            <a:xfrm>
              <a:off x="5279104" y="2067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9"/>
            <p:cNvSpPr/>
            <p:nvPr/>
          </p:nvSpPr>
          <p:spPr>
            <a:xfrm>
              <a:off x="5259566" y="221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10"/>
            <p:cNvSpPr/>
            <p:nvPr/>
          </p:nvSpPr>
          <p:spPr>
            <a:xfrm>
              <a:off x="5004005" y="2666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1"/>
            <p:cNvSpPr/>
            <p:nvPr/>
          </p:nvSpPr>
          <p:spPr>
            <a:xfrm>
              <a:off x="5387839" y="2017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2"/>
            <p:cNvSpPr/>
            <p:nvPr/>
          </p:nvSpPr>
          <p:spPr>
            <a:xfrm>
              <a:off x="5394051" y="2147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3"/>
            <p:cNvSpPr/>
            <p:nvPr/>
          </p:nvSpPr>
          <p:spPr>
            <a:xfrm>
              <a:off x="5262541" y="2299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4"/>
            <p:cNvSpPr/>
            <p:nvPr/>
          </p:nvSpPr>
          <p:spPr>
            <a:xfrm>
              <a:off x="5275112" y="1970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5"/>
            <p:cNvSpPr/>
            <p:nvPr/>
          </p:nvSpPr>
          <p:spPr>
            <a:xfrm>
              <a:off x="4782802" y="2860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6"/>
            <p:cNvSpPr/>
            <p:nvPr/>
          </p:nvSpPr>
          <p:spPr>
            <a:xfrm>
              <a:off x="5340696" y="2170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7"/>
            <p:cNvSpPr/>
            <p:nvPr/>
          </p:nvSpPr>
          <p:spPr>
            <a:xfrm>
              <a:off x="5121829" y="2050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8"/>
            <p:cNvSpPr/>
            <p:nvPr/>
          </p:nvSpPr>
          <p:spPr>
            <a:xfrm>
              <a:off x="5420890" y="1942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9"/>
            <p:cNvSpPr/>
            <p:nvPr/>
          </p:nvSpPr>
          <p:spPr>
            <a:xfrm>
              <a:off x="5277486" y="2025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20"/>
            <p:cNvSpPr/>
            <p:nvPr/>
          </p:nvSpPr>
          <p:spPr>
            <a:xfrm>
              <a:off x="5463740" y="2050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1"/>
            <p:cNvSpPr/>
            <p:nvPr/>
          </p:nvSpPr>
          <p:spPr>
            <a:xfrm>
              <a:off x="5298344" y="2235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2"/>
            <p:cNvSpPr/>
            <p:nvPr/>
          </p:nvSpPr>
          <p:spPr>
            <a:xfrm>
              <a:off x="5222349" y="2197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3"/>
            <p:cNvSpPr/>
            <p:nvPr/>
          </p:nvSpPr>
          <p:spPr>
            <a:xfrm>
              <a:off x="5705362" y="1817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4"/>
            <p:cNvSpPr/>
            <p:nvPr/>
          </p:nvSpPr>
          <p:spPr>
            <a:xfrm>
              <a:off x="5514522" y="2070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5"/>
            <p:cNvSpPr/>
            <p:nvPr/>
          </p:nvSpPr>
          <p:spPr>
            <a:xfrm>
              <a:off x="5203926" y="2245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6"/>
            <p:cNvSpPr/>
            <p:nvPr/>
          </p:nvSpPr>
          <p:spPr>
            <a:xfrm>
              <a:off x="6006014" y="1627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7"/>
            <p:cNvSpPr/>
            <p:nvPr/>
          </p:nvSpPr>
          <p:spPr>
            <a:xfrm>
              <a:off x="5247384" y="2167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8"/>
            <p:cNvSpPr/>
            <p:nvPr/>
          </p:nvSpPr>
          <p:spPr>
            <a:xfrm>
              <a:off x="5489461" y="1929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9"/>
            <p:cNvSpPr/>
            <p:nvPr/>
          </p:nvSpPr>
          <p:spPr>
            <a:xfrm>
              <a:off x="5756210" y="1921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30"/>
            <p:cNvSpPr/>
            <p:nvPr/>
          </p:nvSpPr>
          <p:spPr>
            <a:xfrm>
              <a:off x="5669035" y="2003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1"/>
            <p:cNvSpPr/>
            <p:nvPr/>
          </p:nvSpPr>
          <p:spPr>
            <a:xfrm>
              <a:off x="5304915" y="2215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2"/>
            <p:cNvSpPr/>
            <p:nvPr/>
          </p:nvSpPr>
          <p:spPr>
            <a:xfrm>
              <a:off x="4886758" y="2595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3"/>
            <p:cNvSpPr/>
            <p:nvPr/>
          </p:nvSpPr>
          <p:spPr>
            <a:xfrm>
              <a:off x="4984068" y="2021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4"/>
            <p:cNvSpPr/>
            <p:nvPr/>
          </p:nvSpPr>
          <p:spPr>
            <a:xfrm>
              <a:off x="4991753" y="2104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5"/>
            <p:cNvSpPr/>
            <p:nvPr/>
          </p:nvSpPr>
          <p:spPr>
            <a:xfrm>
              <a:off x="5514284" y="2072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6"/>
            <p:cNvSpPr/>
            <p:nvPr/>
          </p:nvSpPr>
          <p:spPr>
            <a:xfrm>
              <a:off x="5300339" y="2214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7"/>
            <p:cNvSpPr/>
            <p:nvPr/>
          </p:nvSpPr>
          <p:spPr>
            <a:xfrm>
              <a:off x="5476211" y="2172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8"/>
            <p:cNvSpPr/>
            <p:nvPr/>
          </p:nvSpPr>
          <p:spPr>
            <a:xfrm>
              <a:off x="5248470" y="2210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9"/>
            <p:cNvSpPr/>
            <p:nvPr/>
          </p:nvSpPr>
          <p:spPr>
            <a:xfrm>
              <a:off x="5449071" y="2220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40"/>
            <p:cNvSpPr/>
            <p:nvPr/>
          </p:nvSpPr>
          <p:spPr>
            <a:xfrm>
              <a:off x="5055791" y="2788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1"/>
            <p:cNvSpPr/>
            <p:nvPr/>
          </p:nvSpPr>
          <p:spPr>
            <a:xfrm>
              <a:off x="5167496" y="2133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2"/>
            <p:cNvSpPr/>
            <p:nvPr/>
          </p:nvSpPr>
          <p:spPr>
            <a:xfrm>
              <a:off x="5350981" y="2064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3"/>
            <p:cNvSpPr/>
            <p:nvPr/>
          </p:nvSpPr>
          <p:spPr>
            <a:xfrm>
              <a:off x="5669736" y="1867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4"/>
            <p:cNvSpPr/>
            <p:nvPr/>
          </p:nvSpPr>
          <p:spPr>
            <a:xfrm>
              <a:off x="5449975" y="2146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5"/>
            <p:cNvSpPr/>
            <p:nvPr/>
          </p:nvSpPr>
          <p:spPr>
            <a:xfrm>
              <a:off x="5549926" y="1987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6"/>
            <p:cNvSpPr/>
            <p:nvPr/>
          </p:nvSpPr>
          <p:spPr>
            <a:xfrm>
              <a:off x="5296711" y="2175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7"/>
            <p:cNvSpPr/>
            <p:nvPr/>
          </p:nvSpPr>
          <p:spPr>
            <a:xfrm>
              <a:off x="5369415" y="1941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8"/>
            <p:cNvSpPr/>
            <p:nvPr/>
          </p:nvSpPr>
          <p:spPr>
            <a:xfrm>
              <a:off x="5334400" y="2212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9"/>
            <p:cNvSpPr/>
            <p:nvPr/>
          </p:nvSpPr>
          <p:spPr>
            <a:xfrm>
              <a:off x="5139663" y="1909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50"/>
            <p:cNvSpPr/>
            <p:nvPr/>
          </p:nvSpPr>
          <p:spPr>
            <a:xfrm>
              <a:off x="5489390" y="1889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1"/>
            <p:cNvSpPr/>
            <p:nvPr/>
          </p:nvSpPr>
          <p:spPr>
            <a:xfrm>
              <a:off x="5370297" y="1784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2"/>
            <p:cNvSpPr/>
            <p:nvPr/>
          </p:nvSpPr>
          <p:spPr>
            <a:xfrm>
              <a:off x="5269056" y="2219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3"/>
            <p:cNvSpPr/>
            <p:nvPr/>
          </p:nvSpPr>
          <p:spPr>
            <a:xfrm>
              <a:off x="5621996" y="1790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4"/>
            <p:cNvSpPr/>
            <p:nvPr/>
          </p:nvSpPr>
          <p:spPr>
            <a:xfrm>
              <a:off x="5059408" y="2559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5"/>
            <p:cNvSpPr/>
            <p:nvPr/>
          </p:nvSpPr>
          <p:spPr>
            <a:xfrm>
              <a:off x="5555951" y="2149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6"/>
            <p:cNvSpPr/>
            <p:nvPr/>
          </p:nvSpPr>
          <p:spPr>
            <a:xfrm>
              <a:off x="5285299" y="1962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7"/>
            <p:cNvSpPr/>
            <p:nvPr/>
          </p:nvSpPr>
          <p:spPr>
            <a:xfrm>
              <a:off x="4931941" y="2375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8"/>
            <p:cNvSpPr/>
            <p:nvPr/>
          </p:nvSpPr>
          <p:spPr>
            <a:xfrm>
              <a:off x="5401713" y="2152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9"/>
            <p:cNvSpPr/>
            <p:nvPr/>
          </p:nvSpPr>
          <p:spPr>
            <a:xfrm>
              <a:off x="5040716" y="2441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60"/>
            <p:cNvSpPr/>
            <p:nvPr/>
          </p:nvSpPr>
          <p:spPr>
            <a:xfrm>
              <a:off x="5333862" y="2014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1"/>
            <p:cNvSpPr/>
            <p:nvPr/>
          </p:nvSpPr>
          <p:spPr>
            <a:xfrm>
              <a:off x="5466518" y="2272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2"/>
            <p:cNvSpPr/>
            <p:nvPr/>
          </p:nvSpPr>
          <p:spPr>
            <a:xfrm>
              <a:off x="5649865" y="200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3"/>
            <p:cNvSpPr/>
            <p:nvPr/>
          </p:nvSpPr>
          <p:spPr>
            <a:xfrm>
              <a:off x="5676354" y="1881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4"/>
            <p:cNvSpPr/>
            <p:nvPr/>
          </p:nvSpPr>
          <p:spPr>
            <a:xfrm>
              <a:off x="5320473" y="2311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5"/>
            <p:cNvSpPr/>
            <p:nvPr/>
          </p:nvSpPr>
          <p:spPr>
            <a:xfrm>
              <a:off x="5210558" y="2075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6"/>
            <p:cNvSpPr/>
            <p:nvPr/>
          </p:nvSpPr>
          <p:spPr>
            <a:xfrm>
              <a:off x="5645207" y="1886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7"/>
            <p:cNvSpPr/>
            <p:nvPr/>
          </p:nvSpPr>
          <p:spPr>
            <a:xfrm>
              <a:off x="5263156" y="2235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8"/>
            <p:cNvSpPr/>
            <p:nvPr/>
          </p:nvSpPr>
          <p:spPr>
            <a:xfrm>
              <a:off x="5615208" y="1967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9"/>
            <p:cNvSpPr/>
            <p:nvPr/>
          </p:nvSpPr>
          <p:spPr>
            <a:xfrm>
              <a:off x="5138954" y="2028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70"/>
            <p:cNvSpPr/>
            <p:nvPr/>
          </p:nvSpPr>
          <p:spPr>
            <a:xfrm>
              <a:off x="5421476" y="1982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1"/>
            <p:cNvSpPr/>
            <p:nvPr/>
          </p:nvSpPr>
          <p:spPr>
            <a:xfrm>
              <a:off x="5389170" y="2151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2"/>
            <p:cNvSpPr/>
            <p:nvPr/>
          </p:nvSpPr>
          <p:spPr>
            <a:xfrm>
              <a:off x="5087934" y="2149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3"/>
            <p:cNvSpPr/>
            <p:nvPr/>
          </p:nvSpPr>
          <p:spPr>
            <a:xfrm>
              <a:off x="5541051" y="2063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4"/>
            <p:cNvSpPr/>
            <p:nvPr/>
          </p:nvSpPr>
          <p:spPr>
            <a:xfrm>
              <a:off x="5095677" y="2308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5"/>
            <p:cNvSpPr/>
            <p:nvPr/>
          </p:nvSpPr>
          <p:spPr>
            <a:xfrm>
              <a:off x="5038563" y="2552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6"/>
            <p:cNvSpPr/>
            <p:nvPr/>
          </p:nvSpPr>
          <p:spPr>
            <a:xfrm>
              <a:off x="5232728" y="2167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7"/>
            <p:cNvSpPr/>
            <p:nvPr/>
          </p:nvSpPr>
          <p:spPr>
            <a:xfrm>
              <a:off x="5017775" y="2683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8"/>
            <p:cNvSpPr/>
            <p:nvPr/>
          </p:nvSpPr>
          <p:spPr>
            <a:xfrm>
              <a:off x="5245761" y="2204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9"/>
            <p:cNvSpPr/>
            <p:nvPr/>
          </p:nvSpPr>
          <p:spPr>
            <a:xfrm>
              <a:off x="4882556" y="2471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80"/>
            <p:cNvSpPr/>
            <p:nvPr/>
          </p:nvSpPr>
          <p:spPr>
            <a:xfrm>
              <a:off x="5084003" y="2447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1"/>
            <p:cNvSpPr/>
            <p:nvPr/>
          </p:nvSpPr>
          <p:spPr>
            <a:xfrm>
              <a:off x="5552368" y="2011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2"/>
            <p:cNvSpPr/>
            <p:nvPr/>
          </p:nvSpPr>
          <p:spPr>
            <a:xfrm>
              <a:off x="5432873" y="2223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3"/>
            <p:cNvSpPr/>
            <p:nvPr/>
          </p:nvSpPr>
          <p:spPr>
            <a:xfrm>
              <a:off x="4899230" y="2763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4"/>
            <p:cNvSpPr/>
            <p:nvPr/>
          </p:nvSpPr>
          <p:spPr>
            <a:xfrm>
              <a:off x="5244962" y="2170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5"/>
            <p:cNvSpPr/>
            <p:nvPr/>
          </p:nvSpPr>
          <p:spPr>
            <a:xfrm>
              <a:off x="5437229" y="2009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6"/>
            <p:cNvSpPr/>
            <p:nvPr/>
          </p:nvSpPr>
          <p:spPr>
            <a:xfrm>
              <a:off x="5570644" y="1854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7"/>
            <p:cNvSpPr/>
            <p:nvPr/>
          </p:nvSpPr>
          <p:spPr>
            <a:xfrm>
              <a:off x="5606444" y="1926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8"/>
            <p:cNvSpPr/>
            <p:nvPr/>
          </p:nvSpPr>
          <p:spPr>
            <a:xfrm>
              <a:off x="5497306" y="2180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9"/>
            <p:cNvSpPr/>
            <p:nvPr/>
          </p:nvSpPr>
          <p:spPr>
            <a:xfrm>
              <a:off x="5708411" y="1786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90"/>
            <p:cNvSpPr/>
            <p:nvPr/>
          </p:nvSpPr>
          <p:spPr>
            <a:xfrm>
              <a:off x="4953901" y="2401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1"/>
            <p:cNvSpPr/>
            <p:nvPr/>
          </p:nvSpPr>
          <p:spPr>
            <a:xfrm>
              <a:off x="5368152" y="1815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2"/>
            <p:cNvSpPr/>
            <p:nvPr/>
          </p:nvSpPr>
          <p:spPr>
            <a:xfrm>
              <a:off x="5022549" y="2352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3"/>
            <p:cNvSpPr/>
            <p:nvPr/>
          </p:nvSpPr>
          <p:spPr>
            <a:xfrm>
              <a:off x="5339671" y="2108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4"/>
            <p:cNvSpPr/>
            <p:nvPr/>
          </p:nvSpPr>
          <p:spPr>
            <a:xfrm>
              <a:off x="5110176" y="2067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5"/>
            <p:cNvSpPr/>
            <p:nvPr/>
          </p:nvSpPr>
          <p:spPr>
            <a:xfrm>
              <a:off x="5461274" y="225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6"/>
            <p:cNvSpPr/>
            <p:nvPr/>
          </p:nvSpPr>
          <p:spPr>
            <a:xfrm>
              <a:off x="5537614" y="2090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7"/>
            <p:cNvSpPr/>
            <p:nvPr/>
          </p:nvSpPr>
          <p:spPr>
            <a:xfrm>
              <a:off x="5782228" y="1617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8"/>
            <p:cNvSpPr/>
            <p:nvPr/>
          </p:nvSpPr>
          <p:spPr>
            <a:xfrm>
              <a:off x="4901352" y="2493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9"/>
            <p:cNvSpPr/>
            <p:nvPr/>
          </p:nvSpPr>
          <p:spPr>
            <a:xfrm>
              <a:off x="5317335" y="207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400"/>
            <p:cNvSpPr/>
            <p:nvPr/>
          </p:nvSpPr>
          <p:spPr>
            <a:xfrm>
              <a:off x="5489525" y="1933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1"/>
            <p:cNvSpPr/>
            <p:nvPr/>
          </p:nvSpPr>
          <p:spPr>
            <a:xfrm>
              <a:off x="5157604" y="200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2"/>
            <p:cNvSpPr/>
            <p:nvPr/>
          </p:nvSpPr>
          <p:spPr>
            <a:xfrm>
              <a:off x="5354895" y="2061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3"/>
            <p:cNvSpPr/>
            <p:nvPr/>
          </p:nvSpPr>
          <p:spPr>
            <a:xfrm>
              <a:off x="5613316" y="1785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4"/>
            <p:cNvSpPr/>
            <p:nvPr/>
          </p:nvSpPr>
          <p:spPr>
            <a:xfrm>
              <a:off x="5817193" y="1608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5"/>
            <p:cNvSpPr/>
            <p:nvPr/>
          </p:nvSpPr>
          <p:spPr>
            <a:xfrm>
              <a:off x="5537116" y="1958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6"/>
            <p:cNvSpPr/>
            <p:nvPr/>
          </p:nvSpPr>
          <p:spPr>
            <a:xfrm>
              <a:off x="4963228" y="2673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7"/>
            <p:cNvSpPr/>
            <p:nvPr/>
          </p:nvSpPr>
          <p:spPr>
            <a:xfrm>
              <a:off x="5614697" y="1982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8"/>
            <p:cNvSpPr/>
            <p:nvPr/>
          </p:nvSpPr>
          <p:spPr>
            <a:xfrm>
              <a:off x="5075448" y="2381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9"/>
            <p:cNvSpPr/>
            <p:nvPr/>
          </p:nvSpPr>
          <p:spPr>
            <a:xfrm>
              <a:off x="5616534" y="1937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10"/>
            <p:cNvSpPr/>
            <p:nvPr/>
          </p:nvSpPr>
          <p:spPr>
            <a:xfrm>
              <a:off x="5696724" y="1835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1"/>
            <p:cNvSpPr/>
            <p:nvPr/>
          </p:nvSpPr>
          <p:spPr>
            <a:xfrm>
              <a:off x="5260094" y="2069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2"/>
            <p:cNvSpPr/>
            <p:nvPr/>
          </p:nvSpPr>
          <p:spPr>
            <a:xfrm>
              <a:off x="5292380" y="2191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3"/>
            <p:cNvSpPr/>
            <p:nvPr/>
          </p:nvSpPr>
          <p:spPr>
            <a:xfrm>
              <a:off x="5310117" y="2080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4"/>
            <p:cNvSpPr/>
            <p:nvPr/>
          </p:nvSpPr>
          <p:spPr>
            <a:xfrm>
              <a:off x="5811557" y="2057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5"/>
            <p:cNvSpPr/>
            <p:nvPr/>
          </p:nvSpPr>
          <p:spPr>
            <a:xfrm>
              <a:off x="4956190" y="2652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6"/>
            <p:cNvSpPr/>
            <p:nvPr/>
          </p:nvSpPr>
          <p:spPr>
            <a:xfrm>
              <a:off x="5414918" y="212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7"/>
            <p:cNvSpPr/>
            <p:nvPr/>
          </p:nvSpPr>
          <p:spPr>
            <a:xfrm>
              <a:off x="5214893" y="2239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8"/>
            <p:cNvSpPr/>
            <p:nvPr/>
          </p:nvSpPr>
          <p:spPr>
            <a:xfrm>
              <a:off x="5306749" y="2164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9"/>
            <p:cNvSpPr/>
            <p:nvPr/>
          </p:nvSpPr>
          <p:spPr>
            <a:xfrm>
              <a:off x="5184534" y="1992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20"/>
            <p:cNvSpPr/>
            <p:nvPr/>
          </p:nvSpPr>
          <p:spPr>
            <a:xfrm>
              <a:off x="5310291" y="2203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1"/>
            <p:cNvSpPr/>
            <p:nvPr/>
          </p:nvSpPr>
          <p:spPr>
            <a:xfrm>
              <a:off x="5562070" y="1841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2"/>
            <p:cNvSpPr/>
            <p:nvPr/>
          </p:nvSpPr>
          <p:spPr>
            <a:xfrm>
              <a:off x="5194952" y="2024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3"/>
            <p:cNvSpPr/>
            <p:nvPr/>
          </p:nvSpPr>
          <p:spPr>
            <a:xfrm>
              <a:off x="5431988" y="2112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4"/>
            <p:cNvSpPr/>
            <p:nvPr/>
          </p:nvSpPr>
          <p:spPr>
            <a:xfrm>
              <a:off x="5664260" y="1942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5"/>
            <p:cNvSpPr/>
            <p:nvPr/>
          </p:nvSpPr>
          <p:spPr>
            <a:xfrm>
              <a:off x="5665078" y="1998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6"/>
            <p:cNvSpPr/>
            <p:nvPr/>
          </p:nvSpPr>
          <p:spPr>
            <a:xfrm>
              <a:off x="5438446" y="2231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7"/>
            <p:cNvSpPr/>
            <p:nvPr/>
          </p:nvSpPr>
          <p:spPr>
            <a:xfrm>
              <a:off x="5271271" y="2279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8"/>
            <p:cNvSpPr/>
            <p:nvPr/>
          </p:nvSpPr>
          <p:spPr>
            <a:xfrm>
              <a:off x="5487896" y="1985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9"/>
            <p:cNvSpPr/>
            <p:nvPr/>
          </p:nvSpPr>
          <p:spPr>
            <a:xfrm>
              <a:off x="5353559" y="200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30"/>
            <p:cNvSpPr/>
            <p:nvPr/>
          </p:nvSpPr>
          <p:spPr>
            <a:xfrm>
              <a:off x="5641748" y="1742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1"/>
            <p:cNvSpPr/>
            <p:nvPr/>
          </p:nvSpPr>
          <p:spPr>
            <a:xfrm>
              <a:off x="5158174" y="2121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2"/>
            <p:cNvSpPr/>
            <p:nvPr/>
          </p:nvSpPr>
          <p:spPr>
            <a:xfrm>
              <a:off x="5502225" y="2138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3"/>
            <p:cNvSpPr/>
            <p:nvPr/>
          </p:nvSpPr>
          <p:spPr>
            <a:xfrm>
              <a:off x="5320762" y="2210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4"/>
            <p:cNvSpPr/>
            <p:nvPr/>
          </p:nvSpPr>
          <p:spPr>
            <a:xfrm>
              <a:off x="5332604" y="2134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5"/>
            <p:cNvSpPr/>
            <p:nvPr/>
          </p:nvSpPr>
          <p:spPr>
            <a:xfrm>
              <a:off x="5630115" y="166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6"/>
            <p:cNvSpPr/>
            <p:nvPr/>
          </p:nvSpPr>
          <p:spPr>
            <a:xfrm>
              <a:off x="5166609" y="2192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7"/>
            <p:cNvSpPr/>
            <p:nvPr/>
          </p:nvSpPr>
          <p:spPr>
            <a:xfrm>
              <a:off x="5401312" y="2297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8"/>
            <p:cNvSpPr/>
            <p:nvPr/>
          </p:nvSpPr>
          <p:spPr>
            <a:xfrm>
              <a:off x="5447854" y="2203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9"/>
            <p:cNvSpPr/>
            <p:nvPr/>
          </p:nvSpPr>
          <p:spPr>
            <a:xfrm>
              <a:off x="5514915" y="2032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40"/>
            <p:cNvSpPr/>
            <p:nvPr/>
          </p:nvSpPr>
          <p:spPr>
            <a:xfrm>
              <a:off x="5293643" y="2196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1"/>
            <p:cNvSpPr/>
            <p:nvPr/>
          </p:nvSpPr>
          <p:spPr>
            <a:xfrm>
              <a:off x="5611156" y="2125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2"/>
            <p:cNvSpPr/>
            <p:nvPr/>
          </p:nvSpPr>
          <p:spPr>
            <a:xfrm>
              <a:off x="5585325" y="1654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3"/>
            <p:cNvSpPr/>
            <p:nvPr/>
          </p:nvSpPr>
          <p:spPr>
            <a:xfrm>
              <a:off x="5118066" y="2198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4"/>
            <p:cNvSpPr/>
            <p:nvPr/>
          </p:nvSpPr>
          <p:spPr>
            <a:xfrm>
              <a:off x="5182530" y="2080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5"/>
            <p:cNvSpPr/>
            <p:nvPr/>
          </p:nvSpPr>
          <p:spPr>
            <a:xfrm>
              <a:off x="5100457" y="2183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6"/>
            <p:cNvSpPr/>
            <p:nvPr/>
          </p:nvSpPr>
          <p:spPr>
            <a:xfrm>
              <a:off x="5557126" y="2098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7"/>
            <p:cNvSpPr/>
            <p:nvPr/>
          </p:nvSpPr>
          <p:spPr>
            <a:xfrm>
              <a:off x="5646559" y="1851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8"/>
            <p:cNvSpPr/>
            <p:nvPr/>
          </p:nvSpPr>
          <p:spPr>
            <a:xfrm>
              <a:off x="5417274" y="2096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9"/>
            <p:cNvSpPr/>
            <p:nvPr/>
          </p:nvSpPr>
          <p:spPr>
            <a:xfrm>
              <a:off x="5435289" y="1998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50"/>
            <p:cNvSpPr/>
            <p:nvPr/>
          </p:nvSpPr>
          <p:spPr>
            <a:xfrm>
              <a:off x="5639391" y="1865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1"/>
            <p:cNvSpPr/>
            <p:nvPr/>
          </p:nvSpPr>
          <p:spPr>
            <a:xfrm>
              <a:off x="5382631" y="2110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2"/>
            <p:cNvSpPr/>
            <p:nvPr/>
          </p:nvSpPr>
          <p:spPr>
            <a:xfrm>
              <a:off x="5282945" y="2093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3"/>
            <p:cNvSpPr/>
            <p:nvPr/>
          </p:nvSpPr>
          <p:spPr>
            <a:xfrm>
              <a:off x="5441891" y="2231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4"/>
            <p:cNvSpPr/>
            <p:nvPr/>
          </p:nvSpPr>
          <p:spPr>
            <a:xfrm>
              <a:off x="4982315" y="2142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5"/>
            <p:cNvSpPr/>
            <p:nvPr/>
          </p:nvSpPr>
          <p:spPr>
            <a:xfrm>
              <a:off x="5242605" y="2180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6"/>
            <p:cNvSpPr/>
            <p:nvPr/>
          </p:nvSpPr>
          <p:spPr>
            <a:xfrm>
              <a:off x="5172803" y="2100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7"/>
            <p:cNvSpPr/>
            <p:nvPr/>
          </p:nvSpPr>
          <p:spPr>
            <a:xfrm>
              <a:off x="5558916" y="2043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8"/>
            <p:cNvSpPr/>
            <p:nvPr/>
          </p:nvSpPr>
          <p:spPr>
            <a:xfrm>
              <a:off x="5469158" y="2190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9"/>
            <p:cNvSpPr/>
            <p:nvPr/>
          </p:nvSpPr>
          <p:spPr>
            <a:xfrm>
              <a:off x="5238777" y="2062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60"/>
            <p:cNvSpPr/>
            <p:nvPr/>
          </p:nvSpPr>
          <p:spPr>
            <a:xfrm>
              <a:off x="5148420" y="2147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1"/>
            <p:cNvSpPr/>
            <p:nvPr/>
          </p:nvSpPr>
          <p:spPr>
            <a:xfrm>
              <a:off x="5035251" y="2574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2"/>
            <p:cNvSpPr/>
            <p:nvPr/>
          </p:nvSpPr>
          <p:spPr>
            <a:xfrm>
              <a:off x="5047497" y="2793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3"/>
            <p:cNvSpPr/>
            <p:nvPr/>
          </p:nvSpPr>
          <p:spPr>
            <a:xfrm>
              <a:off x="4935842" y="2323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4"/>
            <p:cNvSpPr/>
            <p:nvPr/>
          </p:nvSpPr>
          <p:spPr>
            <a:xfrm>
              <a:off x="5475032" y="218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5"/>
            <p:cNvSpPr/>
            <p:nvPr/>
          </p:nvSpPr>
          <p:spPr>
            <a:xfrm>
              <a:off x="5124134" y="2076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6"/>
            <p:cNvSpPr/>
            <p:nvPr/>
          </p:nvSpPr>
          <p:spPr>
            <a:xfrm>
              <a:off x="5201741" y="2120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7"/>
            <p:cNvSpPr/>
            <p:nvPr/>
          </p:nvSpPr>
          <p:spPr>
            <a:xfrm>
              <a:off x="5459954" y="2127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8"/>
            <p:cNvSpPr/>
            <p:nvPr/>
          </p:nvSpPr>
          <p:spPr>
            <a:xfrm>
              <a:off x="5302720" y="2158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9"/>
            <p:cNvSpPr/>
            <p:nvPr/>
          </p:nvSpPr>
          <p:spPr>
            <a:xfrm>
              <a:off x="5204185" y="2112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70"/>
            <p:cNvSpPr/>
            <p:nvPr/>
          </p:nvSpPr>
          <p:spPr>
            <a:xfrm>
              <a:off x="5049102" y="2681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1"/>
            <p:cNvSpPr/>
            <p:nvPr/>
          </p:nvSpPr>
          <p:spPr>
            <a:xfrm>
              <a:off x="5435154" y="2169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2"/>
            <p:cNvSpPr/>
            <p:nvPr/>
          </p:nvSpPr>
          <p:spPr>
            <a:xfrm>
              <a:off x="5386092" y="2075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3"/>
            <p:cNvSpPr/>
            <p:nvPr/>
          </p:nvSpPr>
          <p:spPr>
            <a:xfrm>
              <a:off x="5090168" y="2047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4"/>
            <p:cNvSpPr/>
            <p:nvPr/>
          </p:nvSpPr>
          <p:spPr>
            <a:xfrm>
              <a:off x="5214890" y="2152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5"/>
            <p:cNvSpPr/>
            <p:nvPr/>
          </p:nvSpPr>
          <p:spPr>
            <a:xfrm>
              <a:off x="5181880" y="2091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6"/>
            <p:cNvSpPr/>
            <p:nvPr/>
          </p:nvSpPr>
          <p:spPr>
            <a:xfrm>
              <a:off x="5329538" y="207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7"/>
            <p:cNvSpPr/>
            <p:nvPr/>
          </p:nvSpPr>
          <p:spPr>
            <a:xfrm>
              <a:off x="5345161" y="2115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8"/>
            <p:cNvSpPr/>
            <p:nvPr/>
          </p:nvSpPr>
          <p:spPr>
            <a:xfrm>
              <a:off x="5226783" y="2195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9"/>
            <p:cNvSpPr/>
            <p:nvPr/>
          </p:nvSpPr>
          <p:spPr>
            <a:xfrm>
              <a:off x="5224211" y="2199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80"/>
            <p:cNvSpPr/>
            <p:nvPr/>
          </p:nvSpPr>
          <p:spPr>
            <a:xfrm>
              <a:off x="5549404" y="1973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1"/>
            <p:cNvSpPr/>
            <p:nvPr/>
          </p:nvSpPr>
          <p:spPr>
            <a:xfrm>
              <a:off x="5360031" y="1945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2"/>
            <p:cNvSpPr/>
            <p:nvPr/>
          </p:nvSpPr>
          <p:spPr>
            <a:xfrm>
              <a:off x="5314672" y="2237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3"/>
            <p:cNvSpPr/>
            <p:nvPr/>
          </p:nvSpPr>
          <p:spPr>
            <a:xfrm>
              <a:off x="5272127" y="2259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4"/>
            <p:cNvSpPr/>
            <p:nvPr/>
          </p:nvSpPr>
          <p:spPr>
            <a:xfrm>
              <a:off x="5357980" y="2091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5"/>
            <p:cNvSpPr/>
            <p:nvPr/>
          </p:nvSpPr>
          <p:spPr>
            <a:xfrm>
              <a:off x="5507824" y="2098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6"/>
            <p:cNvSpPr/>
            <p:nvPr/>
          </p:nvSpPr>
          <p:spPr>
            <a:xfrm>
              <a:off x="5085886" y="2295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7"/>
            <p:cNvSpPr/>
            <p:nvPr/>
          </p:nvSpPr>
          <p:spPr>
            <a:xfrm>
              <a:off x="5300139" y="2196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8"/>
            <p:cNvSpPr/>
            <p:nvPr/>
          </p:nvSpPr>
          <p:spPr>
            <a:xfrm>
              <a:off x="5365954" y="2044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9"/>
            <p:cNvSpPr/>
            <p:nvPr/>
          </p:nvSpPr>
          <p:spPr>
            <a:xfrm>
              <a:off x="5073816" y="2305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90"/>
            <p:cNvSpPr/>
            <p:nvPr/>
          </p:nvSpPr>
          <p:spPr>
            <a:xfrm>
              <a:off x="5574819" y="1601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1"/>
            <p:cNvSpPr/>
            <p:nvPr/>
          </p:nvSpPr>
          <p:spPr>
            <a:xfrm>
              <a:off x="5285346" y="2080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2"/>
            <p:cNvSpPr/>
            <p:nvPr/>
          </p:nvSpPr>
          <p:spPr>
            <a:xfrm>
              <a:off x="5188535" y="2220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3"/>
            <p:cNvSpPr/>
            <p:nvPr/>
          </p:nvSpPr>
          <p:spPr>
            <a:xfrm>
              <a:off x="4981378" y="2230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4"/>
            <p:cNvSpPr/>
            <p:nvPr/>
          </p:nvSpPr>
          <p:spPr>
            <a:xfrm>
              <a:off x="5242365" y="2114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5"/>
            <p:cNvSpPr/>
            <p:nvPr/>
          </p:nvSpPr>
          <p:spPr>
            <a:xfrm>
              <a:off x="5305376" y="2111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6"/>
            <p:cNvSpPr/>
            <p:nvPr/>
          </p:nvSpPr>
          <p:spPr>
            <a:xfrm>
              <a:off x="5176606" y="2157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7"/>
            <p:cNvSpPr/>
            <p:nvPr/>
          </p:nvSpPr>
          <p:spPr>
            <a:xfrm>
              <a:off x="5234719" y="2141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8"/>
            <p:cNvSpPr/>
            <p:nvPr/>
          </p:nvSpPr>
          <p:spPr>
            <a:xfrm>
              <a:off x="5331714" y="2095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9"/>
            <p:cNvSpPr/>
            <p:nvPr/>
          </p:nvSpPr>
          <p:spPr>
            <a:xfrm>
              <a:off x="4974722" y="2798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500"/>
            <p:cNvSpPr/>
            <p:nvPr/>
          </p:nvSpPr>
          <p:spPr>
            <a:xfrm>
              <a:off x="5653818" y="1899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1"/>
            <p:cNvSpPr/>
            <p:nvPr/>
          </p:nvSpPr>
          <p:spPr>
            <a:xfrm>
              <a:off x="5319320" y="2225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2"/>
            <p:cNvSpPr/>
            <p:nvPr/>
          </p:nvSpPr>
          <p:spPr>
            <a:xfrm>
              <a:off x="5096050" y="2036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3"/>
            <p:cNvSpPr/>
            <p:nvPr/>
          </p:nvSpPr>
          <p:spPr>
            <a:xfrm>
              <a:off x="5407013" y="2166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4"/>
            <p:cNvSpPr/>
            <p:nvPr/>
          </p:nvSpPr>
          <p:spPr>
            <a:xfrm>
              <a:off x="5073658" y="2340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5"/>
            <p:cNvSpPr/>
            <p:nvPr/>
          </p:nvSpPr>
          <p:spPr>
            <a:xfrm>
              <a:off x="5288732" y="2078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6"/>
            <p:cNvSpPr/>
            <p:nvPr/>
          </p:nvSpPr>
          <p:spPr>
            <a:xfrm>
              <a:off x="4719234" y="2421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7"/>
            <p:cNvSpPr/>
            <p:nvPr/>
          </p:nvSpPr>
          <p:spPr>
            <a:xfrm>
              <a:off x="5606301" y="2044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8"/>
            <p:cNvSpPr/>
            <p:nvPr/>
          </p:nvSpPr>
          <p:spPr>
            <a:xfrm>
              <a:off x="5280777" y="206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9"/>
            <p:cNvSpPr/>
            <p:nvPr/>
          </p:nvSpPr>
          <p:spPr>
            <a:xfrm>
              <a:off x="5287883" y="2076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10"/>
            <p:cNvSpPr/>
            <p:nvPr/>
          </p:nvSpPr>
          <p:spPr>
            <a:xfrm>
              <a:off x="5023135" y="2569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1"/>
            <p:cNvSpPr/>
            <p:nvPr/>
          </p:nvSpPr>
          <p:spPr>
            <a:xfrm>
              <a:off x="5009928" y="2782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2"/>
            <p:cNvSpPr/>
            <p:nvPr/>
          </p:nvSpPr>
          <p:spPr>
            <a:xfrm>
              <a:off x="5065886" y="2445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3"/>
            <p:cNvSpPr/>
            <p:nvPr/>
          </p:nvSpPr>
          <p:spPr>
            <a:xfrm>
              <a:off x="5304062" y="2179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4"/>
            <p:cNvSpPr/>
            <p:nvPr/>
          </p:nvSpPr>
          <p:spPr>
            <a:xfrm>
              <a:off x="4679264" y="2430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5"/>
            <p:cNvSpPr/>
            <p:nvPr/>
          </p:nvSpPr>
          <p:spPr>
            <a:xfrm>
              <a:off x="4970289" y="2587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6"/>
            <p:cNvSpPr/>
            <p:nvPr/>
          </p:nvSpPr>
          <p:spPr>
            <a:xfrm>
              <a:off x="5097300" y="2256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7"/>
            <p:cNvSpPr/>
            <p:nvPr/>
          </p:nvSpPr>
          <p:spPr>
            <a:xfrm>
              <a:off x="5491057" y="2114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8"/>
            <p:cNvSpPr/>
            <p:nvPr/>
          </p:nvSpPr>
          <p:spPr>
            <a:xfrm>
              <a:off x="4790053" y="2669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9"/>
            <p:cNvSpPr/>
            <p:nvPr/>
          </p:nvSpPr>
          <p:spPr>
            <a:xfrm>
              <a:off x="5743167" y="1830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20"/>
            <p:cNvSpPr/>
            <p:nvPr/>
          </p:nvSpPr>
          <p:spPr>
            <a:xfrm>
              <a:off x="5052502" y="2795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1"/>
            <p:cNvSpPr/>
            <p:nvPr/>
          </p:nvSpPr>
          <p:spPr>
            <a:xfrm>
              <a:off x="5002824" y="2459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2"/>
            <p:cNvSpPr/>
            <p:nvPr/>
          </p:nvSpPr>
          <p:spPr>
            <a:xfrm>
              <a:off x="5408967" y="2166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3"/>
            <p:cNvSpPr/>
            <p:nvPr/>
          </p:nvSpPr>
          <p:spPr>
            <a:xfrm>
              <a:off x="5130923" y="2010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4"/>
            <p:cNvSpPr/>
            <p:nvPr/>
          </p:nvSpPr>
          <p:spPr>
            <a:xfrm>
              <a:off x="5362236" y="2029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5"/>
            <p:cNvSpPr/>
            <p:nvPr/>
          </p:nvSpPr>
          <p:spPr>
            <a:xfrm>
              <a:off x="5780915" y="1818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6"/>
            <p:cNvSpPr/>
            <p:nvPr/>
          </p:nvSpPr>
          <p:spPr>
            <a:xfrm>
              <a:off x="5088493" y="2217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7"/>
            <p:cNvSpPr/>
            <p:nvPr/>
          </p:nvSpPr>
          <p:spPr>
            <a:xfrm>
              <a:off x="4842536" y="1804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8"/>
            <p:cNvSpPr/>
            <p:nvPr/>
          </p:nvSpPr>
          <p:spPr>
            <a:xfrm>
              <a:off x="5123294" y="1914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9"/>
            <p:cNvSpPr/>
            <p:nvPr/>
          </p:nvSpPr>
          <p:spPr>
            <a:xfrm>
              <a:off x="5716354" y="1903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30"/>
            <p:cNvSpPr/>
            <p:nvPr/>
          </p:nvSpPr>
          <p:spPr>
            <a:xfrm>
              <a:off x="5201134" y="2013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1"/>
            <p:cNvSpPr/>
            <p:nvPr/>
          </p:nvSpPr>
          <p:spPr>
            <a:xfrm>
              <a:off x="5386093" y="1903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2"/>
            <p:cNvSpPr/>
            <p:nvPr/>
          </p:nvSpPr>
          <p:spPr>
            <a:xfrm>
              <a:off x="5970082" y="1994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3"/>
            <p:cNvSpPr/>
            <p:nvPr/>
          </p:nvSpPr>
          <p:spPr>
            <a:xfrm>
              <a:off x="5559145" y="1998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4"/>
            <p:cNvSpPr/>
            <p:nvPr/>
          </p:nvSpPr>
          <p:spPr>
            <a:xfrm>
              <a:off x="5198380" y="2028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5"/>
            <p:cNvSpPr/>
            <p:nvPr/>
          </p:nvSpPr>
          <p:spPr>
            <a:xfrm>
              <a:off x="5378897" y="2008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6"/>
            <p:cNvSpPr/>
            <p:nvPr/>
          </p:nvSpPr>
          <p:spPr>
            <a:xfrm>
              <a:off x="5195690" y="2003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7"/>
            <p:cNvSpPr/>
            <p:nvPr/>
          </p:nvSpPr>
          <p:spPr>
            <a:xfrm>
              <a:off x="5376887" y="2025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8"/>
            <p:cNvSpPr/>
            <p:nvPr/>
          </p:nvSpPr>
          <p:spPr>
            <a:xfrm>
              <a:off x="5529243" y="2128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9"/>
            <p:cNvSpPr/>
            <p:nvPr/>
          </p:nvSpPr>
          <p:spPr>
            <a:xfrm>
              <a:off x="4714821" y="2378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40"/>
            <p:cNvSpPr/>
            <p:nvPr/>
          </p:nvSpPr>
          <p:spPr>
            <a:xfrm>
              <a:off x="5428482" y="2279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1"/>
            <p:cNvSpPr/>
            <p:nvPr/>
          </p:nvSpPr>
          <p:spPr>
            <a:xfrm>
              <a:off x="5499731" y="2136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2"/>
            <p:cNvSpPr/>
            <p:nvPr/>
          </p:nvSpPr>
          <p:spPr>
            <a:xfrm>
              <a:off x="5445455" y="2181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3"/>
            <p:cNvSpPr/>
            <p:nvPr/>
          </p:nvSpPr>
          <p:spPr>
            <a:xfrm>
              <a:off x="5308065" y="2186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4"/>
            <p:cNvSpPr/>
            <p:nvPr/>
          </p:nvSpPr>
          <p:spPr>
            <a:xfrm>
              <a:off x="5314945" y="2235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5"/>
            <p:cNvSpPr/>
            <p:nvPr/>
          </p:nvSpPr>
          <p:spPr>
            <a:xfrm>
              <a:off x="5469182" y="2171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6"/>
            <p:cNvSpPr/>
            <p:nvPr/>
          </p:nvSpPr>
          <p:spPr>
            <a:xfrm>
              <a:off x="5236356" y="2138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7"/>
            <p:cNvSpPr/>
            <p:nvPr/>
          </p:nvSpPr>
          <p:spPr>
            <a:xfrm>
              <a:off x="4829637" y="2057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8"/>
            <p:cNvSpPr/>
            <p:nvPr/>
          </p:nvSpPr>
          <p:spPr>
            <a:xfrm>
              <a:off x="5530525" y="2022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9"/>
            <p:cNvSpPr/>
            <p:nvPr/>
          </p:nvSpPr>
          <p:spPr>
            <a:xfrm>
              <a:off x="5583815" y="1697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50"/>
            <p:cNvSpPr/>
            <p:nvPr/>
          </p:nvSpPr>
          <p:spPr>
            <a:xfrm>
              <a:off x="5654178" y="1995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1"/>
            <p:cNvSpPr/>
            <p:nvPr/>
          </p:nvSpPr>
          <p:spPr>
            <a:xfrm>
              <a:off x="5298341" y="2193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2"/>
            <p:cNvSpPr/>
            <p:nvPr/>
          </p:nvSpPr>
          <p:spPr>
            <a:xfrm>
              <a:off x="5470489" y="2225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3"/>
            <p:cNvSpPr/>
            <p:nvPr/>
          </p:nvSpPr>
          <p:spPr>
            <a:xfrm>
              <a:off x="4860173" y="2446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4"/>
            <p:cNvSpPr/>
            <p:nvPr/>
          </p:nvSpPr>
          <p:spPr>
            <a:xfrm>
              <a:off x="4996310" y="2574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5"/>
            <p:cNvSpPr/>
            <p:nvPr/>
          </p:nvSpPr>
          <p:spPr>
            <a:xfrm>
              <a:off x="5579948" y="1645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6"/>
            <p:cNvSpPr/>
            <p:nvPr/>
          </p:nvSpPr>
          <p:spPr>
            <a:xfrm>
              <a:off x="5432496" y="2284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7"/>
            <p:cNvSpPr/>
            <p:nvPr/>
          </p:nvSpPr>
          <p:spPr>
            <a:xfrm>
              <a:off x="4972665" y="2602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8"/>
            <p:cNvSpPr/>
            <p:nvPr/>
          </p:nvSpPr>
          <p:spPr>
            <a:xfrm>
              <a:off x="5562634" y="1947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9"/>
            <p:cNvSpPr/>
            <p:nvPr/>
          </p:nvSpPr>
          <p:spPr>
            <a:xfrm>
              <a:off x="5323844" y="2240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60"/>
            <p:cNvSpPr/>
            <p:nvPr/>
          </p:nvSpPr>
          <p:spPr>
            <a:xfrm>
              <a:off x="5567023" y="1865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1"/>
            <p:cNvSpPr/>
            <p:nvPr/>
          </p:nvSpPr>
          <p:spPr>
            <a:xfrm>
              <a:off x="5373525" y="2022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2"/>
            <p:cNvSpPr/>
            <p:nvPr/>
          </p:nvSpPr>
          <p:spPr>
            <a:xfrm>
              <a:off x="5253238" y="2103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3"/>
            <p:cNvSpPr/>
            <p:nvPr/>
          </p:nvSpPr>
          <p:spPr>
            <a:xfrm>
              <a:off x="5372032" y="1972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4"/>
            <p:cNvSpPr/>
            <p:nvPr/>
          </p:nvSpPr>
          <p:spPr>
            <a:xfrm>
              <a:off x="5281785" y="1946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5"/>
            <p:cNvSpPr/>
            <p:nvPr/>
          </p:nvSpPr>
          <p:spPr>
            <a:xfrm>
              <a:off x="5248899" y="2267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6"/>
            <p:cNvSpPr/>
            <p:nvPr/>
          </p:nvSpPr>
          <p:spPr>
            <a:xfrm>
              <a:off x="5081932" y="2202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7"/>
            <p:cNvSpPr/>
            <p:nvPr/>
          </p:nvSpPr>
          <p:spPr>
            <a:xfrm>
              <a:off x="5792080" y="1735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8"/>
            <p:cNvSpPr/>
            <p:nvPr/>
          </p:nvSpPr>
          <p:spPr>
            <a:xfrm>
              <a:off x="5051451" y="264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9"/>
            <p:cNvSpPr/>
            <p:nvPr/>
          </p:nvSpPr>
          <p:spPr>
            <a:xfrm>
              <a:off x="5593594" y="1926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70"/>
            <p:cNvSpPr/>
            <p:nvPr/>
          </p:nvSpPr>
          <p:spPr>
            <a:xfrm>
              <a:off x="5402284" y="221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1"/>
            <p:cNvSpPr/>
            <p:nvPr/>
          </p:nvSpPr>
          <p:spPr>
            <a:xfrm>
              <a:off x="5128000" y="209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2"/>
            <p:cNvSpPr/>
            <p:nvPr/>
          </p:nvSpPr>
          <p:spPr>
            <a:xfrm>
              <a:off x="5253283" y="2062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3"/>
            <p:cNvSpPr/>
            <p:nvPr/>
          </p:nvSpPr>
          <p:spPr>
            <a:xfrm>
              <a:off x="5222205" y="2006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4"/>
            <p:cNvSpPr/>
            <p:nvPr/>
          </p:nvSpPr>
          <p:spPr>
            <a:xfrm>
              <a:off x="5565673" y="1796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5"/>
            <p:cNvSpPr/>
            <p:nvPr/>
          </p:nvSpPr>
          <p:spPr>
            <a:xfrm>
              <a:off x="5727410" y="1904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6"/>
            <p:cNvSpPr/>
            <p:nvPr/>
          </p:nvSpPr>
          <p:spPr>
            <a:xfrm>
              <a:off x="5039919" y="2670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7"/>
            <p:cNvSpPr/>
            <p:nvPr/>
          </p:nvSpPr>
          <p:spPr>
            <a:xfrm>
              <a:off x="5516865" y="1802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8"/>
            <p:cNvSpPr/>
            <p:nvPr/>
          </p:nvSpPr>
          <p:spPr>
            <a:xfrm>
              <a:off x="5423925" y="2212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9"/>
            <p:cNvSpPr/>
            <p:nvPr/>
          </p:nvSpPr>
          <p:spPr>
            <a:xfrm>
              <a:off x="5575521" y="1626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80"/>
            <p:cNvSpPr/>
            <p:nvPr/>
          </p:nvSpPr>
          <p:spPr>
            <a:xfrm>
              <a:off x="5373212" y="2051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1"/>
            <p:cNvSpPr/>
            <p:nvPr/>
          </p:nvSpPr>
          <p:spPr>
            <a:xfrm>
              <a:off x="5537245" y="2044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2"/>
            <p:cNvSpPr/>
            <p:nvPr/>
          </p:nvSpPr>
          <p:spPr>
            <a:xfrm>
              <a:off x="5505252" y="1887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3"/>
            <p:cNvSpPr/>
            <p:nvPr/>
          </p:nvSpPr>
          <p:spPr>
            <a:xfrm>
              <a:off x="5018485" y="2487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4"/>
            <p:cNvSpPr/>
            <p:nvPr/>
          </p:nvSpPr>
          <p:spPr>
            <a:xfrm>
              <a:off x="4860726" y="2631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5"/>
            <p:cNvSpPr/>
            <p:nvPr/>
          </p:nvSpPr>
          <p:spPr>
            <a:xfrm>
              <a:off x="5179558" y="2141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6"/>
            <p:cNvSpPr/>
            <p:nvPr/>
          </p:nvSpPr>
          <p:spPr>
            <a:xfrm>
              <a:off x="5588745" y="1769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7"/>
            <p:cNvSpPr/>
            <p:nvPr/>
          </p:nvSpPr>
          <p:spPr>
            <a:xfrm>
              <a:off x="5212670" y="2216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8"/>
            <p:cNvSpPr/>
            <p:nvPr/>
          </p:nvSpPr>
          <p:spPr>
            <a:xfrm>
              <a:off x="5367145" y="1836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9"/>
            <p:cNvSpPr/>
            <p:nvPr/>
          </p:nvSpPr>
          <p:spPr>
            <a:xfrm>
              <a:off x="5746901" y="1730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90"/>
            <p:cNvSpPr/>
            <p:nvPr/>
          </p:nvSpPr>
          <p:spPr>
            <a:xfrm>
              <a:off x="5538234" y="2042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1"/>
            <p:cNvSpPr/>
            <p:nvPr/>
          </p:nvSpPr>
          <p:spPr>
            <a:xfrm>
              <a:off x="5290244" y="2162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2"/>
            <p:cNvSpPr/>
            <p:nvPr/>
          </p:nvSpPr>
          <p:spPr>
            <a:xfrm>
              <a:off x="5178608" y="2148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3"/>
            <p:cNvSpPr/>
            <p:nvPr/>
          </p:nvSpPr>
          <p:spPr>
            <a:xfrm>
              <a:off x="5939723" y="1727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4"/>
            <p:cNvSpPr/>
            <p:nvPr/>
          </p:nvSpPr>
          <p:spPr>
            <a:xfrm>
              <a:off x="5148816" y="2093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5"/>
            <p:cNvSpPr/>
            <p:nvPr/>
          </p:nvSpPr>
          <p:spPr>
            <a:xfrm>
              <a:off x="5633847" y="1844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6"/>
            <p:cNvSpPr/>
            <p:nvPr/>
          </p:nvSpPr>
          <p:spPr>
            <a:xfrm>
              <a:off x="5018627" y="2808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7"/>
            <p:cNvSpPr/>
            <p:nvPr/>
          </p:nvSpPr>
          <p:spPr>
            <a:xfrm>
              <a:off x="5154761" y="2084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8"/>
            <p:cNvSpPr/>
            <p:nvPr/>
          </p:nvSpPr>
          <p:spPr>
            <a:xfrm>
              <a:off x="5655499" y="1893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9"/>
            <p:cNvSpPr/>
            <p:nvPr/>
          </p:nvSpPr>
          <p:spPr>
            <a:xfrm>
              <a:off x="5461656" y="2123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600"/>
            <p:cNvSpPr/>
            <p:nvPr/>
          </p:nvSpPr>
          <p:spPr>
            <a:xfrm>
              <a:off x="5057247" y="2384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1"/>
            <p:cNvSpPr/>
            <p:nvPr/>
          </p:nvSpPr>
          <p:spPr>
            <a:xfrm>
              <a:off x="5082315" y="2342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2"/>
            <p:cNvSpPr/>
            <p:nvPr/>
          </p:nvSpPr>
          <p:spPr>
            <a:xfrm>
              <a:off x="4972693" y="2431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3"/>
            <p:cNvSpPr/>
            <p:nvPr/>
          </p:nvSpPr>
          <p:spPr>
            <a:xfrm>
              <a:off x="5467073" y="2146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4"/>
            <p:cNvSpPr/>
            <p:nvPr/>
          </p:nvSpPr>
          <p:spPr>
            <a:xfrm>
              <a:off x="5037393" y="2649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5"/>
            <p:cNvSpPr/>
            <p:nvPr/>
          </p:nvSpPr>
          <p:spPr>
            <a:xfrm>
              <a:off x="5239496" y="2177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6"/>
            <p:cNvSpPr/>
            <p:nvPr/>
          </p:nvSpPr>
          <p:spPr>
            <a:xfrm>
              <a:off x="5043623" y="2721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7"/>
            <p:cNvSpPr/>
            <p:nvPr/>
          </p:nvSpPr>
          <p:spPr>
            <a:xfrm>
              <a:off x="5464624" y="2239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8"/>
            <p:cNvSpPr/>
            <p:nvPr/>
          </p:nvSpPr>
          <p:spPr>
            <a:xfrm>
              <a:off x="5648838" y="2217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9"/>
            <p:cNvSpPr/>
            <p:nvPr/>
          </p:nvSpPr>
          <p:spPr>
            <a:xfrm>
              <a:off x="5334406" y="1928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10"/>
            <p:cNvSpPr/>
            <p:nvPr/>
          </p:nvSpPr>
          <p:spPr>
            <a:xfrm>
              <a:off x="4999830" y="2520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1"/>
            <p:cNvSpPr/>
            <p:nvPr/>
          </p:nvSpPr>
          <p:spPr>
            <a:xfrm>
              <a:off x="5709774" y="1843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2"/>
            <p:cNvSpPr/>
            <p:nvPr/>
          </p:nvSpPr>
          <p:spPr>
            <a:xfrm>
              <a:off x="5300525" y="2216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3"/>
            <p:cNvSpPr/>
            <p:nvPr/>
          </p:nvSpPr>
          <p:spPr>
            <a:xfrm>
              <a:off x="5944940" y="2181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4"/>
            <p:cNvSpPr/>
            <p:nvPr/>
          </p:nvSpPr>
          <p:spPr>
            <a:xfrm>
              <a:off x="5744293" y="1721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5"/>
            <p:cNvSpPr/>
            <p:nvPr/>
          </p:nvSpPr>
          <p:spPr>
            <a:xfrm>
              <a:off x="5209010" y="2154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6"/>
            <p:cNvSpPr/>
            <p:nvPr/>
          </p:nvSpPr>
          <p:spPr>
            <a:xfrm>
              <a:off x="5389858" y="2051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7"/>
            <p:cNvSpPr/>
            <p:nvPr/>
          </p:nvSpPr>
          <p:spPr>
            <a:xfrm>
              <a:off x="5333444" y="219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8"/>
            <p:cNvSpPr/>
            <p:nvPr/>
          </p:nvSpPr>
          <p:spPr>
            <a:xfrm>
              <a:off x="5219507" y="2127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9"/>
            <p:cNvSpPr/>
            <p:nvPr/>
          </p:nvSpPr>
          <p:spPr>
            <a:xfrm>
              <a:off x="5315732" y="2196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20"/>
            <p:cNvSpPr/>
            <p:nvPr/>
          </p:nvSpPr>
          <p:spPr>
            <a:xfrm>
              <a:off x="5713951" y="184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1"/>
            <p:cNvSpPr/>
            <p:nvPr/>
          </p:nvSpPr>
          <p:spPr>
            <a:xfrm>
              <a:off x="5045451" y="2829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2"/>
            <p:cNvSpPr/>
            <p:nvPr/>
          </p:nvSpPr>
          <p:spPr>
            <a:xfrm>
              <a:off x="4891192" y="2519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3"/>
            <p:cNvSpPr/>
            <p:nvPr/>
          </p:nvSpPr>
          <p:spPr>
            <a:xfrm>
              <a:off x="5347320" y="2101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4"/>
            <p:cNvSpPr/>
            <p:nvPr/>
          </p:nvSpPr>
          <p:spPr>
            <a:xfrm>
              <a:off x="5441721" y="199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5"/>
            <p:cNvSpPr/>
            <p:nvPr/>
          </p:nvSpPr>
          <p:spPr>
            <a:xfrm>
              <a:off x="5067202" y="2446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6"/>
            <p:cNvSpPr/>
            <p:nvPr/>
          </p:nvSpPr>
          <p:spPr>
            <a:xfrm>
              <a:off x="5216016" y="2171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7"/>
            <p:cNvSpPr/>
            <p:nvPr/>
          </p:nvSpPr>
          <p:spPr>
            <a:xfrm>
              <a:off x="5643726" y="1917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8"/>
            <p:cNvSpPr/>
            <p:nvPr/>
          </p:nvSpPr>
          <p:spPr>
            <a:xfrm>
              <a:off x="5276423" y="2032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9"/>
            <p:cNvSpPr/>
            <p:nvPr/>
          </p:nvSpPr>
          <p:spPr>
            <a:xfrm>
              <a:off x="5196474" y="1964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30"/>
            <p:cNvSpPr/>
            <p:nvPr/>
          </p:nvSpPr>
          <p:spPr>
            <a:xfrm>
              <a:off x="5232353" y="2142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1"/>
            <p:cNvSpPr/>
            <p:nvPr/>
          </p:nvSpPr>
          <p:spPr>
            <a:xfrm>
              <a:off x="5011944" y="2786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2"/>
            <p:cNvSpPr/>
            <p:nvPr/>
          </p:nvSpPr>
          <p:spPr>
            <a:xfrm>
              <a:off x="5216685" y="2025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3"/>
            <p:cNvSpPr/>
            <p:nvPr/>
          </p:nvSpPr>
          <p:spPr>
            <a:xfrm>
              <a:off x="5326454" y="2157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4"/>
            <p:cNvSpPr/>
            <p:nvPr/>
          </p:nvSpPr>
          <p:spPr>
            <a:xfrm>
              <a:off x="5311691" y="2142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5"/>
            <p:cNvSpPr/>
            <p:nvPr/>
          </p:nvSpPr>
          <p:spPr>
            <a:xfrm>
              <a:off x="5616629" y="2139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6"/>
            <p:cNvSpPr/>
            <p:nvPr/>
          </p:nvSpPr>
          <p:spPr>
            <a:xfrm>
              <a:off x="5263534" y="2201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7"/>
            <p:cNvSpPr/>
            <p:nvPr/>
          </p:nvSpPr>
          <p:spPr>
            <a:xfrm>
              <a:off x="5488653" y="2031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8"/>
            <p:cNvSpPr/>
            <p:nvPr/>
          </p:nvSpPr>
          <p:spPr>
            <a:xfrm>
              <a:off x="5517159" y="2047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9"/>
            <p:cNvSpPr/>
            <p:nvPr/>
          </p:nvSpPr>
          <p:spPr>
            <a:xfrm>
              <a:off x="5467034" y="2193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40"/>
            <p:cNvSpPr/>
            <p:nvPr/>
          </p:nvSpPr>
          <p:spPr>
            <a:xfrm>
              <a:off x="5739694" y="1708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1"/>
            <p:cNvSpPr/>
            <p:nvPr/>
          </p:nvSpPr>
          <p:spPr>
            <a:xfrm>
              <a:off x="5310153" y="2176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2"/>
            <p:cNvSpPr/>
            <p:nvPr/>
          </p:nvSpPr>
          <p:spPr>
            <a:xfrm>
              <a:off x="5911236" y="2093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3"/>
            <p:cNvSpPr/>
            <p:nvPr/>
          </p:nvSpPr>
          <p:spPr>
            <a:xfrm>
              <a:off x="4934997" y="2245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4"/>
            <p:cNvSpPr/>
            <p:nvPr/>
          </p:nvSpPr>
          <p:spPr>
            <a:xfrm>
              <a:off x="5262635" y="2211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5"/>
            <p:cNvSpPr/>
            <p:nvPr/>
          </p:nvSpPr>
          <p:spPr>
            <a:xfrm>
              <a:off x="5783589" y="1729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6"/>
            <p:cNvSpPr/>
            <p:nvPr/>
          </p:nvSpPr>
          <p:spPr>
            <a:xfrm>
              <a:off x="5148877" y="2142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7"/>
            <p:cNvSpPr/>
            <p:nvPr/>
          </p:nvSpPr>
          <p:spPr>
            <a:xfrm>
              <a:off x="5453603" y="2127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8"/>
            <p:cNvSpPr/>
            <p:nvPr/>
          </p:nvSpPr>
          <p:spPr>
            <a:xfrm>
              <a:off x="4729321" y="2482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9"/>
            <p:cNvSpPr/>
            <p:nvPr/>
          </p:nvSpPr>
          <p:spPr>
            <a:xfrm>
              <a:off x="5200624" y="2071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50"/>
            <p:cNvSpPr/>
            <p:nvPr/>
          </p:nvSpPr>
          <p:spPr>
            <a:xfrm>
              <a:off x="5057738" y="2611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1"/>
            <p:cNvSpPr/>
            <p:nvPr/>
          </p:nvSpPr>
          <p:spPr>
            <a:xfrm>
              <a:off x="5777127" y="1764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2"/>
            <p:cNvSpPr/>
            <p:nvPr/>
          </p:nvSpPr>
          <p:spPr>
            <a:xfrm>
              <a:off x="4841017" y="1953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3"/>
            <p:cNvSpPr/>
            <p:nvPr/>
          </p:nvSpPr>
          <p:spPr>
            <a:xfrm>
              <a:off x="5482469" y="2212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4"/>
            <p:cNvSpPr/>
            <p:nvPr/>
          </p:nvSpPr>
          <p:spPr>
            <a:xfrm>
              <a:off x="5581369" y="1610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5"/>
            <p:cNvSpPr/>
            <p:nvPr/>
          </p:nvSpPr>
          <p:spPr>
            <a:xfrm>
              <a:off x="5388674" y="2164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6"/>
            <p:cNvSpPr/>
            <p:nvPr/>
          </p:nvSpPr>
          <p:spPr>
            <a:xfrm>
              <a:off x="5403780" y="2133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7"/>
            <p:cNvSpPr/>
            <p:nvPr/>
          </p:nvSpPr>
          <p:spPr>
            <a:xfrm>
              <a:off x="5453622" y="2179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8"/>
            <p:cNvSpPr/>
            <p:nvPr/>
          </p:nvSpPr>
          <p:spPr>
            <a:xfrm>
              <a:off x="5345447" y="2099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9"/>
            <p:cNvSpPr/>
            <p:nvPr/>
          </p:nvSpPr>
          <p:spPr>
            <a:xfrm>
              <a:off x="5603769" y="1862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60"/>
            <p:cNvSpPr/>
            <p:nvPr/>
          </p:nvSpPr>
          <p:spPr>
            <a:xfrm>
              <a:off x="5335778" y="2187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1"/>
            <p:cNvSpPr/>
            <p:nvPr/>
          </p:nvSpPr>
          <p:spPr>
            <a:xfrm>
              <a:off x="4799209" y="1840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2"/>
            <p:cNvSpPr/>
            <p:nvPr/>
          </p:nvSpPr>
          <p:spPr>
            <a:xfrm>
              <a:off x="5269962" y="2165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3"/>
            <p:cNvSpPr/>
            <p:nvPr/>
          </p:nvSpPr>
          <p:spPr>
            <a:xfrm>
              <a:off x="5299221" y="2156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4"/>
            <p:cNvSpPr/>
            <p:nvPr/>
          </p:nvSpPr>
          <p:spPr>
            <a:xfrm>
              <a:off x="4994481" y="194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5"/>
            <p:cNvSpPr/>
            <p:nvPr/>
          </p:nvSpPr>
          <p:spPr>
            <a:xfrm>
              <a:off x="5573316" y="1704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6"/>
            <p:cNvSpPr/>
            <p:nvPr/>
          </p:nvSpPr>
          <p:spPr>
            <a:xfrm>
              <a:off x="4693034" y="2786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7"/>
            <p:cNvSpPr/>
            <p:nvPr/>
          </p:nvSpPr>
          <p:spPr>
            <a:xfrm>
              <a:off x="5622881" y="1801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8"/>
            <p:cNvSpPr/>
            <p:nvPr/>
          </p:nvSpPr>
          <p:spPr>
            <a:xfrm>
              <a:off x="5441199" y="2121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9"/>
            <p:cNvSpPr/>
            <p:nvPr/>
          </p:nvSpPr>
          <p:spPr>
            <a:xfrm>
              <a:off x="5350640" y="201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70"/>
            <p:cNvSpPr/>
            <p:nvPr/>
          </p:nvSpPr>
          <p:spPr>
            <a:xfrm>
              <a:off x="5318567" y="232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1"/>
            <p:cNvSpPr/>
            <p:nvPr/>
          </p:nvSpPr>
          <p:spPr>
            <a:xfrm>
              <a:off x="5323707" y="2284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2"/>
            <p:cNvSpPr/>
            <p:nvPr/>
          </p:nvSpPr>
          <p:spPr>
            <a:xfrm>
              <a:off x="5649079" y="1879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3"/>
            <p:cNvSpPr/>
            <p:nvPr/>
          </p:nvSpPr>
          <p:spPr>
            <a:xfrm>
              <a:off x="5032609" y="2627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4"/>
            <p:cNvSpPr/>
            <p:nvPr/>
          </p:nvSpPr>
          <p:spPr>
            <a:xfrm>
              <a:off x="5237123" y="2189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5"/>
            <p:cNvSpPr/>
            <p:nvPr/>
          </p:nvSpPr>
          <p:spPr>
            <a:xfrm>
              <a:off x="5425366" y="2097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6"/>
            <p:cNvSpPr/>
            <p:nvPr/>
          </p:nvSpPr>
          <p:spPr>
            <a:xfrm>
              <a:off x="4979694" y="2504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7"/>
            <p:cNvSpPr/>
            <p:nvPr/>
          </p:nvSpPr>
          <p:spPr>
            <a:xfrm>
              <a:off x="5466848" y="2226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8"/>
            <p:cNvSpPr/>
            <p:nvPr/>
          </p:nvSpPr>
          <p:spPr>
            <a:xfrm>
              <a:off x="5028707" y="2600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9"/>
            <p:cNvSpPr/>
            <p:nvPr/>
          </p:nvSpPr>
          <p:spPr>
            <a:xfrm>
              <a:off x="5130782" y="2061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80"/>
            <p:cNvSpPr/>
            <p:nvPr/>
          </p:nvSpPr>
          <p:spPr>
            <a:xfrm>
              <a:off x="5269274" y="2235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1"/>
            <p:cNvSpPr/>
            <p:nvPr/>
          </p:nvSpPr>
          <p:spPr>
            <a:xfrm>
              <a:off x="5243175" y="2015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2"/>
            <p:cNvSpPr/>
            <p:nvPr/>
          </p:nvSpPr>
          <p:spPr>
            <a:xfrm>
              <a:off x="5072135" y="2342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3"/>
            <p:cNvSpPr/>
            <p:nvPr/>
          </p:nvSpPr>
          <p:spPr>
            <a:xfrm>
              <a:off x="5328259" y="2122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4"/>
            <p:cNvSpPr/>
            <p:nvPr/>
          </p:nvSpPr>
          <p:spPr>
            <a:xfrm>
              <a:off x="5348010" y="2121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5"/>
            <p:cNvSpPr/>
            <p:nvPr/>
          </p:nvSpPr>
          <p:spPr>
            <a:xfrm>
              <a:off x="5466162" y="2272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6"/>
            <p:cNvSpPr/>
            <p:nvPr/>
          </p:nvSpPr>
          <p:spPr>
            <a:xfrm>
              <a:off x="5201257" y="1962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7"/>
            <p:cNvSpPr/>
            <p:nvPr/>
          </p:nvSpPr>
          <p:spPr>
            <a:xfrm>
              <a:off x="5196941" y="2090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8"/>
            <p:cNvSpPr/>
            <p:nvPr/>
          </p:nvSpPr>
          <p:spPr>
            <a:xfrm>
              <a:off x="5360135" y="2001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9"/>
            <p:cNvSpPr/>
            <p:nvPr/>
          </p:nvSpPr>
          <p:spPr>
            <a:xfrm>
              <a:off x="5441496" y="2062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90"/>
            <p:cNvSpPr/>
            <p:nvPr/>
          </p:nvSpPr>
          <p:spPr>
            <a:xfrm>
              <a:off x="5424883" y="1995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1"/>
            <p:cNvSpPr/>
            <p:nvPr/>
          </p:nvSpPr>
          <p:spPr>
            <a:xfrm>
              <a:off x="5025436" y="2630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2"/>
            <p:cNvSpPr/>
            <p:nvPr/>
          </p:nvSpPr>
          <p:spPr>
            <a:xfrm>
              <a:off x="5326704" y="2078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3"/>
            <p:cNvSpPr/>
            <p:nvPr/>
          </p:nvSpPr>
          <p:spPr>
            <a:xfrm>
              <a:off x="5584855" y="1667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4"/>
            <p:cNvSpPr/>
            <p:nvPr/>
          </p:nvSpPr>
          <p:spPr>
            <a:xfrm>
              <a:off x="5040956" y="2810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5"/>
            <p:cNvSpPr/>
            <p:nvPr/>
          </p:nvSpPr>
          <p:spPr>
            <a:xfrm>
              <a:off x="5676200" y="1962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6"/>
            <p:cNvSpPr/>
            <p:nvPr/>
          </p:nvSpPr>
          <p:spPr>
            <a:xfrm>
              <a:off x="5783370" y="1851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7"/>
            <p:cNvSpPr/>
            <p:nvPr/>
          </p:nvSpPr>
          <p:spPr>
            <a:xfrm>
              <a:off x="5187854" y="2125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8"/>
            <p:cNvSpPr/>
            <p:nvPr/>
          </p:nvSpPr>
          <p:spPr>
            <a:xfrm>
              <a:off x="5171324" y="2187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9"/>
            <p:cNvSpPr/>
            <p:nvPr/>
          </p:nvSpPr>
          <p:spPr>
            <a:xfrm>
              <a:off x="5130678" y="2053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700"/>
            <p:cNvSpPr/>
            <p:nvPr/>
          </p:nvSpPr>
          <p:spPr>
            <a:xfrm>
              <a:off x="5331373" y="2089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1"/>
            <p:cNvSpPr/>
            <p:nvPr/>
          </p:nvSpPr>
          <p:spPr>
            <a:xfrm>
              <a:off x="5233968" y="2133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2"/>
            <p:cNvSpPr/>
            <p:nvPr/>
          </p:nvSpPr>
          <p:spPr>
            <a:xfrm>
              <a:off x="5030022" y="2669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3"/>
            <p:cNvSpPr/>
            <p:nvPr/>
          </p:nvSpPr>
          <p:spPr>
            <a:xfrm>
              <a:off x="4580461" y="2765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4"/>
            <p:cNvSpPr/>
            <p:nvPr/>
          </p:nvSpPr>
          <p:spPr>
            <a:xfrm>
              <a:off x="5435782" y="208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5"/>
            <p:cNvSpPr/>
            <p:nvPr/>
          </p:nvSpPr>
          <p:spPr>
            <a:xfrm>
              <a:off x="5353709" y="2103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6"/>
            <p:cNvSpPr/>
            <p:nvPr/>
          </p:nvSpPr>
          <p:spPr>
            <a:xfrm>
              <a:off x="5601015" y="1898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7"/>
            <p:cNvSpPr/>
            <p:nvPr/>
          </p:nvSpPr>
          <p:spPr>
            <a:xfrm>
              <a:off x="5469753" y="2156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8"/>
            <p:cNvSpPr/>
            <p:nvPr/>
          </p:nvSpPr>
          <p:spPr>
            <a:xfrm>
              <a:off x="5524389" y="1918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9"/>
            <p:cNvSpPr/>
            <p:nvPr/>
          </p:nvSpPr>
          <p:spPr>
            <a:xfrm>
              <a:off x="5403867" y="2294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10"/>
            <p:cNvSpPr/>
            <p:nvPr/>
          </p:nvSpPr>
          <p:spPr>
            <a:xfrm>
              <a:off x="5528987" y="2051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1"/>
            <p:cNvSpPr/>
            <p:nvPr/>
          </p:nvSpPr>
          <p:spPr>
            <a:xfrm>
              <a:off x="4949211" y="2383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2"/>
            <p:cNvSpPr/>
            <p:nvPr/>
          </p:nvSpPr>
          <p:spPr>
            <a:xfrm>
              <a:off x="5453927" y="2182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3"/>
            <p:cNvSpPr/>
            <p:nvPr/>
          </p:nvSpPr>
          <p:spPr>
            <a:xfrm>
              <a:off x="4624430" y="2815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4"/>
            <p:cNvSpPr/>
            <p:nvPr/>
          </p:nvSpPr>
          <p:spPr>
            <a:xfrm>
              <a:off x="5465033" y="2143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5"/>
            <p:cNvSpPr/>
            <p:nvPr/>
          </p:nvSpPr>
          <p:spPr>
            <a:xfrm>
              <a:off x="5820279" y="1620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6"/>
            <p:cNvSpPr/>
            <p:nvPr/>
          </p:nvSpPr>
          <p:spPr>
            <a:xfrm>
              <a:off x="5142059" y="2070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7"/>
            <p:cNvSpPr/>
            <p:nvPr/>
          </p:nvSpPr>
          <p:spPr>
            <a:xfrm>
              <a:off x="5031527" y="2753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8"/>
            <p:cNvSpPr/>
            <p:nvPr/>
          </p:nvSpPr>
          <p:spPr>
            <a:xfrm>
              <a:off x="5260816" y="2284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9"/>
            <p:cNvSpPr/>
            <p:nvPr/>
          </p:nvSpPr>
          <p:spPr>
            <a:xfrm>
              <a:off x="5559569" y="2124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20"/>
            <p:cNvSpPr/>
            <p:nvPr/>
          </p:nvSpPr>
          <p:spPr>
            <a:xfrm>
              <a:off x="5507813" y="1951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1"/>
            <p:cNvSpPr/>
            <p:nvPr/>
          </p:nvSpPr>
          <p:spPr>
            <a:xfrm>
              <a:off x="4526809" y="2569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2"/>
            <p:cNvSpPr/>
            <p:nvPr/>
          </p:nvSpPr>
          <p:spPr>
            <a:xfrm>
              <a:off x="5367777" y="1896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3"/>
            <p:cNvSpPr/>
            <p:nvPr/>
          </p:nvSpPr>
          <p:spPr>
            <a:xfrm>
              <a:off x="5335639" y="2126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4"/>
            <p:cNvSpPr/>
            <p:nvPr/>
          </p:nvSpPr>
          <p:spPr>
            <a:xfrm>
              <a:off x="5269789" y="2227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5"/>
            <p:cNvSpPr/>
            <p:nvPr/>
          </p:nvSpPr>
          <p:spPr>
            <a:xfrm>
              <a:off x="5360320" y="2033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6"/>
            <p:cNvSpPr/>
            <p:nvPr/>
          </p:nvSpPr>
          <p:spPr>
            <a:xfrm>
              <a:off x="5456453" y="2151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7"/>
            <p:cNvSpPr/>
            <p:nvPr/>
          </p:nvSpPr>
          <p:spPr>
            <a:xfrm>
              <a:off x="5237158" y="2105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8"/>
            <p:cNvSpPr/>
            <p:nvPr/>
          </p:nvSpPr>
          <p:spPr>
            <a:xfrm>
              <a:off x="5363994" y="1973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9"/>
            <p:cNvSpPr/>
            <p:nvPr/>
          </p:nvSpPr>
          <p:spPr>
            <a:xfrm>
              <a:off x="5866901" y="1691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30"/>
            <p:cNvSpPr/>
            <p:nvPr/>
          </p:nvSpPr>
          <p:spPr>
            <a:xfrm>
              <a:off x="4820356" y="1749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1"/>
            <p:cNvSpPr/>
            <p:nvPr/>
          </p:nvSpPr>
          <p:spPr>
            <a:xfrm>
              <a:off x="5280655" y="2058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2"/>
            <p:cNvSpPr/>
            <p:nvPr/>
          </p:nvSpPr>
          <p:spPr>
            <a:xfrm>
              <a:off x="5573376" y="1638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3"/>
            <p:cNvSpPr/>
            <p:nvPr/>
          </p:nvSpPr>
          <p:spPr>
            <a:xfrm>
              <a:off x="5432869" y="2192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4"/>
            <p:cNvSpPr/>
            <p:nvPr/>
          </p:nvSpPr>
          <p:spPr>
            <a:xfrm>
              <a:off x="5358137" y="2043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5"/>
            <p:cNvSpPr/>
            <p:nvPr/>
          </p:nvSpPr>
          <p:spPr>
            <a:xfrm>
              <a:off x="5560583" y="209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6"/>
            <p:cNvSpPr/>
            <p:nvPr/>
          </p:nvSpPr>
          <p:spPr>
            <a:xfrm>
              <a:off x="5384590" y="1916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7"/>
            <p:cNvSpPr/>
            <p:nvPr/>
          </p:nvSpPr>
          <p:spPr>
            <a:xfrm>
              <a:off x="4978688" y="2346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8"/>
            <p:cNvSpPr/>
            <p:nvPr/>
          </p:nvSpPr>
          <p:spPr>
            <a:xfrm>
              <a:off x="5379881" y="2092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9"/>
            <p:cNvSpPr/>
            <p:nvPr/>
          </p:nvSpPr>
          <p:spPr>
            <a:xfrm>
              <a:off x="5807072" y="1885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40"/>
            <p:cNvSpPr/>
            <p:nvPr/>
          </p:nvSpPr>
          <p:spPr>
            <a:xfrm>
              <a:off x="5364039" y="1872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1"/>
            <p:cNvSpPr/>
            <p:nvPr/>
          </p:nvSpPr>
          <p:spPr>
            <a:xfrm>
              <a:off x="5522166" y="1987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2"/>
            <p:cNvSpPr/>
            <p:nvPr/>
          </p:nvSpPr>
          <p:spPr>
            <a:xfrm>
              <a:off x="5619616" y="2032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3"/>
            <p:cNvSpPr/>
            <p:nvPr/>
          </p:nvSpPr>
          <p:spPr>
            <a:xfrm>
              <a:off x="5409447" y="2180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4"/>
            <p:cNvSpPr/>
            <p:nvPr/>
          </p:nvSpPr>
          <p:spPr>
            <a:xfrm>
              <a:off x="5044010" y="2688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5"/>
            <p:cNvSpPr/>
            <p:nvPr/>
          </p:nvSpPr>
          <p:spPr>
            <a:xfrm>
              <a:off x="5330520" y="2120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6"/>
            <p:cNvSpPr/>
            <p:nvPr/>
          </p:nvSpPr>
          <p:spPr>
            <a:xfrm>
              <a:off x="4871586" y="2402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7"/>
            <p:cNvSpPr/>
            <p:nvPr/>
          </p:nvSpPr>
          <p:spPr>
            <a:xfrm>
              <a:off x="5043397" y="2523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8"/>
            <p:cNvSpPr/>
            <p:nvPr/>
          </p:nvSpPr>
          <p:spPr>
            <a:xfrm>
              <a:off x="5359589" y="1827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9"/>
            <p:cNvSpPr/>
            <p:nvPr/>
          </p:nvSpPr>
          <p:spPr>
            <a:xfrm>
              <a:off x="5435369" y="1983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50"/>
            <p:cNvSpPr/>
            <p:nvPr/>
          </p:nvSpPr>
          <p:spPr>
            <a:xfrm>
              <a:off x="5248884" y="2210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1"/>
            <p:cNvSpPr/>
            <p:nvPr/>
          </p:nvSpPr>
          <p:spPr>
            <a:xfrm>
              <a:off x="4593641" y="2672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2"/>
            <p:cNvSpPr/>
            <p:nvPr/>
          </p:nvSpPr>
          <p:spPr>
            <a:xfrm>
              <a:off x="5429193" y="2261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3"/>
            <p:cNvSpPr/>
            <p:nvPr/>
          </p:nvSpPr>
          <p:spPr>
            <a:xfrm>
              <a:off x="5669793" y="1855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4"/>
            <p:cNvSpPr/>
            <p:nvPr/>
          </p:nvSpPr>
          <p:spPr>
            <a:xfrm>
              <a:off x="5160170" y="2155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5"/>
            <p:cNvSpPr/>
            <p:nvPr/>
          </p:nvSpPr>
          <p:spPr>
            <a:xfrm>
              <a:off x="5097242" y="2362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6"/>
            <p:cNvSpPr/>
            <p:nvPr/>
          </p:nvSpPr>
          <p:spPr>
            <a:xfrm>
              <a:off x="5294546" y="2152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7"/>
            <p:cNvSpPr/>
            <p:nvPr/>
          </p:nvSpPr>
          <p:spPr>
            <a:xfrm>
              <a:off x="5632551" y="1860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8"/>
            <p:cNvSpPr/>
            <p:nvPr/>
          </p:nvSpPr>
          <p:spPr>
            <a:xfrm>
              <a:off x="5025453" y="2532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9"/>
            <p:cNvSpPr/>
            <p:nvPr/>
          </p:nvSpPr>
          <p:spPr>
            <a:xfrm>
              <a:off x="4937664" y="2430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60"/>
            <p:cNvSpPr/>
            <p:nvPr/>
          </p:nvSpPr>
          <p:spPr>
            <a:xfrm>
              <a:off x="5314602" y="2220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1"/>
            <p:cNvSpPr/>
            <p:nvPr/>
          </p:nvSpPr>
          <p:spPr>
            <a:xfrm>
              <a:off x="5573859" y="1697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2"/>
            <p:cNvSpPr/>
            <p:nvPr/>
          </p:nvSpPr>
          <p:spPr>
            <a:xfrm>
              <a:off x="4982971" y="1956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3"/>
            <p:cNvSpPr/>
            <p:nvPr/>
          </p:nvSpPr>
          <p:spPr>
            <a:xfrm>
              <a:off x="5191504" y="1862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4"/>
            <p:cNvSpPr/>
            <p:nvPr/>
          </p:nvSpPr>
          <p:spPr>
            <a:xfrm>
              <a:off x="5582864" y="1647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5"/>
            <p:cNvSpPr/>
            <p:nvPr/>
          </p:nvSpPr>
          <p:spPr>
            <a:xfrm>
              <a:off x="5673496" y="1913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6"/>
            <p:cNvSpPr/>
            <p:nvPr/>
          </p:nvSpPr>
          <p:spPr>
            <a:xfrm>
              <a:off x="4926211" y="2397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7"/>
            <p:cNvSpPr/>
            <p:nvPr/>
          </p:nvSpPr>
          <p:spPr>
            <a:xfrm>
              <a:off x="5274497" y="2066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8"/>
            <p:cNvSpPr/>
            <p:nvPr/>
          </p:nvSpPr>
          <p:spPr>
            <a:xfrm>
              <a:off x="5385825" y="2016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9"/>
            <p:cNvSpPr/>
            <p:nvPr/>
          </p:nvSpPr>
          <p:spPr>
            <a:xfrm>
              <a:off x="5060506" y="253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70"/>
            <p:cNvSpPr/>
            <p:nvPr/>
          </p:nvSpPr>
          <p:spPr>
            <a:xfrm>
              <a:off x="4668321" y="2554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1"/>
            <p:cNvSpPr/>
            <p:nvPr/>
          </p:nvSpPr>
          <p:spPr>
            <a:xfrm>
              <a:off x="5373526" y="2036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2"/>
            <p:cNvSpPr/>
            <p:nvPr/>
          </p:nvSpPr>
          <p:spPr>
            <a:xfrm>
              <a:off x="5429318" y="2159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3"/>
            <p:cNvSpPr/>
            <p:nvPr/>
          </p:nvSpPr>
          <p:spPr>
            <a:xfrm>
              <a:off x="5594891" y="1938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4"/>
            <p:cNvSpPr/>
            <p:nvPr/>
          </p:nvSpPr>
          <p:spPr>
            <a:xfrm>
              <a:off x="5011284" y="2723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5"/>
            <p:cNvSpPr/>
            <p:nvPr/>
          </p:nvSpPr>
          <p:spPr>
            <a:xfrm>
              <a:off x="5212532" y="2162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6"/>
            <p:cNvSpPr/>
            <p:nvPr/>
          </p:nvSpPr>
          <p:spPr>
            <a:xfrm>
              <a:off x="5613135" y="1973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7"/>
            <p:cNvSpPr/>
            <p:nvPr/>
          </p:nvSpPr>
          <p:spPr>
            <a:xfrm>
              <a:off x="5277658" y="2138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8"/>
            <p:cNvSpPr/>
            <p:nvPr/>
          </p:nvSpPr>
          <p:spPr>
            <a:xfrm>
              <a:off x="5399914" y="2265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9"/>
            <p:cNvSpPr/>
            <p:nvPr/>
          </p:nvSpPr>
          <p:spPr>
            <a:xfrm>
              <a:off x="5233119" y="2165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80"/>
            <p:cNvSpPr/>
            <p:nvPr/>
          </p:nvSpPr>
          <p:spPr>
            <a:xfrm>
              <a:off x="5496410" y="1911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1"/>
            <p:cNvSpPr/>
            <p:nvPr/>
          </p:nvSpPr>
          <p:spPr>
            <a:xfrm>
              <a:off x="5250162" y="2085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2"/>
            <p:cNvSpPr/>
            <p:nvPr/>
          </p:nvSpPr>
          <p:spPr>
            <a:xfrm>
              <a:off x="4961986" y="2381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3"/>
            <p:cNvSpPr/>
            <p:nvPr/>
          </p:nvSpPr>
          <p:spPr>
            <a:xfrm>
              <a:off x="5093405" y="2122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4"/>
            <p:cNvSpPr/>
            <p:nvPr/>
          </p:nvSpPr>
          <p:spPr>
            <a:xfrm>
              <a:off x="4859695" y="2590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5"/>
            <p:cNvSpPr/>
            <p:nvPr/>
          </p:nvSpPr>
          <p:spPr>
            <a:xfrm>
              <a:off x="5224661" y="2206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6"/>
            <p:cNvSpPr/>
            <p:nvPr/>
          </p:nvSpPr>
          <p:spPr>
            <a:xfrm>
              <a:off x="5141184" y="2062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7"/>
            <p:cNvSpPr/>
            <p:nvPr/>
          </p:nvSpPr>
          <p:spPr>
            <a:xfrm>
              <a:off x="5130436" y="2154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8"/>
            <p:cNvSpPr/>
            <p:nvPr/>
          </p:nvSpPr>
          <p:spPr>
            <a:xfrm>
              <a:off x="5239502" y="2133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9"/>
            <p:cNvSpPr/>
            <p:nvPr/>
          </p:nvSpPr>
          <p:spPr>
            <a:xfrm>
              <a:off x="5555402" y="2105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90"/>
            <p:cNvSpPr/>
            <p:nvPr/>
          </p:nvSpPr>
          <p:spPr>
            <a:xfrm>
              <a:off x="5552054" y="2041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1"/>
            <p:cNvSpPr/>
            <p:nvPr/>
          </p:nvSpPr>
          <p:spPr>
            <a:xfrm>
              <a:off x="5377068" y="204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2"/>
            <p:cNvSpPr/>
            <p:nvPr/>
          </p:nvSpPr>
          <p:spPr>
            <a:xfrm>
              <a:off x="5148960" y="2131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3"/>
            <p:cNvSpPr/>
            <p:nvPr/>
          </p:nvSpPr>
          <p:spPr>
            <a:xfrm>
              <a:off x="5310932" y="2277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4"/>
            <p:cNvSpPr/>
            <p:nvPr/>
          </p:nvSpPr>
          <p:spPr>
            <a:xfrm>
              <a:off x="5299703" y="2130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5"/>
            <p:cNvSpPr/>
            <p:nvPr/>
          </p:nvSpPr>
          <p:spPr>
            <a:xfrm>
              <a:off x="5072772" y="2220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6"/>
            <p:cNvSpPr/>
            <p:nvPr/>
          </p:nvSpPr>
          <p:spPr>
            <a:xfrm>
              <a:off x="5181713" y="2171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7"/>
            <p:cNvSpPr/>
            <p:nvPr/>
          </p:nvSpPr>
          <p:spPr>
            <a:xfrm>
              <a:off x="5420567" y="2052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8"/>
            <p:cNvSpPr/>
            <p:nvPr/>
          </p:nvSpPr>
          <p:spPr>
            <a:xfrm>
              <a:off x="5192853" y="211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9"/>
            <p:cNvSpPr/>
            <p:nvPr/>
          </p:nvSpPr>
          <p:spPr>
            <a:xfrm>
              <a:off x="5210023" y="2190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800"/>
            <p:cNvSpPr/>
            <p:nvPr/>
          </p:nvSpPr>
          <p:spPr>
            <a:xfrm>
              <a:off x="5269564" y="2217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1"/>
            <p:cNvSpPr/>
            <p:nvPr/>
          </p:nvSpPr>
          <p:spPr>
            <a:xfrm>
              <a:off x="5579817" y="1633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2"/>
            <p:cNvSpPr/>
            <p:nvPr/>
          </p:nvSpPr>
          <p:spPr>
            <a:xfrm>
              <a:off x="5476661" y="2266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3"/>
            <p:cNvSpPr/>
            <p:nvPr/>
          </p:nvSpPr>
          <p:spPr>
            <a:xfrm>
              <a:off x="5255815" y="2222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4"/>
            <p:cNvSpPr/>
            <p:nvPr/>
          </p:nvSpPr>
          <p:spPr>
            <a:xfrm>
              <a:off x="5251023" y="2173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5"/>
            <p:cNvSpPr/>
            <p:nvPr/>
          </p:nvSpPr>
          <p:spPr>
            <a:xfrm>
              <a:off x="5171993" y="2078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6"/>
            <p:cNvSpPr/>
            <p:nvPr/>
          </p:nvSpPr>
          <p:spPr>
            <a:xfrm>
              <a:off x="5044687" y="2896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7"/>
            <p:cNvSpPr/>
            <p:nvPr/>
          </p:nvSpPr>
          <p:spPr>
            <a:xfrm>
              <a:off x="5785986" y="1592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8"/>
            <p:cNvSpPr/>
            <p:nvPr/>
          </p:nvSpPr>
          <p:spPr>
            <a:xfrm>
              <a:off x="5388393" y="2231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9"/>
            <p:cNvSpPr/>
            <p:nvPr/>
          </p:nvSpPr>
          <p:spPr>
            <a:xfrm>
              <a:off x="5343097" y="2009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10"/>
            <p:cNvSpPr/>
            <p:nvPr/>
          </p:nvSpPr>
          <p:spPr>
            <a:xfrm>
              <a:off x="5159296" y="2027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1"/>
            <p:cNvSpPr/>
            <p:nvPr/>
          </p:nvSpPr>
          <p:spPr>
            <a:xfrm>
              <a:off x="5525666" y="1945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2"/>
            <p:cNvSpPr/>
            <p:nvPr/>
          </p:nvSpPr>
          <p:spPr>
            <a:xfrm>
              <a:off x="5957237" y="1495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3"/>
            <p:cNvSpPr/>
            <p:nvPr/>
          </p:nvSpPr>
          <p:spPr>
            <a:xfrm>
              <a:off x="5366843" y="1997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4"/>
            <p:cNvSpPr/>
            <p:nvPr/>
          </p:nvSpPr>
          <p:spPr>
            <a:xfrm>
              <a:off x="5406741" y="2181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5"/>
            <p:cNvSpPr/>
            <p:nvPr/>
          </p:nvSpPr>
          <p:spPr>
            <a:xfrm>
              <a:off x="5190416" y="2115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6"/>
            <p:cNvSpPr/>
            <p:nvPr/>
          </p:nvSpPr>
          <p:spPr>
            <a:xfrm>
              <a:off x="5213265" y="2205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7"/>
            <p:cNvSpPr/>
            <p:nvPr/>
          </p:nvSpPr>
          <p:spPr>
            <a:xfrm>
              <a:off x="5623534" y="1740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8"/>
            <p:cNvSpPr/>
            <p:nvPr/>
          </p:nvSpPr>
          <p:spPr>
            <a:xfrm>
              <a:off x="5336907" y="2150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9"/>
            <p:cNvSpPr/>
            <p:nvPr/>
          </p:nvSpPr>
          <p:spPr>
            <a:xfrm>
              <a:off x="5608032" y="2137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20"/>
            <p:cNvSpPr/>
            <p:nvPr/>
          </p:nvSpPr>
          <p:spPr>
            <a:xfrm>
              <a:off x="5180421" y="2084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1"/>
            <p:cNvSpPr/>
            <p:nvPr/>
          </p:nvSpPr>
          <p:spPr>
            <a:xfrm>
              <a:off x="5469789" y="2174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2"/>
            <p:cNvSpPr/>
            <p:nvPr/>
          </p:nvSpPr>
          <p:spPr>
            <a:xfrm>
              <a:off x="5111310" y="2112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3"/>
            <p:cNvSpPr/>
            <p:nvPr/>
          </p:nvSpPr>
          <p:spPr>
            <a:xfrm>
              <a:off x="5521668" y="1903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4"/>
            <p:cNvSpPr/>
            <p:nvPr/>
          </p:nvSpPr>
          <p:spPr>
            <a:xfrm>
              <a:off x="5218505" y="2224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5"/>
            <p:cNvSpPr/>
            <p:nvPr/>
          </p:nvSpPr>
          <p:spPr>
            <a:xfrm>
              <a:off x="5623091" y="1788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6"/>
            <p:cNvSpPr/>
            <p:nvPr/>
          </p:nvSpPr>
          <p:spPr>
            <a:xfrm>
              <a:off x="5451388" y="2267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7"/>
            <p:cNvSpPr/>
            <p:nvPr/>
          </p:nvSpPr>
          <p:spPr>
            <a:xfrm>
              <a:off x="5228120" y="2119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8"/>
            <p:cNvSpPr/>
            <p:nvPr/>
          </p:nvSpPr>
          <p:spPr>
            <a:xfrm>
              <a:off x="5513784" y="1852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9"/>
            <p:cNvSpPr/>
            <p:nvPr/>
          </p:nvSpPr>
          <p:spPr>
            <a:xfrm>
              <a:off x="5326257" y="1989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30"/>
            <p:cNvSpPr/>
            <p:nvPr/>
          </p:nvSpPr>
          <p:spPr>
            <a:xfrm>
              <a:off x="5334167" y="2178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1"/>
            <p:cNvSpPr/>
            <p:nvPr/>
          </p:nvSpPr>
          <p:spPr>
            <a:xfrm>
              <a:off x="5398043" y="2103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2"/>
            <p:cNvSpPr/>
            <p:nvPr/>
          </p:nvSpPr>
          <p:spPr>
            <a:xfrm>
              <a:off x="4917388" y="2060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3"/>
            <p:cNvSpPr/>
            <p:nvPr/>
          </p:nvSpPr>
          <p:spPr>
            <a:xfrm>
              <a:off x="5552822" y="1931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4"/>
            <p:cNvSpPr/>
            <p:nvPr/>
          </p:nvSpPr>
          <p:spPr>
            <a:xfrm>
              <a:off x="5273489" y="2071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5"/>
            <p:cNvSpPr/>
            <p:nvPr/>
          </p:nvSpPr>
          <p:spPr>
            <a:xfrm>
              <a:off x="5629597" y="1740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6"/>
            <p:cNvSpPr/>
            <p:nvPr/>
          </p:nvSpPr>
          <p:spPr>
            <a:xfrm>
              <a:off x="5171854" y="2237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7"/>
            <p:cNvSpPr/>
            <p:nvPr/>
          </p:nvSpPr>
          <p:spPr>
            <a:xfrm>
              <a:off x="5516195" y="1975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8"/>
            <p:cNvSpPr/>
            <p:nvPr/>
          </p:nvSpPr>
          <p:spPr>
            <a:xfrm>
              <a:off x="5523353" y="1847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9"/>
            <p:cNvSpPr/>
            <p:nvPr/>
          </p:nvSpPr>
          <p:spPr>
            <a:xfrm>
              <a:off x="5142450" y="2243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40"/>
            <p:cNvSpPr/>
            <p:nvPr/>
          </p:nvSpPr>
          <p:spPr>
            <a:xfrm>
              <a:off x="5026980" y="2676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1"/>
            <p:cNvSpPr/>
            <p:nvPr/>
          </p:nvSpPr>
          <p:spPr>
            <a:xfrm>
              <a:off x="4794139" y="2467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2"/>
            <p:cNvSpPr/>
            <p:nvPr/>
          </p:nvSpPr>
          <p:spPr>
            <a:xfrm>
              <a:off x="5406434" y="2144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3"/>
            <p:cNvSpPr/>
            <p:nvPr/>
          </p:nvSpPr>
          <p:spPr>
            <a:xfrm>
              <a:off x="4933919" y="1947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4"/>
            <p:cNvSpPr/>
            <p:nvPr/>
          </p:nvSpPr>
          <p:spPr>
            <a:xfrm>
              <a:off x="5433086" y="1971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5"/>
            <p:cNvSpPr/>
            <p:nvPr/>
          </p:nvSpPr>
          <p:spPr>
            <a:xfrm>
              <a:off x="5407551" y="2202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6"/>
            <p:cNvSpPr/>
            <p:nvPr/>
          </p:nvSpPr>
          <p:spPr>
            <a:xfrm>
              <a:off x="5554444" y="2031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7"/>
            <p:cNvSpPr/>
            <p:nvPr/>
          </p:nvSpPr>
          <p:spPr>
            <a:xfrm>
              <a:off x="5366298" y="1990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8"/>
            <p:cNvSpPr/>
            <p:nvPr/>
          </p:nvSpPr>
          <p:spPr>
            <a:xfrm>
              <a:off x="4882109" y="2591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9"/>
            <p:cNvSpPr/>
            <p:nvPr/>
          </p:nvSpPr>
          <p:spPr>
            <a:xfrm>
              <a:off x="5164101" y="2246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50"/>
            <p:cNvSpPr/>
            <p:nvPr/>
          </p:nvSpPr>
          <p:spPr>
            <a:xfrm>
              <a:off x="5259796" y="2215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1"/>
            <p:cNvSpPr/>
            <p:nvPr/>
          </p:nvSpPr>
          <p:spPr>
            <a:xfrm>
              <a:off x="5104580" y="2197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2"/>
            <p:cNvSpPr/>
            <p:nvPr/>
          </p:nvSpPr>
          <p:spPr>
            <a:xfrm>
              <a:off x="5039628" y="270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3"/>
            <p:cNvSpPr/>
            <p:nvPr/>
          </p:nvSpPr>
          <p:spPr>
            <a:xfrm>
              <a:off x="5569610" y="1785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4"/>
            <p:cNvSpPr/>
            <p:nvPr/>
          </p:nvSpPr>
          <p:spPr>
            <a:xfrm>
              <a:off x="5629691" y="1786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5"/>
            <p:cNvSpPr/>
            <p:nvPr/>
          </p:nvSpPr>
          <p:spPr>
            <a:xfrm>
              <a:off x="5263945" y="2281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6"/>
            <p:cNvSpPr/>
            <p:nvPr/>
          </p:nvSpPr>
          <p:spPr>
            <a:xfrm>
              <a:off x="4711492" y="2202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7"/>
            <p:cNvSpPr/>
            <p:nvPr/>
          </p:nvSpPr>
          <p:spPr>
            <a:xfrm>
              <a:off x="5149751" y="2142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8"/>
            <p:cNvSpPr/>
            <p:nvPr/>
          </p:nvSpPr>
          <p:spPr>
            <a:xfrm>
              <a:off x="5393501" y="2227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9"/>
            <p:cNvSpPr/>
            <p:nvPr/>
          </p:nvSpPr>
          <p:spPr>
            <a:xfrm>
              <a:off x="4984991" y="200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60"/>
            <p:cNvSpPr/>
            <p:nvPr/>
          </p:nvSpPr>
          <p:spPr>
            <a:xfrm>
              <a:off x="5859633" y="1795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1"/>
            <p:cNvSpPr/>
            <p:nvPr/>
          </p:nvSpPr>
          <p:spPr>
            <a:xfrm>
              <a:off x="4997585" y="2557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2"/>
            <p:cNvSpPr/>
            <p:nvPr/>
          </p:nvSpPr>
          <p:spPr>
            <a:xfrm>
              <a:off x="5472291" y="2297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3"/>
            <p:cNvSpPr/>
            <p:nvPr/>
          </p:nvSpPr>
          <p:spPr>
            <a:xfrm>
              <a:off x="5435381" y="1930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4"/>
            <p:cNvSpPr/>
            <p:nvPr/>
          </p:nvSpPr>
          <p:spPr>
            <a:xfrm>
              <a:off x="5313620" y="2130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5"/>
            <p:cNvSpPr/>
            <p:nvPr/>
          </p:nvSpPr>
          <p:spPr>
            <a:xfrm>
              <a:off x="5166459" y="216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6"/>
            <p:cNvSpPr/>
            <p:nvPr/>
          </p:nvSpPr>
          <p:spPr>
            <a:xfrm>
              <a:off x="5007454" y="2613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7"/>
            <p:cNvSpPr/>
            <p:nvPr/>
          </p:nvSpPr>
          <p:spPr>
            <a:xfrm>
              <a:off x="5281992" y="2080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8"/>
            <p:cNvSpPr/>
            <p:nvPr/>
          </p:nvSpPr>
          <p:spPr>
            <a:xfrm>
              <a:off x="5717472" y="1866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9"/>
            <p:cNvSpPr/>
            <p:nvPr/>
          </p:nvSpPr>
          <p:spPr>
            <a:xfrm>
              <a:off x="5194861" y="2099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70"/>
            <p:cNvSpPr/>
            <p:nvPr/>
          </p:nvSpPr>
          <p:spPr>
            <a:xfrm>
              <a:off x="5343074" y="2205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1"/>
            <p:cNvSpPr/>
            <p:nvPr/>
          </p:nvSpPr>
          <p:spPr>
            <a:xfrm>
              <a:off x="5228263" y="2300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2"/>
            <p:cNvSpPr/>
            <p:nvPr/>
          </p:nvSpPr>
          <p:spPr>
            <a:xfrm>
              <a:off x="5121412" y="2103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3"/>
            <p:cNvSpPr/>
            <p:nvPr/>
          </p:nvSpPr>
          <p:spPr>
            <a:xfrm>
              <a:off x="5322017" y="2188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4"/>
            <p:cNvSpPr/>
            <p:nvPr/>
          </p:nvSpPr>
          <p:spPr>
            <a:xfrm>
              <a:off x="5354402" y="2170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5"/>
            <p:cNvSpPr/>
            <p:nvPr/>
          </p:nvSpPr>
          <p:spPr>
            <a:xfrm>
              <a:off x="5197665" y="2039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6"/>
            <p:cNvSpPr/>
            <p:nvPr/>
          </p:nvSpPr>
          <p:spPr>
            <a:xfrm>
              <a:off x="5336244" y="2209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7"/>
            <p:cNvSpPr/>
            <p:nvPr/>
          </p:nvSpPr>
          <p:spPr>
            <a:xfrm>
              <a:off x="5319890" y="2263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8"/>
            <p:cNvSpPr/>
            <p:nvPr/>
          </p:nvSpPr>
          <p:spPr>
            <a:xfrm>
              <a:off x="4727483" y="2467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9"/>
            <p:cNvSpPr/>
            <p:nvPr/>
          </p:nvSpPr>
          <p:spPr>
            <a:xfrm>
              <a:off x="5254414" y="2208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80"/>
            <p:cNvSpPr/>
            <p:nvPr/>
          </p:nvSpPr>
          <p:spPr>
            <a:xfrm>
              <a:off x="5055745" y="2777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1"/>
            <p:cNvSpPr/>
            <p:nvPr/>
          </p:nvSpPr>
          <p:spPr>
            <a:xfrm>
              <a:off x="4979071" y="2355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2"/>
            <p:cNvSpPr/>
            <p:nvPr/>
          </p:nvSpPr>
          <p:spPr>
            <a:xfrm>
              <a:off x="5533112" y="1927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3"/>
            <p:cNvSpPr/>
            <p:nvPr/>
          </p:nvSpPr>
          <p:spPr>
            <a:xfrm>
              <a:off x="5590999" y="1659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4"/>
            <p:cNvSpPr/>
            <p:nvPr/>
          </p:nvSpPr>
          <p:spPr>
            <a:xfrm>
              <a:off x="5407991" y="2162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5"/>
            <p:cNvSpPr/>
            <p:nvPr/>
          </p:nvSpPr>
          <p:spPr>
            <a:xfrm>
              <a:off x="5213832" y="2077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6"/>
            <p:cNvSpPr/>
            <p:nvPr/>
          </p:nvSpPr>
          <p:spPr>
            <a:xfrm>
              <a:off x="5511455" y="2026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7"/>
            <p:cNvSpPr/>
            <p:nvPr/>
          </p:nvSpPr>
          <p:spPr>
            <a:xfrm>
              <a:off x="5120383" y="2180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8"/>
            <p:cNvSpPr/>
            <p:nvPr/>
          </p:nvSpPr>
          <p:spPr>
            <a:xfrm>
              <a:off x="5200279" y="1975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9"/>
            <p:cNvSpPr/>
            <p:nvPr/>
          </p:nvSpPr>
          <p:spPr>
            <a:xfrm>
              <a:off x="5456549" y="2185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90"/>
            <p:cNvSpPr/>
            <p:nvPr/>
          </p:nvSpPr>
          <p:spPr>
            <a:xfrm>
              <a:off x="5502463" y="1964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1"/>
            <p:cNvSpPr/>
            <p:nvPr/>
          </p:nvSpPr>
          <p:spPr>
            <a:xfrm>
              <a:off x="5019448" y="249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2"/>
            <p:cNvSpPr/>
            <p:nvPr/>
          </p:nvSpPr>
          <p:spPr>
            <a:xfrm>
              <a:off x="5154778" y="2141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3"/>
            <p:cNvSpPr/>
            <p:nvPr/>
          </p:nvSpPr>
          <p:spPr>
            <a:xfrm>
              <a:off x="5429356" y="2317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4"/>
            <p:cNvSpPr/>
            <p:nvPr/>
          </p:nvSpPr>
          <p:spPr>
            <a:xfrm>
              <a:off x="4868756" y="2553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5"/>
            <p:cNvSpPr/>
            <p:nvPr/>
          </p:nvSpPr>
          <p:spPr>
            <a:xfrm>
              <a:off x="5183665" y="2160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6"/>
            <p:cNvSpPr/>
            <p:nvPr/>
          </p:nvSpPr>
          <p:spPr>
            <a:xfrm>
              <a:off x="5587547" y="1796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7"/>
            <p:cNvSpPr/>
            <p:nvPr/>
          </p:nvSpPr>
          <p:spPr>
            <a:xfrm>
              <a:off x="5238134" y="2125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8"/>
            <p:cNvSpPr/>
            <p:nvPr/>
          </p:nvSpPr>
          <p:spPr>
            <a:xfrm>
              <a:off x="5285958" y="1985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9"/>
            <p:cNvSpPr/>
            <p:nvPr/>
          </p:nvSpPr>
          <p:spPr>
            <a:xfrm>
              <a:off x="5235732" y="2192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900"/>
            <p:cNvSpPr/>
            <p:nvPr/>
          </p:nvSpPr>
          <p:spPr>
            <a:xfrm>
              <a:off x="5021209" y="2586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1"/>
            <p:cNvSpPr/>
            <p:nvPr/>
          </p:nvSpPr>
          <p:spPr>
            <a:xfrm>
              <a:off x="5224763" y="2071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2"/>
            <p:cNvSpPr/>
            <p:nvPr/>
          </p:nvSpPr>
          <p:spPr>
            <a:xfrm>
              <a:off x="5143808" y="2006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3"/>
            <p:cNvSpPr/>
            <p:nvPr/>
          </p:nvSpPr>
          <p:spPr>
            <a:xfrm>
              <a:off x="5152797" y="2058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4"/>
            <p:cNvSpPr/>
            <p:nvPr/>
          </p:nvSpPr>
          <p:spPr>
            <a:xfrm>
              <a:off x="4839492" y="1844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5"/>
            <p:cNvSpPr/>
            <p:nvPr/>
          </p:nvSpPr>
          <p:spPr>
            <a:xfrm>
              <a:off x="5281483" y="2099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6"/>
            <p:cNvSpPr/>
            <p:nvPr/>
          </p:nvSpPr>
          <p:spPr>
            <a:xfrm>
              <a:off x="5042104" y="2560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7"/>
            <p:cNvSpPr/>
            <p:nvPr/>
          </p:nvSpPr>
          <p:spPr>
            <a:xfrm>
              <a:off x="5159023" y="2119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8"/>
            <p:cNvSpPr/>
            <p:nvPr/>
          </p:nvSpPr>
          <p:spPr>
            <a:xfrm>
              <a:off x="4766546" y="2717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9"/>
            <p:cNvSpPr/>
            <p:nvPr/>
          </p:nvSpPr>
          <p:spPr>
            <a:xfrm>
              <a:off x="5367203" y="198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10"/>
            <p:cNvSpPr/>
            <p:nvPr/>
          </p:nvSpPr>
          <p:spPr>
            <a:xfrm>
              <a:off x="5421264" y="2268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1"/>
            <p:cNvSpPr/>
            <p:nvPr/>
          </p:nvSpPr>
          <p:spPr>
            <a:xfrm>
              <a:off x="5472118" y="2217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2"/>
            <p:cNvSpPr/>
            <p:nvPr/>
          </p:nvSpPr>
          <p:spPr>
            <a:xfrm>
              <a:off x="5420545" y="2044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3"/>
            <p:cNvSpPr/>
            <p:nvPr/>
          </p:nvSpPr>
          <p:spPr>
            <a:xfrm>
              <a:off x="5472395" y="2242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4"/>
            <p:cNvSpPr/>
            <p:nvPr/>
          </p:nvSpPr>
          <p:spPr>
            <a:xfrm>
              <a:off x="5007859" y="2657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5"/>
            <p:cNvSpPr/>
            <p:nvPr/>
          </p:nvSpPr>
          <p:spPr>
            <a:xfrm>
              <a:off x="5339586" y="2154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6"/>
            <p:cNvSpPr/>
            <p:nvPr/>
          </p:nvSpPr>
          <p:spPr>
            <a:xfrm>
              <a:off x="5170396" y="1938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7"/>
            <p:cNvSpPr/>
            <p:nvPr/>
          </p:nvSpPr>
          <p:spPr>
            <a:xfrm>
              <a:off x="5508999" y="2000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8"/>
            <p:cNvSpPr/>
            <p:nvPr/>
          </p:nvSpPr>
          <p:spPr>
            <a:xfrm>
              <a:off x="5335858" y="2142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9"/>
            <p:cNvSpPr/>
            <p:nvPr/>
          </p:nvSpPr>
          <p:spPr>
            <a:xfrm>
              <a:off x="4846236" y="2886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20"/>
            <p:cNvSpPr/>
            <p:nvPr/>
          </p:nvSpPr>
          <p:spPr>
            <a:xfrm>
              <a:off x="5076953" y="2308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1"/>
            <p:cNvSpPr/>
            <p:nvPr/>
          </p:nvSpPr>
          <p:spPr>
            <a:xfrm>
              <a:off x="5352394" y="2054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2"/>
            <p:cNvSpPr/>
            <p:nvPr/>
          </p:nvSpPr>
          <p:spPr>
            <a:xfrm>
              <a:off x="5276848" y="1962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3"/>
            <p:cNvSpPr/>
            <p:nvPr/>
          </p:nvSpPr>
          <p:spPr>
            <a:xfrm>
              <a:off x="4819096" y="1828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4"/>
            <p:cNvSpPr/>
            <p:nvPr/>
          </p:nvSpPr>
          <p:spPr>
            <a:xfrm>
              <a:off x="4903814" y="2371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5"/>
            <p:cNvSpPr/>
            <p:nvPr/>
          </p:nvSpPr>
          <p:spPr>
            <a:xfrm>
              <a:off x="5769448" y="1828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6"/>
            <p:cNvSpPr/>
            <p:nvPr/>
          </p:nvSpPr>
          <p:spPr>
            <a:xfrm>
              <a:off x="5498621" y="1908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7"/>
            <p:cNvSpPr/>
            <p:nvPr/>
          </p:nvSpPr>
          <p:spPr>
            <a:xfrm>
              <a:off x="5502556" y="189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8"/>
            <p:cNvSpPr/>
            <p:nvPr/>
          </p:nvSpPr>
          <p:spPr>
            <a:xfrm>
              <a:off x="4947567" y="2573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9"/>
            <p:cNvSpPr/>
            <p:nvPr/>
          </p:nvSpPr>
          <p:spPr>
            <a:xfrm>
              <a:off x="5346805" y="2082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30"/>
            <p:cNvSpPr/>
            <p:nvPr/>
          </p:nvSpPr>
          <p:spPr>
            <a:xfrm>
              <a:off x="5238239" y="2135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1"/>
            <p:cNvSpPr/>
            <p:nvPr/>
          </p:nvSpPr>
          <p:spPr>
            <a:xfrm>
              <a:off x="5361775" y="2027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2"/>
            <p:cNvSpPr/>
            <p:nvPr/>
          </p:nvSpPr>
          <p:spPr>
            <a:xfrm>
              <a:off x="5335768" y="2120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3"/>
            <p:cNvSpPr/>
            <p:nvPr/>
          </p:nvSpPr>
          <p:spPr>
            <a:xfrm>
              <a:off x="5288519" y="2047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4"/>
            <p:cNvSpPr/>
            <p:nvPr/>
          </p:nvSpPr>
          <p:spPr>
            <a:xfrm>
              <a:off x="5238812" y="2219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5"/>
            <p:cNvSpPr/>
            <p:nvPr/>
          </p:nvSpPr>
          <p:spPr>
            <a:xfrm>
              <a:off x="4752819" y="2982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6"/>
            <p:cNvSpPr/>
            <p:nvPr/>
          </p:nvSpPr>
          <p:spPr>
            <a:xfrm>
              <a:off x="5454231" y="2179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7"/>
            <p:cNvSpPr/>
            <p:nvPr/>
          </p:nvSpPr>
          <p:spPr>
            <a:xfrm>
              <a:off x="4987432" y="1688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8"/>
            <p:cNvSpPr/>
            <p:nvPr/>
          </p:nvSpPr>
          <p:spPr>
            <a:xfrm>
              <a:off x="5278001" y="2061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9"/>
            <p:cNvSpPr/>
            <p:nvPr/>
          </p:nvSpPr>
          <p:spPr>
            <a:xfrm>
              <a:off x="5668694" y="1895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40"/>
            <p:cNvSpPr/>
            <p:nvPr/>
          </p:nvSpPr>
          <p:spPr>
            <a:xfrm>
              <a:off x="5359254" y="2053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1"/>
            <p:cNvSpPr/>
            <p:nvPr/>
          </p:nvSpPr>
          <p:spPr>
            <a:xfrm>
              <a:off x="5395655" y="2152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2"/>
            <p:cNvSpPr/>
            <p:nvPr/>
          </p:nvSpPr>
          <p:spPr>
            <a:xfrm>
              <a:off x="5347419" y="2049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3"/>
            <p:cNvSpPr/>
            <p:nvPr/>
          </p:nvSpPr>
          <p:spPr>
            <a:xfrm>
              <a:off x="5341390" y="2106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4"/>
            <p:cNvSpPr/>
            <p:nvPr/>
          </p:nvSpPr>
          <p:spPr>
            <a:xfrm>
              <a:off x="4849220" y="2752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5"/>
            <p:cNvSpPr/>
            <p:nvPr/>
          </p:nvSpPr>
          <p:spPr>
            <a:xfrm>
              <a:off x="5549911" y="1949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6"/>
            <p:cNvSpPr/>
            <p:nvPr/>
          </p:nvSpPr>
          <p:spPr>
            <a:xfrm>
              <a:off x="5169874" y="2186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7"/>
            <p:cNvSpPr/>
            <p:nvPr/>
          </p:nvSpPr>
          <p:spPr>
            <a:xfrm>
              <a:off x="5410928" y="2152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8"/>
            <p:cNvSpPr/>
            <p:nvPr/>
          </p:nvSpPr>
          <p:spPr>
            <a:xfrm>
              <a:off x="5207278" y="1821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9"/>
            <p:cNvSpPr/>
            <p:nvPr/>
          </p:nvSpPr>
          <p:spPr>
            <a:xfrm>
              <a:off x="5451216" y="2264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50"/>
            <p:cNvSpPr/>
            <p:nvPr/>
          </p:nvSpPr>
          <p:spPr>
            <a:xfrm>
              <a:off x="5602578" y="1881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1"/>
            <p:cNvSpPr/>
            <p:nvPr/>
          </p:nvSpPr>
          <p:spPr>
            <a:xfrm>
              <a:off x="5423504" y="2038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2"/>
            <p:cNvSpPr/>
            <p:nvPr/>
          </p:nvSpPr>
          <p:spPr>
            <a:xfrm>
              <a:off x="5342856" y="2189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3"/>
            <p:cNvSpPr/>
            <p:nvPr/>
          </p:nvSpPr>
          <p:spPr>
            <a:xfrm>
              <a:off x="5415596" y="1988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4"/>
            <p:cNvSpPr/>
            <p:nvPr/>
          </p:nvSpPr>
          <p:spPr>
            <a:xfrm>
              <a:off x="5280582" y="2051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5"/>
            <p:cNvSpPr/>
            <p:nvPr/>
          </p:nvSpPr>
          <p:spPr>
            <a:xfrm>
              <a:off x="5445819" y="2149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6"/>
            <p:cNvSpPr/>
            <p:nvPr/>
          </p:nvSpPr>
          <p:spPr>
            <a:xfrm>
              <a:off x="4991906" y="2001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7"/>
            <p:cNvSpPr/>
            <p:nvPr/>
          </p:nvSpPr>
          <p:spPr>
            <a:xfrm>
              <a:off x="5354952" y="2054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8"/>
            <p:cNvSpPr/>
            <p:nvPr/>
          </p:nvSpPr>
          <p:spPr>
            <a:xfrm>
              <a:off x="5898611" y="2381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9"/>
            <p:cNvSpPr/>
            <p:nvPr/>
          </p:nvSpPr>
          <p:spPr>
            <a:xfrm>
              <a:off x="5428622" y="2204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60"/>
            <p:cNvSpPr/>
            <p:nvPr/>
          </p:nvSpPr>
          <p:spPr>
            <a:xfrm>
              <a:off x="4897349" y="2546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1"/>
            <p:cNvSpPr/>
            <p:nvPr/>
          </p:nvSpPr>
          <p:spPr>
            <a:xfrm>
              <a:off x="5039450" y="2780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2"/>
            <p:cNvSpPr/>
            <p:nvPr/>
          </p:nvSpPr>
          <p:spPr>
            <a:xfrm>
              <a:off x="5397052" y="2256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3"/>
            <p:cNvSpPr/>
            <p:nvPr/>
          </p:nvSpPr>
          <p:spPr>
            <a:xfrm>
              <a:off x="4826600" y="1738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4"/>
            <p:cNvSpPr/>
            <p:nvPr/>
          </p:nvSpPr>
          <p:spPr>
            <a:xfrm>
              <a:off x="5393362" y="2232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5"/>
            <p:cNvSpPr/>
            <p:nvPr/>
          </p:nvSpPr>
          <p:spPr>
            <a:xfrm>
              <a:off x="5512810" y="1936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6"/>
            <p:cNvSpPr/>
            <p:nvPr/>
          </p:nvSpPr>
          <p:spPr>
            <a:xfrm>
              <a:off x="5509711" y="1891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7"/>
            <p:cNvSpPr/>
            <p:nvPr/>
          </p:nvSpPr>
          <p:spPr>
            <a:xfrm>
              <a:off x="5336875" y="2163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8"/>
            <p:cNvSpPr/>
            <p:nvPr/>
          </p:nvSpPr>
          <p:spPr>
            <a:xfrm>
              <a:off x="5365965" y="2025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9"/>
            <p:cNvSpPr/>
            <p:nvPr/>
          </p:nvSpPr>
          <p:spPr>
            <a:xfrm>
              <a:off x="5502551" y="2159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70"/>
            <p:cNvSpPr/>
            <p:nvPr/>
          </p:nvSpPr>
          <p:spPr>
            <a:xfrm>
              <a:off x="5325259" y="2120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1"/>
            <p:cNvSpPr/>
            <p:nvPr/>
          </p:nvSpPr>
          <p:spPr>
            <a:xfrm>
              <a:off x="5584172" y="1705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2"/>
            <p:cNvSpPr/>
            <p:nvPr/>
          </p:nvSpPr>
          <p:spPr>
            <a:xfrm>
              <a:off x="5359235" y="1936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3"/>
            <p:cNvSpPr/>
            <p:nvPr/>
          </p:nvSpPr>
          <p:spPr>
            <a:xfrm>
              <a:off x="5262289" y="2256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4"/>
            <p:cNvSpPr/>
            <p:nvPr/>
          </p:nvSpPr>
          <p:spPr>
            <a:xfrm>
              <a:off x="5146545" y="2007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5"/>
            <p:cNvSpPr/>
            <p:nvPr/>
          </p:nvSpPr>
          <p:spPr>
            <a:xfrm>
              <a:off x="5131823" y="1912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6"/>
            <p:cNvSpPr/>
            <p:nvPr/>
          </p:nvSpPr>
          <p:spPr>
            <a:xfrm>
              <a:off x="5715339" y="1840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7"/>
            <p:cNvSpPr/>
            <p:nvPr/>
          </p:nvSpPr>
          <p:spPr>
            <a:xfrm>
              <a:off x="5394893" y="2176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8"/>
            <p:cNvSpPr/>
            <p:nvPr/>
          </p:nvSpPr>
          <p:spPr>
            <a:xfrm>
              <a:off x="5559739" y="2046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9"/>
            <p:cNvSpPr/>
            <p:nvPr/>
          </p:nvSpPr>
          <p:spPr>
            <a:xfrm>
              <a:off x="5153933" y="2107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80"/>
            <p:cNvSpPr/>
            <p:nvPr/>
          </p:nvSpPr>
          <p:spPr>
            <a:xfrm>
              <a:off x="5310695" y="2256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1"/>
            <p:cNvSpPr/>
            <p:nvPr/>
          </p:nvSpPr>
          <p:spPr>
            <a:xfrm>
              <a:off x="5557762" y="1998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2"/>
            <p:cNvSpPr/>
            <p:nvPr/>
          </p:nvSpPr>
          <p:spPr>
            <a:xfrm>
              <a:off x="5637291" y="1852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3"/>
            <p:cNvSpPr/>
            <p:nvPr/>
          </p:nvSpPr>
          <p:spPr>
            <a:xfrm>
              <a:off x="4912973" y="2141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4"/>
            <p:cNvSpPr/>
            <p:nvPr/>
          </p:nvSpPr>
          <p:spPr>
            <a:xfrm>
              <a:off x="4855050" y="2688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5"/>
            <p:cNvSpPr/>
            <p:nvPr/>
          </p:nvSpPr>
          <p:spPr>
            <a:xfrm>
              <a:off x="5222580" y="2093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6"/>
            <p:cNvSpPr/>
            <p:nvPr/>
          </p:nvSpPr>
          <p:spPr>
            <a:xfrm>
              <a:off x="5222218" y="2221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7"/>
            <p:cNvSpPr/>
            <p:nvPr/>
          </p:nvSpPr>
          <p:spPr>
            <a:xfrm>
              <a:off x="5402731" y="2089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8"/>
            <p:cNvSpPr/>
            <p:nvPr/>
          </p:nvSpPr>
          <p:spPr>
            <a:xfrm>
              <a:off x="5898447" y="2227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9"/>
            <p:cNvSpPr/>
            <p:nvPr/>
          </p:nvSpPr>
          <p:spPr>
            <a:xfrm>
              <a:off x="5712237" y="1897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90"/>
            <p:cNvSpPr/>
            <p:nvPr/>
          </p:nvSpPr>
          <p:spPr>
            <a:xfrm>
              <a:off x="5714208" y="1858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1"/>
            <p:cNvSpPr/>
            <p:nvPr/>
          </p:nvSpPr>
          <p:spPr>
            <a:xfrm>
              <a:off x="5106650" y="2202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2"/>
            <p:cNvSpPr/>
            <p:nvPr/>
          </p:nvSpPr>
          <p:spPr>
            <a:xfrm>
              <a:off x="5135002" y="1901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3"/>
            <p:cNvSpPr/>
            <p:nvPr/>
          </p:nvSpPr>
          <p:spPr>
            <a:xfrm>
              <a:off x="5396175" y="2113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4"/>
            <p:cNvSpPr/>
            <p:nvPr/>
          </p:nvSpPr>
          <p:spPr>
            <a:xfrm>
              <a:off x="5666874" y="1982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5"/>
            <p:cNvSpPr/>
            <p:nvPr/>
          </p:nvSpPr>
          <p:spPr>
            <a:xfrm>
              <a:off x="5358025" y="2075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6"/>
            <p:cNvSpPr/>
            <p:nvPr/>
          </p:nvSpPr>
          <p:spPr>
            <a:xfrm>
              <a:off x="5763284" y="1671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7"/>
            <p:cNvSpPr/>
            <p:nvPr/>
          </p:nvSpPr>
          <p:spPr>
            <a:xfrm>
              <a:off x="5369029" y="1971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8"/>
            <p:cNvSpPr/>
            <p:nvPr/>
          </p:nvSpPr>
          <p:spPr>
            <a:xfrm>
              <a:off x="5418826" y="2270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9"/>
            <p:cNvSpPr/>
            <p:nvPr/>
          </p:nvSpPr>
          <p:spPr>
            <a:xfrm>
              <a:off x="5291057" y="2009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2000"/>
            <p:cNvSpPr/>
            <p:nvPr/>
          </p:nvSpPr>
          <p:spPr>
            <a:xfrm>
              <a:off x="5098621" y="2053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1"/>
            <p:cNvSpPr/>
            <p:nvPr/>
          </p:nvSpPr>
          <p:spPr>
            <a:xfrm>
              <a:off x="5187619" y="1944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2"/>
            <p:cNvSpPr/>
            <p:nvPr/>
          </p:nvSpPr>
          <p:spPr>
            <a:xfrm>
              <a:off x="5121153" y="2117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3"/>
            <p:cNvSpPr/>
            <p:nvPr/>
          </p:nvSpPr>
          <p:spPr>
            <a:xfrm>
              <a:off x="5437747" y="2022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4"/>
            <p:cNvSpPr/>
            <p:nvPr/>
          </p:nvSpPr>
          <p:spPr>
            <a:xfrm>
              <a:off x="5607363" y="2004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5"/>
            <p:cNvSpPr/>
            <p:nvPr/>
          </p:nvSpPr>
          <p:spPr>
            <a:xfrm>
              <a:off x="5299210" y="2151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6"/>
            <p:cNvSpPr/>
            <p:nvPr/>
          </p:nvSpPr>
          <p:spPr>
            <a:xfrm>
              <a:off x="4971423" y="2425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7"/>
            <p:cNvSpPr/>
            <p:nvPr/>
          </p:nvSpPr>
          <p:spPr>
            <a:xfrm>
              <a:off x="5390114" y="1981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8"/>
            <p:cNvSpPr/>
            <p:nvPr/>
          </p:nvSpPr>
          <p:spPr>
            <a:xfrm>
              <a:off x="4939193" y="2316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9"/>
            <p:cNvSpPr/>
            <p:nvPr/>
          </p:nvSpPr>
          <p:spPr>
            <a:xfrm>
              <a:off x="5329129" y="1995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10"/>
            <p:cNvSpPr/>
            <p:nvPr/>
          </p:nvSpPr>
          <p:spPr>
            <a:xfrm>
              <a:off x="4955545" y="2388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1"/>
            <p:cNvSpPr/>
            <p:nvPr/>
          </p:nvSpPr>
          <p:spPr>
            <a:xfrm>
              <a:off x="5597374" y="181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2"/>
            <p:cNvSpPr/>
            <p:nvPr/>
          </p:nvSpPr>
          <p:spPr>
            <a:xfrm>
              <a:off x="5287186" y="2000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3"/>
            <p:cNvSpPr/>
            <p:nvPr/>
          </p:nvSpPr>
          <p:spPr>
            <a:xfrm>
              <a:off x="5279140" y="2070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4"/>
            <p:cNvSpPr/>
            <p:nvPr/>
          </p:nvSpPr>
          <p:spPr>
            <a:xfrm>
              <a:off x="5134502" y="1832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5"/>
            <p:cNvSpPr/>
            <p:nvPr/>
          </p:nvSpPr>
          <p:spPr>
            <a:xfrm>
              <a:off x="5513739" y="1828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6"/>
            <p:cNvSpPr/>
            <p:nvPr/>
          </p:nvSpPr>
          <p:spPr>
            <a:xfrm>
              <a:off x="4964537" y="2292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7"/>
            <p:cNvSpPr/>
            <p:nvPr/>
          </p:nvSpPr>
          <p:spPr>
            <a:xfrm>
              <a:off x="5543853" y="2024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8"/>
            <p:cNvSpPr/>
            <p:nvPr/>
          </p:nvSpPr>
          <p:spPr>
            <a:xfrm>
              <a:off x="5390328" y="2112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9"/>
            <p:cNvSpPr/>
            <p:nvPr/>
          </p:nvSpPr>
          <p:spPr>
            <a:xfrm>
              <a:off x="5242126" y="2092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20"/>
            <p:cNvSpPr/>
            <p:nvPr/>
          </p:nvSpPr>
          <p:spPr>
            <a:xfrm>
              <a:off x="4646897" y="2883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1"/>
            <p:cNvSpPr/>
            <p:nvPr/>
          </p:nvSpPr>
          <p:spPr>
            <a:xfrm>
              <a:off x="5337319" y="2164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2"/>
            <p:cNvSpPr/>
            <p:nvPr/>
          </p:nvSpPr>
          <p:spPr>
            <a:xfrm>
              <a:off x="5431493" y="2219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3"/>
            <p:cNvSpPr/>
            <p:nvPr/>
          </p:nvSpPr>
          <p:spPr>
            <a:xfrm>
              <a:off x="5031128" y="2697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4"/>
            <p:cNvSpPr/>
            <p:nvPr/>
          </p:nvSpPr>
          <p:spPr>
            <a:xfrm>
              <a:off x="5757020" y="1618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5"/>
            <p:cNvSpPr/>
            <p:nvPr/>
          </p:nvSpPr>
          <p:spPr>
            <a:xfrm>
              <a:off x="5303476" y="2181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6"/>
            <p:cNvSpPr/>
            <p:nvPr/>
          </p:nvSpPr>
          <p:spPr>
            <a:xfrm>
              <a:off x="4829739" y="2379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7"/>
            <p:cNvSpPr/>
            <p:nvPr/>
          </p:nvSpPr>
          <p:spPr>
            <a:xfrm>
              <a:off x="5567124" y="1821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8"/>
            <p:cNvSpPr/>
            <p:nvPr/>
          </p:nvSpPr>
          <p:spPr>
            <a:xfrm>
              <a:off x="5075504" y="2110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9"/>
            <p:cNvSpPr/>
            <p:nvPr/>
          </p:nvSpPr>
          <p:spPr>
            <a:xfrm>
              <a:off x="5513693" y="1939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30"/>
            <p:cNvSpPr/>
            <p:nvPr/>
          </p:nvSpPr>
          <p:spPr>
            <a:xfrm>
              <a:off x="5267923" y="2270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1"/>
            <p:cNvSpPr/>
            <p:nvPr/>
          </p:nvSpPr>
          <p:spPr>
            <a:xfrm>
              <a:off x="5212245" y="1998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2"/>
            <p:cNvSpPr/>
            <p:nvPr/>
          </p:nvSpPr>
          <p:spPr>
            <a:xfrm>
              <a:off x="5075161" y="2279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3"/>
            <p:cNvSpPr/>
            <p:nvPr/>
          </p:nvSpPr>
          <p:spPr>
            <a:xfrm>
              <a:off x="4954226" y="2257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4"/>
            <p:cNvSpPr/>
            <p:nvPr/>
          </p:nvSpPr>
          <p:spPr>
            <a:xfrm>
              <a:off x="5149126" y="2162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5"/>
            <p:cNvSpPr/>
            <p:nvPr/>
          </p:nvSpPr>
          <p:spPr>
            <a:xfrm>
              <a:off x="5144781" y="2141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6"/>
            <p:cNvSpPr/>
            <p:nvPr/>
          </p:nvSpPr>
          <p:spPr>
            <a:xfrm>
              <a:off x="5461212" y="2262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7"/>
            <p:cNvSpPr/>
            <p:nvPr/>
          </p:nvSpPr>
          <p:spPr>
            <a:xfrm>
              <a:off x="5624694" y="1663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8"/>
            <p:cNvSpPr/>
            <p:nvPr/>
          </p:nvSpPr>
          <p:spPr>
            <a:xfrm>
              <a:off x="5700865" y="1931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9"/>
            <p:cNvSpPr/>
            <p:nvPr/>
          </p:nvSpPr>
          <p:spPr>
            <a:xfrm>
              <a:off x="4874629" y="2450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40"/>
            <p:cNvSpPr/>
            <p:nvPr/>
          </p:nvSpPr>
          <p:spPr>
            <a:xfrm>
              <a:off x="5453204" y="234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1"/>
            <p:cNvSpPr/>
            <p:nvPr/>
          </p:nvSpPr>
          <p:spPr>
            <a:xfrm>
              <a:off x="5563686" y="1874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2"/>
            <p:cNvSpPr/>
            <p:nvPr/>
          </p:nvSpPr>
          <p:spPr>
            <a:xfrm>
              <a:off x="5840531" y="2000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3"/>
            <p:cNvSpPr/>
            <p:nvPr/>
          </p:nvSpPr>
          <p:spPr>
            <a:xfrm>
              <a:off x="5497847" y="1995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4"/>
            <p:cNvSpPr/>
            <p:nvPr/>
          </p:nvSpPr>
          <p:spPr>
            <a:xfrm>
              <a:off x="5398639" y="221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5"/>
            <p:cNvSpPr/>
            <p:nvPr/>
          </p:nvSpPr>
          <p:spPr>
            <a:xfrm>
              <a:off x="5335619" y="2091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6"/>
            <p:cNvSpPr/>
            <p:nvPr/>
          </p:nvSpPr>
          <p:spPr>
            <a:xfrm>
              <a:off x="5387985" y="2041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7"/>
            <p:cNvSpPr/>
            <p:nvPr/>
          </p:nvSpPr>
          <p:spPr>
            <a:xfrm>
              <a:off x="5292811" y="2185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8"/>
            <p:cNvSpPr/>
            <p:nvPr/>
          </p:nvSpPr>
          <p:spPr>
            <a:xfrm>
              <a:off x="5419661" y="2102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9"/>
            <p:cNvSpPr/>
            <p:nvPr/>
          </p:nvSpPr>
          <p:spPr>
            <a:xfrm>
              <a:off x="5075230" y="2262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50"/>
            <p:cNvSpPr/>
            <p:nvPr/>
          </p:nvSpPr>
          <p:spPr>
            <a:xfrm>
              <a:off x="5660838" y="1983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1"/>
            <p:cNvSpPr/>
            <p:nvPr/>
          </p:nvSpPr>
          <p:spPr>
            <a:xfrm>
              <a:off x="5592306" y="1817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2"/>
            <p:cNvSpPr/>
            <p:nvPr/>
          </p:nvSpPr>
          <p:spPr>
            <a:xfrm>
              <a:off x="5025792" y="2652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3"/>
            <p:cNvSpPr/>
            <p:nvPr/>
          </p:nvSpPr>
          <p:spPr>
            <a:xfrm>
              <a:off x="5889583" y="176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4"/>
            <p:cNvSpPr/>
            <p:nvPr/>
          </p:nvSpPr>
          <p:spPr>
            <a:xfrm>
              <a:off x="5017995" y="2709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5"/>
            <p:cNvSpPr/>
            <p:nvPr/>
          </p:nvSpPr>
          <p:spPr>
            <a:xfrm>
              <a:off x="5399254" y="2266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6"/>
            <p:cNvSpPr/>
            <p:nvPr/>
          </p:nvSpPr>
          <p:spPr>
            <a:xfrm>
              <a:off x="5703570" y="1859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7"/>
            <p:cNvSpPr/>
            <p:nvPr/>
          </p:nvSpPr>
          <p:spPr>
            <a:xfrm>
              <a:off x="5453582" y="2179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8"/>
            <p:cNvSpPr/>
            <p:nvPr/>
          </p:nvSpPr>
          <p:spPr>
            <a:xfrm>
              <a:off x="5625065" y="1733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9"/>
            <p:cNvSpPr/>
            <p:nvPr/>
          </p:nvSpPr>
          <p:spPr>
            <a:xfrm>
              <a:off x="5675245" y="2041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60"/>
            <p:cNvSpPr/>
            <p:nvPr/>
          </p:nvSpPr>
          <p:spPr>
            <a:xfrm>
              <a:off x="5472465" y="2219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1"/>
            <p:cNvSpPr/>
            <p:nvPr/>
          </p:nvSpPr>
          <p:spPr>
            <a:xfrm>
              <a:off x="5512531" y="1902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2"/>
            <p:cNvSpPr/>
            <p:nvPr/>
          </p:nvSpPr>
          <p:spPr>
            <a:xfrm>
              <a:off x="5589028" y="1665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3"/>
            <p:cNvSpPr/>
            <p:nvPr/>
          </p:nvSpPr>
          <p:spPr>
            <a:xfrm>
              <a:off x="5049752" y="2819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4"/>
            <p:cNvSpPr/>
            <p:nvPr/>
          </p:nvSpPr>
          <p:spPr>
            <a:xfrm>
              <a:off x="5098142" y="2134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5"/>
            <p:cNvSpPr/>
            <p:nvPr/>
          </p:nvSpPr>
          <p:spPr>
            <a:xfrm>
              <a:off x="5665854" y="1968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6"/>
            <p:cNvSpPr/>
            <p:nvPr/>
          </p:nvSpPr>
          <p:spPr>
            <a:xfrm>
              <a:off x="5144622" y="2067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7"/>
            <p:cNvSpPr/>
            <p:nvPr/>
          </p:nvSpPr>
          <p:spPr>
            <a:xfrm>
              <a:off x="5222671" y="2041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8"/>
            <p:cNvSpPr/>
            <p:nvPr/>
          </p:nvSpPr>
          <p:spPr>
            <a:xfrm>
              <a:off x="5505965" y="2085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9"/>
            <p:cNvSpPr/>
            <p:nvPr/>
          </p:nvSpPr>
          <p:spPr>
            <a:xfrm>
              <a:off x="5313381" y="2203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70"/>
            <p:cNvSpPr/>
            <p:nvPr/>
          </p:nvSpPr>
          <p:spPr>
            <a:xfrm>
              <a:off x="4930943" y="1979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1"/>
            <p:cNvSpPr/>
            <p:nvPr/>
          </p:nvSpPr>
          <p:spPr>
            <a:xfrm>
              <a:off x="4550037" y="2694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2"/>
            <p:cNvSpPr/>
            <p:nvPr/>
          </p:nvSpPr>
          <p:spPr>
            <a:xfrm>
              <a:off x="5599040" y="1879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3"/>
            <p:cNvSpPr/>
            <p:nvPr/>
          </p:nvSpPr>
          <p:spPr>
            <a:xfrm>
              <a:off x="5236658" y="2215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4"/>
            <p:cNvSpPr/>
            <p:nvPr/>
          </p:nvSpPr>
          <p:spPr>
            <a:xfrm>
              <a:off x="5565092" y="1856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5"/>
            <p:cNvSpPr/>
            <p:nvPr/>
          </p:nvSpPr>
          <p:spPr>
            <a:xfrm>
              <a:off x="5299755" y="2109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6"/>
            <p:cNvSpPr/>
            <p:nvPr/>
          </p:nvSpPr>
          <p:spPr>
            <a:xfrm>
              <a:off x="5327573" y="1926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7"/>
            <p:cNvSpPr/>
            <p:nvPr/>
          </p:nvSpPr>
          <p:spPr>
            <a:xfrm>
              <a:off x="4973379" y="2635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8"/>
            <p:cNvSpPr/>
            <p:nvPr/>
          </p:nvSpPr>
          <p:spPr>
            <a:xfrm>
              <a:off x="5248329" y="2305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9"/>
            <p:cNvSpPr/>
            <p:nvPr/>
          </p:nvSpPr>
          <p:spPr>
            <a:xfrm>
              <a:off x="5493526" y="1996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80"/>
            <p:cNvSpPr/>
            <p:nvPr/>
          </p:nvSpPr>
          <p:spPr>
            <a:xfrm>
              <a:off x="5494021" y="2001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1"/>
            <p:cNvSpPr/>
            <p:nvPr/>
          </p:nvSpPr>
          <p:spPr>
            <a:xfrm>
              <a:off x="5248772" y="2191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2"/>
            <p:cNvSpPr/>
            <p:nvPr/>
          </p:nvSpPr>
          <p:spPr>
            <a:xfrm>
              <a:off x="5158344" y="2118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3"/>
            <p:cNvSpPr/>
            <p:nvPr/>
          </p:nvSpPr>
          <p:spPr>
            <a:xfrm>
              <a:off x="5710539" y="1917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4"/>
            <p:cNvSpPr/>
            <p:nvPr/>
          </p:nvSpPr>
          <p:spPr>
            <a:xfrm>
              <a:off x="5557954" y="2009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5"/>
            <p:cNvSpPr/>
            <p:nvPr/>
          </p:nvSpPr>
          <p:spPr>
            <a:xfrm>
              <a:off x="5407713" y="2287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6"/>
            <p:cNvSpPr/>
            <p:nvPr/>
          </p:nvSpPr>
          <p:spPr>
            <a:xfrm>
              <a:off x="5109989" y="2149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7"/>
            <p:cNvSpPr/>
            <p:nvPr/>
          </p:nvSpPr>
          <p:spPr>
            <a:xfrm>
              <a:off x="5391028" y="2254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8"/>
            <p:cNvSpPr/>
            <p:nvPr/>
          </p:nvSpPr>
          <p:spPr>
            <a:xfrm>
              <a:off x="5224736" y="2134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9"/>
            <p:cNvSpPr/>
            <p:nvPr/>
          </p:nvSpPr>
          <p:spPr>
            <a:xfrm>
              <a:off x="4578834" y="2858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90"/>
            <p:cNvSpPr/>
            <p:nvPr/>
          </p:nvSpPr>
          <p:spPr>
            <a:xfrm>
              <a:off x="5291812" y="2139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1"/>
            <p:cNvSpPr/>
            <p:nvPr/>
          </p:nvSpPr>
          <p:spPr>
            <a:xfrm>
              <a:off x="5391206" y="2146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2"/>
            <p:cNvSpPr/>
            <p:nvPr/>
          </p:nvSpPr>
          <p:spPr>
            <a:xfrm>
              <a:off x="5323946" y="2211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3"/>
            <p:cNvSpPr/>
            <p:nvPr/>
          </p:nvSpPr>
          <p:spPr>
            <a:xfrm>
              <a:off x="5284019" y="2060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4"/>
            <p:cNvSpPr/>
            <p:nvPr/>
          </p:nvSpPr>
          <p:spPr>
            <a:xfrm>
              <a:off x="5000662" y="2612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5"/>
            <p:cNvSpPr/>
            <p:nvPr/>
          </p:nvSpPr>
          <p:spPr>
            <a:xfrm>
              <a:off x="5157160" y="2154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6"/>
            <p:cNvSpPr/>
            <p:nvPr/>
          </p:nvSpPr>
          <p:spPr>
            <a:xfrm>
              <a:off x="5122117" y="2052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7"/>
            <p:cNvSpPr/>
            <p:nvPr/>
          </p:nvSpPr>
          <p:spPr>
            <a:xfrm>
              <a:off x="5492956" y="1996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8"/>
            <p:cNvSpPr/>
            <p:nvPr/>
          </p:nvSpPr>
          <p:spPr>
            <a:xfrm>
              <a:off x="5573044" y="1614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9"/>
            <p:cNvSpPr/>
            <p:nvPr/>
          </p:nvSpPr>
          <p:spPr>
            <a:xfrm>
              <a:off x="5610906" y="1908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100"/>
            <p:cNvSpPr/>
            <p:nvPr/>
          </p:nvSpPr>
          <p:spPr>
            <a:xfrm>
              <a:off x="5702611" y="1760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1"/>
            <p:cNvSpPr/>
            <p:nvPr/>
          </p:nvSpPr>
          <p:spPr>
            <a:xfrm>
              <a:off x="5422474" y="2016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2"/>
            <p:cNvSpPr/>
            <p:nvPr/>
          </p:nvSpPr>
          <p:spPr>
            <a:xfrm>
              <a:off x="5537374" y="1978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3"/>
            <p:cNvSpPr/>
            <p:nvPr/>
          </p:nvSpPr>
          <p:spPr>
            <a:xfrm>
              <a:off x="5499140" y="195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4"/>
            <p:cNvSpPr/>
            <p:nvPr/>
          </p:nvSpPr>
          <p:spPr>
            <a:xfrm>
              <a:off x="5186758" y="2119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5"/>
            <p:cNvSpPr/>
            <p:nvPr/>
          </p:nvSpPr>
          <p:spPr>
            <a:xfrm>
              <a:off x="5316167" y="2321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6"/>
            <p:cNvSpPr/>
            <p:nvPr/>
          </p:nvSpPr>
          <p:spPr>
            <a:xfrm>
              <a:off x="5281889" y="2120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7"/>
            <p:cNvSpPr/>
            <p:nvPr/>
          </p:nvSpPr>
          <p:spPr>
            <a:xfrm>
              <a:off x="5159422" y="2141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8"/>
            <p:cNvSpPr/>
            <p:nvPr/>
          </p:nvSpPr>
          <p:spPr>
            <a:xfrm>
              <a:off x="5224344" y="2098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9"/>
            <p:cNvSpPr/>
            <p:nvPr/>
          </p:nvSpPr>
          <p:spPr>
            <a:xfrm>
              <a:off x="5490652" y="2076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10"/>
            <p:cNvSpPr/>
            <p:nvPr/>
          </p:nvSpPr>
          <p:spPr>
            <a:xfrm>
              <a:off x="5104143" y="2137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1"/>
            <p:cNvSpPr/>
            <p:nvPr/>
          </p:nvSpPr>
          <p:spPr>
            <a:xfrm>
              <a:off x="5072564" y="226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2"/>
            <p:cNvSpPr/>
            <p:nvPr/>
          </p:nvSpPr>
          <p:spPr>
            <a:xfrm>
              <a:off x="5365832" y="1937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3"/>
            <p:cNvSpPr/>
            <p:nvPr/>
          </p:nvSpPr>
          <p:spPr>
            <a:xfrm>
              <a:off x="5467044" y="2184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4"/>
            <p:cNvSpPr/>
            <p:nvPr/>
          </p:nvSpPr>
          <p:spPr>
            <a:xfrm>
              <a:off x="5430590" y="2104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5"/>
            <p:cNvSpPr/>
            <p:nvPr/>
          </p:nvSpPr>
          <p:spPr>
            <a:xfrm>
              <a:off x="5467993" y="2209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6"/>
            <p:cNvSpPr/>
            <p:nvPr/>
          </p:nvSpPr>
          <p:spPr>
            <a:xfrm>
              <a:off x="5306554" y="2147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7"/>
            <p:cNvSpPr/>
            <p:nvPr/>
          </p:nvSpPr>
          <p:spPr>
            <a:xfrm>
              <a:off x="5332521" y="2173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8"/>
            <p:cNvSpPr/>
            <p:nvPr/>
          </p:nvSpPr>
          <p:spPr>
            <a:xfrm>
              <a:off x="5442948" y="2109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9"/>
            <p:cNvSpPr/>
            <p:nvPr/>
          </p:nvSpPr>
          <p:spPr>
            <a:xfrm>
              <a:off x="4692206" y="2374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20"/>
            <p:cNvSpPr/>
            <p:nvPr/>
          </p:nvSpPr>
          <p:spPr>
            <a:xfrm>
              <a:off x="5615141" y="191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1"/>
            <p:cNvSpPr/>
            <p:nvPr/>
          </p:nvSpPr>
          <p:spPr>
            <a:xfrm>
              <a:off x="5274063" y="2073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2"/>
            <p:cNvSpPr/>
            <p:nvPr/>
          </p:nvSpPr>
          <p:spPr>
            <a:xfrm>
              <a:off x="5519360" y="1872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3"/>
            <p:cNvSpPr/>
            <p:nvPr/>
          </p:nvSpPr>
          <p:spPr>
            <a:xfrm>
              <a:off x="4656289" y="2923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4"/>
            <p:cNvSpPr/>
            <p:nvPr/>
          </p:nvSpPr>
          <p:spPr>
            <a:xfrm>
              <a:off x="5018079" y="2611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5"/>
            <p:cNvSpPr/>
            <p:nvPr/>
          </p:nvSpPr>
          <p:spPr>
            <a:xfrm>
              <a:off x="5324802" y="2175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6"/>
            <p:cNvSpPr/>
            <p:nvPr/>
          </p:nvSpPr>
          <p:spPr>
            <a:xfrm>
              <a:off x="5341529" y="209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7"/>
            <p:cNvSpPr/>
            <p:nvPr/>
          </p:nvSpPr>
          <p:spPr>
            <a:xfrm>
              <a:off x="5098554" y="2131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8"/>
            <p:cNvSpPr/>
            <p:nvPr/>
          </p:nvSpPr>
          <p:spPr>
            <a:xfrm>
              <a:off x="5302596" y="2123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9"/>
            <p:cNvSpPr/>
            <p:nvPr/>
          </p:nvSpPr>
          <p:spPr>
            <a:xfrm>
              <a:off x="4949635" y="2456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30"/>
            <p:cNvSpPr/>
            <p:nvPr/>
          </p:nvSpPr>
          <p:spPr>
            <a:xfrm>
              <a:off x="5188087" y="2150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1"/>
            <p:cNvSpPr/>
            <p:nvPr/>
          </p:nvSpPr>
          <p:spPr>
            <a:xfrm>
              <a:off x="5197238" y="2070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2"/>
            <p:cNvSpPr/>
            <p:nvPr/>
          </p:nvSpPr>
          <p:spPr>
            <a:xfrm>
              <a:off x="5311346" y="1938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3"/>
            <p:cNvSpPr/>
            <p:nvPr/>
          </p:nvSpPr>
          <p:spPr>
            <a:xfrm>
              <a:off x="5125036" y="2115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4"/>
            <p:cNvSpPr/>
            <p:nvPr/>
          </p:nvSpPr>
          <p:spPr>
            <a:xfrm>
              <a:off x="5452143" y="2192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5"/>
            <p:cNvSpPr/>
            <p:nvPr/>
          </p:nvSpPr>
          <p:spPr>
            <a:xfrm>
              <a:off x="5603707" y="2208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6"/>
            <p:cNvSpPr/>
            <p:nvPr/>
          </p:nvSpPr>
          <p:spPr>
            <a:xfrm>
              <a:off x="5079079" y="2350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7"/>
            <p:cNvSpPr/>
            <p:nvPr/>
          </p:nvSpPr>
          <p:spPr>
            <a:xfrm>
              <a:off x="4768392" y="2908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8"/>
            <p:cNvSpPr/>
            <p:nvPr/>
          </p:nvSpPr>
          <p:spPr>
            <a:xfrm>
              <a:off x="5694739" y="2124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9"/>
            <p:cNvSpPr/>
            <p:nvPr/>
          </p:nvSpPr>
          <p:spPr>
            <a:xfrm>
              <a:off x="5418968" y="2216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40"/>
            <p:cNvSpPr/>
            <p:nvPr/>
          </p:nvSpPr>
          <p:spPr>
            <a:xfrm>
              <a:off x="5138229" y="1993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1"/>
            <p:cNvSpPr/>
            <p:nvPr/>
          </p:nvSpPr>
          <p:spPr>
            <a:xfrm>
              <a:off x="5465167" y="2252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2"/>
            <p:cNvSpPr/>
            <p:nvPr/>
          </p:nvSpPr>
          <p:spPr>
            <a:xfrm>
              <a:off x="5514300" y="1953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3"/>
            <p:cNvSpPr/>
            <p:nvPr/>
          </p:nvSpPr>
          <p:spPr>
            <a:xfrm>
              <a:off x="5241758" y="2146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4"/>
            <p:cNvSpPr/>
            <p:nvPr/>
          </p:nvSpPr>
          <p:spPr>
            <a:xfrm>
              <a:off x="5021743" y="2494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5"/>
            <p:cNvSpPr/>
            <p:nvPr/>
          </p:nvSpPr>
          <p:spPr>
            <a:xfrm>
              <a:off x="4996013" y="1907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6"/>
            <p:cNvSpPr/>
            <p:nvPr/>
          </p:nvSpPr>
          <p:spPr>
            <a:xfrm>
              <a:off x="5142030" y="2030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7"/>
            <p:cNvSpPr/>
            <p:nvPr/>
          </p:nvSpPr>
          <p:spPr>
            <a:xfrm>
              <a:off x="5095490" y="2259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8"/>
            <p:cNvSpPr/>
            <p:nvPr/>
          </p:nvSpPr>
          <p:spPr>
            <a:xfrm>
              <a:off x="5464000" y="2216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9"/>
            <p:cNvSpPr/>
            <p:nvPr/>
          </p:nvSpPr>
          <p:spPr>
            <a:xfrm>
              <a:off x="5650610" y="1803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50"/>
            <p:cNvSpPr/>
            <p:nvPr/>
          </p:nvSpPr>
          <p:spPr>
            <a:xfrm>
              <a:off x="5309655" y="2149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1"/>
            <p:cNvSpPr/>
            <p:nvPr/>
          </p:nvSpPr>
          <p:spPr>
            <a:xfrm>
              <a:off x="5510343" y="2115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2"/>
            <p:cNvSpPr/>
            <p:nvPr/>
          </p:nvSpPr>
          <p:spPr>
            <a:xfrm>
              <a:off x="5250470" y="2232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3"/>
            <p:cNvSpPr/>
            <p:nvPr/>
          </p:nvSpPr>
          <p:spPr>
            <a:xfrm>
              <a:off x="5194942" y="2094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4"/>
            <p:cNvSpPr/>
            <p:nvPr/>
          </p:nvSpPr>
          <p:spPr>
            <a:xfrm>
              <a:off x="5298695" y="2168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5"/>
            <p:cNvSpPr/>
            <p:nvPr/>
          </p:nvSpPr>
          <p:spPr>
            <a:xfrm>
              <a:off x="5516495" y="2001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6"/>
            <p:cNvSpPr/>
            <p:nvPr/>
          </p:nvSpPr>
          <p:spPr>
            <a:xfrm>
              <a:off x="5097357" y="2230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7"/>
            <p:cNvSpPr/>
            <p:nvPr/>
          </p:nvSpPr>
          <p:spPr>
            <a:xfrm>
              <a:off x="5188893" y="1957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8"/>
            <p:cNvSpPr/>
            <p:nvPr/>
          </p:nvSpPr>
          <p:spPr>
            <a:xfrm>
              <a:off x="5225013" y="2163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9"/>
            <p:cNvSpPr/>
            <p:nvPr/>
          </p:nvSpPr>
          <p:spPr>
            <a:xfrm>
              <a:off x="5584733" y="1579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60"/>
            <p:cNvSpPr/>
            <p:nvPr/>
          </p:nvSpPr>
          <p:spPr>
            <a:xfrm>
              <a:off x="5583525" y="1680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1"/>
            <p:cNvSpPr/>
            <p:nvPr/>
          </p:nvSpPr>
          <p:spPr>
            <a:xfrm>
              <a:off x="4907520" y="2178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2"/>
            <p:cNvSpPr/>
            <p:nvPr/>
          </p:nvSpPr>
          <p:spPr>
            <a:xfrm>
              <a:off x="5031226" y="2733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3"/>
            <p:cNvSpPr/>
            <p:nvPr/>
          </p:nvSpPr>
          <p:spPr>
            <a:xfrm>
              <a:off x="5339834" y="2215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4"/>
            <p:cNvSpPr/>
            <p:nvPr/>
          </p:nvSpPr>
          <p:spPr>
            <a:xfrm>
              <a:off x="5267531" y="2244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5"/>
            <p:cNvSpPr/>
            <p:nvPr/>
          </p:nvSpPr>
          <p:spPr>
            <a:xfrm>
              <a:off x="5015929" y="247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6"/>
            <p:cNvSpPr/>
            <p:nvPr/>
          </p:nvSpPr>
          <p:spPr>
            <a:xfrm>
              <a:off x="5134748" y="1843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7"/>
            <p:cNvSpPr/>
            <p:nvPr/>
          </p:nvSpPr>
          <p:spPr>
            <a:xfrm>
              <a:off x="5363069" y="2046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8"/>
            <p:cNvSpPr/>
            <p:nvPr/>
          </p:nvSpPr>
          <p:spPr>
            <a:xfrm>
              <a:off x="5413629" y="2199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9"/>
            <p:cNvSpPr/>
            <p:nvPr/>
          </p:nvSpPr>
          <p:spPr>
            <a:xfrm>
              <a:off x="4568856" y="2741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70"/>
            <p:cNvSpPr/>
            <p:nvPr/>
          </p:nvSpPr>
          <p:spPr>
            <a:xfrm>
              <a:off x="5185210" y="206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1"/>
            <p:cNvSpPr/>
            <p:nvPr/>
          </p:nvSpPr>
          <p:spPr>
            <a:xfrm>
              <a:off x="5548666" y="1964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2"/>
            <p:cNvSpPr/>
            <p:nvPr/>
          </p:nvSpPr>
          <p:spPr>
            <a:xfrm>
              <a:off x="5318224" y="2250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3"/>
            <p:cNvSpPr/>
            <p:nvPr/>
          </p:nvSpPr>
          <p:spPr>
            <a:xfrm>
              <a:off x="5095711" y="183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4"/>
            <p:cNvSpPr/>
            <p:nvPr/>
          </p:nvSpPr>
          <p:spPr>
            <a:xfrm>
              <a:off x="4780371" y="2936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5"/>
            <p:cNvSpPr/>
            <p:nvPr/>
          </p:nvSpPr>
          <p:spPr>
            <a:xfrm>
              <a:off x="5391911" y="2193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6"/>
            <p:cNvSpPr/>
            <p:nvPr/>
          </p:nvSpPr>
          <p:spPr>
            <a:xfrm>
              <a:off x="5267207" y="2277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7"/>
            <p:cNvSpPr/>
            <p:nvPr/>
          </p:nvSpPr>
          <p:spPr>
            <a:xfrm>
              <a:off x="5231186" y="2127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8"/>
            <p:cNvSpPr/>
            <p:nvPr/>
          </p:nvSpPr>
          <p:spPr>
            <a:xfrm>
              <a:off x="5571518" y="1882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9"/>
            <p:cNvSpPr/>
            <p:nvPr/>
          </p:nvSpPr>
          <p:spPr>
            <a:xfrm>
              <a:off x="5332846" y="2132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80"/>
            <p:cNvSpPr/>
            <p:nvPr/>
          </p:nvSpPr>
          <p:spPr>
            <a:xfrm>
              <a:off x="5621584" y="202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1"/>
            <p:cNvSpPr/>
            <p:nvPr/>
          </p:nvSpPr>
          <p:spPr>
            <a:xfrm>
              <a:off x="5247404" y="2229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2"/>
            <p:cNvSpPr/>
            <p:nvPr/>
          </p:nvSpPr>
          <p:spPr>
            <a:xfrm>
              <a:off x="5089110" y="2241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3"/>
            <p:cNvSpPr/>
            <p:nvPr/>
          </p:nvSpPr>
          <p:spPr>
            <a:xfrm>
              <a:off x="5389931" y="2088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4"/>
            <p:cNvSpPr/>
            <p:nvPr/>
          </p:nvSpPr>
          <p:spPr>
            <a:xfrm>
              <a:off x="5337032" y="2168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5"/>
            <p:cNvSpPr/>
            <p:nvPr/>
          </p:nvSpPr>
          <p:spPr>
            <a:xfrm>
              <a:off x="5183696" y="2208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6"/>
            <p:cNvSpPr/>
            <p:nvPr/>
          </p:nvSpPr>
          <p:spPr>
            <a:xfrm>
              <a:off x="5233412" y="2229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7"/>
            <p:cNvSpPr/>
            <p:nvPr/>
          </p:nvSpPr>
          <p:spPr>
            <a:xfrm>
              <a:off x="4847247" y="2523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8"/>
            <p:cNvSpPr/>
            <p:nvPr/>
          </p:nvSpPr>
          <p:spPr>
            <a:xfrm>
              <a:off x="5075664" y="2296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9"/>
            <p:cNvSpPr/>
            <p:nvPr/>
          </p:nvSpPr>
          <p:spPr>
            <a:xfrm>
              <a:off x="5119438" y="2227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90"/>
            <p:cNvSpPr/>
            <p:nvPr/>
          </p:nvSpPr>
          <p:spPr>
            <a:xfrm>
              <a:off x="4989724" y="177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1"/>
            <p:cNvSpPr/>
            <p:nvPr/>
          </p:nvSpPr>
          <p:spPr>
            <a:xfrm>
              <a:off x="5307143" y="2203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2"/>
            <p:cNvSpPr/>
            <p:nvPr/>
          </p:nvSpPr>
          <p:spPr>
            <a:xfrm>
              <a:off x="5016515" y="2553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3"/>
            <p:cNvSpPr/>
            <p:nvPr/>
          </p:nvSpPr>
          <p:spPr>
            <a:xfrm>
              <a:off x="5363331" y="197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4"/>
            <p:cNvSpPr/>
            <p:nvPr/>
          </p:nvSpPr>
          <p:spPr>
            <a:xfrm>
              <a:off x="4992639" y="2100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5"/>
            <p:cNvSpPr/>
            <p:nvPr/>
          </p:nvSpPr>
          <p:spPr>
            <a:xfrm>
              <a:off x="5293593" y="2134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6"/>
            <p:cNvSpPr/>
            <p:nvPr/>
          </p:nvSpPr>
          <p:spPr>
            <a:xfrm>
              <a:off x="5486484" y="2243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7"/>
            <p:cNvSpPr/>
            <p:nvPr/>
          </p:nvSpPr>
          <p:spPr>
            <a:xfrm>
              <a:off x="5124628" y="2068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8"/>
            <p:cNvSpPr/>
            <p:nvPr/>
          </p:nvSpPr>
          <p:spPr>
            <a:xfrm>
              <a:off x="5325554" y="217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9"/>
            <p:cNvSpPr/>
            <p:nvPr/>
          </p:nvSpPr>
          <p:spPr>
            <a:xfrm>
              <a:off x="5270341" y="2228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200"/>
            <p:cNvSpPr/>
            <p:nvPr/>
          </p:nvSpPr>
          <p:spPr>
            <a:xfrm>
              <a:off x="5283081" y="2015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1"/>
            <p:cNvSpPr/>
            <p:nvPr/>
          </p:nvSpPr>
          <p:spPr>
            <a:xfrm>
              <a:off x="4961617" y="2658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2"/>
            <p:cNvSpPr/>
            <p:nvPr/>
          </p:nvSpPr>
          <p:spPr>
            <a:xfrm>
              <a:off x="5716241" y="1863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3"/>
            <p:cNvSpPr/>
            <p:nvPr/>
          </p:nvSpPr>
          <p:spPr>
            <a:xfrm>
              <a:off x="5686790" y="1996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4"/>
            <p:cNvSpPr/>
            <p:nvPr/>
          </p:nvSpPr>
          <p:spPr>
            <a:xfrm>
              <a:off x="5197427" y="2136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5"/>
            <p:cNvSpPr/>
            <p:nvPr/>
          </p:nvSpPr>
          <p:spPr>
            <a:xfrm>
              <a:off x="5646547" y="2028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6"/>
            <p:cNvSpPr/>
            <p:nvPr/>
          </p:nvSpPr>
          <p:spPr>
            <a:xfrm>
              <a:off x="5449350" y="2188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7"/>
            <p:cNvSpPr/>
            <p:nvPr/>
          </p:nvSpPr>
          <p:spPr>
            <a:xfrm>
              <a:off x="5738663" y="1922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8"/>
            <p:cNvSpPr/>
            <p:nvPr/>
          </p:nvSpPr>
          <p:spPr>
            <a:xfrm>
              <a:off x="5364187" y="1913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9"/>
            <p:cNvSpPr/>
            <p:nvPr/>
          </p:nvSpPr>
          <p:spPr>
            <a:xfrm>
              <a:off x="5054500" y="2743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10"/>
            <p:cNvSpPr/>
            <p:nvPr/>
          </p:nvSpPr>
          <p:spPr>
            <a:xfrm>
              <a:off x="5458498" y="2083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1"/>
            <p:cNvSpPr/>
            <p:nvPr/>
          </p:nvSpPr>
          <p:spPr>
            <a:xfrm>
              <a:off x="5603108" y="1965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2"/>
            <p:cNvSpPr/>
            <p:nvPr/>
          </p:nvSpPr>
          <p:spPr>
            <a:xfrm>
              <a:off x="5285134" y="1907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3"/>
            <p:cNvSpPr/>
            <p:nvPr/>
          </p:nvSpPr>
          <p:spPr>
            <a:xfrm>
              <a:off x="4910855" y="2272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4"/>
            <p:cNvSpPr/>
            <p:nvPr/>
          </p:nvSpPr>
          <p:spPr>
            <a:xfrm>
              <a:off x="5551353" y="2014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5"/>
            <p:cNvSpPr/>
            <p:nvPr/>
          </p:nvSpPr>
          <p:spPr>
            <a:xfrm>
              <a:off x="4941962" y="2431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6"/>
            <p:cNvSpPr/>
            <p:nvPr/>
          </p:nvSpPr>
          <p:spPr>
            <a:xfrm>
              <a:off x="5420895" y="2061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7"/>
            <p:cNvSpPr/>
            <p:nvPr/>
          </p:nvSpPr>
          <p:spPr>
            <a:xfrm>
              <a:off x="5036050" y="2670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8"/>
            <p:cNvSpPr/>
            <p:nvPr/>
          </p:nvSpPr>
          <p:spPr>
            <a:xfrm>
              <a:off x="5222057" y="1974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9"/>
            <p:cNvSpPr/>
            <p:nvPr/>
          </p:nvSpPr>
          <p:spPr>
            <a:xfrm>
              <a:off x="5177284" y="1958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20"/>
            <p:cNvSpPr/>
            <p:nvPr/>
          </p:nvSpPr>
          <p:spPr>
            <a:xfrm>
              <a:off x="5285230" y="2086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1"/>
            <p:cNvSpPr/>
            <p:nvPr/>
          </p:nvSpPr>
          <p:spPr>
            <a:xfrm>
              <a:off x="5206954" y="2054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2"/>
            <p:cNvSpPr/>
            <p:nvPr/>
          </p:nvSpPr>
          <p:spPr>
            <a:xfrm>
              <a:off x="5195745" y="2115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3"/>
            <p:cNvSpPr/>
            <p:nvPr/>
          </p:nvSpPr>
          <p:spPr>
            <a:xfrm>
              <a:off x="5503944" y="1896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4"/>
            <p:cNvSpPr/>
            <p:nvPr/>
          </p:nvSpPr>
          <p:spPr>
            <a:xfrm>
              <a:off x="5336830" y="2195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5"/>
            <p:cNvSpPr/>
            <p:nvPr/>
          </p:nvSpPr>
          <p:spPr>
            <a:xfrm>
              <a:off x="5125156" y="2074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6"/>
            <p:cNvSpPr/>
            <p:nvPr/>
          </p:nvSpPr>
          <p:spPr>
            <a:xfrm>
              <a:off x="4885891" y="2535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7"/>
            <p:cNvSpPr/>
            <p:nvPr/>
          </p:nvSpPr>
          <p:spPr>
            <a:xfrm>
              <a:off x="5008336" y="2646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8"/>
            <p:cNvSpPr/>
            <p:nvPr/>
          </p:nvSpPr>
          <p:spPr>
            <a:xfrm>
              <a:off x="5162297" y="2169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9"/>
            <p:cNvSpPr/>
            <p:nvPr/>
          </p:nvSpPr>
          <p:spPr>
            <a:xfrm>
              <a:off x="5616701" y="2057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30"/>
            <p:cNvSpPr/>
            <p:nvPr/>
          </p:nvSpPr>
          <p:spPr>
            <a:xfrm>
              <a:off x="5490851" y="1926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1"/>
            <p:cNvSpPr/>
            <p:nvPr/>
          </p:nvSpPr>
          <p:spPr>
            <a:xfrm>
              <a:off x="5349963" y="2059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2"/>
            <p:cNvSpPr/>
            <p:nvPr/>
          </p:nvSpPr>
          <p:spPr>
            <a:xfrm>
              <a:off x="5110063" y="1975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3"/>
            <p:cNvSpPr/>
            <p:nvPr/>
          </p:nvSpPr>
          <p:spPr>
            <a:xfrm>
              <a:off x="5312806" y="2257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4"/>
            <p:cNvSpPr/>
            <p:nvPr/>
          </p:nvSpPr>
          <p:spPr>
            <a:xfrm>
              <a:off x="5193778" y="1948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5"/>
            <p:cNvSpPr/>
            <p:nvPr/>
          </p:nvSpPr>
          <p:spPr>
            <a:xfrm>
              <a:off x="5493698" y="1961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6"/>
            <p:cNvSpPr/>
            <p:nvPr/>
          </p:nvSpPr>
          <p:spPr>
            <a:xfrm>
              <a:off x="4989406" y="1876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7"/>
            <p:cNvSpPr/>
            <p:nvPr/>
          </p:nvSpPr>
          <p:spPr>
            <a:xfrm>
              <a:off x="5319505" y="2258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8"/>
            <p:cNvSpPr/>
            <p:nvPr/>
          </p:nvSpPr>
          <p:spPr>
            <a:xfrm>
              <a:off x="5358607" y="1871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9"/>
            <p:cNvSpPr/>
            <p:nvPr/>
          </p:nvSpPr>
          <p:spPr>
            <a:xfrm>
              <a:off x="5296985" y="2144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40"/>
            <p:cNvSpPr/>
            <p:nvPr/>
          </p:nvSpPr>
          <p:spPr>
            <a:xfrm>
              <a:off x="5143841" y="2178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1"/>
            <p:cNvSpPr/>
            <p:nvPr/>
          </p:nvSpPr>
          <p:spPr>
            <a:xfrm>
              <a:off x="5432022" y="2320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2"/>
            <p:cNvSpPr/>
            <p:nvPr/>
          </p:nvSpPr>
          <p:spPr>
            <a:xfrm>
              <a:off x="5170626" y="2194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3"/>
            <p:cNvSpPr/>
            <p:nvPr/>
          </p:nvSpPr>
          <p:spPr>
            <a:xfrm>
              <a:off x="5486392" y="2130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4"/>
            <p:cNvSpPr/>
            <p:nvPr/>
          </p:nvSpPr>
          <p:spPr>
            <a:xfrm>
              <a:off x="5003101" y="2670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5"/>
            <p:cNvSpPr/>
            <p:nvPr/>
          </p:nvSpPr>
          <p:spPr>
            <a:xfrm>
              <a:off x="5638133" y="1963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6"/>
            <p:cNvSpPr/>
            <p:nvPr/>
          </p:nvSpPr>
          <p:spPr>
            <a:xfrm>
              <a:off x="5220724" y="2183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7"/>
            <p:cNvSpPr/>
            <p:nvPr/>
          </p:nvSpPr>
          <p:spPr>
            <a:xfrm>
              <a:off x="5313487" y="2222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8"/>
            <p:cNvSpPr/>
            <p:nvPr/>
          </p:nvSpPr>
          <p:spPr>
            <a:xfrm>
              <a:off x="5434100" y="2276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9"/>
            <p:cNvSpPr/>
            <p:nvPr/>
          </p:nvSpPr>
          <p:spPr>
            <a:xfrm>
              <a:off x="5530122" y="2050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50"/>
            <p:cNvSpPr/>
            <p:nvPr/>
          </p:nvSpPr>
          <p:spPr>
            <a:xfrm>
              <a:off x="4959807" y="2481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1"/>
            <p:cNvSpPr/>
            <p:nvPr/>
          </p:nvSpPr>
          <p:spPr>
            <a:xfrm>
              <a:off x="5310853" y="2204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2"/>
            <p:cNvSpPr/>
            <p:nvPr/>
          </p:nvSpPr>
          <p:spPr>
            <a:xfrm>
              <a:off x="5557835" y="2098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3"/>
            <p:cNvSpPr/>
            <p:nvPr/>
          </p:nvSpPr>
          <p:spPr>
            <a:xfrm>
              <a:off x="5700327" y="1605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4"/>
            <p:cNvSpPr/>
            <p:nvPr/>
          </p:nvSpPr>
          <p:spPr>
            <a:xfrm>
              <a:off x="5367846" y="1857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5"/>
            <p:cNvSpPr/>
            <p:nvPr/>
          </p:nvSpPr>
          <p:spPr>
            <a:xfrm>
              <a:off x="5339508" y="2123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6"/>
            <p:cNvSpPr/>
            <p:nvPr/>
          </p:nvSpPr>
          <p:spPr>
            <a:xfrm>
              <a:off x="4874538" y="2401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7"/>
            <p:cNvSpPr/>
            <p:nvPr/>
          </p:nvSpPr>
          <p:spPr>
            <a:xfrm>
              <a:off x="5726925" y="1784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8"/>
            <p:cNvSpPr/>
            <p:nvPr/>
          </p:nvSpPr>
          <p:spPr>
            <a:xfrm>
              <a:off x="5295405" y="2255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9"/>
            <p:cNvSpPr/>
            <p:nvPr/>
          </p:nvSpPr>
          <p:spPr>
            <a:xfrm>
              <a:off x="5826807" y="1394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60"/>
            <p:cNvSpPr/>
            <p:nvPr/>
          </p:nvSpPr>
          <p:spPr>
            <a:xfrm>
              <a:off x="5566812" y="1932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1"/>
            <p:cNvSpPr/>
            <p:nvPr/>
          </p:nvSpPr>
          <p:spPr>
            <a:xfrm>
              <a:off x="5336236" y="2172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2"/>
            <p:cNvSpPr/>
            <p:nvPr/>
          </p:nvSpPr>
          <p:spPr>
            <a:xfrm>
              <a:off x="5231705" y="2118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3"/>
            <p:cNvSpPr/>
            <p:nvPr/>
          </p:nvSpPr>
          <p:spPr>
            <a:xfrm>
              <a:off x="5405124" y="2255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4"/>
            <p:cNvSpPr/>
            <p:nvPr/>
          </p:nvSpPr>
          <p:spPr>
            <a:xfrm>
              <a:off x="5393270" y="2168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5"/>
            <p:cNvSpPr/>
            <p:nvPr/>
          </p:nvSpPr>
          <p:spPr>
            <a:xfrm>
              <a:off x="5322964" y="2290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6"/>
            <p:cNvSpPr/>
            <p:nvPr/>
          </p:nvSpPr>
          <p:spPr>
            <a:xfrm>
              <a:off x="5545017" y="1898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7"/>
            <p:cNvSpPr/>
            <p:nvPr/>
          </p:nvSpPr>
          <p:spPr>
            <a:xfrm>
              <a:off x="5471792" y="2190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8"/>
            <p:cNvSpPr/>
            <p:nvPr/>
          </p:nvSpPr>
          <p:spPr>
            <a:xfrm>
              <a:off x="5362736" y="1998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9"/>
            <p:cNvSpPr/>
            <p:nvPr/>
          </p:nvSpPr>
          <p:spPr>
            <a:xfrm>
              <a:off x="5695948" y="1996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70"/>
            <p:cNvSpPr/>
            <p:nvPr/>
          </p:nvSpPr>
          <p:spPr>
            <a:xfrm>
              <a:off x="5369119" y="1919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1"/>
            <p:cNvSpPr/>
            <p:nvPr/>
          </p:nvSpPr>
          <p:spPr>
            <a:xfrm>
              <a:off x="5274785" y="2033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2"/>
            <p:cNvSpPr/>
            <p:nvPr/>
          </p:nvSpPr>
          <p:spPr>
            <a:xfrm>
              <a:off x="5533362" y="2045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3"/>
            <p:cNvSpPr/>
            <p:nvPr/>
          </p:nvSpPr>
          <p:spPr>
            <a:xfrm>
              <a:off x="5142448" y="2089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4"/>
            <p:cNvSpPr/>
            <p:nvPr/>
          </p:nvSpPr>
          <p:spPr>
            <a:xfrm>
              <a:off x="5375238" y="2071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5"/>
            <p:cNvSpPr/>
            <p:nvPr/>
          </p:nvSpPr>
          <p:spPr>
            <a:xfrm>
              <a:off x="4977045" y="2389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6"/>
            <p:cNvSpPr/>
            <p:nvPr/>
          </p:nvSpPr>
          <p:spPr>
            <a:xfrm>
              <a:off x="4990826" y="1621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7"/>
            <p:cNvSpPr/>
            <p:nvPr/>
          </p:nvSpPr>
          <p:spPr>
            <a:xfrm>
              <a:off x="5163777" y="2105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8"/>
            <p:cNvSpPr/>
            <p:nvPr/>
          </p:nvSpPr>
          <p:spPr>
            <a:xfrm>
              <a:off x="5327225" y="2187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9"/>
            <p:cNvSpPr/>
            <p:nvPr/>
          </p:nvSpPr>
          <p:spPr>
            <a:xfrm>
              <a:off x="5511311" y="2081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80"/>
            <p:cNvSpPr/>
            <p:nvPr/>
          </p:nvSpPr>
          <p:spPr>
            <a:xfrm>
              <a:off x="5377443" y="1920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1"/>
            <p:cNvSpPr/>
            <p:nvPr/>
          </p:nvSpPr>
          <p:spPr>
            <a:xfrm>
              <a:off x="5287333" y="2067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2"/>
            <p:cNvSpPr/>
            <p:nvPr/>
          </p:nvSpPr>
          <p:spPr>
            <a:xfrm>
              <a:off x="5595579" y="1870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3"/>
            <p:cNvSpPr/>
            <p:nvPr/>
          </p:nvSpPr>
          <p:spPr>
            <a:xfrm>
              <a:off x="5359797" y="1859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4"/>
            <p:cNvSpPr/>
            <p:nvPr/>
          </p:nvSpPr>
          <p:spPr>
            <a:xfrm>
              <a:off x="5004396" y="2548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5"/>
            <p:cNvSpPr/>
            <p:nvPr/>
          </p:nvSpPr>
          <p:spPr>
            <a:xfrm>
              <a:off x="5366146" y="1872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6"/>
            <p:cNvSpPr/>
            <p:nvPr/>
          </p:nvSpPr>
          <p:spPr>
            <a:xfrm>
              <a:off x="5321142" y="2285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7"/>
            <p:cNvSpPr/>
            <p:nvPr/>
          </p:nvSpPr>
          <p:spPr>
            <a:xfrm>
              <a:off x="5119123" y="2188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8"/>
            <p:cNvSpPr/>
            <p:nvPr/>
          </p:nvSpPr>
          <p:spPr>
            <a:xfrm>
              <a:off x="5229999" y="2196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9"/>
            <p:cNvSpPr/>
            <p:nvPr/>
          </p:nvSpPr>
          <p:spPr>
            <a:xfrm>
              <a:off x="5283524" y="2077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90"/>
            <p:cNvSpPr/>
            <p:nvPr/>
          </p:nvSpPr>
          <p:spPr>
            <a:xfrm>
              <a:off x="5138512" y="2023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1"/>
            <p:cNvSpPr/>
            <p:nvPr/>
          </p:nvSpPr>
          <p:spPr>
            <a:xfrm>
              <a:off x="5456981" y="2030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2"/>
            <p:cNvSpPr/>
            <p:nvPr/>
          </p:nvSpPr>
          <p:spPr>
            <a:xfrm>
              <a:off x="5350898" y="2057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3"/>
            <p:cNvSpPr/>
            <p:nvPr/>
          </p:nvSpPr>
          <p:spPr>
            <a:xfrm>
              <a:off x="5858081" y="1812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4"/>
            <p:cNvSpPr/>
            <p:nvPr/>
          </p:nvSpPr>
          <p:spPr>
            <a:xfrm>
              <a:off x="5670158" y="1972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5"/>
            <p:cNvSpPr/>
            <p:nvPr/>
          </p:nvSpPr>
          <p:spPr>
            <a:xfrm>
              <a:off x="5384904" y="2122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6"/>
            <p:cNvSpPr/>
            <p:nvPr/>
          </p:nvSpPr>
          <p:spPr>
            <a:xfrm>
              <a:off x="5535998" y="2064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7"/>
            <p:cNvSpPr/>
            <p:nvPr/>
          </p:nvSpPr>
          <p:spPr>
            <a:xfrm>
              <a:off x="5127341" y="2048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8"/>
            <p:cNvSpPr/>
            <p:nvPr/>
          </p:nvSpPr>
          <p:spPr>
            <a:xfrm>
              <a:off x="5027127" y="253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9"/>
            <p:cNvSpPr/>
            <p:nvPr/>
          </p:nvSpPr>
          <p:spPr>
            <a:xfrm>
              <a:off x="5557177" y="2111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300"/>
            <p:cNvSpPr/>
            <p:nvPr/>
          </p:nvSpPr>
          <p:spPr>
            <a:xfrm>
              <a:off x="5373225" y="2035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1"/>
            <p:cNvSpPr/>
            <p:nvPr/>
          </p:nvSpPr>
          <p:spPr>
            <a:xfrm>
              <a:off x="5544196" y="1892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2"/>
            <p:cNvSpPr/>
            <p:nvPr/>
          </p:nvSpPr>
          <p:spPr>
            <a:xfrm>
              <a:off x="5051330" y="2716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3"/>
            <p:cNvSpPr/>
            <p:nvPr/>
          </p:nvSpPr>
          <p:spPr>
            <a:xfrm>
              <a:off x="5465464" y="2137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4"/>
            <p:cNvSpPr/>
            <p:nvPr/>
          </p:nvSpPr>
          <p:spPr>
            <a:xfrm>
              <a:off x="5387404" y="2027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5"/>
            <p:cNvSpPr/>
            <p:nvPr/>
          </p:nvSpPr>
          <p:spPr>
            <a:xfrm>
              <a:off x="5320705" y="2256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6"/>
            <p:cNvSpPr/>
            <p:nvPr/>
          </p:nvSpPr>
          <p:spPr>
            <a:xfrm>
              <a:off x="5356956" y="2005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7"/>
            <p:cNvSpPr/>
            <p:nvPr/>
          </p:nvSpPr>
          <p:spPr>
            <a:xfrm>
              <a:off x="5598227" y="1903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8"/>
            <p:cNvSpPr/>
            <p:nvPr/>
          </p:nvSpPr>
          <p:spPr>
            <a:xfrm>
              <a:off x="5421166" y="2105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9"/>
            <p:cNvSpPr/>
            <p:nvPr/>
          </p:nvSpPr>
          <p:spPr>
            <a:xfrm>
              <a:off x="4788234" y="2636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10"/>
            <p:cNvSpPr/>
            <p:nvPr/>
          </p:nvSpPr>
          <p:spPr>
            <a:xfrm>
              <a:off x="5813434" y="1664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1"/>
            <p:cNvSpPr/>
            <p:nvPr/>
          </p:nvSpPr>
          <p:spPr>
            <a:xfrm>
              <a:off x="5131081" y="2040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2"/>
            <p:cNvSpPr/>
            <p:nvPr/>
          </p:nvSpPr>
          <p:spPr>
            <a:xfrm>
              <a:off x="5506323" y="1931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3"/>
            <p:cNvSpPr/>
            <p:nvPr/>
          </p:nvSpPr>
          <p:spPr>
            <a:xfrm>
              <a:off x="5537831" y="2100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4"/>
            <p:cNvSpPr/>
            <p:nvPr/>
          </p:nvSpPr>
          <p:spPr>
            <a:xfrm>
              <a:off x="5494353" y="1888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5"/>
            <p:cNvSpPr/>
            <p:nvPr/>
          </p:nvSpPr>
          <p:spPr>
            <a:xfrm>
              <a:off x="5036487" y="2714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6"/>
            <p:cNvSpPr/>
            <p:nvPr/>
          </p:nvSpPr>
          <p:spPr>
            <a:xfrm>
              <a:off x="5526409" y="1974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7"/>
            <p:cNvSpPr/>
            <p:nvPr/>
          </p:nvSpPr>
          <p:spPr>
            <a:xfrm>
              <a:off x="5148382" y="2110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8"/>
            <p:cNvSpPr/>
            <p:nvPr/>
          </p:nvSpPr>
          <p:spPr>
            <a:xfrm>
              <a:off x="4933585" y="2325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9"/>
            <p:cNvSpPr/>
            <p:nvPr/>
          </p:nvSpPr>
          <p:spPr>
            <a:xfrm>
              <a:off x="5263382" y="2294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20"/>
            <p:cNvSpPr/>
            <p:nvPr/>
          </p:nvSpPr>
          <p:spPr>
            <a:xfrm>
              <a:off x="5357819" y="2062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1"/>
            <p:cNvSpPr/>
            <p:nvPr/>
          </p:nvSpPr>
          <p:spPr>
            <a:xfrm>
              <a:off x="5476619" y="2202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2"/>
            <p:cNvSpPr/>
            <p:nvPr/>
          </p:nvSpPr>
          <p:spPr>
            <a:xfrm>
              <a:off x="5240391" y="2036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3"/>
            <p:cNvSpPr/>
            <p:nvPr/>
          </p:nvSpPr>
          <p:spPr>
            <a:xfrm>
              <a:off x="5034072" y="2631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4"/>
            <p:cNvSpPr/>
            <p:nvPr/>
          </p:nvSpPr>
          <p:spPr>
            <a:xfrm>
              <a:off x="5259240" y="2278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5"/>
            <p:cNvSpPr/>
            <p:nvPr/>
          </p:nvSpPr>
          <p:spPr>
            <a:xfrm>
              <a:off x="5286935" y="2079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6"/>
            <p:cNvSpPr/>
            <p:nvPr/>
          </p:nvSpPr>
          <p:spPr>
            <a:xfrm>
              <a:off x="5486816" y="2099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7"/>
            <p:cNvSpPr/>
            <p:nvPr/>
          </p:nvSpPr>
          <p:spPr>
            <a:xfrm>
              <a:off x="5540615" y="2014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8"/>
            <p:cNvSpPr/>
            <p:nvPr/>
          </p:nvSpPr>
          <p:spPr>
            <a:xfrm>
              <a:off x="5162666" y="2167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9"/>
            <p:cNvSpPr/>
            <p:nvPr/>
          </p:nvSpPr>
          <p:spPr>
            <a:xfrm>
              <a:off x="5492881" y="2012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t2330"/>
            <p:cNvSpPr/>
            <p:nvPr/>
          </p:nvSpPr>
          <p:spPr>
            <a:xfrm>
              <a:off x="5583785" y="1621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t2331"/>
            <p:cNvSpPr/>
            <p:nvPr/>
          </p:nvSpPr>
          <p:spPr>
            <a:xfrm>
              <a:off x="5135429" y="1908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t2332"/>
            <p:cNvSpPr/>
            <p:nvPr/>
          </p:nvSpPr>
          <p:spPr>
            <a:xfrm>
              <a:off x="5224047" y="2146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t2333"/>
            <p:cNvSpPr/>
            <p:nvPr/>
          </p:nvSpPr>
          <p:spPr>
            <a:xfrm>
              <a:off x="5291226" y="2199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t2334"/>
            <p:cNvSpPr/>
            <p:nvPr/>
          </p:nvSpPr>
          <p:spPr>
            <a:xfrm>
              <a:off x="5031611" y="2733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t2335"/>
            <p:cNvSpPr/>
            <p:nvPr/>
          </p:nvSpPr>
          <p:spPr>
            <a:xfrm>
              <a:off x="5290944" y="2172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t2336"/>
            <p:cNvSpPr/>
            <p:nvPr/>
          </p:nvSpPr>
          <p:spPr>
            <a:xfrm>
              <a:off x="5415624" y="2030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t2337"/>
            <p:cNvSpPr/>
            <p:nvPr/>
          </p:nvSpPr>
          <p:spPr>
            <a:xfrm>
              <a:off x="5652766" y="1858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t2338"/>
            <p:cNvSpPr/>
            <p:nvPr/>
          </p:nvSpPr>
          <p:spPr>
            <a:xfrm>
              <a:off x="5373935" y="1940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t2339"/>
            <p:cNvSpPr/>
            <p:nvPr/>
          </p:nvSpPr>
          <p:spPr>
            <a:xfrm>
              <a:off x="5084161" y="2295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t2340"/>
            <p:cNvSpPr/>
            <p:nvPr/>
          </p:nvSpPr>
          <p:spPr>
            <a:xfrm>
              <a:off x="5382746" y="208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t2341"/>
            <p:cNvSpPr/>
            <p:nvPr/>
          </p:nvSpPr>
          <p:spPr>
            <a:xfrm>
              <a:off x="4769202" y="2859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t2342"/>
            <p:cNvSpPr/>
            <p:nvPr/>
          </p:nvSpPr>
          <p:spPr>
            <a:xfrm>
              <a:off x="5200984" y="2051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t2343"/>
            <p:cNvSpPr/>
            <p:nvPr/>
          </p:nvSpPr>
          <p:spPr>
            <a:xfrm>
              <a:off x="5351533" y="2035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t2344"/>
            <p:cNvSpPr/>
            <p:nvPr/>
          </p:nvSpPr>
          <p:spPr>
            <a:xfrm>
              <a:off x="5403371" y="2232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t2345"/>
            <p:cNvSpPr/>
            <p:nvPr/>
          </p:nvSpPr>
          <p:spPr>
            <a:xfrm>
              <a:off x="5356033" y="2058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t2346"/>
            <p:cNvSpPr/>
            <p:nvPr/>
          </p:nvSpPr>
          <p:spPr>
            <a:xfrm>
              <a:off x="5566496" y="1983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t2347"/>
            <p:cNvSpPr/>
            <p:nvPr/>
          </p:nvSpPr>
          <p:spPr>
            <a:xfrm>
              <a:off x="5338940" y="2158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t2348"/>
            <p:cNvSpPr/>
            <p:nvPr/>
          </p:nvSpPr>
          <p:spPr>
            <a:xfrm>
              <a:off x="5397435" y="2044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t2349"/>
            <p:cNvSpPr/>
            <p:nvPr/>
          </p:nvSpPr>
          <p:spPr>
            <a:xfrm>
              <a:off x="5216258" y="2219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t2350"/>
            <p:cNvSpPr/>
            <p:nvPr/>
          </p:nvSpPr>
          <p:spPr>
            <a:xfrm>
              <a:off x="5600224" y="1876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t2351"/>
            <p:cNvSpPr/>
            <p:nvPr/>
          </p:nvSpPr>
          <p:spPr>
            <a:xfrm>
              <a:off x="5494093" y="2085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t2352"/>
            <p:cNvSpPr/>
            <p:nvPr/>
          </p:nvSpPr>
          <p:spPr>
            <a:xfrm>
              <a:off x="5315586" y="2285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t2353"/>
            <p:cNvSpPr/>
            <p:nvPr/>
          </p:nvSpPr>
          <p:spPr>
            <a:xfrm>
              <a:off x="5056771" y="2319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t2354"/>
            <p:cNvSpPr/>
            <p:nvPr/>
          </p:nvSpPr>
          <p:spPr>
            <a:xfrm>
              <a:off x="5501729" y="1980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t2355"/>
            <p:cNvSpPr/>
            <p:nvPr/>
          </p:nvSpPr>
          <p:spPr>
            <a:xfrm>
              <a:off x="5642228" y="173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t2356"/>
            <p:cNvSpPr/>
            <p:nvPr/>
          </p:nvSpPr>
          <p:spPr>
            <a:xfrm>
              <a:off x="5413714" y="2217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t2357"/>
            <p:cNvSpPr/>
            <p:nvPr/>
          </p:nvSpPr>
          <p:spPr>
            <a:xfrm>
              <a:off x="5671672" y="1708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t2358"/>
            <p:cNvSpPr/>
            <p:nvPr/>
          </p:nvSpPr>
          <p:spPr>
            <a:xfrm>
              <a:off x="5220511" y="2016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t2359"/>
            <p:cNvSpPr/>
            <p:nvPr/>
          </p:nvSpPr>
          <p:spPr>
            <a:xfrm>
              <a:off x="5517964" y="1978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t2360"/>
            <p:cNvSpPr/>
            <p:nvPr/>
          </p:nvSpPr>
          <p:spPr>
            <a:xfrm>
              <a:off x="5288382" y="2084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t2361"/>
            <p:cNvSpPr/>
            <p:nvPr/>
          </p:nvSpPr>
          <p:spPr>
            <a:xfrm>
              <a:off x="5379826" y="2093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t2362"/>
            <p:cNvSpPr/>
            <p:nvPr/>
          </p:nvSpPr>
          <p:spPr>
            <a:xfrm>
              <a:off x="5148995" y="2078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t2363"/>
            <p:cNvSpPr/>
            <p:nvPr/>
          </p:nvSpPr>
          <p:spPr>
            <a:xfrm>
              <a:off x="5605882" y="2097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t2364"/>
            <p:cNvSpPr/>
            <p:nvPr/>
          </p:nvSpPr>
          <p:spPr>
            <a:xfrm>
              <a:off x="5521092" y="1964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t2365"/>
            <p:cNvSpPr/>
            <p:nvPr/>
          </p:nvSpPr>
          <p:spPr>
            <a:xfrm>
              <a:off x="4979982" y="2314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t2366"/>
            <p:cNvSpPr/>
            <p:nvPr/>
          </p:nvSpPr>
          <p:spPr>
            <a:xfrm>
              <a:off x="4828086" y="1881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t2367"/>
            <p:cNvSpPr/>
            <p:nvPr/>
          </p:nvSpPr>
          <p:spPr>
            <a:xfrm>
              <a:off x="4992708" y="2150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t2368"/>
            <p:cNvSpPr/>
            <p:nvPr/>
          </p:nvSpPr>
          <p:spPr>
            <a:xfrm>
              <a:off x="5678827" y="1829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t2369"/>
            <p:cNvSpPr/>
            <p:nvPr/>
          </p:nvSpPr>
          <p:spPr>
            <a:xfrm>
              <a:off x="5441480" y="2028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t2370"/>
            <p:cNvSpPr/>
            <p:nvPr/>
          </p:nvSpPr>
          <p:spPr>
            <a:xfrm>
              <a:off x="5193749" y="2064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t2371"/>
            <p:cNvSpPr/>
            <p:nvPr/>
          </p:nvSpPr>
          <p:spPr>
            <a:xfrm>
              <a:off x="5572164" y="1842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t2372"/>
            <p:cNvSpPr/>
            <p:nvPr/>
          </p:nvSpPr>
          <p:spPr>
            <a:xfrm>
              <a:off x="5438116" y="2058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t2373"/>
            <p:cNvSpPr/>
            <p:nvPr/>
          </p:nvSpPr>
          <p:spPr>
            <a:xfrm>
              <a:off x="5408705" y="2165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t2374"/>
            <p:cNvSpPr/>
            <p:nvPr/>
          </p:nvSpPr>
          <p:spPr>
            <a:xfrm>
              <a:off x="5601846" y="1976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5"/>
            <p:cNvSpPr/>
            <p:nvPr/>
          </p:nvSpPr>
          <p:spPr>
            <a:xfrm>
              <a:off x="5459407" y="2233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6"/>
            <p:cNvSpPr/>
            <p:nvPr/>
          </p:nvSpPr>
          <p:spPr>
            <a:xfrm>
              <a:off x="5267320" y="2233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7"/>
            <p:cNvSpPr/>
            <p:nvPr/>
          </p:nvSpPr>
          <p:spPr>
            <a:xfrm>
              <a:off x="5307841" y="2225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8"/>
            <p:cNvSpPr/>
            <p:nvPr/>
          </p:nvSpPr>
          <p:spPr>
            <a:xfrm>
              <a:off x="5868035" y="1515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9"/>
            <p:cNvSpPr/>
            <p:nvPr/>
          </p:nvSpPr>
          <p:spPr>
            <a:xfrm>
              <a:off x="5218983" y="2212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80"/>
            <p:cNvSpPr/>
            <p:nvPr/>
          </p:nvSpPr>
          <p:spPr>
            <a:xfrm>
              <a:off x="5240102" y="2187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1"/>
            <p:cNvSpPr/>
            <p:nvPr/>
          </p:nvSpPr>
          <p:spPr>
            <a:xfrm>
              <a:off x="5294904" y="2190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2"/>
            <p:cNvSpPr/>
            <p:nvPr/>
          </p:nvSpPr>
          <p:spPr>
            <a:xfrm>
              <a:off x="5439502" y="2058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3"/>
            <p:cNvSpPr/>
            <p:nvPr/>
          </p:nvSpPr>
          <p:spPr>
            <a:xfrm>
              <a:off x="5065112" y="2421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4"/>
            <p:cNvSpPr/>
            <p:nvPr/>
          </p:nvSpPr>
          <p:spPr>
            <a:xfrm>
              <a:off x="5091552" y="2206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5"/>
            <p:cNvSpPr/>
            <p:nvPr/>
          </p:nvSpPr>
          <p:spPr>
            <a:xfrm>
              <a:off x="5347972" y="2143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6"/>
            <p:cNvSpPr/>
            <p:nvPr/>
          </p:nvSpPr>
          <p:spPr>
            <a:xfrm>
              <a:off x="5105113" y="2149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7"/>
            <p:cNvSpPr/>
            <p:nvPr/>
          </p:nvSpPr>
          <p:spPr>
            <a:xfrm>
              <a:off x="5103706" y="2241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8"/>
            <p:cNvSpPr/>
            <p:nvPr/>
          </p:nvSpPr>
          <p:spPr>
            <a:xfrm>
              <a:off x="5618003" y="1971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9"/>
            <p:cNvSpPr/>
            <p:nvPr/>
          </p:nvSpPr>
          <p:spPr>
            <a:xfrm>
              <a:off x="4981325" y="2001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90"/>
            <p:cNvSpPr/>
            <p:nvPr/>
          </p:nvSpPr>
          <p:spPr>
            <a:xfrm>
              <a:off x="4779823" y="2780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1"/>
            <p:cNvSpPr/>
            <p:nvPr/>
          </p:nvSpPr>
          <p:spPr>
            <a:xfrm>
              <a:off x="5409606" y="2160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2"/>
            <p:cNvSpPr/>
            <p:nvPr/>
          </p:nvSpPr>
          <p:spPr>
            <a:xfrm>
              <a:off x="5313507" y="2099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3"/>
            <p:cNvSpPr/>
            <p:nvPr/>
          </p:nvSpPr>
          <p:spPr>
            <a:xfrm>
              <a:off x="5413372" y="2280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4"/>
            <p:cNvSpPr/>
            <p:nvPr/>
          </p:nvSpPr>
          <p:spPr>
            <a:xfrm>
              <a:off x="5192180" y="2034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5"/>
            <p:cNvSpPr/>
            <p:nvPr/>
          </p:nvSpPr>
          <p:spPr>
            <a:xfrm>
              <a:off x="5015430" y="2629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6"/>
            <p:cNvSpPr/>
            <p:nvPr/>
          </p:nvSpPr>
          <p:spPr>
            <a:xfrm>
              <a:off x="5648075" y="1943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7"/>
            <p:cNvSpPr/>
            <p:nvPr/>
          </p:nvSpPr>
          <p:spPr>
            <a:xfrm>
              <a:off x="5347556" y="2224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8"/>
            <p:cNvSpPr/>
            <p:nvPr/>
          </p:nvSpPr>
          <p:spPr>
            <a:xfrm>
              <a:off x="5607126" y="215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9"/>
            <p:cNvSpPr/>
            <p:nvPr/>
          </p:nvSpPr>
          <p:spPr>
            <a:xfrm>
              <a:off x="5329180" y="2127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400"/>
            <p:cNvSpPr/>
            <p:nvPr/>
          </p:nvSpPr>
          <p:spPr>
            <a:xfrm>
              <a:off x="5601011" y="1985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1"/>
            <p:cNvSpPr/>
            <p:nvPr/>
          </p:nvSpPr>
          <p:spPr>
            <a:xfrm>
              <a:off x="4973917" y="2527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2"/>
            <p:cNvSpPr/>
            <p:nvPr/>
          </p:nvSpPr>
          <p:spPr>
            <a:xfrm>
              <a:off x="5206952" y="2079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3"/>
            <p:cNvSpPr/>
            <p:nvPr/>
          </p:nvSpPr>
          <p:spPr>
            <a:xfrm>
              <a:off x="4910426" y="2246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4"/>
            <p:cNvSpPr/>
            <p:nvPr/>
          </p:nvSpPr>
          <p:spPr>
            <a:xfrm>
              <a:off x="5595112" y="1826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5"/>
            <p:cNvSpPr/>
            <p:nvPr/>
          </p:nvSpPr>
          <p:spPr>
            <a:xfrm>
              <a:off x="5221282" y="2050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6"/>
            <p:cNvSpPr/>
            <p:nvPr/>
          </p:nvSpPr>
          <p:spPr>
            <a:xfrm>
              <a:off x="5240425" y="2130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7"/>
            <p:cNvSpPr/>
            <p:nvPr/>
          </p:nvSpPr>
          <p:spPr>
            <a:xfrm>
              <a:off x="5626446" y="1687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8"/>
            <p:cNvSpPr/>
            <p:nvPr/>
          </p:nvSpPr>
          <p:spPr>
            <a:xfrm>
              <a:off x="5079695" y="2277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9"/>
            <p:cNvSpPr/>
            <p:nvPr/>
          </p:nvSpPr>
          <p:spPr>
            <a:xfrm>
              <a:off x="5257092" y="2241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10"/>
            <p:cNvSpPr/>
            <p:nvPr/>
          </p:nvSpPr>
          <p:spPr>
            <a:xfrm>
              <a:off x="5149975" y="2002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1"/>
            <p:cNvSpPr/>
            <p:nvPr/>
          </p:nvSpPr>
          <p:spPr>
            <a:xfrm>
              <a:off x="5578958" y="1624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2"/>
            <p:cNvSpPr/>
            <p:nvPr/>
          </p:nvSpPr>
          <p:spPr>
            <a:xfrm>
              <a:off x="5236309" y="2133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3"/>
            <p:cNvSpPr/>
            <p:nvPr/>
          </p:nvSpPr>
          <p:spPr>
            <a:xfrm>
              <a:off x="5037808" y="2647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4"/>
            <p:cNvSpPr/>
            <p:nvPr/>
          </p:nvSpPr>
          <p:spPr>
            <a:xfrm>
              <a:off x="5429928" y="2152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5"/>
            <p:cNvSpPr/>
            <p:nvPr/>
          </p:nvSpPr>
          <p:spPr>
            <a:xfrm>
              <a:off x="5236047" y="2156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6"/>
            <p:cNvSpPr/>
            <p:nvPr/>
          </p:nvSpPr>
          <p:spPr>
            <a:xfrm>
              <a:off x="5294158" y="2283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7"/>
            <p:cNvSpPr/>
            <p:nvPr/>
          </p:nvSpPr>
          <p:spPr>
            <a:xfrm>
              <a:off x="5453167" y="2142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8"/>
            <p:cNvSpPr/>
            <p:nvPr/>
          </p:nvSpPr>
          <p:spPr>
            <a:xfrm>
              <a:off x="4893493" y="2802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9"/>
            <p:cNvSpPr/>
            <p:nvPr/>
          </p:nvSpPr>
          <p:spPr>
            <a:xfrm>
              <a:off x="5437785" y="1981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20"/>
            <p:cNvSpPr/>
            <p:nvPr/>
          </p:nvSpPr>
          <p:spPr>
            <a:xfrm>
              <a:off x="5453093" y="2246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1"/>
            <p:cNvSpPr/>
            <p:nvPr/>
          </p:nvSpPr>
          <p:spPr>
            <a:xfrm>
              <a:off x="5394645" y="2183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2"/>
            <p:cNvSpPr/>
            <p:nvPr/>
          </p:nvSpPr>
          <p:spPr>
            <a:xfrm>
              <a:off x="5444149" y="2089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3"/>
            <p:cNvSpPr/>
            <p:nvPr/>
          </p:nvSpPr>
          <p:spPr>
            <a:xfrm>
              <a:off x="5865617" y="1905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4"/>
            <p:cNvSpPr/>
            <p:nvPr/>
          </p:nvSpPr>
          <p:spPr>
            <a:xfrm>
              <a:off x="5587648" y="1660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5"/>
            <p:cNvSpPr/>
            <p:nvPr/>
          </p:nvSpPr>
          <p:spPr>
            <a:xfrm>
              <a:off x="5135894" y="1949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6"/>
            <p:cNvSpPr/>
            <p:nvPr/>
          </p:nvSpPr>
          <p:spPr>
            <a:xfrm>
              <a:off x="4930360" y="2205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7"/>
            <p:cNvSpPr/>
            <p:nvPr/>
          </p:nvSpPr>
          <p:spPr>
            <a:xfrm>
              <a:off x="5349078" y="2060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8"/>
            <p:cNvSpPr/>
            <p:nvPr/>
          </p:nvSpPr>
          <p:spPr>
            <a:xfrm>
              <a:off x="5272376" y="228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9"/>
            <p:cNvSpPr/>
            <p:nvPr/>
          </p:nvSpPr>
          <p:spPr>
            <a:xfrm>
              <a:off x="6003862" y="2137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30"/>
            <p:cNvSpPr/>
            <p:nvPr/>
          </p:nvSpPr>
          <p:spPr>
            <a:xfrm>
              <a:off x="4861785" y="2578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1"/>
            <p:cNvSpPr/>
            <p:nvPr/>
          </p:nvSpPr>
          <p:spPr>
            <a:xfrm>
              <a:off x="5337532" y="2077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2"/>
            <p:cNvSpPr/>
            <p:nvPr/>
          </p:nvSpPr>
          <p:spPr>
            <a:xfrm>
              <a:off x="4991756" y="211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3"/>
            <p:cNvSpPr/>
            <p:nvPr/>
          </p:nvSpPr>
          <p:spPr>
            <a:xfrm>
              <a:off x="5223777" y="2045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4"/>
            <p:cNvSpPr/>
            <p:nvPr/>
          </p:nvSpPr>
          <p:spPr>
            <a:xfrm>
              <a:off x="5819175" y="1492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5"/>
            <p:cNvSpPr/>
            <p:nvPr/>
          </p:nvSpPr>
          <p:spPr>
            <a:xfrm>
              <a:off x="5377086" y="2032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6"/>
            <p:cNvSpPr/>
            <p:nvPr/>
          </p:nvSpPr>
          <p:spPr>
            <a:xfrm>
              <a:off x="5604015" y="1897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7"/>
            <p:cNvSpPr/>
            <p:nvPr/>
          </p:nvSpPr>
          <p:spPr>
            <a:xfrm>
              <a:off x="5513046" y="1986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8"/>
            <p:cNvSpPr/>
            <p:nvPr/>
          </p:nvSpPr>
          <p:spPr>
            <a:xfrm>
              <a:off x="5366110" y="1946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9"/>
            <p:cNvSpPr/>
            <p:nvPr/>
          </p:nvSpPr>
          <p:spPr>
            <a:xfrm>
              <a:off x="5316312" y="2222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40"/>
            <p:cNvSpPr/>
            <p:nvPr/>
          </p:nvSpPr>
          <p:spPr>
            <a:xfrm>
              <a:off x="5540954" y="1963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1"/>
            <p:cNvSpPr/>
            <p:nvPr/>
          </p:nvSpPr>
          <p:spPr>
            <a:xfrm>
              <a:off x="5452547" y="2192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2"/>
            <p:cNvSpPr/>
            <p:nvPr/>
          </p:nvSpPr>
          <p:spPr>
            <a:xfrm>
              <a:off x="5232282" y="2138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3"/>
            <p:cNvSpPr/>
            <p:nvPr/>
          </p:nvSpPr>
          <p:spPr>
            <a:xfrm>
              <a:off x="5334260" y="2172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4"/>
            <p:cNvSpPr/>
            <p:nvPr/>
          </p:nvSpPr>
          <p:spPr>
            <a:xfrm>
              <a:off x="5501713" y="1969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5"/>
            <p:cNvSpPr/>
            <p:nvPr/>
          </p:nvSpPr>
          <p:spPr>
            <a:xfrm>
              <a:off x="4580951" y="2832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6"/>
            <p:cNvSpPr/>
            <p:nvPr/>
          </p:nvSpPr>
          <p:spPr>
            <a:xfrm>
              <a:off x="5164686" y="2149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7"/>
            <p:cNvSpPr/>
            <p:nvPr/>
          </p:nvSpPr>
          <p:spPr>
            <a:xfrm>
              <a:off x="5308817" y="2243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8"/>
            <p:cNvSpPr/>
            <p:nvPr/>
          </p:nvSpPr>
          <p:spPr>
            <a:xfrm>
              <a:off x="5581901" y="1767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9"/>
            <p:cNvSpPr/>
            <p:nvPr/>
          </p:nvSpPr>
          <p:spPr>
            <a:xfrm>
              <a:off x="5395959" y="2174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50"/>
            <p:cNvSpPr/>
            <p:nvPr/>
          </p:nvSpPr>
          <p:spPr>
            <a:xfrm>
              <a:off x="5541827" y="2102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1"/>
            <p:cNvSpPr/>
            <p:nvPr/>
          </p:nvSpPr>
          <p:spPr>
            <a:xfrm>
              <a:off x="5385540" y="2064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2"/>
            <p:cNvSpPr/>
            <p:nvPr/>
          </p:nvSpPr>
          <p:spPr>
            <a:xfrm>
              <a:off x="4929171" y="2197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3"/>
            <p:cNvSpPr/>
            <p:nvPr/>
          </p:nvSpPr>
          <p:spPr>
            <a:xfrm>
              <a:off x="5136578" y="1986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4"/>
            <p:cNvSpPr/>
            <p:nvPr/>
          </p:nvSpPr>
          <p:spPr>
            <a:xfrm>
              <a:off x="5356195" y="2034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5"/>
            <p:cNvSpPr/>
            <p:nvPr/>
          </p:nvSpPr>
          <p:spPr>
            <a:xfrm>
              <a:off x="5193621" y="1958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6"/>
            <p:cNvSpPr/>
            <p:nvPr/>
          </p:nvSpPr>
          <p:spPr>
            <a:xfrm>
              <a:off x="5573482" y="1727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7"/>
            <p:cNvSpPr/>
            <p:nvPr/>
          </p:nvSpPr>
          <p:spPr>
            <a:xfrm>
              <a:off x="5567321" y="1923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8"/>
            <p:cNvSpPr/>
            <p:nvPr/>
          </p:nvSpPr>
          <p:spPr>
            <a:xfrm>
              <a:off x="5334621" y="2078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9"/>
            <p:cNvSpPr/>
            <p:nvPr/>
          </p:nvSpPr>
          <p:spPr>
            <a:xfrm>
              <a:off x="5170659" y="2118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60"/>
            <p:cNvSpPr/>
            <p:nvPr/>
          </p:nvSpPr>
          <p:spPr>
            <a:xfrm>
              <a:off x="5468089" y="2241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1"/>
            <p:cNvSpPr/>
            <p:nvPr/>
          </p:nvSpPr>
          <p:spPr>
            <a:xfrm>
              <a:off x="5344804" y="2156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2"/>
            <p:cNvSpPr/>
            <p:nvPr/>
          </p:nvSpPr>
          <p:spPr>
            <a:xfrm>
              <a:off x="5580693" y="1681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3"/>
            <p:cNvSpPr/>
            <p:nvPr/>
          </p:nvSpPr>
          <p:spPr>
            <a:xfrm>
              <a:off x="5484208" y="2218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4"/>
            <p:cNvSpPr/>
            <p:nvPr/>
          </p:nvSpPr>
          <p:spPr>
            <a:xfrm>
              <a:off x="5356353" y="1979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5"/>
            <p:cNvSpPr/>
            <p:nvPr/>
          </p:nvSpPr>
          <p:spPr>
            <a:xfrm>
              <a:off x="5433829" y="2255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6"/>
            <p:cNvSpPr/>
            <p:nvPr/>
          </p:nvSpPr>
          <p:spPr>
            <a:xfrm>
              <a:off x="5438895" y="2057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7"/>
            <p:cNvSpPr/>
            <p:nvPr/>
          </p:nvSpPr>
          <p:spPr>
            <a:xfrm>
              <a:off x="5528607" y="2104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8"/>
            <p:cNvSpPr/>
            <p:nvPr/>
          </p:nvSpPr>
          <p:spPr>
            <a:xfrm>
              <a:off x="5078961" y="2325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9"/>
            <p:cNvSpPr/>
            <p:nvPr/>
          </p:nvSpPr>
          <p:spPr>
            <a:xfrm>
              <a:off x="5314926" y="2234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70"/>
            <p:cNvSpPr/>
            <p:nvPr/>
          </p:nvSpPr>
          <p:spPr>
            <a:xfrm>
              <a:off x="5383767" y="2122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1"/>
            <p:cNvSpPr/>
            <p:nvPr/>
          </p:nvSpPr>
          <p:spPr>
            <a:xfrm>
              <a:off x="5432158" y="2186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2"/>
            <p:cNvSpPr/>
            <p:nvPr/>
          </p:nvSpPr>
          <p:spPr>
            <a:xfrm>
              <a:off x="5360735" y="1892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3"/>
            <p:cNvSpPr/>
            <p:nvPr/>
          </p:nvSpPr>
          <p:spPr>
            <a:xfrm>
              <a:off x="5142761" y="203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4"/>
            <p:cNvSpPr/>
            <p:nvPr/>
          </p:nvSpPr>
          <p:spPr>
            <a:xfrm>
              <a:off x="5369895" y="1920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5"/>
            <p:cNvSpPr/>
            <p:nvPr/>
          </p:nvSpPr>
          <p:spPr>
            <a:xfrm>
              <a:off x="5807900" y="1922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6"/>
            <p:cNvSpPr/>
            <p:nvPr/>
          </p:nvSpPr>
          <p:spPr>
            <a:xfrm>
              <a:off x="5239876" y="2145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7"/>
            <p:cNvSpPr/>
            <p:nvPr/>
          </p:nvSpPr>
          <p:spPr>
            <a:xfrm>
              <a:off x="5245602" y="2113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8"/>
            <p:cNvSpPr/>
            <p:nvPr/>
          </p:nvSpPr>
          <p:spPr>
            <a:xfrm>
              <a:off x="5437951" y="2047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9"/>
            <p:cNvSpPr/>
            <p:nvPr/>
          </p:nvSpPr>
          <p:spPr>
            <a:xfrm>
              <a:off x="5566517" y="1827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80"/>
            <p:cNvSpPr/>
            <p:nvPr/>
          </p:nvSpPr>
          <p:spPr>
            <a:xfrm>
              <a:off x="5656428" y="1864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1"/>
            <p:cNvSpPr/>
            <p:nvPr/>
          </p:nvSpPr>
          <p:spPr>
            <a:xfrm>
              <a:off x="5560594" y="2084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2"/>
            <p:cNvSpPr/>
            <p:nvPr/>
          </p:nvSpPr>
          <p:spPr>
            <a:xfrm>
              <a:off x="5439686" y="2040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3"/>
            <p:cNvSpPr/>
            <p:nvPr/>
          </p:nvSpPr>
          <p:spPr>
            <a:xfrm>
              <a:off x="5340523" y="2099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4"/>
            <p:cNvSpPr/>
            <p:nvPr/>
          </p:nvSpPr>
          <p:spPr>
            <a:xfrm>
              <a:off x="6042516" y="1615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5"/>
            <p:cNvSpPr/>
            <p:nvPr/>
          </p:nvSpPr>
          <p:spPr>
            <a:xfrm>
              <a:off x="5447086" y="2189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6"/>
            <p:cNvSpPr/>
            <p:nvPr/>
          </p:nvSpPr>
          <p:spPr>
            <a:xfrm>
              <a:off x="5024609" y="2407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7"/>
            <p:cNvSpPr/>
            <p:nvPr/>
          </p:nvSpPr>
          <p:spPr>
            <a:xfrm>
              <a:off x="5300325" y="2202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8"/>
            <p:cNvSpPr/>
            <p:nvPr/>
          </p:nvSpPr>
          <p:spPr>
            <a:xfrm>
              <a:off x="5060456" y="2360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9"/>
            <p:cNvSpPr/>
            <p:nvPr/>
          </p:nvSpPr>
          <p:spPr>
            <a:xfrm>
              <a:off x="4983683" y="2123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90"/>
            <p:cNvSpPr/>
            <p:nvPr/>
          </p:nvSpPr>
          <p:spPr>
            <a:xfrm>
              <a:off x="5506825" y="2126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1"/>
            <p:cNvSpPr/>
            <p:nvPr/>
          </p:nvSpPr>
          <p:spPr>
            <a:xfrm>
              <a:off x="5443495" y="2217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2"/>
            <p:cNvSpPr/>
            <p:nvPr/>
          </p:nvSpPr>
          <p:spPr>
            <a:xfrm>
              <a:off x="5292402" y="2188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3"/>
            <p:cNvSpPr/>
            <p:nvPr/>
          </p:nvSpPr>
          <p:spPr>
            <a:xfrm>
              <a:off x="5282046" y="2022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4"/>
            <p:cNvSpPr/>
            <p:nvPr/>
          </p:nvSpPr>
          <p:spPr>
            <a:xfrm>
              <a:off x="5774958" y="181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5"/>
            <p:cNvSpPr/>
            <p:nvPr/>
          </p:nvSpPr>
          <p:spPr>
            <a:xfrm>
              <a:off x="5541150" y="1932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6"/>
            <p:cNvSpPr/>
            <p:nvPr/>
          </p:nvSpPr>
          <p:spPr>
            <a:xfrm>
              <a:off x="5776552" y="1794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7"/>
            <p:cNvSpPr/>
            <p:nvPr/>
          </p:nvSpPr>
          <p:spPr>
            <a:xfrm>
              <a:off x="5741807" y="1849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8"/>
            <p:cNvSpPr/>
            <p:nvPr/>
          </p:nvSpPr>
          <p:spPr>
            <a:xfrm>
              <a:off x="4764228" y="2532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9"/>
            <p:cNvSpPr/>
            <p:nvPr/>
          </p:nvSpPr>
          <p:spPr>
            <a:xfrm>
              <a:off x="4943000" y="2565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500"/>
            <p:cNvSpPr/>
            <p:nvPr/>
          </p:nvSpPr>
          <p:spPr>
            <a:xfrm>
              <a:off x="4836597" y="1965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1"/>
            <p:cNvSpPr/>
            <p:nvPr/>
          </p:nvSpPr>
          <p:spPr>
            <a:xfrm>
              <a:off x="4973427" y="2478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2"/>
            <p:cNvSpPr/>
            <p:nvPr/>
          </p:nvSpPr>
          <p:spPr>
            <a:xfrm>
              <a:off x="5102691" y="2219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3"/>
            <p:cNvSpPr/>
            <p:nvPr/>
          </p:nvSpPr>
          <p:spPr>
            <a:xfrm>
              <a:off x="5202559" y="1962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4"/>
            <p:cNvSpPr/>
            <p:nvPr/>
          </p:nvSpPr>
          <p:spPr>
            <a:xfrm>
              <a:off x="5008510" y="2514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5"/>
            <p:cNvSpPr/>
            <p:nvPr/>
          </p:nvSpPr>
          <p:spPr>
            <a:xfrm>
              <a:off x="5372847" y="2109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6"/>
            <p:cNvSpPr/>
            <p:nvPr/>
          </p:nvSpPr>
          <p:spPr>
            <a:xfrm>
              <a:off x="5356833" y="2092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7"/>
            <p:cNvSpPr/>
            <p:nvPr/>
          </p:nvSpPr>
          <p:spPr>
            <a:xfrm>
              <a:off x="5425732" y="2116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8"/>
            <p:cNvSpPr/>
            <p:nvPr/>
          </p:nvSpPr>
          <p:spPr>
            <a:xfrm>
              <a:off x="5188523" y="2087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9"/>
            <p:cNvSpPr/>
            <p:nvPr/>
          </p:nvSpPr>
          <p:spPr>
            <a:xfrm>
              <a:off x="5395947" y="2327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10"/>
            <p:cNvSpPr/>
            <p:nvPr/>
          </p:nvSpPr>
          <p:spPr>
            <a:xfrm>
              <a:off x="5316556" y="2257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1"/>
            <p:cNvSpPr/>
            <p:nvPr/>
          </p:nvSpPr>
          <p:spPr>
            <a:xfrm>
              <a:off x="5136902" y="2034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2"/>
            <p:cNvSpPr/>
            <p:nvPr/>
          </p:nvSpPr>
          <p:spPr>
            <a:xfrm>
              <a:off x="5344166" y="2222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3"/>
            <p:cNvSpPr/>
            <p:nvPr/>
          </p:nvSpPr>
          <p:spPr>
            <a:xfrm>
              <a:off x="5564378" y="1830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4"/>
            <p:cNvSpPr/>
            <p:nvPr/>
          </p:nvSpPr>
          <p:spPr>
            <a:xfrm>
              <a:off x="5564274" y="1890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5"/>
            <p:cNvSpPr/>
            <p:nvPr/>
          </p:nvSpPr>
          <p:spPr>
            <a:xfrm>
              <a:off x="5235054" y="2167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6"/>
            <p:cNvSpPr/>
            <p:nvPr/>
          </p:nvSpPr>
          <p:spPr>
            <a:xfrm>
              <a:off x="5084401" y="2382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7"/>
            <p:cNvSpPr/>
            <p:nvPr/>
          </p:nvSpPr>
          <p:spPr>
            <a:xfrm>
              <a:off x="5612139" y="2249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8"/>
            <p:cNvSpPr/>
            <p:nvPr/>
          </p:nvSpPr>
          <p:spPr>
            <a:xfrm>
              <a:off x="4957544" y="2476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9"/>
            <p:cNvSpPr/>
            <p:nvPr/>
          </p:nvSpPr>
          <p:spPr>
            <a:xfrm>
              <a:off x="5699315" y="1837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20"/>
            <p:cNvSpPr/>
            <p:nvPr/>
          </p:nvSpPr>
          <p:spPr>
            <a:xfrm>
              <a:off x="5734426" y="1987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1"/>
            <p:cNvSpPr/>
            <p:nvPr/>
          </p:nvSpPr>
          <p:spPr>
            <a:xfrm>
              <a:off x="5507154" y="1889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2"/>
            <p:cNvSpPr/>
            <p:nvPr/>
          </p:nvSpPr>
          <p:spPr>
            <a:xfrm>
              <a:off x="5541775" y="2045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3"/>
            <p:cNvSpPr/>
            <p:nvPr/>
          </p:nvSpPr>
          <p:spPr>
            <a:xfrm>
              <a:off x="5157109" y="2146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4"/>
            <p:cNvSpPr/>
            <p:nvPr/>
          </p:nvSpPr>
          <p:spPr>
            <a:xfrm>
              <a:off x="5552673" y="2152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5"/>
            <p:cNvSpPr/>
            <p:nvPr/>
          </p:nvSpPr>
          <p:spPr>
            <a:xfrm>
              <a:off x="5404328" y="211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6"/>
            <p:cNvSpPr/>
            <p:nvPr/>
          </p:nvSpPr>
          <p:spPr>
            <a:xfrm>
              <a:off x="5379513" y="2068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7"/>
            <p:cNvSpPr/>
            <p:nvPr/>
          </p:nvSpPr>
          <p:spPr>
            <a:xfrm>
              <a:off x="5586311" y="1693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8"/>
            <p:cNvSpPr/>
            <p:nvPr/>
          </p:nvSpPr>
          <p:spPr>
            <a:xfrm>
              <a:off x="5328956" y="2068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9"/>
            <p:cNvSpPr/>
            <p:nvPr/>
          </p:nvSpPr>
          <p:spPr>
            <a:xfrm>
              <a:off x="5317085" y="2201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30"/>
            <p:cNvSpPr/>
            <p:nvPr/>
          </p:nvSpPr>
          <p:spPr>
            <a:xfrm>
              <a:off x="4819902" y="1964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1"/>
            <p:cNvSpPr/>
            <p:nvPr/>
          </p:nvSpPr>
          <p:spPr>
            <a:xfrm>
              <a:off x="5211721" y="2119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2"/>
            <p:cNvSpPr/>
            <p:nvPr/>
          </p:nvSpPr>
          <p:spPr>
            <a:xfrm>
              <a:off x="5384034" y="2010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3"/>
            <p:cNvSpPr/>
            <p:nvPr/>
          </p:nvSpPr>
          <p:spPr>
            <a:xfrm>
              <a:off x="5118930" y="2320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4"/>
            <p:cNvSpPr/>
            <p:nvPr/>
          </p:nvSpPr>
          <p:spPr>
            <a:xfrm>
              <a:off x="5444582" y="2111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5"/>
            <p:cNvSpPr/>
            <p:nvPr/>
          </p:nvSpPr>
          <p:spPr>
            <a:xfrm>
              <a:off x="5223443" y="2204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6"/>
            <p:cNvSpPr/>
            <p:nvPr/>
          </p:nvSpPr>
          <p:spPr>
            <a:xfrm>
              <a:off x="5339143" y="2209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7"/>
            <p:cNvSpPr/>
            <p:nvPr/>
          </p:nvSpPr>
          <p:spPr>
            <a:xfrm>
              <a:off x="5559372" y="2007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8"/>
            <p:cNvSpPr/>
            <p:nvPr/>
          </p:nvSpPr>
          <p:spPr>
            <a:xfrm>
              <a:off x="5171926" y="2183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9"/>
            <p:cNvSpPr/>
            <p:nvPr/>
          </p:nvSpPr>
          <p:spPr>
            <a:xfrm>
              <a:off x="5352036" y="2021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40"/>
            <p:cNvSpPr/>
            <p:nvPr/>
          </p:nvSpPr>
          <p:spPr>
            <a:xfrm>
              <a:off x="5547483" y="1970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1"/>
            <p:cNvSpPr/>
            <p:nvPr/>
          </p:nvSpPr>
          <p:spPr>
            <a:xfrm>
              <a:off x="5403684" y="2294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2"/>
            <p:cNvSpPr/>
            <p:nvPr/>
          </p:nvSpPr>
          <p:spPr>
            <a:xfrm>
              <a:off x="5050735" y="2716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3"/>
            <p:cNvSpPr/>
            <p:nvPr/>
          </p:nvSpPr>
          <p:spPr>
            <a:xfrm>
              <a:off x="5171175" y="2143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4"/>
            <p:cNvSpPr/>
            <p:nvPr/>
          </p:nvSpPr>
          <p:spPr>
            <a:xfrm>
              <a:off x="5421806" y="2054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5"/>
            <p:cNvSpPr/>
            <p:nvPr/>
          </p:nvSpPr>
          <p:spPr>
            <a:xfrm>
              <a:off x="5275718" y="2050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6"/>
            <p:cNvSpPr/>
            <p:nvPr/>
          </p:nvSpPr>
          <p:spPr>
            <a:xfrm>
              <a:off x="4879792" y="2468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7"/>
            <p:cNvSpPr/>
            <p:nvPr/>
          </p:nvSpPr>
          <p:spPr>
            <a:xfrm>
              <a:off x="5105113" y="2049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8"/>
            <p:cNvSpPr/>
            <p:nvPr/>
          </p:nvSpPr>
          <p:spPr>
            <a:xfrm>
              <a:off x="5657055" y="1974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9"/>
            <p:cNvSpPr/>
            <p:nvPr/>
          </p:nvSpPr>
          <p:spPr>
            <a:xfrm>
              <a:off x="5363193" y="1775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50"/>
            <p:cNvSpPr/>
            <p:nvPr/>
          </p:nvSpPr>
          <p:spPr>
            <a:xfrm>
              <a:off x="5392367" y="222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1"/>
            <p:cNvSpPr/>
            <p:nvPr/>
          </p:nvSpPr>
          <p:spPr>
            <a:xfrm>
              <a:off x="5664778" y="1964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2"/>
            <p:cNvSpPr/>
            <p:nvPr/>
          </p:nvSpPr>
          <p:spPr>
            <a:xfrm>
              <a:off x="5424433" y="2097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3"/>
            <p:cNvSpPr/>
            <p:nvPr/>
          </p:nvSpPr>
          <p:spPr>
            <a:xfrm>
              <a:off x="5095715" y="2201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4"/>
            <p:cNvSpPr/>
            <p:nvPr/>
          </p:nvSpPr>
          <p:spPr>
            <a:xfrm>
              <a:off x="5114350" y="2114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5"/>
            <p:cNvSpPr/>
            <p:nvPr/>
          </p:nvSpPr>
          <p:spPr>
            <a:xfrm>
              <a:off x="5000074" y="2334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6"/>
            <p:cNvSpPr/>
            <p:nvPr/>
          </p:nvSpPr>
          <p:spPr>
            <a:xfrm>
              <a:off x="4953332" y="2381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7"/>
            <p:cNvSpPr/>
            <p:nvPr/>
          </p:nvSpPr>
          <p:spPr>
            <a:xfrm>
              <a:off x="5214812" y="2229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8"/>
            <p:cNvSpPr/>
            <p:nvPr/>
          </p:nvSpPr>
          <p:spPr>
            <a:xfrm>
              <a:off x="5385949" y="211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9"/>
            <p:cNvSpPr/>
            <p:nvPr/>
          </p:nvSpPr>
          <p:spPr>
            <a:xfrm>
              <a:off x="5274461" y="2049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60"/>
            <p:cNvSpPr/>
            <p:nvPr/>
          </p:nvSpPr>
          <p:spPr>
            <a:xfrm>
              <a:off x="4618313" y="2780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1"/>
            <p:cNvSpPr/>
            <p:nvPr/>
          </p:nvSpPr>
          <p:spPr>
            <a:xfrm>
              <a:off x="5647543" y="1985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2"/>
            <p:cNvSpPr/>
            <p:nvPr/>
          </p:nvSpPr>
          <p:spPr>
            <a:xfrm>
              <a:off x="4605583" y="2619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3"/>
            <p:cNvSpPr/>
            <p:nvPr/>
          </p:nvSpPr>
          <p:spPr>
            <a:xfrm>
              <a:off x="5085377" y="2439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4"/>
            <p:cNvSpPr/>
            <p:nvPr/>
          </p:nvSpPr>
          <p:spPr>
            <a:xfrm>
              <a:off x="5253885" y="222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5"/>
            <p:cNvSpPr/>
            <p:nvPr/>
          </p:nvSpPr>
          <p:spPr>
            <a:xfrm>
              <a:off x="5376051" y="2035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6"/>
            <p:cNvSpPr/>
            <p:nvPr/>
          </p:nvSpPr>
          <p:spPr>
            <a:xfrm>
              <a:off x="5364325" y="1985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7"/>
            <p:cNvSpPr/>
            <p:nvPr/>
          </p:nvSpPr>
          <p:spPr>
            <a:xfrm>
              <a:off x="5564954" y="1932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8"/>
            <p:cNvSpPr/>
            <p:nvPr/>
          </p:nvSpPr>
          <p:spPr>
            <a:xfrm>
              <a:off x="5474989" y="2219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9"/>
            <p:cNvSpPr/>
            <p:nvPr/>
          </p:nvSpPr>
          <p:spPr>
            <a:xfrm>
              <a:off x="4652684" y="2497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70"/>
            <p:cNvSpPr/>
            <p:nvPr/>
          </p:nvSpPr>
          <p:spPr>
            <a:xfrm>
              <a:off x="4987656" y="1825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1"/>
            <p:cNvSpPr/>
            <p:nvPr/>
          </p:nvSpPr>
          <p:spPr>
            <a:xfrm>
              <a:off x="4886102" y="2544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2"/>
            <p:cNvSpPr/>
            <p:nvPr/>
          </p:nvSpPr>
          <p:spPr>
            <a:xfrm>
              <a:off x="5140878" y="1874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3"/>
            <p:cNvSpPr/>
            <p:nvPr/>
          </p:nvSpPr>
          <p:spPr>
            <a:xfrm>
              <a:off x="5065336" y="2412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4"/>
            <p:cNvSpPr/>
            <p:nvPr/>
          </p:nvSpPr>
          <p:spPr>
            <a:xfrm>
              <a:off x="5054192" y="2753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5"/>
            <p:cNvSpPr/>
            <p:nvPr/>
          </p:nvSpPr>
          <p:spPr>
            <a:xfrm>
              <a:off x="5491619" y="2029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6"/>
            <p:cNvSpPr/>
            <p:nvPr/>
          </p:nvSpPr>
          <p:spPr>
            <a:xfrm>
              <a:off x="5459584" y="2218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7"/>
            <p:cNvSpPr/>
            <p:nvPr/>
          </p:nvSpPr>
          <p:spPr>
            <a:xfrm>
              <a:off x="5558627" y="2043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8"/>
            <p:cNvSpPr/>
            <p:nvPr/>
          </p:nvSpPr>
          <p:spPr>
            <a:xfrm>
              <a:off x="5702012" y="175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9"/>
            <p:cNvSpPr/>
            <p:nvPr/>
          </p:nvSpPr>
          <p:spPr>
            <a:xfrm>
              <a:off x="5018935" y="2600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80"/>
            <p:cNvSpPr/>
            <p:nvPr/>
          </p:nvSpPr>
          <p:spPr>
            <a:xfrm>
              <a:off x="4702606" y="2461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1"/>
            <p:cNvSpPr/>
            <p:nvPr/>
          </p:nvSpPr>
          <p:spPr>
            <a:xfrm>
              <a:off x="5067256" y="2366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2"/>
            <p:cNvSpPr/>
            <p:nvPr/>
          </p:nvSpPr>
          <p:spPr>
            <a:xfrm>
              <a:off x="5715746" y="1841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3"/>
            <p:cNvSpPr/>
            <p:nvPr/>
          </p:nvSpPr>
          <p:spPr>
            <a:xfrm>
              <a:off x="5344149" y="2130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4"/>
            <p:cNvSpPr/>
            <p:nvPr/>
          </p:nvSpPr>
          <p:spPr>
            <a:xfrm>
              <a:off x="5254324" y="2244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5"/>
            <p:cNvSpPr/>
            <p:nvPr/>
          </p:nvSpPr>
          <p:spPr>
            <a:xfrm>
              <a:off x="5309686" y="2156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6"/>
            <p:cNvSpPr/>
            <p:nvPr/>
          </p:nvSpPr>
          <p:spPr>
            <a:xfrm>
              <a:off x="5347613" y="2143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7"/>
            <p:cNvSpPr/>
            <p:nvPr/>
          </p:nvSpPr>
          <p:spPr>
            <a:xfrm>
              <a:off x="5669880" y="1968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8"/>
            <p:cNvSpPr/>
            <p:nvPr/>
          </p:nvSpPr>
          <p:spPr>
            <a:xfrm>
              <a:off x="5185704" y="2157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9"/>
            <p:cNvSpPr/>
            <p:nvPr/>
          </p:nvSpPr>
          <p:spPr>
            <a:xfrm>
              <a:off x="5275824" y="2049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90"/>
            <p:cNvSpPr/>
            <p:nvPr/>
          </p:nvSpPr>
          <p:spPr>
            <a:xfrm>
              <a:off x="5841728" y="1384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1"/>
            <p:cNvSpPr/>
            <p:nvPr/>
          </p:nvSpPr>
          <p:spPr>
            <a:xfrm>
              <a:off x="5370963" y="198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2"/>
            <p:cNvSpPr/>
            <p:nvPr/>
          </p:nvSpPr>
          <p:spPr>
            <a:xfrm>
              <a:off x="5084755" y="2395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3"/>
            <p:cNvSpPr/>
            <p:nvPr/>
          </p:nvSpPr>
          <p:spPr>
            <a:xfrm>
              <a:off x="5343072" y="2163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4"/>
            <p:cNvSpPr/>
            <p:nvPr/>
          </p:nvSpPr>
          <p:spPr>
            <a:xfrm>
              <a:off x="5523909" y="1841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5"/>
            <p:cNvSpPr/>
            <p:nvPr/>
          </p:nvSpPr>
          <p:spPr>
            <a:xfrm>
              <a:off x="5696539" y="1922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6"/>
            <p:cNvSpPr/>
            <p:nvPr/>
          </p:nvSpPr>
          <p:spPr>
            <a:xfrm>
              <a:off x="5450415" y="2188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7"/>
            <p:cNvSpPr/>
            <p:nvPr/>
          </p:nvSpPr>
          <p:spPr>
            <a:xfrm>
              <a:off x="4752501" y="2640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8"/>
            <p:cNvSpPr/>
            <p:nvPr/>
          </p:nvSpPr>
          <p:spPr>
            <a:xfrm>
              <a:off x="5718394" y="1786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9"/>
            <p:cNvSpPr/>
            <p:nvPr/>
          </p:nvSpPr>
          <p:spPr>
            <a:xfrm>
              <a:off x="5198328" y="2093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600"/>
            <p:cNvSpPr/>
            <p:nvPr/>
          </p:nvSpPr>
          <p:spPr>
            <a:xfrm>
              <a:off x="5688316" y="1983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1"/>
            <p:cNvSpPr/>
            <p:nvPr/>
          </p:nvSpPr>
          <p:spPr>
            <a:xfrm>
              <a:off x="4998501" y="2442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2"/>
            <p:cNvSpPr/>
            <p:nvPr/>
          </p:nvSpPr>
          <p:spPr>
            <a:xfrm>
              <a:off x="5471685" y="2204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3"/>
            <p:cNvSpPr/>
            <p:nvPr/>
          </p:nvSpPr>
          <p:spPr>
            <a:xfrm>
              <a:off x="5376061" y="2044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4"/>
            <p:cNvSpPr/>
            <p:nvPr/>
          </p:nvSpPr>
          <p:spPr>
            <a:xfrm>
              <a:off x="5345560" y="2147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5"/>
            <p:cNvSpPr/>
            <p:nvPr/>
          </p:nvSpPr>
          <p:spPr>
            <a:xfrm>
              <a:off x="5057749" y="2528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6"/>
            <p:cNvSpPr/>
            <p:nvPr/>
          </p:nvSpPr>
          <p:spPr>
            <a:xfrm>
              <a:off x="5270436" y="2271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7"/>
            <p:cNvSpPr/>
            <p:nvPr/>
          </p:nvSpPr>
          <p:spPr>
            <a:xfrm>
              <a:off x="5903553" y="1995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8"/>
            <p:cNvSpPr/>
            <p:nvPr/>
          </p:nvSpPr>
          <p:spPr>
            <a:xfrm>
              <a:off x="5235870" y="217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9"/>
            <p:cNvSpPr/>
            <p:nvPr/>
          </p:nvSpPr>
          <p:spPr>
            <a:xfrm>
              <a:off x="5045401" y="2623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10"/>
            <p:cNvSpPr/>
            <p:nvPr/>
          </p:nvSpPr>
          <p:spPr>
            <a:xfrm>
              <a:off x="5409319" y="2183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1"/>
            <p:cNvSpPr/>
            <p:nvPr/>
          </p:nvSpPr>
          <p:spPr>
            <a:xfrm>
              <a:off x="5612002" y="1965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2"/>
            <p:cNvSpPr/>
            <p:nvPr/>
          </p:nvSpPr>
          <p:spPr>
            <a:xfrm>
              <a:off x="5563695" y="1894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3"/>
            <p:cNvSpPr/>
            <p:nvPr/>
          </p:nvSpPr>
          <p:spPr>
            <a:xfrm>
              <a:off x="5083837" y="2373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4"/>
            <p:cNvSpPr/>
            <p:nvPr/>
          </p:nvSpPr>
          <p:spPr>
            <a:xfrm>
              <a:off x="5568029" y="1890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5"/>
            <p:cNvSpPr/>
            <p:nvPr/>
          </p:nvSpPr>
          <p:spPr>
            <a:xfrm>
              <a:off x="5343404" y="2105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6"/>
            <p:cNvSpPr/>
            <p:nvPr/>
          </p:nvSpPr>
          <p:spPr>
            <a:xfrm>
              <a:off x="5284263" y="2018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7"/>
            <p:cNvSpPr/>
            <p:nvPr/>
          </p:nvSpPr>
          <p:spPr>
            <a:xfrm>
              <a:off x="5407088" y="2195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8"/>
            <p:cNvSpPr/>
            <p:nvPr/>
          </p:nvSpPr>
          <p:spPr>
            <a:xfrm>
              <a:off x="5759055" y="1669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9"/>
            <p:cNvSpPr/>
            <p:nvPr/>
          </p:nvSpPr>
          <p:spPr>
            <a:xfrm>
              <a:off x="4868421" y="2557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20"/>
            <p:cNvSpPr/>
            <p:nvPr/>
          </p:nvSpPr>
          <p:spPr>
            <a:xfrm>
              <a:off x="5640071" y="1769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1"/>
            <p:cNvSpPr/>
            <p:nvPr/>
          </p:nvSpPr>
          <p:spPr>
            <a:xfrm>
              <a:off x="5535317" y="2008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2"/>
            <p:cNvSpPr/>
            <p:nvPr/>
          </p:nvSpPr>
          <p:spPr>
            <a:xfrm>
              <a:off x="5646853" y="1738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3"/>
            <p:cNvSpPr/>
            <p:nvPr/>
          </p:nvSpPr>
          <p:spPr>
            <a:xfrm>
              <a:off x="5143498" y="2144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4"/>
            <p:cNvSpPr/>
            <p:nvPr/>
          </p:nvSpPr>
          <p:spPr>
            <a:xfrm>
              <a:off x="5423065" y="2139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5"/>
            <p:cNvSpPr/>
            <p:nvPr/>
          </p:nvSpPr>
          <p:spPr>
            <a:xfrm>
              <a:off x="5500818" y="2073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6"/>
            <p:cNvSpPr/>
            <p:nvPr/>
          </p:nvSpPr>
          <p:spPr>
            <a:xfrm>
              <a:off x="5412150" y="2226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7"/>
            <p:cNvSpPr/>
            <p:nvPr/>
          </p:nvSpPr>
          <p:spPr>
            <a:xfrm>
              <a:off x="5165245" y="2145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8"/>
            <p:cNvSpPr/>
            <p:nvPr/>
          </p:nvSpPr>
          <p:spPr>
            <a:xfrm>
              <a:off x="5590073" y="1764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9"/>
            <p:cNvSpPr/>
            <p:nvPr/>
          </p:nvSpPr>
          <p:spPr>
            <a:xfrm>
              <a:off x="5168136" y="2197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30"/>
            <p:cNvSpPr/>
            <p:nvPr/>
          </p:nvSpPr>
          <p:spPr>
            <a:xfrm>
              <a:off x="5514183" y="1978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1"/>
            <p:cNvSpPr/>
            <p:nvPr/>
          </p:nvSpPr>
          <p:spPr>
            <a:xfrm>
              <a:off x="5411348" y="2234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2"/>
            <p:cNvSpPr/>
            <p:nvPr/>
          </p:nvSpPr>
          <p:spPr>
            <a:xfrm>
              <a:off x="5302212" y="2093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3"/>
            <p:cNvSpPr/>
            <p:nvPr/>
          </p:nvSpPr>
          <p:spPr>
            <a:xfrm>
              <a:off x="5188117" y="2102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4"/>
            <p:cNvSpPr/>
            <p:nvPr/>
          </p:nvSpPr>
          <p:spPr>
            <a:xfrm>
              <a:off x="5223528" y="2232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5"/>
            <p:cNvSpPr/>
            <p:nvPr/>
          </p:nvSpPr>
          <p:spPr>
            <a:xfrm>
              <a:off x="5437184" y="2039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6"/>
            <p:cNvSpPr/>
            <p:nvPr/>
          </p:nvSpPr>
          <p:spPr>
            <a:xfrm>
              <a:off x="5718803" y="1932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7"/>
            <p:cNvSpPr/>
            <p:nvPr/>
          </p:nvSpPr>
          <p:spPr>
            <a:xfrm>
              <a:off x="5131411" y="1904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8"/>
            <p:cNvSpPr/>
            <p:nvPr/>
          </p:nvSpPr>
          <p:spPr>
            <a:xfrm>
              <a:off x="5286990" y="1992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9"/>
            <p:cNvSpPr/>
            <p:nvPr/>
          </p:nvSpPr>
          <p:spPr>
            <a:xfrm>
              <a:off x="5439609" y="2033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40"/>
            <p:cNvSpPr/>
            <p:nvPr/>
          </p:nvSpPr>
          <p:spPr>
            <a:xfrm>
              <a:off x="5190457" y="2213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1"/>
            <p:cNvSpPr/>
            <p:nvPr/>
          </p:nvSpPr>
          <p:spPr>
            <a:xfrm>
              <a:off x="5574926" y="162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2"/>
            <p:cNvSpPr/>
            <p:nvPr/>
          </p:nvSpPr>
          <p:spPr>
            <a:xfrm>
              <a:off x="5466340" y="2131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3"/>
            <p:cNvSpPr/>
            <p:nvPr/>
          </p:nvSpPr>
          <p:spPr>
            <a:xfrm>
              <a:off x="5442529" y="2245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4"/>
            <p:cNvSpPr/>
            <p:nvPr/>
          </p:nvSpPr>
          <p:spPr>
            <a:xfrm>
              <a:off x="5632608" y="1760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5"/>
            <p:cNvSpPr/>
            <p:nvPr/>
          </p:nvSpPr>
          <p:spPr>
            <a:xfrm>
              <a:off x="5522381" y="1859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6"/>
            <p:cNvSpPr/>
            <p:nvPr/>
          </p:nvSpPr>
          <p:spPr>
            <a:xfrm>
              <a:off x="5573959" y="1640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7"/>
            <p:cNvSpPr/>
            <p:nvPr/>
          </p:nvSpPr>
          <p:spPr>
            <a:xfrm>
              <a:off x="5261053" y="2210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8"/>
            <p:cNvSpPr/>
            <p:nvPr/>
          </p:nvSpPr>
          <p:spPr>
            <a:xfrm>
              <a:off x="5172317" y="2272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9"/>
            <p:cNvSpPr/>
            <p:nvPr/>
          </p:nvSpPr>
          <p:spPr>
            <a:xfrm>
              <a:off x="5412653" y="2136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50"/>
            <p:cNvSpPr/>
            <p:nvPr/>
          </p:nvSpPr>
          <p:spPr>
            <a:xfrm>
              <a:off x="5294477" y="2219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1"/>
            <p:cNvSpPr/>
            <p:nvPr/>
          </p:nvSpPr>
          <p:spPr>
            <a:xfrm>
              <a:off x="5032061" y="253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2"/>
            <p:cNvSpPr/>
            <p:nvPr/>
          </p:nvSpPr>
          <p:spPr>
            <a:xfrm>
              <a:off x="5327861" y="2221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3"/>
            <p:cNvSpPr/>
            <p:nvPr/>
          </p:nvSpPr>
          <p:spPr>
            <a:xfrm>
              <a:off x="5182197" y="2207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4"/>
            <p:cNvSpPr/>
            <p:nvPr/>
          </p:nvSpPr>
          <p:spPr>
            <a:xfrm>
              <a:off x="5257875" y="2273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5"/>
            <p:cNvSpPr/>
            <p:nvPr/>
          </p:nvSpPr>
          <p:spPr>
            <a:xfrm>
              <a:off x="4973537" y="2547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6"/>
            <p:cNvSpPr/>
            <p:nvPr/>
          </p:nvSpPr>
          <p:spPr>
            <a:xfrm>
              <a:off x="5475155" y="2170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7"/>
            <p:cNvSpPr/>
            <p:nvPr/>
          </p:nvSpPr>
          <p:spPr>
            <a:xfrm>
              <a:off x="5333784" y="2204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8"/>
            <p:cNvSpPr/>
            <p:nvPr/>
          </p:nvSpPr>
          <p:spPr>
            <a:xfrm>
              <a:off x="5048968" y="267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9"/>
            <p:cNvSpPr/>
            <p:nvPr/>
          </p:nvSpPr>
          <p:spPr>
            <a:xfrm>
              <a:off x="5172271" y="2220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60"/>
            <p:cNvSpPr/>
            <p:nvPr/>
          </p:nvSpPr>
          <p:spPr>
            <a:xfrm>
              <a:off x="5276363" y="1883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1"/>
            <p:cNvSpPr/>
            <p:nvPr/>
          </p:nvSpPr>
          <p:spPr>
            <a:xfrm>
              <a:off x="5674743" y="1812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2"/>
            <p:cNvSpPr/>
            <p:nvPr/>
          </p:nvSpPr>
          <p:spPr>
            <a:xfrm>
              <a:off x="5608050" y="2078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3"/>
            <p:cNvSpPr/>
            <p:nvPr/>
          </p:nvSpPr>
          <p:spPr>
            <a:xfrm>
              <a:off x="5427619" y="2082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4"/>
            <p:cNvSpPr/>
            <p:nvPr/>
          </p:nvSpPr>
          <p:spPr>
            <a:xfrm>
              <a:off x="5605636" y="1891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5"/>
            <p:cNvSpPr/>
            <p:nvPr/>
          </p:nvSpPr>
          <p:spPr>
            <a:xfrm>
              <a:off x="5581403" y="1700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6"/>
            <p:cNvSpPr/>
            <p:nvPr/>
          </p:nvSpPr>
          <p:spPr>
            <a:xfrm>
              <a:off x="5316240" y="2220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7"/>
            <p:cNvSpPr/>
            <p:nvPr/>
          </p:nvSpPr>
          <p:spPr>
            <a:xfrm>
              <a:off x="5630866" y="1789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8"/>
            <p:cNvSpPr/>
            <p:nvPr/>
          </p:nvSpPr>
          <p:spPr>
            <a:xfrm>
              <a:off x="5261832" y="2274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9"/>
            <p:cNvSpPr/>
            <p:nvPr/>
          </p:nvSpPr>
          <p:spPr>
            <a:xfrm>
              <a:off x="5735530" y="1576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70"/>
            <p:cNvSpPr/>
            <p:nvPr/>
          </p:nvSpPr>
          <p:spPr>
            <a:xfrm>
              <a:off x="4902015" y="2534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1"/>
            <p:cNvSpPr/>
            <p:nvPr/>
          </p:nvSpPr>
          <p:spPr>
            <a:xfrm>
              <a:off x="5018492" y="260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2"/>
            <p:cNvSpPr/>
            <p:nvPr/>
          </p:nvSpPr>
          <p:spPr>
            <a:xfrm>
              <a:off x="5412618" y="2171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3"/>
            <p:cNvSpPr/>
            <p:nvPr/>
          </p:nvSpPr>
          <p:spPr>
            <a:xfrm>
              <a:off x="4844300" y="1826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4"/>
            <p:cNvSpPr/>
            <p:nvPr/>
          </p:nvSpPr>
          <p:spPr>
            <a:xfrm>
              <a:off x="5241389" y="2145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5"/>
            <p:cNvSpPr/>
            <p:nvPr/>
          </p:nvSpPr>
          <p:spPr>
            <a:xfrm>
              <a:off x="5364121" y="192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6"/>
            <p:cNvSpPr/>
            <p:nvPr/>
          </p:nvSpPr>
          <p:spPr>
            <a:xfrm>
              <a:off x="5278402" y="2023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7"/>
            <p:cNvSpPr/>
            <p:nvPr/>
          </p:nvSpPr>
          <p:spPr>
            <a:xfrm>
              <a:off x="4797522" y="200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8"/>
            <p:cNvSpPr/>
            <p:nvPr/>
          </p:nvSpPr>
          <p:spPr>
            <a:xfrm>
              <a:off x="5377391" y="203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9"/>
            <p:cNvSpPr/>
            <p:nvPr/>
          </p:nvSpPr>
          <p:spPr>
            <a:xfrm>
              <a:off x="5195585" y="2107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80"/>
            <p:cNvSpPr/>
            <p:nvPr/>
          </p:nvSpPr>
          <p:spPr>
            <a:xfrm>
              <a:off x="4991760" y="1965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1"/>
            <p:cNvSpPr/>
            <p:nvPr/>
          </p:nvSpPr>
          <p:spPr>
            <a:xfrm>
              <a:off x="5560635" y="2059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2"/>
            <p:cNvSpPr/>
            <p:nvPr/>
          </p:nvSpPr>
          <p:spPr>
            <a:xfrm>
              <a:off x="5258706" y="2118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3"/>
            <p:cNvSpPr/>
            <p:nvPr/>
          </p:nvSpPr>
          <p:spPr>
            <a:xfrm>
              <a:off x="5189143" y="2198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4"/>
            <p:cNvSpPr/>
            <p:nvPr/>
          </p:nvSpPr>
          <p:spPr>
            <a:xfrm>
              <a:off x="5660267" y="1779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5"/>
            <p:cNvSpPr/>
            <p:nvPr/>
          </p:nvSpPr>
          <p:spPr>
            <a:xfrm>
              <a:off x="5190057" y="2116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6"/>
            <p:cNvSpPr/>
            <p:nvPr/>
          </p:nvSpPr>
          <p:spPr>
            <a:xfrm>
              <a:off x="5135133" y="1890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7"/>
            <p:cNvSpPr/>
            <p:nvPr/>
          </p:nvSpPr>
          <p:spPr>
            <a:xfrm>
              <a:off x="4891558" y="2468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8"/>
            <p:cNvSpPr/>
            <p:nvPr/>
          </p:nvSpPr>
          <p:spPr>
            <a:xfrm>
              <a:off x="5597728" y="2009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9"/>
            <p:cNvSpPr/>
            <p:nvPr/>
          </p:nvSpPr>
          <p:spPr>
            <a:xfrm>
              <a:off x="5400794" y="226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90"/>
            <p:cNvSpPr/>
            <p:nvPr/>
          </p:nvSpPr>
          <p:spPr>
            <a:xfrm>
              <a:off x="5378444" y="2011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1"/>
            <p:cNvSpPr/>
            <p:nvPr/>
          </p:nvSpPr>
          <p:spPr>
            <a:xfrm>
              <a:off x="5343334" y="2003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2"/>
            <p:cNvSpPr/>
            <p:nvPr/>
          </p:nvSpPr>
          <p:spPr>
            <a:xfrm>
              <a:off x="5209403" y="2172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3"/>
            <p:cNvSpPr/>
            <p:nvPr/>
          </p:nvSpPr>
          <p:spPr>
            <a:xfrm>
              <a:off x="5161783" y="2166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4"/>
            <p:cNvSpPr/>
            <p:nvPr/>
          </p:nvSpPr>
          <p:spPr>
            <a:xfrm>
              <a:off x="5560812" y="2017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5"/>
            <p:cNvSpPr/>
            <p:nvPr/>
          </p:nvSpPr>
          <p:spPr>
            <a:xfrm>
              <a:off x="5392517" y="2095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6"/>
            <p:cNvSpPr/>
            <p:nvPr/>
          </p:nvSpPr>
          <p:spPr>
            <a:xfrm>
              <a:off x="5231241" y="2163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7"/>
            <p:cNvSpPr/>
            <p:nvPr/>
          </p:nvSpPr>
          <p:spPr>
            <a:xfrm>
              <a:off x="5572965" y="1821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8"/>
            <p:cNvSpPr/>
            <p:nvPr/>
          </p:nvSpPr>
          <p:spPr>
            <a:xfrm>
              <a:off x="4938444" y="2295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9"/>
            <p:cNvSpPr/>
            <p:nvPr/>
          </p:nvSpPr>
          <p:spPr>
            <a:xfrm>
              <a:off x="5392931" y="2275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700"/>
            <p:cNvSpPr/>
            <p:nvPr/>
          </p:nvSpPr>
          <p:spPr>
            <a:xfrm>
              <a:off x="4977542" y="2394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1"/>
            <p:cNvSpPr/>
            <p:nvPr/>
          </p:nvSpPr>
          <p:spPr>
            <a:xfrm>
              <a:off x="5035041" y="2657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2"/>
            <p:cNvSpPr/>
            <p:nvPr/>
          </p:nvSpPr>
          <p:spPr>
            <a:xfrm>
              <a:off x="5537410" y="2052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3"/>
            <p:cNvSpPr/>
            <p:nvPr/>
          </p:nvSpPr>
          <p:spPr>
            <a:xfrm>
              <a:off x="5284820" y="2069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4"/>
            <p:cNvSpPr/>
            <p:nvPr/>
          </p:nvSpPr>
          <p:spPr>
            <a:xfrm>
              <a:off x="5213187" y="2086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5"/>
            <p:cNvSpPr/>
            <p:nvPr/>
          </p:nvSpPr>
          <p:spPr>
            <a:xfrm>
              <a:off x="5540015" y="2055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6"/>
            <p:cNvSpPr/>
            <p:nvPr/>
          </p:nvSpPr>
          <p:spPr>
            <a:xfrm>
              <a:off x="5302020" y="2190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7"/>
            <p:cNvSpPr/>
            <p:nvPr/>
          </p:nvSpPr>
          <p:spPr>
            <a:xfrm>
              <a:off x="5434348" y="2158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8"/>
            <p:cNvSpPr/>
            <p:nvPr/>
          </p:nvSpPr>
          <p:spPr>
            <a:xfrm>
              <a:off x="5609433" y="1987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9"/>
            <p:cNvSpPr/>
            <p:nvPr/>
          </p:nvSpPr>
          <p:spPr>
            <a:xfrm>
              <a:off x="5414886" y="2067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10"/>
            <p:cNvSpPr/>
            <p:nvPr/>
          </p:nvSpPr>
          <p:spPr>
            <a:xfrm>
              <a:off x="5339191" y="2196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1"/>
            <p:cNvSpPr/>
            <p:nvPr/>
          </p:nvSpPr>
          <p:spPr>
            <a:xfrm>
              <a:off x="5343726" y="2003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2"/>
            <p:cNvSpPr/>
            <p:nvPr/>
          </p:nvSpPr>
          <p:spPr>
            <a:xfrm>
              <a:off x="5111560" y="2202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3"/>
            <p:cNvSpPr/>
            <p:nvPr/>
          </p:nvSpPr>
          <p:spPr>
            <a:xfrm>
              <a:off x="5011759" y="2638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4"/>
            <p:cNvSpPr/>
            <p:nvPr/>
          </p:nvSpPr>
          <p:spPr>
            <a:xfrm>
              <a:off x="5388649" y="2248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5"/>
            <p:cNvSpPr/>
            <p:nvPr/>
          </p:nvSpPr>
          <p:spPr>
            <a:xfrm>
              <a:off x="5460920" y="2273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6"/>
            <p:cNvSpPr/>
            <p:nvPr/>
          </p:nvSpPr>
          <p:spPr>
            <a:xfrm>
              <a:off x="5846028" y="1485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7"/>
            <p:cNvSpPr/>
            <p:nvPr/>
          </p:nvSpPr>
          <p:spPr>
            <a:xfrm>
              <a:off x="5451204" y="2188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8"/>
            <p:cNvSpPr/>
            <p:nvPr/>
          </p:nvSpPr>
          <p:spPr>
            <a:xfrm>
              <a:off x="5277908" y="2090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9"/>
            <p:cNvSpPr/>
            <p:nvPr/>
          </p:nvSpPr>
          <p:spPr>
            <a:xfrm>
              <a:off x="5669143" y="1901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20"/>
            <p:cNvSpPr/>
            <p:nvPr/>
          </p:nvSpPr>
          <p:spPr>
            <a:xfrm>
              <a:off x="5267813" y="2349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1"/>
            <p:cNvSpPr/>
            <p:nvPr/>
          </p:nvSpPr>
          <p:spPr>
            <a:xfrm>
              <a:off x="4907561" y="2411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2"/>
            <p:cNvSpPr/>
            <p:nvPr/>
          </p:nvSpPr>
          <p:spPr>
            <a:xfrm>
              <a:off x="5705005" y="1984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3"/>
            <p:cNvSpPr/>
            <p:nvPr/>
          </p:nvSpPr>
          <p:spPr>
            <a:xfrm>
              <a:off x="5486764" y="1971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4"/>
            <p:cNvSpPr/>
            <p:nvPr/>
          </p:nvSpPr>
          <p:spPr>
            <a:xfrm>
              <a:off x="5198478" y="220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5"/>
            <p:cNvSpPr/>
            <p:nvPr/>
          </p:nvSpPr>
          <p:spPr>
            <a:xfrm>
              <a:off x="5153214" y="2184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6"/>
            <p:cNvSpPr/>
            <p:nvPr/>
          </p:nvSpPr>
          <p:spPr>
            <a:xfrm>
              <a:off x="5616471" y="1991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7"/>
            <p:cNvSpPr/>
            <p:nvPr/>
          </p:nvSpPr>
          <p:spPr>
            <a:xfrm>
              <a:off x="5019451" y="2589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8"/>
            <p:cNvSpPr/>
            <p:nvPr/>
          </p:nvSpPr>
          <p:spPr>
            <a:xfrm>
              <a:off x="5517932" y="1992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9"/>
            <p:cNvSpPr/>
            <p:nvPr/>
          </p:nvSpPr>
          <p:spPr>
            <a:xfrm>
              <a:off x="5220335" y="2165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30"/>
            <p:cNvSpPr/>
            <p:nvPr/>
          </p:nvSpPr>
          <p:spPr>
            <a:xfrm>
              <a:off x="5324191" y="2315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1"/>
            <p:cNvSpPr/>
            <p:nvPr/>
          </p:nvSpPr>
          <p:spPr>
            <a:xfrm>
              <a:off x="5367251" y="1816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2"/>
            <p:cNvSpPr/>
            <p:nvPr/>
          </p:nvSpPr>
          <p:spPr>
            <a:xfrm>
              <a:off x="5257761" y="2278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3"/>
            <p:cNvSpPr/>
            <p:nvPr/>
          </p:nvSpPr>
          <p:spPr>
            <a:xfrm>
              <a:off x="5485594" y="2082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4"/>
            <p:cNvSpPr/>
            <p:nvPr/>
          </p:nvSpPr>
          <p:spPr>
            <a:xfrm>
              <a:off x="5275084" y="2015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5"/>
            <p:cNvSpPr/>
            <p:nvPr/>
          </p:nvSpPr>
          <p:spPr>
            <a:xfrm>
              <a:off x="4837912" y="2109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6"/>
            <p:cNvSpPr/>
            <p:nvPr/>
          </p:nvSpPr>
          <p:spPr>
            <a:xfrm>
              <a:off x="5158638" y="2147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7"/>
            <p:cNvSpPr/>
            <p:nvPr/>
          </p:nvSpPr>
          <p:spPr>
            <a:xfrm>
              <a:off x="5203968" y="2034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8"/>
            <p:cNvSpPr/>
            <p:nvPr/>
          </p:nvSpPr>
          <p:spPr>
            <a:xfrm>
              <a:off x="5638503" y="1807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9"/>
            <p:cNvSpPr/>
            <p:nvPr/>
          </p:nvSpPr>
          <p:spPr>
            <a:xfrm>
              <a:off x="4790719" y="2870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40"/>
            <p:cNvSpPr/>
            <p:nvPr/>
          </p:nvSpPr>
          <p:spPr>
            <a:xfrm>
              <a:off x="5486961" y="1963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1"/>
            <p:cNvSpPr/>
            <p:nvPr/>
          </p:nvSpPr>
          <p:spPr>
            <a:xfrm>
              <a:off x="4644262" y="2518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2"/>
            <p:cNvSpPr/>
            <p:nvPr/>
          </p:nvSpPr>
          <p:spPr>
            <a:xfrm>
              <a:off x="5026178" y="2704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3"/>
            <p:cNvSpPr/>
            <p:nvPr/>
          </p:nvSpPr>
          <p:spPr>
            <a:xfrm>
              <a:off x="5069596" y="2324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4"/>
            <p:cNvSpPr/>
            <p:nvPr/>
          </p:nvSpPr>
          <p:spPr>
            <a:xfrm>
              <a:off x="5119931" y="2243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5"/>
            <p:cNvSpPr/>
            <p:nvPr/>
          </p:nvSpPr>
          <p:spPr>
            <a:xfrm>
              <a:off x="5216985" y="2068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6"/>
            <p:cNvSpPr/>
            <p:nvPr/>
          </p:nvSpPr>
          <p:spPr>
            <a:xfrm>
              <a:off x="5231096" y="2095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7"/>
            <p:cNvSpPr/>
            <p:nvPr/>
          </p:nvSpPr>
          <p:spPr>
            <a:xfrm>
              <a:off x="5418770" y="1965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8"/>
            <p:cNvSpPr/>
            <p:nvPr/>
          </p:nvSpPr>
          <p:spPr>
            <a:xfrm>
              <a:off x="5090463" y="2122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9"/>
            <p:cNvSpPr/>
            <p:nvPr/>
          </p:nvSpPr>
          <p:spPr>
            <a:xfrm>
              <a:off x="5426794" y="213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50"/>
            <p:cNvSpPr/>
            <p:nvPr/>
          </p:nvSpPr>
          <p:spPr>
            <a:xfrm>
              <a:off x="4840339" y="1704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1"/>
            <p:cNvSpPr/>
            <p:nvPr/>
          </p:nvSpPr>
          <p:spPr>
            <a:xfrm>
              <a:off x="5388273" y="2231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2"/>
            <p:cNvSpPr/>
            <p:nvPr/>
          </p:nvSpPr>
          <p:spPr>
            <a:xfrm>
              <a:off x="5415732" y="1997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3"/>
            <p:cNvSpPr/>
            <p:nvPr/>
          </p:nvSpPr>
          <p:spPr>
            <a:xfrm>
              <a:off x="4645563" y="2429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4"/>
            <p:cNvSpPr/>
            <p:nvPr/>
          </p:nvSpPr>
          <p:spPr>
            <a:xfrm>
              <a:off x="5555091" y="2002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5"/>
            <p:cNvSpPr/>
            <p:nvPr/>
          </p:nvSpPr>
          <p:spPr>
            <a:xfrm>
              <a:off x="5538709" y="2066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6"/>
            <p:cNvSpPr/>
            <p:nvPr/>
          </p:nvSpPr>
          <p:spPr>
            <a:xfrm>
              <a:off x="5694456" y="1919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7"/>
            <p:cNvSpPr/>
            <p:nvPr/>
          </p:nvSpPr>
          <p:spPr>
            <a:xfrm>
              <a:off x="4726690" y="2210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8"/>
            <p:cNvSpPr/>
            <p:nvPr/>
          </p:nvSpPr>
          <p:spPr>
            <a:xfrm>
              <a:off x="5391805" y="2112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9"/>
            <p:cNvSpPr/>
            <p:nvPr/>
          </p:nvSpPr>
          <p:spPr>
            <a:xfrm>
              <a:off x="5620990" y="1818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60"/>
            <p:cNvSpPr/>
            <p:nvPr/>
          </p:nvSpPr>
          <p:spPr>
            <a:xfrm>
              <a:off x="5656307" y="2039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1"/>
            <p:cNvSpPr/>
            <p:nvPr/>
          </p:nvSpPr>
          <p:spPr>
            <a:xfrm>
              <a:off x="5398826" y="2189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2"/>
            <p:cNvSpPr/>
            <p:nvPr/>
          </p:nvSpPr>
          <p:spPr>
            <a:xfrm>
              <a:off x="5279455" y="2052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3"/>
            <p:cNvSpPr/>
            <p:nvPr/>
          </p:nvSpPr>
          <p:spPr>
            <a:xfrm>
              <a:off x="4807647" y="1922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4"/>
            <p:cNvSpPr/>
            <p:nvPr/>
          </p:nvSpPr>
          <p:spPr>
            <a:xfrm>
              <a:off x="5427761" y="2265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5"/>
            <p:cNvSpPr/>
            <p:nvPr/>
          </p:nvSpPr>
          <p:spPr>
            <a:xfrm>
              <a:off x="5564220" y="184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6"/>
            <p:cNvSpPr/>
            <p:nvPr/>
          </p:nvSpPr>
          <p:spPr>
            <a:xfrm>
              <a:off x="5412325" y="2264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7"/>
            <p:cNvSpPr/>
            <p:nvPr/>
          </p:nvSpPr>
          <p:spPr>
            <a:xfrm>
              <a:off x="5089982" y="1894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8"/>
            <p:cNvSpPr/>
            <p:nvPr/>
          </p:nvSpPr>
          <p:spPr>
            <a:xfrm>
              <a:off x="5464137" y="2152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9"/>
            <p:cNvSpPr/>
            <p:nvPr/>
          </p:nvSpPr>
          <p:spPr>
            <a:xfrm>
              <a:off x="5460119" y="2104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70"/>
            <p:cNvSpPr/>
            <p:nvPr/>
          </p:nvSpPr>
          <p:spPr>
            <a:xfrm>
              <a:off x="5592265" y="1719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1"/>
            <p:cNvSpPr/>
            <p:nvPr/>
          </p:nvSpPr>
          <p:spPr>
            <a:xfrm>
              <a:off x="5617722" y="2114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2"/>
            <p:cNvSpPr/>
            <p:nvPr/>
          </p:nvSpPr>
          <p:spPr>
            <a:xfrm>
              <a:off x="4819102" y="2106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3"/>
            <p:cNvSpPr/>
            <p:nvPr/>
          </p:nvSpPr>
          <p:spPr>
            <a:xfrm>
              <a:off x="5416041" y="2234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4"/>
            <p:cNvSpPr/>
            <p:nvPr/>
          </p:nvSpPr>
          <p:spPr>
            <a:xfrm>
              <a:off x="5439635" y="1957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5"/>
            <p:cNvSpPr/>
            <p:nvPr/>
          </p:nvSpPr>
          <p:spPr>
            <a:xfrm>
              <a:off x="5218944" y="2106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6"/>
            <p:cNvSpPr/>
            <p:nvPr/>
          </p:nvSpPr>
          <p:spPr>
            <a:xfrm>
              <a:off x="5634646" y="1925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7"/>
            <p:cNvSpPr/>
            <p:nvPr/>
          </p:nvSpPr>
          <p:spPr>
            <a:xfrm>
              <a:off x="5259608" y="2265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8"/>
            <p:cNvSpPr/>
            <p:nvPr/>
          </p:nvSpPr>
          <p:spPr>
            <a:xfrm>
              <a:off x="5608596" y="1992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9"/>
            <p:cNvSpPr/>
            <p:nvPr/>
          </p:nvSpPr>
          <p:spPr>
            <a:xfrm>
              <a:off x="5623278" y="1815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80"/>
            <p:cNvSpPr/>
            <p:nvPr/>
          </p:nvSpPr>
          <p:spPr>
            <a:xfrm>
              <a:off x="5451266" y="2157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1"/>
            <p:cNvSpPr/>
            <p:nvPr/>
          </p:nvSpPr>
          <p:spPr>
            <a:xfrm>
              <a:off x="5667029" y="1804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2"/>
            <p:cNvSpPr/>
            <p:nvPr/>
          </p:nvSpPr>
          <p:spPr>
            <a:xfrm>
              <a:off x="5024563" y="2622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3"/>
            <p:cNvSpPr/>
            <p:nvPr/>
          </p:nvSpPr>
          <p:spPr>
            <a:xfrm>
              <a:off x="5086484" y="2182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4"/>
            <p:cNvSpPr/>
            <p:nvPr/>
          </p:nvSpPr>
          <p:spPr>
            <a:xfrm>
              <a:off x="5433305" y="2015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5"/>
            <p:cNvSpPr/>
            <p:nvPr/>
          </p:nvSpPr>
          <p:spPr>
            <a:xfrm>
              <a:off x="5204878" y="2050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6"/>
            <p:cNvSpPr/>
            <p:nvPr/>
          </p:nvSpPr>
          <p:spPr>
            <a:xfrm>
              <a:off x="5109609" y="2111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7"/>
            <p:cNvSpPr/>
            <p:nvPr/>
          </p:nvSpPr>
          <p:spPr>
            <a:xfrm>
              <a:off x="5042380" y="2538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8"/>
            <p:cNvSpPr/>
            <p:nvPr/>
          </p:nvSpPr>
          <p:spPr>
            <a:xfrm>
              <a:off x="4956829" y="2496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9"/>
            <p:cNvSpPr/>
            <p:nvPr/>
          </p:nvSpPr>
          <p:spPr>
            <a:xfrm>
              <a:off x="5042806" y="2616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90"/>
            <p:cNvSpPr/>
            <p:nvPr/>
          </p:nvSpPr>
          <p:spPr>
            <a:xfrm>
              <a:off x="5116087" y="2203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1"/>
            <p:cNvSpPr/>
            <p:nvPr/>
          </p:nvSpPr>
          <p:spPr>
            <a:xfrm>
              <a:off x="5308861" y="2188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2"/>
            <p:cNvSpPr/>
            <p:nvPr/>
          </p:nvSpPr>
          <p:spPr>
            <a:xfrm>
              <a:off x="5218679" y="2046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3"/>
            <p:cNvSpPr/>
            <p:nvPr/>
          </p:nvSpPr>
          <p:spPr>
            <a:xfrm>
              <a:off x="5241297" y="2182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4"/>
            <p:cNvSpPr/>
            <p:nvPr/>
          </p:nvSpPr>
          <p:spPr>
            <a:xfrm>
              <a:off x="5538945" y="2104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5"/>
            <p:cNvSpPr/>
            <p:nvPr/>
          </p:nvSpPr>
          <p:spPr>
            <a:xfrm>
              <a:off x="5564112" y="1861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6"/>
            <p:cNvSpPr/>
            <p:nvPr/>
          </p:nvSpPr>
          <p:spPr>
            <a:xfrm>
              <a:off x="4998014" y="2328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7"/>
            <p:cNvSpPr/>
            <p:nvPr/>
          </p:nvSpPr>
          <p:spPr>
            <a:xfrm>
              <a:off x="5495624" y="2035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8"/>
            <p:cNvSpPr/>
            <p:nvPr/>
          </p:nvSpPr>
          <p:spPr>
            <a:xfrm>
              <a:off x="5140472" y="2009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9"/>
            <p:cNvSpPr/>
            <p:nvPr/>
          </p:nvSpPr>
          <p:spPr>
            <a:xfrm>
              <a:off x="5412418" y="2319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800"/>
            <p:cNvSpPr/>
            <p:nvPr/>
          </p:nvSpPr>
          <p:spPr>
            <a:xfrm>
              <a:off x="5078217" y="2341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1"/>
            <p:cNvSpPr/>
            <p:nvPr/>
          </p:nvSpPr>
          <p:spPr>
            <a:xfrm>
              <a:off x="5527143" y="1960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2"/>
            <p:cNvSpPr/>
            <p:nvPr/>
          </p:nvSpPr>
          <p:spPr>
            <a:xfrm>
              <a:off x="5259046" y="2214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3"/>
            <p:cNvSpPr/>
            <p:nvPr/>
          </p:nvSpPr>
          <p:spPr>
            <a:xfrm>
              <a:off x="5566724" y="1896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4"/>
            <p:cNvSpPr/>
            <p:nvPr/>
          </p:nvSpPr>
          <p:spPr>
            <a:xfrm>
              <a:off x="5354990" y="2067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5"/>
            <p:cNvSpPr/>
            <p:nvPr/>
          </p:nvSpPr>
          <p:spPr>
            <a:xfrm>
              <a:off x="5248775" y="2203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6"/>
            <p:cNvSpPr/>
            <p:nvPr/>
          </p:nvSpPr>
          <p:spPr>
            <a:xfrm>
              <a:off x="5126600" y="2075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7"/>
            <p:cNvSpPr/>
            <p:nvPr/>
          </p:nvSpPr>
          <p:spPr>
            <a:xfrm>
              <a:off x="5506985" y="2071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8"/>
            <p:cNvSpPr/>
            <p:nvPr/>
          </p:nvSpPr>
          <p:spPr>
            <a:xfrm>
              <a:off x="5371274" y="1835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9"/>
            <p:cNvSpPr/>
            <p:nvPr/>
          </p:nvSpPr>
          <p:spPr>
            <a:xfrm>
              <a:off x="5060702" y="2502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10"/>
            <p:cNvSpPr/>
            <p:nvPr/>
          </p:nvSpPr>
          <p:spPr>
            <a:xfrm>
              <a:off x="5215413" y="2186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1"/>
            <p:cNvSpPr/>
            <p:nvPr/>
          </p:nvSpPr>
          <p:spPr>
            <a:xfrm>
              <a:off x="4906675" y="2287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2"/>
            <p:cNvSpPr/>
            <p:nvPr/>
          </p:nvSpPr>
          <p:spPr>
            <a:xfrm>
              <a:off x="5100830" y="2195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3"/>
            <p:cNvSpPr/>
            <p:nvPr/>
          </p:nvSpPr>
          <p:spPr>
            <a:xfrm>
              <a:off x="5485201" y="2001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4"/>
            <p:cNvSpPr/>
            <p:nvPr/>
          </p:nvSpPr>
          <p:spPr>
            <a:xfrm>
              <a:off x="5539799" y="2080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5"/>
            <p:cNvSpPr/>
            <p:nvPr/>
          </p:nvSpPr>
          <p:spPr>
            <a:xfrm>
              <a:off x="5342180" y="2145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6"/>
            <p:cNvSpPr/>
            <p:nvPr/>
          </p:nvSpPr>
          <p:spPr>
            <a:xfrm>
              <a:off x="4952592" y="2412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7"/>
            <p:cNvSpPr/>
            <p:nvPr/>
          </p:nvSpPr>
          <p:spPr>
            <a:xfrm>
              <a:off x="4946398" y="2615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8"/>
            <p:cNvSpPr/>
            <p:nvPr/>
          </p:nvSpPr>
          <p:spPr>
            <a:xfrm>
              <a:off x="5388661" y="2111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9"/>
            <p:cNvSpPr/>
            <p:nvPr/>
          </p:nvSpPr>
          <p:spPr>
            <a:xfrm>
              <a:off x="5336486" y="2153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20"/>
            <p:cNvSpPr/>
            <p:nvPr/>
          </p:nvSpPr>
          <p:spPr>
            <a:xfrm>
              <a:off x="4826041" y="2085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1"/>
            <p:cNvSpPr/>
            <p:nvPr/>
          </p:nvSpPr>
          <p:spPr>
            <a:xfrm>
              <a:off x="5396987" y="2125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2"/>
            <p:cNvSpPr/>
            <p:nvPr/>
          </p:nvSpPr>
          <p:spPr>
            <a:xfrm>
              <a:off x="5399560" y="2152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3"/>
            <p:cNvSpPr/>
            <p:nvPr/>
          </p:nvSpPr>
          <p:spPr>
            <a:xfrm>
              <a:off x="5097431" y="232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4"/>
            <p:cNvSpPr/>
            <p:nvPr/>
          </p:nvSpPr>
          <p:spPr>
            <a:xfrm>
              <a:off x="5549636" y="2082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5"/>
            <p:cNvSpPr/>
            <p:nvPr/>
          </p:nvSpPr>
          <p:spPr>
            <a:xfrm>
              <a:off x="4811454" y="2062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6"/>
            <p:cNvSpPr/>
            <p:nvPr/>
          </p:nvSpPr>
          <p:spPr>
            <a:xfrm>
              <a:off x="5759678" y="1954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7"/>
            <p:cNvSpPr/>
            <p:nvPr/>
          </p:nvSpPr>
          <p:spPr>
            <a:xfrm>
              <a:off x="4651486" y="2501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8"/>
            <p:cNvSpPr/>
            <p:nvPr/>
          </p:nvSpPr>
          <p:spPr>
            <a:xfrm>
              <a:off x="5387968" y="2050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9"/>
            <p:cNvSpPr/>
            <p:nvPr/>
          </p:nvSpPr>
          <p:spPr>
            <a:xfrm>
              <a:off x="5744649" y="1819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30"/>
            <p:cNvSpPr/>
            <p:nvPr/>
          </p:nvSpPr>
          <p:spPr>
            <a:xfrm>
              <a:off x="5190313" y="2116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1"/>
            <p:cNvSpPr/>
            <p:nvPr/>
          </p:nvSpPr>
          <p:spPr>
            <a:xfrm>
              <a:off x="5374564" y="2060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2"/>
            <p:cNvSpPr/>
            <p:nvPr/>
          </p:nvSpPr>
          <p:spPr>
            <a:xfrm>
              <a:off x="5426901" y="2270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3"/>
            <p:cNvSpPr/>
            <p:nvPr/>
          </p:nvSpPr>
          <p:spPr>
            <a:xfrm>
              <a:off x="5108169" y="2139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4"/>
            <p:cNvSpPr/>
            <p:nvPr/>
          </p:nvSpPr>
          <p:spPr>
            <a:xfrm>
              <a:off x="5317118" y="2217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5"/>
            <p:cNvSpPr/>
            <p:nvPr/>
          </p:nvSpPr>
          <p:spPr>
            <a:xfrm>
              <a:off x="5471881" y="2231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6"/>
            <p:cNvSpPr/>
            <p:nvPr/>
          </p:nvSpPr>
          <p:spPr>
            <a:xfrm>
              <a:off x="5006319" y="2512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7"/>
            <p:cNvSpPr/>
            <p:nvPr/>
          </p:nvSpPr>
          <p:spPr>
            <a:xfrm>
              <a:off x="5622267" y="1958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8"/>
            <p:cNvSpPr/>
            <p:nvPr/>
          </p:nvSpPr>
          <p:spPr>
            <a:xfrm>
              <a:off x="5363522" y="1835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9"/>
            <p:cNvSpPr/>
            <p:nvPr/>
          </p:nvSpPr>
          <p:spPr>
            <a:xfrm>
              <a:off x="5537585" y="1951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40"/>
            <p:cNvSpPr/>
            <p:nvPr/>
          </p:nvSpPr>
          <p:spPr>
            <a:xfrm>
              <a:off x="4866651" y="2933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1"/>
            <p:cNvSpPr/>
            <p:nvPr/>
          </p:nvSpPr>
          <p:spPr>
            <a:xfrm>
              <a:off x="5550194" y="1941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2"/>
            <p:cNvSpPr/>
            <p:nvPr/>
          </p:nvSpPr>
          <p:spPr>
            <a:xfrm>
              <a:off x="5000530" y="2342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3"/>
            <p:cNvSpPr/>
            <p:nvPr/>
          </p:nvSpPr>
          <p:spPr>
            <a:xfrm>
              <a:off x="5547742" y="2133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4"/>
            <p:cNvSpPr/>
            <p:nvPr/>
          </p:nvSpPr>
          <p:spPr>
            <a:xfrm>
              <a:off x="5636222" y="1834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5"/>
            <p:cNvSpPr/>
            <p:nvPr/>
          </p:nvSpPr>
          <p:spPr>
            <a:xfrm>
              <a:off x="4947516" y="2252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6"/>
            <p:cNvSpPr/>
            <p:nvPr/>
          </p:nvSpPr>
          <p:spPr>
            <a:xfrm>
              <a:off x="4962289" y="245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7"/>
            <p:cNvSpPr/>
            <p:nvPr/>
          </p:nvSpPr>
          <p:spPr>
            <a:xfrm>
              <a:off x="5151240" y="2033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8"/>
            <p:cNvSpPr/>
            <p:nvPr/>
          </p:nvSpPr>
          <p:spPr>
            <a:xfrm>
              <a:off x="5076242" y="2319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9"/>
            <p:cNvSpPr/>
            <p:nvPr/>
          </p:nvSpPr>
          <p:spPr>
            <a:xfrm>
              <a:off x="5589294" y="1636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50"/>
            <p:cNvSpPr/>
            <p:nvPr/>
          </p:nvSpPr>
          <p:spPr>
            <a:xfrm>
              <a:off x="5543462" y="2063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1"/>
            <p:cNvSpPr/>
            <p:nvPr/>
          </p:nvSpPr>
          <p:spPr>
            <a:xfrm>
              <a:off x="5458244" y="2137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2"/>
            <p:cNvSpPr/>
            <p:nvPr/>
          </p:nvSpPr>
          <p:spPr>
            <a:xfrm>
              <a:off x="5173246" y="2025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3"/>
            <p:cNvSpPr/>
            <p:nvPr/>
          </p:nvSpPr>
          <p:spPr>
            <a:xfrm>
              <a:off x="5168582" y="2169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4"/>
            <p:cNvSpPr/>
            <p:nvPr/>
          </p:nvSpPr>
          <p:spPr>
            <a:xfrm>
              <a:off x="5120764" y="2152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5"/>
            <p:cNvSpPr/>
            <p:nvPr/>
          </p:nvSpPr>
          <p:spPr>
            <a:xfrm>
              <a:off x="5702087" y="1765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6"/>
            <p:cNvSpPr/>
            <p:nvPr/>
          </p:nvSpPr>
          <p:spPr>
            <a:xfrm>
              <a:off x="5360071" y="2028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7"/>
            <p:cNvSpPr/>
            <p:nvPr/>
          </p:nvSpPr>
          <p:spPr>
            <a:xfrm>
              <a:off x="5550632" y="2069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8"/>
            <p:cNvSpPr/>
            <p:nvPr/>
          </p:nvSpPr>
          <p:spPr>
            <a:xfrm>
              <a:off x="5329782" y="2211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9"/>
            <p:cNvSpPr/>
            <p:nvPr/>
          </p:nvSpPr>
          <p:spPr>
            <a:xfrm>
              <a:off x="5370710" y="1874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60"/>
            <p:cNvSpPr/>
            <p:nvPr/>
          </p:nvSpPr>
          <p:spPr>
            <a:xfrm>
              <a:off x="5098325" y="2224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1"/>
            <p:cNvSpPr/>
            <p:nvPr/>
          </p:nvSpPr>
          <p:spPr>
            <a:xfrm>
              <a:off x="4998340" y="2524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2"/>
            <p:cNvSpPr/>
            <p:nvPr/>
          </p:nvSpPr>
          <p:spPr>
            <a:xfrm>
              <a:off x="5189647" y="2096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3"/>
            <p:cNvSpPr/>
            <p:nvPr/>
          </p:nvSpPr>
          <p:spPr>
            <a:xfrm>
              <a:off x="5523439" y="1834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4"/>
            <p:cNvSpPr/>
            <p:nvPr/>
          </p:nvSpPr>
          <p:spPr>
            <a:xfrm>
              <a:off x="5285359" y="2110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5"/>
            <p:cNvSpPr/>
            <p:nvPr/>
          </p:nvSpPr>
          <p:spPr>
            <a:xfrm>
              <a:off x="6063089" y="1962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6"/>
            <p:cNvSpPr/>
            <p:nvPr/>
          </p:nvSpPr>
          <p:spPr>
            <a:xfrm>
              <a:off x="4908022" y="2485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7"/>
            <p:cNvSpPr/>
            <p:nvPr/>
          </p:nvSpPr>
          <p:spPr>
            <a:xfrm>
              <a:off x="5472577" y="2253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8"/>
            <p:cNvSpPr/>
            <p:nvPr/>
          </p:nvSpPr>
          <p:spPr>
            <a:xfrm>
              <a:off x="5846667" y="2153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9"/>
            <p:cNvSpPr/>
            <p:nvPr/>
          </p:nvSpPr>
          <p:spPr>
            <a:xfrm>
              <a:off x="5311825" y="2234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70"/>
            <p:cNvSpPr/>
            <p:nvPr/>
          </p:nvSpPr>
          <p:spPr>
            <a:xfrm>
              <a:off x="5477255" y="2168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1"/>
            <p:cNvSpPr/>
            <p:nvPr/>
          </p:nvSpPr>
          <p:spPr>
            <a:xfrm>
              <a:off x="5689380" y="2116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2"/>
            <p:cNvSpPr/>
            <p:nvPr/>
          </p:nvSpPr>
          <p:spPr>
            <a:xfrm>
              <a:off x="5125245" y="2069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3"/>
            <p:cNvSpPr/>
            <p:nvPr/>
          </p:nvSpPr>
          <p:spPr>
            <a:xfrm>
              <a:off x="5313290" y="2163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4"/>
            <p:cNvSpPr/>
            <p:nvPr/>
          </p:nvSpPr>
          <p:spPr>
            <a:xfrm>
              <a:off x="5397500" y="2191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5"/>
            <p:cNvSpPr/>
            <p:nvPr/>
          </p:nvSpPr>
          <p:spPr>
            <a:xfrm>
              <a:off x="5364134" y="196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6"/>
            <p:cNvSpPr/>
            <p:nvPr/>
          </p:nvSpPr>
          <p:spPr>
            <a:xfrm>
              <a:off x="5280087" y="1945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7"/>
            <p:cNvSpPr/>
            <p:nvPr/>
          </p:nvSpPr>
          <p:spPr>
            <a:xfrm>
              <a:off x="5531591" y="2055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8"/>
            <p:cNvSpPr/>
            <p:nvPr/>
          </p:nvSpPr>
          <p:spPr>
            <a:xfrm>
              <a:off x="5545686" y="1969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9"/>
            <p:cNvSpPr/>
            <p:nvPr/>
          </p:nvSpPr>
          <p:spPr>
            <a:xfrm>
              <a:off x="5698295" y="1933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80"/>
            <p:cNvSpPr/>
            <p:nvPr/>
          </p:nvSpPr>
          <p:spPr>
            <a:xfrm>
              <a:off x="5315101" y="2224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1"/>
            <p:cNvSpPr/>
            <p:nvPr/>
          </p:nvSpPr>
          <p:spPr>
            <a:xfrm>
              <a:off x="5820707" y="1493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2"/>
            <p:cNvSpPr/>
            <p:nvPr/>
          </p:nvSpPr>
          <p:spPr>
            <a:xfrm>
              <a:off x="5100280" y="2051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3"/>
            <p:cNvSpPr/>
            <p:nvPr/>
          </p:nvSpPr>
          <p:spPr>
            <a:xfrm>
              <a:off x="5389921" y="2268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4"/>
            <p:cNvSpPr/>
            <p:nvPr/>
          </p:nvSpPr>
          <p:spPr>
            <a:xfrm>
              <a:off x="5444573" y="2095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5"/>
            <p:cNvSpPr/>
            <p:nvPr/>
          </p:nvSpPr>
          <p:spPr>
            <a:xfrm>
              <a:off x="5449853" y="2146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6"/>
            <p:cNvSpPr/>
            <p:nvPr/>
          </p:nvSpPr>
          <p:spPr>
            <a:xfrm>
              <a:off x="4699674" y="2642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7"/>
            <p:cNvSpPr/>
            <p:nvPr/>
          </p:nvSpPr>
          <p:spPr>
            <a:xfrm>
              <a:off x="5205336" y="2033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8"/>
            <p:cNvSpPr/>
            <p:nvPr/>
          </p:nvSpPr>
          <p:spPr>
            <a:xfrm>
              <a:off x="5954610" y="1591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9"/>
            <p:cNvSpPr/>
            <p:nvPr/>
          </p:nvSpPr>
          <p:spPr>
            <a:xfrm>
              <a:off x="5339735" y="2176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90"/>
            <p:cNvSpPr/>
            <p:nvPr/>
          </p:nvSpPr>
          <p:spPr>
            <a:xfrm>
              <a:off x="5038937" y="2377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1"/>
            <p:cNvSpPr/>
            <p:nvPr/>
          </p:nvSpPr>
          <p:spPr>
            <a:xfrm>
              <a:off x="5071232" y="2364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2"/>
            <p:cNvSpPr/>
            <p:nvPr/>
          </p:nvSpPr>
          <p:spPr>
            <a:xfrm>
              <a:off x="5412332" y="2183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3"/>
            <p:cNvSpPr/>
            <p:nvPr/>
          </p:nvSpPr>
          <p:spPr>
            <a:xfrm>
              <a:off x="5020175" y="264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4"/>
            <p:cNvSpPr/>
            <p:nvPr/>
          </p:nvSpPr>
          <p:spPr>
            <a:xfrm>
              <a:off x="5438512" y="2062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5"/>
            <p:cNvSpPr/>
            <p:nvPr/>
          </p:nvSpPr>
          <p:spPr>
            <a:xfrm>
              <a:off x="5060638" y="2433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6"/>
            <p:cNvSpPr/>
            <p:nvPr/>
          </p:nvSpPr>
          <p:spPr>
            <a:xfrm>
              <a:off x="5335928" y="2103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7"/>
            <p:cNvSpPr/>
            <p:nvPr/>
          </p:nvSpPr>
          <p:spPr>
            <a:xfrm>
              <a:off x="5101258" y="2003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8"/>
            <p:cNvSpPr/>
            <p:nvPr/>
          </p:nvSpPr>
          <p:spPr>
            <a:xfrm>
              <a:off x="5733572" y="1705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9"/>
            <p:cNvSpPr/>
            <p:nvPr/>
          </p:nvSpPr>
          <p:spPr>
            <a:xfrm>
              <a:off x="4828374" y="227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900"/>
            <p:cNvSpPr/>
            <p:nvPr/>
          </p:nvSpPr>
          <p:spPr>
            <a:xfrm>
              <a:off x="4911774" y="2228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1"/>
            <p:cNvSpPr/>
            <p:nvPr/>
          </p:nvSpPr>
          <p:spPr>
            <a:xfrm>
              <a:off x="5415509" y="2213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2"/>
            <p:cNvSpPr/>
            <p:nvPr/>
          </p:nvSpPr>
          <p:spPr>
            <a:xfrm>
              <a:off x="5207858" y="2222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3"/>
            <p:cNvSpPr/>
            <p:nvPr/>
          </p:nvSpPr>
          <p:spPr>
            <a:xfrm>
              <a:off x="5265398" y="2216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4"/>
            <p:cNvSpPr/>
            <p:nvPr/>
          </p:nvSpPr>
          <p:spPr>
            <a:xfrm>
              <a:off x="5657456" y="2107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5"/>
            <p:cNvSpPr/>
            <p:nvPr/>
          </p:nvSpPr>
          <p:spPr>
            <a:xfrm>
              <a:off x="5187351" y="2215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6"/>
            <p:cNvSpPr/>
            <p:nvPr/>
          </p:nvSpPr>
          <p:spPr>
            <a:xfrm>
              <a:off x="5325538" y="2104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7"/>
            <p:cNvSpPr/>
            <p:nvPr/>
          </p:nvSpPr>
          <p:spPr>
            <a:xfrm>
              <a:off x="5441507" y="2098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8"/>
            <p:cNvSpPr/>
            <p:nvPr/>
          </p:nvSpPr>
          <p:spPr>
            <a:xfrm>
              <a:off x="5346901" y="2074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9"/>
            <p:cNvSpPr/>
            <p:nvPr/>
          </p:nvSpPr>
          <p:spPr>
            <a:xfrm>
              <a:off x="5548948" y="2027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10"/>
            <p:cNvSpPr/>
            <p:nvPr/>
          </p:nvSpPr>
          <p:spPr>
            <a:xfrm>
              <a:off x="4950285" y="2575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1"/>
            <p:cNvSpPr/>
            <p:nvPr/>
          </p:nvSpPr>
          <p:spPr>
            <a:xfrm>
              <a:off x="5418324" y="2073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2"/>
            <p:cNvSpPr/>
            <p:nvPr/>
          </p:nvSpPr>
          <p:spPr>
            <a:xfrm>
              <a:off x="5499667" y="2029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3"/>
            <p:cNvSpPr/>
            <p:nvPr/>
          </p:nvSpPr>
          <p:spPr>
            <a:xfrm>
              <a:off x="4650604" y="2804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4"/>
            <p:cNvSpPr/>
            <p:nvPr/>
          </p:nvSpPr>
          <p:spPr>
            <a:xfrm>
              <a:off x="5259512" y="2188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5"/>
            <p:cNvSpPr/>
            <p:nvPr/>
          </p:nvSpPr>
          <p:spPr>
            <a:xfrm>
              <a:off x="5150226" y="2133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6"/>
            <p:cNvSpPr/>
            <p:nvPr/>
          </p:nvSpPr>
          <p:spPr>
            <a:xfrm>
              <a:off x="5029560" y="2686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7"/>
            <p:cNvSpPr/>
            <p:nvPr/>
          </p:nvSpPr>
          <p:spPr>
            <a:xfrm>
              <a:off x="5886616" y="2046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8"/>
            <p:cNvSpPr/>
            <p:nvPr/>
          </p:nvSpPr>
          <p:spPr>
            <a:xfrm>
              <a:off x="5615623" y="2014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9"/>
            <p:cNvSpPr/>
            <p:nvPr/>
          </p:nvSpPr>
          <p:spPr>
            <a:xfrm>
              <a:off x="5464118" y="2212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20"/>
            <p:cNvSpPr/>
            <p:nvPr/>
          </p:nvSpPr>
          <p:spPr>
            <a:xfrm>
              <a:off x="4927436" y="2112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1"/>
            <p:cNvSpPr/>
            <p:nvPr/>
          </p:nvSpPr>
          <p:spPr>
            <a:xfrm>
              <a:off x="5393717" y="2326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2"/>
            <p:cNvSpPr/>
            <p:nvPr/>
          </p:nvSpPr>
          <p:spPr>
            <a:xfrm>
              <a:off x="4789482" y="2963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3"/>
            <p:cNvSpPr/>
            <p:nvPr/>
          </p:nvSpPr>
          <p:spPr>
            <a:xfrm>
              <a:off x="5498115" y="1937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4"/>
            <p:cNvSpPr/>
            <p:nvPr/>
          </p:nvSpPr>
          <p:spPr>
            <a:xfrm>
              <a:off x="5221867" y="2225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5"/>
            <p:cNvSpPr/>
            <p:nvPr/>
          </p:nvSpPr>
          <p:spPr>
            <a:xfrm>
              <a:off x="5429315" y="2110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6"/>
            <p:cNvSpPr/>
            <p:nvPr/>
          </p:nvSpPr>
          <p:spPr>
            <a:xfrm>
              <a:off x="5033601" y="267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7"/>
            <p:cNvSpPr/>
            <p:nvPr/>
          </p:nvSpPr>
          <p:spPr>
            <a:xfrm>
              <a:off x="5315283" y="2079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8"/>
            <p:cNvSpPr/>
            <p:nvPr/>
          </p:nvSpPr>
          <p:spPr>
            <a:xfrm>
              <a:off x="5723333" y="2085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9"/>
            <p:cNvSpPr/>
            <p:nvPr/>
          </p:nvSpPr>
          <p:spPr>
            <a:xfrm>
              <a:off x="5372662" y="2067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30"/>
            <p:cNvSpPr/>
            <p:nvPr/>
          </p:nvSpPr>
          <p:spPr>
            <a:xfrm>
              <a:off x="5162451" y="2163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1"/>
            <p:cNvSpPr/>
            <p:nvPr/>
          </p:nvSpPr>
          <p:spPr>
            <a:xfrm>
              <a:off x="4991866" y="1997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2"/>
            <p:cNvSpPr/>
            <p:nvPr/>
          </p:nvSpPr>
          <p:spPr>
            <a:xfrm>
              <a:off x="5191613" y="2090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3"/>
            <p:cNvSpPr/>
            <p:nvPr/>
          </p:nvSpPr>
          <p:spPr>
            <a:xfrm>
              <a:off x="5112008" y="2033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4"/>
            <p:cNvSpPr/>
            <p:nvPr/>
          </p:nvSpPr>
          <p:spPr>
            <a:xfrm>
              <a:off x="5486237" y="204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5"/>
            <p:cNvSpPr/>
            <p:nvPr/>
          </p:nvSpPr>
          <p:spPr>
            <a:xfrm>
              <a:off x="5079869" y="2237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6"/>
            <p:cNvSpPr/>
            <p:nvPr/>
          </p:nvSpPr>
          <p:spPr>
            <a:xfrm>
              <a:off x="5186539" y="2203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7"/>
            <p:cNvSpPr/>
            <p:nvPr/>
          </p:nvSpPr>
          <p:spPr>
            <a:xfrm>
              <a:off x="5337771" y="2130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8"/>
            <p:cNvSpPr/>
            <p:nvPr/>
          </p:nvSpPr>
          <p:spPr>
            <a:xfrm>
              <a:off x="5655709" y="1980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9"/>
            <p:cNvSpPr/>
            <p:nvPr/>
          </p:nvSpPr>
          <p:spPr>
            <a:xfrm>
              <a:off x="5553533" y="2109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40"/>
            <p:cNvSpPr/>
            <p:nvPr/>
          </p:nvSpPr>
          <p:spPr>
            <a:xfrm>
              <a:off x="5773162" y="1855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1"/>
            <p:cNvSpPr/>
            <p:nvPr/>
          </p:nvSpPr>
          <p:spPr>
            <a:xfrm>
              <a:off x="5331880" y="2174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2"/>
            <p:cNvSpPr/>
            <p:nvPr/>
          </p:nvSpPr>
          <p:spPr>
            <a:xfrm>
              <a:off x="5310901" y="2102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3"/>
            <p:cNvSpPr/>
            <p:nvPr/>
          </p:nvSpPr>
          <p:spPr>
            <a:xfrm>
              <a:off x="5212357" y="2194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4"/>
            <p:cNvSpPr/>
            <p:nvPr/>
          </p:nvSpPr>
          <p:spPr>
            <a:xfrm>
              <a:off x="5224622" y="2021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5"/>
            <p:cNvSpPr/>
            <p:nvPr/>
          </p:nvSpPr>
          <p:spPr>
            <a:xfrm>
              <a:off x="4991394" y="2088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6"/>
            <p:cNvSpPr/>
            <p:nvPr/>
          </p:nvSpPr>
          <p:spPr>
            <a:xfrm>
              <a:off x="5105812" y="1963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7"/>
            <p:cNvSpPr/>
            <p:nvPr/>
          </p:nvSpPr>
          <p:spPr>
            <a:xfrm>
              <a:off x="5258807" y="2238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8"/>
            <p:cNvSpPr/>
            <p:nvPr/>
          </p:nvSpPr>
          <p:spPr>
            <a:xfrm>
              <a:off x="5300121" y="2179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9"/>
            <p:cNvSpPr/>
            <p:nvPr/>
          </p:nvSpPr>
          <p:spPr>
            <a:xfrm>
              <a:off x="5283672" y="2063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50"/>
            <p:cNvSpPr/>
            <p:nvPr/>
          </p:nvSpPr>
          <p:spPr>
            <a:xfrm>
              <a:off x="5191200" y="191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1"/>
            <p:cNvSpPr/>
            <p:nvPr/>
          </p:nvSpPr>
          <p:spPr>
            <a:xfrm>
              <a:off x="5073680" y="2352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2"/>
            <p:cNvSpPr/>
            <p:nvPr/>
          </p:nvSpPr>
          <p:spPr>
            <a:xfrm>
              <a:off x="5234320" y="2171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3"/>
            <p:cNvSpPr/>
            <p:nvPr/>
          </p:nvSpPr>
          <p:spPr>
            <a:xfrm>
              <a:off x="5110501" y="2070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4"/>
            <p:cNvSpPr/>
            <p:nvPr/>
          </p:nvSpPr>
          <p:spPr>
            <a:xfrm>
              <a:off x="5125110" y="1981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5"/>
            <p:cNvSpPr/>
            <p:nvPr/>
          </p:nvSpPr>
          <p:spPr>
            <a:xfrm>
              <a:off x="5024968" y="2371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6"/>
            <p:cNvSpPr/>
            <p:nvPr/>
          </p:nvSpPr>
          <p:spPr>
            <a:xfrm>
              <a:off x="5240116" y="2153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7"/>
            <p:cNvSpPr/>
            <p:nvPr/>
          </p:nvSpPr>
          <p:spPr>
            <a:xfrm>
              <a:off x="5209215" y="2193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8"/>
            <p:cNvSpPr/>
            <p:nvPr/>
          </p:nvSpPr>
          <p:spPr>
            <a:xfrm>
              <a:off x="5448246" y="2179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9"/>
            <p:cNvSpPr/>
            <p:nvPr/>
          </p:nvSpPr>
          <p:spPr>
            <a:xfrm>
              <a:off x="5346741" y="213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60"/>
            <p:cNvSpPr/>
            <p:nvPr/>
          </p:nvSpPr>
          <p:spPr>
            <a:xfrm>
              <a:off x="4928128" y="251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1"/>
            <p:cNvSpPr/>
            <p:nvPr/>
          </p:nvSpPr>
          <p:spPr>
            <a:xfrm>
              <a:off x="5367114" y="1965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2"/>
            <p:cNvSpPr/>
            <p:nvPr/>
          </p:nvSpPr>
          <p:spPr>
            <a:xfrm>
              <a:off x="5443338" y="2111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3"/>
            <p:cNvSpPr/>
            <p:nvPr/>
          </p:nvSpPr>
          <p:spPr>
            <a:xfrm>
              <a:off x="5019532" y="2611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4"/>
            <p:cNvSpPr/>
            <p:nvPr/>
          </p:nvSpPr>
          <p:spPr>
            <a:xfrm>
              <a:off x="5022613" y="2532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5"/>
            <p:cNvSpPr/>
            <p:nvPr/>
          </p:nvSpPr>
          <p:spPr>
            <a:xfrm>
              <a:off x="5634228" y="1853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6"/>
            <p:cNvSpPr/>
            <p:nvPr/>
          </p:nvSpPr>
          <p:spPr>
            <a:xfrm>
              <a:off x="5594913" y="1838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7"/>
            <p:cNvSpPr/>
            <p:nvPr/>
          </p:nvSpPr>
          <p:spPr>
            <a:xfrm>
              <a:off x="5638989" y="1763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8"/>
            <p:cNvSpPr/>
            <p:nvPr/>
          </p:nvSpPr>
          <p:spPr>
            <a:xfrm>
              <a:off x="5303960" y="2103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9"/>
            <p:cNvSpPr/>
            <p:nvPr/>
          </p:nvSpPr>
          <p:spPr>
            <a:xfrm>
              <a:off x="5679711" y="1834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70"/>
            <p:cNvSpPr/>
            <p:nvPr/>
          </p:nvSpPr>
          <p:spPr>
            <a:xfrm>
              <a:off x="5286581" y="2097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1"/>
            <p:cNvSpPr/>
            <p:nvPr/>
          </p:nvSpPr>
          <p:spPr>
            <a:xfrm>
              <a:off x="4934902" y="2396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2"/>
            <p:cNvSpPr/>
            <p:nvPr/>
          </p:nvSpPr>
          <p:spPr>
            <a:xfrm>
              <a:off x="5754916" y="1354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3"/>
            <p:cNvSpPr/>
            <p:nvPr/>
          </p:nvSpPr>
          <p:spPr>
            <a:xfrm>
              <a:off x="5374915" y="1945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4"/>
            <p:cNvSpPr/>
            <p:nvPr/>
          </p:nvSpPr>
          <p:spPr>
            <a:xfrm>
              <a:off x="5238013" y="2218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5"/>
            <p:cNvSpPr/>
            <p:nvPr/>
          </p:nvSpPr>
          <p:spPr>
            <a:xfrm>
              <a:off x="5738471" y="1894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6"/>
            <p:cNvSpPr/>
            <p:nvPr/>
          </p:nvSpPr>
          <p:spPr>
            <a:xfrm>
              <a:off x="5402215" y="2184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7"/>
            <p:cNvSpPr/>
            <p:nvPr/>
          </p:nvSpPr>
          <p:spPr>
            <a:xfrm>
              <a:off x="5173236" y="2228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8"/>
            <p:cNvSpPr/>
            <p:nvPr/>
          </p:nvSpPr>
          <p:spPr>
            <a:xfrm>
              <a:off x="5333159" y="2001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9"/>
            <p:cNvSpPr/>
            <p:nvPr/>
          </p:nvSpPr>
          <p:spPr>
            <a:xfrm>
              <a:off x="5469104" y="2184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80"/>
            <p:cNvSpPr/>
            <p:nvPr/>
          </p:nvSpPr>
          <p:spPr>
            <a:xfrm>
              <a:off x="5293802" y="2090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1"/>
            <p:cNvSpPr/>
            <p:nvPr/>
          </p:nvSpPr>
          <p:spPr>
            <a:xfrm>
              <a:off x="5376774" y="1922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2"/>
            <p:cNvSpPr/>
            <p:nvPr/>
          </p:nvSpPr>
          <p:spPr>
            <a:xfrm>
              <a:off x="5774117" y="1889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3"/>
            <p:cNvSpPr/>
            <p:nvPr/>
          </p:nvSpPr>
          <p:spPr>
            <a:xfrm>
              <a:off x="5259972" y="2221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4"/>
            <p:cNvSpPr/>
            <p:nvPr/>
          </p:nvSpPr>
          <p:spPr>
            <a:xfrm>
              <a:off x="5104831" y="1940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5"/>
            <p:cNvSpPr/>
            <p:nvPr/>
          </p:nvSpPr>
          <p:spPr>
            <a:xfrm>
              <a:off x="5372136" y="1902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6"/>
            <p:cNvSpPr/>
            <p:nvPr/>
          </p:nvSpPr>
          <p:spPr>
            <a:xfrm>
              <a:off x="5751565" y="1935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7"/>
            <p:cNvSpPr/>
            <p:nvPr/>
          </p:nvSpPr>
          <p:spPr>
            <a:xfrm>
              <a:off x="5533979" y="2022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8"/>
            <p:cNvSpPr/>
            <p:nvPr/>
          </p:nvSpPr>
          <p:spPr>
            <a:xfrm>
              <a:off x="5391380" y="1991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9"/>
            <p:cNvSpPr/>
            <p:nvPr/>
          </p:nvSpPr>
          <p:spPr>
            <a:xfrm>
              <a:off x="5514690" y="1936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90"/>
            <p:cNvSpPr/>
            <p:nvPr/>
          </p:nvSpPr>
          <p:spPr>
            <a:xfrm>
              <a:off x="5106758" y="1975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1"/>
            <p:cNvSpPr/>
            <p:nvPr/>
          </p:nvSpPr>
          <p:spPr>
            <a:xfrm>
              <a:off x="5183383" y="2108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2"/>
            <p:cNvSpPr/>
            <p:nvPr/>
          </p:nvSpPr>
          <p:spPr>
            <a:xfrm>
              <a:off x="5613651" y="2019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3"/>
            <p:cNvSpPr/>
            <p:nvPr/>
          </p:nvSpPr>
          <p:spPr>
            <a:xfrm>
              <a:off x="4887953" y="2642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4"/>
            <p:cNvSpPr/>
            <p:nvPr/>
          </p:nvSpPr>
          <p:spPr>
            <a:xfrm>
              <a:off x="5438764" y="2205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5"/>
            <p:cNvSpPr/>
            <p:nvPr/>
          </p:nvSpPr>
          <p:spPr>
            <a:xfrm>
              <a:off x="5306198" y="2259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6"/>
            <p:cNvSpPr/>
            <p:nvPr/>
          </p:nvSpPr>
          <p:spPr>
            <a:xfrm>
              <a:off x="5073784" y="2285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7"/>
            <p:cNvSpPr/>
            <p:nvPr/>
          </p:nvSpPr>
          <p:spPr>
            <a:xfrm>
              <a:off x="5089614" y="2159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8"/>
            <p:cNvSpPr/>
            <p:nvPr/>
          </p:nvSpPr>
          <p:spPr>
            <a:xfrm>
              <a:off x="5272924" y="226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9"/>
            <p:cNvSpPr/>
            <p:nvPr/>
          </p:nvSpPr>
          <p:spPr>
            <a:xfrm>
              <a:off x="5607368" y="2074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3000"/>
            <p:cNvSpPr/>
            <p:nvPr/>
          </p:nvSpPr>
          <p:spPr>
            <a:xfrm>
              <a:off x="5010686" y="2649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1"/>
            <p:cNvSpPr/>
            <p:nvPr/>
          </p:nvSpPr>
          <p:spPr>
            <a:xfrm>
              <a:off x="5747252" y="1784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2"/>
            <p:cNvSpPr/>
            <p:nvPr/>
          </p:nvSpPr>
          <p:spPr>
            <a:xfrm>
              <a:off x="5579362" y="1740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3"/>
            <p:cNvSpPr/>
            <p:nvPr/>
          </p:nvSpPr>
          <p:spPr>
            <a:xfrm>
              <a:off x="5721634" y="1869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4"/>
            <p:cNvSpPr/>
            <p:nvPr/>
          </p:nvSpPr>
          <p:spPr>
            <a:xfrm>
              <a:off x="4994600" y="1898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5"/>
            <p:cNvSpPr/>
            <p:nvPr/>
          </p:nvSpPr>
          <p:spPr>
            <a:xfrm>
              <a:off x="5266931" y="2152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6"/>
            <p:cNvSpPr/>
            <p:nvPr/>
          </p:nvSpPr>
          <p:spPr>
            <a:xfrm>
              <a:off x="5164457" y="2182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7"/>
            <p:cNvSpPr/>
            <p:nvPr/>
          </p:nvSpPr>
          <p:spPr>
            <a:xfrm>
              <a:off x="5530915" y="2002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8"/>
            <p:cNvSpPr/>
            <p:nvPr/>
          </p:nvSpPr>
          <p:spPr>
            <a:xfrm>
              <a:off x="5062466" y="2502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9"/>
            <p:cNvSpPr/>
            <p:nvPr/>
          </p:nvSpPr>
          <p:spPr>
            <a:xfrm>
              <a:off x="4867202" y="2520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10"/>
            <p:cNvSpPr/>
            <p:nvPr/>
          </p:nvSpPr>
          <p:spPr>
            <a:xfrm>
              <a:off x="5380022" y="1909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1"/>
            <p:cNvSpPr/>
            <p:nvPr/>
          </p:nvSpPr>
          <p:spPr>
            <a:xfrm>
              <a:off x="5704674" y="1928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2"/>
            <p:cNvSpPr/>
            <p:nvPr/>
          </p:nvSpPr>
          <p:spPr>
            <a:xfrm>
              <a:off x="4852535" y="2727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3"/>
            <p:cNvSpPr/>
            <p:nvPr/>
          </p:nvSpPr>
          <p:spPr>
            <a:xfrm>
              <a:off x="4998292" y="2489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4"/>
            <p:cNvSpPr/>
            <p:nvPr/>
          </p:nvSpPr>
          <p:spPr>
            <a:xfrm>
              <a:off x="5081386" y="2247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5"/>
            <p:cNvSpPr/>
            <p:nvPr/>
          </p:nvSpPr>
          <p:spPr>
            <a:xfrm>
              <a:off x="5546600" y="1901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6"/>
            <p:cNvSpPr/>
            <p:nvPr/>
          </p:nvSpPr>
          <p:spPr>
            <a:xfrm>
              <a:off x="5603435" y="181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7"/>
            <p:cNvSpPr/>
            <p:nvPr/>
          </p:nvSpPr>
          <p:spPr>
            <a:xfrm>
              <a:off x="5344588" y="2114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8"/>
            <p:cNvSpPr/>
            <p:nvPr/>
          </p:nvSpPr>
          <p:spPr>
            <a:xfrm>
              <a:off x="5452782" y="2166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9"/>
            <p:cNvSpPr/>
            <p:nvPr/>
          </p:nvSpPr>
          <p:spPr>
            <a:xfrm>
              <a:off x="5295994" y="230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20"/>
            <p:cNvSpPr/>
            <p:nvPr/>
          </p:nvSpPr>
          <p:spPr>
            <a:xfrm>
              <a:off x="5708673" y="1846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1"/>
            <p:cNvSpPr/>
            <p:nvPr/>
          </p:nvSpPr>
          <p:spPr>
            <a:xfrm>
              <a:off x="5018372" y="2656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2"/>
            <p:cNvSpPr/>
            <p:nvPr/>
          </p:nvSpPr>
          <p:spPr>
            <a:xfrm>
              <a:off x="5358896" y="1991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3"/>
            <p:cNvSpPr/>
            <p:nvPr/>
          </p:nvSpPr>
          <p:spPr>
            <a:xfrm>
              <a:off x="5497721" y="2102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4"/>
            <p:cNvSpPr/>
            <p:nvPr/>
          </p:nvSpPr>
          <p:spPr>
            <a:xfrm>
              <a:off x="5658495" y="1966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5"/>
            <p:cNvSpPr/>
            <p:nvPr/>
          </p:nvSpPr>
          <p:spPr>
            <a:xfrm>
              <a:off x="5314321" y="2199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6"/>
            <p:cNvSpPr/>
            <p:nvPr/>
          </p:nvSpPr>
          <p:spPr>
            <a:xfrm>
              <a:off x="5657936" y="1917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7"/>
            <p:cNvSpPr/>
            <p:nvPr/>
          </p:nvSpPr>
          <p:spPr>
            <a:xfrm>
              <a:off x="5785504" y="1795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8"/>
            <p:cNvSpPr/>
            <p:nvPr/>
          </p:nvSpPr>
          <p:spPr>
            <a:xfrm>
              <a:off x="5595603" y="1826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9"/>
            <p:cNvSpPr/>
            <p:nvPr/>
          </p:nvSpPr>
          <p:spPr>
            <a:xfrm>
              <a:off x="5597432" y="1915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30"/>
            <p:cNvSpPr/>
            <p:nvPr/>
          </p:nvSpPr>
          <p:spPr>
            <a:xfrm>
              <a:off x="5339232" y="2106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1"/>
            <p:cNvSpPr/>
            <p:nvPr/>
          </p:nvSpPr>
          <p:spPr>
            <a:xfrm>
              <a:off x="5215669" y="2105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2"/>
            <p:cNvSpPr/>
            <p:nvPr/>
          </p:nvSpPr>
          <p:spPr>
            <a:xfrm>
              <a:off x="5138014" y="1980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3"/>
            <p:cNvSpPr/>
            <p:nvPr/>
          </p:nvSpPr>
          <p:spPr>
            <a:xfrm>
              <a:off x="5456444" y="2042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4"/>
            <p:cNvSpPr/>
            <p:nvPr/>
          </p:nvSpPr>
          <p:spPr>
            <a:xfrm>
              <a:off x="5806242" y="1742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5"/>
            <p:cNvSpPr/>
            <p:nvPr/>
          </p:nvSpPr>
          <p:spPr>
            <a:xfrm>
              <a:off x="5428454" y="210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6"/>
            <p:cNvSpPr/>
            <p:nvPr/>
          </p:nvSpPr>
          <p:spPr>
            <a:xfrm>
              <a:off x="5459550" y="2145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7"/>
            <p:cNvSpPr/>
            <p:nvPr/>
          </p:nvSpPr>
          <p:spPr>
            <a:xfrm>
              <a:off x="5198580" y="2083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8"/>
            <p:cNvSpPr/>
            <p:nvPr/>
          </p:nvSpPr>
          <p:spPr>
            <a:xfrm>
              <a:off x="5053745" y="2861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9"/>
            <p:cNvSpPr/>
            <p:nvPr/>
          </p:nvSpPr>
          <p:spPr>
            <a:xfrm>
              <a:off x="5321450" y="2272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40"/>
            <p:cNvSpPr/>
            <p:nvPr/>
          </p:nvSpPr>
          <p:spPr>
            <a:xfrm>
              <a:off x="5148066" y="2138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1"/>
            <p:cNvSpPr/>
            <p:nvPr/>
          </p:nvSpPr>
          <p:spPr>
            <a:xfrm>
              <a:off x="5267192" y="2243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2"/>
            <p:cNvSpPr/>
            <p:nvPr/>
          </p:nvSpPr>
          <p:spPr>
            <a:xfrm>
              <a:off x="5567493" y="1892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3"/>
            <p:cNvSpPr/>
            <p:nvPr/>
          </p:nvSpPr>
          <p:spPr>
            <a:xfrm>
              <a:off x="5498139" y="1938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4"/>
            <p:cNvSpPr/>
            <p:nvPr/>
          </p:nvSpPr>
          <p:spPr>
            <a:xfrm>
              <a:off x="5761336" y="1647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5"/>
            <p:cNvSpPr/>
            <p:nvPr/>
          </p:nvSpPr>
          <p:spPr>
            <a:xfrm>
              <a:off x="5422839" y="2316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6"/>
            <p:cNvSpPr/>
            <p:nvPr/>
          </p:nvSpPr>
          <p:spPr>
            <a:xfrm>
              <a:off x="5536417" y="2074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7"/>
            <p:cNvSpPr/>
            <p:nvPr/>
          </p:nvSpPr>
          <p:spPr>
            <a:xfrm>
              <a:off x="5130990" y="2110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8"/>
            <p:cNvSpPr/>
            <p:nvPr/>
          </p:nvSpPr>
          <p:spPr>
            <a:xfrm>
              <a:off x="5010422" y="2749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9"/>
            <p:cNvSpPr/>
            <p:nvPr/>
          </p:nvSpPr>
          <p:spPr>
            <a:xfrm>
              <a:off x="5389981" y="2169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50"/>
            <p:cNvSpPr/>
            <p:nvPr/>
          </p:nvSpPr>
          <p:spPr>
            <a:xfrm>
              <a:off x="5253708" y="2243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1"/>
            <p:cNvSpPr/>
            <p:nvPr/>
          </p:nvSpPr>
          <p:spPr>
            <a:xfrm>
              <a:off x="5065879" y="2543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2"/>
            <p:cNvSpPr/>
            <p:nvPr/>
          </p:nvSpPr>
          <p:spPr>
            <a:xfrm>
              <a:off x="5242257" y="2101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3"/>
            <p:cNvSpPr/>
            <p:nvPr/>
          </p:nvSpPr>
          <p:spPr>
            <a:xfrm>
              <a:off x="5333860" y="2106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4"/>
            <p:cNvSpPr/>
            <p:nvPr/>
          </p:nvSpPr>
          <p:spPr>
            <a:xfrm>
              <a:off x="5248197" y="2130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5"/>
            <p:cNvSpPr/>
            <p:nvPr/>
          </p:nvSpPr>
          <p:spPr>
            <a:xfrm>
              <a:off x="5134764" y="1786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6"/>
            <p:cNvSpPr/>
            <p:nvPr/>
          </p:nvSpPr>
          <p:spPr>
            <a:xfrm>
              <a:off x="5540951" y="2053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7"/>
            <p:cNvSpPr/>
            <p:nvPr/>
          </p:nvSpPr>
          <p:spPr>
            <a:xfrm>
              <a:off x="5268687" y="2235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8"/>
            <p:cNvSpPr/>
            <p:nvPr/>
          </p:nvSpPr>
          <p:spPr>
            <a:xfrm>
              <a:off x="5609902" y="1997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9"/>
            <p:cNvSpPr/>
            <p:nvPr/>
          </p:nvSpPr>
          <p:spPr>
            <a:xfrm>
              <a:off x="5228980" y="2144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60"/>
            <p:cNvSpPr/>
            <p:nvPr/>
          </p:nvSpPr>
          <p:spPr>
            <a:xfrm>
              <a:off x="4976012" y="2284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1"/>
            <p:cNvSpPr/>
            <p:nvPr/>
          </p:nvSpPr>
          <p:spPr>
            <a:xfrm>
              <a:off x="5122459" y="2076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2"/>
            <p:cNvSpPr/>
            <p:nvPr/>
          </p:nvSpPr>
          <p:spPr>
            <a:xfrm>
              <a:off x="5224831" y="2094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3"/>
            <p:cNvSpPr/>
            <p:nvPr/>
          </p:nvSpPr>
          <p:spPr>
            <a:xfrm>
              <a:off x="5252496" y="2211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4"/>
            <p:cNvSpPr/>
            <p:nvPr/>
          </p:nvSpPr>
          <p:spPr>
            <a:xfrm>
              <a:off x="5140861" y="1978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5"/>
            <p:cNvSpPr/>
            <p:nvPr/>
          </p:nvSpPr>
          <p:spPr>
            <a:xfrm>
              <a:off x="5777727" y="1721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6"/>
            <p:cNvSpPr/>
            <p:nvPr/>
          </p:nvSpPr>
          <p:spPr>
            <a:xfrm>
              <a:off x="5166525" y="2168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7"/>
            <p:cNvSpPr/>
            <p:nvPr/>
          </p:nvSpPr>
          <p:spPr>
            <a:xfrm>
              <a:off x="4649662" y="2525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8"/>
            <p:cNvSpPr/>
            <p:nvPr/>
          </p:nvSpPr>
          <p:spPr>
            <a:xfrm>
              <a:off x="5171199" y="2266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9"/>
            <p:cNvSpPr/>
            <p:nvPr/>
          </p:nvSpPr>
          <p:spPr>
            <a:xfrm>
              <a:off x="5536876" y="1947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70"/>
            <p:cNvSpPr/>
            <p:nvPr/>
          </p:nvSpPr>
          <p:spPr>
            <a:xfrm>
              <a:off x="5299261" y="2184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1"/>
            <p:cNvSpPr/>
            <p:nvPr/>
          </p:nvSpPr>
          <p:spPr>
            <a:xfrm>
              <a:off x="5192438" y="2088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2"/>
            <p:cNvSpPr/>
            <p:nvPr/>
          </p:nvSpPr>
          <p:spPr>
            <a:xfrm>
              <a:off x="5420228" y="2104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3"/>
            <p:cNvSpPr/>
            <p:nvPr/>
          </p:nvSpPr>
          <p:spPr>
            <a:xfrm>
              <a:off x="5410979" y="2120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4"/>
            <p:cNvSpPr/>
            <p:nvPr/>
          </p:nvSpPr>
          <p:spPr>
            <a:xfrm>
              <a:off x="5219058" y="2189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5"/>
            <p:cNvSpPr/>
            <p:nvPr/>
          </p:nvSpPr>
          <p:spPr>
            <a:xfrm>
              <a:off x="5418991" y="2000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6"/>
            <p:cNvSpPr/>
            <p:nvPr/>
          </p:nvSpPr>
          <p:spPr>
            <a:xfrm>
              <a:off x="4726127" y="2660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7"/>
            <p:cNvSpPr/>
            <p:nvPr/>
          </p:nvSpPr>
          <p:spPr>
            <a:xfrm>
              <a:off x="5382509" y="2185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8"/>
            <p:cNvSpPr/>
            <p:nvPr/>
          </p:nvSpPr>
          <p:spPr>
            <a:xfrm>
              <a:off x="5142581" y="2156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9"/>
            <p:cNvSpPr/>
            <p:nvPr/>
          </p:nvSpPr>
          <p:spPr>
            <a:xfrm>
              <a:off x="5361455" y="1991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80"/>
            <p:cNvSpPr/>
            <p:nvPr/>
          </p:nvSpPr>
          <p:spPr>
            <a:xfrm>
              <a:off x="5544422" y="1943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1"/>
            <p:cNvSpPr/>
            <p:nvPr/>
          </p:nvSpPr>
          <p:spPr>
            <a:xfrm>
              <a:off x="5551587" y="2074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2"/>
            <p:cNvSpPr/>
            <p:nvPr/>
          </p:nvSpPr>
          <p:spPr>
            <a:xfrm>
              <a:off x="5288218" y="1919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3"/>
            <p:cNvSpPr/>
            <p:nvPr/>
          </p:nvSpPr>
          <p:spPr>
            <a:xfrm>
              <a:off x="5281952" y="2012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4"/>
            <p:cNvSpPr/>
            <p:nvPr/>
          </p:nvSpPr>
          <p:spPr>
            <a:xfrm>
              <a:off x="5362382" y="1958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5"/>
            <p:cNvSpPr/>
            <p:nvPr/>
          </p:nvSpPr>
          <p:spPr>
            <a:xfrm>
              <a:off x="5262790" y="2262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6"/>
            <p:cNvSpPr/>
            <p:nvPr/>
          </p:nvSpPr>
          <p:spPr>
            <a:xfrm>
              <a:off x="5614135" y="1996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7"/>
            <p:cNvSpPr/>
            <p:nvPr/>
          </p:nvSpPr>
          <p:spPr>
            <a:xfrm>
              <a:off x="5314032" y="2125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8"/>
            <p:cNvSpPr/>
            <p:nvPr/>
          </p:nvSpPr>
          <p:spPr>
            <a:xfrm>
              <a:off x="5513158" y="182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9"/>
            <p:cNvSpPr/>
            <p:nvPr/>
          </p:nvSpPr>
          <p:spPr>
            <a:xfrm>
              <a:off x="5286978" y="2033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90"/>
            <p:cNvSpPr/>
            <p:nvPr/>
          </p:nvSpPr>
          <p:spPr>
            <a:xfrm>
              <a:off x="5581541" y="1595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1"/>
            <p:cNvSpPr/>
            <p:nvPr/>
          </p:nvSpPr>
          <p:spPr>
            <a:xfrm>
              <a:off x="5206814" y="2141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2"/>
            <p:cNvSpPr/>
            <p:nvPr/>
          </p:nvSpPr>
          <p:spPr>
            <a:xfrm>
              <a:off x="5519776" y="1957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3"/>
            <p:cNvSpPr/>
            <p:nvPr/>
          </p:nvSpPr>
          <p:spPr>
            <a:xfrm>
              <a:off x="5324405" y="2020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4"/>
            <p:cNvSpPr/>
            <p:nvPr/>
          </p:nvSpPr>
          <p:spPr>
            <a:xfrm>
              <a:off x="5425131" y="2139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5"/>
            <p:cNvSpPr/>
            <p:nvPr/>
          </p:nvSpPr>
          <p:spPr>
            <a:xfrm>
              <a:off x="5942640" y="2214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6"/>
            <p:cNvSpPr/>
            <p:nvPr/>
          </p:nvSpPr>
          <p:spPr>
            <a:xfrm>
              <a:off x="4906038" y="2292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7"/>
            <p:cNvSpPr/>
            <p:nvPr/>
          </p:nvSpPr>
          <p:spPr>
            <a:xfrm>
              <a:off x="5007930" y="2692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8"/>
            <p:cNvSpPr/>
            <p:nvPr/>
          </p:nvSpPr>
          <p:spPr>
            <a:xfrm>
              <a:off x="4855972" y="2695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9"/>
            <p:cNvSpPr/>
            <p:nvPr/>
          </p:nvSpPr>
          <p:spPr>
            <a:xfrm>
              <a:off x="5563366" y="1857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100"/>
            <p:cNvSpPr/>
            <p:nvPr/>
          </p:nvSpPr>
          <p:spPr>
            <a:xfrm>
              <a:off x="4627702" y="2813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1"/>
            <p:cNvSpPr/>
            <p:nvPr/>
          </p:nvSpPr>
          <p:spPr>
            <a:xfrm>
              <a:off x="5432190" y="2034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2"/>
            <p:cNvSpPr/>
            <p:nvPr/>
          </p:nvSpPr>
          <p:spPr>
            <a:xfrm>
              <a:off x="5251255" y="2011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3"/>
            <p:cNvSpPr/>
            <p:nvPr/>
          </p:nvSpPr>
          <p:spPr>
            <a:xfrm>
              <a:off x="4656628" y="2926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4"/>
            <p:cNvSpPr/>
            <p:nvPr/>
          </p:nvSpPr>
          <p:spPr>
            <a:xfrm>
              <a:off x="5362674" y="1975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5"/>
            <p:cNvSpPr/>
            <p:nvPr/>
          </p:nvSpPr>
          <p:spPr>
            <a:xfrm>
              <a:off x="5316471" y="2280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6"/>
            <p:cNvSpPr/>
            <p:nvPr/>
          </p:nvSpPr>
          <p:spPr>
            <a:xfrm>
              <a:off x="4937266" y="2373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7"/>
            <p:cNvSpPr/>
            <p:nvPr/>
          </p:nvSpPr>
          <p:spPr>
            <a:xfrm>
              <a:off x="5128627" y="2060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8"/>
            <p:cNvSpPr/>
            <p:nvPr/>
          </p:nvSpPr>
          <p:spPr>
            <a:xfrm>
              <a:off x="5403311" y="2205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9"/>
            <p:cNvSpPr/>
            <p:nvPr/>
          </p:nvSpPr>
          <p:spPr>
            <a:xfrm>
              <a:off x="5261976" y="2240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10"/>
            <p:cNvSpPr/>
            <p:nvPr/>
          </p:nvSpPr>
          <p:spPr>
            <a:xfrm>
              <a:off x="5434382" y="2277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1"/>
            <p:cNvSpPr/>
            <p:nvPr/>
          </p:nvSpPr>
          <p:spPr>
            <a:xfrm>
              <a:off x="5656238" y="1872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2"/>
            <p:cNvSpPr/>
            <p:nvPr/>
          </p:nvSpPr>
          <p:spPr>
            <a:xfrm>
              <a:off x="5626671" y="1904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3"/>
            <p:cNvSpPr/>
            <p:nvPr/>
          </p:nvSpPr>
          <p:spPr>
            <a:xfrm>
              <a:off x="5347605" y="2005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4"/>
            <p:cNvSpPr/>
            <p:nvPr/>
          </p:nvSpPr>
          <p:spPr>
            <a:xfrm>
              <a:off x="5037430" y="2614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5"/>
            <p:cNvSpPr/>
            <p:nvPr/>
          </p:nvSpPr>
          <p:spPr>
            <a:xfrm>
              <a:off x="5400067" y="2270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6"/>
            <p:cNvSpPr/>
            <p:nvPr/>
          </p:nvSpPr>
          <p:spPr>
            <a:xfrm>
              <a:off x="5228885" y="2272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7"/>
            <p:cNvSpPr/>
            <p:nvPr/>
          </p:nvSpPr>
          <p:spPr>
            <a:xfrm>
              <a:off x="5404955" y="2255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8"/>
            <p:cNvSpPr/>
            <p:nvPr/>
          </p:nvSpPr>
          <p:spPr>
            <a:xfrm>
              <a:off x="4947627" y="2572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9"/>
            <p:cNvSpPr/>
            <p:nvPr/>
          </p:nvSpPr>
          <p:spPr>
            <a:xfrm>
              <a:off x="5466618" y="2112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20"/>
            <p:cNvSpPr/>
            <p:nvPr/>
          </p:nvSpPr>
          <p:spPr>
            <a:xfrm>
              <a:off x="5350322" y="2081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1"/>
            <p:cNvSpPr/>
            <p:nvPr/>
          </p:nvSpPr>
          <p:spPr>
            <a:xfrm>
              <a:off x="5696783" y="1980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2"/>
            <p:cNvSpPr/>
            <p:nvPr/>
          </p:nvSpPr>
          <p:spPr>
            <a:xfrm>
              <a:off x="5298156" y="2182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3"/>
            <p:cNvSpPr/>
            <p:nvPr/>
          </p:nvSpPr>
          <p:spPr>
            <a:xfrm>
              <a:off x="5290163" y="2149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4"/>
            <p:cNvSpPr/>
            <p:nvPr/>
          </p:nvSpPr>
          <p:spPr>
            <a:xfrm>
              <a:off x="5438088" y="2156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5"/>
            <p:cNvSpPr/>
            <p:nvPr/>
          </p:nvSpPr>
          <p:spPr>
            <a:xfrm>
              <a:off x="5210898" y="2156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6"/>
            <p:cNvSpPr/>
            <p:nvPr/>
          </p:nvSpPr>
          <p:spPr>
            <a:xfrm>
              <a:off x="5624720" y="1877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7"/>
            <p:cNvSpPr/>
            <p:nvPr/>
          </p:nvSpPr>
          <p:spPr>
            <a:xfrm>
              <a:off x="5125585" y="2115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8"/>
            <p:cNvSpPr/>
            <p:nvPr/>
          </p:nvSpPr>
          <p:spPr>
            <a:xfrm>
              <a:off x="5348673" y="2082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9"/>
            <p:cNvSpPr/>
            <p:nvPr/>
          </p:nvSpPr>
          <p:spPr>
            <a:xfrm>
              <a:off x="5865656" y="1724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30"/>
            <p:cNvSpPr/>
            <p:nvPr/>
          </p:nvSpPr>
          <p:spPr>
            <a:xfrm>
              <a:off x="5323705" y="2196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1"/>
            <p:cNvSpPr/>
            <p:nvPr/>
          </p:nvSpPr>
          <p:spPr>
            <a:xfrm>
              <a:off x="4972829" y="250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2"/>
            <p:cNvSpPr/>
            <p:nvPr/>
          </p:nvSpPr>
          <p:spPr>
            <a:xfrm>
              <a:off x="4992667" y="2103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3"/>
            <p:cNvSpPr/>
            <p:nvPr/>
          </p:nvSpPr>
          <p:spPr>
            <a:xfrm>
              <a:off x="6063946" y="2211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4"/>
            <p:cNvSpPr/>
            <p:nvPr/>
          </p:nvSpPr>
          <p:spPr>
            <a:xfrm>
              <a:off x="5170972" y="2079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5"/>
            <p:cNvSpPr/>
            <p:nvPr/>
          </p:nvSpPr>
          <p:spPr>
            <a:xfrm>
              <a:off x="5462865" y="2170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6"/>
            <p:cNvSpPr/>
            <p:nvPr/>
          </p:nvSpPr>
          <p:spPr>
            <a:xfrm>
              <a:off x="4718791" y="2141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7"/>
            <p:cNvSpPr/>
            <p:nvPr/>
          </p:nvSpPr>
          <p:spPr>
            <a:xfrm>
              <a:off x="5152013" y="2089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8"/>
            <p:cNvSpPr/>
            <p:nvPr/>
          </p:nvSpPr>
          <p:spPr>
            <a:xfrm>
              <a:off x="5162010" y="2170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9"/>
            <p:cNvSpPr/>
            <p:nvPr/>
          </p:nvSpPr>
          <p:spPr>
            <a:xfrm>
              <a:off x="5521390" y="1897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40"/>
            <p:cNvSpPr/>
            <p:nvPr/>
          </p:nvSpPr>
          <p:spPr>
            <a:xfrm>
              <a:off x="5607799" y="2061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1"/>
            <p:cNvSpPr/>
            <p:nvPr/>
          </p:nvSpPr>
          <p:spPr>
            <a:xfrm>
              <a:off x="5564047" y="1777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2"/>
            <p:cNvSpPr/>
            <p:nvPr/>
          </p:nvSpPr>
          <p:spPr>
            <a:xfrm>
              <a:off x="5637011" y="1824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3"/>
            <p:cNvSpPr/>
            <p:nvPr/>
          </p:nvSpPr>
          <p:spPr>
            <a:xfrm>
              <a:off x="4999744" y="2580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4"/>
            <p:cNvSpPr/>
            <p:nvPr/>
          </p:nvSpPr>
          <p:spPr>
            <a:xfrm>
              <a:off x="5254766" y="2241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5"/>
            <p:cNvSpPr/>
            <p:nvPr/>
          </p:nvSpPr>
          <p:spPr>
            <a:xfrm>
              <a:off x="5124047" y="2193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6"/>
            <p:cNvSpPr/>
            <p:nvPr/>
          </p:nvSpPr>
          <p:spPr>
            <a:xfrm>
              <a:off x="5239528" y="2148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7"/>
            <p:cNvSpPr/>
            <p:nvPr/>
          </p:nvSpPr>
          <p:spPr>
            <a:xfrm>
              <a:off x="5478900" y="2236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8"/>
            <p:cNvSpPr/>
            <p:nvPr/>
          </p:nvSpPr>
          <p:spPr>
            <a:xfrm>
              <a:off x="5512348" y="1964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9"/>
            <p:cNvSpPr/>
            <p:nvPr/>
          </p:nvSpPr>
          <p:spPr>
            <a:xfrm>
              <a:off x="5160639" y="2173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50"/>
            <p:cNvSpPr/>
            <p:nvPr/>
          </p:nvSpPr>
          <p:spPr>
            <a:xfrm>
              <a:off x="5380163" y="2078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1"/>
            <p:cNvSpPr/>
            <p:nvPr/>
          </p:nvSpPr>
          <p:spPr>
            <a:xfrm>
              <a:off x="5034260" y="2634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2"/>
            <p:cNvSpPr/>
            <p:nvPr/>
          </p:nvSpPr>
          <p:spPr>
            <a:xfrm>
              <a:off x="5062141" y="2537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3"/>
            <p:cNvSpPr/>
            <p:nvPr/>
          </p:nvSpPr>
          <p:spPr>
            <a:xfrm>
              <a:off x="5292807" y="2216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4"/>
            <p:cNvSpPr/>
            <p:nvPr/>
          </p:nvSpPr>
          <p:spPr>
            <a:xfrm>
              <a:off x="5561385" y="2045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5"/>
            <p:cNvSpPr/>
            <p:nvPr/>
          </p:nvSpPr>
          <p:spPr>
            <a:xfrm>
              <a:off x="5077298" y="2171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6"/>
            <p:cNvSpPr/>
            <p:nvPr/>
          </p:nvSpPr>
          <p:spPr>
            <a:xfrm>
              <a:off x="5422735" y="2180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7"/>
            <p:cNvSpPr/>
            <p:nvPr/>
          </p:nvSpPr>
          <p:spPr>
            <a:xfrm>
              <a:off x="5166567" y="2094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8"/>
            <p:cNvSpPr/>
            <p:nvPr/>
          </p:nvSpPr>
          <p:spPr>
            <a:xfrm>
              <a:off x="5498307" y="2183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9"/>
            <p:cNvSpPr/>
            <p:nvPr/>
          </p:nvSpPr>
          <p:spPr>
            <a:xfrm>
              <a:off x="5123309" y="2092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60"/>
            <p:cNvSpPr/>
            <p:nvPr/>
          </p:nvSpPr>
          <p:spPr>
            <a:xfrm>
              <a:off x="5028414" y="2769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1"/>
            <p:cNvSpPr/>
            <p:nvPr/>
          </p:nvSpPr>
          <p:spPr>
            <a:xfrm>
              <a:off x="5298737" y="2116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2"/>
            <p:cNvSpPr/>
            <p:nvPr/>
          </p:nvSpPr>
          <p:spPr>
            <a:xfrm>
              <a:off x="5585536" y="1643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3"/>
            <p:cNvSpPr/>
            <p:nvPr/>
          </p:nvSpPr>
          <p:spPr>
            <a:xfrm>
              <a:off x="5390189" y="2173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4"/>
            <p:cNvSpPr/>
            <p:nvPr/>
          </p:nvSpPr>
          <p:spPr>
            <a:xfrm>
              <a:off x="5414391" y="2038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5"/>
            <p:cNvSpPr/>
            <p:nvPr/>
          </p:nvSpPr>
          <p:spPr>
            <a:xfrm>
              <a:off x="5632650" y="191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6"/>
            <p:cNvSpPr/>
            <p:nvPr/>
          </p:nvSpPr>
          <p:spPr>
            <a:xfrm>
              <a:off x="5243392" y="2117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7"/>
            <p:cNvSpPr/>
            <p:nvPr/>
          </p:nvSpPr>
          <p:spPr>
            <a:xfrm>
              <a:off x="5434375" y="2088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8"/>
            <p:cNvSpPr/>
            <p:nvPr/>
          </p:nvSpPr>
          <p:spPr>
            <a:xfrm>
              <a:off x="5150643" y="2143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9"/>
            <p:cNvSpPr/>
            <p:nvPr/>
          </p:nvSpPr>
          <p:spPr>
            <a:xfrm>
              <a:off x="5071108" y="2389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70"/>
            <p:cNvSpPr/>
            <p:nvPr/>
          </p:nvSpPr>
          <p:spPr>
            <a:xfrm>
              <a:off x="5605125" y="1834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1"/>
            <p:cNvSpPr/>
            <p:nvPr/>
          </p:nvSpPr>
          <p:spPr>
            <a:xfrm>
              <a:off x="5124242" y="2076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2"/>
            <p:cNvSpPr/>
            <p:nvPr/>
          </p:nvSpPr>
          <p:spPr>
            <a:xfrm>
              <a:off x="5912028" y="1760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3"/>
            <p:cNvSpPr/>
            <p:nvPr/>
          </p:nvSpPr>
          <p:spPr>
            <a:xfrm>
              <a:off x="5369062" y="1819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4"/>
            <p:cNvSpPr/>
            <p:nvPr/>
          </p:nvSpPr>
          <p:spPr>
            <a:xfrm>
              <a:off x="5305695" y="2205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5"/>
            <p:cNvSpPr/>
            <p:nvPr/>
          </p:nvSpPr>
          <p:spPr>
            <a:xfrm>
              <a:off x="5068104" y="2394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6"/>
            <p:cNvSpPr/>
            <p:nvPr/>
          </p:nvSpPr>
          <p:spPr>
            <a:xfrm>
              <a:off x="5615617" y="1980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7"/>
            <p:cNvSpPr/>
            <p:nvPr/>
          </p:nvSpPr>
          <p:spPr>
            <a:xfrm>
              <a:off x="5348449" y="2139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8"/>
            <p:cNvSpPr/>
            <p:nvPr/>
          </p:nvSpPr>
          <p:spPr>
            <a:xfrm>
              <a:off x="5212151" y="1970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9"/>
            <p:cNvSpPr/>
            <p:nvPr/>
          </p:nvSpPr>
          <p:spPr>
            <a:xfrm>
              <a:off x="5530862" y="1988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80"/>
            <p:cNvSpPr/>
            <p:nvPr/>
          </p:nvSpPr>
          <p:spPr>
            <a:xfrm>
              <a:off x="4884002" y="2769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1"/>
            <p:cNvSpPr/>
            <p:nvPr/>
          </p:nvSpPr>
          <p:spPr>
            <a:xfrm>
              <a:off x="5811488" y="1775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2"/>
            <p:cNvSpPr/>
            <p:nvPr/>
          </p:nvSpPr>
          <p:spPr>
            <a:xfrm>
              <a:off x="5082931" y="2337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3"/>
            <p:cNvSpPr/>
            <p:nvPr/>
          </p:nvSpPr>
          <p:spPr>
            <a:xfrm>
              <a:off x="5499473" y="1961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4"/>
            <p:cNvSpPr/>
            <p:nvPr/>
          </p:nvSpPr>
          <p:spPr>
            <a:xfrm>
              <a:off x="4982380" y="2184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5"/>
            <p:cNvSpPr/>
            <p:nvPr/>
          </p:nvSpPr>
          <p:spPr>
            <a:xfrm>
              <a:off x="5281115" y="2039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6"/>
            <p:cNvSpPr/>
            <p:nvPr/>
          </p:nvSpPr>
          <p:spPr>
            <a:xfrm>
              <a:off x="5186335" y="2092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7"/>
            <p:cNvSpPr/>
            <p:nvPr/>
          </p:nvSpPr>
          <p:spPr>
            <a:xfrm>
              <a:off x="5102349" y="2100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8"/>
            <p:cNvSpPr/>
            <p:nvPr/>
          </p:nvSpPr>
          <p:spPr>
            <a:xfrm>
              <a:off x="5532196" y="2024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9"/>
            <p:cNvSpPr/>
            <p:nvPr/>
          </p:nvSpPr>
          <p:spPr>
            <a:xfrm>
              <a:off x="5257949" y="2247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90"/>
            <p:cNvSpPr/>
            <p:nvPr/>
          </p:nvSpPr>
          <p:spPr>
            <a:xfrm>
              <a:off x="5037017" y="2756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1"/>
            <p:cNvSpPr/>
            <p:nvPr/>
          </p:nvSpPr>
          <p:spPr>
            <a:xfrm>
              <a:off x="5022177" y="2441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2"/>
            <p:cNvSpPr/>
            <p:nvPr/>
          </p:nvSpPr>
          <p:spPr>
            <a:xfrm>
              <a:off x="4947807" y="2603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3"/>
            <p:cNvSpPr/>
            <p:nvPr/>
          </p:nvSpPr>
          <p:spPr>
            <a:xfrm>
              <a:off x="5335662" y="2164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4"/>
            <p:cNvSpPr/>
            <p:nvPr/>
          </p:nvSpPr>
          <p:spPr>
            <a:xfrm>
              <a:off x="5638562" y="1769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5"/>
            <p:cNvSpPr/>
            <p:nvPr/>
          </p:nvSpPr>
          <p:spPr>
            <a:xfrm>
              <a:off x="5718440" y="1713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6"/>
            <p:cNvSpPr/>
            <p:nvPr/>
          </p:nvSpPr>
          <p:spPr>
            <a:xfrm>
              <a:off x="5505132" y="1925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7"/>
            <p:cNvSpPr/>
            <p:nvPr/>
          </p:nvSpPr>
          <p:spPr>
            <a:xfrm>
              <a:off x="4970438" y="2497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8"/>
            <p:cNvSpPr/>
            <p:nvPr/>
          </p:nvSpPr>
          <p:spPr>
            <a:xfrm>
              <a:off x="5374092" y="1935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9"/>
            <p:cNvSpPr/>
            <p:nvPr/>
          </p:nvSpPr>
          <p:spPr>
            <a:xfrm>
              <a:off x="5505486" y="1881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200"/>
            <p:cNvSpPr/>
            <p:nvPr/>
          </p:nvSpPr>
          <p:spPr>
            <a:xfrm>
              <a:off x="5543014" y="1878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1"/>
            <p:cNvSpPr/>
            <p:nvPr/>
          </p:nvSpPr>
          <p:spPr>
            <a:xfrm>
              <a:off x="5383689" y="2116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2"/>
            <p:cNvSpPr/>
            <p:nvPr/>
          </p:nvSpPr>
          <p:spPr>
            <a:xfrm>
              <a:off x="5150827" y="2097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3"/>
            <p:cNvSpPr/>
            <p:nvPr/>
          </p:nvSpPr>
          <p:spPr>
            <a:xfrm>
              <a:off x="5537557" y="1972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4"/>
            <p:cNvSpPr/>
            <p:nvPr/>
          </p:nvSpPr>
          <p:spPr>
            <a:xfrm>
              <a:off x="4746409" y="2208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5"/>
            <p:cNvSpPr/>
            <p:nvPr/>
          </p:nvSpPr>
          <p:spPr>
            <a:xfrm>
              <a:off x="4698446" y="2750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6"/>
            <p:cNvSpPr/>
            <p:nvPr/>
          </p:nvSpPr>
          <p:spPr>
            <a:xfrm>
              <a:off x="5662861" y="2091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7"/>
            <p:cNvSpPr/>
            <p:nvPr/>
          </p:nvSpPr>
          <p:spPr>
            <a:xfrm>
              <a:off x="5253971" y="2363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8"/>
            <p:cNvSpPr/>
            <p:nvPr/>
          </p:nvSpPr>
          <p:spPr>
            <a:xfrm>
              <a:off x="5448130" y="2255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9"/>
            <p:cNvSpPr/>
            <p:nvPr/>
          </p:nvSpPr>
          <p:spPr>
            <a:xfrm>
              <a:off x="4999717" y="2488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10"/>
            <p:cNvSpPr/>
            <p:nvPr/>
          </p:nvSpPr>
          <p:spPr>
            <a:xfrm>
              <a:off x="5362258" y="1917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1"/>
            <p:cNvSpPr/>
            <p:nvPr/>
          </p:nvSpPr>
          <p:spPr>
            <a:xfrm>
              <a:off x="4959114" y="2604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2"/>
            <p:cNvSpPr/>
            <p:nvPr/>
          </p:nvSpPr>
          <p:spPr>
            <a:xfrm>
              <a:off x="5343408" y="2109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3"/>
            <p:cNvSpPr/>
            <p:nvPr/>
          </p:nvSpPr>
          <p:spPr>
            <a:xfrm>
              <a:off x="5758182" y="1852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4"/>
            <p:cNvSpPr/>
            <p:nvPr/>
          </p:nvSpPr>
          <p:spPr>
            <a:xfrm>
              <a:off x="5481348" y="2174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5"/>
            <p:cNvSpPr/>
            <p:nvPr/>
          </p:nvSpPr>
          <p:spPr>
            <a:xfrm>
              <a:off x="5566316" y="1861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6"/>
            <p:cNvSpPr/>
            <p:nvPr/>
          </p:nvSpPr>
          <p:spPr>
            <a:xfrm>
              <a:off x="5203052" y="1682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7"/>
            <p:cNvSpPr/>
            <p:nvPr/>
          </p:nvSpPr>
          <p:spPr>
            <a:xfrm>
              <a:off x="5418268" y="2042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8"/>
            <p:cNvSpPr/>
            <p:nvPr/>
          </p:nvSpPr>
          <p:spPr>
            <a:xfrm>
              <a:off x="5417643" y="2099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9"/>
            <p:cNvSpPr/>
            <p:nvPr/>
          </p:nvSpPr>
          <p:spPr>
            <a:xfrm>
              <a:off x="5107135" y="223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20"/>
            <p:cNvSpPr/>
            <p:nvPr/>
          </p:nvSpPr>
          <p:spPr>
            <a:xfrm>
              <a:off x="5305678" y="2210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1"/>
            <p:cNvSpPr/>
            <p:nvPr/>
          </p:nvSpPr>
          <p:spPr>
            <a:xfrm>
              <a:off x="5067847" y="2520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2"/>
            <p:cNvSpPr/>
            <p:nvPr/>
          </p:nvSpPr>
          <p:spPr>
            <a:xfrm>
              <a:off x="5255447" y="2104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3"/>
            <p:cNvSpPr/>
            <p:nvPr/>
          </p:nvSpPr>
          <p:spPr>
            <a:xfrm>
              <a:off x="5028649" y="2718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4"/>
            <p:cNvSpPr/>
            <p:nvPr/>
          </p:nvSpPr>
          <p:spPr>
            <a:xfrm>
              <a:off x="4769868" y="2924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5"/>
            <p:cNvSpPr/>
            <p:nvPr/>
          </p:nvSpPr>
          <p:spPr>
            <a:xfrm>
              <a:off x="5621704" y="1779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6"/>
            <p:cNvSpPr/>
            <p:nvPr/>
          </p:nvSpPr>
          <p:spPr>
            <a:xfrm>
              <a:off x="5144682" y="2138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7"/>
            <p:cNvSpPr/>
            <p:nvPr/>
          </p:nvSpPr>
          <p:spPr>
            <a:xfrm>
              <a:off x="5590215" y="1639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8"/>
            <p:cNvSpPr/>
            <p:nvPr/>
          </p:nvSpPr>
          <p:spPr>
            <a:xfrm>
              <a:off x="5427797" y="2104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9"/>
            <p:cNvSpPr/>
            <p:nvPr/>
          </p:nvSpPr>
          <p:spPr>
            <a:xfrm>
              <a:off x="5322974" y="2283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30"/>
            <p:cNvSpPr/>
            <p:nvPr/>
          </p:nvSpPr>
          <p:spPr>
            <a:xfrm>
              <a:off x="5497830" y="2035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1"/>
            <p:cNvSpPr/>
            <p:nvPr/>
          </p:nvSpPr>
          <p:spPr>
            <a:xfrm>
              <a:off x="5353078" y="2094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2"/>
            <p:cNvSpPr/>
            <p:nvPr/>
          </p:nvSpPr>
          <p:spPr>
            <a:xfrm>
              <a:off x="5733617" y="1849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3"/>
            <p:cNvSpPr/>
            <p:nvPr/>
          </p:nvSpPr>
          <p:spPr>
            <a:xfrm>
              <a:off x="5429062" y="2137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4"/>
            <p:cNvSpPr/>
            <p:nvPr/>
          </p:nvSpPr>
          <p:spPr>
            <a:xfrm>
              <a:off x="5390569" y="224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5"/>
            <p:cNvSpPr/>
            <p:nvPr/>
          </p:nvSpPr>
          <p:spPr>
            <a:xfrm>
              <a:off x="5476945" y="2265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6"/>
            <p:cNvSpPr/>
            <p:nvPr/>
          </p:nvSpPr>
          <p:spPr>
            <a:xfrm>
              <a:off x="5325899" y="1992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7"/>
            <p:cNvSpPr/>
            <p:nvPr/>
          </p:nvSpPr>
          <p:spPr>
            <a:xfrm>
              <a:off x="5383177" y="1976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8"/>
            <p:cNvSpPr/>
            <p:nvPr/>
          </p:nvSpPr>
          <p:spPr>
            <a:xfrm>
              <a:off x="5028930" y="2736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9"/>
            <p:cNvSpPr/>
            <p:nvPr/>
          </p:nvSpPr>
          <p:spPr>
            <a:xfrm>
              <a:off x="4789402" y="2632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40"/>
            <p:cNvSpPr/>
            <p:nvPr/>
          </p:nvSpPr>
          <p:spPr>
            <a:xfrm>
              <a:off x="5265160" y="2219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1"/>
            <p:cNvSpPr/>
            <p:nvPr/>
          </p:nvSpPr>
          <p:spPr>
            <a:xfrm>
              <a:off x="5037568" y="2757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2"/>
            <p:cNvSpPr/>
            <p:nvPr/>
          </p:nvSpPr>
          <p:spPr>
            <a:xfrm>
              <a:off x="5139072" y="1897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3"/>
            <p:cNvSpPr/>
            <p:nvPr/>
          </p:nvSpPr>
          <p:spPr>
            <a:xfrm>
              <a:off x="5505421" y="2033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4"/>
            <p:cNvSpPr/>
            <p:nvPr/>
          </p:nvSpPr>
          <p:spPr>
            <a:xfrm>
              <a:off x="5497472" y="1846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5"/>
            <p:cNvSpPr/>
            <p:nvPr/>
          </p:nvSpPr>
          <p:spPr>
            <a:xfrm>
              <a:off x="5343161" y="217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6"/>
            <p:cNvSpPr/>
            <p:nvPr/>
          </p:nvSpPr>
          <p:spPr>
            <a:xfrm>
              <a:off x="5547506" y="1986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7"/>
            <p:cNvSpPr/>
            <p:nvPr/>
          </p:nvSpPr>
          <p:spPr>
            <a:xfrm>
              <a:off x="5764859" y="2122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8"/>
            <p:cNvSpPr/>
            <p:nvPr/>
          </p:nvSpPr>
          <p:spPr>
            <a:xfrm>
              <a:off x="4611325" y="2835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9"/>
            <p:cNvSpPr/>
            <p:nvPr/>
          </p:nvSpPr>
          <p:spPr>
            <a:xfrm>
              <a:off x="5678724" y="1952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50"/>
            <p:cNvSpPr/>
            <p:nvPr/>
          </p:nvSpPr>
          <p:spPr>
            <a:xfrm>
              <a:off x="5474603" y="2291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1"/>
            <p:cNvSpPr/>
            <p:nvPr/>
          </p:nvSpPr>
          <p:spPr>
            <a:xfrm>
              <a:off x="5304737" y="2137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2"/>
            <p:cNvSpPr/>
            <p:nvPr/>
          </p:nvSpPr>
          <p:spPr>
            <a:xfrm>
              <a:off x="5306202" y="2258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3"/>
            <p:cNvSpPr/>
            <p:nvPr/>
          </p:nvSpPr>
          <p:spPr>
            <a:xfrm>
              <a:off x="5546304" y="1947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4"/>
            <p:cNvSpPr/>
            <p:nvPr/>
          </p:nvSpPr>
          <p:spPr>
            <a:xfrm>
              <a:off x="5260256" y="2200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5"/>
            <p:cNvSpPr/>
            <p:nvPr/>
          </p:nvSpPr>
          <p:spPr>
            <a:xfrm>
              <a:off x="5398471" y="2046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6"/>
            <p:cNvSpPr/>
            <p:nvPr/>
          </p:nvSpPr>
          <p:spPr>
            <a:xfrm>
              <a:off x="5097513" y="2045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7"/>
            <p:cNvSpPr/>
            <p:nvPr/>
          </p:nvSpPr>
          <p:spPr>
            <a:xfrm>
              <a:off x="5535109" y="1986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8"/>
            <p:cNvSpPr/>
            <p:nvPr/>
          </p:nvSpPr>
          <p:spPr>
            <a:xfrm>
              <a:off x="5278349" y="2055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9"/>
            <p:cNvSpPr/>
            <p:nvPr/>
          </p:nvSpPr>
          <p:spPr>
            <a:xfrm>
              <a:off x="5494608" y="1875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60"/>
            <p:cNvSpPr/>
            <p:nvPr/>
          </p:nvSpPr>
          <p:spPr>
            <a:xfrm>
              <a:off x="5127525" y="2066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1"/>
            <p:cNvSpPr/>
            <p:nvPr/>
          </p:nvSpPr>
          <p:spPr>
            <a:xfrm>
              <a:off x="5473728" y="2173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2"/>
            <p:cNvSpPr/>
            <p:nvPr/>
          </p:nvSpPr>
          <p:spPr>
            <a:xfrm>
              <a:off x="4758629" y="3009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3"/>
            <p:cNvSpPr/>
            <p:nvPr/>
          </p:nvSpPr>
          <p:spPr>
            <a:xfrm>
              <a:off x="5344494" y="2156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4"/>
            <p:cNvSpPr/>
            <p:nvPr/>
          </p:nvSpPr>
          <p:spPr>
            <a:xfrm>
              <a:off x="5193623" y="2050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5"/>
            <p:cNvSpPr/>
            <p:nvPr/>
          </p:nvSpPr>
          <p:spPr>
            <a:xfrm>
              <a:off x="4745306" y="2456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6"/>
            <p:cNvSpPr/>
            <p:nvPr/>
          </p:nvSpPr>
          <p:spPr>
            <a:xfrm>
              <a:off x="5426632" y="2211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7"/>
            <p:cNvSpPr/>
            <p:nvPr/>
          </p:nvSpPr>
          <p:spPr>
            <a:xfrm>
              <a:off x="5778843" y="1392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8"/>
            <p:cNvSpPr/>
            <p:nvPr/>
          </p:nvSpPr>
          <p:spPr>
            <a:xfrm>
              <a:off x="5625832" y="1764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9"/>
            <p:cNvSpPr/>
            <p:nvPr/>
          </p:nvSpPr>
          <p:spPr>
            <a:xfrm>
              <a:off x="5034584" y="2543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70"/>
            <p:cNvSpPr/>
            <p:nvPr/>
          </p:nvSpPr>
          <p:spPr>
            <a:xfrm>
              <a:off x="5423170" y="2174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1"/>
            <p:cNvSpPr/>
            <p:nvPr/>
          </p:nvSpPr>
          <p:spPr>
            <a:xfrm>
              <a:off x="4988998" y="1809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2"/>
            <p:cNvSpPr/>
            <p:nvPr/>
          </p:nvSpPr>
          <p:spPr>
            <a:xfrm>
              <a:off x="5238009" y="2155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3"/>
            <p:cNvSpPr/>
            <p:nvPr/>
          </p:nvSpPr>
          <p:spPr>
            <a:xfrm>
              <a:off x="5416229" y="206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4"/>
            <p:cNvSpPr/>
            <p:nvPr/>
          </p:nvSpPr>
          <p:spPr>
            <a:xfrm>
              <a:off x="5123088" y="2195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5"/>
            <p:cNvSpPr/>
            <p:nvPr/>
          </p:nvSpPr>
          <p:spPr>
            <a:xfrm>
              <a:off x="5004756" y="2624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6"/>
            <p:cNvSpPr/>
            <p:nvPr/>
          </p:nvSpPr>
          <p:spPr>
            <a:xfrm>
              <a:off x="5477541" y="225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7"/>
            <p:cNvSpPr/>
            <p:nvPr/>
          </p:nvSpPr>
          <p:spPr>
            <a:xfrm>
              <a:off x="4832990" y="2140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8"/>
            <p:cNvSpPr/>
            <p:nvPr/>
          </p:nvSpPr>
          <p:spPr>
            <a:xfrm>
              <a:off x="5591504" y="1809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9"/>
            <p:cNvSpPr/>
            <p:nvPr/>
          </p:nvSpPr>
          <p:spPr>
            <a:xfrm>
              <a:off x="5783830" y="1874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80"/>
            <p:cNvSpPr/>
            <p:nvPr/>
          </p:nvSpPr>
          <p:spPr>
            <a:xfrm>
              <a:off x="5447053" y="2165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1"/>
            <p:cNvSpPr/>
            <p:nvPr/>
          </p:nvSpPr>
          <p:spPr>
            <a:xfrm>
              <a:off x="5460168" y="2168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2"/>
            <p:cNvSpPr/>
            <p:nvPr/>
          </p:nvSpPr>
          <p:spPr>
            <a:xfrm>
              <a:off x="5248349" y="2192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3"/>
            <p:cNvSpPr/>
            <p:nvPr/>
          </p:nvSpPr>
          <p:spPr>
            <a:xfrm>
              <a:off x="5189694" y="2125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4"/>
            <p:cNvSpPr/>
            <p:nvPr/>
          </p:nvSpPr>
          <p:spPr>
            <a:xfrm>
              <a:off x="5683737" y="2197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5"/>
            <p:cNvSpPr/>
            <p:nvPr/>
          </p:nvSpPr>
          <p:spPr>
            <a:xfrm>
              <a:off x="5313755" y="2203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6"/>
            <p:cNvSpPr/>
            <p:nvPr/>
          </p:nvSpPr>
          <p:spPr>
            <a:xfrm>
              <a:off x="5448223" y="2135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7"/>
            <p:cNvSpPr/>
            <p:nvPr/>
          </p:nvSpPr>
          <p:spPr>
            <a:xfrm>
              <a:off x="5392368" y="2199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8"/>
            <p:cNvSpPr/>
            <p:nvPr/>
          </p:nvSpPr>
          <p:spPr>
            <a:xfrm>
              <a:off x="4872362" y="2457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9"/>
            <p:cNvSpPr/>
            <p:nvPr/>
          </p:nvSpPr>
          <p:spPr>
            <a:xfrm>
              <a:off x="5314059" y="2167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90"/>
            <p:cNvSpPr/>
            <p:nvPr/>
          </p:nvSpPr>
          <p:spPr>
            <a:xfrm>
              <a:off x="5102145" y="206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1"/>
            <p:cNvSpPr/>
            <p:nvPr/>
          </p:nvSpPr>
          <p:spPr>
            <a:xfrm>
              <a:off x="5089724" y="2264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2"/>
            <p:cNvSpPr/>
            <p:nvPr/>
          </p:nvSpPr>
          <p:spPr>
            <a:xfrm>
              <a:off x="5444812" y="2198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3"/>
            <p:cNvSpPr/>
            <p:nvPr/>
          </p:nvSpPr>
          <p:spPr>
            <a:xfrm>
              <a:off x="5888028" y="2107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4"/>
            <p:cNvSpPr/>
            <p:nvPr/>
          </p:nvSpPr>
          <p:spPr>
            <a:xfrm>
              <a:off x="5041382" y="2722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5"/>
            <p:cNvSpPr/>
            <p:nvPr/>
          </p:nvSpPr>
          <p:spPr>
            <a:xfrm>
              <a:off x="5374405" y="2030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6"/>
            <p:cNvSpPr/>
            <p:nvPr/>
          </p:nvSpPr>
          <p:spPr>
            <a:xfrm>
              <a:off x="5338266" y="2156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7"/>
            <p:cNvSpPr/>
            <p:nvPr/>
          </p:nvSpPr>
          <p:spPr>
            <a:xfrm>
              <a:off x="5236443" y="2225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8"/>
            <p:cNvSpPr/>
            <p:nvPr/>
          </p:nvSpPr>
          <p:spPr>
            <a:xfrm>
              <a:off x="5832854" y="185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9"/>
            <p:cNvSpPr/>
            <p:nvPr/>
          </p:nvSpPr>
          <p:spPr>
            <a:xfrm>
              <a:off x="5691567" y="1831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300"/>
            <p:cNvSpPr/>
            <p:nvPr/>
          </p:nvSpPr>
          <p:spPr>
            <a:xfrm>
              <a:off x="5023954" y="2519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1"/>
            <p:cNvSpPr/>
            <p:nvPr/>
          </p:nvSpPr>
          <p:spPr>
            <a:xfrm>
              <a:off x="5558846" y="2013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2"/>
            <p:cNvSpPr/>
            <p:nvPr/>
          </p:nvSpPr>
          <p:spPr>
            <a:xfrm>
              <a:off x="5423034" y="2086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3"/>
            <p:cNvSpPr/>
            <p:nvPr/>
          </p:nvSpPr>
          <p:spPr>
            <a:xfrm>
              <a:off x="4972242" y="2565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4"/>
            <p:cNvSpPr/>
            <p:nvPr/>
          </p:nvSpPr>
          <p:spPr>
            <a:xfrm>
              <a:off x="5259984" y="2204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5"/>
            <p:cNvSpPr/>
            <p:nvPr/>
          </p:nvSpPr>
          <p:spPr>
            <a:xfrm>
              <a:off x="5652544" y="1870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6"/>
            <p:cNvSpPr/>
            <p:nvPr/>
          </p:nvSpPr>
          <p:spPr>
            <a:xfrm>
              <a:off x="5390344" y="2242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7"/>
            <p:cNvSpPr/>
            <p:nvPr/>
          </p:nvSpPr>
          <p:spPr>
            <a:xfrm>
              <a:off x="5547591" y="1944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8"/>
            <p:cNvSpPr/>
            <p:nvPr/>
          </p:nvSpPr>
          <p:spPr>
            <a:xfrm>
              <a:off x="4992073" y="1754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9"/>
            <p:cNvSpPr/>
            <p:nvPr/>
          </p:nvSpPr>
          <p:spPr>
            <a:xfrm>
              <a:off x="5127891" y="2114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10"/>
            <p:cNvSpPr/>
            <p:nvPr/>
          </p:nvSpPr>
          <p:spPr>
            <a:xfrm>
              <a:off x="5576016" y="1766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1"/>
            <p:cNvSpPr/>
            <p:nvPr/>
          </p:nvSpPr>
          <p:spPr>
            <a:xfrm>
              <a:off x="5169349" y="2209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2"/>
            <p:cNvSpPr/>
            <p:nvPr/>
          </p:nvSpPr>
          <p:spPr>
            <a:xfrm>
              <a:off x="4768697" y="2521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3"/>
            <p:cNvSpPr/>
            <p:nvPr/>
          </p:nvSpPr>
          <p:spPr>
            <a:xfrm>
              <a:off x="5802622" y="1805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4"/>
            <p:cNvSpPr/>
            <p:nvPr/>
          </p:nvSpPr>
          <p:spPr>
            <a:xfrm>
              <a:off x="5150889" y="204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5"/>
            <p:cNvSpPr/>
            <p:nvPr/>
          </p:nvSpPr>
          <p:spPr>
            <a:xfrm>
              <a:off x="5370013" y="2051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6"/>
            <p:cNvSpPr/>
            <p:nvPr/>
          </p:nvSpPr>
          <p:spPr>
            <a:xfrm>
              <a:off x="5676925" y="1960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7"/>
            <p:cNvSpPr/>
            <p:nvPr/>
          </p:nvSpPr>
          <p:spPr>
            <a:xfrm>
              <a:off x="5135520" y="2004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8"/>
            <p:cNvSpPr/>
            <p:nvPr/>
          </p:nvSpPr>
          <p:spPr>
            <a:xfrm>
              <a:off x="5180687" y="2113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9"/>
            <p:cNvSpPr/>
            <p:nvPr/>
          </p:nvSpPr>
          <p:spPr>
            <a:xfrm>
              <a:off x="5246489" y="2124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20"/>
            <p:cNvSpPr/>
            <p:nvPr/>
          </p:nvSpPr>
          <p:spPr>
            <a:xfrm>
              <a:off x="5734810" y="2060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1"/>
            <p:cNvSpPr/>
            <p:nvPr/>
          </p:nvSpPr>
          <p:spPr>
            <a:xfrm>
              <a:off x="5303190" y="2198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2"/>
            <p:cNvSpPr/>
            <p:nvPr/>
          </p:nvSpPr>
          <p:spPr>
            <a:xfrm>
              <a:off x="4894727" y="2699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3"/>
            <p:cNvSpPr/>
            <p:nvPr/>
          </p:nvSpPr>
          <p:spPr>
            <a:xfrm>
              <a:off x="5559722" y="2083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4"/>
            <p:cNvSpPr/>
            <p:nvPr/>
          </p:nvSpPr>
          <p:spPr>
            <a:xfrm>
              <a:off x="5416312" y="2234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5"/>
            <p:cNvSpPr/>
            <p:nvPr/>
          </p:nvSpPr>
          <p:spPr>
            <a:xfrm>
              <a:off x="5292295" y="2157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6"/>
            <p:cNvSpPr/>
            <p:nvPr/>
          </p:nvSpPr>
          <p:spPr>
            <a:xfrm>
              <a:off x="5375275" y="2073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7"/>
            <p:cNvSpPr/>
            <p:nvPr/>
          </p:nvSpPr>
          <p:spPr>
            <a:xfrm>
              <a:off x="5111305" y="2008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8"/>
            <p:cNvSpPr/>
            <p:nvPr/>
          </p:nvSpPr>
          <p:spPr>
            <a:xfrm>
              <a:off x="5826319" y="1960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9"/>
            <p:cNvSpPr/>
            <p:nvPr/>
          </p:nvSpPr>
          <p:spPr>
            <a:xfrm>
              <a:off x="4889892" y="2607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30"/>
            <p:cNvSpPr/>
            <p:nvPr/>
          </p:nvSpPr>
          <p:spPr>
            <a:xfrm>
              <a:off x="5394488" y="2245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1"/>
            <p:cNvSpPr/>
            <p:nvPr/>
          </p:nvSpPr>
          <p:spPr>
            <a:xfrm>
              <a:off x="4955234" y="2365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2"/>
            <p:cNvSpPr/>
            <p:nvPr/>
          </p:nvSpPr>
          <p:spPr>
            <a:xfrm>
              <a:off x="5244132" y="2086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3"/>
            <p:cNvSpPr/>
            <p:nvPr/>
          </p:nvSpPr>
          <p:spPr>
            <a:xfrm>
              <a:off x="5689242" y="1858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4"/>
            <p:cNvSpPr/>
            <p:nvPr/>
          </p:nvSpPr>
          <p:spPr>
            <a:xfrm>
              <a:off x="5545498" y="1998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5"/>
            <p:cNvSpPr/>
            <p:nvPr/>
          </p:nvSpPr>
          <p:spPr>
            <a:xfrm>
              <a:off x="5395667" y="2203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6"/>
            <p:cNvSpPr/>
            <p:nvPr/>
          </p:nvSpPr>
          <p:spPr>
            <a:xfrm>
              <a:off x="4944629" y="2584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7"/>
            <p:cNvSpPr/>
            <p:nvPr/>
          </p:nvSpPr>
          <p:spPr>
            <a:xfrm>
              <a:off x="5698863" y="1870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8"/>
            <p:cNvSpPr/>
            <p:nvPr/>
          </p:nvSpPr>
          <p:spPr>
            <a:xfrm>
              <a:off x="5733570" y="1922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9"/>
            <p:cNvSpPr/>
            <p:nvPr/>
          </p:nvSpPr>
          <p:spPr>
            <a:xfrm>
              <a:off x="5101808" y="2226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40"/>
            <p:cNvSpPr/>
            <p:nvPr/>
          </p:nvSpPr>
          <p:spPr>
            <a:xfrm>
              <a:off x="5338715" y="2190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1"/>
            <p:cNvSpPr/>
            <p:nvPr/>
          </p:nvSpPr>
          <p:spPr>
            <a:xfrm>
              <a:off x="5480377" y="2238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2"/>
            <p:cNvSpPr/>
            <p:nvPr/>
          </p:nvSpPr>
          <p:spPr>
            <a:xfrm>
              <a:off x="5445641" y="2166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3"/>
            <p:cNvSpPr/>
            <p:nvPr/>
          </p:nvSpPr>
          <p:spPr>
            <a:xfrm>
              <a:off x="5106836" y="2032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4"/>
            <p:cNvSpPr/>
            <p:nvPr/>
          </p:nvSpPr>
          <p:spPr>
            <a:xfrm>
              <a:off x="5184743" y="211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5"/>
            <p:cNvSpPr/>
            <p:nvPr/>
          </p:nvSpPr>
          <p:spPr>
            <a:xfrm>
              <a:off x="5231027" y="2200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6"/>
            <p:cNvSpPr/>
            <p:nvPr/>
          </p:nvSpPr>
          <p:spPr>
            <a:xfrm>
              <a:off x="5343573" y="2169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7"/>
            <p:cNvSpPr/>
            <p:nvPr/>
          </p:nvSpPr>
          <p:spPr>
            <a:xfrm>
              <a:off x="5343893" y="2186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8"/>
            <p:cNvSpPr/>
            <p:nvPr/>
          </p:nvSpPr>
          <p:spPr>
            <a:xfrm>
              <a:off x="5297873" y="2198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9"/>
            <p:cNvSpPr/>
            <p:nvPr/>
          </p:nvSpPr>
          <p:spPr>
            <a:xfrm>
              <a:off x="5082732" y="2395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50"/>
            <p:cNvSpPr/>
            <p:nvPr/>
          </p:nvSpPr>
          <p:spPr>
            <a:xfrm>
              <a:off x="5620343" y="1800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1"/>
            <p:cNvSpPr/>
            <p:nvPr/>
          </p:nvSpPr>
          <p:spPr>
            <a:xfrm>
              <a:off x="5495329" y="2069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2"/>
            <p:cNvSpPr/>
            <p:nvPr/>
          </p:nvSpPr>
          <p:spPr>
            <a:xfrm>
              <a:off x="5510239" y="2094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3"/>
            <p:cNvSpPr/>
            <p:nvPr/>
          </p:nvSpPr>
          <p:spPr>
            <a:xfrm>
              <a:off x="5838083" y="1786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4"/>
            <p:cNvSpPr/>
            <p:nvPr/>
          </p:nvSpPr>
          <p:spPr>
            <a:xfrm>
              <a:off x="5075933" y="2296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5"/>
            <p:cNvSpPr/>
            <p:nvPr/>
          </p:nvSpPr>
          <p:spPr>
            <a:xfrm>
              <a:off x="5371038" y="1893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6"/>
            <p:cNvSpPr/>
            <p:nvPr/>
          </p:nvSpPr>
          <p:spPr>
            <a:xfrm>
              <a:off x="5093173" y="2184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7"/>
            <p:cNvSpPr/>
            <p:nvPr/>
          </p:nvSpPr>
          <p:spPr>
            <a:xfrm>
              <a:off x="5080442" y="2401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8"/>
            <p:cNvSpPr/>
            <p:nvPr/>
          </p:nvSpPr>
          <p:spPr>
            <a:xfrm>
              <a:off x="4968041" y="2279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9"/>
            <p:cNvSpPr/>
            <p:nvPr/>
          </p:nvSpPr>
          <p:spPr>
            <a:xfrm>
              <a:off x="5200779" y="2048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60"/>
            <p:cNvSpPr/>
            <p:nvPr/>
          </p:nvSpPr>
          <p:spPr>
            <a:xfrm>
              <a:off x="5183276" y="2136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1"/>
            <p:cNvSpPr/>
            <p:nvPr/>
          </p:nvSpPr>
          <p:spPr>
            <a:xfrm>
              <a:off x="5299638" y="2154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2"/>
            <p:cNvSpPr/>
            <p:nvPr/>
          </p:nvSpPr>
          <p:spPr>
            <a:xfrm>
              <a:off x="4986321" y="1786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3"/>
            <p:cNvSpPr/>
            <p:nvPr/>
          </p:nvSpPr>
          <p:spPr>
            <a:xfrm>
              <a:off x="5149933" y="2125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4"/>
            <p:cNvSpPr/>
            <p:nvPr/>
          </p:nvSpPr>
          <p:spPr>
            <a:xfrm>
              <a:off x="5505336" y="1831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5"/>
            <p:cNvSpPr/>
            <p:nvPr/>
          </p:nvSpPr>
          <p:spPr>
            <a:xfrm>
              <a:off x="5143969" y="2040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6"/>
            <p:cNvSpPr/>
            <p:nvPr/>
          </p:nvSpPr>
          <p:spPr>
            <a:xfrm>
              <a:off x="4922509" y="2353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7"/>
            <p:cNvSpPr/>
            <p:nvPr/>
          </p:nvSpPr>
          <p:spPr>
            <a:xfrm>
              <a:off x="5065067" y="2581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8"/>
            <p:cNvSpPr/>
            <p:nvPr/>
          </p:nvSpPr>
          <p:spPr>
            <a:xfrm>
              <a:off x="5084293" y="2345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9"/>
            <p:cNvSpPr/>
            <p:nvPr/>
          </p:nvSpPr>
          <p:spPr>
            <a:xfrm>
              <a:off x="5366332" y="1951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70"/>
            <p:cNvSpPr/>
            <p:nvPr/>
          </p:nvSpPr>
          <p:spPr>
            <a:xfrm>
              <a:off x="5197578" y="2125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1"/>
            <p:cNvSpPr/>
            <p:nvPr/>
          </p:nvSpPr>
          <p:spPr>
            <a:xfrm>
              <a:off x="5475945" y="2141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2"/>
            <p:cNvSpPr/>
            <p:nvPr/>
          </p:nvSpPr>
          <p:spPr>
            <a:xfrm>
              <a:off x="5518574" y="2029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3"/>
            <p:cNvSpPr/>
            <p:nvPr/>
          </p:nvSpPr>
          <p:spPr>
            <a:xfrm>
              <a:off x="5622236" y="1795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4"/>
            <p:cNvSpPr/>
            <p:nvPr/>
          </p:nvSpPr>
          <p:spPr>
            <a:xfrm>
              <a:off x="5126042" y="1948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5"/>
            <p:cNvSpPr/>
            <p:nvPr/>
          </p:nvSpPr>
          <p:spPr>
            <a:xfrm>
              <a:off x="5113114" y="2060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6"/>
            <p:cNvSpPr/>
            <p:nvPr/>
          </p:nvSpPr>
          <p:spPr>
            <a:xfrm>
              <a:off x="5197508" y="2154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7"/>
            <p:cNvSpPr/>
            <p:nvPr/>
          </p:nvSpPr>
          <p:spPr>
            <a:xfrm>
              <a:off x="5179275" y="2116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8"/>
            <p:cNvSpPr/>
            <p:nvPr/>
          </p:nvSpPr>
          <p:spPr>
            <a:xfrm>
              <a:off x="5421868" y="2088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9"/>
            <p:cNvSpPr/>
            <p:nvPr/>
          </p:nvSpPr>
          <p:spPr>
            <a:xfrm>
              <a:off x="4985903" y="183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80"/>
            <p:cNvSpPr/>
            <p:nvPr/>
          </p:nvSpPr>
          <p:spPr>
            <a:xfrm>
              <a:off x="5304968" y="2156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1"/>
            <p:cNvSpPr/>
            <p:nvPr/>
          </p:nvSpPr>
          <p:spPr>
            <a:xfrm>
              <a:off x="5231775" y="2155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2"/>
            <p:cNvSpPr/>
            <p:nvPr/>
          </p:nvSpPr>
          <p:spPr>
            <a:xfrm>
              <a:off x="5291428" y="2270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3"/>
            <p:cNvSpPr/>
            <p:nvPr/>
          </p:nvSpPr>
          <p:spPr>
            <a:xfrm>
              <a:off x="5379029" y="2015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4"/>
            <p:cNvSpPr/>
            <p:nvPr/>
          </p:nvSpPr>
          <p:spPr>
            <a:xfrm>
              <a:off x="5435495" y="2055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5"/>
            <p:cNvSpPr/>
            <p:nvPr/>
          </p:nvSpPr>
          <p:spPr>
            <a:xfrm>
              <a:off x="5021122" y="256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6"/>
            <p:cNvSpPr/>
            <p:nvPr/>
          </p:nvSpPr>
          <p:spPr>
            <a:xfrm>
              <a:off x="5578783" y="1616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7"/>
            <p:cNvSpPr/>
            <p:nvPr/>
          </p:nvSpPr>
          <p:spPr>
            <a:xfrm>
              <a:off x="5419831" y="2007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8"/>
            <p:cNvSpPr/>
            <p:nvPr/>
          </p:nvSpPr>
          <p:spPr>
            <a:xfrm>
              <a:off x="5428333" y="2135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9"/>
            <p:cNvSpPr/>
            <p:nvPr/>
          </p:nvSpPr>
          <p:spPr>
            <a:xfrm>
              <a:off x="5206199" y="2016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90"/>
            <p:cNvSpPr/>
            <p:nvPr/>
          </p:nvSpPr>
          <p:spPr>
            <a:xfrm>
              <a:off x="5160757" y="2164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1"/>
            <p:cNvSpPr/>
            <p:nvPr/>
          </p:nvSpPr>
          <p:spPr>
            <a:xfrm>
              <a:off x="5061598" y="2369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2"/>
            <p:cNvSpPr/>
            <p:nvPr/>
          </p:nvSpPr>
          <p:spPr>
            <a:xfrm>
              <a:off x="5854327" y="1577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3"/>
            <p:cNvSpPr/>
            <p:nvPr/>
          </p:nvSpPr>
          <p:spPr>
            <a:xfrm>
              <a:off x="5286811" y="2098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4"/>
            <p:cNvSpPr/>
            <p:nvPr/>
          </p:nvSpPr>
          <p:spPr>
            <a:xfrm>
              <a:off x="5308048" y="2147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5"/>
            <p:cNvSpPr/>
            <p:nvPr/>
          </p:nvSpPr>
          <p:spPr>
            <a:xfrm>
              <a:off x="5444040" y="2177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6"/>
            <p:cNvSpPr/>
            <p:nvPr/>
          </p:nvSpPr>
          <p:spPr>
            <a:xfrm>
              <a:off x="5532243" y="2002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7"/>
            <p:cNvSpPr/>
            <p:nvPr/>
          </p:nvSpPr>
          <p:spPr>
            <a:xfrm>
              <a:off x="4918837" y="2167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8"/>
            <p:cNvSpPr/>
            <p:nvPr/>
          </p:nvSpPr>
          <p:spPr>
            <a:xfrm>
              <a:off x="5108153" y="2056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9"/>
            <p:cNvSpPr/>
            <p:nvPr/>
          </p:nvSpPr>
          <p:spPr>
            <a:xfrm>
              <a:off x="5706701" y="1888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400"/>
            <p:cNvSpPr/>
            <p:nvPr/>
          </p:nvSpPr>
          <p:spPr>
            <a:xfrm>
              <a:off x="5154497" y="2105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1"/>
            <p:cNvSpPr/>
            <p:nvPr/>
          </p:nvSpPr>
          <p:spPr>
            <a:xfrm>
              <a:off x="5407942" y="2280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2"/>
            <p:cNvSpPr/>
            <p:nvPr/>
          </p:nvSpPr>
          <p:spPr>
            <a:xfrm>
              <a:off x="4969299" y="2610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3"/>
            <p:cNvSpPr/>
            <p:nvPr/>
          </p:nvSpPr>
          <p:spPr>
            <a:xfrm>
              <a:off x="5576912" y="1814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4"/>
            <p:cNvSpPr/>
            <p:nvPr/>
          </p:nvSpPr>
          <p:spPr>
            <a:xfrm>
              <a:off x="5034324" y="2764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5"/>
            <p:cNvSpPr/>
            <p:nvPr/>
          </p:nvSpPr>
          <p:spPr>
            <a:xfrm>
              <a:off x="5628721" y="1798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6"/>
            <p:cNvSpPr/>
            <p:nvPr/>
          </p:nvSpPr>
          <p:spPr>
            <a:xfrm>
              <a:off x="5562291" y="1797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7"/>
            <p:cNvSpPr/>
            <p:nvPr/>
          </p:nvSpPr>
          <p:spPr>
            <a:xfrm>
              <a:off x="5373295" y="2042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8"/>
            <p:cNvSpPr/>
            <p:nvPr/>
          </p:nvSpPr>
          <p:spPr>
            <a:xfrm>
              <a:off x="5473825" y="2243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9"/>
            <p:cNvSpPr/>
            <p:nvPr/>
          </p:nvSpPr>
          <p:spPr>
            <a:xfrm>
              <a:off x="5397064" y="2127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10"/>
            <p:cNvSpPr/>
            <p:nvPr/>
          </p:nvSpPr>
          <p:spPr>
            <a:xfrm>
              <a:off x="5462991" y="2229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1"/>
            <p:cNvSpPr/>
            <p:nvPr/>
          </p:nvSpPr>
          <p:spPr>
            <a:xfrm>
              <a:off x="4836218" y="2225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2"/>
            <p:cNvSpPr/>
            <p:nvPr/>
          </p:nvSpPr>
          <p:spPr>
            <a:xfrm>
              <a:off x="5861139" y="1981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3"/>
            <p:cNvSpPr/>
            <p:nvPr/>
          </p:nvSpPr>
          <p:spPr>
            <a:xfrm>
              <a:off x="5551794" y="2012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4"/>
            <p:cNvSpPr/>
            <p:nvPr/>
          </p:nvSpPr>
          <p:spPr>
            <a:xfrm>
              <a:off x="5103272" y="1940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5"/>
            <p:cNvSpPr/>
            <p:nvPr/>
          </p:nvSpPr>
          <p:spPr>
            <a:xfrm>
              <a:off x="5530905" y="1982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6"/>
            <p:cNvSpPr/>
            <p:nvPr/>
          </p:nvSpPr>
          <p:spPr>
            <a:xfrm>
              <a:off x="4664541" y="2349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7"/>
            <p:cNvSpPr/>
            <p:nvPr/>
          </p:nvSpPr>
          <p:spPr>
            <a:xfrm>
              <a:off x="5233075" y="2116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8"/>
            <p:cNvSpPr/>
            <p:nvPr/>
          </p:nvSpPr>
          <p:spPr>
            <a:xfrm>
              <a:off x="5401858" y="2111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9"/>
            <p:cNvSpPr/>
            <p:nvPr/>
          </p:nvSpPr>
          <p:spPr>
            <a:xfrm>
              <a:off x="4884223" y="2732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20"/>
            <p:cNvSpPr/>
            <p:nvPr/>
          </p:nvSpPr>
          <p:spPr>
            <a:xfrm>
              <a:off x="5071101" y="2262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1"/>
            <p:cNvSpPr/>
            <p:nvPr/>
          </p:nvSpPr>
          <p:spPr>
            <a:xfrm>
              <a:off x="5216445" y="2221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2"/>
            <p:cNvSpPr/>
            <p:nvPr/>
          </p:nvSpPr>
          <p:spPr>
            <a:xfrm>
              <a:off x="5149203" y="2100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3"/>
            <p:cNvSpPr/>
            <p:nvPr/>
          </p:nvSpPr>
          <p:spPr>
            <a:xfrm>
              <a:off x="5472737" y="2247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4"/>
            <p:cNvSpPr/>
            <p:nvPr/>
          </p:nvSpPr>
          <p:spPr>
            <a:xfrm>
              <a:off x="5301633" y="2137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5"/>
            <p:cNvSpPr/>
            <p:nvPr/>
          </p:nvSpPr>
          <p:spPr>
            <a:xfrm>
              <a:off x="5642307" y="1923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6"/>
            <p:cNvSpPr/>
            <p:nvPr/>
          </p:nvSpPr>
          <p:spPr>
            <a:xfrm>
              <a:off x="4970077" y="2834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7"/>
            <p:cNvSpPr/>
            <p:nvPr/>
          </p:nvSpPr>
          <p:spPr>
            <a:xfrm>
              <a:off x="5524697" y="1869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8"/>
            <p:cNvSpPr/>
            <p:nvPr/>
          </p:nvSpPr>
          <p:spPr>
            <a:xfrm>
              <a:off x="5246790" y="2098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9"/>
            <p:cNvSpPr/>
            <p:nvPr/>
          </p:nvSpPr>
          <p:spPr>
            <a:xfrm>
              <a:off x="5344720" y="2173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30"/>
            <p:cNvSpPr/>
            <p:nvPr/>
          </p:nvSpPr>
          <p:spPr>
            <a:xfrm>
              <a:off x="5550871" y="2030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1"/>
            <p:cNvSpPr/>
            <p:nvPr/>
          </p:nvSpPr>
          <p:spPr>
            <a:xfrm>
              <a:off x="5529339" y="2002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2"/>
            <p:cNvSpPr/>
            <p:nvPr/>
          </p:nvSpPr>
          <p:spPr>
            <a:xfrm>
              <a:off x="5484763" y="1920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3"/>
            <p:cNvSpPr/>
            <p:nvPr/>
          </p:nvSpPr>
          <p:spPr>
            <a:xfrm>
              <a:off x="5212188" y="2014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4"/>
            <p:cNvSpPr/>
            <p:nvPr/>
          </p:nvSpPr>
          <p:spPr>
            <a:xfrm>
              <a:off x="4610401" y="2842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5"/>
            <p:cNvSpPr/>
            <p:nvPr/>
          </p:nvSpPr>
          <p:spPr>
            <a:xfrm>
              <a:off x="5582593" y="1601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6"/>
            <p:cNvSpPr/>
            <p:nvPr/>
          </p:nvSpPr>
          <p:spPr>
            <a:xfrm>
              <a:off x="5399310" y="2120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7"/>
            <p:cNvSpPr/>
            <p:nvPr/>
          </p:nvSpPr>
          <p:spPr>
            <a:xfrm>
              <a:off x="5575426" y="1640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8"/>
            <p:cNvSpPr/>
            <p:nvPr/>
          </p:nvSpPr>
          <p:spPr>
            <a:xfrm>
              <a:off x="5274125" y="2041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9"/>
            <p:cNvSpPr/>
            <p:nvPr/>
          </p:nvSpPr>
          <p:spPr>
            <a:xfrm>
              <a:off x="5556813" y="2118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40"/>
            <p:cNvSpPr/>
            <p:nvPr/>
          </p:nvSpPr>
          <p:spPr>
            <a:xfrm>
              <a:off x="5218022" y="2057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1"/>
            <p:cNvSpPr/>
            <p:nvPr/>
          </p:nvSpPr>
          <p:spPr>
            <a:xfrm>
              <a:off x="5054275" y="2560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2"/>
            <p:cNvSpPr/>
            <p:nvPr/>
          </p:nvSpPr>
          <p:spPr>
            <a:xfrm>
              <a:off x="5789796" y="1662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3"/>
            <p:cNvSpPr/>
            <p:nvPr/>
          </p:nvSpPr>
          <p:spPr>
            <a:xfrm>
              <a:off x="5468987" y="2192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4"/>
            <p:cNvSpPr/>
            <p:nvPr/>
          </p:nvSpPr>
          <p:spPr>
            <a:xfrm>
              <a:off x="5407064" y="2259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5"/>
            <p:cNvSpPr/>
            <p:nvPr/>
          </p:nvSpPr>
          <p:spPr>
            <a:xfrm>
              <a:off x="5327213" y="2107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6"/>
            <p:cNvSpPr/>
            <p:nvPr/>
          </p:nvSpPr>
          <p:spPr>
            <a:xfrm>
              <a:off x="5344090" y="2129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7"/>
            <p:cNvSpPr/>
            <p:nvPr/>
          </p:nvSpPr>
          <p:spPr>
            <a:xfrm>
              <a:off x="5687720" y="2012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8"/>
            <p:cNvSpPr/>
            <p:nvPr/>
          </p:nvSpPr>
          <p:spPr>
            <a:xfrm>
              <a:off x="5294529" y="2187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9"/>
            <p:cNvSpPr/>
            <p:nvPr/>
          </p:nvSpPr>
          <p:spPr>
            <a:xfrm>
              <a:off x="5215791" y="2061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50"/>
            <p:cNvSpPr/>
            <p:nvPr/>
          </p:nvSpPr>
          <p:spPr>
            <a:xfrm>
              <a:off x="5411681" y="2150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1"/>
            <p:cNvSpPr/>
            <p:nvPr/>
          </p:nvSpPr>
          <p:spPr>
            <a:xfrm>
              <a:off x="5127872" y="1992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2"/>
            <p:cNvSpPr/>
            <p:nvPr/>
          </p:nvSpPr>
          <p:spPr>
            <a:xfrm>
              <a:off x="5449761" y="2253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3"/>
            <p:cNvSpPr/>
            <p:nvPr/>
          </p:nvSpPr>
          <p:spPr>
            <a:xfrm>
              <a:off x="5577252" y="152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4"/>
            <p:cNvSpPr/>
            <p:nvPr/>
          </p:nvSpPr>
          <p:spPr>
            <a:xfrm>
              <a:off x="5264932" y="2258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5"/>
            <p:cNvSpPr/>
            <p:nvPr/>
          </p:nvSpPr>
          <p:spPr>
            <a:xfrm>
              <a:off x="5664001" y="1956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6"/>
            <p:cNvSpPr/>
            <p:nvPr/>
          </p:nvSpPr>
          <p:spPr>
            <a:xfrm>
              <a:off x="5280459" y="214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7"/>
            <p:cNvSpPr/>
            <p:nvPr/>
          </p:nvSpPr>
          <p:spPr>
            <a:xfrm>
              <a:off x="5586695" y="1767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8"/>
            <p:cNvSpPr/>
            <p:nvPr/>
          </p:nvSpPr>
          <p:spPr>
            <a:xfrm>
              <a:off x="5268269" y="2216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9"/>
            <p:cNvSpPr/>
            <p:nvPr/>
          </p:nvSpPr>
          <p:spPr>
            <a:xfrm>
              <a:off x="5256311" y="2210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60"/>
            <p:cNvSpPr/>
            <p:nvPr/>
          </p:nvSpPr>
          <p:spPr>
            <a:xfrm>
              <a:off x="5319373" y="2291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1"/>
            <p:cNvSpPr/>
            <p:nvPr/>
          </p:nvSpPr>
          <p:spPr>
            <a:xfrm>
              <a:off x="5888363" y="2188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2"/>
            <p:cNvSpPr/>
            <p:nvPr/>
          </p:nvSpPr>
          <p:spPr>
            <a:xfrm>
              <a:off x="5444884" y="2175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3"/>
            <p:cNvSpPr/>
            <p:nvPr/>
          </p:nvSpPr>
          <p:spPr>
            <a:xfrm>
              <a:off x="5073779" y="2333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4"/>
            <p:cNvSpPr/>
            <p:nvPr/>
          </p:nvSpPr>
          <p:spPr>
            <a:xfrm>
              <a:off x="5398836" y="2159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5"/>
            <p:cNvSpPr/>
            <p:nvPr/>
          </p:nvSpPr>
          <p:spPr>
            <a:xfrm>
              <a:off x="5407949" y="217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6"/>
            <p:cNvSpPr/>
            <p:nvPr/>
          </p:nvSpPr>
          <p:spPr>
            <a:xfrm>
              <a:off x="4903666" y="2265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7"/>
            <p:cNvSpPr/>
            <p:nvPr/>
          </p:nvSpPr>
          <p:spPr>
            <a:xfrm>
              <a:off x="5413575" y="2224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8"/>
            <p:cNvSpPr/>
            <p:nvPr/>
          </p:nvSpPr>
          <p:spPr>
            <a:xfrm>
              <a:off x="5699417" y="1796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9"/>
            <p:cNvSpPr/>
            <p:nvPr/>
          </p:nvSpPr>
          <p:spPr>
            <a:xfrm>
              <a:off x="5290779" y="2094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70"/>
            <p:cNvSpPr/>
            <p:nvPr/>
          </p:nvSpPr>
          <p:spPr>
            <a:xfrm>
              <a:off x="5775542" y="1318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1"/>
            <p:cNvSpPr/>
            <p:nvPr/>
          </p:nvSpPr>
          <p:spPr>
            <a:xfrm>
              <a:off x="5453286" y="2162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2"/>
            <p:cNvSpPr/>
            <p:nvPr/>
          </p:nvSpPr>
          <p:spPr>
            <a:xfrm>
              <a:off x="5170998" y="2186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3"/>
            <p:cNvSpPr/>
            <p:nvPr/>
          </p:nvSpPr>
          <p:spPr>
            <a:xfrm>
              <a:off x="5474016" y="2256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4"/>
            <p:cNvSpPr/>
            <p:nvPr/>
          </p:nvSpPr>
          <p:spPr>
            <a:xfrm>
              <a:off x="5380791" y="2159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5"/>
            <p:cNvSpPr/>
            <p:nvPr/>
          </p:nvSpPr>
          <p:spPr>
            <a:xfrm>
              <a:off x="5323730" y="2260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6"/>
            <p:cNvSpPr/>
            <p:nvPr/>
          </p:nvSpPr>
          <p:spPr>
            <a:xfrm>
              <a:off x="5498282" y="1932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7"/>
            <p:cNvSpPr/>
            <p:nvPr/>
          </p:nvSpPr>
          <p:spPr>
            <a:xfrm>
              <a:off x="5782528" y="171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8"/>
            <p:cNvSpPr/>
            <p:nvPr/>
          </p:nvSpPr>
          <p:spPr>
            <a:xfrm>
              <a:off x="4971863" y="2401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9"/>
            <p:cNvSpPr/>
            <p:nvPr/>
          </p:nvSpPr>
          <p:spPr>
            <a:xfrm>
              <a:off x="5344847" y="2108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80"/>
            <p:cNvSpPr/>
            <p:nvPr/>
          </p:nvSpPr>
          <p:spPr>
            <a:xfrm>
              <a:off x="4982939" y="202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1"/>
            <p:cNvSpPr/>
            <p:nvPr/>
          </p:nvSpPr>
          <p:spPr>
            <a:xfrm>
              <a:off x="5429432" y="2204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2"/>
            <p:cNvSpPr/>
            <p:nvPr/>
          </p:nvSpPr>
          <p:spPr>
            <a:xfrm>
              <a:off x="5359519" y="2100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3"/>
            <p:cNvSpPr/>
            <p:nvPr/>
          </p:nvSpPr>
          <p:spPr>
            <a:xfrm>
              <a:off x="5180134" y="2016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4"/>
            <p:cNvSpPr/>
            <p:nvPr/>
          </p:nvSpPr>
          <p:spPr>
            <a:xfrm>
              <a:off x="5179904" y="2173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5"/>
            <p:cNvSpPr/>
            <p:nvPr/>
          </p:nvSpPr>
          <p:spPr>
            <a:xfrm>
              <a:off x="4918724" y="1952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6"/>
            <p:cNvSpPr/>
            <p:nvPr/>
          </p:nvSpPr>
          <p:spPr>
            <a:xfrm>
              <a:off x="4900617" y="2682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7"/>
            <p:cNvSpPr/>
            <p:nvPr/>
          </p:nvSpPr>
          <p:spPr>
            <a:xfrm>
              <a:off x="5146193" y="2145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8"/>
            <p:cNvSpPr/>
            <p:nvPr/>
          </p:nvSpPr>
          <p:spPr>
            <a:xfrm>
              <a:off x="5500974" y="1934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9"/>
            <p:cNvSpPr/>
            <p:nvPr/>
          </p:nvSpPr>
          <p:spPr>
            <a:xfrm>
              <a:off x="5528839" y="2021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90"/>
            <p:cNvSpPr/>
            <p:nvPr/>
          </p:nvSpPr>
          <p:spPr>
            <a:xfrm>
              <a:off x="5257520" y="2213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1"/>
            <p:cNvSpPr/>
            <p:nvPr/>
          </p:nvSpPr>
          <p:spPr>
            <a:xfrm>
              <a:off x="5329579" y="2192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2"/>
            <p:cNvSpPr/>
            <p:nvPr/>
          </p:nvSpPr>
          <p:spPr>
            <a:xfrm>
              <a:off x="5528397" y="2018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3"/>
            <p:cNvSpPr/>
            <p:nvPr/>
          </p:nvSpPr>
          <p:spPr>
            <a:xfrm>
              <a:off x="5112498" y="2013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4"/>
            <p:cNvSpPr/>
            <p:nvPr/>
          </p:nvSpPr>
          <p:spPr>
            <a:xfrm>
              <a:off x="5766829" y="171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5"/>
            <p:cNvSpPr/>
            <p:nvPr/>
          </p:nvSpPr>
          <p:spPr>
            <a:xfrm>
              <a:off x="5426224" y="2219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6"/>
            <p:cNvSpPr/>
            <p:nvPr/>
          </p:nvSpPr>
          <p:spPr>
            <a:xfrm>
              <a:off x="5527823" y="2009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7"/>
            <p:cNvSpPr/>
            <p:nvPr/>
          </p:nvSpPr>
          <p:spPr>
            <a:xfrm>
              <a:off x="5285591" y="2055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8"/>
            <p:cNvSpPr/>
            <p:nvPr/>
          </p:nvSpPr>
          <p:spPr>
            <a:xfrm>
              <a:off x="5501125" y="1965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9"/>
            <p:cNvSpPr/>
            <p:nvPr/>
          </p:nvSpPr>
          <p:spPr>
            <a:xfrm>
              <a:off x="5494157" y="1956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500"/>
            <p:cNvSpPr/>
            <p:nvPr/>
          </p:nvSpPr>
          <p:spPr>
            <a:xfrm>
              <a:off x="5481736" y="2232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1"/>
            <p:cNvSpPr/>
            <p:nvPr/>
          </p:nvSpPr>
          <p:spPr>
            <a:xfrm>
              <a:off x="4934232" y="2042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2"/>
            <p:cNvSpPr/>
            <p:nvPr/>
          </p:nvSpPr>
          <p:spPr>
            <a:xfrm>
              <a:off x="5495577" y="1994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3"/>
            <p:cNvSpPr/>
            <p:nvPr/>
          </p:nvSpPr>
          <p:spPr>
            <a:xfrm>
              <a:off x="5455849" y="2166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4"/>
            <p:cNvSpPr/>
            <p:nvPr/>
          </p:nvSpPr>
          <p:spPr>
            <a:xfrm>
              <a:off x="4932121" y="2059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5"/>
            <p:cNvSpPr/>
            <p:nvPr/>
          </p:nvSpPr>
          <p:spPr>
            <a:xfrm>
              <a:off x="4785270" y="2825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6"/>
            <p:cNvSpPr/>
            <p:nvPr/>
          </p:nvSpPr>
          <p:spPr>
            <a:xfrm>
              <a:off x="5169200" y="2277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7"/>
            <p:cNvSpPr/>
            <p:nvPr/>
          </p:nvSpPr>
          <p:spPr>
            <a:xfrm>
              <a:off x="5209729" y="2229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8"/>
            <p:cNvSpPr/>
            <p:nvPr/>
          </p:nvSpPr>
          <p:spPr>
            <a:xfrm>
              <a:off x="5040724" y="2729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9"/>
            <p:cNvSpPr/>
            <p:nvPr/>
          </p:nvSpPr>
          <p:spPr>
            <a:xfrm>
              <a:off x="5623141" y="1767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10"/>
            <p:cNvSpPr/>
            <p:nvPr/>
          </p:nvSpPr>
          <p:spPr>
            <a:xfrm>
              <a:off x="5680622" y="2005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1"/>
            <p:cNvSpPr/>
            <p:nvPr/>
          </p:nvSpPr>
          <p:spPr>
            <a:xfrm>
              <a:off x="5168506" y="2148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2"/>
            <p:cNvSpPr/>
            <p:nvPr/>
          </p:nvSpPr>
          <p:spPr>
            <a:xfrm>
              <a:off x="5228647" y="217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3"/>
            <p:cNvSpPr/>
            <p:nvPr/>
          </p:nvSpPr>
          <p:spPr>
            <a:xfrm>
              <a:off x="5331424" y="2106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4"/>
            <p:cNvSpPr/>
            <p:nvPr/>
          </p:nvSpPr>
          <p:spPr>
            <a:xfrm>
              <a:off x="5225967" y="219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5"/>
            <p:cNvSpPr/>
            <p:nvPr/>
          </p:nvSpPr>
          <p:spPr>
            <a:xfrm>
              <a:off x="5498248" y="1993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6"/>
            <p:cNvSpPr/>
            <p:nvPr/>
          </p:nvSpPr>
          <p:spPr>
            <a:xfrm>
              <a:off x="5577591" y="1656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7"/>
            <p:cNvSpPr/>
            <p:nvPr/>
          </p:nvSpPr>
          <p:spPr>
            <a:xfrm>
              <a:off x="5441706" y="1956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8"/>
            <p:cNvSpPr/>
            <p:nvPr/>
          </p:nvSpPr>
          <p:spPr>
            <a:xfrm>
              <a:off x="4511726" y="2438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9"/>
            <p:cNvSpPr/>
            <p:nvPr/>
          </p:nvSpPr>
          <p:spPr>
            <a:xfrm>
              <a:off x="5363098" y="1898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20"/>
            <p:cNvSpPr/>
            <p:nvPr/>
          </p:nvSpPr>
          <p:spPr>
            <a:xfrm>
              <a:off x="4956539" y="2285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1"/>
            <p:cNvSpPr/>
            <p:nvPr/>
          </p:nvSpPr>
          <p:spPr>
            <a:xfrm>
              <a:off x="5515953" y="2060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2"/>
            <p:cNvSpPr/>
            <p:nvPr/>
          </p:nvSpPr>
          <p:spPr>
            <a:xfrm>
              <a:off x="5045342" y="2721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3"/>
            <p:cNvSpPr/>
            <p:nvPr/>
          </p:nvSpPr>
          <p:spPr>
            <a:xfrm>
              <a:off x="5443999" y="2043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4"/>
            <p:cNvSpPr/>
            <p:nvPr/>
          </p:nvSpPr>
          <p:spPr>
            <a:xfrm>
              <a:off x="5446568" y="2210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5"/>
            <p:cNvSpPr/>
            <p:nvPr/>
          </p:nvSpPr>
          <p:spPr>
            <a:xfrm>
              <a:off x="4953193" y="2444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6"/>
            <p:cNvSpPr/>
            <p:nvPr/>
          </p:nvSpPr>
          <p:spPr>
            <a:xfrm>
              <a:off x="4774250" y="2470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7"/>
            <p:cNvSpPr/>
            <p:nvPr/>
          </p:nvSpPr>
          <p:spPr>
            <a:xfrm>
              <a:off x="4915990" y="2056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8"/>
            <p:cNvSpPr/>
            <p:nvPr/>
          </p:nvSpPr>
          <p:spPr>
            <a:xfrm>
              <a:off x="4929592" y="2061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9"/>
            <p:cNvSpPr/>
            <p:nvPr/>
          </p:nvSpPr>
          <p:spPr>
            <a:xfrm>
              <a:off x="5397424" y="2072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30"/>
            <p:cNvSpPr/>
            <p:nvPr/>
          </p:nvSpPr>
          <p:spPr>
            <a:xfrm>
              <a:off x="4805449" y="2130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1"/>
            <p:cNvSpPr/>
            <p:nvPr/>
          </p:nvSpPr>
          <p:spPr>
            <a:xfrm>
              <a:off x="5376136" y="2088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2"/>
            <p:cNvSpPr/>
            <p:nvPr/>
          </p:nvSpPr>
          <p:spPr>
            <a:xfrm>
              <a:off x="5773657" y="1568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3"/>
            <p:cNvSpPr/>
            <p:nvPr/>
          </p:nvSpPr>
          <p:spPr>
            <a:xfrm>
              <a:off x="5399219" y="2239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4"/>
            <p:cNvSpPr/>
            <p:nvPr/>
          </p:nvSpPr>
          <p:spPr>
            <a:xfrm>
              <a:off x="5428296" y="2109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5"/>
            <p:cNvSpPr/>
            <p:nvPr/>
          </p:nvSpPr>
          <p:spPr>
            <a:xfrm>
              <a:off x="5296924" y="2183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6"/>
            <p:cNvSpPr/>
            <p:nvPr/>
          </p:nvSpPr>
          <p:spPr>
            <a:xfrm>
              <a:off x="5477942" y="2238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7"/>
            <p:cNvSpPr/>
            <p:nvPr/>
          </p:nvSpPr>
          <p:spPr>
            <a:xfrm>
              <a:off x="4594039" y="2671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8"/>
            <p:cNvSpPr/>
            <p:nvPr/>
          </p:nvSpPr>
          <p:spPr>
            <a:xfrm>
              <a:off x="5494823" y="1956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9"/>
            <p:cNvSpPr/>
            <p:nvPr/>
          </p:nvSpPr>
          <p:spPr>
            <a:xfrm>
              <a:off x="5657915" y="2078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40"/>
            <p:cNvSpPr/>
            <p:nvPr/>
          </p:nvSpPr>
          <p:spPr>
            <a:xfrm>
              <a:off x="5384100" y="2001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1"/>
            <p:cNvSpPr/>
            <p:nvPr/>
          </p:nvSpPr>
          <p:spPr>
            <a:xfrm>
              <a:off x="5290166" y="2209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2"/>
            <p:cNvSpPr/>
            <p:nvPr/>
          </p:nvSpPr>
          <p:spPr>
            <a:xfrm>
              <a:off x="4988460" y="1874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3"/>
            <p:cNvSpPr/>
            <p:nvPr/>
          </p:nvSpPr>
          <p:spPr>
            <a:xfrm>
              <a:off x="6046699" y="1915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4"/>
            <p:cNvSpPr/>
            <p:nvPr/>
          </p:nvSpPr>
          <p:spPr>
            <a:xfrm>
              <a:off x="5698063" y="1606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5"/>
            <p:cNvSpPr/>
            <p:nvPr/>
          </p:nvSpPr>
          <p:spPr>
            <a:xfrm>
              <a:off x="5517529" y="1932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6"/>
            <p:cNvSpPr/>
            <p:nvPr/>
          </p:nvSpPr>
          <p:spPr>
            <a:xfrm>
              <a:off x="5599468" y="1940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7"/>
            <p:cNvSpPr/>
            <p:nvPr/>
          </p:nvSpPr>
          <p:spPr>
            <a:xfrm>
              <a:off x="4665745" y="2714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8"/>
            <p:cNvSpPr/>
            <p:nvPr/>
          </p:nvSpPr>
          <p:spPr>
            <a:xfrm>
              <a:off x="5180401" y="2191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9"/>
            <p:cNvSpPr/>
            <p:nvPr/>
          </p:nvSpPr>
          <p:spPr>
            <a:xfrm>
              <a:off x="5369378" y="1893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50"/>
            <p:cNvSpPr/>
            <p:nvPr/>
          </p:nvSpPr>
          <p:spPr>
            <a:xfrm>
              <a:off x="5614766" y="2030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1"/>
            <p:cNvSpPr/>
            <p:nvPr/>
          </p:nvSpPr>
          <p:spPr>
            <a:xfrm>
              <a:off x="5247617" y="2196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2"/>
            <p:cNvSpPr/>
            <p:nvPr/>
          </p:nvSpPr>
          <p:spPr>
            <a:xfrm>
              <a:off x="5007995" y="2549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3"/>
            <p:cNvSpPr/>
            <p:nvPr/>
          </p:nvSpPr>
          <p:spPr>
            <a:xfrm>
              <a:off x="5398466" y="2035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4"/>
            <p:cNvSpPr/>
            <p:nvPr/>
          </p:nvSpPr>
          <p:spPr>
            <a:xfrm>
              <a:off x="5308012" y="2187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5"/>
            <p:cNvSpPr/>
            <p:nvPr/>
          </p:nvSpPr>
          <p:spPr>
            <a:xfrm>
              <a:off x="5586226" y="1669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6"/>
            <p:cNvSpPr/>
            <p:nvPr/>
          </p:nvSpPr>
          <p:spPr>
            <a:xfrm>
              <a:off x="5336894" y="2195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7"/>
            <p:cNvSpPr/>
            <p:nvPr/>
          </p:nvSpPr>
          <p:spPr>
            <a:xfrm>
              <a:off x="5106711" y="2147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8"/>
            <p:cNvSpPr/>
            <p:nvPr/>
          </p:nvSpPr>
          <p:spPr>
            <a:xfrm>
              <a:off x="5202932" y="1935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9"/>
            <p:cNvSpPr/>
            <p:nvPr/>
          </p:nvSpPr>
          <p:spPr>
            <a:xfrm>
              <a:off x="4891192" y="2574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60"/>
            <p:cNvSpPr/>
            <p:nvPr/>
          </p:nvSpPr>
          <p:spPr>
            <a:xfrm>
              <a:off x="5406803" y="217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1"/>
            <p:cNvSpPr/>
            <p:nvPr/>
          </p:nvSpPr>
          <p:spPr>
            <a:xfrm>
              <a:off x="5436967" y="2022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2"/>
            <p:cNvSpPr/>
            <p:nvPr/>
          </p:nvSpPr>
          <p:spPr>
            <a:xfrm>
              <a:off x="5297892" y="2220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3"/>
            <p:cNvSpPr/>
            <p:nvPr/>
          </p:nvSpPr>
          <p:spPr>
            <a:xfrm>
              <a:off x="5468680" y="2162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4"/>
            <p:cNvSpPr/>
            <p:nvPr/>
          </p:nvSpPr>
          <p:spPr>
            <a:xfrm>
              <a:off x="5356928" y="2081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5"/>
            <p:cNvSpPr/>
            <p:nvPr/>
          </p:nvSpPr>
          <p:spPr>
            <a:xfrm>
              <a:off x="5061683" y="2431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6"/>
            <p:cNvSpPr/>
            <p:nvPr/>
          </p:nvSpPr>
          <p:spPr>
            <a:xfrm>
              <a:off x="5292048" y="221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7"/>
            <p:cNvSpPr/>
            <p:nvPr/>
          </p:nvSpPr>
          <p:spPr>
            <a:xfrm>
              <a:off x="5087822" y="2252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8"/>
            <p:cNvSpPr/>
            <p:nvPr/>
          </p:nvSpPr>
          <p:spPr>
            <a:xfrm>
              <a:off x="5409150" y="2175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9"/>
            <p:cNvSpPr/>
            <p:nvPr/>
          </p:nvSpPr>
          <p:spPr>
            <a:xfrm>
              <a:off x="5431061" y="2056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70"/>
            <p:cNvSpPr/>
            <p:nvPr/>
          </p:nvSpPr>
          <p:spPr>
            <a:xfrm>
              <a:off x="5265266" y="228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1"/>
            <p:cNvSpPr/>
            <p:nvPr/>
          </p:nvSpPr>
          <p:spPr>
            <a:xfrm>
              <a:off x="5158086" y="2207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2"/>
            <p:cNvSpPr/>
            <p:nvPr/>
          </p:nvSpPr>
          <p:spPr>
            <a:xfrm>
              <a:off x="5708600" y="180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3"/>
            <p:cNvSpPr/>
            <p:nvPr/>
          </p:nvSpPr>
          <p:spPr>
            <a:xfrm>
              <a:off x="5313941" y="2262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4"/>
            <p:cNvSpPr/>
            <p:nvPr/>
          </p:nvSpPr>
          <p:spPr>
            <a:xfrm>
              <a:off x="5137474" y="1982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5"/>
            <p:cNvSpPr/>
            <p:nvPr/>
          </p:nvSpPr>
          <p:spPr>
            <a:xfrm>
              <a:off x="4785171" y="2842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6"/>
            <p:cNvSpPr/>
            <p:nvPr/>
          </p:nvSpPr>
          <p:spPr>
            <a:xfrm>
              <a:off x="5396948" y="2289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7"/>
            <p:cNvSpPr/>
            <p:nvPr/>
          </p:nvSpPr>
          <p:spPr>
            <a:xfrm>
              <a:off x="5417809" y="2038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8"/>
            <p:cNvSpPr/>
            <p:nvPr/>
          </p:nvSpPr>
          <p:spPr>
            <a:xfrm>
              <a:off x="5644038" y="1887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9"/>
            <p:cNvSpPr/>
            <p:nvPr/>
          </p:nvSpPr>
          <p:spPr>
            <a:xfrm>
              <a:off x="5103044" y="2111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80"/>
            <p:cNvSpPr/>
            <p:nvPr/>
          </p:nvSpPr>
          <p:spPr>
            <a:xfrm>
              <a:off x="5348383" y="2209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1"/>
            <p:cNvSpPr/>
            <p:nvPr/>
          </p:nvSpPr>
          <p:spPr>
            <a:xfrm>
              <a:off x="5456546" y="2235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2"/>
            <p:cNvSpPr/>
            <p:nvPr/>
          </p:nvSpPr>
          <p:spPr>
            <a:xfrm>
              <a:off x="5687075" y="1970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3"/>
            <p:cNvSpPr/>
            <p:nvPr/>
          </p:nvSpPr>
          <p:spPr>
            <a:xfrm>
              <a:off x="5332682" y="2181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4"/>
            <p:cNvSpPr/>
            <p:nvPr/>
          </p:nvSpPr>
          <p:spPr>
            <a:xfrm>
              <a:off x="5230767" y="2273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5"/>
            <p:cNvSpPr/>
            <p:nvPr/>
          </p:nvSpPr>
          <p:spPr>
            <a:xfrm>
              <a:off x="5110024" y="2030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6"/>
            <p:cNvSpPr/>
            <p:nvPr/>
          </p:nvSpPr>
          <p:spPr>
            <a:xfrm>
              <a:off x="5275144" y="2037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7"/>
            <p:cNvSpPr/>
            <p:nvPr/>
          </p:nvSpPr>
          <p:spPr>
            <a:xfrm>
              <a:off x="4888069" y="2638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8"/>
            <p:cNvSpPr/>
            <p:nvPr/>
          </p:nvSpPr>
          <p:spPr>
            <a:xfrm>
              <a:off x="4986670" y="1970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9"/>
            <p:cNvSpPr/>
            <p:nvPr/>
          </p:nvSpPr>
          <p:spPr>
            <a:xfrm>
              <a:off x="5000669" y="2541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90"/>
            <p:cNvSpPr/>
            <p:nvPr/>
          </p:nvSpPr>
          <p:spPr>
            <a:xfrm>
              <a:off x="5281072" y="2012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1"/>
            <p:cNvSpPr/>
            <p:nvPr/>
          </p:nvSpPr>
          <p:spPr>
            <a:xfrm>
              <a:off x="5846084" y="119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2"/>
            <p:cNvSpPr/>
            <p:nvPr/>
          </p:nvSpPr>
          <p:spPr>
            <a:xfrm>
              <a:off x="5194198" y="2052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3"/>
            <p:cNvSpPr/>
            <p:nvPr/>
          </p:nvSpPr>
          <p:spPr>
            <a:xfrm>
              <a:off x="5100982" y="2160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4"/>
            <p:cNvSpPr/>
            <p:nvPr/>
          </p:nvSpPr>
          <p:spPr>
            <a:xfrm>
              <a:off x="5045902" y="2650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5"/>
            <p:cNvSpPr/>
            <p:nvPr/>
          </p:nvSpPr>
          <p:spPr>
            <a:xfrm>
              <a:off x="5354535" y="2045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6"/>
            <p:cNvSpPr/>
            <p:nvPr/>
          </p:nvSpPr>
          <p:spPr>
            <a:xfrm>
              <a:off x="5030615" y="2508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7"/>
            <p:cNvSpPr/>
            <p:nvPr/>
          </p:nvSpPr>
          <p:spPr>
            <a:xfrm>
              <a:off x="5457029" y="2265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8"/>
            <p:cNvSpPr/>
            <p:nvPr/>
          </p:nvSpPr>
          <p:spPr>
            <a:xfrm>
              <a:off x="5413792" y="2220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9"/>
            <p:cNvSpPr/>
            <p:nvPr/>
          </p:nvSpPr>
          <p:spPr>
            <a:xfrm>
              <a:off x="5469172" y="2241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600"/>
            <p:cNvSpPr/>
            <p:nvPr/>
          </p:nvSpPr>
          <p:spPr>
            <a:xfrm>
              <a:off x="5013702" y="2623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1"/>
            <p:cNvSpPr/>
            <p:nvPr/>
          </p:nvSpPr>
          <p:spPr>
            <a:xfrm>
              <a:off x="5529622" y="2179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2"/>
            <p:cNvSpPr/>
            <p:nvPr/>
          </p:nvSpPr>
          <p:spPr>
            <a:xfrm>
              <a:off x="5826400" y="1551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3"/>
            <p:cNvSpPr/>
            <p:nvPr/>
          </p:nvSpPr>
          <p:spPr>
            <a:xfrm>
              <a:off x="5608873" y="1934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4"/>
            <p:cNvSpPr/>
            <p:nvPr/>
          </p:nvSpPr>
          <p:spPr>
            <a:xfrm>
              <a:off x="5219344" y="2054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5"/>
            <p:cNvSpPr/>
            <p:nvPr/>
          </p:nvSpPr>
          <p:spPr>
            <a:xfrm>
              <a:off x="5133597" y="1809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6"/>
            <p:cNvSpPr/>
            <p:nvPr/>
          </p:nvSpPr>
          <p:spPr>
            <a:xfrm>
              <a:off x="5742847" y="1832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7"/>
            <p:cNvSpPr/>
            <p:nvPr/>
          </p:nvSpPr>
          <p:spPr>
            <a:xfrm>
              <a:off x="5500018" y="190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8"/>
            <p:cNvSpPr/>
            <p:nvPr/>
          </p:nvSpPr>
          <p:spPr>
            <a:xfrm>
              <a:off x="5368667" y="1924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9"/>
            <p:cNvSpPr/>
            <p:nvPr/>
          </p:nvSpPr>
          <p:spPr>
            <a:xfrm>
              <a:off x="5259492" y="2225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10"/>
            <p:cNvSpPr/>
            <p:nvPr/>
          </p:nvSpPr>
          <p:spPr>
            <a:xfrm>
              <a:off x="5466909" y="2212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1"/>
            <p:cNvSpPr/>
            <p:nvPr/>
          </p:nvSpPr>
          <p:spPr>
            <a:xfrm>
              <a:off x="5703388" y="1840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2"/>
            <p:cNvSpPr/>
            <p:nvPr/>
          </p:nvSpPr>
          <p:spPr>
            <a:xfrm>
              <a:off x="5510746" y="2142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3"/>
            <p:cNvSpPr/>
            <p:nvPr/>
          </p:nvSpPr>
          <p:spPr>
            <a:xfrm>
              <a:off x="5408876" y="2132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4"/>
            <p:cNvSpPr/>
            <p:nvPr/>
          </p:nvSpPr>
          <p:spPr>
            <a:xfrm>
              <a:off x="5834499" y="1514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5"/>
            <p:cNvSpPr/>
            <p:nvPr/>
          </p:nvSpPr>
          <p:spPr>
            <a:xfrm>
              <a:off x="5089795" y="2202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6"/>
            <p:cNvSpPr/>
            <p:nvPr/>
          </p:nvSpPr>
          <p:spPr>
            <a:xfrm>
              <a:off x="5058154" y="2392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7"/>
            <p:cNvSpPr/>
            <p:nvPr/>
          </p:nvSpPr>
          <p:spPr>
            <a:xfrm>
              <a:off x="5532501" y="2107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8"/>
            <p:cNvSpPr/>
            <p:nvPr/>
          </p:nvSpPr>
          <p:spPr>
            <a:xfrm>
              <a:off x="5295286" y="2197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9"/>
            <p:cNvSpPr/>
            <p:nvPr/>
          </p:nvSpPr>
          <p:spPr>
            <a:xfrm>
              <a:off x="5284602" y="2089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20"/>
            <p:cNvSpPr/>
            <p:nvPr/>
          </p:nvSpPr>
          <p:spPr>
            <a:xfrm>
              <a:off x="5539771" y="1910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1"/>
            <p:cNvSpPr/>
            <p:nvPr/>
          </p:nvSpPr>
          <p:spPr>
            <a:xfrm>
              <a:off x="5025217" y="2794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2"/>
            <p:cNvSpPr/>
            <p:nvPr/>
          </p:nvSpPr>
          <p:spPr>
            <a:xfrm>
              <a:off x="5621572" y="1853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3"/>
            <p:cNvSpPr/>
            <p:nvPr/>
          </p:nvSpPr>
          <p:spPr>
            <a:xfrm>
              <a:off x="4968595" y="2497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4"/>
            <p:cNvSpPr/>
            <p:nvPr/>
          </p:nvSpPr>
          <p:spPr>
            <a:xfrm>
              <a:off x="5051461" y="2662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5"/>
            <p:cNvSpPr/>
            <p:nvPr/>
          </p:nvSpPr>
          <p:spPr>
            <a:xfrm>
              <a:off x="5381227" y="2106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6"/>
            <p:cNvSpPr/>
            <p:nvPr/>
          </p:nvSpPr>
          <p:spPr>
            <a:xfrm>
              <a:off x="5518946" y="2003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7"/>
            <p:cNvSpPr/>
            <p:nvPr/>
          </p:nvSpPr>
          <p:spPr>
            <a:xfrm>
              <a:off x="4777961" y="2947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8"/>
            <p:cNvSpPr/>
            <p:nvPr/>
          </p:nvSpPr>
          <p:spPr>
            <a:xfrm>
              <a:off x="5214117" y="2158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9"/>
            <p:cNvSpPr/>
            <p:nvPr/>
          </p:nvSpPr>
          <p:spPr>
            <a:xfrm>
              <a:off x="5168621" y="2116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30"/>
            <p:cNvSpPr/>
            <p:nvPr/>
          </p:nvSpPr>
          <p:spPr>
            <a:xfrm>
              <a:off x="5473829" y="2187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1"/>
            <p:cNvSpPr/>
            <p:nvPr/>
          </p:nvSpPr>
          <p:spPr>
            <a:xfrm>
              <a:off x="4933071" y="228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2"/>
            <p:cNvSpPr/>
            <p:nvPr/>
          </p:nvSpPr>
          <p:spPr>
            <a:xfrm>
              <a:off x="5386834" y="1980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3"/>
            <p:cNvSpPr/>
            <p:nvPr/>
          </p:nvSpPr>
          <p:spPr>
            <a:xfrm>
              <a:off x="4990188" y="1787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4"/>
            <p:cNvSpPr/>
            <p:nvPr/>
          </p:nvSpPr>
          <p:spPr>
            <a:xfrm>
              <a:off x="5275684" y="204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5"/>
            <p:cNvSpPr/>
            <p:nvPr/>
          </p:nvSpPr>
          <p:spPr>
            <a:xfrm>
              <a:off x="5620810" y="1733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6"/>
            <p:cNvSpPr/>
            <p:nvPr/>
          </p:nvSpPr>
          <p:spPr>
            <a:xfrm>
              <a:off x="5668623" y="1977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7"/>
            <p:cNvSpPr/>
            <p:nvPr/>
          </p:nvSpPr>
          <p:spPr>
            <a:xfrm>
              <a:off x="5659846" y="1903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8"/>
            <p:cNvSpPr/>
            <p:nvPr/>
          </p:nvSpPr>
          <p:spPr>
            <a:xfrm>
              <a:off x="5315372" y="2295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9"/>
            <p:cNvSpPr/>
            <p:nvPr/>
          </p:nvSpPr>
          <p:spPr>
            <a:xfrm>
              <a:off x="5500055" y="196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40"/>
            <p:cNvSpPr/>
            <p:nvPr/>
          </p:nvSpPr>
          <p:spPr>
            <a:xfrm>
              <a:off x="5521205" y="1941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1"/>
            <p:cNvSpPr/>
            <p:nvPr/>
          </p:nvSpPr>
          <p:spPr>
            <a:xfrm>
              <a:off x="5747921" y="2039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2"/>
            <p:cNvSpPr/>
            <p:nvPr/>
          </p:nvSpPr>
          <p:spPr>
            <a:xfrm>
              <a:off x="5017537" y="282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3"/>
            <p:cNvSpPr/>
            <p:nvPr/>
          </p:nvSpPr>
          <p:spPr>
            <a:xfrm>
              <a:off x="5206554" y="2142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4"/>
            <p:cNvSpPr/>
            <p:nvPr/>
          </p:nvSpPr>
          <p:spPr>
            <a:xfrm>
              <a:off x="5448936" y="2160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5"/>
            <p:cNvSpPr/>
            <p:nvPr/>
          </p:nvSpPr>
          <p:spPr>
            <a:xfrm>
              <a:off x="5393458" y="209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6"/>
            <p:cNvSpPr/>
            <p:nvPr/>
          </p:nvSpPr>
          <p:spPr>
            <a:xfrm>
              <a:off x="5210381" y="2004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7"/>
            <p:cNvSpPr/>
            <p:nvPr/>
          </p:nvSpPr>
          <p:spPr>
            <a:xfrm>
              <a:off x="5298946" y="2175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8"/>
            <p:cNvSpPr/>
            <p:nvPr/>
          </p:nvSpPr>
          <p:spPr>
            <a:xfrm>
              <a:off x="5146089" y="2063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9"/>
            <p:cNvSpPr/>
            <p:nvPr/>
          </p:nvSpPr>
          <p:spPr>
            <a:xfrm>
              <a:off x="5283569" y="2010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50"/>
            <p:cNvSpPr/>
            <p:nvPr/>
          </p:nvSpPr>
          <p:spPr>
            <a:xfrm>
              <a:off x="4976629" y="2256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1"/>
            <p:cNvSpPr/>
            <p:nvPr/>
          </p:nvSpPr>
          <p:spPr>
            <a:xfrm>
              <a:off x="4460269" y="2470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2"/>
            <p:cNvSpPr/>
            <p:nvPr/>
          </p:nvSpPr>
          <p:spPr>
            <a:xfrm>
              <a:off x="5066252" y="2408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3"/>
            <p:cNvSpPr/>
            <p:nvPr/>
          </p:nvSpPr>
          <p:spPr>
            <a:xfrm>
              <a:off x="5408196" y="2246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4"/>
            <p:cNvSpPr/>
            <p:nvPr/>
          </p:nvSpPr>
          <p:spPr>
            <a:xfrm>
              <a:off x="5326440" y="1968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5"/>
            <p:cNvSpPr/>
            <p:nvPr/>
          </p:nvSpPr>
          <p:spPr>
            <a:xfrm>
              <a:off x="5264482" y="2241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6"/>
            <p:cNvSpPr/>
            <p:nvPr/>
          </p:nvSpPr>
          <p:spPr>
            <a:xfrm>
              <a:off x="5113640" y="2117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7"/>
            <p:cNvSpPr/>
            <p:nvPr/>
          </p:nvSpPr>
          <p:spPr>
            <a:xfrm>
              <a:off x="5303145" y="2176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8"/>
            <p:cNvSpPr/>
            <p:nvPr/>
          </p:nvSpPr>
          <p:spPr>
            <a:xfrm>
              <a:off x="4792809" y="2685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9"/>
            <p:cNvSpPr/>
            <p:nvPr/>
          </p:nvSpPr>
          <p:spPr>
            <a:xfrm>
              <a:off x="5598664" y="1890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60"/>
            <p:cNvSpPr/>
            <p:nvPr/>
          </p:nvSpPr>
          <p:spPr>
            <a:xfrm>
              <a:off x="4971179" y="2598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1"/>
            <p:cNvSpPr/>
            <p:nvPr/>
          </p:nvSpPr>
          <p:spPr>
            <a:xfrm>
              <a:off x="5198928" y="2104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2"/>
            <p:cNvSpPr/>
            <p:nvPr/>
          </p:nvSpPr>
          <p:spPr>
            <a:xfrm>
              <a:off x="4882470" y="2447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3"/>
            <p:cNvSpPr/>
            <p:nvPr/>
          </p:nvSpPr>
          <p:spPr>
            <a:xfrm>
              <a:off x="5220864" y="2140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4"/>
            <p:cNvSpPr/>
            <p:nvPr/>
          </p:nvSpPr>
          <p:spPr>
            <a:xfrm>
              <a:off x="5310334" y="2240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5"/>
            <p:cNvSpPr/>
            <p:nvPr/>
          </p:nvSpPr>
          <p:spPr>
            <a:xfrm>
              <a:off x="4762676" y="2742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6"/>
            <p:cNvSpPr/>
            <p:nvPr/>
          </p:nvSpPr>
          <p:spPr>
            <a:xfrm>
              <a:off x="5547261" y="1968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7"/>
            <p:cNvSpPr/>
            <p:nvPr/>
          </p:nvSpPr>
          <p:spPr>
            <a:xfrm>
              <a:off x="5316805" y="2304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8"/>
            <p:cNvSpPr/>
            <p:nvPr/>
          </p:nvSpPr>
          <p:spPr>
            <a:xfrm>
              <a:off x="5542718" y="1864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9"/>
            <p:cNvSpPr/>
            <p:nvPr/>
          </p:nvSpPr>
          <p:spPr>
            <a:xfrm>
              <a:off x="4549341" y="248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70"/>
            <p:cNvSpPr/>
            <p:nvPr/>
          </p:nvSpPr>
          <p:spPr>
            <a:xfrm>
              <a:off x="5587183" y="1702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1"/>
            <p:cNvSpPr/>
            <p:nvPr/>
          </p:nvSpPr>
          <p:spPr>
            <a:xfrm>
              <a:off x="5248157" y="2233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2"/>
            <p:cNvSpPr/>
            <p:nvPr/>
          </p:nvSpPr>
          <p:spPr>
            <a:xfrm>
              <a:off x="5337427" y="2123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3"/>
            <p:cNvSpPr/>
            <p:nvPr/>
          </p:nvSpPr>
          <p:spPr>
            <a:xfrm>
              <a:off x="4953859" y="2481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4"/>
            <p:cNvSpPr/>
            <p:nvPr/>
          </p:nvSpPr>
          <p:spPr>
            <a:xfrm>
              <a:off x="5766827" y="1721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5"/>
            <p:cNvSpPr/>
            <p:nvPr/>
          </p:nvSpPr>
          <p:spPr>
            <a:xfrm>
              <a:off x="5473314" y="2275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6"/>
            <p:cNvSpPr/>
            <p:nvPr/>
          </p:nvSpPr>
          <p:spPr>
            <a:xfrm>
              <a:off x="5197207" y="2100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7"/>
            <p:cNvSpPr/>
            <p:nvPr/>
          </p:nvSpPr>
          <p:spPr>
            <a:xfrm>
              <a:off x="5695675" y="1778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8"/>
            <p:cNvSpPr/>
            <p:nvPr/>
          </p:nvSpPr>
          <p:spPr>
            <a:xfrm>
              <a:off x="5236395" y="2179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9"/>
            <p:cNvSpPr/>
            <p:nvPr/>
          </p:nvSpPr>
          <p:spPr>
            <a:xfrm>
              <a:off x="5645084" y="1941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80"/>
            <p:cNvSpPr/>
            <p:nvPr/>
          </p:nvSpPr>
          <p:spPr>
            <a:xfrm>
              <a:off x="5465625" y="2155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1"/>
            <p:cNvSpPr/>
            <p:nvPr/>
          </p:nvSpPr>
          <p:spPr>
            <a:xfrm>
              <a:off x="5122446" y="211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2"/>
            <p:cNvSpPr/>
            <p:nvPr/>
          </p:nvSpPr>
          <p:spPr>
            <a:xfrm>
              <a:off x="5484411" y="2238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3"/>
            <p:cNvSpPr/>
            <p:nvPr/>
          </p:nvSpPr>
          <p:spPr>
            <a:xfrm>
              <a:off x="5489608" y="2036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4"/>
            <p:cNvSpPr/>
            <p:nvPr/>
          </p:nvSpPr>
          <p:spPr>
            <a:xfrm>
              <a:off x="5257835" y="2207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5"/>
            <p:cNvSpPr/>
            <p:nvPr/>
          </p:nvSpPr>
          <p:spPr>
            <a:xfrm>
              <a:off x="5486474" y="1949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6"/>
            <p:cNvSpPr/>
            <p:nvPr/>
          </p:nvSpPr>
          <p:spPr>
            <a:xfrm>
              <a:off x="4990620" y="1902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7"/>
            <p:cNvSpPr/>
            <p:nvPr/>
          </p:nvSpPr>
          <p:spPr>
            <a:xfrm>
              <a:off x="5594022" y="1934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8"/>
            <p:cNvSpPr/>
            <p:nvPr/>
          </p:nvSpPr>
          <p:spPr>
            <a:xfrm>
              <a:off x="5567170" y="1891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9"/>
            <p:cNvSpPr/>
            <p:nvPr/>
          </p:nvSpPr>
          <p:spPr>
            <a:xfrm>
              <a:off x="5338462" y="2185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90"/>
            <p:cNvSpPr/>
            <p:nvPr/>
          </p:nvSpPr>
          <p:spPr>
            <a:xfrm>
              <a:off x="5405392" y="2226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1"/>
            <p:cNvSpPr/>
            <p:nvPr/>
          </p:nvSpPr>
          <p:spPr>
            <a:xfrm>
              <a:off x="5435131" y="1958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2"/>
            <p:cNvSpPr/>
            <p:nvPr/>
          </p:nvSpPr>
          <p:spPr>
            <a:xfrm>
              <a:off x="5189596" y="2114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3"/>
            <p:cNvSpPr/>
            <p:nvPr/>
          </p:nvSpPr>
          <p:spPr>
            <a:xfrm>
              <a:off x="5031240" y="2571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4"/>
            <p:cNvSpPr/>
            <p:nvPr/>
          </p:nvSpPr>
          <p:spPr>
            <a:xfrm>
              <a:off x="5461047" y="2116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5"/>
            <p:cNvSpPr/>
            <p:nvPr/>
          </p:nvSpPr>
          <p:spPr>
            <a:xfrm>
              <a:off x="5387534" y="1895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6"/>
            <p:cNvSpPr/>
            <p:nvPr/>
          </p:nvSpPr>
          <p:spPr>
            <a:xfrm>
              <a:off x="5156390" y="2047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7"/>
            <p:cNvSpPr/>
            <p:nvPr/>
          </p:nvSpPr>
          <p:spPr>
            <a:xfrm>
              <a:off x="5251535" y="2224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8"/>
            <p:cNvSpPr/>
            <p:nvPr/>
          </p:nvSpPr>
          <p:spPr>
            <a:xfrm>
              <a:off x="5616990" y="1985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9"/>
            <p:cNvSpPr/>
            <p:nvPr/>
          </p:nvSpPr>
          <p:spPr>
            <a:xfrm>
              <a:off x="4834502" y="2303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700"/>
            <p:cNvSpPr/>
            <p:nvPr/>
          </p:nvSpPr>
          <p:spPr>
            <a:xfrm>
              <a:off x="5775932" y="1828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1"/>
            <p:cNvSpPr/>
            <p:nvPr/>
          </p:nvSpPr>
          <p:spPr>
            <a:xfrm>
              <a:off x="5307062" y="2120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2"/>
            <p:cNvSpPr/>
            <p:nvPr/>
          </p:nvSpPr>
          <p:spPr>
            <a:xfrm>
              <a:off x="5413363" y="223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3"/>
            <p:cNvSpPr/>
            <p:nvPr/>
          </p:nvSpPr>
          <p:spPr>
            <a:xfrm>
              <a:off x="5345469" y="2160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4"/>
            <p:cNvSpPr/>
            <p:nvPr/>
          </p:nvSpPr>
          <p:spPr>
            <a:xfrm>
              <a:off x="5231147" y="2194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5"/>
            <p:cNvSpPr/>
            <p:nvPr/>
          </p:nvSpPr>
          <p:spPr>
            <a:xfrm>
              <a:off x="4973843" y="2387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6"/>
            <p:cNvSpPr/>
            <p:nvPr/>
          </p:nvSpPr>
          <p:spPr>
            <a:xfrm>
              <a:off x="5022739" y="2610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7"/>
            <p:cNvSpPr/>
            <p:nvPr/>
          </p:nvSpPr>
          <p:spPr>
            <a:xfrm>
              <a:off x="5200419" y="2104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8"/>
            <p:cNvSpPr/>
            <p:nvPr/>
          </p:nvSpPr>
          <p:spPr>
            <a:xfrm>
              <a:off x="4817913" y="1706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9"/>
            <p:cNvSpPr/>
            <p:nvPr/>
          </p:nvSpPr>
          <p:spPr>
            <a:xfrm>
              <a:off x="5441433" y="2153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10"/>
            <p:cNvSpPr/>
            <p:nvPr/>
          </p:nvSpPr>
          <p:spPr>
            <a:xfrm>
              <a:off x="5617900" y="1936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1"/>
            <p:cNvSpPr/>
            <p:nvPr/>
          </p:nvSpPr>
          <p:spPr>
            <a:xfrm>
              <a:off x="5259175" y="2192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2"/>
            <p:cNvSpPr/>
            <p:nvPr/>
          </p:nvSpPr>
          <p:spPr>
            <a:xfrm>
              <a:off x="5736175" y="1677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3"/>
            <p:cNvSpPr/>
            <p:nvPr/>
          </p:nvSpPr>
          <p:spPr>
            <a:xfrm>
              <a:off x="4926210" y="231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4"/>
            <p:cNvSpPr/>
            <p:nvPr/>
          </p:nvSpPr>
          <p:spPr>
            <a:xfrm>
              <a:off x="5526465" y="1999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5"/>
            <p:cNvSpPr/>
            <p:nvPr/>
          </p:nvSpPr>
          <p:spPr>
            <a:xfrm>
              <a:off x="5098767" y="2145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6"/>
            <p:cNvSpPr/>
            <p:nvPr/>
          </p:nvSpPr>
          <p:spPr>
            <a:xfrm>
              <a:off x="5353431" y="1803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7"/>
            <p:cNvSpPr/>
            <p:nvPr/>
          </p:nvSpPr>
          <p:spPr>
            <a:xfrm>
              <a:off x="5272567" y="2226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8"/>
            <p:cNvSpPr/>
            <p:nvPr/>
          </p:nvSpPr>
          <p:spPr>
            <a:xfrm>
              <a:off x="5476760" y="2168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9"/>
            <p:cNvSpPr/>
            <p:nvPr/>
          </p:nvSpPr>
          <p:spPr>
            <a:xfrm>
              <a:off x="5476561" y="2294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20"/>
            <p:cNvSpPr/>
            <p:nvPr/>
          </p:nvSpPr>
          <p:spPr>
            <a:xfrm>
              <a:off x="5119758" y="2199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1"/>
            <p:cNvSpPr/>
            <p:nvPr/>
          </p:nvSpPr>
          <p:spPr>
            <a:xfrm>
              <a:off x="5693420" y="1872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2"/>
            <p:cNvSpPr/>
            <p:nvPr/>
          </p:nvSpPr>
          <p:spPr>
            <a:xfrm>
              <a:off x="5459775" y="2145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3"/>
            <p:cNvSpPr/>
            <p:nvPr/>
          </p:nvSpPr>
          <p:spPr>
            <a:xfrm>
              <a:off x="5280429" y="2059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4"/>
            <p:cNvSpPr/>
            <p:nvPr/>
          </p:nvSpPr>
          <p:spPr>
            <a:xfrm>
              <a:off x="5305576" y="2107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5"/>
            <p:cNvSpPr/>
            <p:nvPr/>
          </p:nvSpPr>
          <p:spPr>
            <a:xfrm>
              <a:off x="5861730" y="143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6"/>
            <p:cNvSpPr/>
            <p:nvPr/>
          </p:nvSpPr>
          <p:spPr>
            <a:xfrm>
              <a:off x="5681191" y="1750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7"/>
            <p:cNvSpPr/>
            <p:nvPr/>
          </p:nvSpPr>
          <p:spPr>
            <a:xfrm>
              <a:off x="5127772" y="2071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8"/>
            <p:cNvSpPr/>
            <p:nvPr/>
          </p:nvSpPr>
          <p:spPr>
            <a:xfrm>
              <a:off x="5411644" y="2242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9"/>
            <p:cNvSpPr/>
            <p:nvPr/>
          </p:nvSpPr>
          <p:spPr>
            <a:xfrm>
              <a:off x="5147451" y="2119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30"/>
            <p:cNvSpPr/>
            <p:nvPr/>
          </p:nvSpPr>
          <p:spPr>
            <a:xfrm>
              <a:off x="5001144" y="2485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1"/>
            <p:cNvSpPr/>
            <p:nvPr/>
          </p:nvSpPr>
          <p:spPr>
            <a:xfrm>
              <a:off x="5475741" y="2179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2"/>
            <p:cNvSpPr/>
            <p:nvPr/>
          </p:nvSpPr>
          <p:spPr>
            <a:xfrm>
              <a:off x="4902997" y="2680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3"/>
            <p:cNvSpPr/>
            <p:nvPr/>
          </p:nvSpPr>
          <p:spPr>
            <a:xfrm>
              <a:off x="5790272" y="1704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4"/>
            <p:cNvSpPr/>
            <p:nvPr/>
          </p:nvSpPr>
          <p:spPr>
            <a:xfrm>
              <a:off x="5674533" y="1961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5"/>
            <p:cNvSpPr/>
            <p:nvPr/>
          </p:nvSpPr>
          <p:spPr>
            <a:xfrm>
              <a:off x="5510502" y="1925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6"/>
            <p:cNvSpPr/>
            <p:nvPr/>
          </p:nvSpPr>
          <p:spPr>
            <a:xfrm>
              <a:off x="5311135" y="2213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7"/>
            <p:cNvSpPr/>
            <p:nvPr/>
          </p:nvSpPr>
          <p:spPr>
            <a:xfrm>
              <a:off x="5146286" y="2125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8"/>
            <p:cNvSpPr/>
            <p:nvPr/>
          </p:nvSpPr>
          <p:spPr>
            <a:xfrm>
              <a:off x="5286507" y="2026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9"/>
            <p:cNvSpPr/>
            <p:nvPr/>
          </p:nvSpPr>
          <p:spPr>
            <a:xfrm>
              <a:off x="5400795" y="2216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40"/>
            <p:cNvSpPr/>
            <p:nvPr/>
          </p:nvSpPr>
          <p:spPr>
            <a:xfrm>
              <a:off x="5027575" y="249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1"/>
            <p:cNvSpPr/>
            <p:nvPr/>
          </p:nvSpPr>
          <p:spPr>
            <a:xfrm>
              <a:off x="5853481" y="1595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2"/>
            <p:cNvSpPr/>
            <p:nvPr/>
          </p:nvSpPr>
          <p:spPr>
            <a:xfrm>
              <a:off x="5869637" y="1598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3"/>
            <p:cNvSpPr/>
            <p:nvPr/>
          </p:nvSpPr>
          <p:spPr>
            <a:xfrm>
              <a:off x="5393162" y="2205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4"/>
            <p:cNvSpPr/>
            <p:nvPr/>
          </p:nvSpPr>
          <p:spPr>
            <a:xfrm>
              <a:off x="5036830" y="2599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5"/>
            <p:cNvSpPr/>
            <p:nvPr/>
          </p:nvSpPr>
          <p:spPr>
            <a:xfrm>
              <a:off x="4994273" y="2215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6"/>
            <p:cNvSpPr/>
            <p:nvPr/>
          </p:nvSpPr>
          <p:spPr>
            <a:xfrm>
              <a:off x="5811185" y="1817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7"/>
            <p:cNvSpPr/>
            <p:nvPr/>
          </p:nvSpPr>
          <p:spPr>
            <a:xfrm>
              <a:off x="4842273" y="1780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8"/>
            <p:cNvSpPr/>
            <p:nvPr/>
          </p:nvSpPr>
          <p:spPr>
            <a:xfrm>
              <a:off x="5326691" y="2078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9"/>
            <p:cNvSpPr/>
            <p:nvPr/>
          </p:nvSpPr>
          <p:spPr>
            <a:xfrm>
              <a:off x="5254778" y="2208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50"/>
            <p:cNvSpPr/>
            <p:nvPr/>
          </p:nvSpPr>
          <p:spPr>
            <a:xfrm>
              <a:off x="5294371" y="2133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1"/>
            <p:cNvSpPr/>
            <p:nvPr/>
          </p:nvSpPr>
          <p:spPr>
            <a:xfrm>
              <a:off x="5433117" y="2176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2"/>
            <p:cNvSpPr/>
            <p:nvPr/>
          </p:nvSpPr>
          <p:spPr>
            <a:xfrm>
              <a:off x="5518019" y="195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3"/>
            <p:cNvSpPr/>
            <p:nvPr/>
          </p:nvSpPr>
          <p:spPr>
            <a:xfrm>
              <a:off x="5521091" y="1885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4"/>
            <p:cNvSpPr/>
            <p:nvPr/>
          </p:nvSpPr>
          <p:spPr>
            <a:xfrm>
              <a:off x="5452152" y="2055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5"/>
            <p:cNvSpPr/>
            <p:nvPr/>
          </p:nvSpPr>
          <p:spPr>
            <a:xfrm>
              <a:off x="5246991" y="2184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6"/>
            <p:cNvSpPr/>
            <p:nvPr/>
          </p:nvSpPr>
          <p:spPr>
            <a:xfrm>
              <a:off x="5499198" y="2051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7"/>
            <p:cNvSpPr/>
            <p:nvPr/>
          </p:nvSpPr>
          <p:spPr>
            <a:xfrm>
              <a:off x="5273577" y="203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8"/>
            <p:cNvSpPr/>
            <p:nvPr/>
          </p:nvSpPr>
          <p:spPr>
            <a:xfrm>
              <a:off x="5310636" y="2197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9"/>
            <p:cNvSpPr/>
            <p:nvPr/>
          </p:nvSpPr>
          <p:spPr>
            <a:xfrm>
              <a:off x="5495345" y="2214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60"/>
            <p:cNvSpPr/>
            <p:nvPr/>
          </p:nvSpPr>
          <p:spPr>
            <a:xfrm>
              <a:off x="5202443" y="2113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1"/>
            <p:cNvSpPr/>
            <p:nvPr/>
          </p:nvSpPr>
          <p:spPr>
            <a:xfrm>
              <a:off x="4778444" y="2976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2"/>
            <p:cNvSpPr/>
            <p:nvPr/>
          </p:nvSpPr>
          <p:spPr>
            <a:xfrm>
              <a:off x="5489890" y="2111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3"/>
            <p:cNvSpPr/>
            <p:nvPr/>
          </p:nvSpPr>
          <p:spPr>
            <a:xfrm>
              <a:off x="5378288" y="2017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4"/>
            <p:cNvSpPr/>
            <p:nvPr/>
          </p:nvSpPr>
          <p:spPr>
            <a:xfrm>
              <a:off x="5336015" y="2194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5"/>
            <p:cNvSpPr/>
            <p:nvPr/>
          </p:nvSpPr>
          <p:spPr>
            <a:xfrm>
              <a:off x="5586779" y="1638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6"/>
            <p:cNvSpPr/>
            <p:nvPr/>
          </p:nvSpPr>
          <p:spPr>
            <a:xfrm>
              <a:off x="5701940" y="1832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7"/>
            <p:cNvSpPr/>
            <p:nvPr/>
          </p:nvSpPr>
          <p:spPr>
            <a:xfrm>
              <a:off x="5067289" y="2526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8"/>
            <p:cNvSpPr/>
            <p:nvPr/>
          </p:nvSpPr>
          <p:spPr>
            <a:xfrm>
              <a:off x="5442871" y="1986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9"/>
            <p:cNvSpPr/>
            <p:nvPr/>
          </p:nvSpPr>
          <p:spPr>
            <a:xfrm>
              <a:off x="5072516" y="2138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70"/>
            <p:cNvSpPr/>
            <p:nvPr/>
          </p:nvSpPr>
          <p:spPr>
            <a:xfrm>
              <a:off x="5091733" y="2197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1"/>
            <p:cNvSpPr/>
            <p:nvPr/>
          </p:nvSpPr>
          <p:spPr>
            <a:xfrm>
              <a:off x="4944411" y="2401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2"/>
            <p:cNvSpPr/>
            <p:nvPr/>
          </p:nvSpPr>
          <p:spPr>
            <a:xfrm>
              <a:off x="5056225" y="2681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3"/>
            <p:cNvSpPr/>
            <p:nvPr/>
          </p:nvSpPr>
          <p:spPr>
            <a:xfrm>
              <a:off x="5470563" y="2107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4"/>
            <p:cNvSpPr/>
            <p:nvPr/>
          </p:nvSpPr>
          <p:spPr>
            <a:xfrm>
              <a:off x="5152127" y="2073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5"/>
            <p:cNvSpPr/>
            <p:nvPr/>
          </p:nvSpPr>
          <p:spPr>
            <a:xfrm>
              <a:off x="5620299" y="1764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6"/>
            <p:cNvSpPr/>
            <p:nvPr/>
          </p:nvSpPr>
          <p:spPr>
            <a:xfrm>
              <a:off x="5281110" y="2071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7"/>
            <p:cNvSpPr/>
            <p:nvPr/>
          </p:nvSpPr>
          <p:spPr>
            <a:xfrm>
              <a:off x="5297205" y="2145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8"/>
            <p:cNvSpPr/>
            <p:nvPr/>
          </p:nvSpPr>
          <p:spPr>
            <a:xfrm>
              <a:off x="5294567" y="2215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9"/>
            <p:cNvSpPr/>
            <p:nvPr/>
          </p:nvSpPr>
          <p:spPr>
            <a:xfrm>
              <a:off x="5263837" y="2241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80"/>
            <p:cNvSpPr/>
            <p:nvPr/>
          </p:nvSpPr>
          <p:spPr>
            <a:xfrm>
              <a:off x="5397210" y="2215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1"/>
            <p:cNvSpPr/>
            <p:nvPr/>
          </p:nvSpPr>
          <p:spPr>
            <a:xfrm>
              <a:off x="5480648" y="2231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2"/>
            <p:cNvSpPr/>
            <p:nvPr/>
          </p:nvSpPr>
          <p:spPr>
            <a:xfrm>
              <a:off x="5328252" y="2093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3"/>
            <p:cNvSpPr/>
            <p:nvPr/>
          </p:nvSpPr>
          <p:spPr>
            <a:xfrm>
              <a:off x="5171181" y="2117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4"/>
            <p:cNvSpPr/>
            <p:nvPr/>
          </p:nvSpPr>
          <p:spPr>
            <a:xfrm>
              <a:off x="5325212" y="2149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5"/>
            <p:cNvSpPr/>
            <p:nvPr/>
          </p:nvSpPr>
          <p:spPr>
            <a:xfrm>
              <a:off x="5386893" y="2009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6"/>
            <p:cNvSpPr/>
            <p:nvPr/>
          </p:nvSpPr>
          <p:spPr>
            <a:xfrm>
              <a:off x="5366646" y="1877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7"/>
            <p:cNvSpPr/>
            <p:nvPr/>
          </p:nvSpPr>
          <p:spPr>
            <a:xfrm>
              <a:off x="5074172" y="2345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8"/>
            <p:cNvSpPr/>
            <p:nvPr/>
          </p:nvSpPr>
          <p:spPr>
            <a:xfrm>
              <a:off x="5426125" y="2154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9"/>
            <p:cNvSpPr/>
            <p:nvPr/>
          </p:nvSpPr>
          <p:spPr>
            <a:xfrm>
              <a:off x="5566226" y="1838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90"/>
            <p:cNvSpPr/>
            <p:nvPr/>
          </p:nvSpPr>
          <p:spPr>
            <a:xfrm>
              <a:off x="5341812" y="2119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1"/>
            <p:cNvSpPr/>
            <p:nvPr/>
          </p:nvSpPr>
          <p:spPr>
            <a:xfrm>
              <a:off x="5257840" y="2206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2"/>
            <p:cNvSpPr/>
            <p:nvPr/>
          </p:nvSpPr>
          <p:spPr>
            <a:xfrm>
              <a:off x="5244073" y="2126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3"/>
            <p:cNvSpPr/>
            <p:nvPr/>
          </p:nvSpPr>
          <p:spPr>
            <a:xfrm>
              <a:off x="5199730" y="2105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4"/>
            <p:cNvSpPr/>
            <p:nvPr/>
          </p:nvSpPr>
          <p:spPr>
            <a:xfrm>
              <a:off x="5475280" y="2198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5"/>
            <p:cNvSpPr/>
            <p:nvPr/>
          </p:nvSpPr>
          <p:spPr>
            <a:xfrm>
              <a:off x="5444957" y="2163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6"/>
            <p:cNvSpPr/>
            <p:nvPr/>
          </p:nvSpPr>
          <p:spPr>
            <a:xfrm>
              <a:off x="5380242" y="2066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7"/>
            <p:cNvSpPr/>
            <p:nvPr/>
          </p:nvSpPr>
          <p:spPr>
            <a:xfrm>
              <a:off x="5053694" y="2779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8"/>
            <p:cNvSpPr/>
            <p:nvPr/>
          </p:nvSpPr>
          <p:spPr>
            <a:xfrm>
              <a:off x="5355228" y="2073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9"/>
            <p:cNvSpPr/>
            <p:nvPr/>
          </p:nvSpPr>
          <p:spPr>
            <a:xfrm>
              <a:off x="5017445" y="2769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800"/>
            <p:cNvSpPr/>
            <p:nvPr/>
          </p:nvSpPr>
          <p:spPr>
            <a:xfrm>
              <a:off x="5405104" y="2281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1"/>
            <p:cNvSpPr/>
            <p:nvPr/>
          </p:nvSpPr>
          <p:spPr>
            <a:xfrm>
              <a:off x="5186949" y="2147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2"/>
            <p:cNvSpPr/>
            <p:nvPr/>
          </p:nvSpPr>
          <p:spPr>
            <a:xfrm>
              <a:off x="5049033" y="2808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3"/>
            <p:cNvSpPr/>
            <p:nvPr/>
          </p:nvSpPr>
          <p:spPr>
            <a:xfrm>
              <a:off x="5116784" y="210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4"/>
            <p:cNvSpPr/>
            <p:nvPr/>
          </p:nvSpPr>
          <p:spPr>
            <a:xfrm>
              <a:off x="5068717" y="2440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5"/>
            <p:cNvSpPr/>
            <p:nvPr/>
          </p:nvSpPr>
          <p:spPr>
            <a:xfrm>
              <a:off x="5419642" y="2237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6"/>
            <p:cNvSpPr/>
            <p:nvPr/>
          </p:nvSpPr>
          <p:spPr>
            <a:xfrm>
              <a:off x="5227320" y="2014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7"/>
            <p:cNvSpPr/>
            <p:nvPr/>
          </p:nvSpPr>
          <p:spPr>
            <a:xfrm>
              <a:off x="5086203" y="2204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8"/>
            <p:cNvSpPr/>
            <p:nvPr/>
          </p:nvSpPr>
          <p:spPr>
            <a:xfrm>
              <a:off x="5285873" y="2086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9"/>
            <p:cNvSpPr/>
            <p:nvPr/>
          </p:nvSpPr>
          <p:spPr>
            <a:xfrm>
              <a:off x="5098063" y="2113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10"/>
            <p:cNvSpPr/>
            <p:nvPr/>
          </p:nvSpPr>
          <p:spPr>
            <a:xfrm>
              <a:off x="5664904" y="1625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1"/>
            <p:cNvSpPr/>
            <p:nvPr/>
          </p:nvSpPr>
          <p:spPr>
            <a:xfrm>
              <a:off x="5656529" y="1847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2"/>
            <p:cNvSpPr/>
            <p:nvPr/>
          </p:nvSpPr>
          <p:spPr>
            <a:xfrm>
              <a:off x="5395441" y="2115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3"/>
            <p:cNvSpPr/>
            <p:nvPr/>
          </p:nvSpPr>
          <p:spPr>
            <a:xfrm>
              <a:off x="5444981" y="2101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4"/>
            <p:cNvSpPr/>
            <p:nvPr/>
          </p:nvSpPr>
          <p:spPr>
            <a:xfrm>
              <a:off x="5587820" y="1622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5"/>
            <p:cNvSpPr/>
            <p:nvPr/>
          </p:nvSpPr>
          <p:spPr>
            <a:xfrm>
              <a:off x="5837368" y="1490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6"/>
            <p:cNvSpPr/>
            <p:nvPr/>
          </p:nvSpPr>
          <p:spPr>
            <a:xfrm>
              <a:off x="5506742" y="1987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7"/>
            <p:cNvSpPr/>
            <p:nvPr/>
          </p:nvSpPr>
          <p:spPr>
            <a:xfrm>
              <a:off x="5444433" y="1998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8"/>
            <p:cNvSpPr/>
            <p:nvPr/>
          </p:nvSpPr>
          <p:spPr>
            <a:xfrm>
              <a:off x="5746176" y="1682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9"/>
            <p:cNvSpPr/>
            <p:nvPr/>
          </p:nvSpPr>
          <p:spPr>
            <a:xfrm>
              <a:off x="5070862" y="2169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20"/>
            <p:cNvSpPr/>
            <p:nvPr/>
          </p:nvSpPr>
          <p:spPr>
            <a:xfrm>
              <a:off x="5182216" y="2059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1"/>
            <p:cNvSpPr/>
            <p:nvPr/>
          </p:nvSpPr>
          <p:spPr>
            <a:xfrm>
              <a:off x="5209606" y="2172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2"/>
            <p:cNvSpPr/>
            <p:nvPr/>
          </p:nvSpPr>
          <p:spPr>
            <a:xfrm>
              <a:off x="5264740" y="2220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3"/>
            <p:cNvSpPr/>
            <p:nvPr/>
          </p:nvSpPr>
          <p:spPr>
            <a:xfrm>
              <a:off x="5165568" y="225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4"/>
            <p:cNvSpPr/>
            <p:nvPr/>
          </p:nvSpPr>
          <p:spPr>
            <a:xfrm>
              <a:off x="5053832" y="2719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5"/>
            <p:cNvSpPr/>
            <p:nvPr/>
          </p:nvSpPr>
          <p:spPr>
            <a:xfrm>
              <a:off x="5314707" y="2229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6"/>
            <p:cNvSpPr/>
            <p:nvPr/>
          </p:nvSpPr>
          <p:spPr>
            <a:xfrm>
              <a:off x="5424608" y="2149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7"/>
            <p:cNvSpPr/>
            <p:nvPr/>
          </p:nvSpPr>
          <p:spPr>
            <a:xfrm>
              <a:off x="5355269" y="1947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8"/>
            <p:cNvSpPr/>
            <p:nvPr/>
          </p:nvSpPr>
          <p:spPr>
            <a:xfrm>
              <a:off x="5386611" y="1956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9"/>
            <p:cNvSpPr/>
            <p:nvPr/>
          </p:nvSpPr>
          <p:spPr>
            <a:xfrm>
              <a:off x="5375708" y="2112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30"/>
            <p:cNvSpPr/>
            <p:nvPr/>
          </p:nvSpPr>
          <p:spPr>
            <a:xfrm>
              <a:off x="5355565" y="2057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1"/>
            <p:cNvSpPr/>
            <p:nvPr/>
          </p:nvSpPr>
          <p:spPr>
            <a:xfrm>
              <a:off x="5196171" y="1955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2"/>
            <p:cNvSpPr/>
            <p:nvPr/>
          </p:nvSpPr>
          <p:spPr>
            <a:xfrm>
              <a:off x="5132283" y="1908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3"/>
            <p:cNvSpPr/>
            <p:nvPr/>
          </p:nvSpPr>
          <p:spPr>
            <a:xfrm>
              <a:off x="4864473" y="2559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4"/>
            <p:cNvSpPr/>
            <p:nvPr/>
          </p:nvSpPr>
          <p:spPr>
            <a:xfrm>
              <a:off x="5340130" y="2107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5"/>
            <p:cNvSpPr/>
            <p:nvPr/>
          </p:nvSpPr>
          <p:spPr>
            <a:xfrm>
              <a:off x="5513736" y="1865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6"/>
            <p:cNvSpPr/>
            <p:nvPr/>
          </p:nvSpPr>
          <p:spPr>
            <a:xfrm>
              <a:off x="5455018" y="2228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7"/>
            <p:cNvSpPr/>
            <p:nvPr/>
          </p:nvSpPr>
          <p:spPr>
            <a:xfrm>
              <a:off x="5083615" y="2363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8"/>
            <p:cNvSpPr/>
            <p:nvPr/>
          </p:nvSpPr>
          <p:spPr>
            <a:xfrm>
              <a:off x="5158694" y="2147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9"/>
            <p:cNvSpPr/>
            <p:nvPr/>
          </p:nvSpPr>
          <p:spPr>
            <a:xfrm>
              <a:off x="5337803" y="2194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40"/>
            <p:cNvSpPr/>
            <p:nvPr/>
          </p:nvSpPr>
          <p:spPr>
            <a:xfrm>
              <a:off x="5098755" y="2180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1"/>
            <p:cNvSpPr/>
            <p:nvPr/>
          </p:nvSpPr>
          <p:spPr>
            <a:xfrm>
              <a:off x="5564302" y="1806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2"/>
            <p:cNvSpPr/>
            <p:nvPr/>
          </p:nvSpPr>
          <p:spPr>
            <a:xfrm>
              <a:off x="4936863" y="2185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3"/>
            <p:cNvSpPr/>
            <p:nvPr/>
          </p:nvSpPr>
          <p:spPr>
            <a:xfrm>
              <a:off x="5102512" y="2102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4"/>
            <p:cNvSpPr/>
            <p:nvPr/>
          </p:nvSpPr>
          <p:spPr>
            <a:xfrm>
              <a:off x="5468243" y="2103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5"/>
            <p:cNvSpPr/>
            <p:nvPr/>
          </p:nvSpPr>
          <p:spPr>
            <a:xfrm>
              <a:off x="5468816" y="2249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6"/>
            <p:cNvSpPr/>
            <p:nvPr/>
          </p:nvSpPr>
          <p:spPr>
            <a:xfrm>
              <a:off x="5715682" y="1808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7"/>
            <p:cNvSpPr/>
            <p:nvPr/>
          </p:nvSpPr>
          <p:spPr>
            <a:xfrm>
              <a:off x="5045082" y="2602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8"/>
            <p:cNvSpPr/>
            <p:nvPr/>
          </p:nvSpPr>
          <p:spPr>
            <a:xfrm>
              <a:off x="5467300" y="2193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9"/>
            <p:cNvSpPr/>
            <p:nvPr/>
          </p:nvSpPr>
          <p:spPr>
            <a:xfrm>
              <a:off x="5151479" y="2097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50"/>
            <p:cNvSpPr/>
            <p:nvPr/>
          </p:nvSpPr>
          <p:spPr>
            <a:xfrm>
              <a:off x="5320875" y="2292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1"/>
            <p:cNvSpPr/>
            <p:nvPr/>
          </p:nvSpPr>
          <p:spPr>
            <a:xfrm>
              <a:off x="4996942" y="2731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2"/>
            <p:cNvSpPr/>
            <p:nvPr/>
          </p:nvSpPr>
          <p:spPr>
            <a:xfrm>
              <a:off x="5051455" y="2528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3"/>
            <p:cNvSpPr/>
            <p:nvPr/>
          </p:nvSpPr>
          <p:spPr>
            <a:xfrm>
              <a:off x="5055549" y="2884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4"/>
            <p:cNvSpPr/>
            <p:nvPr/>
          </p:nvSpPr>
          <p:spPr>
            <a:xfrm>
              <a:off x="5657243" y="1808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5"/>
            <p:cNvSpPr/>
            <p:nvPr/>
          </p:nvSpPr>
          <p:spPr>
            <a:xfrm>
              <a:off x="5712837" y="1626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6"/>
            <p:cNvSpPr/>
            <p:nvPr/>
          </p:nvSpPr>
          <p:spPr>
            <a:xfrm>
              <a:off x="5536008" y="1985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7"/>
            <p:cNvSpPr/>
            <p:nvPr/>
          </p:nvSpPr>
          <p:spPr>
            <a:xfrm>
              <a:off x="5126286" y="2036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8"/>
            <p:cNvSpPr/>
            <p:nvPr/>
          </p:nvSpPr>
          <p:spPr>
            <a:xfrm>
              <a:off x="4822325" y="2305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9"/>
            <p:cNvSpPr/>
            <p:nvPr/>
          </p:nvSpPr>
          <p:spPr>
            <a:xfrm>
              <a:off x="5328566" y="2190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60"/>
            <p:cNvSpPr/>
            <p:nvPr/>
          </p:nvSpPr>
          <p:spPr>
            <a:xfrm>
              <a:off x="5482702" y="2254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1"/>
            <p:cNvSpPr/>
            <p:nvPr/>
          </p:nvSpPr>
          <p:spPr>
            <a:xfrm>
              <a:off x="5170275" y="2251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2"/>
            <p:cNvSpPr/>
            <p:nvPr/>
          </p:nvSpPr>
          <p:spPr>
            <a:xfrm>
              <a:off x="4618239" y="2449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3"/>
            <p:cNvSpPr/>
            <p:nvPr/>
          </p:nvSpPr>
          <p:spPr>
            <a:xfrm>
              <a:off x="5079556" y="2347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4"/>
            <p:cNvSpPr/>
            <p:nvPr/>
          </p:nvSpPr>
          <p:spPr>
            <a:xfrm>
              <a:off x="5383185" y="2129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5"/>
            <p:cNvSpPr/>
            <p:nvPr/>
          </p:nvSpPr>
          <p:spPr>
            <a:xfrm>
              <a:off x="5344943" y="2136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6"/>
            <p:cNvSpPr/>
            <p:nvPr/>
          </p:nvSpPr>
          <p:spPr>
            <a:xfrm>
              <a:off x="5145758" y="2113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7"/>
            <p:cNvSpPr/>
            <p:nvPr/>
          </p:nvSpPr>
          <p:spPr>
            <a:xfrm>
              <a:off x="5331459" y="2214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8"/>
            <p:cNvSpPr/>
            <p:nvPr/>
          </p:nvSpPr>
          <p:spPr>
            <a:xfrm>
              <a:off x="5779895" y="1805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9"/>
            <p:cNvSpPr/>
            <p:nvPr/>
          </p:nvSpPr>
          <p:spPr>
            <a:xfrm>
              <a:off x="5121976" y="2105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70"/>
            <p:cNvSpPr/>
            <p:nvPr/>
          </p:nvSpPr>
          <p:spPr>
            <a:xfrm>
              <a:off x="5225467" y="2072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1"/>
            <p:cNvSpPr/>
            <p:nvPr/>
          </p:nvSpPr>
          <p:spPr>
            <a:xfrm>
              <a:off x="5716171" y="1819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2"/>
            <p:cNvSpPr/>
            <p:nvPr/>
          </p:nvSpPr>
          <p:spPr>
            <a:xfrm>
              <a:off x="5359191" y="2052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3"/>
            <p:cNvSpPr/>
            <p:nvPr/>
          </p:nvSpPr>
          <p:spPr>
            <a:xfrm>
              <a:off x="5802128" y="1964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4"/>
            <p:cNvSpPr/>
            <p:nvPr/>
          </p:nvSpPr>
          <p:spPr>
            <a:xfrm>
              <a:off x="5200479" y="1986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5"/>
            <p:cNvSpPr/>
            <p:nvPr/>
          </p:nvSpPr>
          <p:spPr>
            <a:xfrm>
              <a:off x="5057013" y="2608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6"/>
            <p:cNvSpPr/>
            <p:nvPr/>
          </p:nvSpPr>
          <p:spPr>
            <a:xfrm>
              <a:off x="5774407" y="1673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7"/>
            <p:cNvSpPr/>
            <p:nvPr/>
          </p:nvSpPr>
          <p:spPr>
            <a:xfrm>
              <a:off x="4894771" y="2726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8"/>
            <p:cNvSpPr/>
            <p:nvPr/>
          </p:nvSpPr>
          <p:spPr>
            <a:xfrm>
              <a:off x="5500918" y="1936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9"/>
            <p:cNvSpPr/>
            <p:nvPr/>
          </p:nvSpPr>
          <p:spPr>
            <a:xfrm>
              <a:off x="4855522" y="2555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80"/>
            <p:cNvSpPr/>
            <p:nvPr/>
          </p:nvSpPr>
          <p:spPr>
            <a:xfrm>
              <a:off x="5450766" y="2113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1"/>
            <p:cNvSpPr/>
            <p:nvPr/>
          </p:nvSpPr>
          <p:spPr>
            <a:xfrm>
              <a:off x="5556861" y="2126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2"/>
            <p:cNvSpPr/>
            <p:nvPr/>
          </p:nvSpPr>
          <p:spPr>
            <a:xfrm>
              <a:off x="5144670" y="2122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3"/>
            <p:cNvSpPr/>
            <p:nvPr/>
          </p:nvSpPr>
          <p:spPr>
            <a:xfrm>
              <a:off x="5296643" y="2199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4"/>
            <p:cNvSpPr/>
            <p:nvPr/>
          </p:nvSpPr>
          <p:spPr>
            <a:xfrm>
              <a:off x="5135020" y="1936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5"/>
            <p:cNvSpPr/>
            <p:nvPr/>
          </p:nvSpPr>
          <p:spPr>
            <a:xfrm>
              <a:off x="5359875" y="1993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6"/>
            <p:cNvSpPr/>
            <p:nvPr/>
          </p:nvSpPr>
          <p:spPr>
            <a:xfrm>
              <a:off x="5144092" y="2121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7"/>
            <p:cNvSpPr/>
            <p:nvPr/>
          </p:nvSpPr>
          <p:spPr>
            <a:xfrm>
              <a:off x="5226032" y="2197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8"/>
            <p:cNvSpPr/>
            <p:nvPr/>
          </p:nvSpPr>
          <p:spPr>
            <a:xfrm>
              <a:off x="5362262" y="1946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9"/>
            <p:cNvSpPr/>
            <p:nvPr/>
          </p:nvSpPr>
          <p:spPr>
            <a:xfrm>
              <a:off x="5467717" y="2241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90"/>
            <p:cNvSpPr/>
            <p:nvPr/>
          </p:nvSpPr>
          <p:spPr>
            <a:xfrm>
              <a:off x="5310351" y="211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1"/>
            <p:cNvSpPr/>
            <p:nvPr/>
          </p:nvSpPr>
          <p:spPr>
            <a:xfrm>
              <a:off x="5418827" y="207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2"/>
            <p:cNvSpPr/>
            <p:nvPr/>
          </p:nvSpPr>
          <p:spPr>
            <a:xfrm>
              <a:off x="5217848" y="2306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3"/>
            <p:cNvSpPr/>
            <p:nvPr/>
          </p:nvSpPr>
          <p:spPr>
            <a:xfrm>
              <a:off x="5262136" y="2281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4"/>
            <p:cNvSpPr/>
            <p:nvPr/>
          </p:nvSpPr>
          <p:spPr>
            <a:xfrm>
              <a:off x="4687778" y="2404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5"/>
            <p:cNvSpPr/>
            <p:nvPr/>
          </p:nvSpPr>
          <p:spPr>
            <a:xfrm>
              <a:off x="5092518" y="2255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6"/>
            <p:cNvSpPr/>
            <p:nvPr/>
          </p:nvSpPr>
          <p:spPr>
            <a:xfrm>
              <a:off x="5310858" y="2175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7"/>
            <p:cNvSpPr/>
            <p:nvPr/>
          </p:nvSpPr>
          <p:spPr>
            <a:xfrm>
              <a:off x="5288779" y="2004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8"/>
            <p:cNvSpPr/>
            <p:nvPr/>
          </p:nvSpPr>
          <p:spPr>
            <a:xfrm>
              <a:off x="5089513" y="2182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9"/>
            <p:cNvSpPr/>
            <p:nvPr/>
          </p:nvSpPr>
          <p:spPr>
            <a:xfrm>
              <a:off x="5183227" y="2071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900"/>
            <p:cNvSpPr/>
            <p:nvPr/>
          </p:nvSpPr>
          <p:spPr>
            <a:xfrm>
              <a:off x="4839452" y="2178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1"/>
            <p:cNvSpPr/>
            <p:nvPr/>
          </p:nvSpPr>
          <p:spPr>
            <a:xfrm>
              <a:off x="5450055" y="2193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2"/>
            <p:cNvSpPr/>
            <p:nvPr/>
          </p:nvSpPr>
          <p:spPr>
            <a:xfrm>
              <a:off x="5318279" y="2257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3"/>
            <p:cNvSpPr/>
            <p:nvPr/>
          </p:nvSpPr>
          <p:spPr>
            <a:xfrm>
              <a:off x="5197443" y="2201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4"/>
            <p:cNvSpPr/>
            <p:nvPr/>
          </p:nvSpPr>
          <p:spPr>
            <a:xfrm>
              <a:off x="5349760" y="2136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5"/>
            <p:cNvSpPr/>
            <p:nvPr/>
          </p:nvSpPr>
          <p:spPr>
            <a:xfrm>
              <a:off x="5141053" y="1995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6"/>
            <p:cNvSpPr/>
            <p:nvPr/>
          </p:nvSpPr>
          <p:spPr>
            <a:xfrm>
              <a:off x="5226912" y="2113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7"/>
            <p:cNvSpPr/>
            <p:nvPr/>
          </p:nvSpPr>
          <p:spPr>
            <a:xfrm>
              <a:off x="5096681" y="2210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8"/>
            <p:cNvSpPr/>
            <p:nvPr/>
          </p:nvSpPr>
          <p:spPr>
            <a:xfrm>
              <a:off x="5678895" y="1975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9"/>
            <p:cNvSpPr/>
            <p:nvPr/>
          </p:nvSpPr>
          <p:spPr>
            <a:xfrm>
              <a:off x="5201093" y="2072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10"/>
            <p:cNvSpPr/>
            <p:nvPr/>
          </p:nvSpPr>
          <p:spPr>
            <a:xfrm>
              <a:off x="5386500" y="2073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1"/>
            <p:cNvSpPr/>
            <p:nvPr/>
          </p:nvSpPr>
          <p:spPr>
            <a:xfrm>
              <a:off x="4826468" y="2210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2"/>
            <p:cNvSpPr/>
            <p:nvPr/>
          </p:nvSpPr>
          <p:spPr>
            <a:xfrm>
              <a:off x="5261512" y="2195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3"/>
            <p:cNvSpPr/>
            <p:nvPr/>
          </p:nvSpPr>
          <p:spPr>
            <a:xfrm>
              <a:off x="5152837" y="2121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4"/>
            <p:cNvSpPr/>
            <p:nvPr/>
          </p:nvSpPr>
          <p:spPr>
            <a:xfrm>
              <a:off x="5283590" y="2086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5"/>
            <p:cNvSpPr/>
            <p:nvPr/>
          </p:nvSpPr>
          <p:spPr>
            <a:xfrm>
              <a:off x="5327045" y="2138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6"/>
            <p:cNvSpPr/>
            <p:nvPr/>
          </p:nvSpPr>
          <p:spPr>
            <a:xfrm>
              <a:off x="5296217" y="2089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7"/>
            <p:cNvSpPr/>
            <p:nvPr/>
          </p:nvSpPr>
          <p:spPr>
            <a:xfrm>
              <a:off x="5687214" y="1879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8"/>
            <p:cNvSpPr/>
            <p:nvPr/>
          </p:nvSpPr>
          <p:spPr>
            <a:xfrm>
              <a:off x="5495608" y="207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9"/>
            <p:cNvSpPr/>
            <p:nvPr/>
          </p:nvSpPr>
          <p:spPr>
            <a:xfrm>
              <a:off x="5063036" y="2408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20"/>
            <p:cNvSpPr/>
            <p:nvPr/>
          </p:nvSpPr>
          <p:spPr>
            <a:xfrm>
              <a:off x="4603865" y="2535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1"/>
            <p:cNvSpPr/>
            <p:nvPr/>
          </p:nvSpPr>
          <p:spPr>
            <a:xfrm>
              <a:off x="5508111" y="2055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2"/>
            <p:cNvSpPr/>
            <p:nvPr/>
          </p:nvSpPr>
          <p:spPr>
            <a:xfrm>
              <a:off x="5726308" y="1980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3"/>
            <p:cNvSpPr/>
            <p:nvPr/>
          </p:nvSpPr>
          <p:spPr>
            <a:xfrm>
              <a:off x="5608426" y="1934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312429" y="2197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5316888" y="229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5197746" y="2009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364082" y="1995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582037" y="1735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659097" y="1927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471240" y="2323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086343" y="2179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411221" y="2193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414729" y="2569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5641837" y="1950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5718686" y="2093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5326106" y="2100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5686199" y="1936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5426131" y="2155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275449" y="2052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5193301" y="1906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5341875" y="2119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158815" y="2135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4777560" y="2592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5231841" y="2178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5612958" y="2073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672220" y="1871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458596" y="2115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5167711" y="2202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5814940" y="2009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5652438" y="2049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5550304" y="1984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413442" y="2139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201377" y="2207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146030" y="2144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4976240" y="2436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212710" y="2188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168572" y="227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5096532" y="2180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5221150" y="2282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167800" y="2127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419437" y="2091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2"/>
            <p:cNvSpPr/>
            <p:nvPr/>
          </p:nvSpPr>
          <p:spPr>
            <a:xfrm>
              <a:off x="5142334" y="2063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3"/>
            <p:cNvSpPr/>
            <p:nvPr/>
          </p:nvSpPr>
          <p:spPr>
            <a:xfrm>
              <a:off x="5072159" y="2190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4"/>
            <p:cNvSpPr/>
            <p:nvPr/>
          </p:nvSpPr>
          <p:spPr>
            <a:xfrm>
              <a:off x="5107338" y="2075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5"/>
            <p:cNvSpPr/>
            <p:nvPr/>
          </p:nvSpPr>
          <p:spPr>
            <a:xfrm>
              <a:off x="5551379" y="2048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6"/>
            <p:cNvSpPr/>
            <p:nvPr/>
          </p:nvSpPr>
          <p:spPr>
            <a:xfrm>
              <a:off x="6042450" y="1754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7"/>
            <p:cNvSpPr/>
            <p:nvPr/>
          </p:nvSpPr>
          <p:spPr>
            <a:xfrm>
              <a:off x="5058102" y="2644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8"/>
            <p:cNvSpPr/>
            <p:nvPr/>
          </p:nvSpPr>
          <p:spPr>
            <a:xfrm>
              <a:off x="5125594" y="2074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9"/>
            <p:cNvSpPr/>
            <p:nvPr/>
          </p:nvSpPr>
          <p:spPr>
            <a:xfrm>
              <a:off x="5622454" y="1762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70"/>
            <p:cNvSpPr/>
            <p:nvPr/>
          </p:nvSpPr>
          <p:spPr>
            <a:xfrm>
              <a:off x="5482939" y="2283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1"/>
            <p:cNvSpPr/>
            <p:nvPr/>
          </p:nvSpPr>
          <p:spPr>
            <a:xfrm>
              <a:off x="5673099" y="1916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2"/>
            <p:cNvSpPr/>
            <p:nvPr/>
          </p:nvSpPr>
          <p:spPr>
            <a:xfrm>
              <a:off x="5495105" y="1955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3"/>
            <p:cNvSpPr/>
            <p:nvPr/>
          </p:nvSpPr>
          <p:spPr>
            <a:xfrm>
              <a:off x="5427138" y="2210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4"/>
            <p:cNvSpPr/>
            <p:nvPr/>
          </p:nvSpPr>
          <p:spPr>
            <a:xfrm>
              <a:off x="5611701" y="1906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5"/>
            <p:cNvSpPr/>
            <p:nvPr/>
          </p:nvSpPr>
          <p:spPr>
            <a:xfrm>
              <a:off x="5593555" y="182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6"/>
            <p:cNvSpPr/>
            <p:nvPr/>
          </p:nvSpPr>
          <p:spPr>
            <a:xfrm>
              <a:off x="5529119" y="2088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7"/>
            <p:cNvSpPr/>
            <p:nvPr/>
          </p:nvSpPr>
          <p:spPr>
            <a:xfrm>
              <a:off x="5798290" y="155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8"/>
            <p:cNvSpPr/>
            <p:nvPr/>
          </p:nvSpPr>
          <p:spPr>
            <a:xfrm>
              <a:off x="5561122" y="2095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9"/>
            <p:cNvSpPr/>
            <p:nvPr/>
          </p:nvSpPr>
          <p:spPr>
            <a:xfrm>
              <a:off x="5772503" y="1926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80"/>
            <p:cNvSpPr/>
            <p:nvPr/>
          </p:nvSpPr>
          <p:spPr>
            <a:xfrm>
              <a:off x="5412495" y="2160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1"/>
            <p:cNvSpPr/>
            <p:nvPr/>
          </p:nvSpPr>
          <p:spPr>
            <a:xfrm>
              <a:off x="5590519" y="1599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2"/>
            <p:cNvSpPr/>
            <p:nvPr/>
          </p:nvSpPr>
          <p:spPr>
            <a:xfrm>
              <a:off x="5739170" y="1837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3"/>
            <p:cNvSpPr/>
            <p:nvPr/>
          </p:nvSpPr>
          <p:spPr>
            <a:xfrm>
              <a:off x="5552580" y="1969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4"/>
            <p:cNvSpPr/>
            <p:nvPr/>
          </p:nvSpPr>
          <p:spPr>
            <a:xfrm>
              <a:off x="5032853" y="2668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5"/>
            <p:cNvSpPr/>
            <p:nvPr/>
          </p:nvSpPr>
          <p:spPr>
            <a:xfrm>
              <a:off x="5281738" y="2055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6"/>
            <p:cNvSpPr/>
            <p:nvPr/>
          </p:nvSpPr>
          <p:spPr>
            <a:xfrm>
              <a:off x="5058002" y="2471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7"/>
            <p:cNvSpPr/>
            <p:nvPr/>
          </p:nvSpPr>
          <p:spPr>
            <a:xfrm>
              <a:off x="5597725" y="1846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8"/>
            <p:cNvSpPr/>
            <p:nvPr/>
          </p:nvSpPr>
          <p:spPr>
            <a:xfrm>
              <a:off x="5118034" y="2083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9"/>
            <p:cNvSpPr/>
            <p:nvPr/>
          </p:nvSpPr>
          <p:spPr>
            <a:xfrm>
              <a:off x="5019190" y="2719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90"/>
            <p:cNvSpPr/>
            <p:nvPr/>
          </p:nvSpPr>
          <p:spPr>
            <a:xfrm>
              <a:off x="5516262" y="1852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1"/>
            <p:cNvSpPr/>
            <p:nvPr/>
          </p:nvSpPr>
          <p:spPr>
            <a:xfrm>
              <a:off x="5195582" y="2204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2"/>
            <p:cNvSpPr/>
            <p:nvPr/>
          </p:nvSpPr>
          <p:spPr>
            <a:xfrm>
              <a:off x="5616653" y="199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3"/>
            <p:cNvSpPr/>
            <p:nvPr/>
          </p:nvSpPr>
          <p:spPr>
            <a:xfrm>
              <a:off x="5439017" y="1984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4"/>
            <p:cNvSpPr/>
            <p:nvPr/>
          </p:nvSpPr>
          <p:spPr>
            <a:xfrm>
              <a:off x="5709055" y="176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5"/>
            <p:cNvSpPr/>
            <p:nvPr/>
          </p:nvSpPr>
          <p:spPr>
            <a:xfrm>
              <a:off x="5678039" y="1819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6"/>
            <p:cNvSpPr/>
            <p:nvPr/>
          </p:nvSpPr>
          <p:spPr>
            <a:xfrm>
              <a:off x="5330731" y="2132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7"/>
            <p:cNvSpPr/>
            <p:nvPr/>
          </p:nvSpPr>
          <p:spPr>
            <a:xfrm>
              <a:off x="5439339" y="2076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8"/>
            <p:cNvSpPr/>
            <p:nvPr/>
          </p:nvSpPr>
          <p:spPr>
            <a:xfrm>
              <a:off x="5455392" y="2118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9"/>
            <p:cNvSpPr/>
            <p:nvPr/>
          </p:nvSpPr>
          <p:spPr>
            <a:xfrm>
              <a:off x="5552050" y="2010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4000"/>
            <p:cNvSpPr/>
            <p:nvPr/>
          </p:nvSpPr>
          <p:spPr>
            <a:xfrm>
              <a:off x="4914874" y="2097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1"/>
            <p:cNvSpPr/>
            <p:nvPr/>
          </p:nvSpPr>
          <p:spPr>
            <a:xfrm>
              <a:off x="5779726" y="1868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2"/>
            <p:cNvSpPr/>
            <p:nvPr/>
          </p:nvSpPr>
          <p:spPr>
            <a:xfrm>
              <a:off x="4840994" y="2160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3"/>
            <p:cNvSpPr/>
            <p:nvPr/>
          </p:nvSpPr>
          <p:spPr>
            <a:xfrm>
              <a:off x="5126962" y="2110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4"/>
            <p:cNvSpPr/>
            <p:nvPr/>
          </p:nvSpPr>
          <p:spPr>
            <a:xfrm>
              <a:off x="5039938" y="2769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5"/>
            <p:cNvSpPr/>
            <p:nvPr/>
          </p:nvSpPr>
          <p:spPr>
            <a:xfrm>
              <a:off x="4863405" y="2410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6"/>
            <p:cNvSpPr/>
            <p:nvPr/>
          </p:nvSpPr>
          <p:spPr>
            <a:xfrm>
              <a:off x="5206777" y="2215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7"/>
            <p:cNvSpPr/>
            <p:nvPr/>
          </p:nvSpPr>
          <p:spPr>
            <a:xfrm>
              <a:off x="5530792" y="2051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8"/>
            <p:cNvSpPr/>
            <p:nvPr/>
          </p:nvSpPr>
          <p:spPr>
            <a:xfrm>
              <a:off x="5740814" y="1605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9"/>
            <p:cNvSpPr/>
            <p:nvPr/>
          </p:nvSpPr>
          <p:spPr>
            <a:xfrm>
              <a:off x="5016720" y="2452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10"/>
            <p:cNvSpPr/>
            <p:nvPr/>
          </p:nvSpPr>
          <p:spPr>
            <a:xfrm>
              <a:off x="5273151" y="2265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1"/>
            <p:cNvSpPr/>
            <p:nvPr/>
          </p:nvSpPr>
          <p:spPr>
            <a:xfrm>
              <a:off x="5694241" y="1846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2"/>
            <p:cNvSpPr/>
            <p:nvPr/>
          </p:nvSpPr>
          <p:spPr>
            <a:xfrm>
              <a:off x="5773049" y="1735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3"/>
            <p:cNvSpPr/>
            <p:nvPr/>
          </p:nvSpPr>
          <p:spPr>
            <a:xfrm>
              <a:off x="5603323" y="1815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4"/>
            <p:cNvSpPr/>
            <p:nvPr/>
          </p:nvSpPr>
          <p:spPr>
            <a:xfrm>
              <a:off x="5478358" y="2305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5"/>
            <p:cNvSpPr/>
            <p:nvPr/>
          </p:nvSpPr>
          <p:spPr>
            <a:xfrm>
              <a:off x="5542869" y="1887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6"/>
            <p:cNvSpPr/>
            <p:nvPr/>
          </p:nvSpPr>
          <p:spPr>
            <a:xfrm>
              <a:off x="5229004" y="2158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7"/>
            <p:cNvSpPr/>
            <p:nvPr/>
          </p:nvSpPr>
          <p:spPr>
            <a:xfrm>
              <a:off x="4923230" y="2329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8"/>
            <p:cNvSpPr/>
            <p:nvPr/>
          </p:nvSpPr>
          <p:spPr>
            <a:xfrm>
              <a:off x="5445709" y="2099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9"/>
            <p:cNvSpPr/>
            <p:nvPr/>
          </p:nvSpPr>
          <p:spPr>
            <a:xfrm>
              <a:off x="5522840" y="1863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20"/>
            <p:cNvSpPr/>
            <p:nvPr/>
          </p:nvSpPr>
          <p:spPr>
            <a:xfrm>
              <a:off x="5276397" y="2089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1"/>
            <p:cNvSpPr/>
            <p:nvPr/>
          </p:nvSpPr>
          <p:spPr>
            <a:xfrm>
              <a:off x="5542527" y="2010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2"/>
            <p:cNvSpPr/>
            <p:nvPr/>
          </p:nvSpPr>
          <p:spPr>
            <a:xfrm>
              <a:off x="5626197" y="177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3"/>
            <p:cNvSpPr/>
            <p:nvPr/>
          </p:nvSpPr>
          <p:spPr>
            <a:xfrm>
              <a:off x="5247436" y="2280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4"/>
            <p:cNvSpPr/>
            <p:nvPr/>
          </p:nvSpPr>
          <p:spPr>
            <a:xfrm>
              <a:off x="5360920" y="192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5"/>
            <p:cNvSpPr/>
            <p:nvPr/>
          </p:nvSpPr>
          <p:spPr>
            <a:xfrm>
              <a:off x="5579048" y="1574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6"/>
            <p:cNvSpPr/>
            <p:nvPr/>
          </p:nvSpPr>
          <p:spPr>
            <a:xfrm>
              <a:off x="5407813" y="2188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7"/>
            <p:cNvSpPr/>
            <p:nvPr/>
          </p:nvSpPr>
          <p:spPr>
            <a:xfrm>
              <a:off x="5353388" y="2039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8"/>
            <p:cNvSpPr/>
            <p:nvPr/>
          </p:nvSpPr>
          <p:spPr>
            <a:xfrm>
              <a:off x="5118512" y="2278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9"/>
            <p:cNvSpPr/>
            <p:nvPr/>
          </p:nvSpPr>
          <p:spPr>
            <a:xfrm>
              <a:off x="5563686" y="1842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30"/>
            <p:cNvSpPr/>
            <p:nvPr/>
          </p:nvSpPr>
          <p:spPr>
            <a:xfrm>
              <a:off x="5117845" y="2204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1"/>
            <p:cNvSpPr/>
            <p:nvPr/>
          </p:nvSpPr>
          <p:spPr>
            <a:xfrm>
              <a:off x="5103969" y="2160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2"/>
            <p:cNvSpPr/>
            <p:nvPr/>
          </p:nvSpPr>
          <p:spPr>
            <a:xfrm>
              <a:off x="5231222" y="2290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3"/>
            <p:cNvSpPr/>
            <p:nvPr/>
          </p:nvSpPr>
          <p:spPr>
            <a:xfrm>
              <a:off x="5244163" y="2160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4"/>
            <p:cNvSpPr/>
            <p:nvPr/>
          </p:nvSpPr>
          <p:spPr>
            <a:xfrm>
              <a:off x="5597222" y="1892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5"/>
            <p:cNvSpPr/>
            <p:nvPr/>
          </p:nvSpPr>
          <p:spPr>
            <a:xfrm>
              <a:off x="5738874" y="1841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6"/>
            <p:cNvSpPr/>
            <p:nvPr/>
          </p:nvSpPr>
          <p:spPr>
            <a:xfrm>
              <a:off x="5356794" y="2013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7"/>
            <p:cNvSpPr/>
            <p:nvPr/>
          </p:nvSpPr>
          <p:spPr>
            <a:xfrm>
              <a:off x="5320040" y="2256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8"/>
            <p:cNvSpPr/>
            <p:nvPr/>
          </p:nvSpPr>
          <p:spPr>
            <a:xfrm>
              <a:off x="5042561" y="2789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9"/>
            <p:cNvSpPr/>
            <p:nvPr/>
          </p:nvSpPr>
          <p:spPr>
            <a:xfrm>
              <a:off x="4813402" y="1674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40"/>
            <p:cNvSpPr/>
            <p:nvPr/>
          </p:nvSpPr>
          <p:spPr>
            <a:xfrm>
              <a:off x="5767619" y="1633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1"/>
            <p:cNvSpPr/>
            <p:nvPr/>
          </p:nvSpPr>
          <p:spPr>
            <a:xfrm>
              <a:off x="5749441" y="1945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2"/>
            <p:cNvSpPr/>
            <p:nvPr/>
          </p:nvSpPr>
          <p:spPr>
            <a:xfrm>
              <a:off x="5187412" y="2170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3"/>
            <p:cNvSpPr/>
            <p:nvPr/>
          </p:nvSpPr>
          <p:spPr>
            <a:xfrm>
              <a:off x="5735207" y="1924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4"/>
            <p:cNvSpPr/>
            <p:nvPr/>
          </p:nvSpPr>
          <p:spPr>
            <a:xfrm>
              <a:off x="5271261" y="2211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5"/>
            <p:cNvSpPr/>
            <p:nvPr/>
          </p:nvSpPr>
          <p:spPr>
            <a:xfrm>
              <a:off x="5266797" y="226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6"/>
            <p:cNvSpPr/>
            <p:nvPr/>
          </p:nvSpPr>
          <p:spPr>
            <a:xfrm>
              <a:off x="5251690" y="2250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7"/>
            <p:cNvSpPr/>
            <p:nvPr/>
          </p:nvSpPr>
          <p:spPr>
            <a:xfrm>
              <a:off x="5134013" y="1781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8"/>
            <p:cNvSpPr/>
            <p:nvPr/>
          </p:nvSpPr>
          <p:spPr>
            <a:xfrm>
              <a:off x="5218284" y="2200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9"/>
            <p:cNvSpPr/>
            <p:nvPr/>
          </p:nvSpPr>
          <p:spPr>
            <a:xfrm>
              <a:off x="5426472" y="2129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50"/>
            <p:cNvSpPr/>
            <p:nvPr/>
          </p:nvSpPr>
          <p:spPr>
            <a:xfrm>
              <a:off x="5455251" y="2335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1"/>
            <p:cNvSpPr/>
            <p:nvPr/>
          </p:nvSpPr>
          <p:spPr>
            <a:xfrm>
              <a:off x="5229669" y="2164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2"/>
            <p:cNvSpPr/>
            <p:nvPr/>
          </p:nvSpPr>
          <p:spPr>
            <a:xfrm>
              <a:off x="5341348" y="2084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3"/>
            <p:cNvSpPr/>
            <p:nvPr/>
          </p:nvSpPr>
          <p:spPr>
            <a:xfrm>
              <a:off x="5665520" y="1924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4"/>
            <p:cNvSpPr/>
            <p:nvPr/>
          </p:nvSpPr>
          <p:spPr>
            <a:xfrm>
              <a:off x="5408637" y="2202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5"/>
            <p:cNvSpPr/>
            <p:nvPr/>
          </p:nvSpPr>
          <p:spPr>
            <a:xfrm>
              <a:off x="5228289" y="2177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6"/>
            <p:cNvSpPr/>
            <p:nvPr/>
          </p:nvSpPr>
          <p:spPr>
            <a:xfrm>
              <a:off x="5434474" y="1936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7"/>
            <p:cNvSpPr/>
            <p:nvPr/>
          </p:nvSpPr>
          <p:spPr>
            <a:xfrm>
              <a:off x="5686150" y="1984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8"/>
            <p:cNvSpPr/>
            <p:nvPr/>
          </p:nvSpPr>
          <p:spPr>
            <a:xfrm>
              <a:off x="4849904" y="2516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9"/>
            <p:cNvSpPr/>
            <p:nvPr/>
          </p:nvSpPr>
          <p:spPr>
            <a:xfrm>
              <a:off x="5413237" y="2180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60"/>
            <p:cNvSpPr/>
            <p:nvPr/>
          </p:nvSpPr>
          <p:spPr>
            <a:xfrm>
              <a:off x="5337921" y="2135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1"/>
            <p:cNvSpPr/>
            <p:nvPr/>
          </p:nvSpPr>
          <p:spPr>
            <a:xfrm>
              <a:off x="5264227" y="2231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2"/>
            <p:cNvSpPr/>
            <p:nvPr/>
          </p:nvSpPr>
          <p:spPr>
            <a:xfrm>
              <a:off x="5615915" y="197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3"/>
            <p:cNvSpPr/>
            <p:nvPr/>
          </p:nvSpPr>
          <p:spPr>
            <a:xfrm>
              <a:off x="5269880" y="2323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4"/>
            <p:cNvSpPr/>
            <p:nvPr/>
          </p:nvSpPr>
          <p:spPr>
            <a:xfrm>
              <a:off x="4949095" y="247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5"/>
            <p:cNvSpPr/>
            <p:nvPr/>
          </p:nvSpPr>
          <p:spPr>
            <a:xfrm>
              <a:off x="5332199" y="2101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6"/>
            <p:cNvSpPr/>
            <p:nvPr/>
          </p:nvSpPr>
          <p:spPr>
            <a:xfrm>
              <a:off x="5031132" y="2689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7"/>
            <p:cNvSpPr/>
            <p:nvPr/>
          </p:nvSpPr>
          <p:spPr>
            <a:xfrm>
              <a:off x="5073618" y="2387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8"/>
            <p:cNvSpPr/>
            <p:nvPr/>
          </p:nvSpPr>
          <p:spPr>
            <a:xfrm>
              <a:off x="5160719" y="2221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9"/>
            <p:cNvSpPr/>
            <p:nvPr/>
          </p:nvSpPr>
          <p:spPr>
            <a:xfrm>
              <a:off x="5000739" y="2549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70"/>
            <p:cNvSpPr/>
            <p:nvPr/>
          </p:nvSpPr>
          <p:spPr>
            <a:xfrm>
              <a:off x="5170380" y="2171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1"/>
            <p:cNvSpPr/>
            <p:nvPr/>
          </p:nvSpPr>
          <p:spPr>
            <a:xfrm>
              <a:off x="4805203" y="2251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2"/>
            <p:cNvSpPr/>
            <p:nvPr/>
          </p:nvSpPr>
          <p:spPr>
            <a:xfrm>
              <a:off x="5519905" y="1861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3"/>
            <p:cNvSpPr/>
            <p:nvPr/>
          </p:nvSpPr>
          <p:spPr>
            <a:xfrm>
              <a:off x="5652561" y="1926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4"/>
            <p:cNvSpPr/>
            <p:nvPr/>
          </p:nvSpPr>
          <p:spPr>
            <a:xfrm>
              <a:off x="5278382" y="2066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5"/>
            <p:cNvSpPr/>
            <p:nvPr/>
          </p:nvSpPr>
          <p:spPr>
            <a:xfrm>
              <a:off x="5778946" y="2016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6"/>
            <p:cNvSpPr/>
            <p:nvPr/>
          </p:nvSpPr>
          <p:spPr>
            <a:xfrm>
              <a:off x="5434705" y="205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7"/>
            <p:cNvSpPr/>
            <p:nvPr/>
          </p:nvSpPr>
          <p:spPr>
            <a:xfrm>
              <a:off x="5314881" y="2267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8"/>
            <p:cNvSpPr/>
            <p:nvPr/>
          </p:nvSpPr>
          <p:spPr>
            <a:xfrm>
              <a:off x="5459929" y="2221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9"/>
            <p:cNvSpPr/>
            <p:nvPr/>
          </p:nvSpPr>
          <p:spPr>
            <a:xfrm>
              <a:off x="5511118" y="206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80"/>
            <p:cNvSpPr/>
            <p:nvPr/>
          </p:nvSpPr>
          <p:spPr>
            <a:xfrm>
              <a:off x="5432194" y="2108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1"/>
            <p:cNvSpPr/>
            <p:nvPr/>
          </p:nvSpPr>
          <p:spPr>
            <a:xfrm>
              <a:off x="5335860" y="2164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2"/>
            <p:cNvSpPr/>
            <p:nvPr/>
          </p:nvSpPr>
          <p:spPr>
            <a:xfrm>
              <a:off x="5285484" y="1985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3"/>
            <p:cNvSpPr/>
            <p:nvPr/>
          </p:nvSpPr>
          <p:spPr>
            <a:xfrm>
              <a:off x="5523436" y="1862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4"/>
            <p:cNvSpPr/>
            <p:nvPr/>
          </p:nvSpPr>
          <p:spPr>
            <a:xfrm>
              <a:off x="5409794" y="2299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5"/>
            <p:cNvSpPr/>
            <p:nvPr/>
          </p:nvSpPr>
          <p:spPr>
            <a:xfrm>
              <a:off x="5459738" y="2183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6"/>
            <p:cNvSpPr/>
            <p:nvPr/>
          </p:nvSpPr>
          <p:spPr>
            <a:xfrm>
              <a:off x="4883111" y="2496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7"/>
            <p:cNvSpPr/>
            <p:nvPr/>
          </p:nvSpPr>
          <p:spPr>
            <a:xfrm>
              <a:off x="5680681" y="1883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8"/>
            <p:cNvSpPr/>
            <p:nvPr/>
          </p:nvSpPr>
          <p:spPr>
            <a:xfrm>
              <a:off x="5036482" y="2722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9"/>
            <p:cNvSpPr/>
            <p:nvPr/>
          </p:nvSpPr>
          <p:spPr>
            <a:xfrm>
              <a:off x="5218969" y="2216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90"/>
            <p:cNvSpPr/>
            <p:nvPr/>
          </p:nvSpPr>
          <p:spPr>
            <a:xfrm>
              <a:off x="5229638" y="2227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1"/>
            <p:cNvSpPr/>
            <p:nvPr/>
          </p:nvSpPr>
          <p:spPr>
            <a:xfrm>
              <a:off x="5529780" y="1974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2"/>
            <p:cNvSpPr/>
            <p:nvPr/>
          </p:nvSpPr>
          <p:spPr>
            <a:xfrm>
              <a:off x="5081481" y="2197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3"/>
            <p:cNvSpPr/>
            <p:nvPr/>
          </p:nvSpPr>
          <p:spPr>
            <a:xfrm>
              <a:off x="5334791" y="2171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4"/>
            <p:cNvSpPr/>
            <p:nvPr/>
          </p:nvSpPr>
          <p:spPr>
            <a:xfrm>
              <a:off x="5085005" y="2344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5"/>
            <p:cNvSpPr/>
            <p:nvPr/>
          </p:nvSpPr>
          <p:spPr>
            <a:xfrm>
              <a:off x="4437606" y="2690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6"/>
            <p:cNvSpPr/>
            <p:nvPr/>
          </p:nvSpPr>
          <p:spPr>
            <a:xfrm>
              <a:off x="5753195" y="1975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7"/>
            <p:cNvSpPr/>
            <p:nvPr/>
          </p:nvSpPr>
          <p:spPr>
            <a:xfrm>
              <a:off x="5404898" y="2218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8"/>
            <p:cNvSpPr/>
            <p:nvPr/>
          </p:nvSpPr>
          <p:spPr>
            <a:xfrm>
              <a:off x="5104399" y="2236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9"/>
            <p:cNvSpPr/>
            <p:nvPr/>
          </p:nvSpPr>
          <p:spPr>
            <a:xfrm>
              <a:off x="5636756" y="1744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100"/>
            <p:cNvSpPr/>
            <p:nvPr/>
          </p:nvSpPr>
          <p:spPr>
            <a:xfrm>
              <a:off x="5244726" y="2129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1"/>
            <p:cNvSpPr/>
            <p:nvPr/>
          </p:nvSpPr>
          <p:spPr>
            <a:xfrm>
              <a:off x="5884300" y="1154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2"/>
            <p:cNvSpPr/>
            <p:nvPr/>
          </p:nvSpPr>
          <p:spPr>
            <a:xfrm>
              <a:off x="5291703" y="2105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3"/>
            <p:cNvSpPr/>
            <p:nvPr/>
          </p:nvSpPr>
          <p:spPr>
            <a:xfrm>
              <a:off x="5435859" y="2193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4"/>
            <p:cNvSpPr/>
            <p:nvPr/>
          </p:nvSpPr>
          <p:spPr>
            <a:xfrm>
              <a:off x="4507822" y="2541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5"/>
            <p:cNvSpPr/>
            <p:nvPr/>
          </p:nvSpPr>
          <p:spPr>
            <a:xfrm>
              <a:off x="5061508" y="2576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6"/>
            <p:cNvSpPr/>
            <p:nvPr/>
          </p:nvSpPr>
          <p:spPr>
            <a:xfrm>
              <a:off x="5648330" y="1837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7"/>
            <p:cNvSpPr/>
            <p:nvPr/>
          </p:nvSpPr>
          <p:spPr>
            <a:xfrm>
              <a:off x="5294999" y="2169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8"/>
            <p:cNvSpPr/>
            <p:nvPr/>
          </p:nvSpPr>
          <p:spPr>
            <a:xfrm>
              <a:off x="5434697" y="2052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9"/>
            <p:cNvSpPr/>
            <p:nvPr/>
          </p:nvSpPr>
          <p:spPr>
            <a:xfrm>
              <a:off x="5523024" y="189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10"/>
            <p:cNvSpPr/>
            <p:nvPr/>
          </p:nvSpPr>
          <p:spPr>
            <a:xfrm>
              <a:off x="5536731" y="1974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1"/>
            <p:cNvSpPr/>
            <p:nvPr/>
          </p:nvSpPr>
          <p:spPr>
            <a:xfrm>
              <a:off x="5588421" y="1593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2"/>
            <p:cNvSpPr/>
            <p:nvPr/>
          </p:nvSpPr>
          <p:spPr>
            <a:xfrm>
              <a:off x="5537467" y="2113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3"/>
            <p:cNvSpPr/>
            <p:nvPr/>
          </p:nvSpPr>
          <p:spPr>
            <a:xfrm>
              <a:off x="5029905" y="2762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4"/>
            <p:cNvSpPr/>
            <p:nvPr/>
          </p:nvSpPr>
          <p:spPr>
            <a:xfrm>
              <a:off x="5100422" y="2137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5"/>
            <p:cNvSpPr/>
            <p:nvPr/>
          </p:nvSpPr>
          <p:spPr>
            <a:xfrm>
              <a:off x="5218859" y="2145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6"/>
            <p:cNvSpPr/>
            <p:nvPr/>
          </p:nvSpPr>
          <p:spPr>
            <a:xfrm>
              <a:off x="5401546" y="2115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7"/>
            <p:cNvSpPr/>
            <p:nvPr/>
          </p:nvSpPr>
          <p:spPr>
            <a:xfrm>
              <a:off x="5363317" y="1927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8"/>
            <p:cNvSpPr/>
            <p:nvPr/>
          </p:nvSpPr>
          <p:spPr>
            <a:xfrm>
              <a:off x="5064759" y="248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9"/>
            <p:cNvSpPr/>
            <p:nvPr/>
          </p:nvSpPr>
          <p:spPr>
            <a:xfrm>
              <a:off x="5564985" y="1861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20"/>
            <p:cNvSpPr/>
            <p:nvPr/>
          </p:nvSpPr>
          <p:spPr>
            <a:xfrm>
              <a:off x="5241151" y="2177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1"/>
            <p:cNvSpPr/>
            <p:nvPr/>
          </p:nvSpPr>
          <p:spPr>
            <a:xfrm>
              <a:off x="5330340" y="2170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2"/>
            <p:cNvSpPr/>
            <p:nvPr/>
          </p:nvSpPr>
          <p:spPr>
            <a:xfrm>
              <a:off x="4997377" y="2522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3"/>
            <p:cNvSpPr/>
            <p:nvPr/>
          </p:nvSpPr>
          <p:spPr>
            <a:xfrm>
              <a:off x="5028408" y="2749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4"/>
            <p:cNvSpPr/>
            <p:nvPr/>
          </p:nvSpPr>
          <p:spPr>
            <a:xfrm>
              <a:off x="5727977" y="1734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5"/>
            <p:cNvSpPr/>
            <p:nvPr/>
          </p:nvSpPr>
          <p:spPr>
            <a:xfrm>
              <a:off x="5399013" y="2157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6"/>
            <p:cNvSpPr/>
            <p:nvPr/>
          </p:nvSpPr>
          <p:spPr>
            <a:xfrm>
              <a:off x="5586007" y="1574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7"/>
            <p:cNvSpPr/>
            <p:nvPr/>
          </p:nvSpPr>
          <p:spPr>
            <a:xfrm>
              <a:off x="4994201" y="2108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8"/>
            <p:cNvSpPr/>
            <p:nvPr/>
          </p:nvSpPr>
          <p:spPr>
            <a:xfrm>
              <a:off x="5514126" y="2076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9"/>
            <p:cNvSpPr/>
            <p:nvPr/>
          </p:nvSpPr>
          <p:spPr>
            <a:xfrm>
              <a:off x="5288396" y="2078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30"/>
            <p:cNvSpPr/>
            <p:nvPr/>
          </p:nvSpPr>
          <p:spPr>
            <a:xfrm>
              <a:off x="4888510" y="2626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1"/>
            <p:cNvSpPr/>
            <p:nvPr/>
          </p:nvSpPr>
          <p:spPr>
            <a:xfrm>
              <a:off x="5499415" y="2008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2"/>
            <p:cNvSpPr/>
            <p:nvPr/>
          </p:nvSpPr>
          <p:spPr>
            <a:xfrm>
              <a:off x="5003599" y="2670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3"/>
            <p:cNvSpPr/>
            <p:nvPr/>
          </p:nvSpPr>
          <p:spPr>
            <a:xfrm>
              <a:off x="5361447" y="2089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4"/>
            <p:cNvSpPr/>
            <p:nvPr/>
          </p:nvSpPr>
          <p:spPr>
            <a:xfrm>
              <a:off x="5587619" y="1702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5"/>
            <p:cNvSpPr/>
            <p:nvPr/>
          </p:nvSpPr>
          <p:spPr>
            <a:xfrm>
              <a:off x="5215258" y="2188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6"/>
            <p:cNvSpPr/>
            <p:nvPr/>
          </p:nvSpPr>
          <p:spPr>
            <a:xfrm>
              <a:off x="5495100" y="2017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7"/>
            <p:cNvSpPr/>
            <p:nvPr/>
          </p:nvSpPr>
          <p:spPr>
            <a:xfrm>
              <a:off x="5349742" y="2097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8"/>
            <p:cNvSpPr/>
            <p:nvPr/>
          </p:nvSpPr>
          <p:spPr>
            <a:xfrm>
              <a:off x="5239584" y="2250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9"/>
            <p:cNvSpPr/>
            <p:nvPr/>
          </p:nvSpPr>
          <p:spPr>
            <a:xfrm>
              <a:off x="5595824" y="1876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40"/>
            <p:cNvSpPr/>
            <p:nvPr/>
          </p:nvSpPr>
          <p:spPr>
            <a:xfrm>
              <a:off x="5131962" y="1854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1"/>
            <p:cNvSpPr/>
            <p:nvPr/>
          </p:nvSpPr>
          <p:spPr>
            <a:xfrm>
              <a:off x="5419234" y="2036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2"/>
            <p:cNvSpPr/>
            <p:nvPr/>
          </p:nvSpPr>
          <p:spPr>
            <a:xfrm>
              <a:off x="5187417" y="2208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3"/>
            <p:cNvSpPr/>
            <p:nvPr/>
          </p:nvSpPr>
          <p:spPr>
            <a:xfrm>
              <a:off x="5271463" y="2229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4"/>
            <p:cNvSpPr/>
            <p:nvPr/>
          </p:nvSpPr>
          <p:spPr>
            <a:xfrm>
              <a:off x="5487237" y="1872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5"/>
            <p:cNvSpPr/>
            <p:nvPr/>
          </p:nvSpPr>
          <p:spPr>
            <a:xfrm>
              <a:off x="5220795" y="2183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6"/>
            <p:cNvSpPr/>
            <p:nvPr/>
          </p:nvSpPr>
          <p:spPr>
            <a:xfrm>
              <a:off x="4876054" y="2417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7"/>
            <p:cNvSpPr/>
            <p:nvPr/>
          </p:nvSpPr>
          <p:spPr>
            <a:xfrm>
              <a:off x="5344099" y="2131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8"/>
            <p:cNvSpPr/>
            <p:nvPr/>
          </p:nvSpPr>
          <p:spPr>
            <a:xfrm>
              <a:off x="4960436" y="2291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9"/>
            <p:cNvSpPr/>
            <p:nvPr/>
          </p:nvSpPr>
          <p:spPr>
            <a:xfrm>
              <a:off x="5705096" y="1742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50"/>
            <p:cNvSpPr/>
            <p:nvPr/>
          </p:nvSpPr>
          <p:spPr>
            <a:xfrm>
              <a:off x="5625246" y="1742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1"/>
            <p:cNvSpPr/>
            <p:nvPr/>
          </p:nvSpPr>
          <p:spPr>
            <a:xfrm>
              <a:off x="5376768" y="2108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2"/>
            <p:cNvSpPr/>
            <p:nvPr/>
          </p:nvSpPr>
          <p:spPr>
            <a:xfrm>
              <a:off x="5274269" y="2100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3"/>
            <p:cNvSpPr/>
            <p:nvPr/>
          </p:nvSpPr>
          <p:spPr>
            <a:xfrm>
              <a:off x="5295855" y="2148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4"/>
            <p:cNvSpPr/>
            <p:nvPr/>
          </p:nvSpPr>
          <p:spPr>
            <a:xfrm>
              <a:off x="5621911" y="1733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5"/>
            <p:cNvSpPr/>
            <p:nvPr/>
          </p:nvSpPr>
          <p:spPr>
            <a:xfrm>
              <a:off x="5126926" y="2009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6"/>
            <p:cNvSpPr/>
            <p:nvPr/>
          </p:nvSpPr>
          <p:spPr>
            <a:xfrm>
              <a:off x="5528604" y="1976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7"/>
            <p:cNvSpPr/>
            <p:nvPr/>
          </p:nvSpPr>
          <p:spPr>
            <a:xfrm>
              <a:off x="5664840" y="1834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8"/>
            <p:cNvSpPr/>
            <p:nvPr/>
          </p:nvSpPr>
          <p:spPr>
            <a:xfrm>
              <a:off x="5519151" y="1845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9"/>
            <p:cNvSpPr/>
            <p:nvPr/>
          </p:nvSpPr>
          <p:spPr>
            <a:xfrm>
              <a:off x="5233598" y="2135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60"/>
            <p:cNvSpPr/>
            <p:nvPr/>
          </p:nvSpPr>
          <p:spPr>
            <a:xfrm>
              <a:off x="5035404" y="2631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1"/>
            <p:cNvSpPr/>
            <p:nvPr/>
          </p:nvSpPr>
          <p:spPr>
            <a:xfrm>
              <a:off x="5447229" y="2154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2"/>
            <p:cNvSpPr/>
            <p:nvPr/>
          </p:nvSpPr>
          <p:spPr>
            <a:xfrm>
              <a:off x="5306364" y="2189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3"/>
            <p:cNvSpPr/>
            <p:nvPr/>
          </p:nvSpPr>
          <p:spPr>
            <a:xfrm>
              <a:off x="5291130" y="2176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4"/>
            <p:cNvSpPr/>
            <p:nvPr/>
          </p:nvSpPr>
          <p:spPr>
            <a:xfrm>
              <a:off x="5673651" y="1929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5"/>
            <p:cNvSpPr/>
            <p:nvPr/>
          </p:nvSpPr>
          <p:spPr>
            <a:xfrm>
              <a:off x="5193143" y="2205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6"/>
            <p:cNvSpPr/>
            <p:nvPr/>
          </p:nvSpPr>
          <p:spPr>
            <a:xfrm>
              <a:off x="4911666" y="230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7"/>
            <p:cNvSpPr/>
            <p:nvPr/>
          </p:nvSpPr>
          <p:spPr>
            <a:xfrm>
              <a:off x="5683354" y="2033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8"/>
            <p:cNvSpPr/>
            <p:nvPr/>
          </p:nvSpPr>
          <p:spPr>
            <a:xfrm>
              <a:off x="5738285" y="2249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9"/>
            <p:cNvSpPr/>
            <p:nvPr/>
          </p:nvSpPr>
          <p:spPr>
            <a:xfrm>
              <a:off x="4970380" y="2600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70"/>
            <p:cNvSpPr/>
            <p:nvPr/>
          </p:nvSpPr>
          <p:spPr>
            <a:xfrm>
              <a:off x="5191474" y="1935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1"/>
            <p:cNvSpPr/>
            <p:nvPr/>
          </p:nvSpPr>
          <p:spPr>
            <a:xfrm>
              <a:off x="5681177" y="196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2"/>
            <p:cNvSpPr/>
            <p:nvPr/>
          </p:nvSpPr>
          <p:spPr>
            <a:xfrm>
              <a:off x="5369766" y="2010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3"/>
            <p:cNvSpPr/>
            <p:nvPr/>
          </p:nvSpPr>
          <p:spPr>
            <a:xfrm>
              <a:off x="5313260" y="2110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4"/>
            <p:cNvSpPr/>
            <p:nvPr/>
          </p:nvSpPr>
          <p:spPr>
            <a:xfrm>
              <a:off x="5185704" y="2153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5"/>
            <p:cNvSpPr/>
            <p:nvPr/>
          </p:nvSpPr>
          <p:spPr>
            <a:xfrm>
              <a:off x="5101010" y="2110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6"/>
            <p:cNvSpPr/>
            <p:nvPr/>
          </p:nvSpPr>
          <p:spPr>
            <a:xfrm>
              <a:off x="5561911" y="1901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7"/>
            <p:cNvSpPr/>
            <p:nvPr/>
          </p:nvSpPr>
          <p:spPr>
            <a:xfrm>
              <a:off x="5499791" y="1981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8"/>
            <p:cNvSpPr/>
            <p:nvPr/>
          </p:nvSpPr>
          <p:spPr>
            <a:xfrm>
              <a:off x="5248618" y="2254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9"/>
            <p:cNvSpPr/>
            <p:nvPr/>
          </p:nvSpPr>
          <p:spPr>
            <a:xfrm>
              <a:off x="5200932" y="2126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80"/>
            <p:cNvSpPr/>
            <p:nvPr/>
          </p:nvSpPr>
          <p:spPr>
            <a:xfrm>
              <a:off x="5359444" y="2101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1"/>
            <p:cNvSpPr/>
            <p:nvPr/>
          </p:nvSpPr>
          <p:spPr>
            <a:xfrm>
              <a:off x="5304846" y="218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2"/>
            <p:cNvSpPr/>
            <p:nvPr/>
          </p:nvSpPr>
          <p:spPr>
            <a:xfrm>
              <a:off x="5318752" y="2258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3"/>
            <p:cNvSpPr/>
            <p:nvPr/>
          </p:nvSpPr>
          <p:spPr>
            <a:xfrm>
              <a:off x="5495061" y="1921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4"/>
            <p:cNvSpPr/>
            <p:nvPr/>
          </p:nvSpPr>
          <p:spPr>
            <a:xfrm>
              <a:off x="5217357" y="2112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5"/>
            <p:cNvSpPr/>
            <p:nvPr/>
          </p:nvSpPr>
          <p:spPr>
            <a:xfrm>
              <a:off x="5155406" y="2169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6"/>
            <p:cNvSpPr/>
            <p:nvPr/>
          </p:nvSpPr>
          <p:spPr>
            <a:xfrm>
              <a:off x="5730005" y="1853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7"/>
            <p:cNvSpPr/>
            <p:nvPr/>
          </p:nvSpPr>
          <p:spPr>
            <a:xfrm>
              <a:off x="5311227" y="2252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8"/>
            <p:cNvSpPr/>
            <p:nvPr/>
          </p:nvSpPr>
          <p:spPr>
            <a:xfrm>
              <a:off x="5126373" y="2092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9"/>
            <p:cNvSpPr/>
            <p:nvPr/>
          </p:nvSpPr>
          <p:spPr>
            <a:xfrm>
              <a:off x="5280686" y="2046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90"/>
            <p:cNvSpPr/>
            <p:nvPr/>
          </p:nvSpPr>
          <p:spPr>
            <a:xfrm>
              <a:off x="5419917" y="2047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1"/>
            <p:cNvSpPr/>
            <p:nvPr/>
          </p:nvSpPr>
          <p:spPr>
            <a:xfrm>
              <a:off x="4862213" y="2426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2"/>
            <p:cNvSpPr/>
            <p:nvPr/>
          </p:nvSpPr>
          <p:spPr>
            <a:xfrm>
              <a:off x="5441479" y="2085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3"/>
            <p:cNvSpPr/>
            <p:nvPr/>
          </p:nvSpPr>
          <p:spPr>
            <a:xfrm>
              <a:off x="5129863" y="2055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4"/>
            <p:cNvSpPr/>
            <p:nvPr/>
          </p:nvSpPr>
          <p:spPr>
            <a:xfrm>
              <a:off x="5613081" y="2016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5"/>
            <p:cNvSpPr/>
            <p:nvPr/>
          </p:nvSpPr>
          <p:spPr>
            <a:xfrm>
              <a:off x="5566418" y="1820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6"/>
            <p:cNvSpPr/>
            <p:nvPr/>
          </p:nvSpPr>
          <p:spPr>
            <a:xfrm>
              <a:off x="5037946" y="2779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7"/>
            <p:cNvSpPr/>
            <p:nvPr/>
          </p:nvSpPr>
          <p:spPr>
            <a:xfrm>
              <a:off x="5496060" y="1870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8"/>
            <p:cNvSpPr/>
            <p:nvPr/>
          </p:nvSpPr>
          <p:spPr>
            <a:xfrm>
              <a:off x="5110706" y="2226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9"/>
            <p:cNvSpPr/>
            <p:nvPr/>
          </p:nvSpPr>
          <p:spPr>
            <a:xfrm>
              <a:off x="5292315" y="226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200"/>
            <p:cNvSpPr/>
            <p:nvPr/>
          </p:nvSpPr>
          <p:spPr>
            <a:xfrm>
              <a:off x="5521765" y="1774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1"/>
            <p:cNvSpPr/>
            <p:nvPr/>
          </p:nvSpPr>
          <p:spPr>
            <a:xfrm>
              <a:off x="5178999" y="2214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2"/>
            <p:cNvSpPr/>
            <p:nvPr/>
          </p:nvSpPr>
          <p:spPr>
            <a:xfrm>
              <a:off x="4685634" y="2501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3"/>
            <p:cNvSpPr/>
            <p:nvPr/>
          </p:nvSpPr>
          <p:spPr>
            <a:xfrm>
              <a:off x="5069066" y="2638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4"/>
            <p:cNvSpPr/>
            <p:nvPr/>
          </p:nvSpPr>
          <p:spPr>
            <a:xfrm>
              <a:off x="5085737" y="2346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5"/>
            <p:cNvSpPr/>
            <p:nvPr/>
          </p:nvSpPr>
          <p:spPr>
            <a:xfrm>
              <a:off x="4792022" y="2960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6"/>
            <p:cNvSpPr/>
            <p:nvPr/>
          </p:nvSpPr>
          <p:spPr>
            <a:xfrm>
              <a:off x="5006029" y="245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7"/>
            <p:cNvSpPr/>
            <p:nvPr/>
          </p:nvSpPr>
          <p:spPr>
            <a:xfrm>
              <a:off x="5343150" y="2250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8"/>
            <p:cNvSpPr/>
            <p:nvPr/>
          </p:nvSpPr>
          <p:spPr>
            <a:xfrm>
              <a:off x="5183680" y="2144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9"/>
            <p:cNvSpPr/>
            <p:nvPr/>
          </p:nvSpPr>
          <p:spPr>
            <a:xfrm>
              <a:off x="5768296" y="1820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10"/>
            <p:cNvSpPr/>
            <p:nvPr/>
          </p:nvSpPr>
          <p:spPr>
            <a:xfrm>
              <a:off x="5507385" y="1850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1"/>
            <p:cNvSpPr/>
            <p:nvPr/>
          </p:nvSpPr>
          <p:spPr>
            <a:xfrm>
              <a:off x="5401381" y="2152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2"/>
            <p:cNvSpPr/>
            <p:nvPr/>
          </p:nvSpPr>
          <p:spPr>
            <a:xfrm>
              <a:off x="5264972" y="2195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3"/>
            <p:cNvSpPr/>
            <p:nvPr/>
          </p:nvSpPr>
          <p:spPr>
            <a:xfrm>
              <a:off x="5317178" y="2265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4"/>
            <p:cNvSpPr/>
            <p:nvPr/>
          </p:nvSpPr>
          <p:spPr>
            <a:xfrm>
              <a:off x="5039070" y="2730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5"/>
            <p:cNvSpPr/>
            <p:nvPr/>
          </p:nvSpPr>
          <p:spPr>
            <a:xfrm>
              <a:off x="5532245" y="1993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6"/>
            <p:cNvSpPr/>
            <p:nvPr/>
          </p:nvSpPr>
          <p:spPr>
            <a:xfrm>
              <a:off x="5371643" y="1904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7"/>
            <p:cNvSpPr/>
            <p:nvPr/>
          </p:nvSpPr>
          <p:spPr>
            <a:xfrm>
              <a:off x="5457615" y="2072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8"/>
            <p:cNvSpPr/>
            <p:nvPr/>
          </p:nvSpPr>
          <p:spPr>
            <a:xfrm>
              <a:off x="5729911" y="1912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9"/>
            <p:cNvSpPr/>
            <p:nvPr/>
          </p:nvSpPr>
          <p:spPr>
            <a:xfrm>
              <a:off x="5450764" y="2296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20"/>
            <p:cNvSpPr/>
            <p:nvPr/>
          </p:nvSpPr>
          <p:spPr>
            <a:xfrm>
              <a:off x="5388634" y="2152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1"/>
            <p:cNvSpPr/>
            <p:nvPr/>
          </p:nvSpPr>
          <p:spPr>
            <a:xfrm>
              <a:off x="5395693" y="2271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2"/>
            <p:cNvSpPr/>
            <p:nvPr/>
          </p:nvSpPr>
          <p:spPr>
            <a:xfrm>
              <a:off x="5247900" y="2200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3"/>
            <p:cNvSpPr/>
            <p:nvPr/>
          </p:nvSpPr>
          <p:spPr>
            <a:xfrm>
              <a:off x="5306047" y="2093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4"/>
            <p:cNvSpPr/>
            <p:nvPr/>
          </p:nvSpPr>
          <p:spPr>
            <a:xfrm>
              <a:off x="5078602" y="2412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5"/>
            <p:cNvSpPr/>
            <p:nvPr/>
          </p:nvSpPr>
          <p:spPr>
            <a:xfrm>
              <a:off x="4974918" y="251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6"/>
            <p:cNvSpPr/>
            <p:nvPr/>
          </p:nvSpPr>
          <p:spPr>
            <a:xfrm>
              <a:off x="5353051" y="2042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7"/>
            <p:cNvSpPr/>
            <p:nvPr/>
          </p:nvSpPr>
          <p:spPr>
            <a:xfrm>
              <a:off x="5621041" y="1690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8"/>
            <p:cNvSpPr/>
            <p:nvPr/>
          </p:nvSpPr>
          <p:spPr>
            <a:xfrm>
              <a:off x="5239318" y="2274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9"/>
            <p:cNvSpPr/>
            <p:nvPr/>
          </p:nvSpPr>
          <p:spPr>
            <a:xfrm>
              <a:off x="5110998" y="2158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30"/>
            <p:cNvSpPr/>
            <p:nvPr/>
          </p:nvSpPr>
          <p:spPr>
            <a:xfrm>
              <a:off x="4879187" y="2514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1"/>
            <p:cNvSpPr/>
            <p:nvPr/>
          </p:nvSpPr>
          <p:spPr>
            <a:xfrm>
              <a:off x="5323533" y="2303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2"/>
            <p:cNvSpPr/>
            <p:nvPr/>
          </p:nvSpPr>
          <p:spPr>
            <a:xfrm>
              <a:off x="5322082" y="2199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3"/>
            <p:cNvSpPr/>
            <p:nvPr/>
          </p:nvSpPr>
          <p:spPr>
            <a:xfrm>
              <a:off x="5426160" y="2146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4"/>
            <p:cNvSpPr/>
            <p:nvPr/>
          </p:nvSpPr>
          <p:spPr>
            <a:xfrm>
              <a:off x="5288431" y="1999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5"/>
            <p:cNvSpPr/>
            <p:nvPr/>
          </p:nvSpPr>
          <p:spPr>
            <a:xfrm>
              <a:off x="5532968" y="2102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6"/>
            <p:cNvSpPr/>
            <p:nvPr/>
          </p:nvSpPr>
          <p:spPr>
            <a:xfrm>
              <a:off x="5685717" y="1899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7"/>
            <p:cNvSpPr/>
            <p:nvPr/>
          </p:nvSpPr>
          <p:spPr>
            <a:xfrm>
              <a:off x="5643497" y="1863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8"/>
            <p:cNvSpPr/>
            <p:nvPr/>
          </p:nvSpPr>
          <p:spPr>
            <a:xfrm>
              <a:off x="5596382" y="1872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9"/>
            <p:cNvSpPr/>
            <p:nvPr/>
          </p:nvSpPr>
          <p:spPr>
            <a:xfrm>
              <a:off x="5555198" y="2052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40"/>
            <p:cNvSpPr/>
            <p:nvPr/>
          </p:nvSpPr>
          <p:spPr>
            <a:xfrm>
              <a:off x="4879803" y="2674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1"/>
            <p:cNvSpPr/>
            <p:nvPr/>
          </p:nvSpPr>
          <p:spPr>
            <a:xfrm>
              <a:off x="5086412" y="2165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2"/>
            <p:cNvSpPr/>
            <p:nvPr/>
          </p:nvSpPr>
          <p:spPr>
            <a:xfrm>
              <a:off x="5203399" y="2029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3"/>
            <p:cNvSpPr/>
            <p:nvPr/>
          </p:nvSpPr>
          <p:spPr>
            <a:xfrm>
              <a:off x="5736894" y="1747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4"/>
            <p:cNvSpPr/>
            <p:nvPr/>
          </p:nvSpPr>
          <p:spPr>
            <a:xfrm>
              <a:off x="5208845" y="2315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5"/>
            <p:cNvSpPr/>
            <p:nvPr/>
          </p:nvSpPr>
          <p:spPr>
            <a:xfrm>
              <a:off x="5458498" y="2120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6"/>
            <p:cNvSpPr/>
            <p:nvPr/>
          </p:nvSpPr>
          <p:spPr>
            <a:xfrm>
              <a:off x="5389164" y="2058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7"/>
            <p:cNvSpPr/>
            <p:nvPr/>
          </p:nvSpPr>
          <p:spPr>
            <a:xfrm>
              <a:off x="5208830" y="2177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8"/>
            <p:cNvSpPr/>
            <p:nvPr/>
          </p:nvSpPr>
          <p:spPr>
            <a:xfrm>
              <a:off x="5352604" y="2048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9"/>
            <p:cNvSpPr/>
            <p:nvPr/>
          </p:nvSpPr>
          <p:spPr>
            <a:xfrm>
              <a:off x="5432698" y="2172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50"/>
            <p:cNvSpPr/>
            <p:nvPr/>
          </p:nvSpPr>
          <p:spPr>
            <a:xfrm>
              <a:off x="5461243" y="2192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1"/>
            <p:cNvSpPr/>
            <p:nvPr/>
          </p:nvSpPr>
          <p:spPr>
            <a:xfrm>
              <a:off x="4915699" y="2036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2"/>
            <p:cNvSpPr/>
            <p:nvPr/>
          </p:nvSpPr>
          <p:spPr>
            <a:xfrm>
              <a:off x="5507012" y="1883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3"/>
            <p:cNvSpPr/>
            <p:nvPr/>
          </p:nvSpPr>
          <p:spPr>
            <a:xfrm>
              <a:off x="5413983" y="2277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4"/>
            <p:cNvSpPr/>
            <p:nvPr/>
          </p:nvSpPr>
          <p:spPr>
            <a:xfrm>
              <a:off x="4884195" y="2414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5"/>
            <p:cNvSpPr/>
            <p:nvPr/>
          </p:nvSpPr>
          <p:spPr>
            <a:xfrm>
              <a:off x="5120237" y="2062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6"/>
            <p:cNvSpPr/>
            <p:nvPr/>
          </p:nvSpPr>
          <p:spPr>
            <a:xfrm>
              <a:off x="5098608" y="2267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7"/>
            <p:cNvSpPr/>
            <p:nvPr/>
          </p:nvSpPr>
          <p:spPr>
            <a:xfrm>
              <a:off x="4951824" y="2218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8"/>
            <p:cNvSpPr/>
            <p:nvPr/>
          </p:nvSpPr>
          <p:spPr>
            <a:xfrm>
              <a:off x="5285513" y="2107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9"/>
            <p:cNvSpPr/>
            <p:nvPr/>
          </p:nvSpPr>
          <p:spPr>
            <a:xfrm>
              <a:off x="5212743" y="2013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60"/>
            <p:cNvSpPr/>
            <p:nvPr/>
          </p:nvSpPr>
          <p:spPr>
            <a:xfrm>
              <a:off x="5630161" y="1914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1"/>
            <p:cNvSpPr/>
            <p:nvPr/>
          </p:nvSpPr>
          <p:spPr>
            <a:xfrm>
              <a:off x="4891462" y="2798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2"/>
            <p:cNvSpPr/>
            <p:nvPr/>
          </p:nvSpPr>
          <p:spPr>
            <a:xfrm>
              <a:off x="5143172" y="2209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3"/>
            <p:cNvSpPr/>
            <p:nvPr/>
          </p:nvSpPr>
          <p:spPr>
            <a:xfrm>
              <a:off x="5719305" y="1865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4"/>
            <p:cNvSpPr/>
            <p:nvPr/>
          </p:nvSpPr>
          <p:spPr>
            <a:xfrm>
              <a:off x="4980671" y="2160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5"/>
            <p:cNvSpPr/>
            <p:nvPr/>
          </p:nvSpPr>
          <p:spPr>
            <a:xfrm>
              <a:off x="5434583" y="2035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6"/>
            <p:cNvSpPr/>
            <p:nvPr/>
          </p:nvSpPr>
          <p:spPr>
            <a:xfrm>
              <a:off x="5064543" y="2525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7"/>
            <p:cNvSpPr/>
            <p:nvPr/>
          </p:nvSpPr>
          <p:spPr>
            <a:xfrm>
              <a:off x="5070074" y="2352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8"/>
            <p:cNvSpPr/>
            <p:nvPr/>
          </p:nvSpPr>
          <p:spPr>
            <a:xfrm>
              <a:off x="4720281" y="2044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9"/>
            <p:cNvSpPr/>
            <p:nvPr/>
          </p:nvSpPr>
          <p:spPr>
            <a:xfrm>
              <a:off x="5018649" y="2519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70"/>
            <p:cNvSpPr/>
            <p:nvPr/>
          </p:nvSpPr>
          <p:spPr>
            <a:xfrm>
              <a:off x="5320381" y="2239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1"/>
            <p:cNvSpPr/>
            <p:nvPr/>
          </p:nvSpPr>
          <p:spPr>
            <a:xfrm>
              <a:off x="5360324" y="2033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2"/>
            <p:cNvSpPr/>
            <p:nvPr/>
          </p:nvSpPr>
          <p:spPr>
            <a:xfrm>
              <a:off x="5657133" y="1767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3"/>
            <p:cNvSpPr/>
            <p:nvPr/>
          </p:nvSpPr>
          <p:spPr>
            <a:xfrm>
              <a:off x="5537352" y="208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4"/>
            <p:cNvSpPr/>
            <p:nvPr/>
          </p:nvSpPr>
          <p:spPr>
            <a:xfrm>
              <a:off x="5188641" y="2177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5"/>
            <p:cNvSpPr/>
            <p:nvPr/>
          </p:nvSpPr>
          <p:spPr>
            <a:xfrm>
              <a:off x="5272140" y="2247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6"/>
            <p:cNvSpPr/>
            <p:nvPr/>
          </p:nvSpPr>
          <p:spPr>
            <a:xfrm>
              <a:off x="5009797" y="2648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7"/>
            <p:cNvSpPr/>
            <p:nvPr/>
          </p:nvSpPr>
          <p:spPr>
            <a:xfrm>
              <a:off x="5423334" y="2140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8"/>
            <p:cNvSpPr/>
            <p:nvPr/>
          </p:nvSpPr>
          <p:spPr>
            <a:xfrm>
              <a:off x="5312419" y="2226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9"/>
            <p:cNvSpPr/>
            <p:nvPr/>
          </p:nvSpPr>
          <p:spPr>
            <a:xfrm>
              <a:off x="5175270" y="2110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80"/>
            <p:cNvSpPr/>
            <p:nvPr/>
          </p:nvSpPr>
          <p:spPr>
            <a:xfrm>
              <a:off x="5580897" y="1708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1"/>
            <p:cNvSpPr/>
            <p:nvPr/>
          </p:nvSpPr>
          <p:spPr>
            <a:xfrm>
              <a:off x="5728725" y="2119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2"/>
            <p:cNvSpPr/>
            <p:nvPr/>
          </p:nvSpPr>
          <p:spPr>
            <a:xfrm>
              <a:off x="5355824" y="1950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3"/>
            <p:cNvSpPr/>
            <p:nvPr/>
          </p:nvSpPr>
          <p:spPr>
            <a:xfrm>
              <a:off x="5309850" y="2104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4"/>
            <p:cNvSpPr/>
            <p:nvPr/>
          </p:nvSpPr>
          <p:spPr>
            <a:xfrm>
              <a:off x="5346182" y="2128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5"/>
            <p:cNvSpPr/>
            <p:nvPr/>
          </p:nvSpPr>
          <p:spPr>
            <a:xfrm>
              <a:off x="5543854" y="2101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6"/>
            <p:cNvSpPr/>
            <p:nvPr/>
          </p:nvSpPr>
          <p:spPr>
            <a:xfrm>
              <a:off x="5460841" y="2231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7"/>
            <p:cNvSpPr/>
            <p:nvPr/>
          </p:nvSpPr>
          <p:spPr>
            <a:xfrm>
              <a:off x="5167834" y="210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8"/>
            <p:cNvSpPr/>
            <p:nvPr/>
          </p:nvSpPr>
          <p:spPr>
            <a:xfrm>
              <a:off x="5515224" y="1841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9"/>
            <p:cNvSpPr/>
            <p:nvPr/>
          </p:nvSpPr>
          <p:spPr>
            <a:xfrm>
              <a:off x="5465785" y="2160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90"/>
            <p:cNvSpPr/>
            <p:nvPr/>
          </p:nvSpPr>
          <p:spPr>
            <a:xfrm>
              <a:off x="5078453" y="2404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1"/>
            <p:cNvSpPr/>
            <p:nvPr/>
          </p:nvSpPr>
          <p:spPr>
            <a:xfrm>
              <a:off x="5523783" y="1981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2"/>
            <p:cNvSpPr/>
            <p:nvPr/>
          </p:nvSpPr>
          <p:spPr>
            <a:xfrm>
              <a:off x="5707456" y="1924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3"/>
            <p:cNvSpPr/>
            <p:nvPr/>
          </p:nvSpPr>
          <p:spPr>
            <a:xfrm>
              <a:off x="5146548" y="2108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4"/>
            <p:cNvSpPr/>
            <p:nvPr/>
          </p:nvSpPr>
          <p:spPr>
            <a:xfrm>
              <a:off x="5687642" y="1701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5"/>
            <p:cNvSpPr/>
            <p:nvPr/>
          </p:nvSpPr>
          <p:spPr>
            <a:xfrm>
              <a:off x="5024637" y="2657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6"/>
            <p:cNvSpPr/>
            <p:nvPr/>
          </p:nvSpPr>
          <p:spPr>
            <a:xfrm>
              <a:off x="5713938" y="1844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7"/>
            <p:cNvSpPr/>
            <p:nvPr/>
          </p:nvSpPr>
          <p:spPr>
            <a:xfrm>
              <a:off x="5605847" y="1979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8"/>
            <p:cNvSpPr/>
            <p:nvPr/>
          </p:nvSpPr>
          <p:spPr>
            <a:xfrm>
              <a:off x="5265517" y="2232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9"/>
            <p:cNvSpPr/>
            <p:nvPr/>
          </p:nvSpPr>
          <p:spPr>
            <a:xfrm>
              <a:off x="5376669" y="2097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300"/>
            <p:cNvSpPr/>
            <p:nvPr/>
          </p:nvSpPr>
          <p:spPr>
            <a:xfrm>
              <a:off x="5544601" y="1915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1"/>
            <p:cNvSpPr/>
            <p:nvPr/>
          </p:nvSpPr>
          <p:spPr>
            <a:xfrm>
              <a:off x="5616195" y="2240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2"/>
            <p:cNvSpPr/>
            <p:nvPr/>
          </p:nvSpPr>
          <p:spPr>
            <a:xfrm>
              <a:off x="5041584" y="2632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3"/>
            <p:cNvSpPr/>
            <p:nvPr/>
          </p:nvSpPr>
          <p:spPr>
            <a:xfrm>
              <a:off x="5204951" y="2116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4"/>
            <p:cNvSpPr/>
            <p:nvPr/>
          </p:nvSpPr>
          <p:spPr>
            <a:xfrm>
              <a:off x="4877789" y="2673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5"/>
            <p:cNvSpPr/>
            <p:nvPr/>
          </p:nvSpPr>
          <p:spPr>
            <a:xfrm>
              <a:off x="5335914" y="2084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6"/>
            <p:cNvSpPr/>
            <p:nvPr/>
          </p:nvSpPr>
          <p:spPr>
            <a:xfrm>
              <a:off x="5483737" y="2240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7"/>
            <p:cNvSpPr/>
            <p:nvPr/>
          </p:nvSpPr>
          <p:spPr>
            <a:xfrm>
              <a:off x="5298290" y="2151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8"/>
            <p:cNvSpPr/>
            <p:nvPr/>
          </p:nvSpPr>
          <p:spPr>
            <a:xfrm>
              <a:off x="5009816" y="2571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9"/>
            <p:cNvSpPr/>
            <p:nvPr/>
          </p:nvSpPr>
          <p:spPr>
            <a:xfrm>
              <a:off x="5377476" y="2087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10"/>
            <p:cNvSpPr/>
            <p:nvPr/>
          </p:nvSpPr>
          <p:spPr>
            <a:xfrm>
              <a:off x="5036719" y="2770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1"/>
            <p:cNvSpPr/>
            <p:nvPr/>
          </p:nvSpPr>
          <p:spPr>
            <a:xfrm>
              <a:off x="5577340" y="1706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2"/>
            <p:cNvSpPr/>
            <p:nvPr/>
          </p:nvSpPr>
          <p:spPr>
            <a:xfrm>
              <a:off x="5293248" y="2172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3"/>
            <p:cNvSpPr/>
            <p:nvPr/>
          </p:nvSpPr>
          <p:spPr>
            <a:xfrm>
              <a:off x="5043444" y="275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4"/>
            <p:cNvSpPr/>
            <p:nvPr/>
          </p:nvSpPr>
          <p:spPr>
            <a:xfrm>
              <a:off x="5580251" y="1648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5"/>
            <p:cNvSpPr/>
            <p:nvPr/>
          </p:nvSpPr>
          <p:spPr>
            <a:xfrm>
              <a:off x="5417452" y="2113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6"/>
            <p:cNvSpPr/>
            <p:nvPr/>
          </p:nvSpPr>
          <p:spPr>
            <a:xfrm>
              <a:off x="5430773" y="2072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7"/>
            <p:cNvSpPr/>
            <p:nvPr/>
          </p:nvSpPr>
          <p:spPr>
            <a:xfrm>
              <a:off x="5593765" y="1919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8"/>
            <p:cNvSpPr/>
            <p:nvPr/>
          </p:nvSpPr>
          <p:spPr>
            <a:xfrm>
              <a:off x="5464135" y="2214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9"/>
            <p:cNvSpPr/>
            <p:nvPr/>
          </p:nvSpPr>
          <p:spPr>
            <a:xfrm>
              <a:off x="5533606" y="2020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20"/>
            <p:cNvSpPr/>
            <p:nvPr/>
          </p:nvSpPr>
          <p:spPr>
            <a:xfrm>
              <a:off x="4769906" y="3046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1"/>
            <p:cNvSpPr/>
            <p:nvPr/>
          </p:nvSpPr>
          <p:spPr>
            <a:xfrm>
              <a:off x="5346047" y="2049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2"/>
            <p:cNvSpPr/>
            <p:nvPr/>
          </p:nvSpPr>
          <p:spPr>
            <a:xfrm>
              <a:off x="4965183" y="2630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3"/>
            <p:cNvSpPr/>
            <p:nvPr/>
          </p:nvSpPr>
          <p:spPr>
            <a:xfrm>
              <a:off x="5485815" y="1977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4"/>
            <p:cNvSpPr/>
            <p:nvPr/>
          </p:nvSpPr>
          <p:spPr>
            <a:xfrm>
              <a:off x="5756759" y="190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5"/>
            <p:cNvSpPr/>
            <p:nvPr/>
          </p:nvSpPr>
          <p:spPr>
            <a:xfrm>
              <a:off x="5444792" y="2157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6"/>
            <p:cNvSpPr/>
            <p:nvPr/>
          </p:nvSpPr>
          <p:spPr>
            <a:xfrm>
              <a:off x="4941011" y="230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7"/>
            <p:cNvSpPr/>
            <p:nvPr/>
          </p:nvSpPr>
          <p:spPr>
            <a:xfrm>
              <a:off x="5372116" y="196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8"/>
            <p:cNvSpPr/>
            <p:nvPr/>
          </p:nvSpPr>
          <p:spPr>
            <a:xfrm>
              <a:off x="5274690" y="2028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9"/>
            <p:cNvSpPr/>
            <p:nvPr/>
          </p:nvSpPr>
          <p:spPr>
            <a:xfrm>
              <a:off x="4916279" y="1907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30"/>
            <p:cNvSpPr/>
            <p:nvPr/>
          </p:nvSpPr>
          <p:spPr>
            <a:xfrm>
              <a:off x="4719964" y="2403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1"/>
            <p:cNvSpPr/>
            <p:nvPr/>
          </p:nvSpPr>
          <p:spPr>
            <a:xfrm>
              <a:off x="5144890" y="2149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2"/>
            <p:cNvSpPr/>
            <p:nvPr/>
          </p:nvSpPr>
          <p:spPr>
            <a:xfrm>
              <a:off x="5432304" y="2154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3"/>
            <p:cNvSpPr/>
            <p:nvPr/>
          </p:nvSpPr>
          <p:spPr>
            <a:xfrm>
              <a:off x="5178871" y="2126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4"/>
            <p:cNvSpPr/>
            <p:nvPr/>
          </p:nvSpPr>
          <p:spPr>
            <a:xfrm>
              <a:off x="5661226" y="1741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5"/>
            <p:cNvSpPr/>
            <p:nvPr/>
          </p:nvSpPr>
          <p:spPr>
            <a:xfrm>
              <a:off x="5391653" y="2243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6"/>
            <p:cNvSpPr/>
            <p:nvPr/>
          </p:nvSpPr>
          <p:spPr>
            <a:xfrm>
              <a:off x="5117345" y="2253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7"/>
            <p:cNvSpPr/>
            <p:nvPr/>
          </p:nvSpPr>
          <p:spPr>
            <a:xfrm>
              <a:off x="5516237" y="1930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8"/>
            <p:cNvSpPr/>
            <p:nvPr/>
          </p:nvSpPr>
          <p:spPr>
            <a:xfrm>
              <a:off x="5416793" y="2055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9"/>
            <p:cNvSpPr/>
            <p:nvPr/>
          </p:nvSpPr>
          <p:spPr>
            <a:xfrm>
              <a:off x="5558480" y="2074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40"/>
            <p:cNvSpPr/>
            <p:nvPr/>
          </p:nvSpPr>
          <p:spPr>
            <a:xfrm>
              <a:off x="5236988" y="2082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1"/>
            <p:cNvSpPr/>
            <p:nvPr/>
          </p:nvSpPr>
          <p:spPr>
            <a:xfrm>
              <a:off x="5124281" y="2095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2"/>
            <p:cNvSpPr/>
            <p:nvPr/>
          </p:nvSpPr>
          <p:spPr>
            <a:xfrm>
              <a:off x="5454871" y="2217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3"/>
            <p:cNvSpPr/>
            <p:nvPr/>
          </p:nvSpPr>
          <p:spPr>
            <a:xfrm>
              <a:off x="5457511" y="2147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4"/>
            <p:cNvSpPr/>
            <p:nvPr/>
          </p:nvSpPr>
          <p:spPr>
            <a:xfrm>
              <a:off x="5673870" y="1899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5"/>
            <p:cNvSpPr/>
            <p:nvPr/>
          </p:nvSpPr>
          <p:spPr>
            <a:xfrm>
              <a:off x="5246244" y="2163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6"/>
            <p:cNvSpPr/>
            <p:nvPr/>
          </p:nvSpPr>
          <p:spPr>
            <a:xfrm>
              <a:off x="5395945" y="2104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7"/>
            <p:cNvSpPr/>
            <p:nvPr/>
          </p:nvSpPr>
          <p:spPr>
            <a:xfrm>
              <a:off x="5477353" y="2172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8"/>
            <p:cNvSpPr/>
            <p:nvPr/>
          </p:nvSpPr>
          <p:spPr>
            <a:xfrm>
              <a:off x="5442811" y="1995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9"/>
            <p:cNvSpPr/>
            <p:nvPr/>
          </p:nvSpPr>
          <p:spPr>
            <a:xfrm>
              <a:off x="5464087" y="2072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50"/>
            <p:cNvSpPr/>
            <p:nvPr/>
          </p:nvSpPr>
          <p:spPr>
            <a:xfrm>
              <a:off x="4913288" y="2164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1"/>
            <p:cNvSpPr/>
            <p:nvPr/>
          </p:nvSpPr>
          <p:spPr>
            <a:xfrm>
              <a:off x="4833892" y="2042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2"/>
            <p:cNvSpPr/>
            <p:nvPr/>
          </p:nvSpPr>
          <p:spPr>
            <a:xfrm>
              <a:off x="5340625" y="2180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3"/>
            <p:cNvSpPr/>
            <p:nvPr/>
          </p:nvSpPr>
          <p:spPr>
            <a:xfrm>
              <a:off x="5642115" y="1908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4"/>
            <p:cNvSpPr/>
            <p:nvPr/>
          </p:nvSpPr>
          <p:spPr>
            <a:xfrm>
              <a:off x="5764646" y="1585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5"/>
            <p:cNvSpPr/>
            <p:nvPr/>
          </p:nvSpPr>
          <p:spPr>
            <a:xfrm>
              <a:off x="5645271" y="1867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6"/>
            <p:cNvSpPr/>
            <p:nvPr/>
          </p:nvSpPr>
          <p:spPr>
            <a:xfrm>
              <a:off x="5341844" y="2178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7"/>
            <p:cNvSpPr/>
            <p:nvPr/>
          </p:nvSpPr>
          <p:spPr>
            <a:xfrm>
              <a:off x="5502476" y="2071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8"/>
            <p:cNvSpPr/>
            <p:nvPr/>
          </p:nvSpPr>
          <p:spPr>
            <a:xfrm>
              <a:off x="5085201" y="2379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9"/>
            <p:cNvSpPr/>
            <p:nvPr/>
          </p:nvSpPr>
          <p:spPr>
            <a:xfrm>
              <a:off x="5488128" y="1970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60"/>
            <p:cNvSpPr/>
            <p:nvPr/>
          </p:nvSpPr>
          <p:spPr>
            <a:xfrm>
              <a:off x="5331265" y="2103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1"/>
            <p:cNvSpPr/>
            <p:nvPr/>
          </p:nvSpPr>
          <p:spPr>
            <a:xfrm>
              <a:off x="5321552" y="2318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2"/>
            <p:cNvSpPr/>
            <p:nvPr/>
          </p:nvSpPr>
          <p:spPr>
            <a:xfrm>
              <a:off x="5729794" y="1836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3"/>
            <p:cNvSpPr/>
            <p:nvPr/>
          </p:nvSpPr>
          <p:spPr>
            <a:xfrm>
              <a:off x="5193411" y="2045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4"/>
            <p:cNvSpPr/>
            <p:nvPr/>
          </p:nvSpPr>
          <p:spPr>
            <a:xfrm>
              <a:off x="5581061" y="1662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5"/>
            <p:cNvSpPr/>
            <p:nvPr/>
          </p:nvSpPr>
          <p:spPr>
            <a:xfrm>
              <a:off x="5077448" y="2348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6"/>
            <p:cNvSpPr/>
            <p:nvPr/>
          </p:nvSpPr>
          <p:spPr>
            <a:xfrm>
              <a:off x="5739814" y="1783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7"/>
            <p:cNvSpPr/>
            <p:nvPr/>
          </p:nvSpPr>
          <p:spPr>
            <a:xfrm>
              <a:off x="5220482" y="2309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8"/>
            <p:cNvSpPr/>
            <p:nvPr/>
          </p:nvSpPr>
          <p:spPr>
            <a:xfrm>
              <a:off x="5518047" y="2078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9"/>
            <p:cNvSpPr/>
            <p:nvPr/>
          </p:nvSpPr>
          <p:spPr>
            <a:xfrm>
              <a:off x="5332419" y="2073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70"/>
            <p:cNvSpPr/>
            <p:nvPr/>
          </p:nvSpPr>
          <p:spPr>
            <a:xfrm>
              <a:off x="5205799" y="2003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1"/>
            <p:cNvSpPr/>
            <p:nvPr/>
          </p:nvSpPr>
          <p:spPr>
            <a:xfrm>
              <a:off x="5153915" y="2053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2"/>
            <p:cNvSpPr/>
            <p:nvPr/>
          </p:nvSpPr>
          <p:spPr>
            <a:xfrm>
              <a:off x="5469947" y="2196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3"/>
            <p:cNvSpPr/>
            <p:nvPr/>
          </p:nvSpPr>
          <p:spPr>
            <a:xfrm>
              <a:off x="5081168" y="2353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4"/>
            <p:cNvSpPr/>
            <p:nvPr/>
          </p:nvSpPr>
          <p:spPr>
            <a:xfrm>
              <a:off x="5007176" y="2706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5"/>
            <p:cNvSpPr/>
            <p:nvPr/>
          </p:nvSpPr>
          <p:spPr>
            <a:xfrm>
              <a:off x="5156212" y="2147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6"/>
            <p:cNvSpPr/>
            <p:nvPr/>
          </p:nvSpPr>
          <p:spPr>
            <a:xfrm>
              <a:off x="4824011" y="1737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7"/>
            <p:cNvSpPr/>
            <p:nvPr/>
          </p:nvSpPr>
          <p:spPr>
            <a:xfrm>
              <a:off x="5826131" y="1548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8"/>
            <p:cNvSpPr/>
            <p:nvPr/>
          </p:nvSpPr>
          <p:spPr>
            <a:xfrm>
              <a:off x="5328046" y="2140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9"/>
            <p:cNvSpPr/>
            <p:nvPr/>
          </p:nvSpPr>
          <p:spPr>
            <a:xfrm>
              <a:off x="5253665" y="2220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80"/>
            <p:cNvSpPr/>
            <p:nvPr/>
          </p:nvSpPr>
          <p:spPr>
            <a:xfrm>
              <a:off x="5423552" y="2226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1"/>
            <p:cNvSpPr/>
            <p:nvPr/>
          </p:nvSpPr>
          <p:spPr>
            <a:xfrm>
              <a:off x="5117985" y="2286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2"/>
            <p:cNvSpPr/>
            <p:nvPr/>
          </p:nvSpPr>
          <p:spPr>
            <a:xfrm>
              <a:off x="5354108" y="2027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3"/>
            <p:cNvSpPr/>
            <p:nvPr/>
          </p:nvSpPr>
          <p:spPr>
            <a:xfrm>
              <a:off x="5671457" y="194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4"/>
            <p:cNvSpPr/>
            <p:nvPr/>
          </p:nvSpPr>
          <p:spPr>
            <a:xfrm>
              <a:off x="5245669" y="217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5"/>
            <p:cNvSpPr/>
            <p:nvPr/>
          </p:nvSpPr>
          <p:spPr>
            <a:xfrm>
              <a:off x="5839446" y="1848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6"/>
            <p:cNvSpPr/>
            <p:nvPr/>
          </p:nvSpPr>
          <p:spPr>
            <a:xfrm>
              <a:off x="5303079" y="2190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7"/>
            <p:cNvSpPr/>
            <p:nvPr/>
          </p:nvSpPr>
          <p:spPr>
            <a:xfrm>
              <a:off x="5234794" y="2164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8"/>
            <p:cNvSpPr/>
            <p:nvPr/>
          </p:nvSpPr>
          <p:spPr>
            <a:xfrm>
              <a:off x="5038360" y="259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9"/>
            <p:cNvSpPr/>
            <p:nvPr/>
          </p:nvSpPr>
          <p:spPr>
            <a:xfrm>
              <a:off x="5355714" y="1913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90"/>
            <p:cNvSpPr/>
            <p:nvPr/>
          </p:nvSpPr>
          <p:spPr>
            <a:xfrm>
              <a:off x="4846764" y="2575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1"/>
            <p:cNvSpPr/>
            <p:nvPr/>
          </p:nvSpPr>
          <p:spPr>
            <a:xfrm>
              <a:off x="6075430" y="1981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2"/>
            <p:cNvSpPr/>
            <p:nvPr/>
          </p:nvSpPr>
          <p:spPr>
            <a:xfrm>
              <a:off x="5439427" y="1989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3"/>
            <p:cNvSpPr/>
            <p:nvPr/>
          </p:nvSpPr>
          <p:spPr>
            <a:xfrm>
              <a:off x="5380481" y="2168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4"/>
            <p:cNvSpPr/>
            <p:nvPr/>
          </p:nvSpPr>
          <p:spPr>
            <a:xfrm>
              <a:off x="5304867" y="2184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5"/>
            <p:cNvSpPr/>
            <p:nvPr/>
          </p:nvSpPr>
          <p:spPr>
            <a:xfrm>
              <a:off x="5339412" y="2208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6"/>
            <p:cNvSpPr/>
            <p:nvPr/>
          </p:nvSpPr>
          <p:spPr>
            <a:xfrm>
              <a:off x="4958891" y="2672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7"/>
            <p:cNvSpPr/>
            <p:nvPr/>
          </p:nvSpPr>
          <p:spPr>
            <a:xfrm>
              <a:off x="5129869" y="2070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8"/>
            <p:cNvSpPr/>
            <p:nvPr/>
          </p:nvSpPr>
          <p:spPr>
            <a:xfrm>
              <a:off x="5064594" y="2650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9"/>
            <p:cNvSpPr/>
            <p:nvPr/>
          </p:nvSpPr>
          <p:spPr>
            <a:xfrm>
              <a:off x="4986395" y="168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400"/>
            <p:cNvSpPr/>
            <p:nvPr/>
          </p:nvSpPr>
          <p:spPr>
            <a:xfrm>
              <a:off x="5530671" y="2118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1"/>
            <p:cNvSpPr/>
            <p:nvPr/>
          </p:nvSpPr>
          <p:spPr>
            <a:xfrm>
              <a:off x="5571607" y="1875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2"/>
            <p:cNvSpPr/>
            <p:nvPr/>
          </p:nvSpPr>
          <p:spPr>
            <a:xfrm>
              <a:off x="5188309" y="2195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3"/>
            <p:cNvSpPr/>
            <p:nvPr/>
          </p:nvSpPr>
          <p:spPr>
            <a:xfrm>
              <a:off x="4931278" y="2258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4"/>
            <p:cNvSpPr/>
            <p:nvPr/>
          </p:nvSpPr>
          <p:spPr>
            <a:xfrm>
              <a:off x="5521790" y="2031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5"/>
            <p:cNvSpPr/>
            <p:nvPr/>
          </p:nvSpPr>
          <p:spPr>
            <a:xfrm>
              <a:off x="5480117" y="219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6"/>
            <p:cNvSpPr/>
            <p:nvPr/>
          </p:nvSpPr>
          <p:spPr>
            <a:xfrm>
              <a:off x="5574499" y="1528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7"/>
            <p:cNvSpPr/>
            <p:nvPr/>
          </p:nvSpPr>
          <p:spPr>
            <a:xfrm>
              <a:off x="4749923" y="2432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8"/>
            <p:cNvSpPr/>
            <p:nvPr/>
          </p:nvSpPr>
          <p:spPr>
            <a:xfrm>
              <a:off x="5418278" y="2011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9"/>
            <p:cNvSpPr/>
            <p:nvPr/>
          </p:nvSpPr>
          <p:spPr>
            <a:xfrm>
              <a:off x="5422250" y="2206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10"/>
            <p:cNvSpPr/>
            <p:nvPr/>
          </p:nvSpPr>
          <p:spPr>
            <a:xfrm>
              <a:off x="5558179" y="2075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1"/>
            <p:cNvSpPr/>
            <p:nvPr/>
          </p:nvSpPr>
          <p:spPr>
            <a:xfrm>
              <a:off x="5358941" y="2109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2"/>
            <p:cNvSpPr/>
            <p:nvPr/>
          </p:nvSpPr>
          <p:spPr>
            <a:xfrm>
              <a:off x="5304503" y="2214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3"/>
            <p:cNvSpPr/>
            <p:nvPr/>
          </p:nvSpPr>
          <p:spPr>
            <a:xfrm>
              <a:off x="5343812" y="2123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4"/>
            <p:cNvSpPr/>
            <p:nvPr/>
          </p:nvSpPr>
          <p:spPr>
            <a:xfrm>
              <a:off x="5294281" y="2255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5"/>
            <p:cNvSpPr/>
            <p:nvPr/>
          </p:nvSpPr>
          <p:spPr>
            <a:xfrm>
              <a:off x="5667378" y="2068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6"/>
            <p:cNvSpPr/>
            <p:nvPr/>
          </p:nvSpPr>
          <p:spPr>
            <a:xfrm>
              <a:off x="5501850" y="1869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7"/>
            <p:cNvSpPr/>
            <p:nvPr/>
          </p:nvSpPr>
          <p:spPr>
            <a:xfrm>
              <a:off x="5278458" y="2091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8"/>
            <p:cNvSpPr/>
            <p:nvPr/>
          </p:nvSpPr>
          <p:spPr>
            <a:xfrm>
              <a:off x="5465821" y="213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9"/>
            <p:cNvSpPr/>
            <p:nvPr/>
          </p:nvSpPr>
          <p:spPr>
            <a:xfrm>
              <a:off x="4979593" y="2473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20"/>
            <p:cNvSpPr/>
            <p:nvPr/>
          </p:nvSpPr>
          <p:spPr>
            <a:xfrm>
              <a:off x="5263120" y="2222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1"/>
            <p:cNvSpPr/>
            <p:nvPr/>
          </p:nvSpPr>
          <p:spPr>
            <a:xfrm>
              <a:off x="5641824" y="1783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2"/>
            <p:cNvSpPr/>
            <p:nvPr/>
          </p:nvSpPr>
          <p:spPr>
            <a:xfrm>
              <a:off x="5108847" y="1936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3"/>
            <p:cNvSpPr/>
            <p:nvPr/>
          </p:nvSpPr>
          <p:spPr>
            <a:xfrm>
              <a:off x="5248710" y="2210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4"/>
            <p:cNvSpPr/>
            <p:nvPr/>
          </p:nvSpPr>
          <p:spPr>
            <a:xfrm>
              <a:off x="5085403" y="2291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5"/>
            <p:cNvSpPr/>
            <p:nvPr/>
          </p:nvSpPr>
          <p:spPr>
            <a:xfrm>
              <a:off x="5405900" y="2145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6"/>
            <p:cNvSpPr/>
            <p:nvPr/>
          </p:nvSpPr>
          <p:spPr>
            <a:xfrm>
              <a:off x="5621320" y="163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7"/>
            <p:cNvSpPr/>
            <p:nvPr/>
          </p:nvSpPr>
          <p:spPr>
            <a:xfrm>
              <a:off x="5002794" y="2693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8"/>
            <p:cNvSpPr/>
            <p:nvPr/>
          </p:nvSpPr>
          <p:spPr>
            <a:xfrm>
              <a:off x="5023849" y="2445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9"/>
            <p:cNvSpPr/>
            <p:nvPr/>
          </p:nvSpPr>
          <p:spPr>
            <a:xfrm>
              <a:off x="5328319" y="2152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30"/>
            <p:cNvSpPr/>
            <p:nvPr/>
          </p:nvSpPr>
          <p:spPr>
            <a:xfrm>
              <a:off x="5514985" y="1826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1"/>
            <p:cNvSpPr/>
            <p:nvPr/>
          </p:nvSpPr>
          <p:spPr>
            <a:xfrm>
              <a:off x="5401231" y="2188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2"/>
            <p:cNvSpPr/>
            <p:nvPr/>
          </p:nvSpPr>
          <p:spPr>
            <a:xfrm>
              <a:off x="5520235" y="2091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3"/>
            <p:cNvSpPr/>
            <p:nvPr/>
          </p:nvSpPr>
          <p:spPr>
            <a:xfrm>
              <a:off x="5249591" y="2226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4"/>
            <p:cNvSpPr/>
            <p:nvPr/>
          </p:nvSpPr>
          <p:spPr>
            <a:xfrm>
              <a:off x="4942126" y="2383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5"/>
            <p:cNvSpPr/>
            <p:nvPr/>
          </p:nvSpPr>
          <p:spPr>
            <a:xfrm>
              <a:off x="5904358" y="2151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6"/>
            <p:cNvSpPr/>
            <p:nvPr/>
          </p:nvSpPr>
          <p:spPr>
            <a:xfrm>
              <a:off x="5578802" y="1656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7"/>
            <p:cNvSpPr/>
            <p:nvPr/>
          </p:nvSpPr>
          <p:spPr>
            <a:xfrm>
              <a:off x="5256960" y="2220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8"/>
            <p:cNvSpPr/>
            <p:nvPr/>
          </p:nvSpPr>
          <p:spPr>
            <a:xfrm>
              <a:off x="5332467" y="2199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9"/>
            <p:cNvSpPr/>
            <p:nvPr/>
          </p:nvSpPr>
          <p:spPr>
            <a:xfrm>
              <a:off x="5407090" y="2205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40"/>
            <p:cNvSpPr/>
            <p:nvPr/>
          </p:nvSpPr>
          <p:spPr>
            <a:xfrm>
              <a:off x="5545382" y="1917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1"/>
            <p:cNvSpPr/>
            <p:nvPr/>
          </p:nvSpPr>
          <p:spPr>
            <a:xfrm>
              <a:off x="5417365" y="2104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2"/>
            <p:cNvSpPr/>
            <p:nvPr/>
          </p:nvSpPr>
          <p:spPr>
            <a:xfrm>
              <a:off x="5255248" y="2230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3"/>
            <p:cNvSpPr/>
            <p:nvPr/>
          </p:nvSpPr>
          <p:spPr>
            <a:xfrm>
              <a:off x="5512107" y="1950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4"/>
            <p:cNvSpPr/>
            <p:nvPr/>
          </p:nvSpPr>
          <p:spPr>
            <a:xfrm>
              <a:off x="5630467" y="1820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5"/>
            <p:cNvSpPr/>
            <p:nvPr/>
          </p:nvSpPr>
          <p:spPr>
            <a:xfrm>
              <a:off x="5308932" y="2191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6"/>
            <p:cNvSpPr/>
            <p:nvPr/>
          </p:nvSpPr>
          <p:spPr>
            <a:xfrm>
              <a:off x="5552796" y="1998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7"/>
            <p:cNvSpPr/>
            <p:nvPr/>
          </p:nvSpPr>
          <p:spPr>
            <a:xfrm>
              <a:off x="5452333" y="2155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8"/>
            <p:cNvSpPr/>
            <p:nvPr/>
          </p:nvSpPr>
          <p:spPr>
            <a:xfrm>
              <a:off x="5198752" y="2157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9"/>
            <p:cNvSpPr/>
            <p:nvPr/>
          </p:nvSpPr>
          <p:spPr>
            <a:xfrm>
              <a:off x="5570927" y="1914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50"/>
            <p:cNvSpPr/>
            <p:nvPr/>
          </p:nvSpPr>
          <p:spPr>
            <a:xfrm>
              <a:off x="5554192" y="2013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1"/>
            <p:cNvSpPr/>
            <p:nvPr/>
          </p:nvSpPr>
          <p:spPr>
            <a:xfrm>
              <a:off x="5147431" y="198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2"/>
            <p:cNvSpPr/>
            <p:nvPr/>
          </p:nvSpPr>
          <p:spPr>
            <a:xfrm>
              <a:off x="5029198" y="2536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3"/>
            <p:cNvSpPr/>
            <p:nvPr/>
          </p:nvSpPr>
          <p:spPr>
            <a:xfrm>
              <a:off x="5154799" y="2093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4"/>
            <p:cNvSpPr/>
            <p:nvPr/>
          </p:nvSpPr>
          <p:spPr>
            <a:xfrm>
              <a:off x="5030120" y="2677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5"/>
            <p:cNvSpPr/>
            <p:nvPr/>
          </p:nvSpPr>
          <p:spPr>
            <a:xfrm>
              <a:off x="5296206" y="2128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6"/>
            <p:cNvSpPr/>
            <p:nvPr/>
          </p:nvSpPr>
          <p:spPr>
            <a:xfrm>
              <a:off x="5673777" y="1844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7"/>
            <p:cNvSpPr/>
            <p:nvPr/>
          </p:nvSpPr>
          <p:spPr>
            <a:xfrm>
              <a:off x="4833898" y="2116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8"/>
            <p:cNvSpPr/>
            <p:nvPr/>
          </p:nvSpPr>
          <p:spPr>
            <a:xfrm>
              <a:off x="5027729" y="268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9"/>
            <p:cNvSpPr/>
            <p:nvPr/>
          </p:nvSpPr>
          <p:spPr>
            <a:xfrm>
              <a:off x="5198295" y="2026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60"/>
            <p:cNvSpPr/>
            <p:nvPr/>
          </p:nvSpPr>
          <p:spPr>
            <a:xfrm>
              <a:off x="5140414" y="2093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1"/>
            <p:cNvSpPr/>
            <p:nvPr/>
          </p:nvSpPr>
          <p:spPr>
            <a:xfrm>
              <a:off x="5281773" y="2015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2"/>
            <p:cNvSpPr/>
            <p:nvPr/>
          </p:nvSpPr>
          <p:spPr>
            <a:xfrm>
              <a:off x="5654834" y="1885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3"/>
            <p:cNvSpPr/>
            <p:nvPr/>
          </p:nvSpPr>
          <p:spPr>
            <a:xfrm>
              <a:off x="5078499" y="2219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4"/>
            <p:cNvSpPr/>
            <p:nvPr/>
          </p:nvSpPr>
          <p:spPr>
            <a:xfrm>
              <a:off x="4938863" y="2401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5"/>
            <p:cNvSpPr/>
            <p:nvPr/>
          </p:nvSpPr>
          <p:spPr>
            <a:xfrm>
              <a:off x="5712866" y="1899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6"/>
            <p:cNvSpPr/>
            <p:nvPr/>
          </p:nvSpPr>
          <p:spPr>
            <a:xfrm>
              <a:off x="5107574" y="2154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7"/>
            <p:cNvSpPr/>
            <p:nvPr/>
          </p:nvSpPr>
          <p:spPr>
            <a:xfrm>
              <a:off x="5149239" y="2141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8"/>
            <p:cNvSpPr/>
            <p:nvPr/>
          </p:nvSpPr>
          <p:spPr>
            <a:xfrm>
              <a:off x="4915973" y="2092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9"/>
            <p:cNvSpPr/>
            <p:nvPr/>
          </p:nvSpPr>
          <p:spPr>
            <a:xfrm>
              <a:off x="5133950" y="1687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70"/>
            <p:cNvSpPr/>
            <p:nvPr/>
          </p:nvSpPr>
          <p:spPr>
            <a:xfrm>
              <a:off x="5236367" y="2063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1"/>
            <p:cNvSpPr/>
            <p:nvPr/>
          </p:nvSpPr>
          <p:spPr>
            <a:xfrm>
              <a:off x="4934530" y="2543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2"/>
            <p:cNvSpPr/>
            <p:nvPr/>
          </p:nvSpPr>
          <p:spPr>
            <a:xfrm>
              <a:off x="5390183" y="2137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3"/>
            <p:cNvSpPr/>
            <p:nvPr/>
          </p:nvSpPr>
          <p:spPr>
            <a:xfrm>
              <a:off x="5008645" y="2626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4"/>
            <p:cNvSpPr/>
            <p:nvPr/>
          </p:nvSpPr>
          <p:spPr>
            <a:xfrm>
              <a:off x="5273110" y="2245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5"/>
            <p:cNvSpPr/>
            <p:nvPr/>
          </p:nvSpPr>
          <p:spPr>
            <a:xfrm>
              <a:off x="5424753" y="2037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6"/>
            <p:cNvSpPr/>
            <p:nvPr/>
          </p:nvSpPr>
          <p:spPr>
            <a:xfrm>
              <a:off x="5296344" y="2236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7"/>
            <p:cNvSpPr/>
            <p:nvPr/>
          </p:nvSpPr>
          <p:spPr>
            <a:xfrm>
              <a:off x="5255130" y="2224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8"/>
            <p:cNvSpPr/>
            <p:nvPr/>
          </p:nvSpPr>
          <p:spPr>
            <a:xfrm>
              <a:off x="4756628" y="2839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9"/>
            <p:cNvSpPr/>
            <p:nvPr/>
          </p:nvSpPr>
          <p:spPr>
            <a:xfrm>
              <a:off x="4935571" y="2472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80"/>
            <p:cNvSpPr/>
            <p:nvPr/>
          </p:nvSpPr>
          <p:spPr>
            <a:xfrm>
              <a:off x="5272097" y="2286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1"/>
            <p:cNvSpPr/>
            <p:nvPr/>
          </p:nvSpPr>
          <p:spPr>
            <a:xfrm>
              <a:off x="5123029" y="1963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2"/>
            <p:cNvSpPr/>
            <p:nvPr/>
          </p:nvSpPr>
          <p:spPr>
            <a:xfrm>
              <a:off x="5458158" y="2102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3"/>
            <p:cNvSpPr/>
            <p:nvPr/>
          </p:nvSpPr>
          <p:spPr>
            <a:xfrm>
              <a:off x="5567433" y="1859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4"/>
            <p:cNvSpPr/>
            <p:nvPr/>
          </p:nvSpPr>
          <p:spPr>
            <a:xfrm>
              <a:off x="5067982" y="2473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5"/>
            <p:cNvSpPr/>
            <p:nvPr/>
          </p:nvSpPr>
          <p:spPr>
            <a:xfrm>
              <a:off x="5366156" y="1919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6"/>
            <p:cNvSpPr/>
            <p:nvPr/>
          </p:nvSpPr>
          <p:spPr>
            <a:xfrm>
              <a:off x="4951294" y="255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7"/>
            <p:cNvSpPr/>
            <p:nvPr/>
          </p:nvSpPr>
          <p:spPr>
            <a:xfrm>
              <a:off x="5080708" y="2347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8"/>
            <p:cNvSpPr/>
            <p:nvPr/>
          </p:nvSpPr>
          <p:spPr>
            <a:xfrm>
              <a:off x="5780684" y="1724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9"/>
            <p:cNvSpPr/>
            <p:nvPr/>
          </p:nvSpPr>
          <p:spPr>
            <a:xfrm>
              <a:off x="5110539" y="2149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90"/>
            <p:cNvSpPr/>
            <p:nvPr/>
          </p:nvSpPr>
          <p:spPr>
            <a:xfrm>
              <a:off x="5800040" y="1829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1"/>
            <p:cNvSpPr/>
            <p:nvPr/>
          </p:nvSpPr>
          <p:spPr>
            <a:xfrm>
              <a:off x="5627268" y="1869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2"/>
            <p:cNvSpPr/>
            <p:nvPr/>
          </p:nvSpPr>
          <p:spPr>
            <a:xfrm>
              <a:off x="4975445" y="2536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3"/>
            <p:cNvSpPr/>
            <p:nvPr/>
          </p:nvSpPr>
          <p:spPr>
            <a:xfrm>
              <a:off x="5284964" y="2011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4"/>
            <p:cNvSpPr/>
            <p:nvPr/>
          </p:nvSpPr>
          <p:spPr>
            <a:xfrm>
              <a:off x="5531651" y="2017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5"/>
            <p:cNvSpPr/>
            <p:nvPr/>
          </p:nvSpPr>
          <p:spPr>
            <a:xfrm>
              <a:off x="5056925" y="2435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6"/>
            <p:cNvSpPr/>
            <p:nvPr/>
          </p:nvSpPr>
          <p:spPr>
            <a:xfrm>
              <a:off x="5342188" y="2046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7"/>
            <p:cNvSpPr/>
            <p:nvPr/>
          </p:nvSpPr>
          <p:spPr>
            <a:xfrm>
              <a:off x="5549327" y="2048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8"/>
            <p:cNvSpPr/>
            <p:nvPr/>
          </p:nvSpPr>
          <p:spPr>
            <a:xfrm>
              <a:off x="5192593" y="1992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9"/>
            <p:cNvSpPr/>
            <p:nvPr/>
          </p:nvSpPr>
          <p:spPr>
            <a:xfrm>
              <a:off x="5655975" y="1981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500"/>
            <p:cNvSpPr/>
            <p:nvPr/>
          </p:nvSpPr>
          <p:spPr>
            <a:xfrm>
              <a:off x="5383898" y="2084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1"/>
            <p:cNvSpPr/>
            <p:nvPr/>
          </p:nvSpPr>
          <p:spPr>
            <a:xfrm>
              <a:off x="4989392" y="1762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2"/>
            <p:cNvSpPr/>
            <p:nvPr/>
          </p:nvSpPr>
          <p:spPr>
            <a:xfrm>
              <a:off x="5237314" y="2212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3"/>
            <p:cNvSpPr/>
            <p:nvPr/>
          </p:nvSpPr>
          <p:spPr>
            <a:xfrm>
              <a:off x="5053513" y="254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4"/>
            <p:cNvSpPr/>
            <p:nvPr/>
          </p:nvSpPr>
          <p:spPr>
            <a:xfrm>
              <a:off x="5232706" y="215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5"/>
            <p:cNvSpPr/>
            <p:nvPr/>
          </p:nvSpPr>
          <p:spPr>
            <a:xfrm>
              <a:off x="5306730" y="2194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6"/>
            <p:cNvSpPr/>
            <p:nvPr/>
          </p:nvSpPr>
          <p:spPr>
            <a:xfrm>
              <a:off x="5299703" y="2218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7"/>
            <p:cNvSpPr/>
            <p:nvPr/>
          </p:nvSpPr>
          <p:spPr>
            <a:xfrm>
              <a:off x="5356161" y="2044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8"/>
            <p:cNvSpPr/>
            <p:nvPr/>
          </p:nvSpPr>
          <p:spPr>
            <a:xfrm>
              <a:off x="5132174" y="1962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9"/>
            <p:cNvSpPr/>
            <p:nvPr/>
          </p:nvSpPr>
          <p:spPr>
            <a:xfrm>
              <a:off x="5709794" y="1701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10"/>
            <p:cNvSpPr/>
            <p:nvPr/>
          </p:nvSpPr>
          <p:spPr>
            <a:xfrm>
              <a:off x="5218626" y="2022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1"/>
            <p:cNvSpPr/>
            <p:nvPr/>
          </p:nvSpPr>
          <p:spPr>
            <a:xfrm>
              <a:off x="4977097" y="2385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2"/>
            <p:cNvSpPr/>
            <p:nvPr/>
          </p:nvSpPr>
          <p:spPr>
            <a:xfrm>
              <a:off x="4987517" y="1648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3"/>
            <p:cNvSpPr/>
            <p:nvPr/>
          </p:nvSpPr>
          <p:spPr>
            <a:xfrm>
              <a:off x="5535588" y="2047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4"/>
            <p:cNvSpPr/>
            <p:nvPr/>
          </p:nvSpPr>
          <p:spPr>
            <a:xfrm>
              <a:off x="5521893" y="1973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5"/>
            <p:cNvSpPr/>
            <p:nvPr/>
          </p:nvSpPr>
          <p:spPr>
            <a:xfrm>
              <a:off x="5548748" y="1937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6"/>
            <p:cNvSpPr/>
            <p:nvPr/>
          </p:nvSpPr>
          <p:spPr>
            <a:xfrm>
              <a:off x="5328091" y="2038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7"/>
            <p:cNvSpPr/>
            <p:nvPr/>
          </p:nvSpPr>
          <p:spPr>
            <a:xfrm>
              <a:off x="5854877" y="1542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8"/>
            <p:cNvSpPr/>
            <p:nvPr/>
          </p:nvSpPr>
          <p:spPr>
            <a:xfrm>
              <a:off x="5296410" y="2174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9"/>
            <p:cNvSpPr/>
            <p:nvPr/>
          </p:nvSpPr>
          <p:spPr>
            <a:xfrm>
              <a:off x="5328895" y="2101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20"/>
            <p:cNvSpPr/>
            <p:nvPr/>
          </p:nvSpPr>
          <p:spPr>
            <a:xfrm>
              <a:off x="5066239" y="2397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1"/>
            <p:cNvSpPr/>
            <p:nvPr/>
          </p:nvSpPr>
          <p:spPr>
            <a:xfrm>
              <a:off x="5627326" y="1942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2"/>
            <p:cNvSpPr/>
            <p:nvPr/>
          </p:nvSpPr>
          <p:spPr>
            <a:xfrm>
              <a:off x="5058227" y="2435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3"/>
            <p:cNvSpPr/>
            <p:nvPr/>
          </p:nvSpPr>
          <p:spPr>
            <a:xfrm>
              <a:off x="5395793" y="2184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4"/>
            <p:cNvSpPr/>
            <p:nvPr/>
          </p:nvSpPr>
          <p:spPr>
            <a:xfrm>
              <a:off x="5429215" y="2111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5"/>
            <p:cNvSpPr/>
            <p:nvPr/>
          </p:nvSpPr>
          <p:spPr>
            <a:xfrm>
              <a:off x="5120081" y="2068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6"/>
            <p:cNvSpPr/>
            <p:nvPr/>
          </p:nvSpPr>
          <p:spPr>
            <a:xfrm>
              <a:off x="5174623" y="2095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7"/>
            <p:cNvSpPr/>
            <p:nvPr/>
          </p:nvSpPr>
          <p:spPr>
            <a:xfrm>
              <a:off x="4879264" y="2526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8"/>
            <p:cNvSpPr/>
            <p:nvPr/>
          </p:nvSpPr>
          <p:spPr>
            <a:xfrm>
              <a:off x="5405001" y="2092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9"/>
            <p:cNvSpPr/>
            <p:nvPr/>
          </p:nvSpPr>
          <p:spPr>
            <a:xfrm>
              <a:off x="5175106" y="2156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30"/>
            <p:cNvSpPr/>
            <p:nvPr/>
          </p:nvSpPr>
          <p:spPr>
            <a:xfrm>
              <a:off x="5768471" y="1951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1"/>
            <p:cNvSpPr/>
            <p:nvPr/>
          </p:nvSpPr>
          <p:spPr>
            <a:xfrm>
              <a:off x="5480328" y="2321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2"/>
            <p:cNvSpPr/>
            <p:nvPr/>
          </p:nvSpPr>
          <p:spPr>
            <a:xfrm>
              <a:off x="5537773" y="1899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3"/>
            <p:cNvSpPr/>
            <p:nvPr/>
          </p:nvSpPr>
          <p:spPr>
            <a:xfrm>
              <a:off x="4850880" y="2839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4"/>
            <p:cNvSpPr/>
            <p:nvPr/>
          </p:nvSpPr>
          <p:spPr>
            <a:xfrm>
              <a:off x="5051765" y="2746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5"/>
            <p:cNvSpPr/>
            <p:nvPr/>
          </p:nvSpPr>
          <p:spPr>
            <a:xfrm>
              <a:off x="4750704" y="285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6"/>
            <p:cNvSpPr/>
            <p:nvPr/>
          </p:nvSpPr>
          <p:spPr>
            <a:xfrm>
              <a:off x="5346638" y="2119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7"/>
            <p:cNvSpPr/>
            <p:nvPr/>
          </p:nvSpPr>
          <p:spPr>
            <a:xfrm>
              <a:off x="5364824" y="1869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8"/>
            <p:cNvSpPr/>
            <p:nvPr/>
          </p:nvSpPr>
          <p:spPr>
            <a:xfrm>
              <a:off x="5461912" y="2197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9"/>
            <p:cNvSpPr/>
            <p:nvPr/>
          </p:nvSpPr>
          <p:spPr>
            <a:xfrm>
              <a:off x="5032935" y="2835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40"/>
            <p:cNvSpPr/>
            <p:nvPr/>
          </p:nvSpPr>
          <p:spPr>
            <a:xfrm>
              <a:off x="5021038" y="2594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1"/>
            <p:cNvSpPr/>
            <p:nvPr/>
          </p:nvSpPr>
          <p:spPr>
            <a:xfrm>
              <a:off x="4849555" y="2784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2"/>
            <p:cNvSpPr/>
            <p:nvPr/>
          </p:nvSpPr>
          <p:spPr>
            <a:xfrm>
              <a:off x="5289138" y="2191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3"/>
            <p:cNvSpPr/>
            <p:nvPr/>
          </p:nvSpPr>
          <p:spPr>
            <a:xfrm>
              <a:off x="5334639" y="2191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4"/>
            <p:cNvSpPr/>
            <p:nvPr/>
          </p:nvSpPr>
          <p:spPr>
            <a:xfrm>
              <a:off x="5488420" y="2174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5"/>
            <p:cNvSpPr/>
            <p:nvPr/>
          </p:nvSpPr>
          <p:spPr>
            <a:xfrm>
              <a:off x="5317500" y="2168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6"/>
            <p:cNvSpPr/>
            <p:nvPr/>
          </p:nvSpPr>
          <p:spPr>
            <a:xfrm>
              <a:off x="5223091" y="2057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7"/>
            <p:cNvSpPr/>
            <p:nvPr/>
          </p:nvSpPr>
          <p:spPr>
            <a:xfrm>
              <a:off x="5509078" y="2008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8"/>
            <p:cNvSpPr/>
            <p:nvPr/>
          </p:nvSpPr>
          <p:spPr>
            <a:xfrm>
              <a:off x="5504294" y="1968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9"/>
            <p:cNvSpPr/>
            <p:nvPr/>
          </p:nvSpPr>
          <p:spPr>
            <a:xfrm>
              <a:off x="5419833" y="2178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50"/>
            <p:cNvSpPr/>
            <p:nvPr/>
          </p:nvSpPr>
          <p:spPr>
            <a:xfrm>
              <a:off x="5331759" y="2156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1"/>
            <p:cNvSpPr/>
            <p:nvPr/>
          </p:nvSpPr>
          <p:spPr>
            <a:xfrm>
              <a:off x="5494724" y="2177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2"/>
            <p:cNvSpPr/>
            <p:nvPr/>
          </p:nvSpPr>
          <p:spPr>
            <a:xfrm>
              <a:off x="5787841" y="1730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3"/>
            <p:cNvSpPr/>
            <p:nvPr/>
          </p:nvSpPr>
          <p:spPr>
            <a:xfrm>
              <a:off x="5327758" y="2150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4"/>
            <p:cNvSpPr/>
            <p:nvPr/>
          </p:nvSpPr>
          <p:spPr>
            <a:xfrm>
              <a:off x="5671713" y="1932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5"/>
            <p:cNvSpPr/>
            <p:nvPr/>
          </p:nvSpPr>
          <p:spPr>
            <a:xfrm>
              <a:off x="5725919" y="1952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6"/>
            <p:cNvSpPr/>
            <p:nvPr/>
          </p:nvSpPr>
          <p:spPr>
            <a:xfrm>
              <a:off x="5343218" y="2083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7"/>
            <p:cNvSpPr/>
            <p:nvPr/>
          </p:nvSpPr>
          <p:spPr>
            <a:xfrm>
              <a:off x="5029412" y="2667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8"/>
            <p:cNvSpPr/>
            <p:nvPr/>
          </p:nvSpPr>
          <p:spPr>
            <a:xfrm>
              <a:off x="5586168" y="1683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9"/>
            <p:cNvSpPr/>
            <p:nvPr/>
          </p:nvSpPr>
          <p:spPr>
            <a:xfrm>
              <a:off x="5597152" y="1723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60"/>
            <p:cNvSpPr/>
            <p:nvPr/>
          </p:nvSpPr>
          <p:spPr>
            <a:xfrm>
              <a:off x="5171334" y="2159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1"/>
            <p:cNvSpPr/>
            <p:nvPr/>
          </p:nvSpPr>
          <p:spPr>
            <a:xfrm>
              <a:off x="5559999" y="2077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2"/>
            <p:cNvSpPr/>
            <p:nvPr/>
          </p:nvSpPr>
          <p:spPr>
            <a:xfrm>
              <a:off x="5251716" y="2233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3"/>
            <p:cNvSpPr/>
            <p:nvPr/>
          </p:nvSpPr>
          <p:spPr>
            <a:xfrm>
              <a:off x="5035512" y="2723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4"/>
            <p:cNvSpPr/>
            <p:nvPr/>
          </p:nvSpPr>
          <p:spPr>
            <a:xfrm>
              <a:off x="5347574" y="1862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5"/>
            <p:cNvSpPr/>
            <p:nvPr/>
          </p:nvSpPr>
          <p:spPr>
            <a:xfrm>
              <a:off x="5498819" y="1973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6"/>
            <p:cNvSpPr/>
            <p:nvPr/>
          </p:nvSpPr>
          <p:spPr>
            <a:xfrm>
              <a:off x="5476796" y="2301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7"/>
            <p:cNvSpPr/>
            <p:nvPr/>
          </p:nvSpPr>
          <p:spPr>
            <a:xfrm>
              <a:off x="5136401" y="2001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8"/>
            <p:cNvSpPr/>
            <p:nvPr/>
          </p:nvSpPr>
          <p:spPr>
            <a:xfrm>
              <a:off x="5172231" y="2120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9"/>
            <p:cNvSpPr/>
            <p:nvPr/>
          </p:nvSpPr>
          <p:spPr>
            <a:xfrm>
              <a:off x="5353473" y="2054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70"/>
            <p:cNvSpPr/>
            <p:nvPr/>
          </p:nvSpPr>
          <p:spPr>
            <a:xfrm>
              <a:off x="4970679" y="2562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1"/>
            <p:cNvSpPr/>
            <p:nvPr/>
          </p:nvSpPr>
          <p:spPr>
            <a:xfrm>
              <a:off x="5268385" y="2185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2"/>
            <p:cNvSpPr/>
            <p:nvPr/>
          </p:nvSpPr>
          <p:spPr>
            <a:xfrm>
              <a:off x="5217789" y="2112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3"/>
            <p:cNvSpPr/>
            <p:nvPr/>
          </p:nvSpPr>
          <p:spPr>
            <a:xfrm>
              <a:off x="5617089" y="1974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4"/>
            <p:cNvSpPr/>
            <p:nvPr/>
          </p:nvSpPr>
          <p:spPr>
            <a:xfrm>
              <a:off x="5286255" y="2058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5"/>
            <p:cNvSpPr/>
            <p:nvPr/>
          </p:nvSpPr>
          <p:spPr>
            <a:xfrm>
              <a:off x="5406671" y="2268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6"/>
            <p:cNvSpPr/>
            <p:nvPr/>
          </p:nvSpPr>
          <p:spPr>
            <a:xfrm>
              <a:off x="5278605" y="1949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7"/>
            <p:cNvSpPr/>
            <p:nvPr/>
          </p:nvSpPr>
          <p:spPr>
            <a:xfrm>
              <a:off x="5357522" y="2028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8"/>
            <p:cNvSpPr/>
            <p:nvPr/>
          </p:nvSpPr>
          <p:spPr>
            <a:xfrm>
              <a:off x="5623359" y="1740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9"/>
            <p:cNvSpPr/>
            <p:nvPr/>
          </p:nvSpPr>
          <p:spPr>
            <a:xfrm>
              <a:off x="5610460" y="2005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80"/>
            <p:cNvSpPr/>
            <p:nvPr/>
          </p:nvSpPr>
          <p:spPr>
            <a:xfrm>
              <a:off x="5239878" y="2107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1"/>
            <p:cNvSpPr/>
            <p:nvPr/>
          </p:nvSpPr>
          <p:spPr>
            <a:xfrm>
              <a:off x="5193437" y="1963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2"/>
            <p:cNvSpPr/>
            <p:nvPr/>
          </p:nvSpPr>
          <p:spPr>
            <a:xfrm>
              <a:off x="5574654" y="1665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3"/>
            <p:cNvSpPr/>
            <p:nvPr/>
          </p:nvSpPr>
          <p:spPr>
            <a:xfrm>
              <a:off x="5340989" y="2190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4"/>
            <p:cNvSpPr/>
            <p:nvPr/>
          </p:nvSpPr>
          <p:spPr>
            <a:xfrm>
              <a:off x="5351361" y="2043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5"/>
            <p:cNvSpPr/>
            <p:nvPr/>
          </p:nvSpPr>
          <p:spPr>
            <a:xfrm>
              <a:off x="5211066" y="2158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6"/>
            <p:cNvSpPr/>
            <p:nvPr/>
          </p:nvSpPr>
          <p:spPr>
            <a:xfrm>
              <a:off x="4989687" y="1649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7"/>
            <p:cNvSpPr/>
            <p:nvPr/>
          </p:nvSpPr>
          <p:spPr>
            <a:xfrm>
              <a:off x="5198993" y="208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8"/>
            <p:cNvSpPr/>
            <p:nvPr/>
          </p:nvSpPr>
          <p:spPr>
            <a:xfrm>
              <a:off x="5378120" y="2014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9"/>
            <p:cNvSpPr/>
            <p:nvPr/>
          </p:nvSpPr>
          <p:spPr>
            <a:xfrm>
              <a:off x="5428057" y="2264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90"/>
            <p:cNvSpPr/>
            <p:nvPr/>
          </p:nvSpPr>
          <p:spPr>
            <a:xfrm>
              <a:off x="5568896" y="1798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1"/>
            <p:cNvSpPr/>
            <p:nvPr/>
          </p:nvSpPr>
          <p:spPr>
            <a:xfrm>
              <a:off x="4514718" y="2154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2"/>
            <p:cNvSpPr/>
            <p:nvPr/>
          </p:nvSpPr>
          <p:spPr>
            <a:xfrm>
              <a:off x="5776788" y="1658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3"/>
            <p:cNvSpPr/>
            <p:nvPr/>
          </p:nvSpPr>
          <p:spPr>
            <a:xfrm>
              <a:off x="5755707" y="1746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4"/>
            <p:cNvSpPr/>
            <p:nvPr/>
          </p:nvSpPr>
          <p:spPr>
            <a:xfrm>
              <a:off x="5222764" y="2065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5"/>
            <p:cNvSpPr/>
            <p:nvPr/>
          </p:nvSpPr>
          <p:spPr>
            <a:xfrm>
              <a:off x="5037485" y="2390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6"/>
            <p:cNvSpPr/>
            <p:nvPr/>
          </p:nvSpPr>
          <p:spPr>
            <a:xfrm>
              <a:off x="5062993" y="2513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7"/>
            <p:cNvSpPr/>
            <p:nvPr/>
          </p:nvSpPr>
          <p:spPr>
            <a:xfrm>
              <a:off x="5530469" y="2009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8"/>
            <p:cNvSpPr/>
            <p:nvPr/>
          </p:nvSpPr>
          <p:spPr>
            <a:xfrm>
              <a:off x="5615700" y="2020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9"/>
            <p:cNvSpPr/>
            <p:nvPr/>
          </p:nvSpPr>
          <p:spPr>
            <a:xfrm>
              <a:off x="5166522" y="2191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600"/>
            <p:cNvSpPr/>
            <p:nvPr/>
          </p:nvSpPr>
          <p:spPr>
            <a:xfrm>
              <a:off x="5235823" y="2193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1"/>
            <p:cNvSpPr/>
            <p:nvPr/>
          </p:nvSpPr>
          <p:spPr>
            <a:xfrm>
              <a:off x="4902953" y="2690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2"/>
            <p:cNvSpPr/>
            <p:nvPr/>
          </p:nvSpPr>
          <p:spPr>
            <a:xfrm>
              <a:off x="5645141" y="1930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3"/>
            <p:cNvSpPr/>
            <p:nvPr/>
          </p:nvSpPr>
          <p:spPr>
            <a:xfrm>
              <a:off x="5301817" y="2242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4"/>
            <p:cNvSpPr/>
            <p:nvPr/>
          </p:nvSpPr>
          <p:spPr>
            <a:xfrm>
              <a:off x="5108979" y="2041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5"/>
            <p:cNvSpPr/>
            <p:nvPr/>
          </p:nvSpPr>
          <p:spPr>
            <a:xfrm>
              <a:off x="5387992" y="2054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6"/>
            <p:cNvSpPr/>
            <p:nvPr/>
          </p:nvSpPr>
          <p:spPr>
            <a:xfrm>
              <a:off x="5182518" y="2135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7"/>
            <p:cNvSpPr/>
            <p:nvPr/>
          </p:nvSpPr>
          <p:spPr>
            <a:xfrm>
              <a:off x="5118946" y="2225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8"/>
            <p:cNvSpPr/>
            <p:nvPr/>
          </p:nvSpPr>
          <p:spPr>
            <a:xfrm>
              <a:off x="4922482" y="2241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9"/>
            <p:cNvSpPr/>
            <p:nvPr/>
          </p:nvSpPr>
          <p:spPr>
            <a:xfrm>
              <a:off x="5223650" y="2075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10"/>
            <p:cNvSpPr/>
            <p:nvPr/>
          </p:nvSpPr>
          <p:spPr>
            <a:xfrm>
              <a:off x="5067443" y="2522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1"/>
            <p:cNvSpPr/>
            <p:nvPr/>
          </p:nvSpPr>
          <p:spPr>
            <a:xfrm>
              <a:off x="5665878" y="205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2"/>
            <p:cNvSpPr/>
            <p:nvPr/>
          </p:nvSpPr>
          <p:spPr>
            <a:xfrm>
              <a:off x="5540053" y="1945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3"/>
            <p:cNvSpPr/>
            <p:nvPr/>
          </p:nvSpPr>
          <p:spPr>
            <a:xfrm>
              <a:off x="5039457" y="2573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4"/>
            <p:cNvSpPr/>
            <p:nvPr/>
          </p:nvSpPr>
          <p:spPr>
            <a:xfrm>
              <a:off x="5571813" y="1942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5"/>
            <p:cNvSpPr/>
            <p:nvPr/>
          </p:nvSpPr>
          <p:spPr>
            <a:xfrm>
              <a:off x="5506380" y="2019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6"/>
            <p:cNvSpPr/>
            <p:nvPr/>
          </p:nvSpPr>
          <p:spPr>
            <a:xfrm>
              <a:off x="5065540" y="2503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7"/>
            <p:cNvSpPr/>
            <p:nvPr/>
          </p:nvSpPr>
          <p:spPr>
            <a:xfrm>
              <a:off x="5209414" y="2194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8"/>
            <p:cNvSpPr/>
            <p:nvPr/>
          </p:nvSpPr>
          <p:spPr>
            <a:xfrm>
              <a:off x="5298703" y="2238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9"/>
            <p:cNvSpPr/>
            <p:nvPr/>
          </p:nvSpPr>
          <p:spPr>
            <a:xfrm>
              <a:off x="5507259" y="1950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20"/>
            <p:cNvSpPr/>
            <p:nvPr/>
          </p:nvSpPr>
          <p:spPr>
            <a:xfrm>
              <a:off x="5441654" y="2057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1"/>
            <p:cNvSpPr/>
            <p:nvPr/>
          </p:nvSpPr>
          <p:spPr>
            <a:xfrm>
              <a:off x="5398809" y="2292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2"/>
            <p:cNvSpPr/>
            <p:nvPr/>
          </p:nvSpPr>
          <p:spPr>
            <a:xfrm>
              <a:off x="5630746" y="1838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3"/>
            <p:cNvSpPr/>
            <p:nvPr/>
          </p:nvSpPr>
          <p:spPr>
            <a:xfrm>
              <a:off x="5361685" y="1949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4"/>
            <p:cNvSpPr/>
            <p:nvPr/>
          </p:nvSpPr>
          <p:spPr>
            <a:xfrm>
              <a:off x="5120924" y="2093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5"/>
            <p:cNvSpPr/>
            <p:nvPr/>
          </p:nvSpPr>
          <p:spPr>
            <a:xfrm>
              <a:off x="5541649" y="1958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6"/>
            <p:cNvSpPr/>
            <p:nvPr/>
          </p:nvSpPr>
          <p:spPr>
            <a:xfrm>
              <a:off x="5437061" y="2100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7"/>
            <p:cNvSpPr/>
            <p:nvPr/>
          </p:nvSpPr>
          <p:spPr>
            <a:xfrm>
              <a:off x="4657543" y="2321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8"/>
            <p:cNvSpPr/>
            <p:nvPr/>
          </p:nvSpPr>
          <p:spPr>
            <a:xfrm>
              <a:off x="5454410" y="2147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9"/>
            <p:cNvSpPr/>
            <p:nvPr/>
          </p:nvSpPr>
          <p:spPr>
            <a:xfrm>
              <a:off x="4752752" y="2503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30"/>
            <p:cNvSpPr/>
            <p:nvPr/>
          </p:nvSpPr>
          <p:spPr>
            <a:xfrm>
              <a:off x="5063053" y="2520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1"/>
            <p:cNvSpPr/>
            <p:nvPr/>
          </p:nvSpPr>
          <p:spPr>
            <a:xfrm>
              <a:off x="5115387" y="2158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2"/>
            <p:cNvSpPr/>
            <p:nvPr/>
          </p:nvSpPr>
          <p:spPr>
            <a:xfrm>
              <a:off x="5741566" y="1731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3"/>
            <p:cNvSpPr/>
            <p:nvPr/>
          </p:nvSpPr>
          <p:spPr>
            <a:xfrm>
              <a:off x="5143927" y="2089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4"/>
            <p:cNvSpPr/>
            <p:nvPr/>
          </p:nvSpPr>
          <p:spPr>
            <a:xfrm>
              <a:off x="5613721" y="1988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5"/>
            <p:cNvSpPr/>
            <p:nvPr/>
          </p:nvSpPr>
          <p:spPr>
            <a:xfrm>
              <a:off x="5029620" y="2603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6"/>
            <p:cNvSpPr/>
            <p:nvPr/>
          </p:nvSpPr>
          <p:spPr>
            <a:xfrm>
              <a:off x="4858807" y="2492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7"/>
            <p:cNvSpPr/>
            <p:nvPr/>
          </p:nvSpPr>
          <p:spPr>
            <a:xfrm>
              <a:off x="5102712" y="2055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8"/>
            <p:cNvSpPr/>
            <p:nvPr/>
          </p:nvSpPr>
          <p:spPr>
            <a:xfrm>
              <a:off x="5290060" y="2139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9"/>
            <p:cNvSpPr/>
            <p:nvPr/>
          </p:nvSpPr>
          <p:spPr>
            <a:xfrm>
              <a:off x="5135587" y="1935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40"/>
            <p:cNvSpPr/>
            <p:nvPr/>
          </p:nvSpPr>
          <p:spPr>
            <a:xfrm>
              <a:off x="5467155" y="2222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1"/>
            <p:cNvSpPr/>
            <p:nvPr/>
          </p:nvSpPr>
          <p:spPr>
            <a:xfrm>
              <a:off x="5373565" y="2044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2"/>
            <p:cNvSpPr/>
            <p:nvPr/>
          </p:nvSpPr>
          <p:spPr>
            <a:xfrm>
              <a:off x="5331953" y="2148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3"/>
            <p:cNvSpPr/>
            <p:nvPr/>
          </p:nvSpPr>
          <p:spPr>
            <a:xfrm>
              <a:off x="5131089" y="2122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4"/>
            <p:cNvSpPr/>
            <p:nvPr/>
          </p:nvSpPr>
          <p:spPr>
            <a:xfrm>
              <a:off x="5675253" y="1950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5"/>
            <p:cNvSpPr/>
            <p:nvPr/>
          </p:nvSpPr>
          <p:spPr>
            <a:xfrm>
              <a:off x="5605771" y="1914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6"/>
            <p:cNvSpPr/>
            <p:nvPr/>
          </p:nvSpPr>
          <p:spPr>
            <a:xfrm>
              <a:off x="4982064" y="2063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7"/>
            <p:cNvSpPr/>
            <p:nvPr/>
          </p:nvSpPr>
          <p:spPr>
            <a:xfrm>
              <a:off x="5276435" y="2053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8"/>
            <p:cNvSpPr/>
            <p:nvPr/>
          </p:nvSpPr>
          <p:spPr>
            <a:xfrm>
              <a:off x="5638330" y="1770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9"/>
            <p:cNvSpPr/>
            <p:nvPr/>
          </p:nvSpPr>
          <p:spPr>
            <a:xfrm>
              <a:off x="5346184" y="2082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50"/>
            <p:cNvSpPr/>
            <p:nvPr/>
          </p:nvSpPr>
          <p:spPr>
            <a:xfrm>
              <a:off x="5276763" y="2048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1"/>
            <p:cNvSpPr/>
            <p:nvPr/>
          </p:nvSpPr>
          <p:spPr>
            <a:xfrm>
              <a:off x="5934503" y="1657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2"/>
            <p:cNvSpPr/>
            <p:nvPr/>
          </p:nvSpPr>
          <p:spPr>
            <a:xfrm>
              <a:off x="5445381" y="2078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3"/>
            <p:cNvSpPr/>
            <p:nvPr/>
          </p:nvSpPr>
          <p:spPr>
            <a:xfrm>
              <a:off x="5094705" y="2269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4"/>
            <p:cNvSpPr/>
            <p:nvPr/>
          </p:nvSpPr>
          <p:spPr>
            <a:xfrm>
              <a:off x="5592471" y="1715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5"/>
            <p:cNvSpPr/>
            <p:nvPr/>
          </p:nvSpPr>
          <p:spPr>
            <a:xfrm>
              <a:off x="5568484" y="1865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6"/>
            <p:cNvSpPr/>
            <p:nvPr/>
          </p:nvSpPr>
          <p:spPr>
            <a:xfrm>
              <a:off x="5122561" y="2002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7"/>
            <p:cNvSpPr/>
            <p:nvPr/>
          </p:nvSpPr>
          <p:spPr>
            <a:xfrm>
              <a:off x="5578598" y="1746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8"/>
            <p:cNvSpPr/>
            <p:nvPr/>
          </p:nvSpPr>
          <p:spPr>
            <a:xfrm>
              <a:off x="5061799" y="2530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9"/>
            <p:cNvSpPr/>
            <p:nvPr/>
          </p:nvSpPr>
          <p:spPr>
            <a:xfrm>
              <a:off x="5034264" y="260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60"/>
            <p:cNvSpPr/>
            <p:nvPr/>
          </p:nvSpPr>
          <p:spPr>
            <a:xfrm>
              <a:off x="4686036" y="2473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1"/>
            <p:cNvSpPr/>
            <p:nvPr/>
          </p:nvSpPr>
          <p:spPr>
            <a:xfrm>
              <a:off x="5103959" y="2274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2"/>
            <p:cNvSpPr/>
            <p:nvPr/>
          </p:nvSpPr>
          <p:spPr>
            <a:xfrm>
              <a:off x="5416905" y="2183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3"/>
            <p:cNvSpPr/>
            <p:nvPr/>
          </p:nvSpPr>
          <p:spPr>
            <a:xfrm>
              <a:off x="5294459" y="2191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4"/>
            <p:cNvSpPr/>
            <p:nvPr/>
          </p:nvSpPr>
          <p:spPr>
            <a:xfrm>
              <a:off x="5534229" y="2039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5"/>
            <p:cNvSpPr/>
            <p:nvPr/>
          </p:nvSpPr>
          <p:spPr>
            <a:xfrm>
              <a:off x="4994400" y="2037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6"/>
            <p:cNvSpPr/>
            <p:nvPr/>
          </p:nvSpPr>
          <p:spPr>
            <a:xfrm>
              <a:off x="5596331" y="1896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7"/>
            <p:cNvSpPr/>
            <p:nvPr/>
          </p:nvSpPr>
          <p:spPr>
            <a:xfrm>
              <a:off x="4853786" y="2479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8"/>
            <p:cNvSpPr/>
            <p:nvPr/>
          </p:nvSpPr>
          <p:spPr>
            <a:xfrm>
              <a:off x="5069561" y="2232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9"/>
            <p:cNvSpPr/>
            <p:nvPr/>
          </p:nvSpPr>
          <p:spPr>
            <a:xfrm>
              <a:off x="4822881" y="1732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70"/>
            <p:cNvSpPr/>
            <p:nvPr/>
          </p:nvSpPr>
          <p:spPr>
            <a:xfrm>
              <a:off x="5113931" y="2205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1"/>
            <p:cNvSpPr/>
            <p:nvPr/>
          </p:nvSpPr>
          <p:spPr>
            <a:xfrm>
              <a:off x="5390999" y="2055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2"/>
            <p:cNvSpPr/>
            <p:nvPr/>
          </p:nvSpPr>
          <p:spPr>
            <a:xfrm>
              <a:off x="4714674" y="202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3"/>
            <p:cNvSpPr/>
            <p:nvPr/>
          </p:nvSpPr>
          <p:spPr>
            <a:xfrm>
              <a:off x="5495536" y="2195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4"/>
            <p:cNvSpPr/>
            <p:nvPr/>
          </p:nvSpPr>
          <p:spPr>
            <a:xfrm>
              <a:off x="5957657" y="1800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5"/>
            <p:cNvSpPr/>
            <p:nvPr/>
          </p:nvSpPr>
          <p:spPr>
            <a:xfrm>
              <a:off x="5207084" y="2301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6"/>
            <p:cNvSpPr/>
            <p:nvPr/>
          </p:nvSpPr>
          <p:spPr>
            <a:xfrm>
              <a:off x="5456716" y="2093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7"/>
            <p:cNvSpPr/>
            <p:nvPr/>
          </p:nvSpPr>
          <p:spPr>
            <a:xfrm>
              <a:off x="5711497" y="1857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8"/>
            <p:cNvSpPr/>
            <p:nvPr/>
          </p:nvSpPr>
          <p:spPr>
            <a:xfrm>
              <a:off x="5554356" y="2096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9"/>
            <p:cNvSpPr/>
            <p:nvPr/>
          </p:nvSpPr>
          <p:spPr>
            <a:xfrm>
              <a:off x="5593995" y="1935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80"/>
            <p:cNvSpPr/>
            <p:nvPr/>
          </p:nvSpPr>
          <p:spPr>
            <a:xfrm>
              <a:off x="5649291" y="2014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1"/>
            <p:cNvSpPr/>
            <p:nvPr/>
          </p:nvSpPr>
          <p:spPr>
            <a:xfrm>
              <a:off x="5476341" y="2229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2"/>
            <p:cNvSpPr/>
            <p:nvPr/>
          </p:nvSpPr>
          <p:spPr>
            <a:xfrm>
              <a:off x="5110264" y="2141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3"/>
            <p:cNvSpPr/>
            <p:nvPr/>
          </p:nvSpPr>
          <p:spPr>
            <a:xfrm>
              <a:off x="5312134" y="2229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4"/>
            <p:cNvSpPr/>
            <p:nvPr/>
          </p:nvSpPr>
          <p:spPr>
            <a:xfrm>
              <a:off x="5603503" y="1898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5"/>
            <p:cNvSpPr/>
            <p:nvPr/>
          </p:nvSpPr>
          <p:spPr>
            <a:xfrm>
              <a:off x="5007928" y="2553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6"/>
            <p:cNvSpPr/>
            <p:nvPr/>
          </p:nvSpPr>
          <p:spPr>
            <a:xfrm>
              <a:off x="4946695" y="2393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7"/>
            <p:cNvSpPr/>
            <p:nvPr/>
          </p:nvSpPr>
          <p:spPr>
            <a:xfrm>
              <a:off x="5198775" y="2033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8"/>
            <p:cNvSpPr/>
            <p:nvPr/>
          </p:nvSpPr>
          <p:spPr>
            <a:xfrm>
              <a:off x="5081251" y="2382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9"/>
            <p:cNvSpPr/>
            <p:nvPr/>
          </p:nvSpPr>
          <p:spPr>
            <a:xfrm>
              <a:off x="5427206" y="2226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90"/>
            <p:cNvSpPr/>
            <p:nvPr/>
          </p:nvSpPr>
          <p:spPr>
            <a:xfrm>
              <a:off x="5579420" y="1693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1"/>
            <p:cNvSpPr/>
            <p:nvPr/>
          </p:nvSpPr>
          <p:spPr>
            <a:xfrm>
              <a:off x="5493376" y="1916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2"/>
            <p:cNvSpPr/>
            <p:nvPr/>
          </p:nvSpPr>
          <p:spPr>
            <a:xfrm>
              <a:off x="5398216" y="2157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3"/>
            <p:cNvSpPr/>
            <p:nvPr/>
          </p:nvSpPr>
          <p:spPr>
            <a:xfrm>
              <a:off x="5420555" y="2081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4"/>
            <p:cNvSpPr/>
            <p:nvPr/>
          </p:nvSpPr>
          <p:spPr>
            <a:xfrm>
              <a:off x="4974418" y="248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5"/>
            <p:cNvSpPr/>
            <p:nvPr/>
          </p:nvSpPr>
          <p:spPr>
            <a:xfrm>
              <a:off x="5318085" y="2298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6"/>
            <p:cNvSpPr/>
            <p:nvPr/>
          </p:nvSpPr>
          <p:spPr>
            <a:xfrm>
              <a:off x="5615800" y="2002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7"/>
            <p:cNvSpPr/>
            <p:nvPr/>
          </p:nvSpPr>
          <p:spPr>
            <a:xfrm>
              <a:off x="5125649" y="2044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8"/>
            <p:cNvSpPr/>
            <p:nvPr/>
          </p:nvSpPr>
          <p:spPr>
            <a:xfrm>
              <a:off x="4805177" y="2043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9"/>
            <p:cNvSpPr/>
            <p:nvPr/>
          </p:nvSpPr>
          <p:spPr>
            <a:xfrm>
              <a:off x="5784702" y="1478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700"/>
            <p:cNvSpPr/>
            <p:nvPr/>
          </p:nvSpPr>
          <p:spPr>
            <a:xfrm>
              <a:off x="5268967" y="2235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1"/>
            <p:cNvSpPr/>
            <p:nvPr/>
          </p:nvSpPr>
          <p:spPr>
            <a:xfrm>
              <a:off x="5431446" y="2113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2"/>
            <p:cNvSpPr/>
            <p:nvPr/>
          </p:nvSpPr>
          <p:spPr>
            <a:xfrm>
              <a:off x="5360954" y="1909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3"/>
            <p:cNvSpPr/>
            <p:nvPr/>
          </p:nvSpPr>
          <p:spPr>
            <a:xfrm>
              <a:off x="5760103" y="176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4"/>
            <p:cNvSpPr/>
            <p:nvPr/>
          </p:nvSpPr>
          <p:spPr>
            <a:xfrm>
              <a:off x="5267532" y="2267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5"/>
            <p:cNvSpPr/>
            <p:nvPr/>
          </p:nvSpPr>
          <p:spPr>
            <a:xfrm>
              <a:off x="5713328" y="1805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6"/>
            <p:cNvSpPr/>
            <p:nvPr/>
          </p:nvSpPr>
          <p:spPr>
            <a:xfrm>
              <a:off x="5362119" y="1967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7"/>
            <p:cNvSpPr/>
            <p:nvPr/>
          </p:nvSpPr>
          <p:spPr>
            <a:xfrm>
              <a:off x="5426032" y="2162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8"/>
            <p:cNvSpPr/>
            <p:nvPr/>
          </p:nvSpPr>
          <p:spPr>
            <a:xfrm>
              <a:off x="5170817" y="2122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9"/>
            <p:cNvSpPr/>
            <p:nvPr/>
          </p:nvSpPr>
          <p:spPr>
            <a:xfrm>
              <a:off x="5487284" y="2056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10"/>
            <p:cNvSpPr/>
            <p:nvPr/>
          </p:nvSpPr>
          <p:spPr>
            <a:xfrm>
              <a:off x="5410681" y="2165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1"/>
            <p:cNvSpPr/>
            <p:nvPr/>
          </p:nvSpPr>
          <p:spPr>
            <a:xfrm>
              <a:off x="5077535" y="2409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2"/>
            <p:cNvSpPr/>
            <p:nvPr/>
          </p:nvSpPr>
          <p:spPr>
            <a:xfrm>
              <a:off x="5547904" y="1963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3"/>
            <p:cNvSpPr/>
            <p:nvPr/>
          </p:nvSpPr>
          <p:spPr>
            <a:xfrm>
              <a:off x="5086788" y="2276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4"/>
            <p:cNvSpPr/>
            <p:nvPr/>
          </p:nvSpPr>
          <p:spPr>
            <a:xfrm>
              <a:off x="5324402" y="2082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5"/>
            <p:cNvSpPr/>
            <p:nvPr/>
          </p:nvSpPr>
          <p:spPr>
            <a:xfrm>
              <a:off x="5002503" y="2518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6"/>
            <p:cNvSpPr/>
            <p:nvPr/>
          </p:nvSpPr>
          <p:spPr>
            <a:xfrm>
              <a:off x="5200170" y="2093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7"/>
            <p:cNvSpPr/>
            <p:nvPr/>
          </p:nvSpPr>
          <p:spPr>
            <a:xfrm>
              <a:off x="5672613" y="1952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8"/>
            <p:cNvSpPr/>
            <p:nvPr/>
          </p:nvSpPr>
          <p:spPr>
            <a:xfrm>
              <a:off x="4956777" y="2367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9"/>
            <p:cNvSpPr/>
            <p:nvPr/>
          </p:nvSpPr>
          <p:spPr>
            <a:xfrm>
              <a:off x="5138651" y="2012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20"/>
            <p:cNvSpPr/>
            <p:nvPr/>
          </p:nvSpPr>
          <p:spPr>
            <a:xfrm>
              <a:off x="5347329" y="2018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1"/>
            <p:cNvSpPr/>
            <p:nvPr/>
          </p:nvSpPr>
          <p:spPr>
            <a:xfrm>
              <a:off x="5267883" y="2216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2"/>
            <p:cNvSpPr/>
            <p:nvPr/>
          </p:nvSpPr>
          <p:spPr>
            <a:xfrm>
              <a:off x="5231834" y="2167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3"/>
            <p:cNvSpPr/>
            <p:nvPr/>
          </p:nvSpPr>
          <p:spPr>
            <a:xfrm>
              <a:off x="5556960" y="2144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4"/>
            <p:cNvSpPr/>
            <p:nvPr/>
          </p:nvSpPr>
          <p:spPr>
            <a:xfrm>
              <a:off x="5312960" y="2223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5"/>
            <p:cNvSpPr/>
            <p:nvPr/>
          </p:nvSpPr>
          <p:spPr>
            <a:xfrm>
              <a:off x="5405731" y="2274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6"/>
            <p:cNvSpPr/>
            <p:nvPr/>
          </p:nvSpPr>
          <p:spPr>
            <a:xfrm>
              <a:off x="5368704" y="1970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7"/>
            <p:cNvSpPr/>
            <p:nvPr/>
          </p:nvSpPr>
          <p:spPr>
            <a:xfrm>
              <a:off x="5385446" y="2110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8"/>
            <p:cNvSpPr/>
            <p:nvPr/>
          </p:nvSpPr>
          <p:spPr>
            <a:xfrm>
              <a:off x="4838387" y="1810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9"/>
            <p:cNvSpPr/>
            <p:nvPr/>
          </p:nvSpPr>
          <p:spPr>
            <a:xfrm>
              <a:off x="5384857" y="2020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30"/>
            <p:cNvSpPr/>
            <p:nvPr/>
          </p:nvSpPr>
          <p:spPr>
            <a:xfrm>
              <a:off x="5299798" y="2201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1"/>
            <p:cNvSpPr/>
            <p:nvPr/>
          </p:nvSpPr>
          <p:spPr>
            <a:xfrm>
              <a:off x="5069295" y="2199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2"/>
            <p:cNvSpPr/>
            <p:nvPr/>
          </p:nvSpPr>
          <p:spPr>
            <a:xfrm>
              <a:off x="5155049" y="202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3"/>
            <p:cNvSpPr/>
            <p:nvPr/>
          </p:nvSpPr>
          <p:spPr>
            <a:xfrm>
              <a:off x="5356118" y="1974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4"/>
            <p:cNvSpPr/>
            <p:nvPr/>
          </p:nvSpPr>
          <p:spPr>
            <a:xfrm>
              <a:off x="5609298" y="2161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5"/>
            <p:cNvSpPr/>
            <p:nvPr/>
          </p:nvSpPr>
          <p:spPr>
            <a:xfrm>
              <a:off x="5399402" y="2207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6"/>
            <p:cNvSpPr/>
            <p:nvPr/>
          </p:nvSpPr>
          <p:spPr>
            <a:xfrm>
              <a:off x="5690787" y="1913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7"/>
            <p:cNvSpPr/>
            <p:nvPr/>
          </p:nvSpPr>
          <p:spPr>
            <a:xfrm>
              <a:off x="5553961" y="2121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8"/>
            <p:cNvSpPr/>
            <p:nvPr/>
          </p:nvSpPr>
          <p:spPr>
            <a:xfrm>
              <a:off x="5702693" y="1909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9"/>
            <p:cNvSpPr/>
            <p:nvPr/>
          </p:nvSpPr>
          <p:spPr>
            <a:xfrm>
              <a:off x="4932881" y="2198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40"/>
            <p:cNvSpPr/>
            <p:nvPr/>
          </p:nvSpPr>
          <p:spPr>
            <a:xfrm>
              <a:off x="5459402" y="2228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1"/>
            <p:cNvSpPr/>
            <p:nvPr/>
          </p:nvSpPr>
          <p:spPr>
            <a:xfrm>
              <a:off x="4810006" y="1909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2"/>
            <p:cNvSpPr/>
            <p:nvPr/>
          </p:nvSpPr>
          <p:spPr>
            <a:xfrm>
              <a:off x="5369253" y="1861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3"/>
            <p:cNvSpPr/>
            <p:nvPr/>
          </p:nvSpPr>
          <p:spPr>
            <a:xfrm>
              <a:off x="5532099" y="1961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4"/>
            <p:cNvSpPr/>
            <p:nvPr/>
          </p:nvSpPr>
          <p:spPr>
            <a:xfrm>
              <a:off x="5223823" y="2091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5"/>
            <p:cNvSpPr/>
            <p:nvPr/>
          </p:nvSpPr>
          <p:spPr>
            <a:xfrm>
              <a:off x="4996766" y="2445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6"/>
            <p:cNvSpPr/>
            <p:nvPr/>
          </p:nvSpPr>
          <p:spPr>
            <a:xfrm>
              <a:off x="5461956" y="2103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7"/>
            <p:cNvSpPr/>
            <p:nvPr/>
          </p:nvSpPr>
          <p:spPr>
            <a:xfrm>
              <a:off x="5533312" y="1983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8"/>
            <p:cNvSpPr/>
            <p:nvPr/>
          </p:nvSpPr>
          <p:spPr>
            <a:xfrm>
              <a:off x="5173707" y="2106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9"/>
            <p:cNvSpPr/>
            <p:nvPr/>
          </p:nvSpPr>
          <p:spPr>
            <a:xfrm>
              <a:off x="5342545" y="2097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50"/>
            <p:cNvSpPr/>
            <p:nvPr/>
          </p:nvSpPr>
          <p:spPr>
            <a:xfrm>
              <a:off x="5142149" y="2039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1"/>
            <p:cNvSpPr/>
            <p:nvPr/>
          </p:nvSpPr>
          <p:spPr>
            <a:xfrm>
              <a:off x="5202583" y="2185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2"/>
            <p:cNvSpPr/>
            <p:nvPr/>
          </p:nvSpPr>
          <p:spPr>
            <a:xfrm>
              <a:off x="5031775" y="2714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3"/>
            <p:cNvSpPr/>
            <p:nvPr/>
          </p:nvSpPr>
          <p:spPr>
            <a:xfrm>
              <a:off x="5237213" y="2197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4"/>
            <p:cNvSpPr/>
            <p:nvPr/>
          </p:nvSpPr>
          <p:spPr>
            <a:xfrm>
              <a:off x="5167074" y="2208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5"/>
            <p:cNvSpPr/>
            <p:nvPr/>
          </p:nvSpPr>
          <p:spPr>
            <a:xfrm>
              <a:off x="5431412" y="2092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6"/>
            <p:cNvSpPr/>
            <p:nvPr/>
          </p:nvSpPr>
          <p:spPr>
            <a:xfrm>
              <a:off x="5098140" y="2231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7"/>
            <p:cNvSpPr/>
            <p:nvPr/>
          </p:nvSpPr>
          <p:spPr>
            <a:xfrm>
              <a:off x="5319221" y="2290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8"/>
            <p:cNvSpPr/>
            <p:nvPr/>
          </p:nvSpPr>
          <p:spPr>
            <a:xfrm>
              <a:off x="5718154" y="1892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9"/>
            <p:cNvSpPr/>
            <p:nvPr/>
          </p:nvSpPr>
          <p:spPr>
            <a:xfrm>
              <a:off x="5437364" y="2266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60"/>
            <p:cNvSpPr/>
            <p:nvPr/>
          </p:nvSpPr>
          <p:spPr>
            <a:xfrm>
              <a:off x="5397880" y="2096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1"/>
            <p:cNvSpPr/>
            <p:nvPr/>
          </p:nvSpPr>
          <p:spPr>
            <a:xfrm>
              <a:off x="4930965" y="2156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2"/>
            <p:cNvSpPr/>
            <p:nvPr/>
          </p:nvSpPr>
          <p:spPr>
            <a:xfrm>
              <a:off x="5308620" y="2159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3"/>
            <p:cNvSpPr/>
            <p:nvPr/>
          </p:nvSpPr>
          <p:spPr>
            <a:xfrm>
              <a:off x="5451613" y="2138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4"/>
            <p:cNvSpPr/>
            <p:nvPr/>
          </p:nvSpPr>
          <p:spPr>
            <a:xfrm>
              <a:off x="5258134" y="2234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5"/>
            <p:cNvSpPr/>
            <p:nvPr/>
          </p:nvSpPr>
          <p:spPr>
            <a:xfrm>
              <a:off x="5817916" y="1669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6"/>
            <p:cNvSpPr/>
            <p:nvPr/>
          </p:nvSpPr>
          <p:spPr>
            <a:xfrm>
              <a:off x="5544869" y="1962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7"/>
            <p:cNvSpPr/>
            <p:nvPr/>
          </p:nvSpPr>
          <p:spPr>
            <a:xfrm>
              <a:off x="4906974" y="2335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8"/>
            <p:cNvSpPr/>
            <p:nvPr/>
          </p:nvSpPr>
          <p:spPr>
            <a:xfrm>
              <a:off x="5377402" y="2004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9"/>
            <p:cNvSpPr/>
            <p:nvPr/>
          </p:nvSpPr>
          <p:spPr>
            <a:xfrm>
              <a:off x="5315397" y="2067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70"/>
            <p:cNvSpPr/>
            <p:nvPr/>
          </p:nvSpPr>
          <p:spPr>
            <a:xfrm>
              <a:off x="5261336" y="2254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1"/>
            <p:cNvSpPr/>
            <p:nvPr/>
          </p:nvSpPr>
          <p:spPr>
            <a:xfrm>
              <a:off x="4976135" y="2415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2"/>
            <p:cNvSpPr/>
            <p:nvPr/>
          </p:nvSpPr>
          <p:spPr>
            <a:xfrm>
              <a:off x="5454635" y="2240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3"/>
            <p:cNvSpPr/>
            <p:nvPr/>
          </p:nvSpPr>
          <p:spPr>
            <a:xfrm>
              <a:off x="4565923" y="2876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4"/>
            <p:cNvSpPr/>
            <p:nvPr/>
          </p:nvSpPr>
          <p:spPr>
            <a:xfrm>
              <a:off x="5693075" y="1974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5"/>
            <p:cNvSpPr/>
            <p:nvPr/>
          </p:nvSpPr>
          <p:spPr>
            <a:xfrm>
              <a:off x="5111968" y="1991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6"/>
            <p:cNvSpPr/>
            <p:nvPr/>
          </p:nvSpPr>
          <p:spPr>
            <a:xfrm>
              <a:off x="5099510" y="2128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7"/>
            <p:cNvSpPr/>
            <p:nvPr/>
          </p:nvSpPr>
          <p:spPr>
            <a:xfrm>
              <a:off x="5107223" y="2242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8"/>
            <p:cNvSpPr/>
            <p:nvPr/>
          </p:nvSpPr>
          <p:spPr>
            <a:xfrm>
              <a:off x="5116570" y="2194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9"/>
            <p:cNvSpPr/>
            <p:nvPr/>
          </p:nvSpPr>
          <p:spPr>
            <a:xfrm>
              <a:off x="5486079" y="2003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80"/>
            <p:cNvSpPr/>
            <p:nvPr/>
          </p:nvSpPr>
          <p:spPr>
            <a:xfrm>
              <a:off x="5452006" y="2276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1"/>
            <p:cNvSpPr/>
            <p:nvPr/>
          </p:nvSpPr>
          <p:spPr>
            <a:xfrm>
              <a:off x="4975468" y="2380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2"/>
            <p:cNvSpPr/>
            <p:nvPr/>
          </p:nvSpPr>
          <p:spPr>
            <a:xfrm>
              <a:off x="5524714" y="1847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3"/>
            <p:cNvSpPr/>
            <p:nvPr/>
          </p:nvSpPr>
          <p:spPr>
            <a:xfrm>
              <a:off x="5350758" y="1951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4"/>
            <p:cNvSpPr/>
            <p:nvPr/>
          </p:nvSpPr>
          <p:spPr>
            <a:xfrm>
              <a:off x="5785270" y="1768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5"/>
            <p:cNvSpPr/>
            <p:nvPr/>
          </p:nvSpPr>
          <p:spPr>
            <a:xfrm>
              <a:off x="5472197" y="2217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6"/>
            <p:cNvSpPr/>
            <p:nvPr/>
          </p:nvSpPr>
          <p:spPr>
            <a:xfrm>
              <a:off x="5480133" y="2293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7"/>
            <p:cNvSpPr/>
            <p:nvPr/>
          </p:nvSpPr>
          <p:spPr>
            <a:xfrm>
              <a:off x="5397207" y="2236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8"/>
            <p:cNvSpPr/>
            <p:nvPr/>
          </p:nvSpPr>
          <p:spPr>
            <a:xfrm>
              <a:off x="5513337" y="1886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9"/>
            <p:cNvSpPr/>
            <p:nvPr/>
          </p:nvSpPr>
          <p:spPr>
            <a:xfrm>
              <a:off x="5557557" y="2038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90"/>
            <p:cNvSpPr/>
            <p:nvPr/>
          </p:nvSpPr>
          <p:spPr>
            <a:xfrm>
              <a:off x="5579413" y="1734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1"/>
            <p:cNvSpPr/>
            <p:nvPr/>
          </p:nvSpPr>
          <p:spPr>
            <a:xfrm>
              <a:off x="5190306" y="2130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2"/>
            <p:cNvSpPr/>
            <p:nvPr/>
          </p:nvSpPr>
          <p:spPr>
            <a:xfrm>
              <a:off x="5174177" y="2095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3"/>
            <p:cNvSpPr/>
            <p:nvPr/>
          </p:nvSpPr>
          <p:spPr>
            <a:xfrm>
              <a:off x="5511505" y="2092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4"/>
            <p:cNvSpPr/>
            <p:nvPr/>
          </p:nvSpPr>
          <p:spPr>
            <a:xfrm>
              <a:off x="5569473" y="1978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5"/>
            <p:cNvSpPr/>
            <p:nvPr/>
          </p:nvSpPr>
          <p:spPr>
            <a:xfrm>
              <a:off x="5406651" y="2155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6"/>
            <p:cNvSpPr/>
            <p:nvPr/>
          </p:nvSpPr>
          <p:spPr>
            <a:xfrm>
              <a:off x="5565071" y="1811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7"/>
            <p:cNvSpPr/>
            <p:nvPr/>
          </p:nvSpPr>
          <p:spPr>
            <a:xfrm>
              <a:off x="4992565" y="2119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8"/>
            <p:cNvSpPr/>
            <p:nvPr/>
          </p:nvSpPr>
          <p:spPr>
            <a:xfrm>
              <a:off x="5013125" y="2484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9"/>
            <p:cNvSpPr/>
            <p:nvPr/>
          </p:nvSpPr>
          <p:spPr>
            <a:xfrm>
              <a:off x="5652331" y="1849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800"/>
            <p:cNvSpPr/>
            <p:nvPr/>
          </p:nvSpPr>
          <p:spPr>
            <a:xfrm>
              <a:off x="5019667" y="2465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1"/>
            <p:cNvSpPr/>
            <p:nvPr/>
          </p:nvSpPr>
          <p:spPr>
            <a:xfrm>
              <a:off x="5599520" y="1979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2"/>
            <p:cNvSpPr/>
            <p:nvPr/>
          </p:nvSpPr>
          <p:spPr>
            <a:xfrm>
              <a:off x="5711283" y="1878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3"/>
            <p:cNvSpPr/>
            <p:nvPr/>
          </p:nvSpPr>
          <p:spPr>
            <a:xfrm>
              <a:off x="5032843" y="2651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4"/>
            <p:cNvSpPr/>
            <p:nvPr/>
          </p:nvSpPr>
          <p:spPr>
            <a:xfrm>
              <a:off x="5611011" y="1977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5"/>
            <p:cNvSpPr/>
            <p:nvPr/>
          </p:nvSpPr>
          <p:spPr>
            <a:xfrm>
              <a:off x="5244337" y="2133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6"/>
            <p:cNvSpPr/>
            <p:nvPr/>
          </p:nvSpPr>
          <p:spPr>
            <a:xfrm>
              <a:off x="5227625" y="2157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7"/>
            <p:cNvSpPr/>
            <p:nvPr/>
          </p:nvSpPr>
          <p:spPr>
            <a:xfrm>
              <a:off x="5449927" y="2219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8"/>
            <p:cNvSpPr/>
            <p:nvPr/>
          </p:nvSpPr>
          <p:spPr>
            <a:xfrm>
              <a:off x="5585518" y="1759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9"/>
            <p:cNvSpPr/>
            <p:nvPr/>
          </p:nvSpPr>
          <p:spPr>
            <a:xfrm>
              <a:off x="4789564" y="2658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10"/>
            <p:cNvSpPr/>
            <p:nvPr/>
          </p:nvSpPr>
          <p:spPr>
            <a:xfrm>
              <a:off x="5234665" y="2128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1"/>
            <p:cNvSpPr/>
            <p:nvPr/>
          </p:nvSpPr>
          <p:spPr>
            <a:xfrm>
              <a:off x="5642664" y="1890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2"/>
            <p:cNvSpPr/>
            <p:nvPr/>
          </p:nvSpPr>
          <p:spPr>
            <a:xfrm>
              <a:off x="5403115" y="2148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3"/>
            <p:cNvSpPr/>
            <p:nvPr/>
          </p:nvSpPr>
          <p:spPr>
            <a:xfrm>
              <a:off x="5647882" y="1946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4"/>
            <p:cNvSpPr/>
            <p:nvPr/>
          </p:nvSpPr>
          <p:spPr>
            <a:xfrm>
              <a:off x="5181329" y="2154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5"/>
            <p:cNvSpPr/>
            <p:nvPr/>
          </p:nvSpPr>
          <p:spPr>
            <a:xfrm>
              <a:off x="5133158" y="1838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6"/>
            <p:cNvSpPr/>
            <p:nvPr/>
          </p:nvSpPr>
          <p:spPr>
            <a:xfrm>
              <a:off x="5272012" y="2276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7"/>
            <p:cNvSpPr/>
            <p:nvPr/>
          </p:nvSpPr>
          <p:spPr>
            <a:xfrm>
              <a:off x="5270368" y="2276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8"/>
            <p:cNvSpPr/>
            <p:nvPr/>
          </p:nvSpPr>
          <p:spPr>
            <a:xfrm>
              <a:off x="5184741" y="2075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9"/>
            <p:cNvSpPr/>
            <p:nvPr/>
          </p:nvSpPr>
          <p:spPr>
            <a:xfrm>
              <a:off x="5007080" y="2562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20"/>
            <p:cNvSpPr/>
            <p:nvPr/>
          </p:nvSpPr>
          <p:spPr>
            <a:xfrm>
              <a:off x="5083113" y="2271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1"/>
            <p:cNvSpPr/>
            <p:nvPr/>
          </p:nvSpPr>
          <p:spPr>
            <a:xfrm>
              <a:off x="4977027" y="2545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2"/>
            <p:cNvSpPr/>
            <p:nvPr/>
          </p:nvSpPr>
          <p:spPr>
            <a:xfrm>
              <a:off x="5040178" y="2625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3"/>
            <p:cNvSpPr/>
            <p:nvPr/>
          </p:nvSpPr>
          <p:spPr>
            <a:xfrm>
              <a:off x="5445049" y="2029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4"/>
            <p:cNvSpPr/>
            <p:nvPr/>
          </p:nvSpPr>
          <p:spPr>
            <a:xfrm>
              <a:off x="5222679" y="2085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5"/>
            <p:cNvSpPr/>
            <p:nvPr/>
          </p:nvSpPr>
          <p:spPr>
            <a:xfrm>
              <a:off x="5248561" y="2213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6"/>
            <p:cNvSpPr/>
            <p:nvPr/>
          </p:nvSpPr>
          <p:spPr>
            <a:xfrm>
              <a:off x="5420398" y="2114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7"/>
            <p:cNvSpPr/>
            <p:nvPr/>
          </p:nvSpPr>
          <p:spPr>
            <a:xfrm>
              <a:off x="5224385" y="2110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8"/>
            <p:cNvSpPr/>
            <p:nvPr/>
          </p:nvSpPr>
          <p:spPr>
            <a:xfrm>
              <a:off x="5589285" y="1668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9"/>
            <p:cNvSpPr/>
            <p:nvPr/>
          </p:nvSpPr>
          <p:spPr>
            <a:xfrm>
              <a:off x="5083138" y="2375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30"/>
            <p:cNvSpPr/>
            <p:nvPr/>
          </p:nvSpPr>
          <p:spPr>
            <a:xfrm>
              <a:off x="4933245" y="219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1"/>
            <p:cNvSpPr/>
            <p:nvPr/>
          </p:nvSpPr>
          <p:spPr>
            <a:xfrm>
              <a:off x="5366383" y="1934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2"/>
            <p:cNvSpPr/>
            <p:nvPr/>
          </p:nvSpPr>
          <p:spPr>
            <a:xfrm>
              <a:off x="4889414" y="2644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3"/>
            <p:cNvSpPr/>
            <p:nvPr/>
          </p:nvSpPr>
          <p:spPr>
            <a:xfrm>
              <a:off x="5217276" y="2018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4"/>
            <p:cNvSpPr/>
            <p:nvPr/>
          </p:nvSpPr>
          <p:spPr>
            <a:xfrm>
              <a:off x="5026609" y="2529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5"/>
            <p:cNvSpPr/>
            <p:nvPr/>
          </p:nvSpPr>
          <p:spPr>
            <a:xfrm>
              <a:off x="5432953" y="2170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6"/>
            <p:cNvSpPr/>
            <p:nvPr/>
          </p:nvSpPr>
          <p:spPr>
            <a:xfrm>
              <a:off x="5743385" y="1799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7"/>
            <p:cNvSpPr/>
            <p:nvPr/>
          </p:nvSpPr>
          <p:spPr>
            <a:xfrm>
              <a:off x="5102894" y="2115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8"/>
            <p:cNvSpPr/>
            <p:nvPr/>
          </p:nvSpPr>
          <p:spPr>
            <a:xfrm>
              <a:off x="5420564" y="2084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9"/>
            <p:cNvSpPr/>
            <p:nvPr/>
          </p:nvSpPr>
          <p:spPr>
            <a:xfrm>
              <a:off x="5227389" y="2034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40"/>
            <p:cNvSpPr/>
            <p:nvPr/>
          </p:nvSpPr>
          <p:spPr>
            <a:xfrm>
              <a:off x="5340198" y="2142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1"/>
            <p:cNvSpPr/>
            <p:nvPr/>
          </p:nvSpPr>
          <p:spPr>
            <a:xfrm>
              <a:off x="5409176" y="2163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2"/>
            <p:cNvSpPr/>
            <p:nvPr/>
          </p:nvSpPr>
          <p:spPr>
            <a:xfrm>
              <a:off x="4860736" y="2417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3"/>
            <p:cNvSpPr/>
            <p:nvPr/>
          </p:nvSpPr>
          <p:spPr>
            <a:xfrm>
              <a:off x="5551685" y="2014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4"/>
            <p:cNvSpPr/>
            <p:nvPr/>
          </p:nvSpPr>
          <p:spPr>
            <a:xfrm>
              <a:off x="5601873" y="1911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5"/>
            <p:cNvSpPr/>
            <p:nvPr/>
          </p:nvSpPr>
          <p:spPr>
            <a:xfrm>
              <a:off x="5195392" y="2027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6"/>
            <p:cNvSpPr/>
            <p:nvPr/>
          </p:nvSpPr>
          <p:spPr>
            <a:xfrm>
              <a:off x="5530419" y="1982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7"/>
            <p:cNvSpPr/>
            <p:nvPr/>
          </p:nvSpPr>
          <p:spPr>
            <a:xfrm>
              <a:off x="4457624" y="248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8"/>
            <p:cNvSpPr/>
            <p:nvPr/>
          </p:nvSpPr>
          <p:spPr>
            <a:xfrm>
              <a:off x="5485459" y="1890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9"/>
            <p:cNvSpPr/>
            <p:nvPr/>
          </p:nvSpPr>
          <p:spPr>
            <a:xfrm>
              <a:off x="5148431" y="2188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50"/>
            <p:cNvSpPr/>
            <p:nvPr/>
          </p:nvSpPr>
          <p:spPr>
            <a:xfrm>
              <a:off x="5234896" y="2180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1"/>
            <p:cNvSpPr/>
            <p:nvPr/>
          </p:nvSpPr>
          <p:spPr>
            <a:xfrm>
              <a:off x="5486617" y="2134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2"/>
            <p:cNvSpPr/>
            <p:nvPr/>
          </p:nvSpPr>
          <p:spPr>
            <a:xfrm>
              <a:off x="5022579" y="2661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3"/>
            <p:cNvSpPr/>
            <p:nvPr/>
          </p:nvSpPr>
          <p:spPr>
            <a:xfrm>
              <a:off x="5429485" y="2143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4"/>
            <p:cNvSpPr/>
            <p:nvPr/>
          </p:nvSpPr>
          <p:spPr>
            <a:xfrm>
              <a:off x="4847212" y="2620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5"/>
            <p:cNvSpPr/>
            <p:nvPr/>
          </p:nvSpPr>
          <p:spPr>
            <a:xfrm>
              <a:off x="5243130" y="2124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6"/>
            <p:cNvSpPr/>
            <p:nvPr/>
          </p:nvSpPr>
          <p:spPr>
            <a:xfrm>
              <a:off x="5452857" y="2118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7"/>
            <p:cNvSpPr/>
            <p:nvPr/>
          </p:nvSpPr>
          <p:spPr>
            <a:xfrm>
              <a:off x="5427800" y="2142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8"/>
            <p:cNvSpPr/>
            <p:nvPr/>
          </p:nvSpPr>
          <p:spPr>
            <a:xfrm>
              <a:off x="5293077" y="2173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9"/>
            <p:cNvSpPr/>
            <p:nvPr/>
          </p:nvSpPr>
          <p:spPr>
            <a:xfrm>
              <a:off x="5365562" y="1935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60"/>
            <p:cNvSpPr/>
            <p:nvPr/>
          </p:nvSpPr>
          <p:spPr>
            <a:xfrm>
              <a:off x="5258058" y="2122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1"/>
            <p:cNvSpPr/>
            <p:nvPr/>
          </p:nvSpPr>
          <p:spPr>
            <a:xfrm>
              <a:off x="5068720" y="2437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2"/>
            <p:cNvSpPr/>
            <p:nvPr/>
          </p:nvSpPr>
          <p:spPr>
            <a:xfrm>
              <a:off x="5423288" y="2037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3"/>
            <p:cNvSpPr/>
            <p:nvPr/>
          </p:nvSpPr>
          <p:spPr>
            <a:xfrm>
              <a:off x="5625223" y="2067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4"/>
            <p:cNvSpPr/>
            <p:nvPr/>
          </p:nvSpPr>
          <p:spPr>
            <a:xfrm>
              <a:off x="5516336" y="1886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5"/>
            <p:cNvSpPr/>
            <p:nvPr/>
          </p:nvSpPr>
          <p:spPr>
            <a:xfrm>
              <a:off x="5098045" y="2143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6"/>
            <p:cNvSpPr/>
            <p:nvPr/>
          </p:nvSpPr>
          <p:spPr>
            <a:xfrm>
              <a:off x="5549943" y="2125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7"/>
            <p:cNvSpPr/>
            <p:nvPr/>
          </p:nvSpPr>
          <p:spPr>
            <a:xfrm>
              <a:off x="5559047" y="2184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8"/>
            <p:cNvSpPr/>
            <p:nvPr/>
          </p:nvSpPr>
          <p:spPr>
            <a:xfrm>
              <a:off x="5500265" y="2017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9"/>
            <p:cNvSpPr/>
            <p:nvPr/>
          </p:nvSpPr>
          <p:spPr>
            <a:xfrm>
              <a:off x="5322507" y="2231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70"/>
            <p:cNvSpPr/>
            <p:nvPr/>
          </p:nvSpPr>
          <p:spPr>
            <a:xfrm>
              <a:off x="5419289" y="2240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1"/>
            <p:cNvSpPr/>
            <p:nvPr/>
          </p:nvSpPr>
          <p:spPr>
            <a:xfrm>
              <a:off x="4970714" y="2577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2"/>
            <p:cNvSpPr/>
            <p:nvPr/>
          </p:nvSpPr>
          <p:spPr>
            <a:xfrm>
              <a:off x="5586708" y="1705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3"/>
            <p:cNvSpPr/>
            <p:nvPr/>
          </p:nvSpPr>
          <p:spPr>
            <a:xfrm>
              <a:off x="5417903" y="2024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4"/>
            <p:cNvSpPr/>
            <p:nvPr/>
          </p:nvSpPr>
          <p:spPr>
            <a:xfrm>
              <a:off x="5047341" y="2624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5"/>
            <p:cNvSpPr/>
            <p:nvPr/>
          </p:nvSpPr>
          <p:spPr>
            <a:xfrm>
              <a:off x="5057197" y="2373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6"/>
            <p:cNvSpPr/>
            <p:nvPr/>
          </p:nvSpPr>
          <p:spPr>
            <a:xfrm>
              <a:off x="5686541" y="1868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7"/>
            <p:cNvSpPr/>
            <p:nvPr/>
          </p:nvSpPr>
          <p:spPr>
            <a:xfrm>
              <a:off x="5311388" y="2220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8"/>
            <p:cNvSpPr/>
            <p:nvPr/>
          </p:nvSpPr>
          <p:spPr>
            <a:xfrm>
              <a:off x="5462456" y="2280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9"/>
            <p:cNvSpPr/>
            <p:nvPr/>
          </p:nvSpPr>
          <p:spPr>
            <a:xfrm>
              <a:off x="5370790" y="1986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80"/>
            <p:cNvSpPr/>
            <p:nvPr/>
          </p:nvSpPr>
          <p:spPr>
            <a:xfrm>
              <a:off x="5585404" y="1754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1"/>
            <p:cNvSpPr/>
            <p:nvPr/>
          </p:nvSpPr>
          <p:spPr>
            <a:xfrm>
              <a:off x="5370418" y="1972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2"/>
            <p:cNvSpPr/>
            <p:nvPr/>
          </p:nvSpPr>
          <p:spPr>
            <a:xfrm>
              <a:off x="5825973" y="1498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3"/>
            <p:cNvSpPr/>
            <p:nvPr/>
          </p:nvSpPr>
          <p:spPr>
            <a:xfrm>
              <a:off x="5265837" y="2223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4"/>
            <p:cNvSpPr/>
            <p:nvPr/>
          </p:nvSpPr>
          <p:spPr>
            <a:xfrm>
              <a:off x="5071021" y="2438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5"/>
            <p:cNvSpPr/>
            <p:nvPr/>
          </p:nvSpPr>
          <p:spPr>
            <a:xfrm>
              <a:off x="5215983" y="2170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6"/>
            <p:cNvSpPr/>
            <p:nvPr/>
          </p:nvSpPr>
          <p:spPr>
            <a:xfrm>
              <a:off x="4968599" y="2433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7"/>
            <p:cNvSpPr/>
            <p:nvPr/>
          </p:nvSpPr>
          <p:spPr>
            <a:xfrm>
              <a:off x="5431836" y="2093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8"/>
            <p:cNvSpPr/>
            <p:nvPr/>
          </p:nvSpPr>
          <p:spPr>
            <a:xfrm>
              <a:off x="5421069" y="2096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9"/>
            <p:cNvSpPr/>
            <p:nvPr/>
          </p:nvSpPr>
          <p:spPr>
            <a:xfrm>
              <a:off x="5051735" y="2760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90"/>
            <p:cNvSpPr/>
            <p:nvPr/>
          </p:nvSpPr>
          <p:spPr>
            <a:xfrm>
              <a:off x="4945911" y="2407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1"/>
            <p:cNvSpPr/>
            <p:nvPr/>
          </p:nvSpPr>
          <p:spPr>
            <a:xfrm>
              <a:off x="5281030" y="2053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2"/>
            <p:cNvSpPr/>
            <p:nvPr/>
          </p:nvSpPr>
          <p:spPr>
            <a:xfrm>
              <a:off x="5303475" y="2178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3"/>
            <p:cNvSpPr/>
            <p:nvPr/>
          </p:nvSpPr>
          <p:spPr>
            <a:xfrm>
              <a:off x="5357471" y="2070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4"/>
            <p:cNvSpPr/>
            <p:nvPr/>
          </p:nvSpPr>
          <p:spPr>
            <a:xfrm>
              <a:off x="5187110" y="2187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5"/>
            <p:cNvSpPr/>
            <p:nvPr/>
          </p:nvSpPr>
          <p:spPr>
            <a:xfrm>
              <a:off x="5257297" y="2302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6"/>
            <p:cNvSpPr/>
            <p:nvPr/>
          </p:nvSpPr>
          <p:spPr>
            <a:xfrm>
              <a:off x="5256279" y="2182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7"/>
            <p:cNvSpPr/>
            <p:nvPr/>
          </p:nvSpPr>
          <p:spPr>
            <a:xfrm>
              <a:off x="5657150" y="1902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8"/>
            <p:cNvSpPr/>
            <p:nvPr/>
          </p:nvSpPr>
          <p:spPr>
            <a:xfrm>
              <a:off x="5473935" y="2218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9"/>
            <p:cNvSpPr/>
            <p:nvPr/>
          </p:nvSpPr>
          <p:spPr>
            <a:xfrm>
              <a:off x="5069534" y="2249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900"/>
            <p:cNvSpPr/>
            <p:nvPr/>
          </p:nvSpPr>
          <p:spPr>
            <a:xfrm>
              <a:off x="4984234" y="2075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1"/>
            <p:cNvSpPr/>
            <p:nvPr/>
          </p:nvSpPr>
          <p:spPr>
            <a:xfrm>
              <a:off x="5362038" y="1844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2"/>
            <p:cNvSpPr/>
            <p:nvPr/>
          </p:nvSpPr>
          <p:spPr>
            <a:xfrm>
              <a:off x="5023916" y="2535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3"/>
            <p:cNvSpPr/>
            <p:nvPr/>
          </p:nvSpPr>
          <p:spPr>
            <a:xfrm>
              <a:off x="4780802" y="2524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4"/>
            <p:cNvSpPr/>
            <p:nvPr/>
          </p:nvSpPr>
          <p:spPr>
            <a:xfrm>
              <a:off x="5669851" y="2089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5"/>
            <p:cNvSpPr/>
            <p:nvPr/>
          </p:nvSpPr>
          <p:spPr>
            <a:xfrm>
              <a:off x="5314325" y="2237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6"/>
            <p:cNvSpPr/>
            <p:nvPr/>
          </p:nvSpPr>
          <p:spPr>
            <a:xfrm>
              <a:off x="5287858" y="2140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7"/>
            <p:cNvSpPr/>
            <p:nvPr/>
          </p:nvSpPr>
          <p:spPr>
            <a:xfrm>
              <a:off x="5700319" y="1818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8"/>
            <p:cNvSpPr/>
            <p:nvPr/>
          </p:nvSpPr>
          <p:spPr>
            <a:xfrm>
              <a:off x="5457383" y="2157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9"/>
            <p:cNvSpPr/>
            <p:nvPr/>
          </p:nvSpPr>
          <p:spPr>
            <a:xfrm>
              <a:off x="5226974" y="2142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10"/>
            <p:cNvSpPr/>
            <p:nvPr/>
          </p:nvSpPr>
          <p:spPr>
            <a:xfrm>
              <a:off x="5604855" y="1878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1"/>
            <p:cNvSpPr/>
            <p:nvPr/>
          </p:nvSpPr>
          <p:spPr>
            <a:xfrm>
              <a:off x="5476728" y="2200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2"/>
            <p:cNvSpPr/>
            <p:nvPr/>
          </p:nvSpPr>
          <p:spPr>
            <a:xfrm>
              <a:off x="5234497" y="2051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3"/>
            <p:cNvSpPr/>
            <p:nvPr/>
          </p:nvSpPr>
          <p:spPr>
            <a:xfrm>
              <a:off x="5604442" y="1803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4"/>
            <p:cNvSpPr/>
            <p:nvPr/>
          </p:nvSpPr>
          <p:spPr>
            <a:xfrm>
              <a:off x="5194854" y="2173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5"/>
            <p:cNvSpPr/>
            <p:nvPr/>
          </p:nvSpPr>
          <p:spPr>
            <a:xfrm>
              <a:off x="5264790" y="2246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6"/>
            <p:cNvSpPr/>
            <p:nvPr/>
          </p:nvSpPr>
          <p:spPr>
            <a:xfrm>
              <a:off x="5168032" y="2225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7"/>
            <p:cNvSpPr/>
            <p:nvPr/>
          </p:nvSpPr>
          <p:spPr>
            <a:xfrm>
              <a:off x="5357196" y="1897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8"/>
            <p:cNvSpPr/>
            <p:nvPr/>
          </p:nvSpPr>
          <p:spPr>
            <a:xfrm>
              <a:off x="5505154" y="1985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9"/>
            <p:cNvSpPr/>
            <p:nvPr/>
          </p:nvSpPr>
          <p:spPr>
            <a:xfrm>
              <a:off x="5559447" y="205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20"/>
            <p:cNvSpPr/>
            <p:nvPr/>
          </p:nvSpPr>
          <p:spPr>
            <a:xfrm>
              <a:off x="5295958" y="2153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1"/>
            <p:cNvSpPr/>
            <p:nvPr/>
          </p:nvSpPr>
          <p:spPr>
            <a:xfrm>
              <a:off x="5283830" y="2032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2"/>
            <p:cNvSpPr/>
            <p:nvPr/>
          </p:nvSpPr>
          <p:spPr>
            <a:xfrm>
              <a:off x="5793638" y="159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3"/>
            <p:cNvSpPr/>
            <p:nvPr/>
          </p:nvSpPr>
          <p:spPr>
            <a:xfrm>
              <a:off x="4875588" y="2950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4"/>
            <p:cNvSpPr/>
            <p:nvPr/>
          </p:nvSpPr>
          <p:spPr>
            <a:xfrm>
              <a:off x="5572821" y="1815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5"/>
            <p:cNvSpPr/>
            <p:nvPr/>
          </p:nvSpPr>
          <p:spPr>
            <a:xfrm>
              <a:off x="5810112" y="1844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6"/>
            <p:cNvSpPr/>
            <p:nvPr/>
          </p:nvSpPr>
          <p:spPr>
            <a:xfrm>
              <a:off x="5196176" y="1887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7"/>
            <p:cNvSpPr/>
            <p:nvPr/>
          </p:nvSpPr>
          <p:spPr>
            <a:xfrm>
              <a:off x="4818316" y="1675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8"/>
            <p:cNvSpPr/>
            <p:nvPr/>
          </p:nvSpPr>
          <p:spPr>
            <a:xfrm>
              <a:off x="5615649" y="2056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9"/>
            <p:cNvSpPr/>
            <p:nvPr/>
          </p:nvSpPr>
          <p:spPr>
            <a:xfrm>
              <a:off x="5107964" y="2038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30"/>
            <p:cNvSpPr/>
            <p:nvPr/>
          </p:nvSpPr>
          <p:spPr>
            <a:xfrm>
              <a:off x="5388761" y="2169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1"/>
            <p:cNvSpPr/>
            <p:nvPr/>
          </p:nvSpPr>
          <p:spPr>
            <a:xfrm>
              <a:off x="5144003" y="2080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t4932"/>
            <p:cNvSpPr/>
            <p:nvPr/>
          </p:nvSpPr>
          <p:spPr>
            <a:xfrm>
              <a:off x="5269600" y="221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t4933"/>
            <p:cNvSpPr/>
            <p:nvPr/>
          </p:nvSpPr>
          <p:spPr>
            <a:xfrm>
              <a:off x="5243771" y="2068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t4934"/>
            <p:cNvSpPr/>
            <p:nvPr/>
          </p:nvSpPr>
          <p:spPr>
            <a:xfrm>
              <a:off x="5464916" y="2185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t4935"/>
            <p:cNvSpPr/>
            <p:nvPr/>
          </p:nvSpPr>
          <p:spPr>
            <a:xfrm>
              <a:off x="5616986" y="1838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t4936"/>
            <p:cNvSpPr/>
            <p:nvPr/>
          </p:nvSpPr>
          <p:spPr>
            <a:xfrm>
              <a:off x="5654998" y="1871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t4937"/>
            <p:cNvSpPr/>
            <p:nvPr/>
          </p:nvSpPr>
          <p:spPr>
            <a:xfrm>
              <a:off x="5096300" y="2172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t4938"/>
            <p:cNvSpPr/>
            <p:nvPr/>
          </p:nvSpPr>
          <p:spPr>
            <a:xfrm>
              <a:off x="5169886" y="2158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t4939"/>
            <p:cNvSpPr/>
            <p:nvPr/>
          </p:nvSpPr>
          <p:spPr>
            <a:xfrm>
              <a:off x="5697389" y="1844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t4940"/>
            <p:cNvSpPr/>
            <p:nvPr/>
          </p:nvSpPr>
          <p:spPr>
            <a:xfrm>
              <a:off x="4932200" y="2190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t4941"/>
            <p:cNvSpPr/>
            <p:nvPr/>
          </p:nvSpPr>
          <p:spPr>
            <a:xfrm>
              <a:off x="5674859" y="2171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t4942"/>
            <p:cNvSpPr/>
            <p:nvPr/>
          </p:nvSpPr>
          <p:spPr>
            <a:xfrm>
              <a:off x="5558356" y="2017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t4943"/>
            <p:cNvSpPr/>
            <p:nvPr/>
          </p:nvSpPr>
          <p:spPr>
            <a:xfrm>
              <a:off x="5454410" y="2296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t4944"/>
            <p:cNvSpPr/>
            <p:nvPr/>
          </p:nvSpPr>
          <p:spPr>
            <a:xfrm>
              <a:off x="5723859" y="1929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t4945"/>
            <p:cNvSpPr/>
            <p:nvPr/>
          </p:nvSpPr>
          <p:spPr>
            <a:xfrm>
              <a:off x="4943310" y="2456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t4946"/>
            <p:cNvSpPr/>
            <p:nvPr/>
          </p:nvSpPr>
          <p:spPr>
            <a:xfrm>
              <a:off x="5367325" y="1982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t4947"/>
            <p:cNvSpPr/>
            <p:nvPr/>
          </p:nvSpPr>
          <p:spPr>
            <a:xfrm>
              <a:off x="5349641" y="2005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t4948"/>
            <p:cNvSpPr/>
            <p:nvPr/>
          </p:nvSpPr>
          <p:spPr>
            <a:xfrm>
              <a:off x="5223351" y="2171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t4949"/>
            <p:cNvSpPr/>
            <p:nvPr/>
          </p:nvSpPr>
          <p:spPr>
            <a:xfrm>
              <a:off x="5028644" y="2658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t4950"/>
            <p:cNvSpPr/>
            <p:nvPr/>
          </p:nvSpPr>
          <p:spPr>
            <a:xfrm>
              <a:off x="5454538" y="2198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t4951"/>
            <p:cNvSpPr/>
            <p:nvPr/>
          </p:nvSpPr>
          <p:spPr>
            <a:xfrm>
              <a:off x="5527761" y="2028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t4952"/>
            <p:cNvSpPr/>
            <p:nvPr/>
          </p:nvSpPr>
          <p:spPr>
            <a:xfrm>
              <a:off x="5457260" y="2136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t4953"/>
            <p:cNvSpPr/>
            <p:nvPr/>
          </p:nvSpPr>
          <p:spPr>
            <a:xfrm>
              <a:off x="4689261" y="2819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t4954"/>
            <p:cNvSpPr/>
            <p:nvPr/>
          </p:nvSpPr>
          <p:spPr>
            <a:xfrm>
              <a:off x="5379316" y="2059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t4955"/>
            <p:cNvSpPr/>
            <p:nvPr/>
          </p:nvSpPr>
          <p:spPr>
            <a:xfrm>
              <a:off x="5796131" y="1651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t4956"/>
            <p:cNvSpPr/>
            <p:nvPr/>
          </p:nvSpPr>
          <p:spPr>
            <a:xfrm>
              <a:off x="5228967" y="2155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t4957"/>
            <p:cNvSpPr/>
            <p:nvPr/>
          </p:nvSpPr>
          <p:spPr>
            <a:xfrm>
              <a:off x="5234915" y="2193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t4958"/>
            <p:cNvSpPr/>
            <p:nvPr/>
          </p:nvSpPr>
          <p:spPr>
            <a:xfrm>
              <a:off x="5314775" y="2236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t4959"/>
            <p:cNvSpPr/>
            <p:nvPr/>
          </p:nvSpPr>
          <p:spPr>
            <a:xfrm>
              <a:off x="5190024" y="2152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t4960"/>
            <p:cNvSpPr/>
            <p:nvPr/>
          </p:nvSpPr>
          <p:spPr>
            <a:xfrm>
              <a:off x="5168419" y="219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t4961"/>
            <p:cNvSpPr/>
            <p:nvPr/>
          </p:nvSpPr>
          <p:spPr>
            <a:xfrm>
              <a:off x="5316775" y="2170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t4962"/>
            <p:cNvSpPr/>
            <p:nvPr/>
          </p:nvSpPr>
          <p:spPr>
            <a:xfrm>
              <a:off x="5676436" y="1982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t4963"/>
            <p:cNvSpPr/>
            <p:nvPr/>
          </p:nvSpPr>
          <p:spPr>
            <a:xfrm>
              <a:off x="5726054" y="1950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t4964"/>
            <p:cNvSpPr/>
            <p:nvPr/>
          </p:nvSpPr>
          <p:spPr>
            <a:xfrm>
              <a:off x="5368824" y="2008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t4965"/>
            <p:cNvSpPr/>
            <p:nvPr/>
          </p:nvSpPr>
          <p:spPr>
            <a:xfrm>
              <a:off x="5496574" y="1867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t4966"/>
            <p:cNvSpPr/>
            <p:nvPr/>
          </p:nvSpPr>
          <p:spPr>
            <a:xfrm>
              <a:off x="5644362" y="202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t4967"/>
            <p:cNvSpPr/>
            <p:nvPr/>
          </p:nvSpPr>
          <p:spPr>
            <a:xfrm>
              <a:off x="5185608" y="2179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t4968"/>
            <p:cNvSpPr/>
            <p:nvPr/>
          </p:nvSpPr>
          <p:spPr>
            <a:xfrm>
              <a:off x="5491629" y="2105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t4969"/>
            <p:cNvSpPr/>
            <p:nvPr/>
          </p:nvSpPr>
          <p:spPr>
            <a:xfrm>
              <a:off x="5546954" y="1984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t4970"/>
            <p:cNvSpPr/>
            <p:nvPr/>
          </p:nvSpPr>
          <p:spPr>
            <a:xfrm>
              <a:off x="5527167" y="1926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t4971"/>
            <p:cNvSpPr/>
            <p:nvPr/>
          </p:nvSpPr>
          <p:spPr>
            <a:xfrm>
              <a:off x="5491308" y="201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t4972"/>
            <p:cNvSpPr/>
            <p:nvPr/>
          </p:nvSpPr>
          <p:spPr>
            <a:xfrm>
              <a:off x="5369777" y="1836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t4973"/>
            <p:cNvSpPr/>
            <p:nvPr/>
          </p:nvSpPr>
          <p:spPr>
            <a:xfrm>
              <a:off x="5483770" y="228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t4974"/>
            <p:cNvSpPr/>
            <p:nvPr/>
          </p:nvSpPr>
          <p:spPr>
            <a:xfrm>
              <a:off x="5475532" y="2175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t4975"/>
            <p:cNvSpPr/>
            <p:nvPr/>
          </p:nvSpPr>
          <p:spPr>
            <a:xfrm>
              <a:off x="5426578" y="2308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t4976"/>
            <p:cNvSpPr/>
            <p:nvPr/>
          </p:nvSpPr>
          <p:spPr>
            <a:xfrm>
              <a:off x="5244663" y="2141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t4977"/>
            <p:cNvSpPr/>
            <p:nvPr/>
          </p:nvSpPr>
          <p:spPr>
            <a:xfrm>
              <a:off x="5026597" y="269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t4978"/>
            <p:cNvSpPr/>
            <p:nvPr/>
          </p:nvSpPr>
          <p:spPr>
            <a:xfrm>
              <a:off x="5015851" y="2569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t4979"/>
            <p:cNvSpPr/>
            <p:nvPr/>
          </p:nvSpPr>
          <p:spPr>
            <a:xfrm>
              <a:off x="5127055" y="1991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t4980"/>
            <p:cNvSpPr/>
            <p:nvPr/>
          </p:nvSpPr>
          <p:spPr>
            <a:xfrm>
              <a:off x="5478543" y="2287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t4981"/>
            <p:cNvSpPr/>
            <p:nvPr/>
          </p:nvSpPr>
          <p:spPr>
            <a:xfrm>
              <a:off x="5059893" y="2403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t4982"/>
            <p:cNvSpPr/>
            <p:nvPr/>
          </p:nvSpPr>
          <p:spPr>
            <a:xfrm>
              <a:off x="5349379" y="2052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t4983"/>
            <p:cNvSpPr/>
            <p:nvPr/>
          </p:nvSpPr>
          <p:spPr>
            <a:xfrm>
              <a:off x="5118125" y="2148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t4984"/>
            <p:cNvSpPr/>
            <p:nvPr/>
          </p:nvSpPr>
          <p:spPr>
            <a:xfrm>
              <a:off x="5369649" y="1954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t4985"/>
            <p:cNvSpPr/>
            <p:nvPr/>
          </p:nvSpPr>
          <p:spPr>
            <a:xfrm>
              <a:off x="5800656" y="1707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t4986"/>
            <p:cNvSpPr/>
            <p:nvPr/>
          </p:nvSpPr>
          <p:spPr>
            <a:xfrm>
              <a:off x="5380703" y="2117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t4987"/>
            <p:cNvSpPr/>
            <p:nvPr/>
          </p:nvSpPr>
          <p:spPr>
            <a:xfrm>
              <a:off x="5080512" y="2405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t4988"/>
            <p:cNvSpPr/>
            <p:nvPr/>
          </p:nvSpPr>
          <p:spPr>
            <a:xfrm>
              <a:off x="5104732" y="2136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t4989"/>
            <p:cNvSpPr/>
            <p:nvPr/>
          </p:nvSpPr>
          <p:spPr>
            <a:xfrm>
              <a:off x="5478618" y="2204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t4990"/>
            <p:cNvSpPr/>
            <p:nvPr/>
          </p:nvSpPr>
          <p:spPr>
            <a:xfrm>
              <a:off x="5032676" y="2538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t4991"/>
            <p:cNvSpPr/>
            <p:nvPr/>
          </p:nvSpPr>
          <p:spPr>
            <a:xfrm>
              <a:off x="5020878" y="2526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t4992"/>
            <p:cNvSpPr/>
            <p:nvPr/>
          </p:nvSpPr>
          <p:spPr>
            <a:xfrm>
              <a:off x="5662925" y="1951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t4993"/>
            <p:cNvSpPr/>
            <p:nvPr/>
          </p:nvSpPr>
          <p:spPr>
            <a:xfrm>
              <a:off x="5464672" y="2244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t4994"/>
            <p:cNvSpPr/>
            <p:nvPr/>
          </p:nvSpPr>
          <p:spPr>
            <a:xfrm>
              <a:off x="5392419" y="2141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t4995"/>
            <p:cNvSpPr/>
            <p:nvPr/>
          </p:nvSpPr>
          <p:spPr>
            <a:xfrm>
              <a:off x="4812964" y="1829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t4996"/>
            <p:cNvSpPr/>
            <p:nvPr/>
          </p:nvSpPr>
          <p:spPr>
            <a:xfrm>
              <a:off x="5637146" y="1785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t4997"/>
            <p:cNvSpPr/>
            <p:nvPr/>
          </p:nvSpPr>
          <p:spPr>
            <a:xfrm>
              <a:off x="5420657" y="2099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t4998"/>
            <p:cNvSpPr/>
            <p:nvPr/>
          </p:nvSpPr>
          <p:spPr>
            <a:xfrm>
              <a:off x="5096624" y="2031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t4999"/>
            <p:cNvSpPr/>
            <p:nvPr/>
          </p:nvSpPr>
          <p:spPr>
            <a:xfrm>
              <a:off x="5238658" y="2169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t5000"/>
            <p:cNvSpPr/>
            <p:nvPr/>
          </p:nvSpPr>
          <p:spPr>
            <a:xfrm>
              <a:off x="5632311" y="1729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t5001"/>
            <p:cNvSpPr/>
            <p:nvPr/>
          </p:nvSpPr>
          <p:spPr>
            <a:xfrm>
              <a:off x="5840959" y="1868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t5002"/>
            <p:cNvSpPr/>
            <p:nvPr/>
          </p:nvSpPr>
          <p:spPr>
            <a:xfrm>
              <a:off x="5206634" y="2194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t5003"/>
            <p:cNvSpPr/>
            <p:nvPr/>
          </p:nvSpPr>
          <p:spPr>
            <a:xfrm>
              <a:off x="5229007" y="2148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t5004"/>
            <p:cNvSpPr/>
            <p:nvPr/>
          </p:nvSpPr>
          <p:spPr>
            <a:xfrm>
              <a:off x="5157031" y="2092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t5005"/>
            <p:cNvSpPr/>
            <p:nvPr/>
          </p:nvSpPr>
          <p:spPr>
            <a:xfrm>
              <a:off x="5104880" y="2064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t5006"/>
            <p:cNvSpPr/>
            <p:nvPr/>
          </p:nvSpPr>
          <p:spPr>
            <a:xfrm>
              <a:off x="5406537" y="2245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t5007"/>
            <p:cNvSpPr/>
            <p:nvPr/>
          </p:nvSpPr>
          <p:spPr>
            <a:xfrm>
              <a:off x="5499654" y="2020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t5008"/>
            <p:cNvSpPr/>
            <p:nvPr/>
          </p:nvSpPr>
          <p:spPr>
            <a:xfrm>
              <a:off x="5735596" y="2019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t5009"/>
            <p:cNvSpPr/>
            <p:nvPr/>
          </p:nvSpPr>
          <p:spPr>
            <a:xfrm>
              <a:off x="5154974" y="2087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t5010"/>
            <p:cNvSpPr/>
            <p:nvPr/>
          </p:nvSpPr>
          <p:spPr>
            <a:xfrm>
              <a:off x="5259696" y="2139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t5011"/>
            <p:cNvSpPr/>
            <p:nvPr/>
          </p:nvSpPr>
          <p:spPr>
            <a:xfrm>
              <a:off x="5161118" y="2151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t5012"/>
            <p:cNvSpPr/>
            <p:nvPr/>
          </p:nvSpPr>
          <p:spPr>
            <a:xfrm>
              <a:off x="5296745" y="2132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t5013"/>
            <p:cNvSpPr/>
            <p:nvPr/>
          </p:nvSpPr>
          <p:spPr>
            <a:xfrm>
              <a:off x="5123083" y="2111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t5014"/>
            <p:cNvSpPr/>
            <p:nvPr/>
          </p:nvSpPr>
          <p:spPr>
            <a:xfrm>
              <a:off x="5464146" y="2167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t5015"/>
            <p:cNvSpPr/>
            <p:nvPr/>
          </p:nvSpPr>
          <p:spPr>
            <a:xfrm>
              <a:off x="5726057" y="2162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t5016"/>
            <p:cNvSpPr/>
            <p:nvPr/>
          </p:nvSpPr>
          <p:spPr>
            <a:xfrm>
              <a:off x="5052571" y="2605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t5017"/>
            <p:cNvSpPr/>
            <p:nvPr/>
          </p:nvSpPr>
          <p:spPr>
            <a:xfrm>
              <a:off x="5503925" y="197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t5018"/>
            <p:cNvSpPr/>
            <p:nvPr/>
          </p:nvSpPr>
          <p:spPr>
            <a:xfrm>
              <a:off x="5205880" y="2028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t5019"/>
            <p:cNvSpPr/>
            <p:nvPr/>
          </p:nvSpPr>
          <p:spPr>
            <a:xfrm>
              <a:off x="5546906" y="2104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t5020"/>
            <p:cNvSpPr/>
            <p:nvPr/>
          </p:nvSpPr>
          <p:spPr>
            <a:xfrm>
              <a:off x="5297074" y="2194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t5021"/>
            <p:cNvSpPr/>
            <p:nvPr/>
          </p:nvSpPr>
          <p:spPr>
            <a:xfrm>
              <a:off x="5497742" y="1943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t5022"/>
            <p:cNvSpPr/>
            <p:nvPr/>
          </p:nvSpPr>
          <p:spPr>
            <a:xfrm>
              <a:off x="5555201" y="2204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t5023"/>
            <p:cNvSpPr/>
            <p:nvPr/>
          </p:nvSpPr>
          <p:spPr>
            <a:xfrm>
              <a:off x="5410430" y="2251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t5024"/>
            <p:cNvSpPr/>
            <p:nvPr/>
          </p:nvSpPr>
          <p:spPr>
            <a:xfrm>
              <a:off x="5610434" y="1994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t5025"/>
            <p:cNvSpPr/>
            <p:nvPr/>
          </p:nvSpPr>
          <p:spPr>
            <a:xfrm>
              <a:off x="5761131" y="1647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t5026"/>
            <p:cNvSpPr/>
            <p:nvPr/>
          </p:nvSpPr>
          <p:spPr>
            <a:xfrm>
              <a:off x="5191347" y="1847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t5027"/>
            <p:cNvSpPr/>
            <p:nvPr/>
          </p:nvSpPr>
          <p:spPr>
            <a:xfrm>
              <a:off x="5481281" y="2187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t5028"/>
            <p:cNvSpPr/>
            <p:nvPr/>
          </p:nvSpPr>
          <p:spPr>
            <a:xfrm>
              <a:off x="5919907" y="2009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t5029"/>
            <p:cNvSpPr/>
            <p:nvPr/>
          </p:nvSpPr>
          <p:spPr>
            <a:xfrm>
              <a:off x="5214386" y="215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t5030"/>
            <p:cNvSpPr/>
            <p:nvPr/>
          </p:nvSpPr>
          <p:spPr>
            <a:xfrm>
              <a:off x="4969922" y="2646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t5031"/>
            <p:cNvSpPr/>
            <p:nvPr/>
          </p:nvSpPr>
          <p:spPr>
            <a:xfrm>
              <a:off x="5183636" y="2116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t5032"/>
            <p:cNvSpPr/>
            <p:nvPr/>
          </p:nvSpPr>
          <p:spPr>
            <a:xfrm>
              <a:off x="4942485" y="2399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t5033"/>
            <p:cNvSpPr/>
            <p:nvPr/>
          </p:nvSpPr>
          <p:spPr>
            <a:xfrm>
              <a:off x="5199279" y="2146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t5034"/>
            <p:cNvSpPr/>
            <p:nvPr/>
          </p:nvSpPr>
          <p:spPr>
            <a:xfrm>
              <a:off x="5195838" y="1874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t5035"/>
            <p:cNvSpPr/>
            <p:nvPr/>
          </p:nvSpPr>
          <p:spPr>
            <a:xfrm>
              <a:off x="5246565" y="2147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t5036"/>
            <p:cNvSpPr/>
            <p:nvPr/>
          </p:nvSpPr>
          <p:spPr>
            <a:xfrm>
              <a:off x="5601393" y="1873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t5037"/>
            <p:cNvSpPr/>
            <p:nvPr/>
          </p:nvSpPr>
          <p:spPr>
            <a:xfrm>
              <a:off x="5552992" y="2005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t5038"/>
            <p:cNvSpPr/>
            <p:nvPr/>
          </p:nvSpPr>
          <p:spPr>
            <a:xfrm>
              <a:off x="5062227" y="2483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t5039"/>
            <p:cNvSpPr/>
            <p:nvPr/>
          </p:nvSpPr>
          <p:spPr>
            <a:xfrm>
              <a:off x="5422231" y="2042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t5040"/>
            <p:cNvSpPr/>
            <p:nvPr/>
          </p:nvSpPr>
          <p:spPr>
            <a:xfrm>
              <a:off x="5126091" y="2116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t5041"/>
            <p:cNvSpPr/>
            <p:nvPr/>
          </p:nvSpPr>
          <p:spPr>
            <a:xfrm>
              <a:off x="5624093" y="1750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t5042"/>
            <p:cNvSpPr/>
            <p:nvPr/>
          </p:nvSpPr>
          <p:spPr>
            <a:xfrm>
              <a:off x="5233851" y="2143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t5043"/>
            <p:cNvSpPr/>
            <p:nvPr/>
          </p:nvSpPr>
          <p:spPr>
            <a:xfrm>
              <a:off x="5085407" y="2437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t5044"/>
            <p:cNvSpPr/>
            <p:nvPr/>
          </p:nvSpPr>
          <p:spPr>
            <a:xfrm>
              <a:off x="5048199" y="2679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t5045"/>
            <p:cNvSpPr/>
            <p:nvPr/>
          </p:nvSpPr>
          <p:spPr>
            <a:xfrm>
              <a:off x="5784129" y="1773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t5046"/>
            <p:cNvSpPr/>
            <p:nvPr/>
          </p:nvSpPr>
          <p:spPr>
            <a:xfrm>
              <a:off x="5288863" y="2073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t5047"/>
            <p:cNvSpPr/>
            <p:nvPr/>
          </p:nvSpPr>
          <p:spPr>
            <a:xfrm>
              <a:off x="5654562" y="1923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t5048"/>
            <p:cNvSpPr/>
            <p:nvPr/>
          </p:nvSpPr>
          <p:spPr>
            <a:xfrm>
              <a:off x="5568922" y="1893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t5049"/>
            <p:cNvSpPr/>
            <p:nvPr/>
          </p:nvSpPr>
          <p:spPr>
            <a:xfrm>
              <a:off x="5203803" y="2148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t5050"/>
            <p:cNvSpPr/>
            <p:nvPr/>
          </p:nvSpPr>
          <p:spPr>
            <a:xfrm>
              <a:off x="5395546" y="2257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t5051"/>
            <p:cNvSpPr/>
            <p:nvPr/>
          </p:nvSpPr>
          <p:spPr>
            <a:xfrm>
              <a:off x="5565773" y="1708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t5052"/>
            <p:cNvSpPr/>
            <p:nvPr/>
          </p:nvSpPr>
          <p:spPr>
            <a:xfrm>
              <a:off x="5172629" y="2149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t5053"/>
            <p:cNvSpPr/>
            <p:nvPr/>
          </p:nvSpPr>
          <p:spPr>
            <a:xfrm>
              <a:off x="5364327" y="1928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t5054"/>
            <p:cNvSpPr/>
            <p:nvPr/>
          </p:nvSpPr>
          <p:spPr>
            <a:xfrm>
              <a:off x="5885980" y="1623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t5055"/>
            <p:cNvSpPr/>
            <p:nvPr/>
          </p:nvSpPr>
          <p:spPr>
            <a:xfrm>
              <a:off x="5315080" y="2194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t5056"/>
            <p:cNvSpPr/>
            <p:nvPr/>
          </p:nvSpPr>
          <p:spPr>
            <a:xfrm>
              <a:off x="4994393" y="214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t5057"/>
            <p:cNvSpPr/>
            <p:nvPr/>
          </p:nvSpPr>
          <p:spPr>
            <a:xfrm>
              <a:off x="4834247" y="2059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t5058"/>
            <p:cNvSpPr/>
            <p:nvPr/>
          </p:nvSpPr>
          <p:spPr>
            <a:xfrm>
              <a:off x="5555268" y="2105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t5059"/>
            <p:cNvSpPr/>
            <p:nvPr/>
          </p:nvSpPr>
          <p:spPr>
            <a:xfrm>
              <a:off x="5574165" y="1640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t5060"/>
            <p:cNvSpPr/>
            <p:nvPr/>
          </p:nvSpPr>
          <p:spPr>
            <a:xfrm>
              <a:off x="5288347" y="2076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t5061"/>
            <p:cNvSpPr/>
            <p:nvPr/>
          </p:nvSpPr>
          <p:spPr>
            <a:xfrm>
              <a:off x="5603828" y="1857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t5062"/>
            <p:cNvSpPr/>
            <p:nvPr/>
          </p:nvSpPr>
          <p:spPr>
            <a:xfrm>
              <a:off x="4932339" y="2138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t5063"/>
            <p:cNvSpPr/>
            <p:nvPr/>
          </p:nvSpPr>
          <p:spPr>
            <a:xfrm>
              <a:off x="5536139" y="1964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t5064"/>
            <p:cNvSpPr/>
            <p:nvPr/>
          </p:nvSpPr>
          <p:spPr>
            <a:xfrm>
              <a:off x="5300478" y="2217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t5065"/>
            <p:cNvSpPr/>
            <p:nvPr/>
          </p:nvSpPr>
          <p:spPr>
            <a:xfrm>
              <a:off x="4962119" y="2367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t5066"/>
            <p:cNvSpPr/>
            <p:nvPr/>
          </p:nvSpPr>
          <p:spPr>
            <a:xfrm>
              <a:off x="5056783" y="243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t5067"/>
            <p:cNvSpPr/>
            <p:nvPr/>
          </p:nvSpPr>
          <p:spPr>
            <a:xfrm>
              <a:off x="5724960" y="1785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t5068"/>
            <p:cNvSpPr/>
            <p:nvPr/>
          </p:nvSpPr>
          <p:spPr>
            <a:xfrm>
              <a:off x="4728785" y="2658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t5069"/>
            <p:cNvSpPr/>
            <p:nvPr/>
          </p:nvSpPr>
          <p:spPr>
            <a:xfrm>
              <a:off x="5498727" y="2023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t5070"/>
            <p:cNvSpPr/>
            <p:nvPr/>
          </p:nvSpPr>
          <p:spPr>
            <a:xfrm>
              <a:off x="5730339" y="1671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t5071"/>
            <p:cNvSpPr/>
            <p:nvPr/>
          </p:nvSpPr>
          <p:spPr>
            <a:xfrm>
              <a:off x="5032805" y="2673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t5072"/>
            <p:cNvSpPr/>
            <p:nvPr/>
          </p:nvSpPr>
          <p:spPr>
            <a:xfrm>
              <a:off x="5467818" y="222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t5073"/>
            <p:cNvSpPr/>
            <p:nvPr/>
          </p:nvSpPr>
          <p:spPr>
            <a:xfrm>
              <a:off x="5518600" y="1819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t5074"/>
            <p:cNvSpPr/>
            <p:nvPr/>
          </p:nvSpPr>
          <p:spPr>
            <a:xfrm>
              <a:off x="5559986" y="2073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t5075"/>
            <p:cNvSpPr/>
            <p:nvPr/>
          </p:nvSpPr>
          <p:spPr>
            <a:xfrm>
              <a:off x="5266222" y="2137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t5076"/>
            <p:cNvSpPr/>
            <p:nvPr/>
          </p:nvSpPr>
          <p:spPr>
            <a:xfrm>
              <a:off x="5147896" y="2153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t5077"/>
            <p:cNvSpPr/>
            <p:nvPr/>
          </p:nvSpPr>
          <p:spPr>
            <a:xfrm>
              <a:off x="5104808" y="2103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t5078"/>
            <p:cNvSpPr/>
            <p:nvPr/>
          </p:nvSpPr>
          <p:spPr>
            <a:xfrm>
              <a:off x="5028591" y="2519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t5079"/>
            <p:cNvSpPr/>
            <p:nvPr/>
          </p:nvSpPr>
          <p:spPr>
            <a:xfrm>
              <a:off x="5596655" y="1888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t5080"/>
            <p:cNvSpPr/>
            <p:nvPr/>
          </p:nvSpPr>
          <p:spPr>
            <a:xfrm>
              <a:off x="5385435" y="2115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t5081"/>
            <p:cNvSpPr/>
            <p:nvPr/>
          </p:nvSpPr>
          <p:spPr>
            <a:xfrm>
              <a:off x="4976202" y="2509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t5082"/>
            <p:cNvSpPr/>
            <p:nvPr/>
          </p:nvSpPr>
          <p:spPr>
            <a:xfrm>
              <a:off x="5502304" y="1816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t5083"/>
            <p:cNvSpPr/>
            <p:nvPr/>
          </p:nvSpPr>
          <p:spPr>
            <a:xfrm>
              <a:off x="5469517" y="2151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t5084"/>
            <p:cNvSpPr/>
            <p:nvPr/>
          </p:nvSpPr>
          <p:spPr>
            <a:xfrm>
              <a:off x="5223926" y="2085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t5085"/>
            <p:cNvSpPr/>
            <p:nvPr/>
          </p:nvSpPr>
          <p:spPr>
            <a:xfrm>
              <a:off x="5400177" y="2177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t5086"/>
            <p:cNvSpPr/>
            <p:nvPr/>
          </p:nvSpPr>
          <p:spPr>
            <a:xfrm>
              <a:off x="5517677" y="2018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t5087"/>
            <p:cNvSpPr/>
            <p:nvPr/>
          </p:nvSpPr>
          <p:spPr>
            <a:xfrm>
              <a:off x="5212196" y="2069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t5088"/>
            <p:cNvSpPr/>
            <p:nvPr/>
          </p:nvSpPr>
          <p:spPr>
            <a:xfrm>
              <a:off x="5263356" y="2280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t5089"/>
            <p:cNvSpPr/>
            <p:nvPr/>
          </p:nvSpPr>
          <p:spPr>
            <a:xfrm>
              <a:off x="5418105" y="2262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t5090"/>
            <p:cNvSpPr/>
            <p:nvPr/>
          </p:nvSpPr>
          <p:spPr>
            <a:xfrm>
              <a:off x="5354724" y="2083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t5091"/>
            <p:cNvSpPr/>
            <p:nvPr/>
          </p:nvSpPr>
          <p:spPr>
            <a:xfrm>
              <a:off x="5028150" y="2677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t5092"/>
            <p:cNvSpPr/>
            <p:nvPr/>
          </p:nvSpPr>
          <p:spPr>
            <a:xfrm>
              <a:off x="5052505" y="2704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t5093"/>
            <p:cNvSpPr/>
            <p:nvPr/>
          </p:nvSpPr>
          <p:spPr>
            <a:xfrm>
              <a:off x="4903444" y="2294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t5094"/>
            <p:cNvSpPr/>
            <p:nvPr/>
          </p:nvSpPr>
          <p:spPr>
            <a:xfrm>
              <a:off x="5204873" y="1698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t5095"/>
            <p:cNvSpPr/>
            <p:nvPr/>
          </p:nvSpPr>
          <p:spPr>
            <a:xfrm>
              <a:off x="5552631" y="2098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t5096"/>
            <p:cNvSpPr/>
            <p:nvPr/>
          </p:nvSpPr>
          <p:spPr>
            <a:xfrm>
              <a:off x="4867013" y="2454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t5097"/>
            <p:cNvSpPr/>
            <p:nvPr/>
          </p:nvSpPr>
          <p:spPr>
            <a:xfrm>
              <a:off x="4991207" y="1943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t5098"/>
            <p:cNvSpPr/>
            <p:nvPr/>
          </p:nvSpPr>
          <p:spPr>
            <a:xfrm>
              <a:off x="5106045" y="2146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t5099"/>
            <p:cNvSpPr/>
            <p:nvPr/>
          </p:nvSpPr>
          <p:spPr>
            <a:xfrm>
              <a:off x="5198336" y="2152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t5100"/>
            <p:cNvSpPr/>
            <p:nvPr/>
          </p:nvSpPr>
          <p:spPr>
            <a:xfrm>
              <a:off x="5115794" y="2113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t5101"/>
            <p:cNvSpPr/>
            <p:nvPr/>
          </p:nvSpPr>
          <p:spPr>
            <a:xfrm>
              <a:off x="5367406" y="1864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t5102"/>
            <p:cNvSpPr/>
            <p:nvPr/>
          </p:nvSpPr>
          <p:spPr>
            <a:xfrm>
              <a:off x="5202296" y="2116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t5103"/>
            <p:cNvSpPr/>
            <p:nvPr/>
          </p:nvSpPr>
          <p:spPr>
            <a:xfrm>
              <a:off x="5453890" y="2212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t5104"/>
            <p:cNvSpPr/>
            <p:nvPr/>
          </p:nvSpPr>
          <p:spPr>
            <a:xfrm>
              <a:off x="4945140" y="235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t5105"/>
            <p:cNvSpPr/>
            <p:nvPr/>
          </p:nvSpPr>
          <p:spPr>
            <a:xfrm>
              <a:off x="5224010" y="2212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t5106"/>
            <p:cNvSpPr/>
            <p:nvPr/>
          </p:nvSpPr>
          <p:spPr>
            <a:xfrm>
              <a:off x="5353518" y="2026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t5107"/>
            <p:cNvSpPr/>
            <p:nvPr/>
          </p:nvSpPr>
          <p:spPr>
            <a:xfrm>
              <a:off x="5000062" y="2338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t5108"/>
            <p:cNvSpPr/>
            <p:nvPr/>
          </p:nvSpPr>
          <p:spPr>
            <a:xfrm>
              <a:off x="5100079" y="2182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t5109"/>
            <p:cNvSpPr/>
            <p:nvPr/>
          </p:nvSpPr>
          <p:spPr>
            <a:xfrm>
              <a:off x="5178920" y="2092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t5110"/>
            <p:cNvSpPr/>
            <p:nvPr/>
          </p:nvSpPr>
          <p:spPr>
            <a:xfrm>
              <a:off x="5389521" y="2280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t5111"/>
            <p:cNvSpPr/>
            <p:nvPr/>
          </p:nvSpPr>
          <p:spPr>
            <a:xfrm>
              <a:off x="5428267" y="2244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t5112"/>
            <p:cNvSpPr/>
            <p:nvPr/>
          </p:nvSpPr>
          <p:spPr>
            <a:xfrm>
              <a:off x="5120593" y="2232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t5113"/>
            <p:cNvSpPr/>
            <p:nvPr/>
          </p:nvSpPr>
          <p:spPr>
            <a:xfrm>
              <a:off x="5508623" y="207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t5114"/>
            <p:cNvSpPr/>
            <p:nvPr/>
          </p:nvSpPr>
          <p:spPr>
            <a:xfrm>
              <a:off x="5130742" y="209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t5115"/>
            <p:cNvSpPr/>
            <p:nvPr/>
          </p:nvSpPr>
          <p:spPr>
            <a:xfrm>
              <a:off x="4969089" y="2607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t5116"/>
            <p:cNvSpPr/>
            <p:nvPr/>
          </p:nvSpPr>
          <p:spPr>
            <a:xfrm>
              <a:off x="5237804" y="2169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t5117"/>
            <p:cNvSpPr/>
            <p:nvPr/>
          </p:nvSpPr>
          <p:spPr>
            <a:xfrm>
              <a:off x="5191007" y="2155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t5118"/>
            <p:cNvSpPr/>
            <p:nvPr/>
          </p:nvSpPr>
          <p:spPr>
            <a:xfrm>
              <a:off x="5231125" y="2154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t5119"/>
            <p:cNvSpPr/>
            <p:nvPr/>
          </p:nvSpPr>
          <p:spPr>
            <a:xfrm>
              <a:off x="5057734" y="2443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t5120"/>
            <p:cNvSpPr/>
            <p:nvPr/>
          </p:nvSpPr>
          <p:spPr>
            <a:xfrm>
              <a:off x="5613398" y="2076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t5121"/>
            <p:cNvSpPr/>
            <p:nvPr/>
          </p:nvSpPr>
          <p:spPr>
            <a:xfrm>
              <a:off x="5033268" y="2758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t5122"/>
            <p:cNvSpPr/>
            <p:nvPr/>
          </p:nvSpPr>
          <p:spPr>
            <a:xfrm>
              <a:off x="5382234" y="2048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t5123"/>
            <p:cNvSpPr/>
            <p:nvPr/>
          </p:nvSpPr>
          <p:spPr>
            <a:xfrm>
              <a:off x="5216238" y="2049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t5124"/>
            <p:cNvSpPr/>
            <p:nvPr/>
          </p:nvSpPr>
          <p:spPr>
            <a:xfrm>
              <a:off x="5459700" y="2121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t5125"/>
            <p:cNvSpPr/>
            <p:nvPr/>
          </p:nvSpPr>
          <p:spPr>
            <a:xfrm>
              <a:off x="4872512" y="2601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t5126"/>
            <p:cNvSpPr/>
            <p:nvPr/>
          </p:nvSpPr>
          <p:spPr>
            <a:xfrm>
              <a:off x="5468409" y="2219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t5127"/>
            <p:cNvSpPr/>
            <p:nvPr/>
          </p:nvSpPr>
          <p:spPr>
            <a:xfrm>
              <a:off x="5725127" y="2062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t5128"/>
            <p:cNvSpPr/>
            <p:nvPr/>
          </p:nvSpPr>
          <p:spPr>
            <a:xfrm>
              <a:off x="5584358" y="1819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t5129"/>
            <p:cNvSpPr/>
            <p:nvPr/>
          </p:nvSpPr>
          <p:spPr>
            <a:xfrm>
              <a:off x="5505114" y="197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t5130"/>
            <p:cNvSpPr/>
            <p:nvPr/>
          </p:nvSpPr>
          <p:spPr>
            <a:xfrm>
              <a:off x="5531061" y="2009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t5131"/>
            <p:cNvSpPr/>
            <p:nvPr/>
          </p:nvSpPr>
          <p:spPr>
            <a:xfrm>
              <a:off x="5654006" y="1848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t5132"/>
            <p:cNvSpPr/>
            <p:nvPr/>
          </p:nvSpPr>
          <p:spPr>
            <a:xfrm>
              <a:off x="5152942" y="2139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t5133"/>
            <p:cNvSpPr/>
            <p:nvPr/>
          </p:nvSpPr>
          <p:spPr>
            <a:xfrm>
              <a:off x="4869153" y="246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t5134"/>
            <p:cNvSpPr/>
            <p:nvPr/>
          </p:nvSpPr>
          <p:spPr>
            <a:xfrm>
              <a:off x="5556340" y="2112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t5135"/>
            <p:cNvSpPr/>
            <p:nvPr/>
          </p:nvSpPr>
          <p:spPr>
            <a:xfrm>
              <a:off x="5475563" y="2162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t5136"/>
            <p:cNvSpPr/>
            <p:nvPr/>
          </p:nvSpPr>
          <p:spPr>
            <a:xfrm>
              <a:off x="5233740" y="2143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t5137"/>
            <p:cNvSpPr/>
            <p:nvPr/>
          </p:nvSpPr>
          <p:spPr>
            <a:xfrm>
              <a:off x="5436033" y="2118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t5138"/>
            <p:cNvSpPr/>
            <p:nvPr/>
          </p:nvSpPr>
          <p:spPr>
            <a:xfrm>
              <a:off x="5220365" y="2134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t5139"/>
            <p:cNvSpPr/>
            <p:nvPr/>
          </p:nvSpPr>
          <p:spPr>
            <a:xfrm>
              <a:off x="5287219" y="2001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t5140"/>
            <p:cNvSpPr/>
            <p:nvPr/>
          </p:nvSpPr>
          <p:spPr>
            <a:xfrm>
              <a:off x="4487957" y="2484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t5141"/>
            <p:cNvSpPr/>
            <p:nvPr/>
          </p:nvSpPr>
          <p:spPr>
            <a:xfrm>
              <a:off x="5021476" y="2432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t5142"/>
            <p:cNvSpPr/>
            <p:nvPr/>
          </p:nvSpPr>
          <p:spPr>
            <a:xfrm>
              <a:off x="5128219" y="199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t5143"/>
            <p:cNvSpPr/>
            <p:nvPr/>
          </p:nvSpPr>
          <p:spPr>
            <a:xfrm>
              <a:off x="5062337" y="2479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t5144"/>
            <p:cNvSpPr/>
            <p:nvPr/>
          </p:nvSpPr>
          <p:spPr>
            <a:xfrm>
              <a:off x="5376054" y="1959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t5145"/>
            <p:cNvSpPr/>
            <p:nvPr/>
          </p:nvSpPr>
          <p:spPr>
            <a:xfrm>
              <a:off x="5362395" y="1970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t5146"/>
            <p:cNvSpPr/>
            <p:nvPr/>
          </p:nvSpPr>
          <p:spPr>
            <a:xfrm>
              <a:off x="5420874" y="2210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t5147"/>
            <p:cNvSpPr/>
            <p:nvPr/>
          </p:nvSpPr>
          <p:spPr>
            <a:xfrm>
              <a:off x="4995285" y="2044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t5148"/>
            <p:cNvSpPr/>
            <p:nvPr/>
          </p:nvSpPr>
          <p:spPr>
            <a:xfrm>
              <a:off x="5290880" y="1950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t5149"/>
            <p:cNvSpPr/>
            <p:nvPr/>
          </p:nvSpPr>
          <p:spPr>
            <a:xfrm>
              <a:off x="5306457" y="2159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t5150"/>
            <p:cNvSpPr/>
            <p:nvPr/>
          </p:nvSpPr>
          <p:spPr>
            <a:xfrm>
              <a:off x="5561584" y="2050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t5151"/>
            <p:cNvSpPr/>
            <p:nvPr/>
          </p:nvSpPr>
          <p:spPr>
            <a:xfrm>
              <a:off x="5081288" y="2298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t5152"/>
            <p:cNvSpPr/>
            <p:nvPr/>
          </p:nvSpPr>
          <p:spPr>
            <a:xfrm>
              <a:off x="5064444" y="2568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t5153"/>
            <p:cNvSpPr/>
            <p:nvPr/>
          </p:nvSpPr>
          <p:spPr>
            <a:xfrm>
              <a:off x="5394666" y="2227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t5154"/>
            <p:cNvSpPr/>
            <p:nvPr/>
          </p:nvSpPr>
          <p:spPr>
            <a:xfrm>
              <a:off x="5253732" y="2261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t5155"/>
            <p:cNvSpPr/>
            <p:nvPr/>
          </p:nvSpPr>
          <p:spPr>
            <a:xfrm>
              <a:off x="5450476" y="2249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t5156"/>
            <p:cNvSpPr/>
            <p:nvPr/>
          </p:nvSpPr>
          <p:spPr>
            <a:xfrm>
              <a:off x="5388041" y="1982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t5157"/>
            <p:cNvSpPr/>
            <p:nvPr/>
          </p:nvSpPr>
          <p:spPr>
            <a:xfrm>
              <a:off x="4906744" y="2308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t5158"/>
            <p:cNvSpPr/>
            <p:nvPr/>
          </p:nvSpPr>
          <p:spPr>
            <a:xfrm>
              <a:off x="5145910" y="2089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t5159"/>
            <p:cNvSpPr/>
            <p:nvPr/>
          </p:nvSpPr>
          <p:spPr>
            <a:xfrm>
              <a:off x="4730531" y="2411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t5160"/>
            <p:cNvSpPr/>
            <p:nvPr/>
          </p:nvSpPr>
          <p:spPr>
            <a:xfrm>
              <a:off x="5451070" y="228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t5161"/>
            <p:cNvSpPr/>
            <p:nvPr/>
          </p:nvSpPr>
          <p:spPr>
            <a:xfrm>
              <a:off x="5411330" y="2307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t5162"/>
            <p:cNvSpPr/>
            <p:nvPr/>
          </p:nvSpPr>
          <p:spPr>
            <a:xfrm>
              <a:off x="4644304" y="2545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t5163"/>
            <p:cNvSpPr/>
            <p:nvPr/>
          </p:nvSpPr>
          <p:spPr>
            <a:xfrm>
              <a:off x="5459302" y="2249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t5164"/>
            <p:cNvSpPr/>
            <p:nvPr/>
          </p:nvSpPr>
          <p:spPr>
            <a:xfrm>
              <a:off x="5275030" y="2066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t5165"/>
            <p:cNvSpPr/>
            <p:nvPr/>
          </p:nvSpPr>
          <p:spPr>
            <a:xfrm>
              <a:off x="5345260" y="2036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t5166"/>
            <p:cNvSpPr/>
            <p:nvPr/>
          </p:nvSpPr>
          <p:spPr>
            <a:xfrm>
              <a:off x="5252551" y="2138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t5167"/>
            <p:cNvSpPr/>
            <p:nvPr/>
          </p:nvSpPr>
          <p:spPr>
            <a:xfrm>
              <a:off x="4947353" y="2634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t5168"/>
            <p:cNvSpPr/>
            <p:nvPr/>
          </p:nvSpPr>
          <p:spPr>
            <a:xfrm>
              <a:off x="5046224" y="2642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t5169"/>
            <p:cNvSpPr/>
            <p:nvPr/>
          </p:nvSpPr>
          <p:spPr>
            <a:xfrm>
              <a:off x="5264940" y="2257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t5170"/>
            <p:cNvSpPr/>
            <p:nvPr/>
          </p:nvSpPr>
          <p:spPr>
            <a:xfrm>
              <a:off x="5652895" y="2024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t5171"/>
            <p:cNvSpPr/>
            <p:nvPr/>
          </p:nvSpPr>
          <p:spPr>
            <a:xfrm>
              <a:off x="5204866" y="2094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t5172"/>
            <p:cNvSpPr/>
            <p:nvPr/>
          </p:nvSpPr>
          <p:spPr>
            <a:xfrm>
              <a:off x="5329580" y="2164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t5173"/>
            <p:cNvSpPr/>
            <p:nvPr/>
          </p:nvSpPr>
          <p:spPr>
            <a:xfrm>
              <a:off x="5304556" y="2187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t5174"/>
            <p:cNvSpPr/>
            <p:nvPr/>
          </p:nvSpPr>
          <p:spPr>
            <a:xfrm>
              <a:off x="4764526" y="2403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t5175"/>
            <p:cNvSpPr/>
            <p:nvPr/>
          </p:nvSpPr>
          <p:spPr>
            <a:xfrm>
              <a:off x="4896082" y="2600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t5176"/>
            <p:cNvSpPr/>
            <p:nvPr/>
          </p:nvSpPr>
          <p:spPr>
            <a:xfrm>
              <a:off x="5578878" y="1759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t5177"/>
            <p:cNvSpPr/>
            <p:nvPr/>
          </p:nvSpPr>
          <p:spPr>
            <a:xfrm>
              <a:off x="5318466" y="2307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t5178"/>
            <p:cNvSpPr/>
            <p:nvPr/>
          </p:nvSpPr>
          <p:spPr>
            <a:xfrm>
              <a:off x="5152466" y="2112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t5179"/>
            <p:cNvSpPr/>
            <p:nvPr/>
          </p:nvSpPr>
          <p:spPr>
            <a:xfrm>
              <a:off x="4702812" y="2462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t5180"/>
            <p:cNvSpPr/>
            <p:nvPr/>
          </p:nvSpPr>
          <p:spPr>
            <a:xfrm>
              <a:off x="5612793" y="2051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t5181"/>
            <p:cNvSpPr/>
            <p:nvPr/>
          </p:nvSpPr>
          <p:spPr>
            <a:xfrm>
              <a:off x="5180301" y="2191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t5182"/>
            <p:cNvSpPr/>
            <p:nvPr/>
          </p:nvSpPr>
          <p:spPr>
            <a:xfrm>
              <a:off x="5241043" y="2181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t5183"/>
            <p:cNvSpPr/>
            <p:nvPr/>
          </p:nvSpPr>
          <p:spPr>
            <a:xfrm>
              <a:off x="5374417" y="1987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t5184"/>
            <p:cNvSpPr/>
            <p:nvPr/>
          </p:nvSpPr>
          <p:spPr>
            <a:xfrm>
              <a:off x="5683372" y="1987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t5185"/>
            <p:cNvSpPr/>
            <p:nvPr/>
          </p:nvSpPr>
          <p:spPr>
            <a:xfrm>
              <a:off x="4740145" y="2115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t5186"/>
            <p:cNvSpPr/>
            <p:nvPr/>
          </p:nvSpPr>
          <p:spPr>
            <a:xfrm>
              <a:off x="5601601" y="1974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t5187"/>
            <p:cNvSpPr/>
            <p:nvPr/>
          </p:nvSpPr>
          <p:spPr>
            <a:xfrm>
              <a:off x="5408349" y="2305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t5188"/>
            <p:cNvSpPr/>
            <p:nvPr/>
          </p:nvSpPr>
          <p:spPr>
            <a:xfrm>
              <a:off x="5659485" y="1856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t5189"/>
            <p:cNvSpPr/>
            <p:nvPr/>
          </p:nvSpPr>
          <p:spPr>
            <a:xfrm>
              <a:off x="5391600" y="2164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t5190"/>
            <p:cNvSpPr/>
            <p:nvPr/>
          </p:nvSpPr>
          <p:spPr>
            <a:xfrm>
              <a:off x="5525683" y="1817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t5191"/>
            <p:cNvSpPr/>
            <p:nvPr/>
          </p:nvSpPr>
          <p:spPr>
            <a:xfrm>
              <a:off x="5267046" y="2247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t5192"/>
            <p:cNvSpPr/>
            <p:nvPr/>
          </p:nvSpPr>
          <p:spPr>
            <a:xfrm>
              <a:off x="5083461" y="2390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t5193"/>
            <p:cNvSpPr/>
            <p:nvPr/>
          </p:nvSpPr>
          <p:spPr>
            <a:xfrm>
              <a:off x="5331564" y="2134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t5194"/>
            <p:cNvSpPr/>
            <p:nvPr/>
          </p:nvSpPr>
          <p:spPr>
            <a:xfrm>
              <a:off x="5028354" y="2636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t5195"/>
            <p:cNvSpPr/>
            <p:nvPr/>
          </p:nvSpPr>
          <p:spPr>
            <a:xfrm>
              <a:off x="4974290" y="2460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t5196"/>
            <p:cNvSpPr/>
            <p:nvPr/>
          </p:nvSpPr>
          <p:spPr>
            <a:xfrm>
              <a:off x="5541852" y="1897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t5197"/>
            <p:cNvSpPr/>
            <p:nvPr/>
          </p:nvSpPr>
          <p:spPr>
            <a:xfrm>
              <a:off x="5578505" y="1448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t5198"/>
            <p:cNvSpPr/>
            <p:nvPr/>
          </p:nvSpPr>
          <p:spPr>
            <a:xfrm>
              <a:off x="5058137" y="2572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t5199"/>
            <p:cNvSpPr/>
            <p:nvPr/>
          </p:nvSpPr>
          <p:spPr>
            <a:xfrm>
              <a:off x="5249445" y="2196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t5200"/>
            <p:cNvSpPr/>
            <p:nvPr/>
          </p:nvSpPr>
          <p:spPr>
            <a:xfrm>
              <a:off x="5393582" y="2197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t5201"/>
            <p:cNvSpPr/>
            <p:nvPr/>
          </p:nvSpPr>
          <p:spPr>
            <a:xfrm>
              <a:off x="4950050" y="2584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t5202"/>
            <p:cNvSpPr/>
            <p:nvPr/>
          </p:nvSpPr>
          <p:spPr>
            <a:xfrm>
              <a:off x="5080347" y="2242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t5203"/>
            <p:cNvSpPr/>
            <p:nvPr/>
          </p:nvSpPr>
          <p:spPr>
            <a:xfrm>
              <a:off x="5500049" y="190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t5204"/>
            <p:cNvSpPr/>
            <p:nvPr/>
          </p:nvSpPr>
          <p:spPr>
            <a:xfrm>
              <a:off x="4903244" y="2238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t5205"/>
            <p:cNvSpPr/>
            <p:nvPr/>
          </p:nvSpPr>
          <p:spPr>
            <a:xfrm>
              <a:off x="4984033" y="1932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t5206"/>
            <p:cNvSpPr/>
            <p:nvPr/>
          </p:nvSpPr>
          <p:spPr>
            <a:xfrm>
              <a:off x="5281229" y="2031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t5207"/>
            <p:cNvSpPr/>
            <p:nvPr/>
          </p:nvSpPr>
          <p:spPr>
            <a:xfrm>
              <a:off x="5131579" y="1679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t5208"/>
            <p:cNvSpPr/>
            <p:nvPr/>
          </p:nvSpPr>
          <p:spPr>
            <a:xfrm>
              <a:off x="5195432" y="1850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t5209"/>
            <p:cNvSpPr/>
            <p:nvPr/>
          </p:nvSpPr>
          <p:spPr>
            <a:xfrm>
              <a:off x="5327686" y="2123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t5210"/>
            <p:cNvSpPr/>
            <p:nvPr/>
          </p:nvSpPr>
          <p:spPr>
            <a:xfrm>
              <a:off x="5196828" y="2097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t5211"/>
            <p:cNvSpPr/>
            <p:nvPr/>
          </p:nvSpPr>
          <p:spPr>
            <a:xfrm>
              <a:off x="5844162" y="1865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t5212"/>
            <p:cNvSpPr/>
            <p:nvPr/>
          </p:nvSpPr>
          <p:spPr>
            <a:xfrm>
              <a:off x="5487085" y="2172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t5213"/>
            <p:cNvSpPr/>
            <p:nvPr/>
          </p:nvSpPr>
          <p:spPr>
            <a:xfrm>
              <a:off x="5188040" y="2130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t5214"/>
            <p:cNvSpPr/>
            <p:nvPr/>
          </p:nvSpPr>
          <p:spPr>
            <a:xfrm>
              <a:off x="5772021" y="1826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t5215"/>
            <p:cNvSpPr/>
            <p:nvPr/>
          </p:nvSpPr>
          <p:spPr>
            <a:xfrm>
              <a:off x="5655676" y="1979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t5216"/>
            <p:cNvSpPr/>
            <p:nvPr/>
          </p:nvSpPr>
          <p:spPr>
            <a:xfrm>
              <a:off x="5478651" y="2239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t5217"/>
            <p:cNvSpPr/>
            <p:nvPr/>
          </p:nvSpPr>
          <p:spPr>
            <a:xfrm>
              <a:off x="5575403" y="1666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t5218"/>
            <p:cNvSpPr/>
            <p:nvPr/>
          </p:nvSpPr>
          <p:spPr>
            <a:xfrm>
              <a:off x="4747942" y="2769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t5219"/>
            <p:cNvSpPr/>
            <p:nvPr/>
          </p:nvSpPr>
          <p:spPr>
            <a:xfrm>
              <a:off x="5120151" y="2186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t5220"/>
            <p:cNvSpPr/>
            <p:nvPr/>
          </p:nvSpPr>
          <p:spPr>
            <a:xfrm>
              <a:off x="5000911" y="2509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t5221"/>
            <p:cNvSpPr/>
            <p:nvPr/>
          </p:nvSpPr>
          <p:spPr>
            <a:xfrm>
              <a:off x="5171678" y="1962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t5222"/>
            <p:cNvSpPr/>
            <p:nvPr/>
          </p:nvSpPr>
          <p:spPr>
            <a:xfrm>
              <a:off x="5339852" y="2133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t5223"/>
            <p:cNvSpPr/>
            <p:nvPr/>
          </p:nvSpPr>
          <p:spPr>
            <a:xfrm>
              <a:off x="5061155" y="2546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t5224"/>
            <p:cNvSpPr/>
            <p:nvPr/>
          </p:nvSpPr>
          <p:spPr>
            <a:xfrm>
              <a:off x="5030214" y="2715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t5225"/>
            <p:cNvSpPr/>
            <p:nvPr/>
          </p:nvSpPr>
          <p:spPr>
            <a:xfrm>
              <a:off x="5761591" y="1723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t5226"/>
            <p:cNvSpPr/>
            <p:nvPr/>
          </p:nvSpPr>
          <p:spPr>
            <a:xfrm>
              <a:off x="5090803" y="2203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t5227"/>
            <p:cNvSpPr/>
            <p:nvPr/>
          </p:nvSpPr>
          <p:spPr>
            <a:xfrm>
              <a:off x="5296985" y="2228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t5228"/>
            <p:cNvSpPr/>
            <p:nvPr/>
          </p:nvSpPr>
          <p:spPr>
            <a:xfrm>
              <a:off x="5368008" y="2014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t5229"/>
            <p:cNvSpPr/>
            <p:nvPr/>
          </p:nvSpPr>
          <p:spPr>
            <a:xfrm>
              <a:off x="5527619" y="1969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t5230"/>
            <p:cNvSpPr/>
            <p:nvPr/>
          </p:nvSpPr>
          <p:spPr>
            <a:xfrm>
              <a:off x="5164252" y="2230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t5231"/>
            <p:cNvSpPr/>
            <p:nvPr/>
          </p:nvSpPr>
          <p:spPr>
            <a:xfrm>
              <a:off x="5252095" y="2232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t5232"/>
            <p:cNvSpPr/>
            <p:nvPr/>
          </p:nvSpPr>
          <p:spPr>
            <a:xfrm>
              <a:off x="5302277" y="2202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t5233"/>
            <p:cNvSpPr/>
            <p:nvPr/>
          </p:nvSpPr>
          <p:spPr>
            <a:xfrm>
              <a:off x="5834648" y="1635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t5234"/>
            <p:cNvSpPr/>
            <p:nvPr/>
          </p:nvSpPr>
          <p:spPr>
            <a:xfrm>
              <a:off x="4860574" y="2588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t5235"/>
            <p:cNvSpPr/>
            <p:nvPr/>
          </p:nvSpPr>
          <p:spPr>
            <a:xfrm>
              <a:off x="5115847" y="2183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t5236"/>
            <p:cNvSpPr/>
            <p:nvPr/>
          </p:nvSpPr>
          <p:spPr>
            <a:xfrm>
              <a:off x="5610968" y="2030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t5237"/>
            <p:cNvSpPr/>
            <p:nvPr/>
          </p:nvSpPr>
          <p:spPr>
            <a:xfrm>
              <a:off x="5427707" y="2117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t5238"/>
            <p:cNvSpPr/>
            <p:nvPr/>
          </p:nvSpPr>
          <p:spPr>
            <a:xfrm>
              <a:off x="5208662" y="2076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t5239"/>
            <p:cNvSpPr/>
            <p:nvPr/>
          </p:nvSpPr>
          <p:spPr>
            <a:xfrm>
              <a:off x="4837104" y="1748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t5240"/>
            <p:cNvSpPr/>
            <p:nvPr/>
          </p:nvSpPr>
          <p:spPr>
            <a:xfrm>
              <a:off x="5452860" y="2142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t5241"/>
            <p:cNvSpPr/>
            <p:nvPr/>
          </p:nvSpPr>
          <p:spPr>
            <a:xfrm>
              <a:off x="5060092" y="2489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t5242"/>
            <p:cNvSpPr/>
            <p:nvPr/>
          </p:nvSpPr>
          <p:spPr>
            <a:xfrm>
              <a:off x="5844299" y="1480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t5243"/>
            <p:cNvSpPr/>
            <p:nvPr/>
          </p:nvSpPr>
          <p:spPr>
            <a:xfrm>
              <a:off x="5046067" y="2610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t5244"/>
            <p:cNvSpPr/>
            <p:nvPr/>
          </p:nvSpPr>
          <p:spPr>
            <a:xfrm>
              <a:off x="5511301" y="1963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t5245"/>
            <p:cNvSpPr/>
            <p:nvPr/>
          </p:nvSpPr>
          <p:spPr>
            <a:xfrm>
              <a:off x="5320452" y="2277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t5246"/>
            <p:cNvSpPr/>
            <p:nvPr/>
          </p:nvSpPr>
          <p:spPr>
            <a:xfrm>
              <a:off x="4992245" y="1860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t5247"/>
            <p:cNvSpPr/>
            <p:nvPr/>
          </p:nvSpPr>
          <p:spPr>
            <a:xfrm>
              <a:off x="5392128" y="2184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t5248"/>
            <p:cNvSpPr/>
            <p:nvPr/>
          </p:nvSpPr>
          <p:spPr>
            <a:xfrm>
              <a:off x="4858672" y="2423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t5249"/>
            <p:cNvSpPr/>
            <p:nvPr/>
          </p:nvSpPr>
          <p:spPr>
            <a:xfrm>
              <a:off x="5635233" y="2053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t5250"/>
            <p:cNvSpPr/>
            <p:nvPr/>
          </p:nvSpPr>
          <p:spPr>
            <a:xfrm>
              <a:off x="5298288" y="2174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t5251"/>
            <p:cNvSpPr/>
            <p:nvPr/>
          </p:nvSpPr>
          <p:spPr>
            <a:xfrm>
              <a:off x="5221157" y="2167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t5252"/>
            <p:cNvSpPr/>
            <p:nvPr/>
          </p:nvSpPr>
          <p:spPr>
            <a:xfrm>
              <a:off x="5316275" y="2222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t5253"/>
            <p:cNvSpPr/>
            <p:nvPr/>
          </p:nvSpPr>
          <p:spPr>
            <a:xfrm>
              <a:off x="5575527" y="1622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t5254"/>
            <p:cNvSpPr/>
            <p:nvPr/>
          </p:nvSpPr>
          <p:spPr>
            <a:xfrm>
              <a:off x="5802814" y="1602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t5255"/>
            <p:cNvSpPr/>
            <p:nvPr/>
          </p:nvSpPr>
          <p:spPr>
            <a:xfrm>
              <a:off x="5008659" y="2726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t5256"/>
            <p:cNvSpPr/>
            <p:nvPr/>
          </p:nvSpPr>
          <p:spPr>
            <a:xfrm>
              <a:off x="5399886" y="2273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t5257"/>
            <p:cNvSpPr/>
            <p:nvPr/>
          </p:nvSpPr>
          <p:spPr>
            <a:xfrm>
              <a:off x="5405257" y="2118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t5258"/>
            <p:cNvSpPr/>
            <p:nvPr/>
          </p:nvSpPr>
          <p:spPr>
            <a:xfrm>
              <a:off x="5317780" y="2249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t5259"/>
            <p:cNvSpPr/>
            <p:nvPr/>
          </p:nvSpPr>
          <p:spPr>
            <a:xfrm>
              <a:off x="5002902" y="2608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t5260"/>
            <p:cNvSpPr/>
            <p:nvPr/>
          </p:nvSpPr>
          <p:spPr>
            <a:xfrm>
              <a:off x="5451599" y="2255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t5261"/>
            <p:cNvSpPr/>
            <p:nvPr/>
          </p:nvSpPr>
          <p:spPr>
            <a:xfrm>
              <a:off x="5237369" y="2205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t5262"/>
            <p:cNvSpPr/>
            <p:nvPr/>
          </p:nvSpPr>
          <p:spPr>
            <a:xfrm>
              <a:off x="5336476" y="2192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t5263"/>
            <p:cNvSpPr/>
            <p:nvPr/>
          </p:nvSpPr>
          <p:spPr>
            <a:xfrm>
              <a:off x="5421182" y="2068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t5264"/>
            <p:cNvSpPr/>
            <p:nvPr/>
          </p:nvSpPr>
          <p:spPr>
            <a:xfrm>
              <a:off x="5402084" y="2258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t5265"/>
            <p:cNvSpPr/>
            <p:nvPr/>
          </p:nvSpPr>
          <p:spPr>
            <a:xfrm>
              <a:off x="5294570" y="2203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t5266"/>
            <p:cNvSpPr/>
            <p:nvPr/>
          </p:nvSpPr>
          <p:spPr>
            <a:xfrm>
              <a:off x="4924310" y="2226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t5267"/>
            <p:cNvSpPr/>
            <p:nvPr/>
          </p:nvSpPr>
          <p:spPr>
            <a:xfrm>
              <a:off x="5219939" y="2280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t5268"/>
            <p:cNvSpPr/>
            <p:nvPr/>
          </p:nvSpPr>
          <p:spPr>
            <a:xfrm>
              <a:off x="5344699" y="2090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t5269"/>
            <p:cNvSpPr/>
            <p:nvPr/>
          </p:nvSpPr>
          <p:spPr>
            <a:xfrm>
              <a:off x="5193899" y="1942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t5270"/>
            <p:cNvSpPr/>
            <p:nvPr/>
          </p:nvSpPr>
          <p:spPr>
            <a:xfrm>
              <a:off x="4954736" y="2434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t5271"/>
            <p:cNvSpPr/>
            <p:nvPr/>
          </p:nvSpPr>
          <p:spPr>
            <a:xfrm>
              <a:off x="5360992" y="1952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t5272"/>
            <p:cNvSpPr/>
            <p:nvPr/>
          </p:nvSpPr>
          <p:spPr>
            <a:xfrm>
              <a:off x="4981915" y="2191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t5273"/>
            <p:cNvSpPr/>
            <p:nvPr/>
          </p:nvSpPr>
          <p:spPr>
            <a:xfrm>
              <a:off x="5224657" y="2057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t5274"/>
            <p:cNvSpPr/>
            <p:nvPr/>
          </p:nvSpPr>
          <p:spPr>
            <a:xfrm>
              <a:off x="4880521" y="253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t5275"/>
            <p:cNvSpPr/>
            <p:nvPr/>
          </p:nvSpPr>
          <p:spPr>
            <a:xfrm>
              <a:off x="5904065" y="2068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t5276"/>
            <p:cNvSpPr/>
            <p:nvPr/>
          </p:nvSpPr>
          <p:spPr>
            <a:xfrm>
              <a:off x="4927583" y="2250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t5277"/>
            <p:cNvSpPr/>
            <p:nvPr/>
          </p:nvSpPr>
          <p:spPr>
            <a:xfrm>
              <a:off x="4949168" y="2333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t5278"/>
            <p:cNvSpPr/>
            <p:nvPr/>
          </p:nvSpPr>
          <p:spPr>
            <a:xfrm>
              <a:off x="4972422" y="2446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t5279"/>
            <p:cNvSpPr/>
            <p:nvPr/>
          </p:nvSpPr>
          <p:spPr>
            <a:xfrm>
              <a:off x="5034746" y="2758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t5280"/>
            <p:cNvSpPr/>
            <p:nvPr/>
          </p:nvSpPr>
          <p:spPr>
            <a:xfrm>
              <a:off x="5168687" y="2151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t5281"/>
            <p:cNvSpPr/>
            <p:nvPr/>
          </p:nvSpPr>
          <p:spPr>
            <a:xfrm>
              <a:off x="5400344" y="2108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t5282"/>
            <p:cNvSpPr/>
            <p:nvPr/>
          </p:nvSpPr>
          <p:spPr>
            <a:xfrm>
              <a:off x="5287845" y="2117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t5283"/>
            <p:cNvSpPr/>
            <p:nvPr/>
          </p:nvSpPr>
          <p:spPr>
            <a:xfrm>
              <a:off x="5115244" y="2108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t5284"/>
            <p:cNvSpPr/>
            <p:nvPr/>
          </p:nvSpPr>
          <p:spPr>
            <a:xfrm>
              <a:off x="5061879" y="2434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t5285"/>
            <p:cNvSpPr/>
            <p:nvPr/>
          </p:nvSpPr>
          <p:spPr>
            <a:xfrm>
              <a:off x="5407917" y="2183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t5286"/>
            <p:cNvSpPr/>
            <p:nvPr/>
          </p:nvSpPr>
          <p:spPr>
            <a:xfrm>
              <a:off x="5195521" y="2204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t5287"/>
            <p:cNvSpPr/>
            <p:nvPr/>
          </p:nvSpPr>
          <p:spPr>
            <a:xfrm>
              <a:off x="5142920" y="2127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t5288"/>
            <p:cNvSpPr/>
            <p:nvPr/>
          </p:nvSpPr>
          <p:spPr>
            <a:xfrm>
              <a:off x="5371633" y="1998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t5289"/>
            <p:cNvSpPr/>
            <p:nvPr/>
          </p:nvSpPr>
          <p:spPr>
            <a:xfrm>
              <a:off x="5921881" y="2017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t5290"/>
            <p:cNvSpPr/>
            <p:nvPr/>
          </p:nvSpPr>
          <p:spPr>
            <a:xfrm>
              <a:off x="5393734" y="2313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t5291"/>
            <p:cNvSpPr/>
            <p:nvPr/>
          </p:nvSpPr>
          <p:spPr>
            <a:xfrm>
              <a:off x="5314255" y="2258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t5292"/>
            <p:cNvSpPr/>
            <p:nvPr/>
          </p:nvSpPr>
          <p:spPr>
            <a:xfrm>
              <a:off x="5580675" y="1664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t5293"/>
            <p:cNvSpPr/>
            <p:nvPr/>
          </p:nvSpPr>
          <p:spPr>
            <a:xfrm>
              <a:off x="5134496" y="1880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t5294"/>
            <p:cNvSpPr/>
            <p:nvPr/>
          </p:nvSpPr>
          <p:spPr>
            <a:xfrm>
              <a:off x="5692506" y="1852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t5295"/>
            <p:cNvSpPr/>
            <p:nvPr/>
          </p:nvSpPr>
          <p:spPr>
            <a:xfrm>
              <a:off x="4835169" y="2067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t5296"/>
            <p:cNvSpPr/>
            <p:nvPr/>
          </p:nvSpPr>
          <p:spPr>
            <a:xfrm>
              <a:off x="4618261" y="2459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t5297"/>
            <p:cNvSpPr/>
            <p:nvPr/>
          </p:nvSpPr>
          <p:spPr>
            <a:xfrm>
              <a:off x="5264178" y="2335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t5298"/>
            <p:cNvSpPr/>
            <p:nvPr/>
          </p:nvSpPr>
          <p:spPr>
            <a:xfrm>
              <a:off x="5208018" y="2173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t5299"/>
            <p:cNvSpPr/>
            <p:nvPr/>
          </p:nvSpPr>
          <p:spPr>
            <a:xfrm>
              <a:off x="5296059" y="2251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t5300"/>
            <p:cNvSpPr/>
            <p:nvPr/>
          </p:nvSpPr>
          <p:spPr>
            <a:xfrm>
              <a:off x="5231947" y="2127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t5301"/>
            <p:cNvSpPr/>
            <p:nvPr/>
          </p:nvSpPr>
          <p:spPr>
            <a:xfrm>
              <a:off x="5561405" y="2045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t5302"/>
            <p:cNvSpPr/>
            <p:nvPr/>
          </p:nvSpPr>
          <p:spPr>
            <a:xfrm>
              <a:off x="4921839" y="2317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t5303"/>
            <p:cNvSpPr/>
            <p:nvPr/>
          </p:nvSpPr>
          <p:spPr>
            <a:xfrm>
              <a:off x="5081274" y="2389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t5304"/>
            <p:cNvSpPr/>
            <p:nvPr/>
          </p:nvSpPr>
          <p:spPr>
            <a:xfrm>
              <a:off x="5370573" y="2003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t5305"/>
            <p:cNvSpPr/>
            <p:nvPr/>
          </p:nvSpPr>
          <p:spPr>
            <a:xfrm>
              <a:off x="5445552" y="207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t5306"/>
            <p:cNvSpPr/>
            <p:nvPr/>
          </p:nvSpPr>
          <p:spPr>
            <a:xfrm>
              <a:off x="5147835" y="2052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t5307"/>
            <p:cNvSpPr/>
            <p:nvPr/>
          </p:nvSpPr>
          <p:spPr>
            <a:xfrm>
              <a:off x="4842510" y="1968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t5308"/>
            <p:cNvSpPr/>
            <p:nvPr/>
          </p:nvSpPr>
          <p:spPr>
            <a:xfrm>
              <a:off x="5196230" y="1874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t5309"/>
            <p:cNvSpPr/>
            <p:nvPr/>
          </p:nvSpPr>
          <p:spPr>
            <a:xfrm>
              <a:off x="5379299" y="2047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t5310"/>
            <p:cNvSpPr/>
            <p:nvPr/>
          </p:nvSpPr>
          <p:spPr>
            <a:xfrm>
              <a:off x="4730413" y="2322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t5311"/>
            <p:cNvSpPr/>
            <p:nvPr/>
          </p:nvSpPr>
          <p:spPr>
            <a:xfrm>
              <a:off x="4881652" y="2359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t5312"/>
            <p:cNvSpPr/>
            <p:nvPr/>
          </p:nvSpPr>
          <p:spPr>
            <a:xfrm>
              <a:off x="5143991" y="2072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t5313"/>
            <p:cNvSpPr/>
            <p:nvPr/>
          </p:nvSpPr>
          <p:spPr>
            <a:xfrm>
              <a:off x="5159805" y="2123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t5314"/>
            <p:cNvSpPr/>
            <p:nvPr/>
          </p:nvSpPr>
          <p:spPr>
            <a:xfrm>
              <a:off x="5270230" y="2232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t5315"/>
            <p:cNvSpPr/>
            <p:nvPr/>
          </p:nvSpPr>
          <p:spPr>
            <a:xfrm>
              <a:off x="5112449" y="1907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t5316"/>
            <p:cNvSpPr/>
            <p:nvPr/>
          </p:nvSpPr>
          <p:spPr>
            <a:xfrm>
              <a:off x="4987473" y="1996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t5317"/>
            <p:cNvSpPr/>
            <p:nvPr/>
          </p:nvSpPr>
          <p:spPr>
            <a:xfrm>
              <a:off x="5227649" y="2164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t5318"/>
            <p:cNvSpPr/>
            <p:nvPr/>
          </p:nvSpPr>
          <p:spPr>
            <a:xfrm>
              <a:off x="5449106" y="2167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t5319"/>
            <p:cNvSpPr/>
            <p:nvPr/>
          </p:nvSpPr>
          <p:spPr>
            <a:xfrm>
              <a:off x="4649339" y="268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t5320"/>
            <p:cNvSpPr/>
            <p:nvPr/>
          </p:nvSpPr>
          <p:spPr>
            <a:xfrm>
              <a:off x="5446225" y="2231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t5321"/>
            <p:cNvSpPr/>
            <p:nvPr/>
          </p:nvSpPr>
          <p:spPr>
            <a:xfrm>
              <a:off x="5240999" y="2105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t5322"/>
            <p:cNvSpPr/>
            <p:nvPr/>
          </p:nvSpPr>
          <p:spPr>
            <a:xfrm>
              <a:off x="5275515" y="1983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t5323"/>
            <p:cNvSpPr/>
            <p:nvPr/>
          </p:nvSpPr>
          <p:spPr>
            <a:xfrm>
              <a:off x="5365272" y="2002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t5324"/>
            <p:cNvSpPr/>
            <p:nvPr/>
          </p:nvSpPr>
          <p:spPr>
            <a:xfrm>
              <a:off x="5364564" y="1904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t5325"/>
            <p:cNvSpPr/>
            <p:nvPr/>
          </p:nvSpPr>
          <p:spPr>
            <a:xfrm>
              <a:off x="5653297" y="1866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t5326"/>
            <p:cNvSpPr/>
            <p:nvPr/>
          </p:nvSpPr>
          <p:spPr>
            <a:xfrm>
              <a:off x="5461819" y="2084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t5327"/>
            <p:cNvSpPr/>
            <p:nvPr/>
          </p:nvSpPr>
          <p:spPr>
            <a:xfrm>
              <a:off x="5671189" y="1951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t5328"/>
            <p:cNvSpPr/>
            <p:nvPr/>
          </p:nvSpPr>
          <p:spPr>
            <a:xfrm>
              <a:off x="5393349" y="2285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t5329"/>
            <p:cNvSpPr/>
            <p:nvPr/>
          </p:nvSpPr>
          <p:spPr>
            <a:xfrm>
              <a:off x="5610886" y="1933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t5330"/>
            <p:cNvSpPr/>
            <p:nvPr/>
          </p:nvSpPr>
          <p:spPr>
            <a:xfrm>
              <a:off x="5377973" y="1913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t5331"/>
            <p:cNvSpPr/>
            <p:nvPr/>
          </p:nvSpPr>
          <p:spPr>
            <a:xfrm>
              <a:off x="5124236" y="2105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t5332"/>
            <p:cNvSpPr/>
            <p:nvPr/>
          </p:nvSpPr>
          <p:spPr>
            <a:xfrm>
              <a:off x="5095581" y="2116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t5333"/>
            <p:cNvSpPr/>
            <p:nvPr/>
          </p:nvSpPr>
          <p:spPr>
            <a:xfrm>
              <a:off x="5640448" y="1994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t5334"/>
            <p:cNvSpPr/>
            <p:nvPr/>
          </p:nvSpPr>
          <p:spPr>
            <a:xfrm>
              <a:off x="5583634" y="1776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t5335"/>
            <p:cNvSpPr/>
            <p:nvPr/>
          </p:nvSpPr>
          <p:spPr>
            <a:xfrm>
              <a:off x="5297707" y="2147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t5336"/>
            <p:cNvSpPr/>
            <p:nvPr/>
          </p:nvSpPr>
          <p:spPr>
            <a:xfrm>
              <a:off x="5697857" y="1937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t5337"/>
            <p:cNvSpPr/>
            <p:nvPr/>
          </p:nvSpPr>
          <p:spPr>
            <a:xfrm>
              <a:off x="5171914" y="2149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t5338"/>
            <p:cNvSpPr/>
            <p:nvPr/>
          </p:nvSpPr>
          <p:spPr>
            <a:xfrm>
              <a:off x="5840608" y="1855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t5339"/>
            <p:cNvSpPr/>
            <p:nvPr/>
          </p:nvSpPr>
          <p:spPr>
            <a:xfrm>
              <a:off x="5148388" y="2120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t5340"/>
            <p:cNvSpPr/>
            <p:nvPr/>
          </p:nvSpPr>
          <p:spPr>
            <a:xfrm>
              <a:off x="4993737" y="1990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t5341"/>
            <p:cNvSpPr/>
            <p:nvPr/>
          </p:nvSpPr>
          <p:spPr>
            <a:xfrm>
              <a:off x="5705644" y="1915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t5342"/>
            <p:cNvSpPr/>
            <p:nvPr/>
          </p:nvSpPr>
          <p:spPr>
            <a:xfrm>
              <a:off x="5313660" y="2117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t5343"/>
            <p:cNvSpPr/>
            <p:nvPr/>
          </p:nvSpPr>
          <p:spPr>
            <a:xfrm>
              <a:off x="5529242" y="2140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t5344"/>
            <p:cNvSpPr/>
            <p:nvPr/>
          </p:nvSpPr>
          <p:spPr>
            <a:xfrm>
              <a:off x="4679763" y="2513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t5345"/>
            <p:cNvSpPr/>
            <p:nvPr/>
          </p:nvSpPr>
          <p:spPr>
            <a:xfrm>
              <a:off x="5366972" y="2011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t5346"/>
            <p:cNvSpPr/>
            <p:nvPr/>
          </p:nvSpPr>
          <p:spPr>
            <a:xfrm>
              <a:off x="5558824" y="2045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t5347"/>
            <p:cNvSpPr/>
            <p:nvPr/>
          </p:nvSpPr>
          <p:spPr>
            <a:xfrm>
              <a:off x="5290261" y="2243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t5348"/>
            <p:cNvSpPr/>
            <p:nvPr/>
          </p:nvSpPr>
          <p:spPr>
            <a:xfrm>
              <a:off x="5548057" y="2086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t5349"/>
            <p:cNvSpPr/>
            <p:nvPr/>
          </p:nvSpPr>
          <p:spPr>
            <a:xfrm>
              <a:off x="5409606" y="2209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t5350"/>
            <p:cNvSpPr/>
            <p:nvPr/>
          </p:nvSpPr>
          <p:spPr>
            <a:xfrm>
              <a:off x="5191802" y="2100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t5351"/>
            <p:cNvSpPr/>
            <p:nvPr/>
          </p:nvSpPr>
          <p:spPr>
            <a:xfrm>
              <a:off x="4934390" y="2442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t5352"/>
            <p:cNvSpPr/>
            <p:nvPr/>
          </p:nvSpPr>
          <p:spPr>
            <a:xfrm>
              <a:off x="5658862" y="1967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t5353"/>
            <p:cNvSpPr/>
            <p:nvPr/>
          </p:nvSpPr>
          <p:spPr>
            <a:xfrm>
              <a:off x="5700773" y="1890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t5354"/>
            <p:cNvSpPr/>
            <p:nvPr/>
          </p:nvSpPr>
          <p:spPr>
            <a:xfrm>
              <a:off x="5339629" y="2211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t5355"/>
            <p:cNvSpPr/>
            <p:nvPr/>
          </p:nvSpPr>
          <p:spPr>
            <a:xfrm>
              <a:off x="5297795" y="2187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t5356"/>
            <p:cNvSpPr/>
            <p:nvPr/>
          </p:nvSpPr>
          <p:spPr>
            <a:xfrm>
              <a:off x="5361031" y="1949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t5357"/>
            <p:cNvSpPr/>
            <p:nvPr/>
          </p:nvSpPr>
          <p:spPr>
            <a:xfrm>
              <a:off x="5187791" y="2123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t5358"/>
            <p:cNvSpPr/>
            <p:nvPr/>
          </p:nvSpPr>
          <p:spPr>
            <a:xfrm>
              <a:off x="5758897" y="1841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t5359"/>
            <p:cNvSpPr/>
            <p:nvPr/>
          </p:nvSpPr>
          <p:spPr>
            <a:xfrm>
              <a:off x="4830481" y="2280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t5360"/>
            <p:cNvSpPr/>
            <p:nvPr/>
          </p:nvSpPr>
          <p:spPr>
            <a:xfrm>
              <a:off x="5472194" y="2198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t5361"/>
            <p:cNvSpPr/>
            <p:nvPr/>
          </p:nvSpPr>
          <p:spPr>
            <a:xfrm>
              <a:off x="5531490" y="2016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t5362"/>
            <p:cNvSpPr/>
            <p:nvPr/>
          </p:nvSpPr>
          <p:spPr>
            <a:xfrm>
              <a:off x="5618983" y="2057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t5363"/>
            <p:cNvSpPr/>
            <p:nvPr/>
          </p:nvSpPr>
          <p:spPr>
            <a:xfrm>
              <a:off x="5123061" y="1986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t5364"/>
            <p:cNvSpPr/>
            <p:nvPr/>
          </p:nvSpPr>
          <p:spPr>
            <a:xfrm>
              <a:off x="5470856" y="2166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t5365"/>
            <p:cNvSpPr/>
            <p:nvPr/>
          </p:nvSpPr>
          <p:spPr>
            <a:xfrm>
              <a:off x="5329350" y="2187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t5366"/>
            <p:cNvSpPr/>
            <p:nvPr/>
          </p:nvSpPr>
          <p:spPr>
            <a:xfrm>
              <a:off x="4981149" y="2215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t5367"/>
            <p:cNvSpPr/>
            <p:nvPr/>
          </p:nvSpPr>
          <p:spPr>
            <a:xfrm>
              <a:off x="5530347" y="209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t5368"/>
            <p:cNvSpPr/>
            <p:nvPr/>
          </p:nvSpPr>
          <p:spPr>
            <a:xfrm>
              <a:off x="5475625" y="2178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t5369"/>
            <p:cNvSpPr/>
            <p:nvPr/>
          </p:nvSpPr>
          <p:spPr>
            <a:xfrm>
              <a:off x="5523342" y="1924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t5370"/>
            <p:cNvSpPr/>
            <p:nvPr/>
          </p:nvSpPr>
          <p:spPr>
            <a:xfrm>
              <a:off x="5375530" y="2149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t5371"/>
            <p:cNvSpPr/>
            <p:nvPr/>
          </p:nvSpPr>
          <p:spPr>
            <a:xfrm>
              <a:off x="5140884" y="2012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t5372"/>
            <p:cNvSpPr/>
            <p:nvPr/>
          </p:nvSpPr>
          <p:spPr>
            <a:xfrm>
              <a:off x="5709173" y="1847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t5373"/>
            <p:cNvSpPr/>
            <p:nvPr/>
          </p:nvSpPr>
          <p:spPr>
            <a:xfrm>
              <a:off x="4902601" y="2464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t5374"/>
            <p:cNvSpPr/>
            <p:nvPr/>
          </p:nvSpPr>
          <p:spPr>
            <a:xfrm>
              <a:off x="5119533" y="2187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t5375"/>
            <p:cNvSpPr/>
            <p:nvPr/>
          </p:nvSpPr>
          <p:spPr>
            <a:xfrm>
              <a:off x="5170756" y="2201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t5376"/>
            <p:cNvSpPr/>
            <p:nvPr/>
          </p:nvSpPr>
          <p:spPr>
            <a:xfrm>
              <a:off x="5494053" y="1929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t5377"/>
            <p:cNvSpPr/>
            <p:nvPr/>
          </p:nvSpPr>
          <p:spPr>
            <a:xfrm>
              <a:off x="5417537" y="2049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t5378"/>
            <p:cNvSpPr/>
            <p:nvPr/>
          </p:nvSpPr>
          <p:spPr>
            <a:xfrm>
              <a:off x="5270817" y="2211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t5379"/>
            <p:cNvSpPr/>
            <p:nvPr/>
          </p:nvSpPr>
          <p:spPr>
            <a:xfrm>
              <a:off x="5770047" y="1702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t5380"/>
            <p:cNvSpPr/>
            <p:nvPr/>
          </p:nvSpPr>
          <p:spPr>
            <a:xfrm>
              <a:off x="5420125" y="1998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t5381"/>
            <p:cNvSpPr/>
            <p:nvPr/>
          </p:nvSpPr>
          <p:spPr>
            <a:xfrm>
              <a:off x="5447871" y="2269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t5382"/>
            <p:cNvSpPr/>
            <p:nvPr/>
          </p:nvSpPr>
          <p:spPr>
            <a:xfrm>
              <a:off x="5287550" y="2019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t5383"/>
            <p:cNvSpPr/>
            <p:nvPr/>
          </p:nvSpPr>
          <p:spPr>
            <a:xfrm>
              <a:off x="4999793" y="2520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t5384"/>
            <p:cNvSpPr/>
            <p:nvPr/>
          </p:nvSpPr>
          <p:spPr>
            <a:xfrm>
              <a:off x="5537306" y="2068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t5385"/>
            <p:cNvSpPr/>
            <p:nvPr/>
          </p:nvSpPr>
          <p:spPr>
            <a:xfrm>
              <a:off x="4882258" y="2475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t5386"/>
            <p:cNvSpPr/>
            <p:nvPr/>
          </p:nvSpPr>
          <p:spPr>
            <a:xfrm>
              <a:off x="5579720" y="1483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t5387"/>
            <p:cNvSpPr/>
            <p:nvPr/>
          </p:nvSpPr>
          <p:spPr>
            <a:xfrm>
              <a:off x="5128674" y="199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t5388"/>
            <p:cNvSpPr/>
            <p:nvPr/>
          </p:nvSpPr>
          <p:spPr>
            <a:xfrm>
              <a:off x="4974207" y="2471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t5389"/>
            <p:cNvSpPr/>
            <p:nvPr/>
          </p:nvSpPr>
          <p:spPr>
            <a:xfrm>
              <a:off x="5426571" y="2105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t5390"/>
            <p:cNvSpPr/>
            <p:nvPr/>
          </p:nvSpPr>
          <p:spPr>
            <a:xfrm>
              <a:off x="5208995" y="2169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t5391"/>
            <p:cNvSpPr/>
            <p:nvPr/>
          </p:nvSpPr>
          <p:spPr>
            <a:xfrm>
              <a:off x="5027268" y="2652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t5392"/>
            <p:cNvSpPr/>
            <p:nvPr/>
          </p:nvSpPr>
          <p:spPr>
            <a:xfrm>
              <a:off x="4965825" y="2586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t5393"/>
            <p:cNvSpPr/>
            <p:nvPr/>
          </p:nvSpPr>
          <p:spPr>
            <a:xfrm>
              <a:off x="5474188" y="2237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t5394"/>
            <p:cNvSpPr/>
            <p:nvPr/>
          </p:nvSpPr>
          <p:spPr>
            <a:xfrm>
              <a:off x="5300285" y="2211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t5395"/>
            <p:cNvSpPr/>
            <p:nvPr/>
          </p:nvSpPr>
          <p:spPr>
            <a:xfrm>
              <a:off x="5458220" y="2125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t5396"/>
            <p:cNvSpPr/>
            <p:nvPr/>
          </p:nvSpPr>
          <p:spPr>
            <a:xfrm>
              <a:off x="5342170" y="2196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t5397"/>
            <p:cNvSpPr/>
            <p:nvPr/>
          </p:nvSpPr>
          <p:spPr>
            <a:xfrm>
              <a:off x="5358404" y="1974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t5398"/>
            <p:cNvSpPr/>
            <p:nvPr/>
          </p:nvSpPr>
          <p:spPr>
            <a:xfrm>
              <a:off x="5070082" y="2153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t5399"/>
            <p:cNvSpPr/>
            <p:nvPr/>
          </p:nvSpPr>
          <p:spPr>
            <a:xfrm>
              <a:off x="5666388" y="2023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t5400"/>
            <p:cNvSpPr/>
            <p:nvPr/>
          </p:nvSpPr>
          <p:spPr>
            <a:xfrm>
              <a:off x="4922687" y="2347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t5401"/>
            <p:cNvSpPr/>
            <p:nvPr/>
          </p:nvSpPr>
          <p:spPr>
            <a:xfrm>
              <a:off x="5203831" y="2122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t5402"/>
            <p:cNvSpPr/>
            <p:nvPr/>
          </p:nvSpPr>
          <p:spPr>
            <a:xfrm>
              <a:off x="5825624" y="1474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t5403"/>
            <p:cNvSpPr/>
            <p:nvPr/>
          </p:nvSpPr>
          <p:spPr>
            <a:xfrm>
              <a:off x="5334964" y="2100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t5404"/>
            <p:cNvSpPr/>
            <p:nvPr/>
          </p:nvSpPr>
          <p:spPr>
            <a:xfrm>
              <a:off x="5284796" y="1984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t5405"/>
            <p:cNvSpPr/>
            <p:nvPr/>
          </p:nvSpPr>
          <p:spPr>
            <a:xfrm>
              <a:off x="5550391" y="1979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t5406"/>
            <p:cNvSpPr/>
            <p:nvPr/>
          </p:nvSpPr>
          <p:spPr>
            <a:xfrm>
              <a:off x="5333782" y="2094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t5407"/>
            <p:cNvSpPr/>
            <p:nvPr/>
          </p:nvSpPr>
          <p:spPr>
            <a:xfrm>
              <a:off x="5337679" y="2126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t5408"/>
            <p:cNvSpPr/>
            <p:nvPr/>
          </p:nvSpPr>
          <p:spPr>
            <a:xfrm>
              <a:off x="4842991" y="1895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t5409"/>
            <p:cNvSpPr/>
            <p:nvPr/>
          </p:nvSpPr>
          <p:spPr>
            <a:xfrm>
              <a:off x="5115973" y="2097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t5410"/>
            <p:cNvSpPr/>
            <p:nvPr/>
          </p:nvSpPr>
          <p:spPr>
            <a:xfrm>
              <a:off x="5390319" y="2051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t5411"/>
            <p:cNvSpPr/>
            <p:nvPr/>
          </p:nvSpPr>
          <p:spPr>
            <a:xfrm>
              <a:off x="5406458" y="2172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t5412"/>
            <p:cNvSpPr/>
            <p:nvPr/>
          </p:nvSpPr>
          <p:spPr>
            <a:xfrm>
              <a:off x="5102798" y="2149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t5413"/>
            <p:cNvSpPr/>
            <p:nvPr/>
          </p:nvSpPr>
          <p:spPr>
            <a:xfrm>
              <a:off x="4932989" y="2294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t5414"/>
            <p:cNvSpPr/>
            <p:nvPr/>
          </p:nvSpPr>
          <p:spPr>
            <a:xfrm>
              <a:off x="5169578" y="2145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t5415"/>
            <p:cNvSpPr/>
            <p:nvPr/>
          </p:nvSpPr>
          <p:spPr>
            <a:xfrm>
              <a:off x="5065913" y="2452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t5416"/>
            <p:cNvSpPr/>
            <p:nvPr/>
          </p:nvSpPr>
          <p:spPr>
            <a:xfrm>
              <a:off x="5297545" y="2084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t5417"/>
            <p:cNvSpPr/>
            <p:nvPr/>
          </p:nvSpPr>
          <p:spPr>
            <a:xfrm>
              <a:off x="4764148" y="2625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t5418"/>
            <p:cNvSpPr/>
            <p:nvPr/>
          </p:nvSpPr>
          <p:spPr>
            <a:xfrm>
              <a:off x="5479912" y="2255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t5419"/>
            <p:cNvSpPr/>
            <p:nvPr/>
          </p:nvSpPr>
          <p:spPr>
            <a:xfrm>
              <a:off x="5270257" y="2209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t5420"/>
            <p:cNvSpPr/>
            <p:nvPr/>
          </p:nvSpPr>
          <p:spPr>
            <a:xfrm>
              <a:off x="5459872" y="2280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t5421"/>
            <p:cNvSpPr/>
            <p:nvPr/>
          </p:nvSpPr>
          <p:spPr>
            <a:xfrm>
              <a:off x="5495391" y="2023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t5422"/>
            <p:cNvSpPr/>
            <p:nvPr/>
          </p:nvSpPr>
          <p:spPr>
            <a:xfrm>
              <a:off x="5288778" y="1999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t5423"/>
            <p:cNvSpPr/>
            <p:nvPr/>
          </p:nvSpPr>
          <p:spPr>
            <a:xfrm>
              <a:off x="5445136" y="2095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t5424"/>
            <p:cNvSpPr/>
            <p:nvPr/>
          </p:nvSpPr>
          <p:spPr>
            <a:xfrm>
              <a:off x="5167076" y="2173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t5425"/>
            <p:cNvSpPr/>
            <p:nvPr/>
          </p:nvSpPr>
          <p:spPr>
            <a:xfrm>
              <a:off x="5154354" y="2100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t5426"/>
            <p:cNvSpPr/>
            <p:nvPr/>
          </p:nvSpPr>
          <p:spPr>
            <a:xfrm>
              <a:off x="4931246" y="2082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t5427"/>
            <p:cNvSpPr/>
            <p:nvPr/>
          </p:nvSpPr>
          <p:spPr>
            <a:xfrm>
              <a:off x="5195288" y="1973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t5428"/>
            <p:cNvSpPr/>
            <p:nvPr/>
          </p:nvSpPr>
          <p:spPr>
            <a:xfrm>
              <a:off x="5739356" y="1887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t5429"/>
            <p:cNvSpPr/>
            <p:nvPr/>
          </p:nvSpPr>
          <p:spPr>
            <a:xfrm>
              <a:off x="5727061" y="2058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t5430"/>
            <p:cNvSpPr/>
            <p:nvPr/>
          </p:nvSpPr>
          <p:spPr>
            <a:xfrm>
              <a:off x="5537138" y="1954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t5431"/>
            <p:cNvSpPr/>
            <p:nvPr/>
          </p:nvSpPr>
          <p:spPr>
            <a:xfrm>
              <a:off x="5214769" y="2144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t5432"/>
            <p:cNvSpPr/>
            <p:nvPr/>
          </p:nvSpPr>
          <p:spPr>
            <a:xfrm>
              <a:off x="5220031" y="2036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t5433"/>
            <p:cNvSpPr/>
            <p:nvPr/>
          </p:nvSpPr>
          <p:spPr>
            <a:xfrm>
              <a:off x="4975891" y="2326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t5434"/>
            <p:cNvSpPr/>
            <p:nvPr/>
          </p:nvSpPr>
          <p:spPr>
            <a:xfrm>
              <a:off x="5376272" y="2063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t5435"/>
            <p:cNvSpPr/>
            <p:nvPr/>
          </p:nvSpPr>
          <p:spPr>
            <a:xfrm>
              <a:off x="5284836" y="206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t5436"/>
            <p:cNvSpPr/>
            <p:nvPr/>
          </p:nvSpPr>
          <p:spPr>
            <a:xfrm>
              <a:off x="5324362" y="2000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t5437"/>
            <p:cNvSpPr/>
            <p:nvPr/>
          </p:nvSpPr>
          <p:spPr>
            <a:xfrm>
              <a:off x="5487956" y="1994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t5438"/>
            <p:cNvSpPr/>
            <p:nvPr/>
          </p:nvSpPr>
          <p:spPr>
            <a:xfrm>
              <a:off x="5076098" y="2234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t5439"/>
            <p:cNvSpPr/>
            <p:nvPr/>
          </p:nvSpPr>
          <p:spPr>
            <a:xfrm>
              <a:off x="5525916" y="1969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t5440"/>
            <p:cNvSpPr/>
            <p:nvPr/>
          </p:nvSpPr>
          <p:spPr>
            <a:xfrm>
              <a:off x="5335107" y="2084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t5441"/>
            <p:cNvSpPr/>
            <p:nvPr/>
          </p:nvSpPr>
          <p:spPr>
            <a:xfrm>
              <a:off x="5555295" y="1947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t5442"/>
            <p:cNvSpPr/>
            <p:nvPr/>
          </p:nvSpPr>
          <p:spPr>
            <a:xfrm>
              <a:off x="5641568" y="1922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t5443"/>
            <p:cNvSpPr/>
            <p:nvPr/>
          </p:nvSpPr>
          <p:spPr>
            <a:xfrm>
              <a:off x="4911740" y="2192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t5444"/>
            <p:cNvSpPr/>
            <p:nvPr/>
          </p:nvSpPr>
          <p:spPr>
            <a:xfrm>
              <a:off x="5288012" y="2058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t5445"/>
            <p:cNvSpPr/>
            <p:nvPr/>
          </p:nvSpPr>
          <p:spPr>
            <a:xfrm>
              <a:off x="5622951" y="1980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t5446"/>
            <p:cNvSpPr/>
            <p:nvPr/>
          </p:nvSpPr>
          <p:spPr>
            <a:xfrm>
              <a:off x="5023499" y="2641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t5447"/>
            <p:cNvSpPr/>
            <p:nvPr/>
          </p:nvSpPr>
          <p:spPr>
            <a:xfrm>
              <a:off x="5429250" y="2149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t5448"/>
            <p:cNvSpPr/>
            <p:nvPr/>
          </p:nvSpPr>
          <p:spPr>
            <a:xfrm>
              <a:off x="5217781" y="1984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t5449"/>
            <p:cNvSpPr/>
            <p:nvPr/>
          </p:nvSpPr>
          <p:spPr>
            <a:xfrm>
              <a:off x="4910813" y="2556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t5450"/>
            <p:cNvSpPr/>
            <p:nvPr/>
          </p:nvSpPr>
          <p:spPr>
            <a:xfrm>
              <a:off x="5493201" y="2200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t5451"/>
            <p:cNvSpPr/>
            <p:nvPr/>
          </p:nvSpPr>
          <p:spPr>
            <a:xfrm>
              <a:off x="4986906" y="180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t5452"/>
            <p:cNvSpPr/>
            <p:nvPr/>
          </p:nvSpPr>
          <p:spPr>
            <a:xfrm>
              <a:off x="5369810" y="1886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t5453"/>
            <p:cNvSpPr/>
            <p:nvPr/>
          </p:nvSpPr>
          <p:spPr>
            <a:xfrm>
              <a:off x="5524632" y="1880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t5454"/>
            <p:cNvSpPr/>
            <p:nvPr/>
          </p:nvSpPr>
          <p:spPr>
            <a:xfrm>
              <a:off x="5646806" y="1871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t5455"/>
            <p:cNvSpPr/>
            <p:nvPr/>
          </p:nvSpPr>
          <p:spPr>
            <a:xfrm>
              <a:off x="5559732" y="2097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t5456"/>
            <p:cNvSpPr/>
            <p:nvPr/>
          </p:nvSpPr>
          <p:spPr>
            <a:xfrm>
              <a:off x="5254218" y="2210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t5457"/>
            <p:cNvSpPr/>
            <p:nvPr/>
          </p:nvSpPr>
          <p:spPr>
            <a:xfrm>
              <a:off x="5474763" y="2224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t5458"/>
            <p:cNvSpPr/>
            <p:nvPr/>
          </p:nvSpPr>
          <p:spPr>
            <a:xfrm>
              <a:off x="5456994" y="2124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t5459"/>
            <p:cNvSpPr/>
            <p:nvPr/>
          </p:nvSpPr>
          <p:spPr>
            <a:xfrm>
              <a:off x="4930287" y="2351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t5460"/>
            <p:cNvSpPr/>
            <p:nvPr/>
          </p:nvSpPr>
          <p:spPr>
            <a:xfrm>
              <a:off x="4938576" y="2563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t5461"/>
            <p:cNvSpPr/>
            <p:nvPr/>
          </p:nvSpPr>
          <p:spPr>
            <a:xfrm>
              <a:off x="5539891" y="1948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t5462"/>
            <p:cNvSpPr/>
            <p:nvPr/>
          </p:nvSpPr>
          <p:spPr>
            <a:xfrm>
              <a:off x="5622214" y="1795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t5463"/>
            <p:cNvSpPr/>
            <p:nvPr/>
          </p:nvSpPr>
          <p:spPr>
            <a:xfrm>
              <a:off x="5317292" y="2174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t5464"/>
            <p:cNvSpPr/>
            <p:nvPr/>
          </p:nvSpPr>
          <p:spPr>
            <a:xfrm>
              <a:off x="5543855" y="1962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t5465"/>
            <p:cNvSpPr/>
            <p:nvPr/>
          </p:nvSpPr>
          <p:spPr>
            <a:xfrm>
              <a:off x="5170463" y="2144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t5466"/>
            <p:cNvSpPr/>
            <p:nvPr/>
          </p:nvSpPr>
          <p:spPr>
            <a:xfrm>
              <a:off x="5601412" y="1893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t5467"/>
            <p:cNvSpPr/>
            <p:nvPr/>
          </p:nvSpPr>
          <p:spPr>
            <a:xfrm>
              <a:off x="5011761" y="2469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t5468"/>
            <p:cNvSpPr/>
            <p:nvPr/>
          </p:nvSpPr>
          <p:spPr>
            <a:xfrm>
              <a:off x="5315778" y="2297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t5469"/>
            <p:cNvSpPr/>
            <p:nvPr/>
          </p:nvSpPr>
          <p:spPr>
            <a:xfrm>
              <a:off x="5479443" y="2215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t5470"/>
            <p:cNvSpPr/>
            <p:nvPr/>
          </p:nvSpPr>
          <p:spPr>
            <a:xfrm>
              <a:off x="5142938" y="2136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t5471"/>
            <p:cNvSpPr/>
            <p:nvPr/>
          </p:nvSpPr>
          <p:spPr>
            <a:xfrm>
              <a:off x="5425118" y="2096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t5472"/>
            <p:cNvSpPr/>
            <p:nvPr/>
          </p:nvSpPr>
          <p:spPr>
            <a:xfrm>
              <a:off x="5518046" y="1930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t5473"/>
            <p:cNvSpPr/>
            <p:nvPr/>
          </p:nvSpPr>
          <p:spPr>
            <a:xfrm>
              <a:off x="5509178" y="1826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t5474"/>
            <p:cNvSpPr/>
            <p:nvPr/>
          </p:nvSpPr>
          <p:spPr>
            <a:xfrm>
              <a:off x="5597797" y="1960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t5475"/>
            <p:cNvSpPr/>
            <p:nvPr/>
          </p:nvSpPr>
          <p:spPr>
            <a:xfrm>
              <a:off x="5098019" y="2119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t5476"/>
            <p:cNvSpPr/>
            <p:nvPr/>
          </p:nvSpPr>
          <p:spPr>
            <a:xfrm>
              <a:off x="5096933" y="221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t5477"/>
            <p:cNvSpPr/>
            <p:nvPr/>
          </p:nvSpPr>
          <p:spPr>
            <a:xfrm>
              <a:off x="5230433" y="2235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t5478"/>
            <p:cNvSpPr/>
            <p:nvPr/>
          </p:nvSpPr>
          <p:spPr>
            <a:xfrm>
              <a:off x="5548471" y="2014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t5479"/>
            <p:cNvSpPr/>
            <p:nvPr/>
          </p:nvSpPr>
          <p:spPr>
            <a:xfrm>
              <a:off x="5148521" y="2076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t5480"/>
            <p:cNvSpPr/>
            <p:nvPr/>
          </p:nvSpPr>
          <p:spPr>
            <a:xfrm>
              <a:off x="5278324" y="2039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t5481"/>
            <p:cNvSpPr/>
            <p:nvPr/>
          </p:nvSpPr>
          <p:spPr>
            <a:xfrm>
              <a:off x="4853342" y="2245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t5482"/>
            <p:cNvSpPr/>
            <p:nvPr/>
          </p:nvSpPr>
          <p:spPr>
            <a:xfrm>
              <a:off x="5059697" y="2502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t5483"/>
            <p:cNvSpPr/>
            <p:nvPr/>
          </p:nvSpPr>
          <p:spPr>
            <a:xfrm>
              <a:off x="5826110" y="1668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t5484"/>
            <p:cNvSpPr/>
            <p:nvPr/>
          </p:nvSpPr>
          <p:spPr>
            <a:xfrm>
              <a:off x="5033019" y="2684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t5485"/>
            <p:cNvSpPr/>
            <p:nvPr/>
          </p:nvSpPr>
          <p:spPr>
            <a:xfrm>
              <a:off x="5225525" y="2098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t5486"/>
            <p:cNvSpPr/>
            <p:nvPr/>
          </p:nvSpPr>
          <p:spPr>
            <a:xfrm>
              <a:off x="5424860" y="2049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t5487"/>
            <p:cNvSpPr/>
            <p:nvPr/>
          </p:nvSpPr>
          <p:spPr>
            <a:xfrm>
              <a:off x="5332009" y="2180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t5488"/>
            <p:cNvSpPr/>
            <p:nvPr/>
          </p:nvSpPr>
          <p:spPr>
            <a:xfrm>
              <a:off x="5666202" y="2046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t5489"/>
            <p:cNvSpPr/>
            <p:nvPr/>
          </p:nvSpPr>
          <p:spPr>
            <a:xfrm>
              <a:off x="5421435" y="2079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t5490"/>
            <p:cNvSpPr/>
            <p:nvPr/>
          </p:nvSpPr>
          <p:spPr>
            <a:xfrm>
              <a:off x="5192337" y="1887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t5491"/>
            <p:cNvSpPr/>
            <p:nvPr/>
          </p:nvSpPr>
          <p:spPr>
            <a:xfrm>
              <a:off x="5415947" y="2129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t5492"/>
            <p:cNvSpPr/>
            <p:nvPr/>
          </p:nvSpPr>
          <p:spPr>
            <a:xfrm>
              <a:off x="5166455" y="1946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t5493"/>
            <p:cNvSpPr/>
            <p:nvPr/>
          </p:nvSpPr>
          <p:spPr>
            <a:xfrm>
              <a:off x="5524134" y="1868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t5494"/>
            <p:cNvSpPr/>
            <p:nvPr/>
          </p:nvSpPr>
          <p:spPr>
            <a:xfrm>
              <a:off x="5445258" y="1982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t5495"/>
            <p:cNvSpPr/>
            <p:nvPr/>
          </p:nvSpPr>
          <p:spPr>
            <a:xfrm>
              <a:off x="5949711" y="1971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t5496"/>
            <p:cNvSpPr/>
            <p:nvPr/>
          </p:nvSpPr>
          <p:spPr>
            <a:xfrm>
              <a:off x="5172490" y="2209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t5497"/>
            <p:cNvSpPr/>
            <p:nvPr/>
          </p:nvSpPr>
          <p:spPr>
            <a:xfrm>
              <a:off x="5125245" y="1978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t5498"/>
            <p:cNvSpPr/>
            <p:nvPr/>
          </p:nvSpPr>
          <p:spPr>
            <a:xfrm>
              <a:off x="5567312" y="1849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t5499"/>
            <p:cNvSpPr/>
            <p:nvPr/>
          </p:nvSpPr>
          <p:spPr>
            <a:xfrm>
              <a:off x="5579021" y="1593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t5500"/>
            <p:cNvSpPr/>
            <p:nvPr/>
          </p:nvSpPr>
          <p:spPr>
            <a:xfrm>
              <a:off x="5256184" y="2182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t5501"/>
            <p:cNvSpPr/>
            <p:nvPr/>
          </p:nvSpPr>
          <p:spPr>
            <a:xfrm>
              <a:off x="4905742" y="255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t5502"/>
            <p:cNvSpPr/>
            <p:nvPr/>
          </p:nvSpPr>
          <p:spPr>
            <a:xfrm>
              <a:off x="5357767" y="1962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t5503"/>
            <p:cNvSpPr/>
            <p:nvPr/>
          </p:nvSpPr>
          <p:spPr>
            <a:xfrm>
              <a:off x="5277971" y="2080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t5504"/>
            <p:cNvSpPr/>
            <p:nvPr/>
          </p:nvSpPr>
          <p:spPr>
            <a:xfrm>
              <a:off x="5501956" y="2082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t5505"/>
            <p:cNvSpPr/>
            <p:nvPr/>
          </p:nvSpPr>
          <p:spPr>
            <a:xfrm>
              <a:off x="4917634" y="240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t5506"/>
            <p:cNvSpPr/>
            <p:nvPr/>
          </p:nvSpPr>
          <p:spPr>
            <a:xfrm>
              <a:off x="5519897" y="1921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t5507"/>
            <p:cNvSpPr/>
            <p:nvPr/>
          </p:nvSpPr>
          <p:spPr>
            <a:xfrm>
              <a:off x="5351979" y="2087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t5508"/>
            <p:cNvSpPr/>
            <p:nvPr/>
          </p:nvSpPr>
          <p:spPr>
            <a:xfrm>
              <a:off x="5359917" y="2007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t5509"/>
            <p:cNvSpPr/>
            <p:nvPr/>
          </p:nvSpPr>
          <p:spPr>
            <a:xfrm>
              <a:off x="5111695" y="2352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t5510"/>
            <p:cNvSpPr/>
            <p:nvPr/>
          </p:nvSpPr>
          <p:spPr>
            <a:xfrm>
              <a:off x="5164221" y="2242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t5511"/>
            <p:cNvSpPr/>
            <p:nvPr/>
          </p:nvSpPr>
          <p:spPr>
            <a:xfrm>
              <a:off x="5509149" y="2104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t5512"/>
            <p:cNvSpPr/>
            <p:nvPr/>
          </p:nvSpPr>
          <p:spPr>
            <a:xfrm>
              <a:off x="5321454" y="2207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t5513"/>
            <p:cNvSpPr/>
            <p:nvPr/>
          </p:nvSpPr>
          <p:spPr>
            <a:xfrm>
              <a:off x="5133788" y="1862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t5514"/>
            <p:cNvSpPr/>
            <p:nvPr/>
          </p:nvSpPr>
          <p:spPr>
            <a:xfrm>
              <a:off x="5595284" y="1921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t5515"/>
            <p:cNvSpPr/>
            <p:nvPr/>
          </p:nvSpPr>
          <p:spPr>
            <a:xfrm>
              <a:off x="4991564" y="2039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t5516"/>
            <p:cNvSpPr/>
            <p:nvPr/>
          </p:nvSpPr>
          <p:spPr>
            <a:xfrm>
              <a:off x="5728814" y="2121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t5517"/>
            <p:cNvSpPr/>
            <p:nvPr/>
          </p:nvSpPr>
          <p:spPr>
            <a:xfrm>
              <a:off x="5358512" y="2082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t5518"/>
            <p:cNvSpPr/>
            <p:nvPr/>
          </p:nvSpPr>
          <p:spPr>
            <a:xfrm>
              <a:off x="5061148" y="2411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t5519"/>
            <p:cNvSpPr/>
            <p:nvPr/>
          </p:nvSpPr>
          <p:spPr>
            <a:xfrm>
              <a:off x="5467345" y="2179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t5520"/>
            <p:cNvSpPr/>
            <p:nvPr/>
          </p:nvSpPr>
          <p:spPr>
            <a:xfrm>
              <a:off x="5403052" y="2202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t5521"/>
            <p:cNvSpPr/>
            <p:nvPr/>
          </p:nvSpPr>
          <p:spPr>
            <a:xfrm>
              <a:off x="5455270" y="2211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t5522"/>
            <p:cNvSpPr/>
            <p:nvPr/>
          </p:nvSpPr>
          <p:spPr>
            <a:xfrm>
              <a:off x="5190451" y="2123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t5523"/>
            <p:cNvSpPr/>
            <p:nvPr/>
          </p:nvSpPr>
          <p:spPr>
            <a:xfrm>
              <a:off x="5465654" y="2218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t5524"/>
            <p:cNvSpPr/>
            <p:nvPr/>
          </p:nvSpPr>
          <p:spPr>
            <a:xfrm>
              <a:off x="4927089" y="2235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t5525"/>
            <p:cNvSpPr/>
            <p:nvPr/>
          </p:nvSpPr>
          <p:spPr>
            <a:xfrm>
              <a:off x="5370348" y="1997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t5526"/>
            <p:cNvSpPr/>
            <p:nvPr/>
          </p:nvSpPr>
          <p:spPr>
            <a:xfrm>
              <a:off x="5036183" y="2720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t5527"/>
            <p:cNvSpPr/>
            <p:nvPr/>
          </p:nvSpPr>
          <p:spPr>
            <a:xfrm>
              <a:off x="5677584" y="1962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t5528"/>
            <p:cNvSpPr/>
            <p:nvPr/>
          </p:nvSpPr>
          <p:spPr>
            <a:xfrm>
              <a:off x="5476577" y="2255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t5529"/>
            <p:cNvSpPr/>
            <p:nvPr/>
          </p:nvSpPr>
          <p:spPr>
            <a:xfrm>
              <a:off x="4741152" y="2659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t5530"/>
            <p:cNvSpPr/>
            <p:nvPr/>
          </p:nvSpPr>
          <p:spPr>
            <a:xfrm>
              <a:off x="5875121" y="1785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t5531"/>
            <p:cNvSpPr/>
            <p:nvPr/>
          </p:nvSpPr>
          <p:spPr>
            <a:xfrm>
              <a:off x="5327656" y="2123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t5532"/>
            <p:cNvSpPr/>
            <p:nvPr/>
          </p:nvSpPr>
          <p:spPr>
            <a:xfrm>
              <a:off x="5403103" y="2145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t5533"/>
            <p:cNvSpPr/>
            <p:nvPr/>
          </p:nvSpPr>
          <p:spPr>
            <a:xfrm>
              <a:off x="5181282" y="2074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t5534"/>
            <p:cNvSpPr/>
            <p:nvPr/>
          </p:nvSpPr>
          <p:spPr>
            <a:xfrm>
              <a:off x="5541430" y="2032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t5535"/>
            <p:cNvSpPr/>
            <p:nvPr/>
          </p:nvSpPr>
          <p:spPr>
            <a:xfrm>
              <a:off x="5333286" y="214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t5536"/>
            <p:cNvSpPr/>
            <p:nvPr/>
          </p:nvSpPr>
          <p:spPr>
            <a:xfrm>
              <a:off x="5289542" y="2115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t5537"/>
            <p:cNvSpPr/>
            <p:nvPr/>
          </p:nvSpPr>
          <p:spPr>
            <a:xfrm>
              <a:off x="5825140" y="1656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t5538"/>
            <p:cNvSpPr/>
            <p:nvPr/>
          </p:nvSpPr>
          <p:spPr>
            <a:xfrm>
              <a:off x="5302706" y="218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t5539"/>
            <p:cNvSpPr/>
            <p:nvPr/>
          </p:nvSpPr>
          <p:spPr>
            <a:xfrm>
              <a:off x="5326091" y="2091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t5540"/>
            <p:cNvSpPr/>
            <p:nvPr/>
          </p:nvSpPr>
          <p:spPr>
            <a:xfrm>
              <a:off x="5028880" y="2760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t5541"/>
            <p:cNvSpPr/>
            <p:nvPr/>
          </p:nvSpPr>
          <p:spPr>
            <a:xfrm>
              <a:off x="4894997" y="2752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t5542"/>
            <p:cNvSpPr/>
            <p:nvPr/>
          </p:nvSpPr>
          <p:spPr>
            <a:xfrm>
              <a:off x="5170765" y="2210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t5543"/>
            <p:cNvSpPr/>
            <p:nvPr/>
          </p:nvSpPr>
          <p:spPr>
            <a:xfrm>
              <a:off x="5474924" y="2263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t5544"/>
            <p:cNvSpPr/>
            <p:nvPr/>
          </p:nvSpPr>
          <p:spPr>
            <a:xfrm>
              <a:off x="5419680" y="2054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t5545"/>
            <p:cNvSpPr/>
            <p:nvPr/>
          </p:nvSpPr>
          <p:spPr>
            <a:xfrm>
              <a:off x="5860534" y="1694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t5546"/>
            <p:cNvSpPr/>
            <p:nvPr/>
          </p:nvSpPr>
          <p:spPr>
            <a:xfrm>
              <a:off x="5259009" y="2200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t5547"/>
            <p:cNvSpPr/>
            <p:nvPr/>
          </p:nvSpPr>
          <p:spPr>
            <a:xfrm>
              <a:off x="5220165" y="1991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t5548"/>
            <p:cNvSpPr/>
            <p:nvPr/>
          </p:nvSpPr>
          <p:spPr>
            <a:xfrm>
              <a:off x="5514373" y="1926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t5549"/>
            <p:cNvSpPr/>
            <p:nvPr/>
          </p:nvSpPr>
          <p:spPr>
            <a:xfrm>
              <a:off x="5697661" y="1676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t5550"/>
            <p:cNvSpPr/>
            <p:nvPr/>
          </p:nvSpPr>
          <p:spPr>
            <a:xfrm>
              <a:off x="5279646" y="2116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t5551"/>
            <p:cNvSpPr/>
            <p:nvPr/>
          </p:nvSpPr>
          <p:spPr>
            <a:xfrm>
              <a:off x="5079694" y="2321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t5552"/>
            <p:cNvSpPr/>
            <p:nvPr/>
          </p:nvSpPr>
          <p:spPr>
            <a:xfrm>
              <a:off x="5540742" y="2001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t5553"/>
            <p:cNvSpPr/>
            <p:nvPr/>
          </p:nvSpPr>
          <p:spPr>
            <a:xfrm>
              <a:off x="5255530" y="2263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t5554"/>
            <p:cNvSpPr/>
            <p:nvPr/>
          </p:nvSpPr>
          <p:spPr>
            <a:xfrm>
              <a:off x="5272796" y="2277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t5555"/>
            <p:cNvSpPr/>
            <p:nvPr/>
          </p:nvSpPr>
          <p:spPr>
            <a:xfrm>
              <a:off x="5639982" y="2000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t5556"/>
            <p:cNvSpPr/>
            <p:nvPr/>
          </p:nvSpPr>
          <p:spPr>
            <a:xfrm>
              <a:off x="5172265" y="2004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t5557"/>
            <p:cNvSpPr/>
            <p:nvPr/>
          </p:nvSpPr>
          <p:spPr>
            <a:xfrm>
              <a:off x="5626817" y="1724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t5558"/>
            <p:cNvSpPr/>
            <p:nvPr/>
          </p:nvSpPr>
          <p:spPr>
            <a:xfrm>
              <a:off x="4993211" y="2056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t5559"/>
            <p:cNvSpPr/>
            <p:nvPr/>
          </p:nvSpPr>
          <p:spPr>
            <a:xfrm>
              <a:off x="5556205" y="214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t5560"/>
            <p:cNvSpPr/>
            <p:nvPr/>
          </p:nvSpPr>
          <p:spPr>
            <a:xfrm>
              <a:off x="5547255" y="1944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t5561"/>
            <p:cNvSpPr/>
            <p:nvPr/>
          </p:nvSpPr>
          <p:spPr>
            <a:xfrm>
              <a:off x="5198647" y="2003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t5562"/>
            <p:cNvSpPr/>
            <p:nvPr/>
          </p:nvSpPr>
          <p:spPr>
            <a:xfrm>
              <a:off x="5463853" y="2123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t5563"/>
            <p:cNvSpPr/>
            <p:nvPr/>
          </p:nvSpPr>
          <p:spPr>
            <a:xfrm>
              <a:off x="5323280" y="2249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t5564"/>
            <p:cNvSpPr/>
            <p:nvPr/>
          </p:nvSpPr>
          <p:spPr>
            <a:xfrm>
              <a:off x="5611406" y="1931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t5565"/>
            <p:cNvSpPr/>
            <p:nvPr/>
          </p:nvSpPr>
          <p:spPr>
            <a:xfrm>
              <a:off x="4943958" y="2411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t5566"/>
            <p:cNvSpPr/>
            <p:nvPr/>
          </p:nvSpPr>
          <p:spPr>
            <a:xfrm>
              <a:off x="4862480" y="2481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t5567"/>
            <p:cNvSpPr/>
            <p:nvPr/>
          </p:nvSpPr>
          <p:spPr>
            <a:xfrm>
              <a:off x="5220117" y="214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t5568"/>
            <p:cNvSpPr/>
            <p:nvPr/>
          </p:nvSpPr>
          <p:spPr>
            <a:xfrm>
              <a:off x="5017341" y="2785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t5569"/>
            <p:cNvSpPr/>
            <p:nvPr/>
          </p:nvSpPr>
          <p:spPr>
            <a:xfrm>
              <a:off x="5077860" y="2276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t5570"/>
            <p:cNvSpPr/>
            <p:nvPr/>
          </p:nvSpPr>
          <p:spPr>
            <a:xfrm>
              <a:off x="5262874" y="2273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t5571"/>
            <p:cNvSpPr/>
            <p:nvPr/>
          </p:nvSpPr>
          <p:spPr>
            <a:xfrm>
              <a:off x="5178512" y="2054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t5572"/>
            <p:cNvSpPr/>
            <p:nvPr/>
          </p:nvSpPr>
          <p:spPr>
            <a:xfrm>
              <a:off x="4934752" y="2416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t5573"/>
            <p:cNvSpPr/>
            <p:nvPr/>
          </p:nvSpPr>
          <p:spPr>
            <a:xfrm>
              <a:off x="5033476" y="2673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t5574"/>
            <p:cNvSpPr/>
            <p:nvPr/>
          </p:nvSpPr>
          <p:spPr>
            <a:xfrm>
              <a:off x="5112302" y="2237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t5575"/>
            <p:cNvSpPr/>
            <p:nvPr/>
          </p:nvSpPr>
          <p:spPr>
            <a:xfrm>
              <a:off x="5203546" y="2161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t5576"/>
            <p:cNvSpPr/>
            <p:nvPr/>
          </p:nvSpPr>
          <p:spPr>
            <a:xfrm>
              <a:off x="5460621" y="2153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t5577"/>
            <p:cNvSpPr/>
            <p:nvPr/>
          </p:nvSpPr>
          <p:spPr>
            <a:xfrm>
              <a:off x="4974672" y="2330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t5578"/>
            <p:cNvSpPr/>
            <p:nvPr/>
          </p:nvSpPr>
          <p:spPr>
            <a:xfrm>
              <a:off x="5290634" y="2217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t5579"/>
            <p:cNvSpPr/>
            <p:nvPr/>
          </p:nvSpPr>
          <p:spPr>
            <a:xfrm>
              <a:off x="5412891" y="2176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t5580"/>
            <p:cNvSpPr/>
            <p:nvPr/>
          </p:nvSpPr>
          <p:spPr>
            <a:xfrm>
              <a:off x="5495405" y="2043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t5581"/>
            <p:cNvSpPr/>
            <p:nvPr/>
          </p:nvSpPr>
          <p:spPr>
            <a:xfrm>
              <a:off x="5515915" y="1972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t5582"/>
            <p:cNvSpPr/>
            <p:nvPr/>
          </p:nvSpPr>
          <p:spPr>
            <a:xfrm>
              <a:off x="5318751" y="2271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t5583"/>
            <p:cNvSpPr/>
            <p:nvPr/>
          </p:nvSpPr>
          <p:spPr>
            <a:xfrm>
              <a:off x="5584976" y="1681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t5584"/>
            <p:cNvSpPr/>
            <p:nvPr/>
          </p:nvSpPr>
          <p:spPr>
            <a:xfrm>
              <a:off x="4892229" y="2391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t5585"/>
            <p:cNvSpPr/>
            <p:nvPr/>
          </p:nvSpPr>
          <p:spPr>
            <a:xfrm>
              <a:off x="5330895" y="2115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t5586"/>
            <p:cNvSpPr/>
            <p:nvPr/>
          </p:nvSpPr>
          <p:spPr>
            <a:xfrm>
              <a:off x="5401983" y="2172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t5587"/>
            <p:cNvSpPr/>
            <p:nvPr/>
          </p:nvSpPr>
          <p:spPr>
            <a:xfrm>
              <a:off x="4909096" y="2142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t5588"/>
            <p:cNvSpPr/>
            <p:nvPr/>
          </p:nvSpPr>
          <p:spPr>
            <a:xfrm>
              <a:off x="5762652" y="1715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t5589"/>
            <p:cNvSpPr/>
            <p:nvPr/>
          </p:nvSpPr>
          <p:spPr>
            <a:xfrm>
              <a:off x="5163611" y="2193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t5590"/>
            <p:cNvSpPr/>
            <p:nvPr/>
          </p:nvSpPr>
          <p:spPr>
            <a:xfrm>
              <a:off x="5297425" y="2148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t5591"/>
            <p:cNvSpPr/>
            <p:nvPr/>
          </p:nvSpPr>
          <p:spPr>
            <a:xfrm>
              <a:off x="5378992" y="1989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t5592"/>
            <p:cNvSpPr/>
            <p:nvPr/>
          </p:nvSpPr>
          <p:spPr>
            <a:xfrm>
              <a:off x="5415549" y="228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t5593"/>
            <p:cNvSpPr/>
            <p:nvPr/>
          </p:nvSpPr>
          <p:spPr>
            <a:xfrm>
              <a:off x="4870036" y="2662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t5594"/>
            <p:cNvSpPr/>
            <p:nvPr/>
          </p:nvSpPr>
          <p:spPr>
            <a:xfrm>
              <a:off x="5224977" y="2067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t5595"/>
            <p:cNvSpPr/>
            <p:nvPr/>
          </p:nvSpPr>
          <p:spPr>
            <a:xfrm>
              <a:off x="4902509" y="2660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t5596"/>
            <p:cNvSpPr/>
            <p:nvPr/>
          </p:nvSpPr>
          <p:spPr>
            <a:xfrm>
              <a:off x="5243533" y="214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t5597"/>
            <p:cNvSpPr/>
            <p:nvPr/>
          </p:nvSpPr>
          <p:spPr>
            <a:xfrm>
              <a:off x="5060985" y="2505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t5598"/>
            <p:cNvSpPr/>
            <p:nvPr/>
          </p:nvSpPr>
          <p:spPr>
            <a:xfrm>
              <a:off x="5637356" y="1870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t5599"/>
            <p:cNvSpPr/>
            <p:nvPr/>
          </p:nvSpPr>
          <p:spPr>
            <a:xfrm>
              <a:off x="5443268" y="2051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t5600"/>
            <p:cNvSpPr/>
            <p:nvPr/>
          </p:nvSpPr>
          <p:spPr>
            <a:xfrm>
              <a:off x="5459081" y="2157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t5601"/>
            <p:cNvSpPr/>
            <p:nvPr/>
          </p:nvSpPr>
          <p:spPr>
            <a:xfrm>
              <a:off x="4905900" y="2229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t5602"/>
            <p:cNvSpPr/>
            <p:nvPr/>
          </p:nvSpPr>
          <p:spPr>
            <a:xfrm>
              <a:off x="4998282" y="241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t5603"/>
            <p:cNvSpPr/>
            <p:nvPr/>
          </p:nvSpPr>
          <p:spPr>
            <a:xfrm>
              <a:off x="5332915" y="2144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t5604"/>
            <p:cNvSpPr/>
            <p:nvPr/>
          </p:nvSpPr>
          <p:spPr>
            <a:xfrm>
              <a:off x="5147053" y="2103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t5605"/>
            <p:cNvSpPr/>
            <p:nvPr/>
          </p:nvSpPr>
          <p:spPr>
            <a:xfrm>
              <a:off x="5255904" y="2192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t5606"/>
            <p:cNvSpPr/>
            <p:nvPr/>
          </p:nvSpPr>
          <p:spPr>
            <a:xfrm>
              <a:off x="4996993" y="2510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t5607"/>
            <p:cNvSpPr/>
            <p:nvPr/>
          </p:nvSpPr>
          <p:spPr>
            <a:xfrm>
              <a:off x="5298638" y="2198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t5608"/>
            <p:cNvSpPr/>
            <p:nvPr/>
          </p:nvSpPr>
          <p:spPr>
            <a:xfrm>
              <a:off x="5572308" y="1890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t5609"/>
            <p:cNvSpPr/>
            <p:nvPr/>
          </p:nvSpPr>
          <p:spPr>
            <a:xfrm>
              <a:off x="4855703" y="2803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t5610"/>
            <p:cNvSpPr/>
            <p:nvPr/>
          </p:nvSpPr>
          <p:spPr>
            <a:xfrm>
              <a:off x="5550259" y="1951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t5611"/>
            <p:cNvSpPr/>
            <p:nvPr/>
          </p:nvSpPr>
          <p:spPr>
            <a:xfrm>
              <a:off x="5031397" y="2507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t5612"/>
            <p:cNvSpPr/>
            <p:nvPr/>
          </p:nvSpPr>
          <p:spPr>
            <a:xfrm>
              <a:off x="5356417" y="198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t5613"/>
            <p:cNvSpPr/>
            <p:nvPr/>
          </p:nvSpPr>
          <p:spPr>
            <a:xfrm>
              <a:off x="4927559" y="2464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t5614"/>
            <p:cNvSpPr/>
            <p:nvPr/>
          </p:nvSpPr>
          <p:spPr>
            <a:xfrm>
              <a:off x="5591689" y="1679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t5615"/>
            <p:cNvSpPr/>
            <p:nvPr/>
          </p:nvSpPr>
          <p:spPr>
            <a:xfrm>
              <a:off x="5384312" y="2012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t5616"/>
            <p:cNvSpPr/>
            <p:nvPr/>
          </p:nvSpPr>
          <p:spPr>
            <a:xfrm>
              <a:off x="5370003" y="1870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t5617"/>
            <p:cNvSpPr/>
            <p:nvPr/>
          </p:nvSpPr>
          <p:spPr>
            <a:xfrm>
              <a:off x="5433783" y="1998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t5618"/>
            <p:cNvSpPr/>
            <p:nvPr/>
          </p:nvSpPr>
          <p:spPr>
            <a:xfrm>
              <a:off x="5372828" y="203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t5619"/>
            <p:cNvSpPr/>
            <p:nvPr/>
          </p:nvSpPr>
          <p:spPr>
            <a:xfrm>
              <a:off x="5329190" y="2074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t5620"/>
            <p:cNvSpPr/>
            <p:nvPr/>
          </p:nvSpPr>
          <p:spPr>
            <a:xfrm>
              <a:off x="5019922" y="2751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t5621"/>
            <p:cNvSpPr/>
            <p:nvPr/>
          </p:nvSpPr>
          <p:spPr>
            <a:xfrm>
              <a:off x="5197012" y="1874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t5622"/>
            <p:cNvSpPr/>
            <p:nvPr/>
          </p:nvSpPr>
          <p:spPr>
            <a:xfrm>
              <a:off x="4700421" y="2458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t5623"/>
            <p:cNvSpPr/>
            <p:nvPr/>
          </p:nvSpPr>
          <p:spPr>
            <a:xfrm>
              <a:off x="4973526" y="2451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t5624"/>
            <p:cNvSpPr/>
            <p:nvPr/>
          </p:nvSpPr>
          <p:spPr>
            <a:xfrm>
              <a:off x="5347371" y="212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t5625"/>
            <p:cNvSpPr/>
            <p:nvPr/>
          </p:nvSpPr>
          <p:spPr>
            <a:xfrm>
              <a:off x="5388925" y="2164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t5626"/>
            <p:cNvSpPr/>
            <p:nvPr/>
          </p:nvSpPr>
          <p:spPr>
            <a:xfrm>
              <a:off x="5643842" y="1930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t5627"/>
            <p:cNvSpPr/>
            <p:nvPr/>
          </p:nvSpPr>
          <p:spPr>
            <a:xfrm>
              <a:off x="5531405" y="2049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t5628"/>
            <p:cNvSpPr/>
            <p:nvPr/>
          </p:nvSpPr>
          <p:spPr>
            <a:xfrm>
              <a:off x="5248268" y="2196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t5629"/>
            <p:cNvSpPr/>
            <p:nvPr/>
          </p:nvSpPr>
          <p:spPr>
            <a:xfrm>
              <a:off x="5556791" y="2019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t5630"/>
            <p:cNvSpPr/>
            <p:nvPr/>
          </p:nvSpPr>
          <p:spPr>
            <a:xfrm>
              <a:off x="5148054" y="2106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t5631"/>
            <p:cNvSpPr/>
            <p:nvPr/>
          </p:nvSpPr>
          <p:spPr>
            <a:xfrm>
              <a:off x="5498253" y="1991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t5632"/>
            <p:cNvSpPr/>
            <p:nvPr/>
          </p:nvSpPr>
          <p:spPr>
            <a:xfrm>
              <a:off x="5604576" y="1872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t5633"/>
            <p:cNvSpPr/>
            <p:nvPr/>
          </p:nvSpPr>
          <p:spPr>
            <a:xfrm>
              <a:off x="5258262" y="2235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t5634"/>
            <p:cNvSpPr/>
            <p:nvPr/>
          </p:nvSpPr>
          <p:spPr>
            <a:xfrm>
              <a:off x="5169994" y="2170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t5635"/>
            <p:cNvSpPr/>
            <p:nvPr/>
          </p:nvSpPr>
          <p:spPr>
            <a:xfrm>
              <a:off x="5308018" y="2237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t5636"/>
            <p:cNvSpPr/>
            <p:nvPr/>
          </p:nvSpPr>
          <p:spPr>
            <a:xfrm>
              <a:off x="5026094" y="2626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t5637"/>
            <p:cNvSpPr/>
            <p:nvPr/>
          </p:nvSpPr>
          <p:spPr>
            <a:xfrm>
              <a:off x="5342831" y="2192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t5638"/>
            <p:cNvSpPr/>
            <p:nvPr/>
          </p:nvSpPr>
          <p:spPr>
            <a:xfrm>
              <a:off x="5179449" y="2090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t5639"/>
            <p:cNvSpPr/>
            <p:nvPr/>
          </p:nvSpPr>
          <p:spPr>
            <a:xfrm>
              <a:off x="4508036" y="2726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t5640"/>
            <p:cNvSpPr/>
            <p:nvPr/>
          </p:nvSpPr>
          <p:spPr>
            <a:xfrm>
              <a:off x="5681675" y="1999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t5641"/>
            <p:cNvSpPr/>
            <p:nvPr/>
          </p:nvSpPr>
          <p:spPr>
            <a:xfrm>
              <a:off x="5595032" y="1952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t5642"/>
            <p:cNvSpPr/>
            <p:nvPr/>
          </p:nvSpPr>
          <p:spPr>
            <a:xfrm>
              <a:off x="5032917" y="2659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t5643"/>
            <p:cNvSpPr/>
            <p:nvPr/>
          </p:nvSpPr>
          <p:spPr>
            <a:xfrm>
              <a:off x="5591124" y="1750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t5644"/>
            <p:cNvSpPr/>
            <p:nvPr/>
          </p:nvSpPr>
          <p:spPr>
            <a:xfrm>
              <a:off x="5236697" y="2177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t5645"/>
            <p:cNvSpPr/>
            <p:nvPr/>
          </p:nvSpPr>
          <p:spPr>
            <a:xfrm>
              <a:off x="5334506" y="2136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t5646"/>
            <p:cNvSpPr/>
            <p:nvPr/>
          </p:nvSpPr>
          <p:spPr>
            <a:xfrm>
              <a:off x="5577038" y="1787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t5647"/>
            <p:cNvSpPr/>
            <p:nvPr/>
          </p:nvSpPr>
          <p:spPr>
            <a:xfrm>
              <a:off x="5321502" y="2311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t5648"/>
            <p:cNvSpPr/>
            <p:nvPr/>
          </p:nvSpPr>
          <p:spPr>
            <a:xfrm>
              <a:off x="5535181" y="2048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t5649"/>
            <p:cNvSpPr/>
            <p:nvPr/>
          </p:nvSpPr>
          <p:spPr>
            <a:xfrm>
              <a:off x="5039575" y="2669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t5650"/>
            <p:cNvSpPr/>
            <p:nvPr/>
          </p:nvSpPr>
          <p:spPr>
            <a:xfrm>
              <a:off x="5650930" y="1808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t5651"/>
            <p:cNvSpPr/>
            <p:nvPr/>
          </p:nvSpPr>
          <p:spPr>
            <a:xfrm>
              <a:off x="5102632" y="2211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t5652"/>
            <p:cNvSpPr/>
            <p:nvPr/>
          </p:nvSpPr>
          <p:spPr>
            <a:xfrm>
              <a:off x="5411117" y="2354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t5653"/>
            <p:cNvSpPr/>
            <p:nvPr/>
          </p:nvSpPr>
          <p:spPr>
            <a:xfrm>
              <a:off x="5660481" y="1872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t5654"/>
            <p:cNvSpPr/>
            <p:nvPr/>
          </p:nvSpPr>
          <p:spPr>
            <a:xfrm>
              <a:off x="5563349" y="1861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t5655"/>
            <p:cNvSpPr/>
            <p:nvPr/>
          </p:nvSpPr>
          <p:spPr>
            <a:xfrm>
              <a:off x="5327333" y="2007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t5656"/>
            <p:cNvSpPr/>
            <p:nvPr/>
          </p:nvSpPr>
          <p:spPr>
            <a:xfrm>
              <a:off x="4808659" y="1635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t5657"/>
            <p:cNvSpPr/>
            <p:nvPr/>
          </p:nvSpPr>
          <p:spPr>
            <a:xfrm>
              <a:off x="5342487" y="2129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t5658"/>
            <p:cNvSpPr/>
            <p:nvPr/>
          </p:nvSpPr>
          <p:spPr>
            <a:xfrm>
              <a:off x="5684429" y="1879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t5659"/>
            <p:cNvSpPr/>
            <p:nvPr/>
          </p:nvSpPr>
          <p:spPr>
            <a:xfrm>
              <a:off x="4631657" y="2452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t5660"/>
            <p:cNvSpPr/>
            <p:nvPr/>
          </p:nvSpPr>
          <p:spPr>
            <a:xfrm>
              <a:off x="5570471" y="1831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t5661"/>
            <p:cNvSpPr/>
            <p:nvPr/>
          </p:nvSpPr>
          <p:spPr>
            <a:xfrm>
              <a:off x="5601868" y="1840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t5662"/>
            <p:cNvSpPr/>
            <p:nvPr/>
          </p:nvSpPr>
          <p:spPr>
            <a:xfrm>
              <a:off x="4992300" y="1870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t5663"/>
            <p:cNvSpPr/>
            <p:nvPr/>
          </p:nvSpPr>
          <p:spPr>
            <a:xfrm>
              <a:off x="5226524" y="2109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t5664"/>
            <p:cNvSpPr/>
            <p:nvPr/>
          </p:nvSpPr>
          <p:spPr>
            <a:xfrm>
              <a:off x="5834861" y="1578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t5665"/>
            <p:cNvSpPr/>
            <p:nvPr/>
          </p:nvSpPr>
          <p:spPr>
            <a:xfrm>
              <a:off x="5328484" y="2158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t5666"/>
            <p:cNvSpPr/>
            <p:nvPr/>
          </p:nvSpPr>
          <p:spPr>
            <a:xfrm>
              <a:off x="5424878" y="2150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t5667"/>
            <p:cNvSpPr/>
            <p:nvPr/>
          </p:nvSpPr>
          <p:spPr>
            <a:xfrm>
              <a:off x="5229380" y="1988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t5668"/>
            <p:cNvSpPr/>
            <p:nvPr/>
          </p:nvSpPr>
          <p:spPr>
            <a:xfrm>
              <a:off x="5458674" y="2063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t5669"/>
            <p:cNvSpPr/>
            <p:nvPr/>
          </p:nvSpPr>
          <p:spPr>
            <a:xfrm>
              <a:off x="5228559" y="2236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t5670"/>
            <p:cNvSpPr/>
            <p:nvPr/>
          </p:nvSpPr>
          <p:spPr>
            <a:xfrm>
              <a:off x="5429487" y="2196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t5671"/>
            <p:cNvSpPr/>
            <p:nvPr/>
          </p:nvSpPr>
          <p:spPr>
            <a:xfrm>
              <a:off x="5348294" y="2159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t5672"/>
            <p:cNvSpPr/>
            <p:nvPr/>
          </p:nvSpPr>
          <p:spPr>
            <a:xfrm>
              <a:off x="5083271" y="2336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t5673"/>
            <p:cNvSpPr/>
            <p:nvPr/>
          </p:nvSpPr>
          <p:spPr>
            <a:xfrm>
              <a:off x="5369345" y="2039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t5674"/>
            <p:cNvSpPr/>
            <p:nvPr/>
          </p:nvSpPr>
          <p:spPr>
            <a:xfrm>
              <a:off x="5142974" y="2161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t5675"/>
            <p:cNvSpPr/>
            <p:nvPr/>
          </p:nvSpPr>
          <p:spPr>
            <a:xfrm>
              <a:off x="5414508" y="2213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t5676"/>
            <p:cNvSpPr/>
            <p:nvPr/>
          </p:nvSpPr>
          <p:spPr>
            <a:xfrm>
              <a:off x="5468490" y="2217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t5677"/>
            <p:cNvSpPr/>
            <p:nvPr/>
          </p:nvSpPr>
          <p:spPr>
            <a:xfrm>
              <a:off x="5298771" y="2304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t5678"/>
            <p:cNvSpPr/>
            <p:nvPr/>
          </p:nvSpPr>
          <p:spPr>
            <a:xfrm>
              <a:off x="5578900" y="1668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t5679"/>
            <p:cNvSpPr/>
            <p:nvPr/>
          </p:nvSpPr>
          <p:spPr>
            <a:xfrm>
              <a:off x="5088474" y="2017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t5680"/>
            <p:cNvSpPr/>
            <p:nvPr/>
          </p:nvSpPr>
          <p:spPr>
            <a:xfrm>
              <a:off x="5131921" y="1929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t5681"/>
            <p:cNvSpPr/>
            <p:nvPr/>
          </p:nvSpPr>
          <p:spPr>
            <a:xfrm>
              <a:off x="5096495" y="2089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t5682"/>
            <p:cNvSpPr/>
            <p:nvPr/>
          </p:nvSpPr>
          <p:spPr>
            <a:xfrm>
              <a:off x="5694605" y="1906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t5683"/>
            <p:cNvSpPr/>
            <p:nvPr/>
          </p:nvSpPr>
          <p:spPr>
            <a:xfrm>
              <a:off x="5198630" y="2030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t5684"/>
            <p:cNvSpPr/>
            <p:nvPr/>
          </p:nvSpPr>
          <p:spPr>
            <a:xfrm>
              <a:off x="5512606" y="1869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t5685"/>
            <p:cNvSpPr/>
            <p:nvPr/>
          </p:nvSpPr>
          <p:spPr>
            <a:xfrm>
              <a:off x="4900764" y="2736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t5686"/>
            <p:cNvSpPr/>
            <p:nvPr/>
          </p:nvSpPr>
          <p:spPr>
            <a:xfrm>
              <a:off x="4947728" y="2337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t5687"/>
            <p:cNvSpPr/>
            <p:nvPr/>
          </p:nvSpPr>
          <p:spPr>
            <a:xfrm>
              <a:off x="5421418" y="2229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t5688"/>
            <p:cNvSpPr/>
            <p:nvPr/>
          </p:nvSpPr>
          <p:spPr>
            <a:xfrm>
              <a:off x="5206156" y="1997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t5689"/>
            <p:cNvSpPr/>
            <p:nvPr/>
          </p:nvSpPr>
          <p:spPr>
            <a:xfrm>
              <a:off x="5536661" y="1966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t5690"/>
            <p:cNvSpPr/>
            <p:nvPr/>
          </p:nvSpPr>
          <p:spPr>
            <a:xfrm>
              <a:off x="4590510" y="2804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t5691"/>
            <p:cNvSpPr/>
            <p:nvPr/>
          </p:nvSpPr>
          <p:spPr>
            <a:xfrm>
              <a:off x="5066328" y="250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t5692"/>
            <p:cNvSpPr/>
            <p:nvPr/>
          </p:nvSpPr>
          <p:spPr>
            <a:xfrm>
              <a:off x="5120188" y="2080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t5693"/>
            <p:cNvSpPr/>
            <p:nvPr/>
          </p:nvSpPr>
          <p:spPr>
            <a:xfrm>
              <a:off x="5154975" y="2135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t5694"/>
            <p:cNvSpPr/>
            <p:nvPr/>
          </p:nvSpPr>
          <p:spPr>
            <a:xfrm>
              <a:off x="6006134" y="1796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t5695"/>
            <p:cNvSpPr/>
            <p:nvPr/>
          </p:nvSpPr>
          <p:spPr>
            <a:xfrm>
              <a:off x="5322644" y="2323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t5696"/>
            <p:cNvSpPr/>
            <p:nvPr/>
          </p:nvSpPr>
          <p:spPr>
            <a:xfrm>
              <a:off x="5319579" y="2261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t5697"/>
            <p:cNvSpPr/>
            <p:nvPr/>
          </p:nvSpPr>
          <p:spPr>
            <a:xfrm>
              <a:off x="5148063" y="2118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t5698"/>
            <p:cNvSpPr/>
            <p:nvPr/>
          </p:nvSpPr>
          <p:spPr>
            <a:xfrm>
              <a:off x="5032072" y="2625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t5699"/>
            <p:cNvSpPr/>
            <p:nvPr/>
          </p:nvSpPr>
          <p:spPr>
            <a:xfrm>
              <a:off x="5052753" y="2735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t5700"/>
            <p:cNvSpPr/>
            <p:nvPr/>
          </p:nvSpPr>
          <p:spPr>
            <a:xfrm>
              <a:off x="4926043" y="2273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t5701"/>
            <p:cNvSpPr/>
            <p:nvPr/>
          </p:nvSpPr>
          <p:spPr>
            <a:xfrm>
              <a:off x="4600414" y="2739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t5702"/>
            <p:cNvSpPr/>
            <p:nvPr/>
          </p:nvSpPr>
          <p:spPr>
            <a:xfrm>
              <a:off x="5307362" y="2152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t5703"/>
            <p:cNvSpPr/>
            <p:nvPr/>
          </p:nvSpPr>
          <p:spPr>
            <a:xfrm>
              <a:off x="5199601" y="1931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t5704"/>
            <p:cNvSpPr/>
            <p:nvPr/>
          </p:nvSpPr>
          <p:spPr>
            <a:xfrm>
              <a:off x="5206935" y="2207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t5705"/>
            <p:cNvSpPr/>
            <p:nvPr/>
          </p:nvSpPr>
          <p:spPr>
            <a:xfrm>
              <a:off x="5584775" y="1837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t5706"/>
            <p:cNvSpPr/>
            <p:nvPr/>
          </p:nvSpPr>
          <p:spPr>
            <a:xfrm>
              <a:off x="4887036" y="2569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t5707"/>
            <p:cNvSpPr/>
            <p:nvPr/>
          </p:nvSpPr>
          <p:spPr>
            <a:xfrm>
              <a:off x="5232397" y="2250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t5708"/>
            <p:cNvSpPr/>
            <p:nvPr/>
          </p:nvSpPr>
          <p:spPr>
            <a:xfrm>
              <a:off x="5319557" y="2202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t5709"/>
            <p:cNvSpPr/>
            <p:nvPr/>
          </p:nvSpPr>
          <p:spPr>
            <a:xfrm>
              <a:off x="4758895" y="2840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t5710"/>
            <p:cNvSpPr/>
            <p:nvPr/>
          </p:nvSpPr>
          <p:spPr>
            <a:xfrm>
              <a:off x="5227698" y="2180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t5711"/>
            <p:cNvSpPr/>
            <p:nvPr/>
          </p:nvSpPr>
          <p:spPr>
            <a:xfrm>
              <a:off x="5783105" y="1703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t5712"/>
            <p:cNvSpPr/>
            <p:nvPr/>
          </p:nvSpPr>
          <p:spPr>
            <a:xfrm>
              <a:off x="4940810" y="2363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t5713"/>
            <p:cNvSpPr/>
            <p:nvPr/>
          </p:nvSpPr>
          <p:spPr>
            <a:xfrm>
              <a:off x="5114431" y="2068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t5714"/>
            <p:cNvSpPr/>
            <p:nvPr/>
          </p:nvSpPr>
          <p:spPr>
            <a:xfrm>
              <a:off x="5365389" y="1892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t5715"/>
            <p:cNvSpPr/>
            <p:nvPr/>
          </p:nvSpPr>
          <p:spPr>
            <a:xfrm>
              <a:off x="5328204" y="2107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t5716"/>
            <p:cNvSpPr/>
            <p:nvPr/>
          </p:nvSpPr>
          <p:spPr>
            <a:xfrm>
              <a:off x="5397602" y="2187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t5717"/>
            <p:cNvSpPr/>
            <p:nvPr/>
          </p:nvSpPr>
          <p:spPr>
            <a:xfrm>
              <a:off x="5171646" y="219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t5718"/>
            <p:cNvSpPr/>
            <p:nvPr/>
          </p:nvSpPr>
          <p:spPr>
            <a:xfrm>
              <a:off x="4991182" y="1830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t5719"/>
            <p:cNvSpPr/>
            <p:nvPr/>
          </p:nvSpPr>
          <p:spPr>
            <a:xfrm>
              <a:off x="5438652" y="2228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t5720"/>
            <p:cNvSpPr/>
            <p:nvPr/>
          </p:nvSpPr>
          <p:spPr>
            <a:xfrm>
              <a:off x="5359612" y="1993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t5721"/>
            <p:cNvSpPr/>
            <p:nvPr/>
          </p:nvSpPr>
          <p:spPr>
            <a:xfrm>
              <a:off x="5690490" y="1975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t5722"/>
            <p:cNvSpPr/>
            <p:nvPr/>
          </p:nvSpPr>
          <p:spPr>
            <a:xfrm>
              <a:off x="5176080" y="2072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t5723"/>
            <p:cNvSpPr/>
            <p:nvPr/>
          </p:nvSpPr>
          <p:spPr>
            <a:xfrm>
              <a:off x="5404204" y="2201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t5724"/>
            <p:cNvSpPr/>
            <p:nvPr/>
          </p:nvSpPr>
          <p:spPr>
            <a:xfrm>
              <a:off x="5537792" y="1997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t5725"/>
            <p:cNvSpPr/>
            <p:nvPr/>
          </p:nvSpPr>
          <p:spPr>
            <a:xfrm>
              <a:off x="4948053" y="2411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t5726"/>
            <p:cNvSpPr/>
            <p:nvPr/>
          </p:nvSpPr>
          <p:spPr>
            <a:xfrm>
              <a:off x="5117942" y="2182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t5727"/>
            <p:cNvSpPr/>
            <p:nvPr/>
          </p:nvSpPr>
          <p:spPr>
            <a:xfrm>
              <a:off x="5247391" y="2201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t5728"/>
            <p:cNvSpPr/>
            <p:nvPr/>
          </p:nvSpPr>
          <p:spPr>
            <a:xfrm>
              <a:off x="4974760" y="2689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t5729"/>
            <p:cNvSpPr/>
            <p:nvPr/>
          </p:nvSpPr>
          <p:spPr>
            <a:xfrm>
              <a:off x="5292729" y="2143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t5730"/>
            <p:cNvSpPr/>
            <p:nvPr/>
          </p:nvSpPr>
          <p:spPr>
            <a:xfrm>
              <a:off x="5347949" y="2057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t5731"/>
            <p:cNvSpPr/>
            <p:nvPr/>
          </p:nvSpPr>
          <p:spPr>
            <a:xfrm>
              <a:off x="5371440" y="200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t5732"/>
            <p:cNvSpPr/>
            <p:nvPr/>
          </p:nvSpPr>
          <p:spPr>
            <a:xfrm>
              <a:off x="5069268" y="2187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t5733"/>
            <p:cNvSpPr/>
            <p:nvPr/>
          </p:nvSpPr>
          <p:spPr>
            <a:xfrm>
              <a:off x="5176506" y="2105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t5734"/>
            <p:cNvSpPr/>
            <p:nvPr/>
          </p:nvSpPr>
          <p:spPr>
            <a:xfrm>
              <a:off x="5500111" y="1951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t5735"/>
            <p:cNvSpPr/>
            <p:nvPr/>
          </p:nvSpPr>
          <p:spPr>
            <a:xfrm>
              <a:off x="5286734" y="2068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t5736"/>
            <p:cNvSpPr/>
            <p:nvPr/>
          </p:nvSpPr>
          <p:spPr>
            <a:xfrm>
              <a:off x="5454409" y="2226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t5737"/>
            <p:cNvSpPr/>
            <p:nvPr/>
          </p:nvSpPr>
          <p:spPr>
            <a:xfrm>
              <a:off x="5297984" y="2175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t5738"/>
            <p:cNvSpPr/>
            <p:nvPr/>
          </p:nvSpPr>
          <p:spPr>
            <a:xfrm>
              <a:off x="5124659" y="1983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t5739"/>
            <p:cNvSpPr/>
            <p:nvPr/>
          </p:nvSpPr>
          <p:spPr>
            <a:xfrm>
              <a:off x="5325926" y="2018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t5740"/>
            <p:cNvSpPr/>
            <p:nvPr/>
          </p:nvSpPr>
          <p:spPr>
            <a:xfrm>
              <a:off x="4988688" y="1950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t5741"/>
            <p:cNvSpPr/>
            <p:nvPr/>
          </p:nvSpPr>
          <p:spPr>
            <a:xfrm>
              <a:off x="5591242" y="1670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t5742"/>
            <p:cNvSpPr/>
            <p:nvPr/>
          </p:nvSpPr>
          <p:spPr>
            <a:xfrm>
              <a:off x="4931195" y="2130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t5743"/>
            <p:cNvSpPr/>
            <p:nvPr/>
          </p:nvSpPr>
          <p:spPr>
            <a:xfrm>
              <a:off x="5561091" y="1973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t5744"/>
            <p:cNvSpPr/>
            <p:nvPr/>
          </p:nvSpPr>
          <p:spPr>
            <a:xfrm>
              <a:off x="5234095" y="2133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t5745"/>
            <p:cNvSpPr/>
            <p:nvPr/>
          </p:nvSpPr>
          <p:spPr>
            <a:xfrm>
              <a:off x="5274564" y="2155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t5746"/>
            <p:cNvSpPr/>
            <p:nvPr/>
          </p:nvSpPr>
          <p:spPr>
            <a:xfrm>
              <a:off x="5296126" y="2214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t5747"/>
            <p:cNvSpPr/>
            <p:nvPr/>
          </p:nvSpPr>
          <p:spPr>
            <a:xfrm>
              <a:off x="5241637" y="2140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t5748"/>
            <p:cNvSpPr/>
            <p:nvPr/>
          </p:nvSpPr>
          <p:spPr>
            <a:xfrm>
              <a:off x="5284316" y="2035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t5749"/>
            <p:cNvSpPr/>
            <p:nvPr/>
          </p:nvSpPr>
          <p:spPr>
            <a:xfrm>
              <a:off x="5753982" y="1741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t5750"/>
            <p:cNvSpPr/>
            <p:nvPr/>
          </p:nvSpPr>
          <p:spPr>
            <a:xfrm>
              <a:off x="5653478" y="1801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t5751"/>
            <p:cNvSpPr/>
            <p:nvPr/>
          </p:nvSpPr>
          <p:spPr>
            <a:xfrm>
              <a:off x="5343622" y="208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t5752"/>
            <p:cNvSpPr/>
            <p:nvPr/>
          </p:nvSpPr>
          <p:spPr>
            <a:xfrm>
              <a:off x="4845920" y="2578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t5753"/>
            <p:cNvSpPr/>
            <p:nvPr/>
          </p:nvSpPr>
          <p:spPr>
            <a:xfrm>
              <a:off x="5612706" y="2019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t5754"/>
            <p:cNvSpPr/>
            <p:nvPr/>
          </p:nvSpPr>
          <p:spPr>
            <a:xfrm>
              <a:off x="5392523" y="2251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t5755"/>
            <p:cNvSpPr/>
            <p:nvPr/>
          </p:nvSpPr>
          <p:spPr>
            <a:xfrm>
              <a:off x="5418038" y="2077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t5756"/>
            <p:cNvSpPr/>
            <p:nvPr/>
          </p:nvSpPr>
          <p:spPr>
            <a:xfrm>
              <a:off x="4957571" y="2509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t5757"/>
            <p:cNvSpPr/>
            <p:nvPr/>
          </p:nvSpPr>
          <p:spPr>
            <a:xfrm>
              <a:off x="5181659" y="2074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t5758"/>
            <p:cNvSpPr/>
            <p:nvPr/>
          </p:nvSpPr>
          <p:spPr>
            <a:xfrm>
              <a:off x="5303855" y="2195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t5759"/>
            <p:cNvSpPr/>
            <p:nvPr/>
          </p:nvSpPr>
          <p:spPr>
            <a:xfrm>
              <a:off x="5031302" y="2730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t5760"/>
            <p:cNvSpPr/>
            <p:nvPr/>
          </p:nvSpPr>
          <p:spPr>
            <a:xfrm>
              <a:off x="5471494" y="2179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t5761"/>
            <p:cNvSpPr/>
            <p:nvPr/>
          </p:nvSpPr>
          <p:spPr>
            <a:xfrm>
              <a:off x="5040154" y="2548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t5762"/>
            <p:cNvSpPr/>
            <p:nvPr/>
          </p:nvSpPr>
          <p:spPr>
            <a:xfrm>
              <a:off x="4887761" y="2804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t5763"/>
            <p:cNvSpPr/>
            <p:nvPr/>
          </p:nvSpPr>
          <p:spPr>
            <a:xfrm>
              <a:off x="5390664" y="207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t5764"/>
            <p:cNvSpPr/>
            <p:nvPr/>
          </p:nvSpPr>
          <p:spPr>
            <a:xfrm>
              <a:off x="5427175" y="2023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t5765"/>
            <p:cNvSpPr/>
            <p:nvPr/>
          </p:nvSpPr>
          <p:spPr>
            <a:xfrm>
              <a:off x="5624780" y="1963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t5766"/>
            <p:cNvSpPr/>
            <p:nvPr/>
          </p:nvSpPr>
          <p:spPr>
            <a:xfrm>
              <a:off x="5316863" y="2294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t5767"/>
            <p:cNvSpPr/>
            <p:nvPr/>
          </p:nvSpPr>
          <p:spPr>
            <a:xfrm>
              <a:off x="5505528" y="2084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t5768"/>
            <p:cNvSpPr/>
            <p:nvPr/>
          </p:nvSpPr>
          <p:spPr>
            <a:xfrm>
              <a:off x="5331999" y="2128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t5769"/>
            <p:cNvSpPr/>
            <p:nvPr/>
          </p:nvSpPr>
          <p:spPr>
            <a:xfrm>
              <a:off x="5449039" y="2295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t5770"/>
            <p:cNvSpPr/>
            <p:nvPr/>
          </p:nvSpPr>
          <p:spPr>
            <a:xfrm>
              <a:off x="5690195" y="189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t5771"/>
            <p:cNvSpPr/>
            <p:nvPr/>
          </p:nvSpPr>
          <p:spPr>
            <a:xfrm>
              <a:off x="5644778" y="1895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t5772"/>
            <p:cNvSpPr/>
            <p:nvPr/>
          </p:nvSpPr>
          <p:spPr>
            <a:xfrm>
              <a:off x="5104692" y="2117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t5773"/>
            <p:cNvSpPr/>
            <p:nvPr/>
          </p:nvSpPr>
          <p:spPr>
            <a:xfrm>
              <a:off x="5555183" y="2029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t5774"/>
            <p:cNvSpPr/>
            <p:nvPr/>
          </p:nvSpPr>
          <p:spPr>
            <a:xfrm>
              <a:off x="4941009" y="2289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t5775"/>
            <p:cNvSpPr/>
            <p:nvPr/>
          </p:nvSpPr>
          <p:spPr>
            <a:xfrm>
              <a:off x="5052185" y="2695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t5776"/>
            <p:cNvSpPr/>
            <p:nvPr/>
          </p:nvSpPr>
          <p:spPr>
            <a:xfrm>
              <a:off x="5080570" y="2218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t5777"/>
            <p:cNvSpPr/>
            <p:nvPr/>
          </p:nvSpPr>
          <p:spPr>
            <a:xfrm>
              <a:off x="5235924" y="2151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t5778"/>
            <p:cNvSpPr/>
            <p:nvPr/>
          </p:nvSpPr>
          <p:spPr>
            <a:xfrm>
              <a:off x="5370153" y="1989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t5779"/>
            <p:cNvSpPr/>
            <p:nvPr/>
          </p:nvSpPr>
          <p:spPr>
            <a:xfrm>
              <a:off x="5383691" y="2048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t5780"/>
            <p:cNvSpPr/>
            <p:nvPr/>
          </p:nvSpPr>
          <p:spPr>
            <a:xfrm>
              <a:off x="5475497" y="2232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t5781"/>
            <p:cNvSpPr/>
            <p:nvPr/>
          </p:nvSpPr>
          <p:spPr>
            <a:xfrm>
              <a:off x="5077741" y="243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t5782"/>
            <p:cNvSpPr/>
            <p:nvPr/>
          </p:nvSpPr>
          <p:spPr>
            <a:xfrm>
              <a:off x="5356080" y="2119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t5783"/>
            <p:cNvSpPr/>
            <p:nvPr/>
          </p:nvSpPr>
          <p:spPr>
            <a:xfrm>
              <a:off x="5274950" y="2114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t5784"/>
            <p:cNvSpPr/>
            <p:nvPr/>
          </p:nvSpPr>
          <p:spPr>
            <a:xfrm>
              <a:off x="5224138" y="2208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t5785"/>
            <p:cNvSpPr/>
            <p:nvPr/>
          </p:nvSpPr>
          <p:spPr>
            <a:xfrm>
              <a:off x="4990537" y="1830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t5786"/>
            <p:cNvSpPr/>
            <p:nvPr/>
          </p:nvSpPr>
          <p:spPr>
            <a:xfrm>
              <a:off x="5538181" y="1942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t5787"/>
            <p:cNvSpPr/>
            <p:nvPr/>
          </p:nvSpPr>
          <p:spPr>
            <a:xfrm>
              <a:off x="5183448" y="2082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t5788"/>
            <p:cNvSpPr/>
            <p:nvPr/>
          </p:nvSpPr>
          <p:spPr>
            <a:xfrm>
              <a:off x="5481835" y="2338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t5789"/>
            <p:cNvSpPr/>
            <p:nvPr/>
          </p:nvSpPr>
          <p:spPr>
            <a:xfrm>
              <a:off x="5466285" y="2143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t5790"/>
            <p:cNvSpPr/>
            <p:nvPr/>
          </p:nvSpPr>
          <p:spPr>
            <a:xfrm>
              <a:off x="5198981" y="2197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t5791"/>
            <p:cNvSpPr/>
            <p:nvPr/>
          </p:nvSpPr>
          <p:spPr>
            <a:xfrm>
              <a:off x="5515751" y="2036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t5792"/>
            <p:cNvSpPr/>
            <p:nvPr/>
          </p:nvSpPr>
          <p:spPr>
            <a:xfrm>
              <a:off x="5224127" y="2187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t5793"/>
            <p:cNvSpPr/>
            <p:nvPr/>
          </p:nvSpPr>
          <p:spPr>
            <a:xfrm>
              <a:off x="5131525" y="2048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t5794"/>
            <p:cNvSpPr/>
            <p:nvPr/>
          </p:nvSpPr>
          <p:spPr>
            <a:xfrm>
              <a:off x="5265637" y="2260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t5795"/>
            <p:cNvSpPr/>
            <p:nvPr/>
          </p:nvSpPr>
          <p:spPr>
            <a:xfrm>
              <a:off x="5136276" y="207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t5796"/>
            <p:cNvSpPr/>
            <p:nvPr/>
          </p:nvSpPr>
          <p:spPr>
            <a:xfrm>
              <a:off x="5380176" y="2165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t5797"/>
            <p:cNvSpPr/>
            <p:nvPr/>
          </p:nvSpPr>
          <p:spPr>
            <a:xfrm>
              <a:off x="5401481" y="2206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t5798"/>
            <p:cNvSpPr/>
            <p:nvPr/>
          </p:nvSpPr>
          <p:spPr>
            <a:xfrm>
              <a:off x="5600704" y="1946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t5799"/>
            <p:cNvSpPr/>
            <p:nvPr/>
          </p:nvSpPr>
          <p:spPr>
            <a:xfrm>
              <a:off x="5320597" y="2295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t5800"/>
            <p:cNvSpPr/>
            <p:nvPr/>
          </p:nvSpPr>
          <p:spPr>
            <a:xfrm>
              <a:off x="5486411" y="1977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t5801"/>
            <p:cNvSpPr/>
            <p:nvPr/>
          </p:nvSpPr>
          <p:spPr>
            <a:xfrm>
              <a:off x="5431862" y="2157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t5802"/>
            <p:cNvSpPr/>
            <p:nvPr/>
          </p:nvSpPr>
          <p:spPr>
            <a:xfrm>
              <a:off x="5415858" y="2257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t5803"/>
            <p:cNvSpPr/>
            <p:nvPr/>
          </p:nvSpPr>
          <p:spPr>
            <a:xfrm>
              <a:off x="5441732" y="2110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t5804"/>
            <p:cNvSpPr/>
            <p:nvPr/>
          </p:nvSpPr>
          <p:spPr>
            <a:xfrm>
              <a:off x="4979175" y="2445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t5805"/>
            <p:cNvSpPr/>
            <p:nvPr/>
          </p:nvSpPr>
          <p:spPr>
            <a:xfrm>
              <a:off x="5091365" y="2129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t5806"/>
            <p:cNvSpPr/>
            <p:nvPr/>
          </p:nvSpPr>
          <p:spPr>
            <a:xfrm>
              <a:off x="5476969" y="2277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t5807"/>
            <p:cNvSpPr/>
            <p:nvPr/>
          </p:nvSpPr>
          <p:spPr>
            <a:xfrm>
              <a:off x="5445888" y="2159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t5808"/>
            <p:cNvSpPr/>
            <p:nvPr/>
          </p:nvSpPr>
          <p:spPr>
            <a:xfrm>
              <a:off x="5478278" y="2176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t5809"/>
            <p:cNvSpPr/>
            <p:nvPr/>
          </p:nvSpPr>
          <p:spPr>
            <a:xfrm>
              <a:off x="5358265" y="2062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t5810"/>
            <p:cNvSpPr/>
            <p:nvPr/>
          </p:nvSpPr>
          <p:spPr>
            <a:xfrm>
              <a:off x="5242360" y="2130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t5811"/>
            <p:cNvSpPr/>
            <p:nvPr/>
          </p:nvSpPr>
          <p:spPr>
            <a:xfrm>
              <a:off x="5258691" y="2191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t5812"/>
            <p:cNvSpPr/>
            <p:nvPr/>
          </p:nvSpPr>
          <p:spPr>
            <a:xfrm>
              <a:off x="5113853" y="2228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t5813"/>
            <p:cNvSpPr/>
            <p:nvPr/>
          </p:nvSpPr>
          <p:spPr>
            <a:xfrm>
              <a:off x="5192768" y="2151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t5814"/>
            <p:cNvSpPr/>
            <p:nvPr/>
          </p:nvSpPr>
          <p:spPr>
            <a:xfrm>
              <a:off x="5442641" y="2013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t5815"/>
            <p:cNvSpPr/>
            <p:nvPr/>
          </p:nvSpPr>
          <p:spPr>
            <a:xfrm>
              <a:off x="5480404" y="2201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t5816"/>
            <p:cNvSpPr/>
            <p:nvPr/>
          </p:nvSpPr>
          <p:spPr>
            <a:xfrm>
              <a:off x="4893442" y="2605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t5817"/>
            <p:cNvSpPr/>
            <p:nvPr/>
          </p:nvSpPr>
          <p:spPr>
            <a:xfrm>
              <a:off x="5461881" y="2216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t5818"/>
            <p:cNvSpPr/>
            <p:nvPr/>
          </p:nvSpPr>
          <p:spPr>
            <a:xfrm>
              <a:off x="5284033" y="1991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t5819"/>
            <p:cNvSpPr/>
            <p:nvPr/>
          </p:nvSpPr>
          <p:spPr>
            <a:xfrm>
              <a:off x="5308370" y="2154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t5820"/>
            <p:cNvSpPr/>
            <p:nvPr/>
          </p:nvSpPr>
          <p:spPr>
            <a:xfrm>
              <a:off x="5455429" y="2276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t5821"/>
            <p:cNvSpPr/>
            <p:nvPr/>
          </p:nvSpPr>
          <p:spPr>
            <a:xfrm>
              <a:off x="5428112" y="2070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t5822"/>
            <p:cNvSpPr/>
            <p:nvPr/>
          </p:nvSpPr>
          <p:spPr>
            <a:xfrm>
              <a:off x="5670849" y="1962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t5823"/>
            <p:cNvSpPr/>
            <p:nvPr/>
          </p:nvSpPr>
          <p:spPr>
            <a:xfrm>
              <a:off x="5481604" y="2290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t5824"/>
            <p:cNvSpPr/>
            <p:nvPr/>
          </p:nvSpPr>
          <p:spPr>
            <a:xfrm>
              <a:off x="5494755" y="2223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t5825"/>
            <p:cNvSpPr/>
            <p:nvPr/>
          </p:nvSpPr>
          <p:spPr>
            <a:xfrm>
              <a:off x="4847115" y="2771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t5826"/>
            <p:cNvSpPr/>
            <p:nvPr/>
          </p:nvSpPr>
          <p:spPr>
            <a:xfrm>
              <a:off x="5568575" y="1947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t5827"/>
            <p:cNvSpPr/>
            <p:nvPr/>
          </p:nvSpPr>
          <p:spPr>
            <a:xfrm>
              <a:off x="5289452" y="2169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t5828"/>
            <p:cNvSpPr/>
            <p:nvPr/>
          </p:nvSpPr>
          <p:spPr>
            <a:xfrm>
              <a:off x="4974548" y="2466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t5829"/>
            <p:cNvSpPr/>
            <p:nvPr/>
          </p:nvSpPr>
          <p:spPr>
            <a:xfrm>
              <a:off x="5365590" y="1986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t5830"/>
            <p:cNvSpPr/>
            <p:nvPr/>
          </p:nvSpPr>
          <p:spPr>
            <a:xfrm>
              <a:off x="5471225" y="2177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t5831"/>
            <p:cNvSpPr/>
            <p:nvPr/>
          </p:nvSpPr>
          <p:spPr>
            <a:xfrm>
              <a:off x="5311773" y="2245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t5832"/>
            <p:cNvSpPr/>
            <p:nvPr/>
          </p:nvSpPr>
          <p:spPr>
            <a:xfrm>
              <a:off x="5875074" y="1747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t5833"/>
            <p:cNvSpPr/>
            <p:nvPr/>
          </p:nvSpPr>
          <p:spPr>
            <a:xfrm>
              <a:off x="5334645" y="2169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t5834"/>
            <p:cNvSpPr/>
            <p:nvPr/>
          </p:nvSpPr>
          <p:spPr>
            <a:xfrm>
              <a:off x="5803480" y="1288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t5835"/>
            <p:cNvSpPr/>
            <p:nvPr/>
          </p:nvSpPr>
          <p:spPr>
            <a:xfrm>
              <a:off x="4910046" y="2072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t5836"/>
            <p:cNvSpPr/>
            <p:nvPr/>
          </p:nvSpPr>
          <p:spPr>
            <a:xfrm>
              <a:off x="5448903" y="225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t5837"/>
            <p:cNvSpPr/>
            <p:nvPr/>
          </p:nvSpPr>
          <p:spPr>
            <a:xfrm>
              <a:off x="5146161" y="2160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t5838"/>
            <p:cNvSpPr/>
            <p:nvPr/>
          </p:nvSpPr>
          <p:spPr>
            <a:xfrm>
              <a:off x="5845844" y="1530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t5839"/>
            <p:cNvSpPr/>
            <p:nvPr/>
          </p:nvSpPr>
          <p:spPr>
            <a:xfrm>
              <a:off x="5420775" y="2071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t5840"/>
            <p:cNvSpPr/>
            <p:nvPr/>
          </p:nvSpPr>
          <p:spPr>
            <a:xfrm>
              <a:off x="5255891" y="2199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t5841"/>
            <p:cNvSpPr/>
            <p:nvPr/>
          </p:nvSpPr>
          <p:spPr>
            <a:xfrm>
              <a:off x="5238885" y="214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t5842"/>
            <p:cNvSpPr/>
            <p:nvPr/>
          </p:nvSpPr>
          <p:spPr>
            <a:xfrm>
              <a:off x="5087403" y="2227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t5843"/>
            <p:cNvSpPr/>
            <p:nvPr/>
          </p:nvSpPr>
          <p:spPr>
            <a:xfrm>
              <a:off x="5570463" y="2034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t5844"/>
            <p:cNvSpPr/>
            <p:nvPr/>
          </p:nvSpPr>
          <p:spPr>
            <a:xfrm>
              <a:off x="5167986" y="2282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t5845"/>
            <p:cNvSpPr/>
            <p:nvPr/>
          </p:nvSpPr>
          <p:spPr>
            <a:xfrm>
              <a:off x="5072636" y="244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t5846"/>
            <p:cNvSpPr/>
            <p:nvPr/>
          </p:nvSpPr>
          <p:spPr>
            <a:xfrm>
              <a:off x="4964592" y="2477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t5847"/>
            <p:cNvSpPr/>
            <p:nvPr/>
          </p:nvSpPr>
          <p:spPr>
            <a:xfrm>
              <a:off x="5480223" y="2232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t5848"/>
            <p:cNvSpPr/>
            <p:nvPr/>
          </p:nvSpPr>
          <p:spPr>
            <a:xfrm>
              <a:off x="5316439" y="2164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t5849"/>
            <p:cNvSpPr/>
            <p:nvPr/>
          </p:nvSpPr>
          <p:spPr>
            <a:xfrm>
              <a:off x="5299691" y="2112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t5850"/>
            <p:cNvSpPr/>
            <p:nvPr/>
          </p:nvSpPr>
          <p:spPr>
            <a:xfrm>
              <a:off x="5136447" y="2084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t5851"/>
            <p:cNvSpPr/>
            <p:nvPr/>
          </p:nvSpPr>
          <p:spPr>
            <a:xfrm>
              <a:off x="4880642" y="2300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t5852"/>
            <p:cNvSpPr/>
            <p:nvPr/>
          </p:nvSpPr>
          <p:spPr>
            <a:xfrm>
              <a:off x="5753869" y="163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t5853"/>
            <p:cNvSpPr/>
            <p:nvPr/>
          </p:nvSpPr>
          <p:spPr>
            <a:xfrm>
              <a:off x="4994250" y="1892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t5854"/>
            <p:cNvSpPr/>
            <p:nvPr/>
          </p:nvSpPr>
          <p:spPr>
            <a:xfrm>
              <a:off x="5223373" y="2121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t5855"/>
            <p:cNvSpPr/>
            <p:nvPr/>
          </p:nvSpPr>
          <p:spPr>
            <a:xfrm>
              <a:off x="5621910" y="1982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t5856"/>
            <p:cNvSpPr/>
            <p:nvPr/>
          </p:nvSpPr>
          <p:spPr>
            <a:xfrm>
              <a:off x="5520485" y="1783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t5857"/>
            <p:cNvSpPr/>
            <p:nvPr/>
          </p:nvSpPr>
          <p:spPr>
            <a:xfrm>
              <a:off x="5425625" y="2101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t5858"/>
            <p:cNvSpPr/>
            <p:nvPr/>
          </p:nvSpPr>
          <p:spPr>
            <a:xfrm>
              <a:off x="5090807" y="2115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t5859"/>
            <p:cNvSpPr/>
            <p:nvPr/>
          </p:nvSpPr>
          <p:spPr>
            <a:xfrm>
              <a:off x="4966326" y="2468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t5860"/>
            <p:cNvSpPr/>
            <p:nvPr/>
          </p:nvSpPr>
          <p:spPr>
            <a:xfrm>
              <a:off x="5236211" y="2194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t5861"/>
            <p:cNvSpPr/>
            <p:nvPr/>
          </p:nvSpPr>
          <p:spPr>
            <a:xfrm>
              <a:off x="5554345" y="1992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t5862"/>
            <p:cNvSpPr/>
            <p:nvPr/>
          </p:nvSpPr>
          <p:spPr>
            <a:xfrm>
              <a:off x="5096857" y="2343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t5863"/>
            <p:cNvSpPr/>
            <p:nvPr/>
          </p:nvSpPr>
          <p:spPr>
            <a:xfrm>
              <a:off x="5549382" y="1981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t5864"/>
            <p:cNvSpPr/>
            <p:nvPr/>
          </p:nvSpPr>
          <p:spPr>
            <a:xfrm>
              <a:off x="5259457" y="2193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t5865"/>
            <p:cNvSpPr/>
            <p:nvPr/>
          </p:nvSpPr>
          <p:spPr>
            <a:xfrm>
              <a:off x="5247325" y="2227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t5866"/>
            <p:cNvSpPr/>
            <p:nvPr/>
          </p:nvSpPr>
          <p:spPr>
            <a:xfrm>
              <a:off x="4645793" y="2746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t5867"/>
            <p:cNvSpPr/>
            <p:nvPr/>
          </p:nvSpPr>
          <p:spPr>
            <a:xfrm>
              <a:off x="5194166" y="1907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t5868"/>
            <p:cNvSpPr/>
            <p:nvPr/>
          </p:nvSpPr>
          <p:spPr>
            <a:xfrm>
              <a:off x="5005345" y="2573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t5869"/>
            <p:cNvSpPr/>
            <p:nvPr/>
          </p:nvSpPr>
          <p:spPr>
            <a:xfrm>
              <a:off x="5686774" y="1931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t5870"/>
            <p:cNvSpPr/>
            <p:nvPr/>
          </p:nvSpPr>
          <p:spPr>
            <a:xfrm>
              <a:off x="5319031" y="2138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t5871"/>
            <p:cNvSpPr/>
            <p:nvPr/>
          </p:nvSpPr>
          <p:spPr>
            <a:xfrm>
              <a:off x="5001186" y="2416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t5872"/>
            <p:cNvSpPr/>
            <p:nvPr/>
          </p:nvSpPr>
          <p:spPr>
            <a:xfrm>
              <a:off x="5577942" y="1603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t5873"/>
            <p:cNvSpPr/>
            <p:nvPr/>
          </p:nvSpPr>
          <p:spPr>
            <a:xfrm>
              <a:off x="5299043" y="2213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t5874"/>
            <p:cNvSpPr/>
            <p:nvPr/>
          </p:nvSpPr>
          <p:spPr>
            <a:xfrm>
              <a:off x="5222782" y="2225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t5875"/>
            <p:cNvSpPr/>
            <p:nvPr/>
          </p:nvSpPr>
          <p:spPr>
            <a:xfrm>
              <a:off x="4976135" y="2610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t5876"/>
            <p:cNvSpPr/>
            <p:nvPr/>
          </p:nvSpPr>
          <p:spPr>
            <a:xfrm>
              <a:off x="5536807" y="1890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t5877"/>
            <p:cNvSpPr/>
            <p:nvPr/>
          </p:nvSpPr>
          <p:spPr>
            <a:xfrm>
              <a:off x="5471612" y="2214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t5878"/>
            <p:cNvSpPr/>
            <p:nvPr/>
          </p:nvSpPr>
          <p:spPr>
            <a:xfrm>
              <a:off x="4982170" y="2168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t5879"/>
            <p:cNvSpPr/>
            <p:nvPr/>
          </p:nvSpPr>
          <p:spPr>
            <a:xfrm>
              <a:off x="5024406" y="2544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t5880"/>
            <p:cNvSpPr/>
            <p:nvPr/>
          </p:nvSpPr>
          <p:spPr>
            <a:xfrm>
              <a:off x="5283480" y="2067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t5881"/>
            <p:cNvSpPr/>
            <p:nvPr/>
          </p:nvSpPr>
          <p:spPr>
            <a:xfrm>
              <a:off x="5652197" y="1995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t5882"/>
            <p:cNvSpPr/>
            <p:nvPr/>
          </p:nvSpPr>
          <p:spPr>
            <a:xfrm>
              <a:off x="5497601" y="1967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t5883"/>
            <p:cNvSpPr/>
            <p:nvPr/>
          </p:nvSpPr>
          <p:spPr>
            <a:xfrm>
              <a:off x="5546534" y="1942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t5884"/>
            <p:cNvSpPr/>
            <p:nvPr/>
          </p:nvSpPr>
          <p:spPr>
            <a:xfrm>
              <a:off x="5657606" y="1924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t5885"/>
            <p:cNvSpPr/>
            <p:nvPr/>
          </p:nvSpPr>
          <p:spPr>
            <a:xfrm>
              <a:off x="5053448" y="2560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t5886"/>
            <p:cNvSpPr/>
            <p:nvPr/>
          </p:nvSpPr>
          <p:spPr>
            <a:xfrm>
              <a:off x="4994646" y="214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t5887"/>
            <p:cNvSpPr/>
            <p:nvPr/>
          </p:nvSpPr>
          <p:spPr>
            <a:xfrm>
              <a:off x="4978231" y="245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t5888"/>
            <p:cNvSpPr/>
            <p:nvPr/>
          </p:nvSpPr>
          <p:spPr>
            <a:xfrm>
              <a:off x="4943517" y="2434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t5889"/>
            <p:cNvSpPr/>
            <p:nvPr/>
          </p:nvSpPr>
          <p:spPr>
            <a:xfrm>
              <a:off x="5166197" y="2152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t5890"/>
            <p:cNvSpPr/>
            <p:nvPr/>
          </p:nvSpPr>
          <p:spPr>
            <a:xfrm>
              <a:off x="5643921" y="1807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t5891"/>
            <p:cNvSpPr/>
            <p:nvPr/>
          </p:nvSpPr>
          <p:spPr>
            <a:xfrm>
              <a:off x="5150179" y="2148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t5892"/>
            <p:cNvSpPr/>
            <p:nvPr/>
          </p:nvSpPr>
          <p:spPr>
            <a:xfrm>
              <a:off x="5009825" y="2585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t5893"/>
            <p:cNvSpPr/>
            <p:nvPr/>
          </p:nvSpPr>
          <p:spPr>
            <a:xfrm>
              <a:off x="5100275" y="2075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t5894"/>
            <p:cNvSpPr/>
            <p:nvPr/>
          </p:nvSpPr>
          <p:spPr>
            <a:xfrm>
              <a:off x="5607000" y="1977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t5895"/>
            <p:cNvSpPr/>
            <p:nvPr/>
          </p:nvSpPr>
          <p:spPr>
            <a:xfrm>
              <a:off x="5288660" y="2021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t5896"/>
            <p:cNvSpPr/>
            <p:nvPr/>
          </p:nvSpPr>
          <p:spPr>
            <a:xfrm>
              <a:off x="5236903" y="2167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t5897"/>
            <p:cNvSpPr/>
            <p:nvPr/>
          </p:nvSpPr>
          <p:spPr>
            <a:xfrm>
              <a:off x="5492597" y="2024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t5898"/>
            <p:cNvSpPr/>
            <p:nvPr/>
          </p:nvSpPr>
          <p:spPr>
            <a:xfrm>
              <a:off x="5060485" y="2600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t5899"/>
            <p:cNvSpPr/>
            <p:nvPr/>
          </p:nvSpPr>
          <p:spPr>
            <a:xfrm>
              <a:off x="5033310" y="2714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t5900"/>
            <p:cNvSpPr/>
            <p:nvPr/>
          </p:nvSpPr>
          <p:spPr>
            <a:xfrm>
              <a:off x="5741326" y="1663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t5901"/>
            <p:cNvSpPr/>
            <p:nvPr/>
          </p:nvSpPr>
          <p:spPr>
            <a:xfrm>
              <a:off x="5481630" y="2349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t5902"/>
            <p:cNvSpPr/>
            <p:nvPr/>
          </p:nvSpPr>
          <p:spPr>
            <a:xfrm>
              <a:off x="5426587" y="2092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t5903"/>
            <p:cNvSpPr/>
            <p:nvPr/>
          </p:nvSpPr>
          <p:spPr>
            <a:xfrm>
              <a:off x="5347403" y="2048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t5904"/>
            <p:cNvSpPr/>
            <p:nvPr/>
          </p:nvSpPr>
          <p:spPr>
            <a:xfrm>
              <a:off x="5247127" y="2237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t5905"/>
            <p:cNvSpPr/>
            <p:nvPr/>
          </p:nvSpPr>
          <p:spPr>
            <a:xfrm>
              <a:off x="5238850" y="2183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t5906"/>
            <p:cNvSpPr/>
            <p:nvPr/>
          </p:nvSpPr>
          <p:spPr>
            <a:xfrm>
              <a:off x="4829898" y="2369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t5907"/>
            <p:cNvSpPr/>
            <p:nvPr/>
          </p:nvSpPr>
          <p:spPr>
            <a:xfrm>
              <a:off x="5710362" y="1866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t5908"/>
            <p:cNvSpPr/>
            <p:nvPr/>
          </p:nvSpPr>
          <p:spPr>
            <a:xfrm>
              <a:off x="5589030" y="1707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t5909"/>
            <p:cNvSpPr/>
            <p:nvPr/>
          </p:nvSpPr>
          <p:spPr>
            <a:xfrm>
              <a:off x="5398491" y="2087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t5910"/>
            <p:cNvSpPr/>
            <p:nvPr/>
          </p:nvSpPr>
          <p:spPr>
            <a:xfrm>
              <a:off x="5477645" y="2182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t5911"/>
            <p:cNvSpPr/>
            <p:nvPr/>
          </p:nvSpPr>
          <p:spPr>
            <a:xfrm>
              <a:off x="5713082" y="1922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t5912"/>
            <p:cNvSpPr/>
            <p:nvPr/>
          </p:nvSpPr>
          <p:spPr>
            <a:xfrm>
              <a:off x="5495412" y="2024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t5913"/>
            <p:cNvSpPr/>
            <p:nvPr/>
          </p:nvSpPr>
          <p:spPr>
            <a:xfrm>
              <a:off x="5353011" y="2051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t5914"/>
            <p:cNvSpPr/>
            <p:nvPr/>
          </p:nvSpPr>
          <p:spPr>
            <a:xfrm>
              <a:off x="5346650" y="2108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t5915"/>
            <p:cNvSpPr/>
            <p:nvPr/>
          </p:nvSpPr>
          <p:spPr>
            <a:xfrm>
              <a:off x="5075897" y="2317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t5916"/>
            <p:cNvSpPr/>
            <p:nvPr/>
          </p:nvSpPr>
          <p:spPr>
            <a:xfrm>
              <a:off x="5356024" y="2035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t5917"/>
            <p:cNvSpPr/>
            <p:nvPr/>
          </p:nvSpPr>
          <p:spPr>
            <a:xfrm>
              <a:off x="5302244" y="2216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t5918"/>
            <p:cNvSpPr/>
            <p:nvPr/>
          </p:nvSpPr>
          <p:spPr>
            <a:xfrm>
              <a:off x="5511003" y="1918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t5919"/>
            <p:cNvSpPr/>
            <p:nvPr/>
          </p:nvSpPr>
          <p:spPr>
            <a:xfrm>
              <a:off x="5433976" y="2110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t5920"/>
            <p:cNvSpPr/>
            <p:nvPr/>
          </p:nvSpPr>
          <p:spPr>
            <a:xfrm>
              <a:off x="5230209" y="2161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t5921"/>
            <p:cNvSpPr/>
            <p:nvPr/>
          </p:nvSpPr>
          <p:spPr>
            <a:xfrm>
              <a:off x="5487520" y="1947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t5922"/>
            <p:cNvSpPr/>
            <p:nvPr/>
          </p:nvSpPr>
          <p:spPr>
            <a:xfrm>
              <a:off x="5646611" y="1953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t5923"/>
            <p:cNvSpPr/>
            <p:nvPr/>
          </p:nvSpPr>
          <p:spPr>
            <a:xfrm>
              <a:off x="5388711" y="2170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t5924"/>
            <p:cNvSpPr/>
            <p:nvPr/>
          </p:nvSpPr>
          <p:spPr>
            <a:xfrm>
              <a:off x="5297569" y="2213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t5925"/>
            <p:cNvSpPr/>
            <p:nvPr/>
          </p:nvSpPr>
          <p:spPr>
            <a:xfrm>
              <a:off x="5287155" y="2073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t5926"/>
            <p:cNvSpPr/>
            <p:nvPr/>
          </p:nvSpPr>
          <p:spPr>
            <a:xfrm>
              <a:off x="5151230" y="2176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t5927"/>
            <p:cNvSpPr/>
            <p:nvPr/>
          </p:nvSpPr>
          <p:spPr>
            <a:xfrm>
              <a:off x="5192260" y="2100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t5928"/>
            <p:cNvSpPr/>
            <p:nvPr/>
          </p:nvSpPr>
          <p:spPr>
            <a:xfrm>
              <a:off x="5693270" y="1960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t5929"/>
            <p:cNvSpPr/>
            <p:nvPr/>
          </p:nvSpPr>
          <p:spPr>
            <a:xfrm>
              <a:off x="5407035" y="2154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t5930"/>
            <p:cNvSpPr/>
            <p:nvPr/>
          </p:nvSpPr>
          <p:spPr>
            <a:xfrm>
              <a:off x="5496147" y="1977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t5931"/>
            <p:cNvSpPr/>
            <p:nvPr/>
          </p:nvSpPr>
          <p:spPr>
            <a:xfrm>
              <a:off x="5394498" y="2080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t5932"/>
            <p:cNvSpPr/>
            <p:nvPr/>
          </p:nvSpPr>
          <p:spPr>
            <a:xfrm>
              <a:off x="5516771" y="1924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t5933"/>
            <p:cNvSpPr/>
            <p:nvPr/>
          </p:nvSpPr>
          <p:spPr>
            <a:xfrm>
              <a:off x="5458093" y="2182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t5934"/>
            <p:cNvSpPr/>
            <p:nvPr/>
          </p:nvSpPr>
          <p:spPr>
            <a:xfrm>
              <a:off x="5597354" y="1900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t5935"/>
            <p:cNvSpPr/>
            <p:nvPr/>
          </p:nvSpPr>
          <p:spPr>
            <a:xfrm>
              <a:off x="5387203" y="2041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t5936"/>
            <p:cNvSpPr/>
            <p:nvPr/>
          </p:nvSpPr>
          <p:spPr>
            <a:xfrm>
              <a:off x="5370203" y="1939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t5937"/>
            <p:cNvSpPr/>
            <p:nvPr/>
          </p:nvSpPr>
          <p:spPr>
            <a:xfrm>
              <a:off x="4700078" y="2810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t5938"/>
            <p:cNvSpPr/>
            <p:nvPr/>
          </p:nvSpPr>
          <p:spPr>
            <a:xfrm>
              <a:off x="5685000" y="2067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t5939"/>
            <p:cNvSpPr/>
            <p:nvPr/>
          </p:nvSpPr>
          <p:spPr>
            <a:xfrm>
              <a:off x="5301361" y="2213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t5940"/>
            <p:cNvSpPr/>
            <p:nvPr/>
          </p:nvSpPr>
          <p:spPr>
            <a:xfrm>
              <a:off x="5141387" y="2035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t5941"/>
            <p:cNvSpPr/>
            <p:nvPr/>
          </p:nvSpPr>
          <p:spPr>
            <a:xfrm>
              <a:off x="5658199" y="1815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t5942"/>
            <p:cNvSpPr/>
            <p:nvPr/>
          </p:nvSpPr>
          <p:spPr>
            <a:xfrm>
              <a:off x="5558613" y="2109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t5943"/>
            <p:cNvSpPr/>
            <p:nvPr/>
          </p:nvSpPr>
          <p:spPr>
            <a:xfrm>
              <a:off x="5571388" y="1964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t5944"/>
            <p:cNvSpPr/>
            <p:nvPr/>
          </p:nvSpPr>
          <p:spPr>
            <a:xfrm>
              <a:off x="4925741" y="2281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t5945"/>
            <p:cNvSpPr/>
            <p:nvPr/>
          </p:nvSpPr>
          <p:spPr>
            <a:xfrm>
              <a:off x="5063160" y="2612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t5946"/>
            <p:cNvSpPr/>
            <p:nvPr/>
          </p:nvSpPr>
          <p:spPr>
            <a:xfrm>
              <a:off x="5481054" y="2216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t5947"/>
            <p:cNvSpPr/>
            <p:nvPr/>
          </p:nvSpPr>
          <p:spPr>
            <a:xfrm>
              <a:off x="5085934" y="2154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t5948"/>
            <p:cNvSpPr/>
            <p:nvPr/>
          </p:nvSpPr>
          <p:spPr>
            <a:xfrm>
              <a:off x="5338179" y="2203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t5949"/>
            <p:cNvSpPr/>
            <p:nvPr/>
          </p:nvSpPr>
          <p:spPr>
            <a:xfrm>
              <a:off x="4856237" y="2514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t5950"/>
            <p:cNvSpPr/>
            <p:nvPr/>
          </p:nvSpPr>
          <p:spPr>
            <a:xfrm>
              <a:off x="5514264" y="1962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t5951"/>
            <p:cNvSpPr/>
            <p:nvPr/>
          </p:nvSpPr>
          <p:spPr>
            <a:xfrm>
              <a:off x="4837006" y="2273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t5952"/>
            <p:cNvSpPr/>
            <p:nvPr/>
          </p:nvSpPr>
          <p:spPr>
            <a:xfrm>
              <a:off x="5357696" y="188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t5953"/>
            <p:cNvSpPr/>
            <p:nvPr/>
          </p:nvSpPr>
          <p:spPr>
            <a:xfrm>
              <a:off x="5262576" y="2293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t5954"/>
            <p:cNvSpPr/>
            <p:nvPr/>
          </p:nvSpPr>
          <p:spPr>
            <a:xfrm>
              <a:off x="5268266" y="2245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t5955"/>
            <p:cNvSpPr/>
            <p:nvPr/>
          </p:nvSpPr>
          <p:spPr>
            <a:xfrm>
              <a:off x="5758158" y="1875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t5956"/>
            <p:cNvSpPr/>
            <p:nvPr/>
          </p:nvSpPr>
          <p:spPr>
            <a:xfrm>
              <a:off x="5166423" y="2219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t5957"/>
            <p:cNvSpPr/>
            <p:nvPr/>
          </p:nvSpPr>
          <p:spPr>
            <a:xfrm>
              <a:off x="4627771" y="2879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t5958"/>
            <p:cNvSpPr/>
            <p:nvPr/>
          </p:nvSpPr>
          <p:spPr>
            <a:xfrm>
              <a:off x="5096052" y="2139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t5959"/>
            <p:cNvSpPr/>
            <p:nvPr/>
          </p:nvSpPr>
          <p:spPr>
            <a:xfrm>
              <a:off x="5523233" y="1908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t5960"/>
            <p:cNvSpPr/>
            <p:nvPr/>
          </p:nvSpPr>
          <p:spPr>
            <a:xfrm>
              <a:off x="5236269" y="2113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t5961"/>
            <p:cNvSpPr/>
            <p:nvPr/>
          </p:nvSpPr>
          <p:spPr>
            <a:xfrm>
              <a:off x="5313955" y="2244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t5962"/>
            <p:cNvSpPr/>
            <p:nvPr/>
          </p:nvSpPr>
          <p:spPr>
            <a:xfrm>
              <a:off x="5392708" y="2278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t5963"/>
            <p:cNvSpPr/>
            <p:nvPr/>
          </p:nvSpPr>
          <p:spPr>
            <a:xfrm>
              <a:off x="5564299" y="1856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t5964"/>
            <p:cNvSpPr/>
            <p:nvPr/>
          </p:nvSpPr>
          <p:spPr>
            <a:xfrm>
              <a:off x="5435504" y="2193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t5965"/>
            <p:cNvSpPr/>
            <p:nvPr/>
          </p:nvSpPr>
          <p:spPr>
            <a:xfrm>
              <a:off x="5443167" y="2069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t5966"/>
            <p:cNvSpPr/>
            <p:nvPr/>
          </p:nvSpPr>
          <p:spPr>
            <a:xfrm>
              <a:off x="4969891" y="2303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t5967"/>
            <p:cNvSpPr/>
            <p:nvPr/>
          </p:nvSpPr>
          <p:spPr>
            <a:xfrm>
              <a:off x="5639810" y="1748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t5968"/>
            <p:cNvSpPr/>
            <p:nvPr/>
          </p:nvSpPr>
          <p:spPr>
            <a:xfrm>
              <a:off x="5565393" y="1899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t5969"/>
            <p:cNvSpPr/>
            <p:nvPr/>
          </p:nvSpPr>
          <p:spPr>
            <a:xfrm>
              <a:off x="4953440" y="2275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t5970"/>
            <p:cNvSpPr/>
            <p:nvPr/>
          </p:nvSpPr>
          <p:spPr>
            <a:xfrm>
              <a:off x="5202564" y="2099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t5971"/>
            <p:cNvSpPr/>
            <p:nvPr/>
          </p:nvSpPr>
          <p:spPr>
            <a:xfrm>
              <a:off x="5310041" y="2116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t5972"/>
            <p:cNvSpPr/>
            <p:nvPr/>
          </p:nvSpPr>
          <p:spPr>
            <a:xfrm>
              <a:off x="5669932" y="1916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t5973"/>
            <p:cNvSpPr/>
            <p:nvPr/>
          </p:nvSpPr>
          <p:spPr>
            <a:xfrm>
              <a:off x="5144891" y="2180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t5974"/>
            <p:cNvSpPr/>
            <p:nvPr/>
          </p:nvSpPr>
          <p:spPr>
            <a:xfrm>
              <a:off x="4876242" y="2360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t5975"/>
            <p:cNvSpPr/>
            <p:nvPr/>
          </p:nvSpPr>
          <p:spPr>
            <a:xfrm>
              <a:off x="5524072" y="1964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t5976"/>
            <p:cNvSpPr/>
            <p:nvPr/>
          </p:nvSpPr>
          <p:spPr>
            <a:xfrm>
              <a:off x="4989233" y="167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t5977"/>
            <p:cNvSpPr/>
            <p:nvPr/>
          </p:nvSpPr>
          <p:spPr>
            <a:xfrm>
              <a:off x="5268066" y="2215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t5978"/>
            <p:cNvSpPr/>
            <p:nvPr/>
          </p:nvSpPr>
          <p:spPr>
            <a:xfrm>
              <a:off x="5293236" y="215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t5979"/>
            <p:cNvSpPr/>
            <p:nvPr/>
          </p:nvSpPr>
          <p:spPr>
            <a:xfrm>
              <a:off x="5802350" y="1910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t5980"/>
            <p:cNvSpPr/>
            <p:nvPr/>
          </p:nvSpPr>
          <p:spPr>
            <a:xfrm>
              <a:off x="5107314" y="2030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t5981"/>
            <p:cNvSpPr/>
            <p:nvPr/>
          </p:nvSpPr>
          <p:spPr>
            <a:xfrm>
              <a:off x="5498031" y="1963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t5982"/>
            <p:cNvSpPr/>
            <p:nvPr/>
          </p:nvSpPr>
          <p:spPr>
            <a:xfrm>
              <a:off x="5395735" y="2187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t5983"/>
            <p:cNvSpPr/>
            <p:nvPr/>
          </p:nvSpPr>
          <p:spPr>
            <a:xfrm>
              <a:off x="5246178" y="2050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t5984"/>
            <p:cNvSpPr/>
            <p:nvPr/>
          </p:nvSpPr>
          <p:spPr>
            <a:xfrm>
              <a:off x="5545269" y="2048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t5985"/>
            <p:cNvSpPr/>
            <p:nvPr/>
          </p:nvSpPr>
          <p:spPr>
            <a:xfrm>
              <a:off x="5493268" y="2039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t5986"/>
            <p:cNvSpPr/>
            <p:nvPr/>
          </p:nvSpPr>
          <p:spPr>
            <a:xfrm>
              <a:off x="4814644" y="2070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t5987"/>
            <p:cNvSpPr/>
            <p:nvPr/>
          </p:nvSpPr>
          <p:spPr>
            <a:xfrm>
              <a:off x="5418335" y="202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t5988"/>
            <p:cNvSpPr/>
            <p:nvPr/>
          </p:nvSpPr>
          <p:spPr>
            <a:xfrm>
              <a:off x="5756823" y="1701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t5989"/>
            <p:cNvSpPr/>
            <p:nvPr/>
          </p:nvSpPr>
          <p:spPr>
            <a:xfrm>
              <a:off x="5231777" y="2179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t5990"/>
            <p:cNvSpPr/>
            <p:nvPr/>
          </p:nvSpPr>
          <p:spPr>
            <a:xfrm>
              <a:off x="5166409" y="2183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t5991"/>
            <p:cNvSpPr/>
            <p:nvPr/>
          </p:nvSpPr>
          <p:spPr>
            <a:xfrm>
              <a:off x="5223614" y="2146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t5992"/>
            <p:cNvSpPr/>
            <p:nvPr/>
          </p:nvSpPr>
          <p:spPr>
            <a:xfrm>
              <a:off x="5452281" y="2223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t5993"/>
            <p:cNvSpPr/>
            <p:nvPr/>
          </p:nvSpPr>
          <p:spPr>
            <a:xfrm>
              <a:off x="4985677" y="2185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t5994"/>
            <p:cNvSpPr/>
            <p:nvPr/>
          </p:nvSpPr>
          <p:spPr>
            <a:xfrm>
              <a:off x="5522901" y="1898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t5995"/>
            <p:cNvSpPr/>
            <p:nvPr/>
          </p:nvSpPr>
          <p:spPr>
            <a:xfrm>
              <a:off x="5471432" y="2175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t5996"/>
            <p:cNvSpPr/>
            <p:nvPr/>
          </p:nvSpPr>
          <p:spPr>
            <a:xfrm>
              <a:off x="4913647" y="1868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t5997"/>
            <p:cNvSpPr/>
            <p:nvPr/>
          </p:nvSpPr>
          <p:spPr>
            <a:xfrm>
              <a:off x="5397837" y="2042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t5998"/>
            <p:cNvSpPr/>
            <p:nvPr/>
          </p:nvSpPr>
          <p:spPr>
            <a:xfrm>
              <a:off x="5396758" y="2096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t5999"/>
            <p:cNvSpPr/>
            <p:nvPr/>
          </p:nvSpPr>
          <p:spPr>
            <a:xfrm>
              <a:off x="5530602" y="2048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t6000"/>
            <p:cNvSpPr/>
            <p:nvPr/>
          </p:nvSpPr>
          <p:spPr>
            <a:xfrm>
              <a:off x="5169049" y="2150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t6001"/>
            <p:cNvSpPr/>
            <p:nvPr/>
          </p:nvSpPr>
          <p:spPr>
            <a:xfrm>
              <a:off x="5071381" y="2352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t6002"/>
            <p:cNvSpPr/>
            <p:nvPr/>
          </p:nvSpPr>
          <p:spPr>
            <a:xfrm>
              <a:off x="5245392" y="2209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t6003"/>
            <p:cNvSpPr/>
            <p:nvPr/>
          </p:nvSpPr>
          <p:spPr>
            <a:xfrm>
              <a:off x="5877535" y="1734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t6004"/>
            <p:cNvSpPr/>
            <p:nvPr/>
          </p:nvSpPr>
          <p:spPr>
            <a:xfrm>
              <a:off x="4890669" y="2661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t6005"/>
            <p:cNvSpPr/>
            <p:nvPr/>
          </p:nvSpPr>
          <p:spPr>
            <a:xfrm>
              <a:off x="4979709" y="2342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t6006"/>
            <p:cNvSpPr/>
            <p:nvPr/>
          </p:nvSpPr>
          <p:spPr>
            <a:xfrm>
              <a:off x="5329184" y="2171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t6007"/>
            <p:cNvSpPr/>
            <p:nvPr/>
          </p:nvSpPr>
          <p:spPr>
            <a:xfrm>
              <a:off x="4998772" y="2324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t6008"/>
            <p:cNvSpPr/>
            <p:nvPr/>
          </p:nvSpPr>
          <p:spPr>
            <a:xfrm>
              <a:off x="5436508" y="1994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t6009"/>
            <p:cNvSpPr/>
            <p:nvPr/>
          </p:nvSpPr>
          <p:spPr>
            <a:xfrm>
              <a:off x="5570927" y="1904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t6010"/>
            <p:cNvSpPr/>
            <p:nvPr/>
          </p:nvSpPr>
          <p:spPr>
            <a:xfrm>
              <a:off x="5414400" y="2131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t6011"/>
            <p:cNvSpPr/>
            <p:nvPr/>
          </p:nvSpPr>
          <p:spPr>
            <a:xfrm>
              <a:off x="5573160" y="1624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t6012"/>
            <p:cNvSpPr/>
            <p:nvPr/>
          </p:nvSpPr>
          <p:spPr>
            <a:xfrm>
              <a:off x="4792636" y="2676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t6013"/>
            <p:cNvSpPr/>
            <p:nvPr/>
          </p:nvSpPr>
          <p:spPr>
            <a:xfrm>
              <a:off x="5605275" y="1839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t6014"/>
            <p:cNvSpPr/>
            <p:nvPr/>
          </p:nvSpPr>
          <p:spPr>
            <a:xfrm>
              <a:off x="5698304" y="1784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t6015"/>
            <p:cNvSpPr/>
            <p:nvPr/>
          </p:nvSpPr>
          <p:spPr>
            <a:xfrm>
              <a:off x="4991076" y="2121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t6016"/>
            <p:cNvSpPr/>
            <p:nvPr/>
          </p:nvSpPr>
          <p:spPr>
            <a:xfrm>
              <a:off x="5518764" y="1806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t6017"/>
            <p:cNvSpPr/>
            <p:nvPr/>
          </p:nvSpPr>
          <p:spPr>
            <a:xfrm>
              <a:off x="5236798" y="2144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t6018"/>
            <p:cNvSpPr/>
            <p:nvPr/>
          </p:nvSpPr>
          <p:spPr>
            <a:xfrm>
              <a:off x="5292730" y="2112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t6019"/>
            <p:cNvSpPr/>
            <p:nvPr/>
          </p:nvSpPr>
          <p:spPr>
            <a:xfrm>
              <a:off x="5712019" y="1859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t6020"/>
            <p:cNvSpPr/>
            <p:nvPr/>
          </p:nvSpPr>
          <p:spPr>
            <a:xfrm>
              <a:off x="4810498" y="2155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t6021"/>
            <p:cNvSpPr/>
            <p:nvPr/>
          </p:nvSpPr>
          <p:spPr>
            <a:xfrm>
              <a:off x="5245549" y="2144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t6022"/>
            <p:cNvSpPr/>
            <p:nvPr/>
          </p:nvSpPr>
          <p:spPr>
            <a:xfrm>
              <a:off x="5151219" y="2250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t6023"/>
            <p:cNvSpPr/>
            <p:nvPr/>
          </p:nvSpPr>
          <p:spPr>
            <a:xfrm>
              <a:off x="5343316" y="1828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t6024"/>
            <p:cNvSpPr/>
            <p:nvPr/>
          </p:nvSpPr>
          <p:spPr>
            <a:xfrm>
              <a:off x="5408102" y="2224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t6025"/>
            <p:cNvSpPr/>
            <p:nvPr/>
          </p:nvSpPr>
          <p:spPr>
            <a:xfrm>
              <a:off x="5376866" y="2089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t6026"/>
            <p:cNvSpPr/>
            <p:nvPr/>
          </p:nvSpPr>
          <p:spPr>
            <a:xfrm>
              <a:off x="5248585" y="2203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t6027"/>
            <p:cNvSpPr/>
            <p:nvPr/>
          </p:nvSpPr>
          <p:spPr>
            <a:xfrm>
              <a:off x="5512319" y="2167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t6028"/>
            <p:cNvSpPr/>
            <p:nvPr/>
          </p:nvSpPr>
          <p:spPr>
            <a:xfrm>
              <a:off x="5691960" y="1946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t6029"/>
            <p:cNvSpPr/>
            <p:nvPr/>
          </p:nvSpPr>
          <p:spPr>
            <a:xfrm>
              <a:off x="5122829" y="2112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t6030"/>
            <p:cNvSpPr/>
            <p:nvPr/>
          </p:nvSpPr>
          <p:spPr>
            <a:xfrm>
              <a:off x="5245651" y="2146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t6031"/>
            <p:cNvSpPr/>
            <p:nvPr/>
          </p:nvSpPr>
          <p:spPr>
            <a:xfrm>
              <a:off x="5855812" y="1700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t6032"/>
            <p:cNvSpPr/>
            <p:nvPr/>
          </p:nvSpPr>
          <p:spPr>
            <a:xfrm>
              <a:off x="5347375" y="2152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t6033"/>
            <p:cNvSpPr/>
            <p:nvPr/>
          </p:nvSpPr>
          <p:spPr>
            <a:xfrm>
              <a:off x="5109377" y="2237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t6034"/>
            <p:cNvSpPr/>
            <p:nvPr/>
          </p:nvSpPr>
          <p:spPr>
            <a:xfrm>
              <a:off x="4811781" y="1785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t6035"/>
            <p:cNvSpPr/>
            <p:nvPr/>
          </p:nvSpPr>
          <p:spPr>
            <a:xfrm>
              <a:off x="4798243" y="2216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t6036"/>
            <p:cNvSpPr/>
            <p:nvPr/>
          </p:nvSpPr>
          <p:spPr>
            <a:xfrm>
              <a:off x="5484723" y="1944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t6037"/>
            <p:cNvSpPr/>
            <p:nvPr/>
          </p:nvSpPr>
          <p:spPr>
            <a:xfrm>
              <a:off x="5637930" y="1836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t6038"/>
            <p:cNvSpPr/>
            <p:nvPr/>
          </p:nvSpPr>
          <p:spPr>
            <a:xfrm>
              <a:off x="5581177" y="1537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t6039"/>
            <p:cNvSpPr/>
            <p:nvPr/>
          </p:nvSpPr>
          <p:spPr>
            <a:xfrm>
              <a:off x="5775972" y="1679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t6040"/>
            <p:cNvSpPr/>
            <p:nvPr/>
          </p:nvSpPr>
          <p:spPr>
            <a:xfrm>
              <a:off x="5615570" y="2055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t6041"/>
            <p:cNvSpPr/>
            <p:nvPr/>
          </p:nvSpPr>
          <p:spPr>
            <a:xfrm>
              <a:off x="5137111" y="202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t6042"/>
            <p:cNvSpPr/>
            <p:nvPr/>
          </p:nvSpPr>
          <p:spPr>
            <a:xfrm>
              <a:off x="5486774" y="1997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t6043"/>
            <p:cNvSpPr/>
            <p:nvPr/>
          </p:nvSpPr>
          <p:spPr>
            <a:xfrm>
              <a:off x="5318075" y="2183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t6044"/>
            <p:cNvSpPr/>
            <p:nvPr/>
          </p:nvSpPr>
          <p:spPr>
            <a:xfrm>
              <a:off x="4714544" y="2046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t6045"/>
            <p:cNvSpPr/>
            <p:nvPr/>
          </p:nvSpPr>
          <p:spPr>
            <a:xfrm>
              <a:off x="5369000" y="1933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t6046"/>
            <p:cNvSpPr/>
            <p:nvPr/>
          </p:nvSpPr>
          <p:spPr>
            <a:xfrm>
              <a:off x="5623442" y="1791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t6047"/>
            <p:cNvSpPr/>
            <p:nvPr/>
          </p:nvSpPr>
          <p:spPr>
            <a:xfrm>
              <a:off x="5344818" y="2200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t6048"/>
            <p:cNvSpPr/>
            <p:nvPr/>
          </p:nvSpPr>
          <p:spPr>
            <a:xfrm>
              <a:off x="5199479" y="1949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t6049"/>
            <p:cNvSpPr/>
            <p:nvPr/>
          </p:nvSpPr>
          <p:spPr>
            <a:xfrm>
              <a:off x="5477478" y="2194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t6050"/>
            <p:cNvSpPr/>
            <p:nvPr/>
          </p:nvSpPr>
          <p:spPr>
            <a:xfrm>
              <a:off x="5459262" y="2172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t6051"/>
            <p:cNvSpPr/>
            <p:nvPr/>
          </p:nvSpPr>
          <p:spPr>
            <a:xfrm>
              <a:off x="5456999" y="2124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t6052"/>
            <p:cNvSpPr/>
            <p:nvPr/>
          </p:nvSpPr>
          <p:spPr>
            <a:xfrm>
              <a:off x="5400179" y="2278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t6053"/>
            <p:cNvSpPr/>
            <p:nvPr/>
          </p:nvSpPr>
          <p:spPr>
            <a:xfrm>
              <a:off x="5350209" y="2084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t6054"/>
            <p:cNvSpPr/>
            <p:nvPr/>
          </p:nvSpPr>
          <p:spPr>
            <a:xfrm>
              <a:off x="5211947" y="2277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t6055"/>
            <p:cNvSpPr/>
            <p:nvPr/>
          </p:nvSpPr>
          <p:spPr>
            <a:xfrm>
              <a:off x="4929607" y="2300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t6056"/>
            <p:cNvSpPr/>
            <p:nvPr/>
          </p:nvSpPr>
          <p:spPr>
            <a:xfrm>
              <a:off x="5450279" y="2142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t6057"/>
            <p:cNvSpPr/>
            <p:nvPr/>
          </p:nvSpPr>
          <p:spPr>
            <a:xfrm>
              <a:off x="5602646" y="1892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t6058"/>
            <p:cNvSpPr/>
            <p:nvPr/>
          </p:nvSpPr>
          <p:spPr>
            <a:xfrm>
              <a:off x="5591689" y="1708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t6059"/>
            <p:cNvSpPr/>
            <p:nvPr/>
          </p:nvSpPr>
          <p:spPr>
            <a:xfrm>
              <a:off x="5418637" y="213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t6060"/>
            <p:cNvSpPr/>
            <p:nvPr/>
          </p:nvSpPr>
          <p:spPr>
            <a:xfrm>
              <a:off x="5110272" y="2185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t6061"/>
            <p:cNvSpPr/>
            <p:nvPr/>
          </p:nvSpPr>
          <p:spPr>
            <a:xfrm>
              <a:off x="5385420" y="2115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t6062"/>
            <p:cNvSpPr/>
            <p:nvPr/>
          </p:nvSpPr>
          <p:spPr>
            <a:xfrm>
              <a:off x="5813884" y="1725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t6063"/>
            <p:cNvSpPr/>
            <p:nvPr/>
          </p:nvSpPr>
          <p:spPr>
            <a:xfrm>
              <a:off x="5152716" y="2003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t6064"/>
            <p:cNvSpPr/>
            <p:nvPr/>
          </p:nvSpPr>
          <p:spPr>
            <a:xfrm>
              <a:off x="5516710" y="2023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t6065"/>
            <p:cNvSpPr/>
            <p:nvPr/>
          </p:nvSpPr>
          <p:spPr>
            <a:xfrm>
              <a:off x="5561987" y="1848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t6066"/>
            <p:cNvSpPr/>
            <p:nvPr/>
          </p:nvSpPr>
          <p:spPr>
            <a:xfrm>
              <a:off x="5544751" y="2042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t6067"/>
            <p:cNvSpPr/>
            <p:nvPr/>
          </p:nvSpPr>
          <p:spPr>
            <a:xfrm>
              <a:off x="5481734" y="2201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t6068"/>
            <p:cNvSpPr/>
            <p:nvPr/>
          </p:nvSpPr>
          <p:spPr>
            <a:xfrm>
              <a:off x="5454159" y="2337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t6069"/>
            <p:cNvSpPr/>
            <p:nvPr/>
          </p:nvSpPr>
          <p:spPr>
            <a:xfrm>
              <a:off x="5370045" y="1991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t6070"/>
            <p:cNvSpPr/>
            <p:nvPr/>
          </p:nvSpPr>
          <p:spPr>
            <a:xfrm>
              <a:off x="4796268" y="2179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t6071"/>
            <p:cNvSpPr/>
            <p:nvPr/>
          </p:nvSpPr>
          <p:spPr>
            <a:xfrm>
              <a:off x="5284337" y="2112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t6072"/>
            <p:cNvSpPr/>
            <p:nvPr/>
          </p:nvSpPr>
          <p:spPr>
            <a:xfrm>
              <a:off x="5512775" y="195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t6073"/>
            <p:cNvSpPr/>
            <p:nvPr/>
          </p:nvSpPr>
          <p:spPr>
            <a:xfrm>
              <a:off x="5622958" y="1768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t6074"/>
            <p:cNvSpPr/>
            <p:nvPr/>
          </p:nvSpPr>
          <p:spPr>
            <a:xfrm>
              <a:off x="5608020" y="2084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t6075"/>
            <p:cNvSpPr/>
            <p:nvPr/>
          </p:nvSpPr>
          <p:spPr>
            <a:xfrm>
              <a:off x="5536368" y="2057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t6076"/>
            <p:cNvSpPr/>
            <p:nvPr/>
          </p:nvSpPr>
          <p:spPr>
            <a:xfrm>
              <a:off x="5506581" y="2089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t6077"/>
            <p:cNvSpPr/>
            <p:nvPr/>
          </p:nvSpPr>
          <p:spPr>
            <a:xfrm>
              <a:off x="5344666" y="2100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t6078"/>
            <p:cNvSpPr/>
            <p:nvPr/>
          </p:nvSpPr>
          <p:spPr>
            <a:xfrm>
              <a:off x="5032617" y="2646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t6079"/>
            <p:cNvSpPr/>
            <p:nvPr/>
          </p:nvSpPr>
          <p:spPr>
            <a:xfrm>
              <a:off x="5561451" y="2062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t6080"/>
            <p:cNvSpPr/>
            <p:nvPr/>
          </p:nvSpPr>
          <p:spPr>
            <a:xfrm>
              <a:off x="5185105" y="2191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t6081"/>
            <p:cNvSpPr/>
            <p:nvPr/>
          </p:nvSpPr>
          <p:spPr>
            <a:xfrm>
              <a:off x="5312611" y="2255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t6082"/>
            <p:cNvSpPr/>
            <p:nvPr/>
          </p:nvSpPr>
          <p:spPr>
            <a:xfrm>
              <a:off x="5178177" y="2190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t6083"/>
            <p:cNvSpPr/>
            <p:nvPr/>
          </p:nvSpPr>
          <p:spPr>
            <a:xfrm>
              <a:off x="5342359" y="2177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t6084"/>
            <p:cNvSpPr/>
            <p:nvPr/>
          </p:nvSpPr>
          <p:spPr>
            <a:xfrm>
              <a:off x="5430626" y="2255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t6085"/>
            <p:cNvSpPr/>
            <p:nvPr/>
          </p:nvSpPr>
          <p:spPr>
            <a:xfrm>
              <a:off x="5099913" y="212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t6086"/>
            <p:cNvSpPr/>
            <p:nvPr/>
          </p:nvSpPr>
          <p:spPr>
            <a:xfrm>
              <a:off x="5265061" y="227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t6087"/>
            <p:cNvSpPr/>
            <p:nvPr/>
          </p:nvSpPr>
          <p:spPr>
            <a:xfrm>
              <a:off x="5728164" y="1829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t6088"/>
            <p:cNvSpPr/>
            <p:nvPr/>
          </p:nvSpPr>
          <p:spPr>
            <a:xfrm>
              <a:off x="5158594" y="2120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t6089"/>
            <p:cNvSpPr/>
            <p:nvPr/>
          </p:nvSpPr>
          <p:spPr>
            <a:xfrm>
              <a:off x="5290663" y="2105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t6090"/>
            <p:cNvSpPr/>
            <p:nvPr/>
          </p:nvSpPr>
          <p:spPr>
            <a:xfrm>
              <a:off x="4510994" y="254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t6091"/>
            <p:cNvSpPr/>
            <p:nvPr/>
          </p:nvSpPr>
          <p:spPr>
            <a:xfrm>
              <a:off x="5566495" y="1917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t6092"/>
            <p:cNvSpPr/>
            <p:nvPr/>
          </p:nvSpPr>
          <p:spPr>
            <a:xfrm>
              <a:off x="4778888" y="2560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t6093"/>
            <p:cNvSpPr/>
            <p:nvPr/>
          </p:nvSpPr>
          <p:spPr>
            <a:xfrm>
              <a:off x="5124494" y="2134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t6094"/>
            <p:cNvSpPr/>
            <p:nvPr/>
          </p:nvSpPr>
          <p:spPr>
            <a:xfrm>
              <a:off x="5483117" y="2251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t6095"/>
            <p:cNvSpPr/>
            <p:nvPr/>
          </p:nvSpPr>
          <p:spPr>
            <a:xfrm>
              <a:off x="5380163" y="202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t6096"/>
            <p:cNvSpPr/>
            <p:nvPr/>
          </p:nvSpPr>
          <p:spPr>
            <a:xfrm>
              <a:off x="5267077" y="2227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t6097"/>
            <p:cNvSpPr/>
            <p:nvPr/>
          </p:nvSpPr>
          <p:spPr>
            <a:xfrm>
              <a:off x="5327724" y="2120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t6098"/>
            <p:cNvSpPr/>
            <p:nvPr/>
          </p:nvSpPr>
          <p:spPr>
            <a:xfrm>
              <a:off x="5126497" y="2012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t6099"/>
            <p:cNvSpPr/>
            <p:nvPr/>
          </p:nvSpPr>
          <p:spPr>
            <a:xfrm>
              <a:off x="4944964" y="2412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t6100"/>
            <p:cNvSpPr/>
            <p:nvPr/>
          </p:nvSpPr>
          <p:spPr>
            <a:xfrm>
              <a:off x="5180049" y="2120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t6101"/>
            <p:cNvSpPr/>
            <p:nvPr/>
          </p:nvSpPr>
          <p:spPr>
            <a:xfrm>
              <a:off x="5428985" y="2156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t6102"/>
            <p:cNvSpPr/>
            <p:nvPr/>
          </p:nvSpPr>
          <p:spPr>
            <a:xfrm>
              <a:off x="5682914" y="1921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t6103"/>
            <p:cNvSpPr/>
            <p:nvPr/>
          </p:nvSpPr>
          <p:spPr>
            <a:xfrm>
              <a:off x="5568169" y="1863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t6104"/>
            <p:cNvSpPr/>
            <p:nvPr/>
          </p:nvSpPr>
          <p:spPr>
            <a:xfrm>
              <a:off x="4950264" y="2400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t6105"/>
            <p:cNvSpPr/>
            <p:nvPr/>
          </p:nvSpPr>
          <p:spPr>
            <a:xfrm>
              <a:off x="5350958" y="2036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t6106"/>
            <p:cNvSpPr/>
            <p:nvPr/>
          </p:nvSpPr>
          <p:spPr>
            <a:xfrm>
              <a:off x="5274258" y="2057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t6107"/>
            <p:cNvSpPr/>
            <p:nvPr/>
          </p:nvSpPr>
          <p:spPr>
            <a:xfrm>
              <a:off x="5376460" y="2089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t6108"/>
            <p:cNvSpPr/>
            <p:nvPr/>
          </p:nvSpPr>
          <p:spPr>
            <a:xfrm>
              <a:off x="5155347" y="2114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t6109"/>
            <p:cNvSpPr/>
            <p:nvPr/>
          </p:nvSpPr>
          <p:spPr>
            <a:xfrm>
              <a:off x="4797303" y="1551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t6110"/>
            <p:cNvSpPr/>
            <p:nvPr/>
          </p:nvSpPr>
          <p:spPr>
            <a:xfrm>
              <a:off x="5076622" y="2153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t6111"/>
            <p:cNvSpPr/>
            <p:nvPr/>
          </p:nvSpPr>
          <p:spPr>
            <a:xfrm>
              <a:off x="5194294" y="1884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t6112"/>
            <p:cNvSpPr/>
            <p:nvPr/>
          </p:nvSpPr>
          <p:spPr>
            <a:xfrm>
              <a:off x="5545970" y="2024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t6113"/>
            <p:cNvSpPr/>
            <p:nvPr/>
          </p:nvSpPr>
          <p:spPr>
            <a:xfrm>
              <a:off x="4762268" y="2711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t6114"/>
            <p:cNvSpPr/>
            <p:nvPr/>
          </p:nvSpPr>
          <p:spPr>
            <a:xfrm>
              <a:off x="5364211" y="1971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t6115"/>
            <p:cNvSpPr/>
            <p:nvPr/>
          </p:nvSpPr>
          <p:spPr>
            <a:xfrm>
              <a:off x="4929081" y="2076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t6116"/>
            <p:cNvSpPr/>
            <p:nvPr/>
          </p:nvSpPr>
          <p:spPr>
            <a:xfrm>
              <a:off x="5267588" y="2243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t6117"/>
            <p:cNvSpPr/>
            <p:nvPr/>
          </p:nvSpPr>
          <p:spPr>
            <a:xfrm>
              <a:off x="5524197" y="1855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t6118"/>
            <p:cNvSpPr/>
            <p:nvPr/>
          </p:nvSpPr>
          <p:spPr>
            <a:xfrm>
              <a:off x="5107258" y="2227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t6119"/>
            <p:cNvSpPr/>
            <p:nvPr/>
          </p:nvSpPr>
          <p:spPr>
            <a:xfrm>
              <a:off x="5148012" y="2198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t6120"/>
            <p:cNvSpPr/>
            <p:nvPr/>
          </p:nvSpPr>
          <p:spPr>
            <a:xfrm>
              <a:off x="5267497" y="2212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t6121"/>
            <p:cNvSpPr/>
            <p:nvPr/>
          </p:nvSpPr>
          <p:spPr>
            <a:xfrm>
              <a:off x="5072846" y="2265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t6122"/>
            <p:cNvSpPr/>
            <p:nvPr/>
          </p:nvSpPr>
          <p:spPr>
            <a:xfrm>
              <a:off x="5527978" y="1948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t6123"/>
            <p:cNvSpPr/>
            <p:nvPr/>
          </p:nvSpPr>
          <p:spPr>
            <a:xfrm>
              <a:off x="5190017" y="2205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t6124"/>
            <p:cNvSpPr/>
            <p:nvPr/>
          </p:nvSpPr>
          <p:spPr>
            <a:xfrm>
              <a:off x="5392105" y="2241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t6125"/>
            <p:cNvSpPr/>
            <p:nvPr/>
          </p:nvSpPr>
          <p:spPr>
            <a:xfrm>
              <a:off x="4949079" y="2632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t6126"/>
            <p:cNvSpPr/>
            <p:nvPr/>
          </p:nvSpPr>
          <p:spPr>
            <a:xfrm>
              <a:off x="5283502" y="2069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t6127"/>
            <p:cNvSpPr/>
            <p:nvPr/>
          </p:nvSpPr>
          <p:spPr>
            <a:xfrm>
              <a:off x="5122717" y="2138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t6128"/>
            <p:cNvSpPr/>
            <p:nvPr/>
          </p:nvSpPr>
          <p:spPr>
            <a:xfrm>
              <a:off x="5268801" y="2287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t6129"/>
            <p:cNvSpPr/>
            <p:nvPr/>
          </p:nvSpPr>
          <p:spPr>
            <a:xfrm>
              <a:off x="5315776" y="2303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t6130"/>
            <p:cNvSpPr/>
            <p:nvPr/>
          </p:nvSpPr>
          <p:spPr>
            <a:xfrm>
              <a:off x="5391045" y="2100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t6131"/>
            <p:cNvSpPr/>
            <p:nvPr/>
          </p:nvSpPr>
          <p:spPr>
            <a:xfrm>
              <a:off x="5453449" y="222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t6132"/>
            <p:cNvSpPr/>
            <p:nvPr/>
          </p:nvSpPr>
          <p:spPr>
            <a:xfrm>
              <a:off x="5015136" y="2679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t6133"/>
            <p:cNvSpPr/>
            <p:nvPr/>
          </p:nvSpPr>
          <p:spPr>
            <a:xfrm>
              <a:off x="5171723" y="2195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t6134"/>
            <p:cNvSpPr/>
            <p:nvPr/>
          </p:nvSpPr>
          <p:spPr>
            <a:xfrm>
              <a:off x="4599812" y="2681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t6135"/>
            <p:cNvSpPr/>
            <p:nvPr/>
          </p:nvSpPr>
          <p:spPr>
            <a:xfrm>
              <a:off x="5450658" y="229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t6136"/>
            <p:cNvSpPr/>
            <p:nvPr/>
          </p:nvSpPr>
          <p:spPr>
            <a:xfrm>
              <a:off x="5205535" y="2113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t6137"/>
            <p:cNvSpPr/>
            <p:nvPr/>
          </p:nvSpPr>
          <p:spPr>
            <a:xfrm>
              <a:off x="5676392" y="2137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t6138"/>
            <p:cNvSpPr/>
            <p:nvPr/>
          </p:nvSpPr>
          <p:spPr>
            <a:xfrm>
              <a:off x="5509415" y="2109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t6139"/>
            <p:cNvSpPr/>
            <p:nvPr/>
          </p:nvSpPr>
          <p:spPr>
            <a:xfrm>
              <a:off x="5031414" y="2642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t6140"/>
            <p:cNvSpPr/>
            <p:nvPr/>
          </p:nvSpPr>
          <p:spPr>
            <a:xfrm>
              <a:off x="5277259" y="2047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t6141"/>
            <p:cNvSpPr/>
            <p:nvPr/>
          </p:nvSpPr>
          <p:spPr>
            <a:xfrm>
              <a:off x="5095465" y="2115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t6142"/>
            <p:cNvSpPr/>
            <p:nvPr/>
          </p:nvSpPr>
          <p:spPr>
            <a:xfrm>
              <a:off x="5609892" y="1984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t6143"/>
            <p:cNvSpPr/>
            <p:nvPr/>
          </p:nvSpPr>
          <p:spPr>
            <a:xfrm>
              <a:off x="4930790" y="2244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t6144"/>
            <p:cNvSpPr/>
            <p:nvPr/>
          </p:nvSpPr>
          <p:spPr>
            <a:xfrm>
              <a:off x="5241328" y="2128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t6145"/>
            <p:cNvSpPr/>
            <p:nvPr/>
          </p:nvSpPr>
          <p:spPr>
            <a:xfrm>
              <a:off x="5350154" y="1866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t6146"/>
            <p:cNvSpPr/>
            <p:nvPr/>
          </p:nvSpPr>
          <p:spPr>
            <a:xfrm>
              <a:off x="4807091" y="2262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t6147"/>
            <p:cNvSpPr/>
            <p:nvPr/>
          </p:nvSpPr>
          <p:spPr>
            <a:xfrm>
              <a:off x="5677131" y="185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t6148"/>
            <p:cNvSpPr/>
            <p:nvPr/>
          </p:nvSpPr>
          <p:spPr>
            <a:xfrm>
              <a:off x="5337356" y="2144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t6149"/>
            <p:cNvSpPr/>
            <p:nvPr/>
          </p:nvSpPr>
          <p:spPr>
            <a:xfrm>
              <a:off x="5224614" y="2076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t6150"/>
            <p:cNvSpPr/>
            <p:nvPr/>
          </p:nvSpPr>
          <p:spPr>
            <a:xfrm>
              <a:off x="5697460" y="1915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t6151"/>
            <p:cNvSpPr/>
            <p:nvPr/>
          </p:nvSpPr>
          <p:spPr>
            <a:xfrm>
              <a:off x="5984735" y="1720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t6152"/>
            <p:cNvSpPr/>
            <p:nvPr/>
          </p:nvSpPr>
          <p:spPr>
            <a:xfrm>
              <a:off x="5013134" y="2474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t6153"/>
            <p:cNvSpPr/>
            <p:nvPr/>
          </p:nvSpPr>
          <p:spPr>
            <a:xfrm>
              <a:off x="5858802" y="1315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t6154"/>
            <p:cNvSpPr/>
            <p:nvPr/>
          </p:nvSpPr>
          <p:spPr>
            <a:xfrm>
              <a:off x="5267651" y="2244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t6155"/>
            <p:cNvSpPr/>
            <p:nvPr/>
          </p:nvSpPr>
          <p:spPr>
            <a:xfrm>
              <a:off x="5041157" y="2750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t6156"/>
            <p:cNvSpPr/>
            <p:nvPr/>
          </p:nvSpPr>
          <p:spPr>
            <a:xfrm>
              <a:off x="5126469" y="2040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t6157"/>
            <p:cNvSpPr/>
            <p:nvPr/>
          </p:nvSpPr>
          <p:spPr>
            <a:xfrm>
              <a:off x="4986287" y="1886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t6158"/>
            <p:cNvSpPr/>
            <p:nvPr/>
          </p:nvSpPr>
          <p:spPr>
            <a:xfrm>
              <a:off x="5560852" y="2004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t6159"/>
            <p:cNvSpPr/>
            <p:nvPr/>
          </p:nvSpPr>
          <p:spPr>
            <a:xfrm>
              <a:off x="5482466" y="2257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t6160"/>
            <p:cNvSpPr/>
            <p:nvPr/>
          </p:nvSpPr>
          <p:spPr>
            <a:xfrm>
              <a:off x="4691255" y="2408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t6161"/>
            <p:cNvSpPr/>
            <p:nvPr/>
          </p:nvSpPr>
          <p:spPr>
            <a:xfrm>
              <a:off x="5242036" y="2101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t6162"/>
            <p:cNvSpPr/>
            <p:nvPr/>
          </p:nvSpPr>
          <p:spPr>
            <a:xfrm>
              <a:off x="4929183" y="2294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t6163"/>
            <p:cNvSpPr/>
            <p:nvPr/>
          </p:nvSpPr>
          <p:spPr>
            <a:xfrm>
              <a:off x="5582369" y="1761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t6164"/>
            <p:cNvSpPr/>
            <p:nvPr/>
          </p:nvSpPr>
          <p:spPr>
            <a:xfrm>
              <a:off x="5225173" y="2060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t6165"/>
            <p:cNvSpPr/>
            <p:nvPr/>
          </p:nvSpPr>
          <p:spPr>
            <a:xfrm>
              <a:off x="4798190" y="2142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t6166"/>
            <p:cNvSpPr/>
            <p:nvPr/>
          </p:nvSpPr>
          <p:spPr>
            <a:xfrm>
              <a:off x="5203667" y="2101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t6167"/>
            <p:cNvSpPr/>
            <p:nvPr/>
          </p:nvSpPr>
          <p:spPr>
            <a:xfrm>
              <a:off x="5128602" y="2111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t6168"/>
            <p:cNvSpPr/>
            <p:nvPr/>
          </p:nvSpPr>
          <p:spPr>
            <a:xfrm>
              <a:off x="4953765" y="2234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t6169"/>
            <p:cNvSpPr/>
            <p:nvPr/>
          </p:nvSpPr>
          <p:spPr>
            <a:xfrm>
              <a:off x="4888166" y="2737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t6170"/>
            <p:cNvSpPr/>
            <p:nvPr/>
          </p:nvSpPr>
          <p:spPr>
            <a:xfrm>
              <a:off x="5213803" y="2117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t6171"/>
            <p:cNvSpPr/>
            <p:nvPr/>
          </p:nvSpPr>
          <p:spPr>
            <a:xfrm>
              <a:off x="5287216" y="2100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t6172"/>
            <p:cNvSpPr/>
            <p:nvPr/>
          </p:nvSpPr>
          <p:spPr>
            <a:xfrm>
              <a:off x="5016655" y="2584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t6173"/>
            <p:cNvSpPr/>
            <p:nvPr/>
          </p:nvSpPr>
          <p:spPr>
            <a:xfrm>
              <a:off x="5321471" y="2239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t6174"/>
            <p:cNvSpPr/>
            <p:nvPr/>
          </p:nvSpPr>
          <p:spPr>
            <a:xfrm>
              <a:off x="5570299" y="1841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t6175"/>
            <p:cNvSpPr/>
            <p:nvPr/>
          </p:nvSpPr>
          <p:spPr>
            <a:xfrm>
              <a:off x="5822177" y="1405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t6176"/>
            <p:cNvSpPr/>
            <p:nvPr/>
          </p:nvSpPr>
          <p:spPr>
            <a:xfrm>
              <a:off x="5827227" y="1710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t6177"/>
            <p:cNvSpPr/>
            <p:nvPr/>
          </p:nvSpPr>
          <p:spPr>
            <a:xfrm>
              <a:off x="5533292" y="2032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t6178"/>
            <p:cNvSpPr/>
            <p:nvPr/>
          </p:nvSpPr>
          <p:spPr>
            <a:xfrm>
              <a:off x="5499930" y="2112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t6179"/>
            <p:cNvSpPr/>
            <p:nvPr/>
          </p:nvSpPr>
          <p:spPr>
            <a:xfrm>
              <a:off x="5301876" y="2212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t6180"/>
            <p:cNvSpPr/>
            <p:nvPr/>
          </p:nvSpPr>
          <p:spPr>
            <a:xfrm>
              <a:off x="5049258" y="2566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t6181"/>
            <p:cNvSpPr/>
            <p:nvPr/>
          </p:nvSpPr>
          <p:spPr>
            <a:xfrm>
              <a:off x="5637917" y="1711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t6182"/>
            <p:cNvSpPr/>
            <p:nvPr/>
          </p:nvSpPr>
          <p:spPr>
            <a:xfrm>
              <a:off x="5035998" y="2675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t6183"/>
            <p:cNvSpPr/>
            <p:nvPr/>
          </p:nvSpPr>
          <p:spPr>
            <a:xfrm>
              <a:off x="5322453" y="2301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t6184"/>
            <p:cNvSpPr/>
            <p:nvPr/>
          </p:nvSpPr>
          <p:spPr>
            <a:xfrm>
              <a:off x="5141562" y="1943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t6185"/>
            <p:cNvSpPr/>
            <p:nvPr/>
          </p:nvSpPr>
          <p:spPr>
            <a:xfrm>
              <a:off x="5479160" y="2186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t6186"/>
            <p:cNvSpPr/>
            <p:nvPr/>
          </p:nvSpPr>
          <p:spPr>
            <a:xfrm>
              <a:off x="5305165" y="2117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t6187"/>
            <p:cNvSpPr/>
            <p:nvPr/>
          </p:nvSpPr>
          <p:spPr>
            <a:xfrm>
              <a:off x="4997198" y="2531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t6188"/>
            <p:cNvSpPr/>
            <p:nvPr/>
          </p:nvSpPr>
          <p:spPr>
            <a:xfrm>
              <a:off x="5581469" y="1641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t6189"/>
            <p:cNvSpPr/>
            <p:nvPr/>
          </p:nvSpPr>
          <p:spPr>
            <a:xfrm>
              <a:off x="5407735" y="2131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t6190"/>
            <p:cNvSpPr/>
            <p:nvPr/>
          </p:nvSpPr>
          <p:spPr>
            <a:xfrm>
              <a:off x="5570324" y="1844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t6191"/>
            <p:cNvSpPr/>
            <p:nvPr/>
          </p:nvSpPr>
          <p:spPr>
            <a:xfrm>
              <a:off x="4976208" y="2811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t6192"/>
            <p:cNvSpPr/>
            <p:nvPr/>
          </p:nvSpPr>
          <p:spPr>
            <a:xfrm>
              <a:off x="5291909" y="2147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t6193"/>
            <p:cNvSpPr/>
            <p:nvPr/>
          </p:nvSpPr>
          <p:spPr>
            <a:xfrm>
              <a:off x="5323266" y="2295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t6194"/>
            <p:cNvSpPr/>
            <p:nvPr/>
          </p:nvSpPr>
          <p:spPr>
            <a:xfrm>
              <a:off x="5390574" y="2041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t6195"/>
            <p:cNvSpPr/>
            <p:nvPr/>
          </p:nvSpPr>
          <p:spPr>
            <a:xfrm>
              <a:off x="4693868" y="2390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t6196"/>
            <p:cNvSpPr/>
            <p:nvPr/>
          </p:nvSpPr>
          <p:spPr>
            <a:xfrm>
              <a:off x="5357000" y="1899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t6197"/>
            <p:cNvSpPr/>
            <p:nvPr/>
          </p:nvSpPr>
          <p:spPr>
            <a:xfrm>
              <a:off x="4772059" y="2697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t6198"/>
            <p:cNvSpPr/>
            <p:nvPr/>
          </p:nvSpPr>
          <p:spPr>
            <a:xfrm>
              <a:off x="5069782" y="2440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t6199"/>
            <p:cNvSpPr/>
            <p:nvPr/>
          </p:nvSpPr>
          <p:spPr>
            <a:xfrm>
              <a:off x="5136917" y="205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t6200"/>
            <p:cNvSpPr/>
            <p:nvPr/>
          </p:nvSpPr>
          <p:spPr>
            <a:xfrm>
              <a:off x="4778813" y="2683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t6201"/>
            <p:cNvSpPr/>
            <p:nvPr/>
          </p:nvSpPr>
          <p:spPr>
            <a:xfrm>
              <a:off x="5497568" y="1861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t6202"/>
            <p:cNvSpPr/>
            <p:nvPr/>
          </p:nvSpPr>
          <p:spPr>
            <a:xfrm>
              <a:off x="5342992" y="2017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t6203"/>
            <p:cNvSpPr/>
            <p:nvPr/>
          </p:nvSpPr>
          <p:spPr>
            <a:xfrm>
              <a:off x="5042116" y="236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t6204"/>
            <p:cNvSpPr/>
            <p:nvPr/>
          </p:nvSpPr>
          <p:spPr>
            <a:xfrm>
              <a:off x="5418890" y="2196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t6205"/>
            <p:cNvSpPr/>
            <p:nvPr/>
          </p:nvSpPr>
          <p:spPr>
            <a:xfrm>
              <a:off x="5478064" y="2217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t6206"/>
            <p:cNvSpPr/>
            <p:nvPr/>
          </p:nvSpPr>
          <p:spPr>
            <a:xfrm>
              <a:off x="4536740" y="2622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t6207"/>
            <p:cNvSpPr/>
            <p:nvPr/>
          </p:nvSpPr>
          <p:spPr>
            <a:xfrm>
              <a:off x="5425199" y="2155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t6208"/>
            <p:cNvSpPr/>
            <p:nvPr/>
          </p:nvSpPr>
          <p:spPr>
            <a:xfrm>
              <a:off x="5467608" y="2186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t6209"/>
            <p:cNvSpPr/>
            <p:nvPr/>
          </p:nvSpPr>
          <p:spPr>
            <a:xfrm>
              <a:off x="5642347" y="1898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t6210"/>
            <p:cNvSpPr/>
            <p:nvPr/>
          </p:nvSpPr>
          <p:spPr>
            <a:xfrm>
              <a:off x="5452571" y="2178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t6211"/>
            <p:cNvSpPr/>
            <p:nvPr/>
          </p:nvSpPr>
          <p:spPr>
            <a:xfrm>
              <a:off x="5254183" y="2238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t6212"/>
            <p:cNvSpPr/>
            <p:nvPr/>
          </p:nvSpPr>
          <p:spPr>
            <a:xfrm>
              <a:off x="5442967" y="2085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t6213"/>
            <p:cNvSpPr/>
            <p:nvPr/>
          </p:nvSpPr>
          <p:spPr>
            <a:xfrm>
              <a:off x="5607963" y="2016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t6214"/>
            <p:cNvSpPr/>
            <p:nvPr/>
          </p:nvSpPr>
          <p:spPr>
            <a:xfrm>
              <a:off x="5216207" y="2045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t6215"/>
            <p:cNvSpPr/>
            <p:nvPr/>
          </p:nvSpPr>
          <p:spPr>
            <a:xfrm>
              <a:off x="5456101" y="2174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t6216"/>
            <p:cNvSpPr/>
            <p:nvPr/>
          </p:nvSpPr>
          <p:spPr>
            <a:xfrm>
              <a:off x="5290907" y="2179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t6217"/>
            <p:cNvSpPr/>
            <p:nvPr/>
          </p:nvSpPr>
          <p:spPr>
            <a:xfrm>
              <a:off x="5109595" y="2141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t6218"/>
            <p:cNvSpPr/>
            <p:nvPr/>
          </p:nvSpPr>
          <p:spPr>
            <a:xfrm>
              <a:off x="5097814" y="2285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t6219"/>
            <p:cNvSpPr/>
            <p:nvPr/>
          </p:nvSpPr>
          <p:spPr>
            <a:xfrm>
              <a:off x="5280320" y="1936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t6220"/>
            <p:cNvSpPr/>
            <p:nvPr/>
          </p:nvSpPr>
          <p:spPr>
            <a:xfrm>
              <a:off x="5804138" y="1728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t6221"/>
            <p:cNvSpPr/>
            <p:nvPr/>
          </p:nvSpPr>
          <p:spPr>
            <a:xfrm>
              <a:off x="5303094" y="215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t6222"/>
            <p:cNvSpPr/>
            <p:nvPr/>
          </p:nvSpPr>
          <p:spPr>
            <a:xfrm>
              <a:off x="5215471" y="2083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t6223"/>
            <p:cNvSpPr/>
            <p:nvPr/>
          </p:nvSpPr>
          <p:spPr>
            <a:xfrm>
              <a:off x="5627313" y="175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t6224"/>
            <p:cNvSpPr/>
            <p:nvPr/>
          </p:nvSpPr>
          <p:spPr>
            <a:xfrm>
              <a:off x="5389275" y="2157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t6225"/>
            <p:cNvSpPr/>
            <p:nvPr/>
          </p:nvSpPr>
          <p:spPr>
            <a:xfrm>
              <a:off x="5492991" y="2050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t6226"/>
            <p:cNvSpPr/>
            <p:nvPr/>
          </p:nvSpPr>
          <p:spPr>
            <a:xfrm>
              <a:off x="5635171" y="1892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t6227"/>
            <p:cNvSpPr/>
            <p:nvPr/>
          </p:nvSpPr>
          <p:spPr>
            <a:xfrm>
              <a:off x="5249636" y="2240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t6228"/>
            <p:cNvSpPr/>
            <p:nvPr/>
          </p:nvSpPr>
          <p:spPr>
            <a:xfrm>
              <a:off x="5609013" y="2027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t6229"/>
            <p:cNvSpPr/>
            <p:nvPr/>
          </p:nvSpPr>
          <p:spPr>
            <a:xfrm>
              <a:off x="5625231" y="183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t6230"/>
            <p:cNvSpPr/>
            <p:nvPr/>
          </p:nvSpPr>
          <p:spPr>
            <a:xfrm>
              <a:off x="5282158" y="2067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t6231"/>
            <p:cNvSpPr/>
            <p:nvPr/>
          </p:nvSpPr>
          <p:spPr>
            <a:xfrm>
              <a:off x="5507571" y="1950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t6232"/>
            <p:cNvSpPr/>
            <p:nvPr/>
          </p:nvSpPr>
          <p:spPr>
            <a:xfrm>
              <a:off x="4854272" y="2666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t6233"/>
            <p:cNvSpPr/>
            <p:nvPr/>
          </p:nvSpPr>
          <p:spPr>
            <a:xfrm>
              <a:off x="5311722" y="2146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t6234"/>
            <p:cNvSpPr/>
            <p:nvPr/>
          </p:nvSpPr>
          <p:spPr>
            <a:xfrm>
              <a:off x="5366378" y="1831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t6235"/>
            <p:cNvSpPr/>
            <p:nvPr/>
          </p:nvSpPr>
          <p:spPr>
            <a:xfrm>
              <a:off x="5652095" y="1916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t6236"/>
            <p:cNvSpPr/>
            <p:nvPr/>
          </p:nvSpPr>
          <p:spPr>
            <a:xfrm>
              <a:off x="4954409" y="2498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t6237"/>
            <p:cNvSpPr/>
            <p:nvPr/>
          </p:nvSpPr>
          <p:spPr>
            <a:xfrm>
              <a:off x="5295573" y="2167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t6238"/>
            <p:cNvSpPr/>
            <p:nvPr/>
          </p:nvSpPr>
          <p:spPr>
            <a:xfrm>
              <a:off x="4834481" y="2403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t6239"/>
            <p:cNvSpPr/>
            <p:nvPr/>
          </p:nvSpPr>
          <p:spPr>
            <a:xfrm>
              <a:off x="5215835" y="2085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t6240"/>
            <p:cNvSpPr/>
            <p:nvPr/>
          </p:nvSpPr>
          <p:spPr>
            <a:xfrm>
              <a:off x="5465119" y="2246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t6241"/>
            <p:cNvSpPr/>
            <p:nvPr/>
          </p:nvSpPr>
          <p:spPr>
            <a:xfrm>
              <a:off x="5375495" y="2097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t6242"/>
            <p:cNvSpPr/>
            <p:nvPr/>
          </p:nvSpPr>
          <p:spPr>
            <a:xfrm>
              <a:off x="5832027" y="1672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t6243"/>
            <p:cNvSpPr/>
            <p:nvPr/>
          </p:nvSpPr>
          <p:spPr>
            <a:xfrm>
              <a:off x="5155804" y="2112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t6244"/>
            <p:cNvSpPr/>
            <p:nvPr/>
          </p:nvSpPr>
          <p:spPr>
            <a:xfrm>
              <a:off x="5531535" y="1932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t6245"/>
            <p:cNvSpPr/>
            <p:nvPr/>
          </p:nvSpPr>
          <p:spPr>
            <a:xfrm>
              <a:off x="5796205" y="1956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t6246"/>
            <p:cNvSpPr/>
            <p:nvPr/>
          </p:nvSpPr>
          <p:spPr>
            <a:xfrm>
              <a:off x="5287406" y="2088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t6247"/>
            <p:cNvSpPr/>
            <p:nvPr/>
          </p:nvSpPr>
          <p:spPr>
            <a:xfrm>
              <a:off x="5283847" y="2081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t6248"/>
            <p:cNvSpPr/>
            <p:nvPr/>
          </p:nvSpPr>
          <p:spPr>
            <a:xfrm>
              <a:off x="5531002" y="1980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t6249"/>
            <p:cNvSpPr/>
            <p:nvPr/>
          </p:nvSpPr>
          <p:spPr>
            <a:xfrm>
              <a:off x="5233180" y="2156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t6250"/>
            <p:cNvSpPr/>
            <p:nvPr/>
          </p:nvSpPr>
          <p:spPr>
            <a:xfrm>
              <a:off x="5205563" y="2107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t6251"/>
            <p:cNvSpPr/>
            <p:nvPr/>
          </p:nvSpPr>
          <p:spPr>
            <a:xfrm>
              <a:off x="4838972" y="2345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t6252"/>
            <p:cNvSpPr/>
            <p:nvPr/>
          </p:nvSpPr>
          <p:spPr>
            <a:xfrm>
              <a:off x="5552823" y="2047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t6253"/>
            <p:cNvSpPr/>
            <p:nvPr/>
          </p:nvSpPr>
          <p:spPr>
            <a:xfrm>
              <a:off x="5231040" y="2173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t6254"/>
            <p:cNvSpPr/>
            <p:nvPr/>
          </p:nvSpPr>
          <p:spPr>
            <a:xfrm>
              <a:off x="5295908" y="2182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t6255"/>
            <p:cNvSpPr/>
            <p:nvPr/>
          </p:nvSpPr>
          <p:spPr>
            <a:xfrm>
              <a:off x="5625271" y="1860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t6256"/>
            <p:cNvSpPr/>
            <p:nvPr/>
          </p:nvSpPr>
          <p:spPr>
            <a:xfrm>
              <a:off x="5505872" y="1979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t6257"/>
            <p:cNvSpPr/>
            <p:nvPr/>
          </p:nvSpPr>
          <p:spPr>
            <a:xfrm>
              <a:off x="5403541" y="2251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t6258"/>
            <p:cNvSpPr/>
            <p:nvPr/>
          </p:nvSpPr>
          <p:spPr>
            <a:xfrm>
              <a:off x="5450996" y="2208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t6259"/>
            <p:cNvSpPr/>
            <p:nvPr/>
          </p:nvSpPr>
          <p:spPr>
            <a:xfrm>
              <a:off x="5954027" y="1564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t6260"/>
            <p:cNvSpPr/>
            <p:nvPr/>
          </p:nvSpPr>
          <p:spPr>
            <a:xfrm>
              <a:off x="5554526" y="2080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t6261"/>
            <p:cNvSpPr/>
            <p:nvPr/>
          </p:nvSpPr>
          <p:spPr>
            <a:xfrm>
              <a:off x="5353526" y="1816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t6262"/>
            <p:cNvSpPr/>
            <p:nvPr/>
          </p:nvSpPr>
          <p:spPr>
            <a:xfrm>
              <a:off x="4951055" y="2482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t6263"/>
            <p:cNvSpPr/>
            <p:nvPr/>
          </p:nvSpPr>
          <p:spPr>
            <a:xfrm>
              <a:off x="5433779" y="1992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t6264"/>
            <p:cNvSpPr/>
            <p:nvPr/>
          </p:nvSpPr>
          <p:spPr>
            <a:xfrm>
              <a:off x="5538078" y="2118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t6265"/>
            <p:cNvSpPr/>
            <p:nvPr/>
          </p:nvSpPr>
          <p:spPr>
            <a:xfrm>
              <a:off x="5400282" y="2114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t6266"/>
            <p:cNvSpPr/>
            <p:nvPr/>
          </p:nvSpPr>
          <p:spPr>
            <a:xfrm>
              <a:off x="5174624" y="1964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t6267"/>
            <p:cNvSpPr/>
            <p:nvPr/>
          </p:nvSpPr>
          <p:spPr>
            <a:xfrm>
              <a:off x="5199361" y="2036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t6268"/>
            <p:cNvSpPr/>
            <p:nvPr/>
          </p:nvSpPr>
          <p:spPr>
            <a:xfrm>
              <a:off x="5710531" y="1815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t6269"/>
            <p:cNvSpPr/>
            <p:nvPr/>
          </p:nvSpPr>
          <p:spPr>
            <a:xfrm>
              <a:off x="4964110" y="2480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t6270"/>
            <p:cNvSpPr/>
            <p:nvPr/>
          </p:nvSpPr>
          <p:spPr>
            <a:xfrm>
              <a:off x="5197720" y="1992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t6271"/>
            <p:cNvSpPr/>
            <p:nvPr/>
          </p:nvSpPr>
          <p:spPr>
            <a:xfrm>
              <a:off x="4839991" y="1881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t6272"/>
            <p:cNvSpPr/>
            <p:nvPr/>
          </p:nvSpPr>
          <p:spPr>
            <a:xfrm>
              <a:off x="4975530" y="2594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t6273"/>
            <p:cNvSpPr/>
            <p:nvPr/>
          </p:nvSpPr>
          <p:spPr>
            <a:xfrm>
              <a:off x="5903037" y="2006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t6274"/>
            <p:cNvSpPr/>
            <p:nvPr/>
          </p:nvSpPr>
          <p:spPr>
            <a:xfrm>
              <a:off x="5354570" y="2081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t6275"/>
            <p:cNvSpPr/>
            <p:nvPr/>
          </p:nvSpPr>
          <p:spPr>
            <a:xfrm>
              <a:off x="5643499" y="1743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t6276"/>
            <p:cNvSpPr/>
            <p:nvPr/>
          </p:nvSpPr>
          <p:spPr>
            <a:xfrm>
              <a:off x="5498836" y="2085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t6277"/>
            <p:cNvSpPr/>
            <p:nvPr/>
          </p:nvSpPr>
          <p:spPr>
            <a:xfrm>
              <a:off x="5393289" y="2295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t6278"/>
            <p:cNvSpPr/>
            <p:nvPr/>
          </p:nvSpPr>
          <p:spPr>
            <a:xfrm>
              <a:off x="5150042" y="2203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t6279"/>
            <p:cNvSpPr/>
            <p:nvPr/>
          </p:nvSpPr>
          <p:spPr>
            <a:xfrm>
              <a:off x="5387515" y="1943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t6280"/>
            <p:cNvSpPr/>
            <p:nvPr/>
          </p:nvSpPr>
          <p:spPr>
            <a:xfrm>
              <a:off x="5037210" y="2601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t6281"/>
            <p:cNvSpPr/>
            <p:nvPr/>
          </p:nvSpPr>
          <p:spPr>
            <a:xfrm>
              <a:off x="5643396" y="1879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t6282"/>
            <p:cNvSpPr/>
            <p:nvPr/>
          </p:nvSpPr>
          <p:spPr>
            <a:xfrm>
              <a:off x="5503747" y="1934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t6283"/>
            <p:cNvSpPr/>
            <p:nvPr/>
          </p:nvSpPr>
          <p:spPr>
            <a:xfrm>
              <a:off x="5384440" y="1991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t6284"/>
            <p:cNvSpPr/>
            <p:nvPr/>
          </p:nvSpPr>
          <p:spPr>
            <a:xfrm>
              <a:off x="5685179" y="1733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t6285"/>
            <p:cNvSpPr/>
            <p:nvPr/>
          </p:nvSpPr>
          <p:spPr>
            <a:xfrm>
              <a:off x="5312535" y="2114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t6286"/>
            <p:cNvSpPr/>
            <p:nvPr/>
          </p:nvSpPr>
          <p:spPr>
            <a:xfrm>
              <a:off x="5349846" y="2132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t6287"/>
            <p:cNvSpPr/>
            <p:nvPr/>
          </p:nvSpPr>
          <p:spPr>
            <a:xfrm>
              <a:off x="5662937" y="2127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t6288"/>
            <p:cNvSpPr/>
            <p:nvPr/>
          </p:nvSpPr>
          <p:spPr>
            <a:xfrm>
              <a:off x="5189786" y="2170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t6289"/>
            <p:cNvSpPr/>
            <p:nvPr/>
          </p:nvSpPr>
          <p:spPr>
            <a:xfrm>
              <a:off x="5235910" y="2137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t6290"/>
            <p:cNvSpPr/>
            <p:nvPr/>
          </p:nvSpPr>
          <p:spPr>
            <a:xfrm>
              <a:off x="5600075" y="1979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t6291"/>
            <p:cNvSpPr/>
            <p:nvPr/>
          </p:nvSpPr>
          <p:spPr>
            <a:xfrm>
              <a:off x="5570185" y="1805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t6292"/>
            <p:cNvSpPr/>
            <p:nvPr/>
          </p:nvSpPr>
          <p:spPr>
            <a:xfrm>
              <a:off x="5391099" y="2268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t6293"/>
            <p:cNvSpPr/>
            <p:nvPr/>
          </p:nvSpPr>
          <p:spPr>
            <a:xfrm>
              <a:off x="5449327" y="2273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t6294"/>
            <p:cNvSpPr/>
            <p:nvPr/>
          </p:nvSpPr>
          <p:spPr>
            <a:xfrm>
              <a:off x="5242067" y="214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t6295"/>
            <p:cNvSpPr/>
            <p:nvPr/>
          </p:nvSpPr>
          <p:spPr>
            <a:xfrm>
              <a:off x="4984392" y="212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t6296"/>
            <p:cNvSpPr/>
            <p:nvPr/>
          </p:nvSpPr>
          <p:spPr>
            <a:xfrm>
              <a:off x="5282264" y="2033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t6297"/>
            <p:cNvSpPr/>
            <p:nvPr/>
          </p:nvSpPr>
          <p:spPr>
            <a:xfrm>
              <a:off x="5622647" y="1759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t6298"/>
            <p:cNvSpPr/>
            <p:nvPr/>
          </p:nvSpPr>
          <p:spPr>
            <a:xfrm>
              <a:off x="5279320" y="1986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t6299"/>
            <p:cNvSpPr/>
            <p:nvPr/>
          </p:nvSpPr>
          <p:spPr>
            <a:xfrm>
              <a:off x="5157041" y="2107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t6300"/>
            <p:cNvSpPr/>
            <p:nvPr/>
          </p:nvSpPr>
          <p:spPr>
            <a:xfrm>
              <a:off x="5803006" y="1660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t6301"/>
            <p:cNvSpPr/>
            <p:nvPr/>
          </p:nvSpPr>
          <p:spPr>
            <a:xfrm>
              <a:off x="4664823" y="2400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t6302"/>
            <p:cNvSpPr/>
            <p:nvPr/>
          </p:nvSpPr>
          <p:spPr>
            <a:xfrm>
              <a:off x="5393791" y="2181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t6303"/>
            <p:cNvSpPr/>
            <p:nvPr/>
          </p:nvSpPr>
          <p:spPr>
            <a:xfrm>
              <a:off x="5562548" y="1786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t6304"/>
            <p:cNvSpPr/>
            <p:nvPr/>
          </p:nvSpPr>
          <p:spPr>
            <a:xfrm>
              <a:off x="5434990" y="2050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t6305"/>
            <p:cNvSpPr/>
            <p:nvPr/>
          </p:nvSpPr>
          <p:spPr>
            <a:xfrm>
              <a:off x="5255425" y="2225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t6306"/>
            <p:cNvSpPr/>
            <p:nvPr/>
          </p:nvSpPr>
          <p:spPr>
            <a:xfrm>
              <a:off x="5260740" y="2029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t6307"/>
            <p:cNvSpPr/>
            <p:nvPr/>
          </p:nvSpPr>
          <p:spPr>
            <a:xfrm>
              <a:off x="5290600" y="2129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t6308"/>
            <p:cNvSpPr/>
            <p:nvPr/>
          </p:nvSpPr>
          <p:spPr>
            <a:xfrm>
              <a:off x="5368883" y="1955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t6309"/>
            <p:cNvSpPr/>
            <p:nvPr/>
          </p:nvSpPr>
          <p:spPr>
            <a:xfrm>
              <a:off x="5289798" y="2182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t6310"/>
            <p:cNvSpPr/>
            <p:nvPr/>
          </p:nvSpPr>
          <p:spPr>
            <a:xfrm>
              <a:off x="5426617" y="2299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t6311"/>
            <p:cNvSpPr/>
            <p:nvPr/>
          </p:nvSpPr>
          <p:spPr>
            <a:xfrm>
              <a:off x="5714698" y="199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t6312"/>
            <p:cNvSpPr/>
            <p:nvPr/>
          </p:nvSpPr>
          <p:spPr>
            <a:xfrm>
              <a:off x="5304243" y="2186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t6313"/>
            <p:cNvSpPr/>
            <p:nvPr/>
          </p:nvSpPr>
          <p:spPr>
            <a:xfrm>
              <a:off x="5278650" y="2015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t6314"/>
            <p:cNvSpPr/>
            <p:nvPr/>
          </p:nvSpPr>
          <p:spPr>
            <a:xfrm>
              <a:off x="5228924" y="2205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t6315"/>
            <p:cNvSpPr/>
            <p:nvPr/>
          </p:nvSpPr>
          <p:spPr>
            <a:xfrm>
              <a:off x="5392096" y="2221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t6316"/>
            <p:cNvSpPr/>
            <p:nvPr/>
          </p:nvSpPr>
          <p:spPr>
            <a:xfrm>
              <a:off x="5361706" y="1997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t6317"/>
            <p:cNvSpPr/>
            <p:nvPr/>
          </p:nvSpPr>
          <p:spPr>
            <a:xfrm>
              <a:off x="5282951" y="197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t6318"/>
            <p:cNvSpPr/>
            <p:nvPr/>
          </p:nvSpPr>
          <p:spPr>
            <a:xfrm>
              <a:off x="5710794" y="1779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t6319"/>
            <p:cNvSpPr/>
            <p:nvPr/>
          </p:nvSpPr>
          <p:spPr>
            <a:xfrm>
              <a:off x="4782361" y="2580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t6320"/>
            <p:cNvSpPr/>
            <p:nvPr/>
          </p:nvSpPr>
          <p:spPr>
            <a:xfrm>
              <a:off x="5547433" y="1994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t6321"/>
            <p:cNvSpPr/>
            <p:nvPr/>
          </p:nvSpPr>
          <p:spPr>
            <a:xfrm>
              <a:off x="4813261" y="2003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t6322"/>
            <p:cNvSpPr/>
            <p:nvPr/>
          </p:nvSpPr>
          <p:spPr>
            <a:xfrm>
              <a:off x="5365110" y="2024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t6323"/>
            <p:cNvSpPr/>
            <p:nvPr/>
          </p:nvSpPr>
          <p:spPr>
            <a:xfrm>
              <a:off x="5028715" y="257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t6324"/>
            <p:cNvSpPr/>
            <p:nvPr/>
          </p:nvSpPr>
          <p:spPr>
            <a:xfrm>
              <a:off x="5178520" y="2127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t6325"/>
            <p:cNvSpPr/>
            <p:nvPr/>
          </p:nvSpPr>
          <p:spPr>
            <a:xfrm>
              <a:off x="5452821" y="2308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t6326"/>
            <p:cNvSpPr/>
            <p:nvPr/>
          </p:nvSpPr>
          <p:spPr>
            <a:xfrm>
              <a:off x="5071385" y="224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t6327"/>
            <p:cNvSpPr/>
            <p:nvPr/>
          </p:nvSpPr>
          <p:spPr>
            <a:xfrm>
              <a:off x="5216305" y="2135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t6328"/>
            <p:cNvSpPr/>
            <p:nvPr/>
          </p:nvSpPr>
          <p:spPr>
            <a:xfrm>
              <a:off x="5411825" y="2255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t6329"/>
            <p:cNvSpPr/>
            <p:nvPr/>
          </p:nvSpPr>
          <p:spPr>
            <a:xfrm>
              <a:off x="5101429" y="2229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t6330"/>
            <p:cNvSpPr/>
            <p:nvPr/>
          </p:nvSpPr>
          <p:spPr>
            <a:xfrm>
              <a:off x="5332179" y="212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t6331"/>
            <p:cNvSpPr/>
            <p:nvPr/>
          </p:nvSpPr>
          <p:spPr>
            <a:xfrm>
              <a:off x="5220616" y="2010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t6332"/>
            <p:cNvSpPr/>
            <p:nvPr/>
          </p:nvSpPr>
          <p:spPr>
            <a:xfrm>
              <a:off x="5494383" y="2110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t6333"/>
            <p:cNvSpPr/>
            <p:nvPr/>
          </p:nvSpPr>
          <p:spPr>
            <a:xfrm>
              <a:off x="5295462" y="2128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t6334"/>
            <p:cNvSpPr/>
            <p:nvPr/>
          </p:nvSpPr>
          <p:spPr>
            <a:xfrm>
              <a:off x="5132960" y="1932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t6335"/>
            <p:cNvSpPr/>
            <p:nvPr/>
          </p:nvSpPr>
          <p:spPr>
            <a:xfrm>
              <a:off x="5421392" y="206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t6336"/>
            <p:cNvSpPr/>
            <p:nvPr/>
          </p:nvSpPr>
          <p:spPr>
            <a:xfrm>
              <a:off x="4922828" y="2185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t6337"/>
            <p:cNvSpPr/>
            <p:nvPr/>
          </p:nvSpPr>
          <p:spPr>
            <a:xfrm>
              <a:off x="5610489" y="2002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t6338"/>
            <p:cNvSpPr/>
            <p:nvPr/>
          </p:nvSpPr>
          <p:spPr>
            <a:xfrm>
              <a:off x="5323680" y="2235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t6339"/>
            <p:cNvSpPr/>
            <p:nvPr/>
          </p:nvSpPr>
          <p:spPr>
            <a:xfrm>
              <a:off x="5745157" y="1890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t6340"/>
            <p:cNvSpPr/>
            <p:nvPr/>
          </p:nvSpPr>
          <p:spPr>
            <a:xfrm>
              <a:off x="5477532" y="2211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t6341"/>
            <p:cNvSpPr/>
            <p:nvPr/>
          </p:nvSpPr>
          <p:spPr>
            <a:xfrm>
              <a:off x="5074416" y="2356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t6342"/>
            <p:cNvSpPr/>
            <p:nvPr/>
          </p:nvSpPr>
          <p:spPr>
            <a:xfrm>
              <a:off x="5188447" y="2213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t6343"/>
            <p:cNvSpPr/>
            <p:nvPr/>
          </p:nvSpPr>
          <p:spPr>
            <a:xfrm>
              <a:off x="4904076" y="2325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t6344"/>
            <p:cNvSpPr/>
            <p:nvPr/>
          </p:nvSpPr>
          <p:spPr>
            <a:xfrm>
              <a:off x="5589606" y="1988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t6345"/>
            <p:cNvSpPr/>
            <p:nvPr/>
          </p:nvSpPr>
          <p:spPr>
            <a:xfrm>
              <a:off x="5451207" y="2145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t6346"/>
            <p:cNvSpPr/>
            <p:nvPr/>
          </p:nvSpPr>
          <p:spPr>
            <a:xfrm>
              <a:off x="5624375" y="1790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t6347"/>
            <p:cNvSpPr/>
            <p:nvPr/>
          </p:nvSpPr>
          <p:spPr>
            <a:xfrm>
              <a:off x="5552046" y="2044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t6348"/>
            <p:cNvSpPr/>
            <p:nvPr/>
          </p:nvSpPr>
          <p:spPr>
            <a:xfrm>
              <a:off x="5111038" y="2207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t6349"/>
            <p:cNvSpPr/>
            <p:nvPr/>
          </p:nvSpPr>
          <p:spPr>
            <a:xfrm>
              <a:off x="5412961" y="2249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t6350"/>
            <p:cNvSpPr/>
            <p:nvPr/>
          </p:nvSpPr>
          <p:spPr>
            <a:xfrm>
              <a:off x="5089145" y="2314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t6351"/>
            <p:cNvSpPr/>
            <p:nvPr/>
          </p:nvSpPr>
          <p:spPr>
            <a:xfrm>
              <a:off x="5064722" y="2449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t6352"/>
            <p:cNvSpPr/>
            <p:nvPr/>
          </p:nvSpPr>
          <p:spPr>
            <a:xfrm>
              <a:off x="5557931" y="2134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t6353"/>
            <p:cNvSpPr/>
            <p:nvPr/>
          </p:nvSpPr>
          <p:spPr>
            <a:xfrm>
              <a:off x="4873277" y="2755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t6354"/>
            <p:cNvSpPr/>
            <p:nvPr/>
          </p:nvSpPr>
          <p:spPr>
            <a:xfrm>
              <a:off x="5672710" y="1817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t6355"/>
            <p:cNvSpPr/>
            <p:nvPr/>
          </p:nvSpPr>
          <p:spPr>
            <a:xfrm>
              <a:off x="5302210" y="2107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t6356"/>
            <p:cNvSpPr/>
            <p:nvPr/>
          </p:nvSpPr>
          <p:spPr>
            <a:xfrm>
              <a:off x="5569834" y="1879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t6357"/>
            <p:cNvSpPr/>
            <p:nvPr/>
          </p:nvSpPr>
          <p:spPr>
            <a:xfrm>
              <a:off x="5699590" y="1865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t6358"/>
            <p:cNvSpPr/>
            <p:nvPr/>
          </p:nvSpPr>
          <p:spPr>
            <a:xfrm>
              <a:off x="5223873" y="2029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t6359"/>
            <p:cNvSpPr/>
            <p:nvPr/>
          </p:nvSpPr>
          <p:spPr>
            <a:xfrm>
              <a:off x="5187244" y="2235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t6360"/>
            <p:cNvSpPr/>
            <p:nvPr/>
          </p:nvSpPr>
          <p:spPr>
            <a:xfrm>
              <a:off x="5536477" y="1946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t6361"/>
            <p:cNvSpPr/>
            <p:nvPr/>
          </p:nvSpPr>
          <p:spPr>
            <a:xfrm>
              <a:off x="5517375" y="2054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t6362"/>
            <p:cNvSpPr/>
            <p:nvPr/>
          </p:nvSpPr>
          <p:spPr>
            <a:xfrm>
              <a:off x="5667852" y="2056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t6363"/>
            <p:cNvSpPr/>
            <p:nvPr/>
          </p:nvSpPr>
          <p:spPr>
            <a:xfrm>
              <a:off x="5794953" y="1319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t6364"/>
            <p:cNvSpPr/>
            <p:nvPr/>
          </p:nvSpPr>
          <p:spPr>
            <a:xfrm>
              <a:off x="5684481" y="1987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t6365"/>
            <p:cNvSpPr/>
            <p:nvPr/>
          </p:nvSpPr>
          <p:spPr>
            <a:xfrm>
              <a:off x="5375020" y="1903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t6366"/>
            <p:cNvSpPr/>
            <p:nvPr/>
          </p:nvSpPr>
          <p:spPr>
            <a:xfrm>
              <a:off x="5458469" y="2075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t6367"/>
            <p:cNvSpPr/>
            <p:nvPr/>
          </p:nvSpPr>
          <p:spPr>
            <a:xfrm>
              <a:off x="4890252" y="2682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t6368"/>
            <p:cNvSpPr/>
            <p:nvPr/>
          </p:nvSpPr>
          <p:spPr>
            <a:xfrm>
              <a:off x="5697260" y="1891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t6369"/>
            <p:cNvSpPr/>
            <p:nvPr/>
          </p:nvSpPr>
          <p:spPr>
            <a:xfrm>
              <a:off x="5057264" y="2553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t6370"/>
            <p:cNvSpPr/>
            <p:nvPr/>
          </p:nvSpPr>
          <p:spPr>
            <a:xfrm>
              <a:off x="4554084" y="2486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t6371"/>
            <p:cNvSpPr/>
            <p:nvPr/>
          </p:nvSpPr>
          <p:spPr>
            <a:xfrm>
              <a:off x="5198404" y="1959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t6372"/>
            <p:cNvSpPr/>
            <p:nvPr/>
          </p:nvSpPr>
          <p:spPr>
            <a:xfrm>
              <a:off x="5609098" y="2013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t6373"/>
            <p:cNvSpPr/>
            <p:nvPr/>
          </p:nvSpPr>
          <p:spPr>
            <a:xfrm>
              <a:off x="5057354" y="2398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t6374"/>
            <p:cNvSpPr/>
            <p:nvPr/>
          </p:nvSpPr>
          <p:spPr>
            <a:xfrm>
              <a:off x="5691859" y="1971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t6375"/>
            <p:cNvSpPr/>
            <p:nvPr/>
          </p:nvSpPr>
          <p:spPr>
            <a:xfrm>
              <a:off x="5521125" y="1921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t6376"/>
            <p:cNvSpPr/>
            <p:nvPr/>
          </p:nvSpPr>
          <p:spPr>
            <a:xfrm>
              <a:off x="5640357" y="1699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t6377"/>
            <p:cNvSpPr/>
            <p:nvPr/>
          </p:nvSpPr>
          <p:spPr>
            <a:xfrm>
              <a:off x="5228428" y="2176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t6378"/>
            <p:cNvSpPr/>
            <p:nvPr/>
          </p:nvSpPr>
          <p:spPr>
            <a:xfrm>
              <a:off x="5054790" y="2669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t6379"/>
            <p:cNvSpPr/>
            <p:nvPr/>
          </p:nvSpPr>
          <p:spPr>
            <a:xfrm>
              <a:off x="5322552" y="2292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t6380"/>
            <p:cNvSpPr/>
            <p:nvPr/>
          </p:nvSpPr>
          <p:spPr>
            <a:xfrm>
              <a:off x="5335872" y="2094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t6381"/>
            <p:cNvSpPr/>
            <p:nvPr/>
          </p:nvSpPr>
          <p:spPr>
            <a:xfrm>
              <a:off x="5365354" y="2081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t6382"/>
            <p:cNvSpPr/>
            <p:nvPr/>
          </p:nvSpPr>
          <p:spPr>
            <a:xfrm>
              <a:off x="5001633" y="2528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t6383"/>
            <p:cNvSpPr/>
            <p:nvPr/>
          </p:nvSpPr>
          <p:spPr>
            <a:xfrm>
              <a:off x="5503338" y="2006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t6384"/>
            <p:cNvSpPr/>
            <p:nvPr/>
          </p:nvSpPr>
          <p:spPr>
            <a:xfrm>
              <a:off x="5208290" y="2287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t6385"/>
            <p:cNvSpPr/>
            <p:nvPr/>
          </p:nvSpPr>
          <p:spPr>
            <a:xfrm>
              <a:off x="5422825" y="2281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t6386"/>
            <p:cNvSpPr/>
            <p:nvPr/>
          </p:nvSpPr>
          <p:spPr>
            <a:xfrm>
              <a:off x="5309346" y="2125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t6387"/>
            <p:cNvSpPr/>
            <p:nvPr/>
          </p:nvSpPr>
          <p:spPr>
            <a:xfrm>
              <a:off x="5609708" y="1704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t6388"/>
            <p:cNvSpPr/>
            <p:nvPr/>
          </p:nvSpPr>
          <p:spPr>
            <a:xfrm>
              <a:off x="5364480" y="2009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t6389"/>
            <p:cNvSpPr/>
            <p:nvPr/>
          </p:nvSpPr>
          <p:spPr>
            <a:xfrm>
              <a:off x="5359636" y="2025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t6390"/>
            <p:cNvSpPr/>
            <p:nvPr/>
          </p:nvSpPr>
          <p:spPr>
            <a:xfrm>
              <a:off x="4999976" y="2642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t6391"/>
            <p:cNvSpPr/>
            <p:nvPr/>
          </p:nvSpPr>
          <p:spPr>
            <a:xfrm>
              <a:off x="4857772" y="2947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t6392"/>
            <p:cNvSpPr/>
            <p:nvPr/>
          </p:nvSpPr>
          <p:spPr>
            <a:xfrm>
              <a:off x="5313205" y="2221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t6393"/>
            <p:cNvSpPr/>
            <p:nvPr/>
          </p:nvSpPr>
          <p:spPr>
            <a:xfrm>
              <a:off x="5293919" y="2178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t6394"/>
            <p:cNvSpPr/>
            <p:nvPr/>
          </p:nvSpPr>
          <p:spPr>
            <a:xfrm>
              <a:off x="5512869" y="1999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t6395"/>
            <p:cNvSpPr/>
            <p:nvPr/>
          </p:nvSpPr>
          <p:spPr>
            <a:xfrm>
              <a:off x="5029017" y="2612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t6396"/>
            <p:cNvSpPr/>
            <p:nvPr/>
          </p:nvSpPr>
          <p:spPr>
            <a:xfrm>
              <a:off x="4972664" y="2522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t6397"/>
            <p:cNvSpPr/>
            <p:nvPr/>
          </p:nvSpPr>
          <p:spPr>
            <a:xfrm>
              <a:off x="5425191" y="2098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t6398"/>
            <p:cNvSpPr/>
            <p:nvPr/>
          </p:nvSpPr>
          <p:spPr>
            <a:xfrm>
              <a:off x="5758765" y="1978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t6399"/>
            <p:cNvSpPr/>
            <p:nvPr/>
          </p:nvSpPr>
          <p:spPr>
            <a:xfrm>
              <a:off x="5204868" y="2041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t6400"/>
            <p:cNvSpPr/>
            <p:nvPr/>
          </p:nvSpPr>
          <p:spPr>
            <a:xfrm>
              <a:off x="5335559" y="2220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t6401"/>
            <p:cNvSpPr/>
            <p:nvPr/>
          </p:nvSpPr>
          <p:spPr>
            <a:xfrm>
              <a:off x="5173559" y="2148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t6402"/>
            <p:cNvSpPr/>
            <p:nvPr/>
          </p:nvSpPr>
          <p:spPr>
            <a:xfrm>
              <a:off x="4933512" y="219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t6403"/>
            <p:cNvSpPr/>
            <p:nvPr/>
          </p:nvSpPr>
          <p:spPr>
            <a:xfrm>
              <a:off x="5172969" y="2121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t6404"/>
            <p:cNvSpPr/>
            <p:nvPr/>
          </p:nvSpPr>
          <p:spPr>
            <a:xfrm>
              <a:off x="5108071" y="2123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t6405"/>
            <p:cNvSpPr/>
            <p:nvPr/>
          </p:nvSpPr>
          <p:spPr>
            <a:xfrm>
              <a:off x="5690225" y="1945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t6406"/>
            <p:cNvSpPr/>
            <p:nvPr/>
          </p:nvSpPr>
          <p:spPr>
            <a:xfrm>
              <a:off x="5170925" y="2160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t6407"/>
            <p:cNvSpPr/>
            <p:nvPr/>
          </p:nvSpPr>
          <p:spPr>
            <a:xfrm>
              <a:off x="5164091" y="216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t6408"/>
            <p:cNvSpPr/>
            <p:nvPr/>
          </p:nvSpPr>
          <p:spPr>
            <a:xfrm>
              <a:off x="5623409" y="1795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t6409"/>
            <p:cNvSpPr/>
            <p:nvPr/>
          </p:nvSpPr>
          <p:spPr>
            <a:xfrm>
              <a:off x="5285462" y="1988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t6410"/>
            <p:cNvSpPr/>
            <p:nvPr/>
          </p:nvSpPr>
          <p:spPr>
            <a:xfrm>
              <a:off x="5594871" y="1901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t6411"/>
            <p:cNvSpPr/>
            <p:nvPr/>
          </p:nvSpPr>
          <p:spPr>
            <a:xfrm>
              <a:off x="5444529" y="2015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t6412"/>
            <p:cNvSpPr/>
            <p:nvPr/>
          </p:nvSpPr>
          <p:spPr>
            <a:xfrm>
              <a:off x="5169976" y="2186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t6413"/>
            <p:cNvSpPr/>
            <p:nvPr/>
          </p:nvSpPr>
          <p:spPr>
            <a:xfrm>
              <a:off x="5375376" y="2063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t6414"/>
            <p:cNvSpPr/>
            <p:nvPr/>
          </p:nvSpPr>
          <p:spPr>
            <a:xfrm>
              <a:off x="5242470" y="2146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t6415"/>
            <p:cNvSpPr/>
            <p:nvPr/>
          </p:nvSpPr>
          <p:spPr>
            <a:xfrm>
              <a:off x="5014597" y="2651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t6416"/>
            <p:cNvSpPr/>
            <p:nvPr/>
          </p:nvSpPr>
          <p:spPr>
            <a:xfrm>
              <a:off x="5369128" y="2070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t6417"/>
            <p:cNvSpPr/>
            <p:nvPr/>
          </p:nvSpPr>
          <p:spPr>
            <a:xfrm>
              <a:off x="5438936" y="2100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t6418"/>
            <p:cNvSpPr/>
            <p:nvPr/>
          </p:nvSpPr>
          <p:spPr>
            <a:xfrm>
              <a:off x="5729292" y="1880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t6419"/>
            <p:cNvSpPr/>
            <p:nvPr/>
          </p:nvSpPr>
          <p:spPr>
            <a:xfrm>
              <a:off x="5483382" y="2264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t6420"/>
            <p:cNvSpPr/>
            <p:nvPr/>
          </p:nvSpPr>
          <p:spPr>
            <a:xfrm>
              <a:off x="5093659" y="209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t6421"/>
            <p:cNvSpPr/>
            <p:nvPr/>
          </p:nvSpPr>
          <p:spPr>
            <a:xfrm>
              <a:off x="5401440" y="2159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t6422"/>
            <p:cNvSpPr/>
            <p:nvPr/>
          </p:nvSpPr>
          <p:spPr>
            <a:xfrm>
              <a:off x="5167642" y="2130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t6423"/>
            <p:cNvSpPr/>
            <p:nvPr/>
          </p:nvSpPr>
          <p:spPr>
            <a:xfrm>
              <a:off x="5455127" y="2271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t6424"/>
            <p:cNvSpPr/>
            <p:nvPr/>
          </p:nvSpPr>
          <p:spPr>
            <a:xfrm>
              <a:off x="5495585" y="1975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t6425"/>
            <p:cNvSpPr/>
            <p:nvPr/>
          </p:nvSpPr>
          <p:spPr>
            <a:xfrm>
              <a:off x="5442713" y="2048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t6426"/>
            <p:cNvSpPr/>
            <p:nvPr/>
          </p:nvSpPr>
          <p:spPr>
            <a:xfrm>
              <a:off x="5692073" y="1942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t6427"/>
            <p:cNvSpPr/>
            <p:nvPr/>
          </p:nvSpPr>
          <p:spPr>
            <a:xfrm>
              <a:off x="5237049" y="2130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t6428"/>
            <p:cNvSpPr/>
            <p:nvPr/>
          </p:nvSpPr>
          <p:spPr>
            <a:xfrm>
              <a:off x="5493482" y="200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t6429"/>
            <p:cNvSpPr/>
            <p:nvPr/>
          </p:nvSpPr>
          <p:spPr>
            <a:xfrm>
              <a:off x="5313498" y="2186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t6430"/>
            <p:cNvSpPr/>
            <p:nvPr/>
          </p:nvSpPr>
          <p:spPr>
            <a:xfrm>
              <a:off x="5066384" y="2498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t6431"/>
            <p:cNvSpPr/>
            <p:nvPr/>
          </p:nvSpPr>
          <p:spPr>
            <a:xfrm>
              <a:off x="5200779" y="2197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t6432"/>
            <p:cNvSpPr/>
            <p:nvPr/>
          </p:nvSpPr>
          <p:spPr>
            <a:xfrm>
              <a:off x="4891029" y="2578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t6433"/>
            <p:cNvSpPr/>
            <p:nvPr/>
          </p:nvSpPr>
          <p:spPr>
            <a:xfrm>
              <a:off x="5621515" y="1863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t6434"/>
            <p:cNvSpPr/>
            <p:nvPr/>
          </p:nvSpPr>
          <p:spPr>
            <a:xfrm>
              <a:off x="5154649" y="2061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t6435"/>
            <p:cNvSpPr/>
            <p:nvPr/>
          </p:nvSpPr>
          <p:spPr>
            <a:xfrm>
              <a:off x="5575553" y="1691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t6436"/>
            <p:cNvSpPr/>
            <p:nvPr/>
          </p:nvSpPr>
          <p:spPr>
            <a:xfrm>
              <a:off x="5491949" y="2044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t6437"/>
            <p:cNvSpPr/>
            <p:nvPr/>
          </p:nvSpPr>
          <p:spPr>
            <a:xfrm>
              <a:off x="5528360" y="1989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t6438"/>
            <p:cNvSpPr/>
            <p:nvPr/>
          </p:nvSpPr>
          <p:spPr>
            <a:xfrm>
              <a:off x="5686340" y="2008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t6439"/>
            <p:cNvSpPr/>
            <p:nvPr/>
          </p:nvSpPr>
          <p:spPr>
            <a:xfrm>
              <a:off x="5206232" y="2085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t6440"/>
            <p:cNvSpPr/>
            <p:nvPr/>
          </p:nvSpPr>
          <p:spPr>
            <a:xfrm>
              <a:off x="5106317" y="2166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t6441"/>
            <p:cNvSpPr/>
            <p:nvPr/>
          </p:nvSpPr>
          <p:spPr>
            <a:xfrm>
              <a:off x="5088419" y="220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t6442"/>
            <p:cNvSpPr/>
            <p:nvPr/>
          </p:nvSpPr>
          <p:spPr>
            <a:xfrm>
              <a:off x="5627029" y="1771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t6443"/>
            <p:cNvSpPr/>
            <p:nvPr/>
          </p:nvSpPr>
          <p:spPr>
            <a:xfrm>
              <a:off x="5467385" y="2160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t6444"/>
            <p:cNvSpPr/>
            <p:nvPr/>
          </p:nvSpPr>
          <p:spPr>
            <a:xfrm>
              <a:off x="5187014" y="2122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t6445"/>
            <p:cNvSpPr/>
            <p:nvPr/>
          </p:nvSpPr>
          <p:spPr>
            <a:xfrm>
              <a:off x="5605433" y="1846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t6446"/>
            <p:cNvSpPr/>
            <p:nvPr/>
          </p:nvSpPr>
          <p:spPr>
            <a:xfrm>
              <a:off x="5401778" y="2206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t6447"/>
            <p:cNvSpPr/>
            <p:nvPr/>
          </p:nvSpPr>
          <p:spPr>
            <a:xfrm>
              <a:off x="5435385" y="2070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t6448"/>
            <p:cNvSpPr/>
            <p:nvPr/>
          </p:nvSpPr>
          <p:spPr>
            <a:xfrm>
              <a:off x="5299134" y="2180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t6449"/>
            <p:cNvSpPr/>
            <p:nvPr/>
          </p:nvSpPr>
          <p:spPr>
            <a:xfrm>
              <a:off x="5834499" y="150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t6450"/>
            <p:cNvSpPr/>
            <p:nvPr/>
          </p:nvSpPr>
          <p:spPr>
            <a:xfrm>
              <a:off x="5041245" y="2614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t6451"/>
            <p:cNvSpPr/>
            <p:nvPr/>
          </p:nvSpPr>
          <p:spPr>
            <a:xfrm>
              <a:off x="5348713" y="2038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t6452"/>
            <p:cNvSpPr/>
            <p:nvPr/>
          </p:nvSpPr>
          <p:spPr>
            <a:xfrm>
              <a:off x="5290122" y="2184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t6453"/>
            <p:cNvSpPr/>
            <p:nvPr/>
          </p:nvSpPr>
          <p:spPr>
            <a:xfrm>
              <a:off x="5553409" y="2099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t6454"/>
            <p:cNvSpPr/>
            <p:nvPr/>
          </p:nvSpPr>
          <p:spPr>
            <a:xfrm>
              <a:off x="5439110" y="2074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t6455"/>
            <p:cNvSpPr/>
            <p:nvPr/>
          </p:nvSpPr>
          <p:spPr>
            <a:xfrm>
              <a:off x="5787626" y="1434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t6456"/>
            <p:cNvSpPr/>
            <p:nvPr/>
          </p:nvSpPr>
          <p:spPr>
            <a:xfrm>
              <a:off x="5094245" y="2228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t6457"/>
            <p:cNvSpPr/>
            <p:nvPr/>
          </p:nvSpPr>
          <p:spPr>
            <a:xfrm>
              <a:off x="5340809" y="1924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t6458"/>
            <p:cNvSpPr/>
            <p:nvPr/>
          </p:nvSpPr>
          <p:spPr>
            <a:xfrm>
              <a:off x="5349546" y="2185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t6459"/>
            <p:cNvSpPr/>
            <p:nvPr/>
          </p:nvSpPr>
          <p:spPr>
            <a:xfrm>
              <a:off x="5356396" y="2058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t6460"/>
            <p:cNvSpPr/>
            <p:nvPr/>
          </p:nvSpPr>
          <p:spPr>
            <a:xfrm>
              <a:off x="4964467" y="2640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t6461"/>
            <p:cNvSpPr/>
            <p:nvPr/>
          </p:nvSpPr>
          <p:spPr>
            <a:xfrm>
              <a:off x="5094075" y="2158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t6462"/>
            <p:cNvSpPr/>
            <p:nvPr/>
          </p:nvSpPr>
          <p:spPr>
            <a:xfrm>
              <a:off x="5442200" y="1984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t6463"/>
            <p:cNvSpPr/>
            <p:nvPr/>
          </p:nvSpPr>
          <p:spPr>
            <a:xfrm>
              <a:off x="5331912" y="2077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t6464"/>
            <p:cNvSpPr/>
            <p:nvPr/>
          </p:nvSpPr>
          <p:spPr>
            <a:xfrm>
              <a:off x="5725548" y="1860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t6465"/>
            <p:cNvSpPr/>
            <p:nvPr/>
          </p:nvSpPr>
          <p:spPr>
            <a:xfrm>
              <a:off x="5343770" y="1924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t6466"/>
            <p:cNvSpPr/>
            <p:nvPr/>
          </p:nvSpPr>
          <p:spPr>
            <a:xfrm>
              <a:off x="5295070" y="2109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t6467"/>
            <p:cNvSpPr/>
            <p:nvPr/>
          </p:nvSpPr>
          <p:spPr>
            <a:xfrm>
              <a:off x="5404021" y="2098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t6468"/>
            <p:cNvSpPr/>
            <p:nvPr/>
          </p:nvSpPr>
          <p:spPr>
            <a:xfrm>
              <a:off x="5414041" y="2208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t6469"/>
            <p:cNvSpPr/>
            <p:nvPr/>
          </p:nvSpPr>
          <p:spPr>
            <a:xfrm>
              <a:off x="5269098" y="2266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t6470"/>
            <p:cNvSpPr/>
            <p:nvPr/>
          </p:nvSpPr>
          <p:spPr>
            <a:xfrm>
              <a:off x="5517259" y="1982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t6471"/>
            <p:cNvSpPr/>
            <p:nvPr/>
          </p:nvSpPr>
          <p:spPr>
            <a:xfrm>
              <a:off x="5401897" y="2230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t6472"/>
            <p:cNvSpPr/>
            <p:nvPr/>
          </p:nvSpPr>
          <p:spPr>
            <a:xfrm>
              <a:off x="5249694" y="2258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t6473"/>
            <p:cNvSpPr/>
            <p:nvPr/>
          </p:nvSpPr>
          <p:spPr>
            <a:xfrm>
              <a:off x="5083067" y="2294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t6474"/>
            <p:cNvSpPr/>
            <p:nvPr/>
          </p:nvSpPr>
          <p:spPr>
            <a:xfrm>
              <a:off x="5031688" y="269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t6475"/>
            <p:cNvSpPr/>
            <p:nvPr/>
          </p:nvSpPr>
          <p:spPr>
            <a:xfrm>
              <a:off x="5699470" y="1815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t6476"/>
            <p:cNvSpPr/>
            <p:nvPr/>
          </p:nvSpPr>
          <p:spPr>
            <a:xfrm>
              <a:off x="5103479" y="2266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t6477"/>
            <p:cNvSpPr/>
            <p:nvPr/>
          </p:nvSpPr>
          <p:spPr>
            <a:xfrm>
              <a:off x="5774993" y="1897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t6478"/>
            <p:cNvSpPr/>
            <p:nvPr/>
          </p:nvSpPr>
          <p:spPr>
            <a:xfrm>
              <a:off x="5316766" y="2257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t6479"/>
            <p:cNvSpPr/>
            <p:nvPr/>
          </p:nvSpPr>
          <p:spPr>
            <a:xfrm>
              <a:off x="5614874" y="2053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t6480"/>
            <p:cNvSpPr/>
            <p:nvPr/>
          </p:nvSpPr>
          <p:spPr>
            <a:xfrm>
              <a:off x="5090042" y="2143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t6481"/>
            <p:cNvSpPr/>
            <p:nvPr/>
          </p:nvSpPr>
          <p:spPr>
            <a:xfrm>
              <a:off x="5674857" y="1961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t6482"/>
            <p:cNvSpPr/>
            <p:nvPr/>
          </p:nvSpPr>
          <p:spPr>
            <a:xfrm>
              <a:off x="4698919" y="2763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t6483"/>
            <p:cNvSpPr/>
            <p:nvPr/>
          </p:nvSpPr>
          <p:spPr>
            <a:xfrm>
              <a:off x="5238195" y="2204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t6484"/>
            <p:cNvSpPr/>
            <p:nvPr/>
          </p:nvSpPr>
          <p:spPr>
            <a:xfrm>
              <a:off x="5031656" y="2430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t6485"/>
            <p:cNvSpPr/>
            <p:nvPr/>
          </p:nvSpPr>
          <p:spPr>
            <a:xfrm>
              <a:off x="5265930" y="2225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t6486"/>
            <p:cNvSpPr/>
            <p:nvPr/>
          </p:nvSpPr>
          <p:spPr>
            <a:xfrm>
              <a:off x="5590758" y="1738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t6487"/>
            <p:cNvSpPr/>
            <p:nvPr/>
          </p:nvSpPr>
          <p:spPr>
            <a:xfrm>
              <a:off x="5406676" y="2272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t6488"/>
            <p:cNvSpPr/>
            <p:nvPr/>
          </p:nvSpPr>
          <p:spPr>
            <a:xfrm>
              <a:off x="5030418" y="2835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t6489"/>
            <p:cNvSpPr/>
            <p:nvPr/>
          </p:nvSpPr>
          <p:spPr>
            <a:xfrm>
              <a:off x="5294944" y="2181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t6490"/>
            <p:cNvSpPr/>
            <p:nvPr/>
          </p:nvSpPr>
          <p:spPr>
            <a:xfrm>
              <a:off x="5411982" y="2217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t6491"/>
            <p:cNvSpPr/>
            <p:nvPr/>
          </p:nvSpPr>
          <p:spPr>
            <a:xfrm>
              <a:off x="5049503" y="2877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t6492"/>
            <p:cNvSpPr/>
            <p:nvPr/>
          </p:nvSpPr>
          <p:spPr>
            <a:xfrm>
              <a:off x="4951107" y="2462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t6493"/>
            <p:cNvSpPr/>
            <p:nvPr/>
          </p:nvSpPr>
          <p:spPr>
            <a:xfrm>
              <a:off x="5010686" y="2504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t6494"/>
            <p:cNvSpPr/>
            <p:nvPr/>
          </p:nvSpPr>
          <p:spPr>
            <a:xfrm>
              <a:off x="5473628" y="2230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t6495"/>
            <p:cNvSpPr/>
            <p:nvPr/>
          </p:nvSpPr>
          <p:spPr>
            <a:xfrm>
              <a:off x="5179528" y="2087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t6496"/>
            <p:cNvSpPr/>
            <p:nvPr/>
          </p:nvSpPr>
          <p:spPr>
            <a:xfrm>
              <a:off x="5165820" y="2185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t6497"/>
            <p:cNvSpPr/>
            <p:nvPr/>
          </p:nvSpPr>
          <p:spPr>
            <a:xfrm>
              <a:off x="4901328" y="2607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t6498"/>
            <p:cNvSpPr/>
            <p:nvPr/>
          </p:nvSpPr>
          <p:spPr>
            <a:xfrm>
              <a:off x="4795189" y="2717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t6499"/>
            <p:cNvSpPr/>
            <p:nvPr/>
          </p:nvSpPr>
          <p:spPr>
            <a:xfrm>
              <a:off x="5476947" y="2248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t6500"/>
            <p:cNvSpPr/>
            <p:nvPr/>
          </p:nvSpPr>
          <p:spPr>
            <a:xfrm>
              <a:off x="5402554" y="2182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t6501"/>
            <p:cNvSpPr/>
            <p:nvPr/>
          </p:nvSpPr>
          <p:spPr>
            <a:xfrm>
              <a:off x="5080629" y="2345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t6502"/>
            <p:cNvSpPr/>
            <p:nvPr/>
          </p:nvSpPr>
          <p:spPr>
            <a:xfrm>
              <a:off x="5424620" y="2036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t6503"/>
            <p:cNvSpPr/>
            <p:nvPr/>
          </p:nvSpPr>
          <p:spPr>
            <a:xfrm>
              <a:off x="4883276" y="2656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t6504"/>
            <p:cNvSpPr/>
            <p:nvPr/>
          </p:nvSpPr>
          <p:spPr>
            <a:xfrm>
              <a:off x="5350129" y="2032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t6505"/>
            <p:cNvSpPr/>
            <p:nvPr/>
          </p:nvSpPr>
          <p:spPr>
            <a:xfrm>
              <a:off x="5728694" y="1839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t6506"/>
            <p:cNvSpPr/>
            <p:nvPr/>
          </p:nvSpPr>
          <p:spPr>
            <a:xfrm>
              <a:off x="5307182" y="2143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t6507"/>
            <p:cNvSpPr/>
            <p:nvPr/>
          </p:nvSpPr>
          <p:spPr>
            <a:xfrm>
              <a:off x="5419303" y="2043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t6508"/>
            <p:cNvSpPr/>
            <p:nvPr/>
          </p:nvSpPr>
          <p:spPr>
            <a:xfrm>
              <a:off x="5612893" y="2111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t6509"/>
            <p:cNvSpPr/>
            <p:nvPr/>
          </p:nvSpPr>
          <p:spPr>
            <a:xfrm>
              <a:off x="5025887" y="2621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t6510"/>
            <p:cNvSpPr/>
            <p:nvPr/>
          </p:nvSpPr>
          <p:spPr>
            <a:xfrm>
              <a:off x="5093273" y="2144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t6511"/>
            <p:cNvSpPr/>
            <p:nvPr/>
          </p:nvSpPr>
          <p:spPr>
            <a:xfrm>
              <a:off x="5458410" y="2102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t6512"/>
            <p:cNvSpPr/>
            <p:nvPr/>
          </p:nvSpPr>
          <p:spPr>
            <a:xfrm>
              <a:off x="5130019" y="2131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t6513"/>
            <p:cNvSpPr/>
            <p:nvPr/>
          </p:nvSpPr>
          <p:spPr>
            <a:xfrm>
              <a:off x="5292572" y="2224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t6514"/>
            <p:cNvSpPr/>
            <p:nvPr/>
          </p:nvSpPr>
          <p:spPr>
            <a:xfrm>
              <a:off x="5605256" y="1816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t6515"/>
            <p:cNvSpPr/>
            <p:nvPr/>
          </p:nvSpPr>
          <p:spPr>
            <a:xfrm>
              <a:off x="5157310" y="2139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t6516"/>
            <p:cNvSpPr/>
            <p:nvPr/>
          </p:nvSpPr>
          <p:spPr>
            <a:xfrm>
              <a:off x="5368151" y="1848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t6517"/>
            <p:cNvSpPr/>
            <p:nvPr/>
          </p:nvSpPr>
          <p:spPr>
            <a:xfrm>
              <a:off x="5358554" y="2037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t6518"/>
            <p:cNvSpPr/>
            <p:nvPr/>
          </p:nvSpPr>
          <p:spPr>
            <a:xfrm>
              <a:off x="5193277" y="2043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t6519"/>
            <p:cNvSpPr/>
            <p:nvPr/>
          </p:nvSpPr>
          <p:spPr>
            <a:xfrm>
              <a:off x="5723154" y="1930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t6520"/>
            <p:cNvSpPr/>
            <p:nvPr/>
          </p:nvSpPr>
          <p:spPr>
            <a:xfrm>
              <a:off x="5312787" y="2180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t6521"/>
            <p:cNvSpPr/>
            <p:nvPr/>
          </p:nvSpPr>
          <p:spPr>
            <a:xfrm>
              <a:off x="5269033" y="2233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t6522"/>
            <p:cNvSpPr/>
            <p:nvPr/>
          </p:nvSpPr>
          <p:spPr>
            <a:xfrm>
              <a:off x="5127940" y="2227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t6523"/>
            <p:cNvSpPr/>
            <p:nvPr/>
          </p:nvSpPr>
          <p:spPr>
            <a:xfrm>
              <a:off x="5261346" y="2241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t6524"/>
            <p:cNvSpPr/>
            <p:nvPr/>
          </p:nvSpPr>
          <p:spPr>
            <a:xfrm>
              <a:off x="5418510" y="2184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t6525"/>
            <p:cNvSpPr/>
            <p:nvPr/>
          </p:nvSpPr>
          <p:spPr>
            <a:xfrm>
              <a:off x="5458210" y="2205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t6526"/>
            <p:cNvSpPr/>
            <p:nvPr/>
          </p:nvSpPr>
          <p:spPr>
            <a:xfrm>
              <a:off x="5434240" y="2020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t6527"/>
            <p:cNvSpPr/>
            <p:nvPr/>
          </p:nvSpPr>
          <p:spPr>
            <a:xfrm>
              <a:off x="5263165" y="2239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t6528"/>
            <p:cNvSpPr/>
            <p:nvPr/>
          </p:nvSpPr>
          <p:spPr>
            <a:xfrm>
              <a:off x="5194099" y="1988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t6529"/>
            <p:cNvSpPr/>
            <p:nvPr/>
          </p:nvSpPr>
          <p:spPr>
            <a:xfrm>
              <a:off x="5642690" y="2009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t6530"/>
            <p:cNvSpPr/>
            <p:nvPr/>
          </p:nvSpPr>
          <p:spPr>
            <a:xfrm>
              <a:off x="5829363" y="1720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t6531"/>
            <p:cNvSpPr/>
            <p:nvPr/>
          </p:nvSpPr>
          <p:spPr>
            <a:xfrm>
              <a:off x="5338620" y="215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t6532"/>
            <p:cNvSpPr/>
            <p:nvPr/>
          </p:nvSpPr>
          <p:spPr>
            <a:xfrm>
              <a:off x="5486287" y="1905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t6533"/>
            <p:cNvSpPr/>
            <p:nvPr/>
          </p:nvSpPr>
          <p:spPr>
            <a:xfrm>
              <a:off x="5319471" y="2218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t6534"/>
            <p:cNvSpPr/>
            <p:nvPr/>
          </p:nvSpPr>
          <p:spPr>
            <a:xfrm>
              <a:off x="5340644" y="2156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t6535"/>
            <p:cNvSpPr/>
            <p:nvPr/>
          </p:nvSpPr>
          <p:spPr>
            <a:xfrm>
              <a:off x="5511839" y="2140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t6536"/>
            <p:cNvSpPr/>
            <p:nvPr/>
          </p:nvSpPr>
          <p:spPr>
            <a:xfrm>
              <a:off x="5180577" y="2093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t6537"/>
            <p:cNvSpPr/>
            <p:nvPr/>
          </p:nvSpPr>
          <p:spPr>
            <a:xfrm>
              <a:off x="5492246" y="2061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t6538"/>
            <p:cNvSpPr/>
            <p:nvPr/>
          </p:nvSpPr>
          <p:spPr>
            <a:xfrm>
              <a:off x="4899006" y="2847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t6539"/>
            <p:cNvSpPr/>
            <p:nvPr/>
          </p:nvSpPr>
          <p:spPr>
            <a:xfrm>
              <a:off x="5139590" y="2026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t6540"/>
            <p:cNvSpPr/>
            <p:nvPr/>
          </p:nvSpPr>
          <p:spPr>
            <a:xfrm>
              <a:off x="5207777" y="2089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t6541"/>
            <p:cNvSpPr/>
            <p:nvPr/>
          </p:nvSpPr>
          <p:spPr>
            <a:xfrm>
              <a:off x="5170474" y="2220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t6542"/>
            <p:cNvSpPr/>
            <p:nvPr/>
          </p:nvSpPr>
          <p:spPr>
            <a:xfrm>
              <a:off x="5613520" y="2053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t6543"/>
            <p:cNvSpPr/>
            <p:nvPr/>
          </p:nvSpPr>
          <p:spPr>
            <a:xfrm>
              <a:off x="4475494" y="2858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t6544"/>
            <p:cNvSpPr/>
            <p:nvPr/>
          </p:nvSpPr>
          <p:spPr>
            <a:xfrm>
              <a:off x="5210326" y="2128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t6545"/>
            <p:cNvSpPr/>
            <p:nvPr/>
          </p:nvSpPr>
          <p:spPr>
            <a:xfrm>
              <a:off x="4971615" y="2387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t6546"/>
            <p:cNvSpPr/>
            <p:nvPr/>
          </p:nvSpPr>
          <p:spPr>
            <a:xfrm>
              <a:off x="5028369" y="2675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t6547"/>
            <p:cNvSpPr/>
            <p:nvPr/>
          </p:nvSpPr>
          <p:spPr>
            <a:xfrm>
              <a:off x="5506286" y="1936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t6548"/>
            <p:cNvSpPr/>
            <p:nvPr/>
          </p:nvSpPr>
          <p:spPr>
            <a:xfrm>
              <a:off x="5078429" y="2300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t6549"/>
            <p:cNvSpPr/>
            <p:nvPr/>
          </p:nvSpPr>
          <p:spPr>
            <a:xfrm>
              <a:off x="5602907" y="1930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t6550"/>
            <p:cNvSpPr/>
            <p:nvPr/>
          </p:nvSpPr>
          <p:spPr>
            <a:xfrm>
              <a:off x="5579930" y="1691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t6551"/>
            <p:cNvSpPr/>
            <p:nvPr/>
          </p:nvSpPr>
          <p:spPr>
            <a:xfrm>
              <a:off x="5670421" y="1958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t6552"/>
            <p:cNvSpPr/>
            <p:nvPr/>
          </p:nvSpPr>
          <p:spPr>
            <a:xfrm>
              <a:off x="5033860" y="2662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t6553"/>
            <p:cNvSpPr/>
            <p:nvPr/>
          </p:nvSpPr>
          <p:spPr>
            <a:xfrm>
              <a:off x="5635024" y="1778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t6554"/>
            <p:cNvSpPr/>
            <p:nvPr/>
          </p:nvSpPr>
          <p:spPr>
            <a:xfrm>
              <a:off x="5400676" y="2144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t6555"/>
            <p:cNvSpPr/>
            <p:nvPr/>
          </p:nvSpPr>
          <p:spPr>
            <a:xfrm>
              <a:off x="5494092" y="2009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t6556"/>
            <p:cNvSpPr/>
            <p:nvPr/>
          </p:nvSpPr>
          <p:spPr>
            <a:xfrm>
              <a:off x="5355000" y="2032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t6557"/>
            <p:cNvSpPr/>
            <p:nvPr/>
          </p:nvSpPr>
          <p:spPr>
            <a:xfrm>
              <a:off x="5446041" y="218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t6558"/>
            <p:cNvSpPr/>
            <p:nvPr/>
          </p:nvSpPr>
          <p:spPr>
            <a:xfrm>
              <a:off x="5450711" y="2190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t6559"/>
            <p:cNvSpPr/>
            <p:nvPr/>
          </p:nvSpPr>
          <p:spPr>
            <a:xfrm>
              <a:off x="4569568" y="2603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t6560"/>
            <p:cNvSpPr/>
            <p:nvPr/>
          </p:nvSpPr>
          <p:spPr>
            <a:xfrm>
              <a:off x="5325718" y="215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t6561"/>
            <p:cNvSpPr/>
            <p:nvPr/>
          </p:nvSpPr>
          <p:spPr>
            <a:xfrm>
              <a:off x="5222340" y="1987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t6562"/>
            <p:cNvSpPr/>
            <p:nvPr/>
          </p:nvSpPr>
          <p:spPr>
            <a:xfrm>
              <a:off x="5112465" y="2182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t6563"/>
            <p:cNvSpPr/>
            <p:nvPr/>
          </p:nvSpPr>
          <p:spPr>
            <a:xfrm>
              <a:off x="5201488" y="2044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t6564"/>
            <p:cNvSpPr/>
            <p:nvPr/>
          </p:nvSpPr>
          <p:spPr>
            <a:xfrm>
              <a:off x="5396810" y="2053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t6565"/>
            <p:cNvSpPr/>
            <p:nvPr/>
          </p:nvSpPr>
          <p:spPr>
            <a:xfrm>
              <a:off x="5028838" y="2716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t6566"/>
            <p:cNvSpPr/>
            <p:nvPr/>
          </p:nvSpPr>
          <p:spPr>
            <a:xfrm>
              <a:off x="5758732" y="1691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t6567"/>
            <p:cNvSpPr/>
            <p:nvPr/>
          </p:nvSpPr>
          <p:spPr>
            <a:xfrm>
              <a:off x="4986285" y="1971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t6568"/>
            <p:cNvSpPr/>
            <p:nvPr/>
          </p:nvSpPr>
          <p:spPr>
            <a:xfrm>
              <a:off x="5099730" y="2189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t6569"/>
            <p:cNvSpPr/>
            <p:nvPr/>
          </p:nvSpPr>
          <p:spPr>
            <a:xfrm>
              <a:off x="5821166" y="1617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t6570"/>
            <p:cNvSpPr/>
            <p:nvPr/>
          </p:nvSpPr>
          <p:spPr>
            <a:xfrm>
              <a:off x="5327491" y="2183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t6571"/>
            <p:cNvSpPr/>
            <p:nvPr/>
          </p:nvSpPr>
          <p:spPr>
            <a:xfrm>
              <a:off x="4769733" y="2643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t6572"/>
            <p:cNvSpPr/>
            <p:nvPr/>
          </p:nvSpPr>
          <p:spPr>
            <a:xfrm>
              <a:off x="5350867" y="2103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t6573"/>
            <p:cNvSpPr/>
            <p:nvPr/>
          </p:nvSpPr>
          <p:spPr>
            <a:xfrm>
              <a:off x="4786436" y="2469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t6574"/>
            <p:cNvSpPr/>
            <p:nvPr/>
          </p:nvSpPr>
          <p:spPr>
            <a:xfrm>
              <a:off x="4974550" y="2130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t6575"/>
            <p:cNvSpPr/>
            <p:nvPr/>
          </p:nvSpPr>
          <p:spPr>
            <a:xfrm>
              <a:off x="5293902" y="2109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t6576"/>
            <p:cNvSpPr/>
            <p:nvPr/>
          </p:nvSpPr>
          <p:spPr>
            <a:xfrm>
              <a:off x="5343018" y="2129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t6577"/>
            <p:cNvSpPr/>
            <p:nvPr/>
          </p:nvSpPr>
          <p:spPr>
            <a:xfrm>
              <a:off x="5692607" y="1982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t6578"/>
            <p:cNvSpPr/>
            <p:nvPr/>
          </p:nvSpPr>
          <p:spPr>
            <a:xfrm>
              <a:off x="5721815" y="203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t6579"/>
            <p:cNvSpPr/>
            <p:nvPr/>
          </p:nvSpPr>
          <p:spPr>
            <a:xfrm>
              <a:off x="5362638" y="1971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t6580"/>
            <p:cNvSpPr/>
            <p:nvPr/>
          </p:nvSpPr>
          <p:spPr>
            <a:xfrm>
              <a:off x="5269687" y="2243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t6581"/>
            <p:cNvSpPr/>
            <p:nvPr/>
          </p:nvSpPr>
          <p:spPr>
            <a:xfrm>
              <a:off x="5067583" y="2476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t6582"/>
            <p:cNvSpPr/>
            <p:nvPr/>
          </p:nvSpPr>
          <p:spPr>
            <a:xfrm>
              <a:off x="5480772" y="2217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t6583"/>
            <p:cNvSpPr/>
            <p:nvPr/>
          </p:nvSpPr>
          <p:spPr>
            <a:xfrm>
              <a:off x="5693438" y="1881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t6584"/>
            <p:cNvSpPr/>
            <p:nvPr/>
          </p:nvSpPr>
          <p:spPr>
            <a:xfrm>
              <a:off x="5224421" y="2050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t6585"/>
            <p:cNvSpPr/>
            <p:nvPr/>
          </p:nvSpPr>
          <p:spPr>
            <a:xfrm>
              <a:off x="5401425" y="2160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t6586"/>
            <p:cNvSpPr/>
            <p:nvPr/>
          </p:nvSpPr>
          <p:spPr>
            <a:xfrm>
              <a:off x="5287125" y="2073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t6587"/>
            <p:cNvSpPr/>
            <p:nvPr/>
          </p:nvSpPr>
          <p:spPr>
            <a:xfrm>
              <a:off x="5044927" y="2774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t6588"/>
            <p:cNvSpPr/>
            <p:nvPr/>
          </p:nvSpPr>
          <p:spPr>
            <a:xfrm>
              <a:off x="5073824" y="2371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t6589"/>
            <p:cNvSpPr/>
            <p:nvPr/>
          </p:nvSpPr>
          <p:spPr>
            <a:xfrm>
              <a:off x="5216405" y="2003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t6590"/>
            <p:cNvSpPr/>
            <p:nvPr/>
          </p:nvSpPr>
          <p:spPr>
            <a:xfrm>
              <a:off x="5407983" y="2299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t6591"/>
            <p:cNvSpPr/>
            <p:nvPr/>
          </p:nvSpPr>
          <p:spPr>
            <a:xfrm>
              <a:off x="5345094" y="2177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t6592"/>
            <p:cNvSpPr/>
            <p:nvPr/>
          </p:nvSpPr>
          <p:spPr>
            <a:xfrm>
              <a:off x="5371916" y="2003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t6593"/>
            <p:cNvSpPr/>
            <p:nvPr/>
          </p:nvSpPr>
          <p:spPr>
            <a:xfrm>
              <a:off x="5291783" y="2093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t6594"/>
            <p:cNvSpPr/>
            <p:nvPr/>
          </p:nvSpPr>
          <p:spPr>
            <a:xfrm>
              <a:off x="5286246" y="201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t6595"/>
            <p:cNvSpPr/>
            <p:nvPr/>
          </p:nvSpPr>
          <p:spPr>
            <a:xfrm>
              <a:off x="4959232" y="2400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t6596"/>
            <p:cNvSpPr/>
            <p:nvPr/>
          </p:nvSpPr>
          <p:spPr>
            <a:xfrm>
              <a:off x="5343712" y="2005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t6597"/>
            <p:cNvSpPr/>
            <p:nvPr/>
          </p:nvSpPr>
          <p:spPr>
            <a:xfrm>
              <a:off x="4937415" y="2349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t6598"/>
            <p:cNvSpPr/>
            <p:nvPr/>
          </p:nvSpPr>
          <p:spPr>
            <a:xfrm>
              <a:off x="5595548" y="1878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t6599"/>
            <p:cNvSpPr/>
            <p:nvPr/>
          </p:nvSpPr>
          <p:spPr>
            <a:xfrm>
              <a:off x="5550706" y="2103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t6600"/>
            <p:cNvSpPr/>
            <p:nvPr/>
          </p:nvSpPr>
          <p:spPr>
            <a:xfrm>
              <a:off x="5321281" y="2266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t6601"/>
            <p:cNvSpPr/>
            <p:nvPr/>
          </p:nvSpPr>
          <p:spPr>
            <a:xfrm>
              <a:off x="5372519" y="2013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t6602"/>
            <p:cNvSpPr/>
            <p:nvPr/>
          </p:nvSpPr>
          <p:spPr>
            <a:xfrm>
              <a:off x="5643256" y="1809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t6603"/>
            <p:cNvSpPr/>
            <p:nvPr/>
          </p:nvSpPr>
          <p:spPr>
            <a:xfrm>
              <a:off x="5314405" y="2270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t6604"/>
            <p:cNvSpPr/>
            <p:nvPr/>
          </p:nvSpPr>
          <p:spPr>
            <a:xfrm>
              <a:off x="5405293" y="212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t6605"/>
            <p:cNvSpPr/>
            <p:nvPr/>
          </p:nvSpPr>
          <p:spPr>
            <a:xfrm>
              <a:off x="5145024" y="2069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t6606"/>
            <p:cNvSpPr/>
            <p:nvPr/>
          </p:nvSpPr>
          <p:spPr>
            <a:xfrm>
              <a:off x="5349689" y="2115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t6607"/>
            <p:cNvSpPr/>
            <p:nvPr/>
          </p:nvSpPr>
          <p:spPr>
            <a:xfrm>
              <a:off x="5117944" y="2177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t6608"/>
            <p:cNvSpPr/>
            <p:nvPr/>
          </p:nvSpPr>
          <p:spPr>
            <a:xfrm>
              <a:off x="5299477" y="2186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t6609"/>
            <p:cNvSpPr/>
            <p:nvPr/>
          </p:nvSpPr>
          <p:spPr>
            <a:xfrm>
              <a:off x="5516731" y="2008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t6610"/>
            <p:cNvSpPr/>
            <p:nvPr/>
          </p:nvSpPr>
          <p:spPr>
            <a:xfrm>
              <a:off x="5131945" y="1931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t6611"/>
            <p:cNvSpPr/>
            <p:nvPr/>
          </p:nvSpPr>
          <p:spPr>
            <a:xfrm>
              <a:off x="5681262" y="1942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t6612"/>
            <p:cNvSpPr/>
            <p:nvPr/>
          </p:nvSpPr>
          <p:spPr>
            <a:xfrm>
              <a:off x="5803491" y="2031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t6613"/>
            <p:cNvSpPr/>
            <p:nvPr/>
          </p:nvSpPr>
          <p:spPr>
            <a:xfrm>
              <a:off x="4811497" y="1959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t6614"/>
            <p:cNvSpPr/>
            <p:nvPr/>
          </p:nvSpPr>
          <p:spPr>
            <a:xfrm>
              <a:off x="5213379" y="2130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t6615"/>
            <p:cNvSpPr/>
            <p:nvPr/>
          </p:nvSpPr>
          <p:spPr>
            <a:xfrm>
              <a:off x="5700128" y="2034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t6616"/>
            <p:cNvSpPr/>
            <p:nvPr/>
          </p:nvSpPr>
          <p:spPr>
            <a:xfrm>
              <a:off x="4827249" y="1829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t6617"/>
            <p:cNvSpPr/>
            <p:nvPr/>
          </p:nvSpPr>
          <p:spPr>
            <a:xfrm>
              <a:off x="5376047" y="2065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t6618"/>
            <p:cNvSpPr/>
            <p:nvPr/>
          </p:nvSpPr>
          <p:spPr>
            <a:xfrm>
              <a:off x="5257498" y="2227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t6619"/>
            <p:cNvSpPr/>
            <p:nvPr/>
          </p:nvSpPr>
          <p:spPr>
            <a:xfrm>
              <a:off x="5723833" y="1757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t6620"/>
            <p:cNvSpPr/>
            <p:nvPr/>
          </p:nvSpPr>
          <p:spPr>
            <a:xfrm>
              <a:off x="4787914" y="271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t6621"/>
            <p:cNvSpPr/>
            <p:nvPr/>
          </p:nvSpPr>
          <p:spPr>
            <a:xfrm>
              <a:off x="4970460" y="2358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t6622"/>
            <p:cNvSpPr/>
            <p:nvPr/>
          </p:nvSpPr>
          <p:spPr>
            <a:xfrm>
              <a:off x="5352077" y="2044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t6623"/>
            <p:cNvSpPr/>
            <p:nvPr/>
          </p:nvSpPr>
          <p:spPr>
            <a:xfrm>
              <a:off x="5653077" y="1850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t6624"/>
            <p:cNvSpPr/>
            <p:nvPr/>
          </p:nvSpPr>
          <p:spPr>
            <a:xfrm>
              <a:off x="5590012" y="1800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t6625"/>
            <p:cNvSpPr/>
            <p:nvPr/>
          </p:nvSpPr>
          <p:spPr>
            <a:xfrm>
              <a:off x="5170199" y="2097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t6626"/>
            <p:cNvSpPr/>
            <p:nvPr/>
          </p:nvSpPr>
          <p:spPr>
            <a:xfrm>
              <a:off x="5694783" y="1973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t6627"/>
            <p:cNvSpPr/>
            <p:nvPr/>
          </p:nvSpPr>
          <p:spPr>
            <a:xfrm>
              <a:off x="5309204" y="2229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t6628"/>
            <p:cNvSpPr/>
            <p:nvPr/>
          </p:nvSpPr>
          <p:spPr>
            <a:xfrm>
              <a:off x="5309138" y="2148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t6629"/>
            <p:cNvSpPr/>
            <p:nvPr/>
          </p:nvSpPr>
          <p:spPr>
            <a:xfrm>
              <a:off x="5563041" y="1878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t6630"/>
            <p:cNvSpPr/>
            <p:nvPr/>
          </p:nvSpPr>
          <p:spPr>
            <a:xfrm>
              <a:off x="5548460" y="2014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t6631"/>
            <p:cNvSpPr/>
            <p:nvPr/>
          </p:nvSpPr>
          <p:spPr>
            <a:xfrm>
              <a:off x="5079247" y="2286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t6632"/>
            <p:cNvSpPr/>
            <p:nvPr/>
          </p:nvSpPr>
          <p:spPr>
            <a:xfrm>
              <a:off x="5386934" y="1984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t6633"/>
            <p:cNvSpPr/>
            <p:nvPr/>
          </p:nvSpPr>
          <p:spPr>
            <a:xfrm>
              <a:off x="5628458" y="166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t6634"/>
            <p:cNvSpPr/>
            <p:nvPr/>
          </p:nvSpPr>
          <p:spPr>
            <a:xfrm>
              <a:off x="5617010" y="1924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t6635"/>
            <p:cNvSpPr/>
            <p:nvPr/>
          </p:nvSpPr>
          <p:spPr>
            <a:xfrm>
              <a:off x="5211402" y="2195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t6636"/>
            <p:cNvSpPr/>
            <p:nvPr/>
          </p:nvSpPr>
          <p:spPr>
            <a:xfrm>
              <a:off x="5639948" y="1706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t6637"/>
            <p:cNvSpPr/>
            <p:nvPr/>
          </p:nvSpPr>
          <p:spPr>
            <a:xfrm>
              <a:off x="5268619" y="2283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t6638"/>
            <p:cNvSpPr/>
            <p:nvPr/>
          </p:nvSpPr>
          <p:spPr>
            <a:xfrm>
              <a:off x="5562568" y="1841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t6639"/>
            <p:cNvSpPr/>
            <p:nvPr/>
          </p:nvSpPr>
          <p:spPr>
            <a:xfrm>
              <a:off x="5438969" y="1959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t6640"/>
            <p:cNvSpPr/>
            <p:nvPr/>
          </p:nvSpPr>
          <p:spPr>
            <a:xfrm>
              <a:off x="5739523" y="1835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t6641"/>
            <p:cNvSpPr/>
            <p:nvPr/>
          </p:nvSpPr>
          <p:spPr>
            <a:xfrm>
              <a:off x="5328666" y="2135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t6642"/>
            <p:cNvSpPr/>
            <p:nvPr/>
          </p:nvSpPr>
          <p:spPr>
            <a:xfrm>
              <a:off x="5144553" y="2164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t6643"/>
            <p:cNvSpPr/>
            <p:nvPr/>
          </p:nvSpPr>
          <p:spPr>
            <a:xfrm>
              <a:off x="5385117" y="2058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t6644"/>
            <p:cNvSpPr/>
            <p:nvPr/>
          </p:nvSpPr>
          <p:spPr>
            <a:xfrm>
              <a:off x="4993826" y="1928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t6645"/>
            <p:cNvSpPr/>
            <p:nvPr/>
          </p:nvSpPr>
          <p:spPr>
            <a:xfrm>
              <a:off x="5773398" y="1696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t6646"/>
            <p:cNvSpPr/>
            <p:nvPr/>
          </p:nvSpPr>
          <p:spPr>
            <a:xfrm>
              <a:off x="5244654" y="2162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t6647"/>
            <p:cNvSpPr/>
            <p:nvPr/>
          </p:nvSpPr>
          <p:spPr>
            <a:xfrm>
              <a:off x="5392190" y="2164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t6648"/>
            <p:cNvSpPr/>
            <p:nvPr/>
          </p:nvSpPr>
          <p:spPr>
            <a:xfrm>
              <a:off x="5427459" y="2074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t6649"/>
            <p:cNvSpPr/>
            <p:nvPr/>
          </p:nvSpPr>
          <p:spPr>
            <a:xfrm>
              <a:off x="5609312" y="1969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t6650"/>
            <p:cNvSpPr/>
            <p:nvPr/>
          </p:nvSpPr>
          <p:spPr>
            <a:xfrm>
              <a:off x="5183438" y="2144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t6651"/>
            <p:cNvSpPr/>
            <p:nvPr/>
          </p:nvSpPr>
          <p:spPr>
            <a:xfrm>
              <a:off x="5266839" y="2251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t6652"/>
            <p:cNvSpPr/>
            <p:nvPr/>
          </p:nvSpPr>
          <p:spPr>
            <a:xfrm>
              <a:off x="5179452" y="2013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t6653"/>
            <p:cNvSpPr/>
            <p:nvPr/>
          </p:nvSpPr>
          <p:spPr>
            <a:xfrm>
              <a:off x="4991085" y="2097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t6654"/>
            <p:cNvSpPr/>
            <p:nvPr/>
          </p:nvSpPr>
          <p:spPr>
            <a:xfrm>
              <a:off x="5706115" y="1852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t6655"/>
            <p:cNvSpPr/>
            <p:nvPr/>
          </p:nvSpPr>
          <p:spPr>
            <a:xfrm>
              <a:off x="5548333" y="2072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t6656"/>
            <p:cNvSpPr/>
            <p:nvPr/>
          </p:nvSpPr>
          <p:spPr>
            <a:xfrm>
              <a:off x="5453378" y="2220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t6657"/>
            <p:cNvSpPr/>
            <p:nvPr/>
          </p:nvSpPr>
          <p:spPr>
            <a:xfrm>
              <a:off x="5581799" y="1678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t6658"/>
            <p:cNvSpPr/>
            <p:nvPr/>
          </p:nvSpPr>
          <p:spPr>
            <a:xfrm>
              <a:off x="5233616" y="2109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t6659"/>
            <p:cNvSpPr/>
            <p:nvPr/>
          </p:nvSpPr>
          <p:spPr>
            <a:xfrm>
              <a:off x="5343608" y="2088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t6660"/>
            <p:cNvSpPr/>
            <p:nvPr/>
          </p:nvSpPr>
          <p:spPr>
            <a:xfrm>
              <a:off x="4862406" y="2685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t6661"/>
            <p:cNvSpPr/>
            <p:nvPr/>
          </p:nvSpPr>
          <p:spPr>
            <a:xfrm>
              <a:off x="4940352" y="2313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t6662"/>
            <p:cNvSpPr/>
            <p:nvPr/>
          </p:nvSpPr>
          <p:spPr>
            <a:xfrm>
              <a:off x="5253654" y="2161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t6663"/>
            <p:cNvSpPr/>
            <p:nvPr/>
          </p:nvSpPr>
          <p:spPr>
            <a:xfrm>
              <a:off x="5489090" y="2144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t6664"/>
            <p:cNvSpPr/>
            <p:nvPr/>
          </p:nvSpPr>
          <p:spPr>
            <a:xfrm>
              <a:off x="5230393" y="2207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t6665"/>
            <p:cNvSpPr/>
            <p:nvPr/>
          </p:nvSpPr>
          <p:spPr>
            <a:xfrm>
              <a:off x="5544303" y="1897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t6666"/>
            <p:cNvSpPr/>
            <p:nvPr/>
          </p:nvSpPr>
          <p:spPr>
            <a:xfrm>
              <a:off x="5906402" y="1759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t6667"/>
            <p:cNvSpPr/>
            <p:nvPr/>
          </p:nvSpPr>
          <p:spPr>
            <a:xfrm>
              <a:off x="5388784" y="2074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t6668"/>
            <p:cNvSpPr/>
            <p:nvPr/>
          </p:nvSpPr>
          <p:spPr>
            <a:xfrm>
              <a:off x="5275622" y="1985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t6669"/>
            <p:cNvSpPr/>
            <p:nvPr/>
          </p:nvSpPr>
          <p:spPr>
            <a:xfrm>
              <a:off x="5414609" y="2257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t6670"/>
            <p:cNvSpPr/>
            <p:nvPr/>
          </p:nvSpPr>
          <p:spPr>
            <a:xfrm>
              <a:off x="5647026" y="1878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t6671"/>
            <p:cNvSpPr/>
            <p:nvPr/>
          </p:nvSpPr>
          <p:spPr>
            <a:xfrm>
              <a:off x="5796848" y="1857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t6672"/>
            <p:cNvSpPr/>
            <p:nvPr/>
          </p:nvSpPr>
          <p:spPr>
            <a:xfrm>
              <a:off x="5012161" y="2733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t6673"/>
            <p:cNvSpPr/>
            <p:nvPr/>
          </p:nvSpPr>
          <p:spPr>
            <a:xfrm>
              <a:off x="5387910" y="1973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t6674"/>
            <p:cNvSpPr/>
            <p:nvPr/>
          </p:nvSpPr>
          <p:spPr>
            <a:xfrm>
              <a:off x="5548878" y="1997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t6675"/>
            <p:cNvSpPr/>
            <p:nvPr/>
          </p:nvSpPr>
          <p:spPr>
            <a:xfrm>
              <a:off x="5605745" y="1884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t6676"/>
            <p:cNvSpPr/>
            <p:nvPr/>
          </p:nvSpPr>
          <p:spPr>
            <a:xfrm>
              <a:off x="5405060" y="2257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t6677"/>
            <p:cNvSpPr/>
            <p:nvPr/>
          </p:nvSpPr>
          <p:spPr>
            <a:xfrm>
              <a:off x="5535354" y="202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t6678"/>
            <p:cNvSpPr/>
            <p:nvPr/>
          </p:nvSpPr>
          <p:spPr>
            <a:xfrm>
              <a:off x="5234562" y="2164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t6679"/>
            <p:cNvSpPr/>
            <p:nvPr/>
          </p:nvSpPr>
          <p:spPr>
            <a:xfrm>
              <a:off x="5532028" y="2080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t6680"/>
            <p:cNvSpPr/>
            <p:nvPr/>
          </p:nvSpPr>
          <p:spPr>
            <a:xfrm>
              <a:off x="5250909" y="2017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t6681"/>
            <p:cNvSpPr/>
            <p:nvPr/>
          </p:nvSpPr>
          <p:spPr>
            <a:xfrm>
              <a:off x="5506117" y="1971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t6682"/>
            <p:cNvSpPr/>
            <p:nvPr/>
          </p:nvSpPr>
          <p:spPr>
            <a:xfrm>
              <a:off x="5877248" y="1860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t6683"/>
            <p:cNvSpPr/>
            <p:nvPr/>
          </p:nvSpPr>
          <p:spPr>
            <a:xfrm>
              <a:off x="5135605" y="2045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t6684"/>
            <p:cNvSpPr/>
            <p:nvPr/>
          </p:nvSpPr>
          <p:spPr>
            <a:xfrm>
              <a:off x="5061102" y="2524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t6685"/>
            <p:cNvSpPr/>
            <p:nvPr/>
          </p:nvSpPr>
          <p:spPr>
            <a:xfrm>
              <a:off x="5382813" y="1955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t6686"/>
            <p:cNvSpPr/>
            <p:nvPr/>
          </p:nvSpPr>
          <p:spPr>
            <a:xfrm>
              <a:off x="4789933" y="2493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t6687"/>
            <p:cNvSpPr/>
            <p:nvPr/>
          </p:nvSpPr>
          <p:spPr>
            <a:xfrm>
              <a:off x="5157387" y="2194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t6688"/>
            <p:cNvSpPr/>
            <p:nvPr/>
          </p:nvSpPr>
          <p:spPr>
            <a:xfrm>
              <a:off x="5743131" y="1772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t6689"/>
            <p:cNvSpPr/>
            <p:nvPr/>
          </p:nvSpPr>
          <p:spPr>
            <a:xfrm>
              <a:off x="5514647" y="2034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t6690"/>
            <p:cNvSpPr/>
            <p:nvPr/>
          </p:nvSpPr>
          <p:spPr>
            <a:xfrm>
              <a:off x="5407344" y="2156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t6691"/>
            <p:cNvSpPr/>
            <p:nvPr/>
          </p:nvSpPr>
          <p:spPr>
            <a:xfrm>
              <a:off x="6003685" y="2168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t6692"/>
            <p:cNvSpPr/>
            <p:nvPr/>
          </p:nvSpPr>
          <p:spPr>
            <a:xfrm>
              <a:off x="5423745" y="233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t6693"/>
            <p:cNvSpPr/>
            <p:nvPr/>
          </p:nvSpPr>
          <p:spPr>
            <a:xfrm>
              <a:off x="5035463" y="2491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t6694"/>
            <p:cNvSpPr/>
            <p:nvPr/>
          </p:nvSpPr>
          <p:spPr>
            <a:xfrm>
              <a:off x="5239533" y="2098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t6695"/>
            <p:cNvSpPr/>
            <p:nvPr/>
          </p:nvSpPr>
          <p:spPr>
            <a:xfrm>
              <a:off x="5681353" y="1930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t6696"/>
            <p:cNvSpPr/>
            <p:nvPr/>
          </p:nvSpPr>
          <p:spPr>
            <a:xfrm>
              <a:off x="5571446" y="184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t6697"/>
            <p:cNvSpPr/>
            <p:nvPr/>
          </p:nvSpPr>
          <p:spPr>
            <a:xfrm>
              <a:off x="5164314" y="2315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t6698"/>
            <p:cNvSpPr/>
            <p:nvPr/>
          </p:nvSpPr>
          <p:spPr>
            <a:xfrm>
              <a:off x="4925939" y="2195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t6699"/>
            <p:cNvSpPr/>
            <p:nvPr/>
          </p:nvSpPr>
          <p:spPr>
            <a:xfrm>
              <a:off x="5399268" y="2274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t6700"/>
            <p:cNvSpPr/>
            <p:nvPr/>
          </p:nvSpPr>
          <p:spPr>
            <a:xfrm>
              <a:off x="5177410" y="2107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t6701"/>
            <p:cNvSpPr/>
            <p:nvPr/>
          </p:nvSpPr>
          <p:spPr>
            <a:xfrm>
              <a:off x="5562037" y="183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t6702"/>
            <p:cNvSpPr/>
            <p:nvPr/>
          </p:nvSpPr>
          <p:spPr>
            <a:xfrm>
              <a:off x="5222787" y="2194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t6703"/>
            <p:cNvSpPr/>
            <p:nvPr/>
          </p:nvSpPr>
          <p:spPr>
            <a:xfrm>
              <a:off x="5222077" y="2192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t6704"/>
            <p:cNvSpPr/>
            <p:nvPr/>
          </p:nvSpPr>
          <p:spPr>
            <a:xfrm>
              <a:off x="5681166" y="206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t6705"/>
            <p:cNvSpPr/>
            <p:nvPr/>
          </p:nvSpPr>
          <p:spPr>
            <a:xfrm>
              <a:off x="5215995" y="2084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t6706"/>
            <p:cNvSpPr/>
            <p:nvPr/>
          </p:nvSpPr>
          <p:spPr>
            <a:xfrm>
              <a:off x="5060116" y="2572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t6707"/>
            <p:cNvSpPr/>
            <p:nvPr/>
          </p:nvSpPr>
          <p:spPr>
            <a:xfrm>
              <a:off x="5651150" y="1848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t6708"/>
            <p:cNvSpPr/>
            <p:nvPr/>
          </p:nvSpPr>
          <p:spPr>
            <a:xfrm>
              <a:off x="4922404" y="2141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t6709"/>
            <p:cNvSpPr/>
            <p:nvPr/>
          </p:nvSpPr>
          <p:spPr>
            <a:xfrm>
              <a:off x="5706711" y="190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t6710"/>
            <p:cNvSpPr/>
            <p:nvPr/>
          </p:nvSpPr>
          <p:spPr>
            <a:xfrm>
              <a:off x="5022092" y="2636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t6711"/>
            <p:cNvSpPr/>
            <p:nvPr/>
          </p:nvSpPr>
          <p:spPr>
            <a:xfrm>
              <a:off x="5467997" y="2213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t6712"/>
            <p:cNvSpPr/>
            <p:nvPr/>
          </p:nvSpPr>
          <p:spPr>
            <a:xfrm>
              <a:off x="5042905" y="2602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t6713"/>
            <p:cNvSpPr/>
            <p:nvPr/>
          </p:nvSpPr>
          <p:spPr>
            <a:xfrm>
              <a:off x="5354514" y="2049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t6714"/>
            <p:cNvSpPr/>
            <p:nvPr/>
          </p:nvSpPr>
          <p:spPr>
            <a:xfrm>
              <a:off x="4598990" y="2391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t6715"/>
            <p:cNvSpPr/>
            <p:nvPr/>
          </p:nvSpPr>
          <p:spPr>
            <a:xfrm>
              <a:off x="5464151" y="214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t6716"/>
            <p:cNvSpPr/>
            <p:nvPr/>
          </p:nvSpPr>
          <p:spPr>
            <a:xfrm>
              <a:off x="5389646" y="2154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t6717"/>
            <p:cNvSpPr/>
            <p:nvPr/>
          </p:nvSpPr>
          <p:spPr>
            <a:xfrm>
              <a:off x="5413455" y="224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t6718"/>
            <p:cNvSpPr/>
            <p:nvPr/>
          </p:nvSpPr>
          <p:spPr>
            <a:xfrm>
              <a:off x="5691681" y="1959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t6719"/>
            <p:cNvSpPr/>
            <p:nvPr/>
          </p:nvSpPr>
          <p:spPr>
            <a:xfrm>
              <a:off x="5580354" y="1856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t6720"/>
            <p:cNvSpPr/>
            <p:nvPr/>
          </p:nvSpPr>
          <p:spPr>
            <a:xfrm>
              <a:off x="4936272" y="2509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t6721"/>
            <p:cNvSpPr/>
            <p:nvPr/>
          </p:nvSpPr>
          <p:spPr>
            <a:xfrm>
              <a:off x="5470944" y="2183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t6722"/>
            <p:cNvSpPr/>
            <p:nvPr/>
          </p:nvSpPr>
          <p:spPr>
            <a:xfrm>
              <a:off x="5095171" y="2050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t6723"/>
            <p:cNvSpPr/>
            <p:nvPr/>
          </p:nvSpPr>
          <p:spPr>
            <a:xfrm>
              <a:off x="5252676" y="226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t6724"/>
            <p:cNvSpPr/>
            <p:nvPr/>
          </p:nvSpPr>
          <p:spPr>
            <a:xfrm>
              <a:off x="5438475" y="1979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t6725"/>
            <p:cNvSpPr/>
            <p:nvPr/>
          </p:nvSpPr>
          <p:spPr>
            <a:xfrm>
              <a:off x="5790295" y="1629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t6726"/>
            <p:cNvSpPr/>
            <p:nvPr/>
          </p:nvSpPr>
          <p:spPr>
            <a:xfrm>
              <a:off x="5341293" y="2199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t6727"/>
            <p:cNvSpPr/>
            <p:nvPr/>
          </p:nvSpPr>
          <p:spPr>
            <a:xfrm>
              <a:off x="5013903" y="2685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t6728"/>
            <p:cNvSpPr/>
            <p:nvPr/>
          </p:nvSpPr>
          <p:spPr>
            <a:xfrm>
              <a:off x="5360539" y="1994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t6729"/>
            <p:cNvSpPr/>
            <p:nvPr/>
          </p:nvSpPr>
          <p:spPr>
            <a:xfrm>
              <a:off x="5574628" y="1533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t6730"/>
            <p:cNvSpPr/>
            <p:nvPr/>
          </p:nvSpPr>
          <p:spPr>
            <a:xfrm>
              <a:off x="4966732" y="248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t6731"/>
            <p:cNvSpPr/>
            <p:nvPr/>
          </p:nvSpPr>
          <p:spPr>
            <a:xfrm>
              <a:off x="5418284" y="2221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t6732"/>
            <p:cNvSpPr/>
            <p:nvPr/>
          </p:nvSpPr>
          <p:spPr>
            <a:xfrm>
              <a:off x="5205945" y="1695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t6733"/>
            <p:cNvSpPr/>
            <p:nvPr/>
          </p:nvSpPr>
          <p:spPr>
            <a:xfrm>
              <a:off x="5361625" y="1961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t6734"/>
            <p:cNvSpPr/>
            <p:nvPr/>
          </p:nvSpPr>
          <p:spPr>
            <a:xfrm>
              <a:off x="5194649" y="2041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t6735"/>
            <p:cNvSpPr/>
            <p:nvPr/>
          </p:nvSpPr>
          <p:spPr>
            <a:xfrm>
              <a:off x="5648705" y="1939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t6736"/>
            <p:cNvSpPr/>
            <p:nvPr/>
          </p:nvSpPr>
          <p:spPr>
            <a:xfrm>
              <a:off x="5145769" y="2161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t6737"/>
            <p:cNvSpPr/>
            <p:nvPr/>
          </p:nvSpPr>
          <p:spPr>
            <a:xfrm>
              <a:off x="5410075" y="2181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t6738"/>
            <p:cNvSpPr/>
            <p:nvPr/>
          </p:nvSpPr>
          <p:spPr>
            <a:xfrm>
              <a:off x="4835180" y="226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t6739"/>
            <p:cNvSpPr/>
            <p:nvPr/>
          </p:nvSpPr>
          <p:spPr>
            <a:xfrm>
              <a:off x="5314037" y="2207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t6740"/>
            <p:cNvSpPr/>
            <p:nvPr/>
          </p:nvSpPr>
          <p:spPr>
            <a:xfrm>
              <a:off x="4737677" y="2491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t6741"/>
            <p:cNvSpPr/>
            <p:nvPr/>
          </p:nvSpPr>
          <p:spPr>
            <a:xfrm>
              <a:off x="5304731" y="2167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t6742"/>
            <p:cNvSpPr/>
            <p:nvPr/>
          </p:nvSpPr>
          <p:spPr>
            <a:xfrm>
              <a:off x="5511601" y="1955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t6743"/>
            <p:cNvSpPr/>
            <p:nvPr/>
          </p:nvSpPr>
          <p:spPr>
            <a:xfrm>
              <a:off x="5570847" y="1926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t6744"/>
            <p:cNvSpPr/>
            <p:nvPr/>
          </p:nvSpPr>
          <p:spPr>
            <a:xfrm>
              <a:off x="5391846" y="2267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t6745"/>
            <p:cNvSpPr/>
            <p:nvPr/>
          </p:nvSpPr>
          <p:spPr>
            <a:xfrm>
              <a:off x="5012435" y="2741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t6746"/>
            <p:cNvSpPr/>
            <p:nvPr/>
          </p:nvSpPr>
          <p:spPr>
            <a:xfrm>
              <a:off x="5325019" y="207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t6747"/>
            <p:cNvSpPr/>
            <p:nvPr/>
          </p:nvSpPr>
          <p:spPr>
            <a:xfrm>
              <a:off x="5854455" y="1416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t6748"/>
            <p:cNvSpPr/>
            <p:nvPr/>
          </p:nvSpPr>
          <p:spPr>
            <a:xfrm>
              <a:off x="5277811" y="2035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t6749"/>
            <p:cNvSpPr/>
            <p:nvPr/>
          </p:nvSpPr>
          <p:spPr>
            <a:xfrm>
              <a:off x="5598358" y="1830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t6750"/>
            <p:cNvSpPr/>
            <p:nvPr/>
          </p:nvSpPr>
          <p:spPr>
            <a:xfrm>
              <a:off x="5257122" y="2234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t6751"/>
            <p:cNvSpPr/>
            <p:nvPr/>
          </p:nvSpPr>
          <p:spPr>
            <a:xfrm>
              <a:off x="5493567" y="1971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t6752"/>
            <p:cNvSpPr/>
            <p:nvPr/>
          </p:nvSpPr>
          <p:spPr>
            <a:xfrm>
              <a:off x="4697516" y="2677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t6753"/>
            <p:cNvSpPr/>
            <p:nvPr/>
          </p:nvSpPr>
          <p:spPr>
            <a:xfrm>
              <a:off x="5410442" y="2131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t6754"/>
            <p:cNvSpPr/>
            <p:nvPr/>
          </p:nvSpPr>
          <p:spPr>
            <a:xfrm>
              <a:off x="5312764" y="2183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t6755"/>
            <p:cNvSpPr/>
            <p:nvPr/>
          </p:nvSpPr>
          <p:spPr>
            <a:xfrm>
              <a:off x="5058188" y="2521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t6756"/>
            <p:cNvSpPr/>
            <p:nvPr/>
          </p:nvSpPr>
          <p:spPr>
            <a:xfrm>
              <a:off x="5556212" y="2085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t6757"/>
            <p:cNvSpPr/>
            <p:nvPr/>
          </p:nvSpPr>
          <p:spPr>
            <a:xfrm>
              <a:off x="5488219" y="1904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t6758"/>
            <p:cNvSpPr/>
            <p:nvPr/>
          </p:nvSpPr>
          <p:spPr>
            <a:xfrm>
              <a:off x="5510594" y="2020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t6759"/>
            <p:cNvSpPr/>
            <p:nvPr/>
          </p:nvSpPr>
          <p:spPr>
            <a:xfrm>
              <a:off x="4953551" y="2433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t6760"/>
            <p:cNvSpPr/>
            <p:nvPr/>
          </p:nvSpPr>
          <p:spPr>
            <a:xfrm>
              <a:off x="5482911" y="2257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t6761"/>
            <p:cNvSpPr/>
            <p:nvPr/>
          </p:nvSpPr>
          <p:spPr>
            <a:xfrm>
              <a:off x="5535200" y="200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t6762"/>
            <p:cNvSpPr/>
            <p:nvPr/>
          </p:nvSpPr>
          <p:spPr>
            <a:xfrm>
              <a:off x="5028901" y="2829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t6763"/>
            <p:cNvSpPr/>
            <p:nvPr/>
          </p:nvSpPr>
          <p:spPr>
            <a:xfrm>
              <a:off x="5302409" y="2163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t6764"/>
            <p:cNvSpPr/>
            <p:nvPr/>
          </p:nvSpPr>
          <p:spPr>
            <a:xfrm>
              <a:off x="5444580" y="2259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t6765"/>
            <p:cNvSpPr/>
            <p:nvPr/>
          </p:nvSpPr>
          <p:spPr>
            <a:xfrm>
              <a:off x="5222289" y="2061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t6766"/>
            <p:cNvSpPr/>
            <p:nvPr/>
          </p:nvSpPr>
          <p:spPr>
            <a:xfrm>
              <a:off x="5163870" y="2195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t6767"/>
            <p:cNvSpPr/>
            <p:nvPr/>
          </p:nvSpPr>
          <p:spPr>
            <a:xfrm>
              <a:off x="5172160" y="2146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t6768"/>
            <p:cNvSpPr/>
            <p:nvPr/>
          </p:nvSpPr>
          <p:spPr>
            <a:xfrm>
              <a:off x="5443391" y="2096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t6769"/>
            <p:cNvSpPr/>
            <p:nvPr/>
          </p:nvSpPr>
          <p:spPr>
            <a:xfrm>
              <a:off x="4583800" y="2661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t6770"/>
            <p:cNvSpPr/>
            <p:nvPr/>
          </p:nvSpPr>
          <p:spPr>
            <a:xfrm>
              <a:off x="5452917" y="2176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t6771"/>
            <p:cNvSpPr/>
            <p:nvPr/>
          </p:nvSpPr>
          <p:spPr>
            <a:xfrm>
              <a:off x="5240614" y="2240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t6772"/>
            <p:cNvSpPr/>
            <p:nvPr/>
          </p:nvSpPr>
          <p:spPr>
            <a:xfrm>
              <a:off x="4903366" y="2209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t6773"/>
            <p:cNvSpPr/>
            <p:nvPr/>
          </p:nvSpPr>
          <p:spPr>
            <a:xfrm>
              <a:off x="5471451" y="2234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t6774"/>
            <p:cNvSpPr/>
            <p:nvPr/>
          </p:nvSpPr>
          <p:spPr>
            <a:xfrm>
              <a:off x="5162201" y="2182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t6775"/>
            <p:cNvSpPr/>
            <p:nvPr/>
          </p:nvSpPr>
          <p:spPr>
            <a:xfrm>
              <a:off x="5449640" y="2339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t6776"/>
            <p:cNvSpPr/>
            <p:nvPr/>
          </p:nvSpPr>
          <p:spPr>
            <a:xfrm>
              <a:off x="5357746" y="205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t6777"/>
            <p:cNvSpPr/>
            <p:nvPr/>
          </p:nvSpPr>
          <p:spPr>
            <a:xfrm>
              <a:off x="5428965" y="2067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t6778"/>
            <p:cNvSpPr/>
            <p:nvPr/>
          </p:nvSpPr>
          <p:spPr>
            <a:xfrm>
              <a:off x="5415737" y="2016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t6779"/>
            <p:cNvSpPr/>
            <p:nvPr/>
          </p:nvSpPr>
          <p:spPr>
            <a:xfrm>
              <a:off x="5410240" y="2292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t6780"/>
            <p:cNvSpPr/>
            <p:nvPr/>
          </p:nvSpPr>
          <p:spPr>
            <a:xfrm>
              <a:off x="5459769" y="2154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t6781"/>
            <p:cNvSpPr/>
            <p:nvPr/>
          </p:nvSpPr>
          <p:spPr>
            <a:xfrm>
              <a:off x="5573749" y="1595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t6782"/>
            <p:cNvSpPr/>
            <p:nvPr/>
          </p:nvSpPr>
          <p:spPr>
            <a:xfrm>
              <a:off x="5116615" y="2030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t6783"/>
            <p:cNvSpPr/>
            <p:nvPr/>
          </p:nvSpPr>
          <p:spPr>
            <a:xfrm>
              <a:off x="5472721" y="2142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t6784"/>
            <p:cNvSpPr/>
            <p:nvPr/>
          </p:nvSpPr>
          <p:spPr>
            <a:xfrm>
              <a:off x="5161054" y="2118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t6785"/>
            <p:cNvSpPr/>
            <p:nvPr/>
          </p:nvSpPr>
          <p:spPr>
            <a:xfrm>
              <a:off x="5126368" y="2040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t6786"/>
            <p:cNvSpPr/>
            <p:nvPr/>
          </p:nvSpPr>
          <p:spPr>
            <a:xfrm>
              <a:off x="4975172" y="2306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t6787"/>
            <p:cNvSpPr/>
            <p:nvPr/>
          </p:nvSpPr>
          <p:spPr>
            <a:xfrm>
              <a:off x="5379314" y="2026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t6788"/>
            <p:cNvSpPr/>
            <p:nvPr/>
          </p:nvSpPr>
          <p:spPr>
            <a:xfrm>
              <a:off x="4988711" y="1814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t6789"/>
            <p:cNvSpPr/>
            <p:nvPr/>
          </p:nvSpPr>
          <p:spPr>
            <a:xfrm>
              <a:off x="5305638" y="2142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t6790"/>
            <p:cNvSpPr/>
            <p:nvPr/>
          </p:nvSpPr>
          <p:spPr>
            <a:xfrm>
              <a:off x="5236521" y="2129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t6791"/>
            <p:cNvSpPr/>
            <p:nvPr/>
          </p:nvSpPr>
          <p:spPr>
            <a:xfrm>
              <a:off x="5468144" y="2210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t6792"/>
            <p:cNvSpPr/>
            <p:nvPr/>
          </p:nvSpPr>
          <p:spPr>
            <a:xfrm>
              <a:off x="5885653" y="1225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t6793"/>
            <p:cNvSpPr/>
            <p:nvPr/>
          </p:nvSpPr>
          <p:spPr>
            <a:xfrm>
              <a:off x="5697029" y="1811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t6794"/>
            <p:cNvSpPr/>
            <p:nvPr/>
          </p:nvSpPr>
          <p:spPr>
            <a:xfrm>
              <a:off x="5077651" y="2220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t6795"/>
            <p:cNvSpPr/>
            <p:nvPr/>
          </p:nvSpPr>
          <p:spPr>
            <a:xfrm>
              <a:off x="5710961" y="1853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t6796"/>
            <p:cNvSpPr/>
            <p:nvPr/>
          </p:nvSpPr>
          <p:spPr>
            <a:xfrm>
              <a:off x="5059226" y="2448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t6797"/>
            <p:cNvSpPr/>
            <p:nvPr/>
          </p:nvSpPr>
          <p:spPr>
            <a:xfrm>
              <a:off x="5240691" y="2080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t6798"/>
            <p:cNvSpPr/>
            <p:nvPr/>
          </p:nvSpPr>
          <p:spPr>
            <a:xfrm>
              <a:off x="5889473" y="1846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t6799"/>
            <p:cNvSpPr/>
            <p:nvPr/>
          </p:nvSpPr>
          <p:spPr>
            <a:xfrm>
              <a:off x="5614995" y="2101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t6800"/>
            <p:cNvSpPr/>
            <p:nvPr/>
          </p:nvSpPr>
          <p:spPr>
            <a:xfrm>
              <a:off x="5037354" y="2523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t6801"/>
            <p:cNvSpPr/>
            <p:nvPr/>
          </p:nvSpPr>
          <p:spPr>
            <a:xfrm>
              <a:off x="5456921" y="2139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t6802"/>
            <p:cNvSpPr/>
            <p:nvPr/>
          </p:nvSpPr>
          <p:spPr>
            <a:xfrm>
              <a:off x="4973834" y="2372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t6803"/>
            <p:cNvSpPr/>
            <p:nvPr/>
          </p:nvSpPr>
          <p:spPr>
            <a:xfrm>
              <a:off x="5658951" y="1912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t6804"/>
            <p:cNvSpPr/>
            <p:nvPr/>
          </p:nvSpPr>
          <p:spPr>
            <a:xfrm>
              <a:off x="5321039" y="2312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t6805"/>
            <p:cNvSpPr/>
            <p:nvPr/>
          </p:nvSpPr>
          <p:spPr>
            <a:xfrm>
              <a:off x="5432564" y="2086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t6806"/>
            <p:cNvSpPr/>
            <p:nvPr/>
          </p:nvSpPr>
          <p:spPr>
            <a:xfrm>
              <a:off x="4960363" y="2310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t6807"/>
            <p:cNvSpPr/>
            <p:nvPr/>
          </p:nvSpPr>
          <p:spPr>
            <a:xfrm>
              <a:off x="5131062" y="2084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t6808"/>
            <p:cNvSpPr/>
            <p:nvPr/>
          </p:nvSpPr>
          <p:spPr>
            <a:xfrm>
              <a:off x="5379938" y="1845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t6809"/>
            <p:cNvSpPr/>
            <p:nvPr/>
          </p:nvSpPr>
          <p:spPr>
            <a:xfrm>
              <a:off x="5454604" y="2195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t6810"/>
            <p:cNvSpPr/>
            <p:nvPr/>
          </p:nvSpPr>
          <p:spPr>
            <a:xfrm>
              <a:off x="5630839" y="1798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t6811"/>
            <p:cNvSpPr/>
            <p:nvPr/>
          </p:nvSpPr>
          <p:spPr>
            <a:xfrm>
              <a:off x="5759328" y="1600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t6812"/>
            <p:cNvSpPr/>
            <p:nvPr/>
          </p:nvSpPr>
          <p:spPr>
            <a:xfrm>
              <a:off x="5299012" y="2153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t6813"/>
            <p:cNvSpPr/>
            <p:nvPr/>
          </p:nvSpPr>
          <p:spPr>
            <a:xfrm>
              <a:off x="4748154" y="2951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t6814"/>
            <p:cNvSpPr/>
            <p:nvPr/>
          </p:nvSpPr>
          <p:spPr>
            <a:xfrm>
              <a:off x="5213507" y="194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t6815"/>
            <p:cNvSpPr/>
            <p:nvPr/>
          </p:nvSpPr>
          <p:spPr>
            <a:xfrm>
              <a:off x="5550519" y="2086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t6816"/>
            <p:cNvSpPr/>
            <p:nvPr/>
          </p:nvSpPr>
          <p:spPr>
            <a:xfrm>
              <a:off x="5600053" y="1850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t6817"/>
            <p:cNvSpPr/>
            <p:nvPr/>
          </p:nvSpPr>
          <p:spPr>
            <a:xfrm>
              <a:off x="5562824" y="1881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t6818"/>
            <p:cNvSpPr/>
            <p:nvPr/>
          </p:nvSpPr>
          <p:spPr>
            <a:xfrm>
              <a:off x="5128512" y="2007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t6819"/>
            <p:cNvSpPr/>
            <p:nvPr/>
          </p:nvSpPr>
          <p:spPr>
            <a:xfrm>
              <a:off x="5578997" y="1761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t6820"/>
            <p:cNvSpPr/>
            <p:nvPr/>
          </p:nvSpPr>
          <p:spPr>
            <a:xfrm>
              <a:off x="5345558" y="2105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t6821"/>
            <p:cNvSpPr/>
            <p:nvPr/>
          </p:nvSpPr>
          <p:spPr>
            <a:xfrm>
              <a:off x="5632421" y="1843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t6822"/>
            <p:cNvSpPr/>
            <p:nvPr/>
          </p:nvSpPr>
          <p:spPr>
            <a:xfrm>
              <a:off x="5078978" y="2381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t6823"/>
            <p:cNvSpPr/>
            <p:nvPr/>
          </p:nvSpPr>
          <p:spPr>
            <a:xfrm>
              <a:off x="5334865" y="2107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t6824"/>
            <p:cNvSpPr/>
            <p:nvPr/>
          </p:nvSpPr>
          <p:spPr>
            <a:xfrm>
              <a:off x="5660567" y="1915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t6825"/>
            <p:cNvSpPr/>
            <p:nvPr/>
          </p:nvSpPr>
          <p:spPr>
            <a:xfrm>
              <a:off x="5097310" y="2082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t6826"/>
            <p:cNvSpPr/>
            <p:nvPr/>
          </p:nvSpPr>
          <p:spPr>
            <a:xfrm>
              <a:off x="5388543" y="2239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t6827"/>
            <p:cNvSpPr/>
            <p:nvPr/>
          </p:nvSpPr>
          <p:spPr>
            <a:xfrm>
              <a:off x="5145217" y="2047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t6828"/>
            <p:cNvSpPr/>
            <p:nvPr/>
          </p:nvSpPr>
          <p:spPr>
            <a:xfrm>
              <a:off x="5189019" y="2181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t6829"/>
            <p:cNvSpPr/>
            <p:nvPr/>
          </p:nvSpPr>
          <p:spPr>
            <a:xfrm>
              <a:off x="5165946" y="2244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t6830"/>
            <p:cNvSpPr/>
            <p:nvPr/>
          </p:nvSpPr>
          <p:spPr>
            <a:xfrm>
              <a:off x="5083110" y="2322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t6831"/>
            <p:cNvSpPr/>
            <p:nvPr/>
          </p:nvSpPr>
          <p:spPr>
            <a:xfrm>
              <a:off x="5435354" y="1993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t6832"/>
            <p:cNvSpPr/>
            <p:nvPr/>
          </p:nvSpPr>
          <p:spPr>
            <a:xfrm>
              <a:off x="5329713" y="2206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t6833"/>
            <p:cNvSpPr/>
            <p:nvPr/>
          </p:nvSpPr>
          <p:spPr>
            <a:xfrm>
              <a:off x="5313483" y="2213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t6834"/>
            <p:cNvSpPr/>
            <p:nvPr/>
          </p:nvSpPr>
          <p:spPr>
            <a:xfrm>
              <a:off x="5348438" y="208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t6835"/>
            <p:cNvSpPr/>
            <p:nvPr/>
          </p:nvSpPr>
          <p:spPr>
            <a:xfrm>
              <a:off x="5241542" y="2077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t6836"/>
            <p:cNvSpPr/>
            <p:nvPr/>
          </p:nvSpPr>
          <p:spPr>
            <a:xfrm>
              <a:off x="5047308" y="2671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t6837"/>
            <p:cNvSpPr/>
            <p:nvPr/>
          </p:nvSpPr>
          <p:spPr>
            <a:xfrm>
              <a:off x="5178684" y="2139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t6838"/>
            <p:cNvSpPr/>
            <p:nvPr/>
          </p:nvSpPr>
          <p:spPr>
            <a:xfrm>
              <a:off x="5455691" y="2218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t6839"/>
            <p:cNvSpPr/>
            <p:nvPr/>
          </p:nvSpPr>
          <p:spPr>
            <a:xfrm>
              <a:off x="5633232" y="1781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t6840"/>
            <p:cNvSpPr/>
            <p:nvPr/>
          </p:nvSpPr>
          <p:spPr>
            <a:xfrm>
              <a:off x="5454249" y="2260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t6841"/>
            <p:cNvSpPr/>
            <p:nvPr/>
          </p:nvSpPr>
          <p:spPr>
            <a:xfrm>
              <a:off x="5186865" y="2064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t6842"/>
            <p:cNvSpPr/>
            <p:nvPr/>
          </p:nvSpPr>
          <p:spPr>
            <a:xfrm>
              <a:off x="5309650" y="2206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t6843"/>
            <p:cNvSpPr/>
            <p:nvPr/>
          </p:nvSpPr>
          <p:spPr>
            <a:xfrm>
              <a:off x="5199400" y="1990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t6844"/>
            <p:cNvSpPr/>
            <p:nvPr/>
          </p:nvSpPr>
          <p:spPr>
            <a:xfrm>
              <a:off x="5082240" y="2377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t6845"/>
            <p:cNvSpPr/>
            <p:nvPr/>
          </p:nvSpPr>
          <p:spPr>
            <a:xfrm>
              <a:off x="4983651" y="2216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t6846"/>
            <p:cNvSpPr/>
            <p:nvPr/>
          </p:nvSpPr>
          <p:spPr>
            <a:xfrm>
              <a:off x="5781829" y="1973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t6847"/>
            <p:cNvSpPr/>
            <p:nvPr/>
          </p:nvSpPr>
          <p:spPr>
            <a:xfrm>
              <a:off x="5168194" y="2076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t6848"/>
            <p:cNvSpPr/>
            <p:nvPr/>
          </p:nvSpPr>
          <p:spPr>
            <a:xfrm>
              <a:off x="5418963" y="2227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t6849"/>
            <p:cNvSpPr/>
            <p:nvPr/>
          </p:nvSpPr>
          <p:spPr>
            <a:xfrm>
              <a:off x="5077664" y="2304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t6850"/>
            <p:cNvSpPr/>
            <p:nvPr/>
          </p:nvSpPr>
          <p:spPr>
            <a:xfrm>
              <a:off x="5330720" y="2180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t6851"/>
            <p:cNvSpPr/>
            <p:nvPr/>
          </p:nvSpPr>
          <p:spPr>
            <a:xfrm>
              <a:off x="5351474" y="1953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t6852"/>
            <p:cNvSpPr/>
            <p:nvPr/>
          </p:nvSpPr>
          <p:spPr>
            <a:xfrm>
              <a:off x="5401410" y="2270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t6853"/>
            <p:cNvSpPr/>
            <p:nvPr/>
          </p:nvSpPr>
          <p:spPr>
            <a:xfrm>
              <a:off x="5419855" y="2011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t6854"/>
            <p:cNvSpPr/>
            <p:nvPr/>
          </p:nvSpPr>
          <p:spPr>
            <a:xfrm>
              <a:off x="5179419" y="2168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t6855"/>
            <p:cNvSpPr/>
            <p:nvPr/>
          </p:nvSpPr>
          <p:spPr>
            <a:xfrm>
              <a:off x="5320497" y="227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t6856"/>
            <p:cNvSpPr/>
            <p:nvPr/>
          </p:nvSpPr>
          <p:spPr>
            <a:xfrm>
              <a:off x="5354953" y="1854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t6857"/>
            <p:cNvSpPr/>
            <p:nvPr/>
          </p:nvSpPr>
          <p:spPr>
            <a:xfrm>
              <a:off x="4725272" y="2701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t6858"/>
            <p:cNvSpPr/>
            <p:nvPr/>
          </p:nvSpPr>
          <p:spPr>
            <a:xfrm>
              <a:off x="5508761" y="1901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t6859"/>
            <p:cNvSpPr/>
            <p:nvPr/>
          </p:nvSpPr>
          <p:spPr>
            <a:xfrm>
              <a:off x="5102298" y="2232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t6860"/>
            <p:cNvSpPr/>
            <p:nvPr/>
          </p:nvSpPr>
          <p:spPr>
            <a:xfrm>
              <a:off x="5112068" y="2138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t6861"/>
            <p:cNvSpPr/>
            <p:nvPr/>
          </p:nvSpPr>
          <p:spPr>
            <a:xfrm>
              <a:off x="5134501" y="1916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t6862"/>
            <p:cNvSpPr/>
            <p:nvPr/>
          </p:nvSpPr>
          <p:spPr>
            <a:xfrm>
              <a:off x="5447357" y="2213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t6863"/>
            <p:cNvSpPr/>
            <p:nvPr/>
          </p:nvSpPr>
          <p:spPr>
            <a:xfrm>
              <a:off x="5746136" y="2041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t6864"/>
            <p:cNvSpPr/>
            <p:nvPr/>
          </p:nvSpPr>
          <p:spPr>
            <a:xfrm>
              <a:off x="5147121" y="2095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t6865"/>
            <p:cNvSpPr/>
            <p:nvPr/>
          </p:nvSpPr>
          <p:spPr>
            <a:xfrm>
              <a:off x="4649345" y="2807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t6866"/>
            <p:cNvSpPr/>
            <p:nvPr/>
          </p:nvSpPr>
          <p:spPr>
            <a:xfrm>
              <a:off x="5469018" y="2271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t6867"/>
            <p:cNvSpPr/>
            <p:nvPr/>
          </p:nvSpPr>
          <p:spPr>
            <a:xfrm>
              <a:off x="5113653" y="2005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t6868"/>
            <p:cNvSpPr/>
            <p:nvPr/>
          </p:nvSpPr>
          <p:spPr>
            <a:xfrm>
              <a:off x="5260323" y="2228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t6869"/>
            <p:cNvSpPr/>
            <p:nvPr/>
          </p:nvSpPr>
          <p:spPr>
            <a:xfrm>
              <a:off x="5396289" y="2087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t6870"/>
            <p:cNvSpPr/>
            <p:nvPr/>
          </p:nvSpPr>
          <p:spPr>
            <a:xfrm>
              <a:off x="5108109" y="194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t6871"/>
            <p:cNvSpPr/>
            <p:nvPr/>
          </p:nvSpPr>
          <p:spPr>
            <a:xfrm>
              <a:off x="5640278" y="1707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t6872"/>
            <p:cNvSpPr/>
            <p:nvPr/>
          </p:nvSpPr>
          <p:spPr>
            <a:xfrm>
              <a:off x="5290599" y="2154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t6873"/>
            <p:cNvSpPr/>
            <p:nvPr/>
          </p:nvSpPr>
          <p:spPr>
            <a:xfrm>
              <a:off x="5198418" y="2158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t6874"/>
            <p:cNvSpPr/>
            <p:nvPr/>
          </p:nvSpPr>
          <p:spPr>
            <a:xfrm>
              <a:off x="5358991" y="208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t6875"/>
            <p:cNvSpPr/>
            <p:nvPr/>
          </p:nvSpPr>
          <p:spPr>
            <a:xfrm>
              <a:off x="4628294" y="2190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t6876"/>
            <p:cNvSpPr/>
            <p:nvPr/>
          </p:nvSpPr>
          <p:spPr>
            <a:xfrm>
              <a:off x="5385191" y="2036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t6877"/>
            <p:cNvSpPr/>
            <p:nvPr/>
          </p:nvSpPr>
          <p:spPr>
            <a:xfrm>
              <a:off x="4606369" y="2494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t6878"/>
            <p:cNvSpPr/>
            <p:nvPr/>
          </p:nvSpPr>
          <p:spPr>
            <a:xfrm>
              <a:off x="5657500" y="1937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t6879"/>
            <p:cNvSpPr/>
            <p:nvPr/>
          </p:nvSpPr>
          <p:spPr>
            <a:xfrm>
              <a:off x="5075582" y="231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t6880"/>
            <p:cNvSpPr/>
            <p:nvPr/>
          </p:nvSpPr>
          <p:spPr>
            <a:xfrm>
              <a:off x="4753601" y="2834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t6881"/>
            <p:cNvSpPr/>
            <p:nvPr/>
          </p:nvSpPr>
          <p:spPr>
            <a:xfrm>
              <a:off x="5629732" y="1853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t6882"/>
            <p:cNvSpPr/>
            <p:nvPr/>
          </p:nvSpPr>
          <p:spPr>
            <a:xfrm>
              <a:off x="5426587" y="2156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t6883"/>
            <p:cNvSpPr/>
            <p:nvPr/>
          </p:nvSpPr>
          <p:spPr>
            <a:xfrm>
              <a:off x="4957687" y="2553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t6884"/>
            <p:cNvSpPr/>
            <p:nvPr/>
          </p:nvSpPr>
          <p:spPr>
            <a:xfrm>
              <a:off x="5527362" y="2016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t6885"/>
            <p:cNvSpPr/>
            <p:nvPr/>
          </p:nvSpPr>
          <p:spPr>
            <a:xfrm>
              <a:off x="5607284" y="1927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t6886"/>
            <p:cNvSpPr/>
            <p:nvPr/>
          </p:nvSpPr>
          <p:spPr>
            <a:xfrm>
              <a:off x="5120732" y="2070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t6887"/>
            <p:cNvSpPr/>
            <p:nvPr/>
          </p:nvSpPr>
          <p:spPr>
            <a:xfrm>
              <a:off x="5239283" y="2114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t6888"/>
            <p:cNvSpPr/>
            <p:nvPr/>
          </p:nvSpPr>
          <p:spPr>
            <a:xfrm>
              <a:off x="5255993" y="2192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t6889"/>
            <p:cNvSpPr/>
            <p:nvPr/>
          </p:nvSpPr>
          <p:spPr>
            <a:xfrm>
              <a:off x="5488995" y="1943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t6890"/>
            <p:cNvSpPr/>
            <p:nvPr/>
          </p:nvSpPr>
          <p:spPr>
            <a:xfrm>
              <a:off x="4560240" y="2986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t6891"/>
            <p:cNvSpPr/>
            <p:nvPr/>
          </p:nvSpPr>
          <p:spPr>
            <a:xfrm>
              <a:off x="5011638" y="257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t6892"/>
            <p:cNvSpPr/>
            <p:nvPr/>
          </p:nvSpPr>
          <p:spPr>
            <a:xfrm>
              <a:off x="5453140" y="2346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t6893"/>
            <p:cNvSpPr/>
            <p:nvPr/>
          </p:nvSpPr>
          <p:spPr>
            <a:xfrm>
              <a:off x="5043566" y="2726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t6894"/>
            <p:cNvSpPr/>
            <p:nvPr/>
          </p:nvSpPr>
          <p:spPr>
            <a:xfrm>
              <a:off x="5017766" y="253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t6895"/>
            <p:cNvSpPr/>
            <p:nvPr/>
          </p:nvSpPr>
          <p:spPr>
            <a:xfrm>
              <a:off x="5780013" y="1706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t6896"/>
            <p:cNvSpPr/>
            <p:nvPr/>
          </p:nvSpPr>
          <p:spPr>
            <a:xfrm>
              <a:off x="5523298" y="1849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t6897"/>
            <p:cNvSpPr/>
            <p:nvPr/>
          </p:nvSpPr>
          <p:spPr>
            <a:xfrm>
              <a:off x="5283367" y="1998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t6898"/>
            <p:cNvSpPr/>
            <p:nvPr/>
          </p:nvSpPr>
          <p:spPr>
            <a:xfrm>
              <a:off x="6033520" y="1961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t6899"/>
            <p:cNvSpPr/>
            <p:nvPr/>
          </p:nvSpPr>
          <p:spPr>
            <a:xfrm>
              <a:off x="4772279" y="2728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t6900"/>
            <p:cNvSpPr/>
            <p:nvPr/>
          </p:nvSpPr>
          <p:spPr>
            <a:xfrm>
              <a:off x="5554947" y="2092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t6901"/>
            <p:cNvSpPr/>
            <p:nvPr/>
          </p:nvSpPr>
          <p:spPr>
            <a:xfrm>
              <a:off x="5136749" y="2052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t6902"/>
            <p:cNvSpPr/>
            <p:nvPr/>
          </p:nvSpPr>
          <p:spPr>
            <a:xfrm>
              <a:off x="5320300" y="2274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t6903"/>
            <p:cNvSpPr/>
            <p:nvPr/>
          </p:nvSpPr>
          <p:spPr>
            <a:xfrm>
              <a:off x="4953953" y="2650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t6904"/>
            <p:cNvSpPr/>
            <p:nvPr/>
          </p:nvSpPr>
          <p:spPr>
            <a:xfrm>
              <a:off x="5440862" y="2221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t6905"/>
            <p:cNvSpPr/>
            <p:nvPr/>
          </p:nvSpPr>
          <p:spPr>
            <a:xfrm>
              <a:off x="5083534" y="2271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t6906"/>
            <p:cNvSpPr/>
            <p:nvPr/>
          </p:nvSpPr>
          <p:spPr>
            <a:xfrm>
              <a:off x="5313212" y="2131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t6907"/>
            <p:cNvSpPr/>
            <p:nvPr/>
          </p:nvSpPr>
          <p:spPr>
            <a:xfrm>
              <a:off x="5385657" y="2050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t6908"/>
            <p:cNvSpPr/>
            <p:nvPr/>
          </p:nvSpPr>
          <p:spPr>
            <a:xfrm>
              <a:off x="5344784" y="2061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t6909"/>
            <p:cNvSpPr/>
            <p:nvPr/>
          </p:nvSpPr>
          <p:spPr>
            <a:xfrm>
              <a:off x="4831947" y="1766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t6910"/>
            <p:cNvSpPr/>
            <p:nvPr/>
          </p:nvSpPr>
          <p:spPr>
            <a:xfrm>
              <a:off x="5253878" y="2256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t6911"/>
            <p:cNvSpPr/>
            <p:nvPr/>
          </p:nvSpPr>
          <p:spPr>
            <a:xfrm>
              <a:off x="5289832" y="2179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t6912"/>
            <p:cNvSpPr/>
            <p:nvPr/>
          </p:nvSpPr>
          <p:spPr>
            <a:xfrm>
              <a:off x="5286677" y="2065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t6913"/>
            <p:cNvSpPr/>
            <p:nvPr/>
          </p:nvSpPr>
          <p:spPr>
            <a:xfrm>
              <a:off x="5207894" y="2061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t6914"/>
            <p:cNvSpPr/>
            <p:nvPr/>
          </p:nvSpPr>
          <p:spPr>
            <a:xfrm>
              <a:off x="5285386" y="2015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t6915"/>
            <p:cNvSpPr/>
            <p:nvPr/>
          </p:nvSpPr>
          <p:spPr>
            <a:xfrm>
              <a:off x="5141343" y="1869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t6916"/>
            <p:cNvSpPr/>
            <p:nvPr/>
          </p:nvSpPr>
          <p:spPr>
            <a:xfrm>
              <a:off x="5444265" y="2084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t6917"/>
            <p:cNvSpPr/>
            <p:nvPr/>
          </p:nvSpPr>
          <p:spPr>
            <a:xfrm>
              <a:off x="5218105" y="2094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t6918"/>
            <p:cNvSpPr/>
            <p:nvPr/>
          </p:nvSpPr>
          <p:spPr>
            <a:xfrm>
              <a:off x="5326786" y="2120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t6919"/>
            <p:cNvSpPr/>
            <p:nvPr/>
          </p:nvSpPr>
          <p:spPr>
            <a:xfrm>
              <a:off x="5226588" y="2099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t6920"/>
            <p:cNvSpPr/>
            <p:nvPr/>
          </p:nvSpPr>
          <p:spPr>
            <a:xfrm>
              <a:off x="5440904" y="2154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t6921"/>
            <p:cNvSpPr/>
            <p:nvPr/>
          </p:nvSpPr>
          <p:spPr>
            <a:xfrm>
              <a:off x="5119432" y="2248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t6922"/>
            <p:cNvSpPr/>
            <p:nvPr/>
          </p:nvSpPr>
          <p:spPr>
            <a:xfrm>
              <a:off x="5391662" y="2229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t6923"/>
            <p:cNvSpPr/>
            <p:nvPr/>
          </p:nvSpPr>
          <p:spPr>
            <a:xfrm>
              <a:off x="5537032" y="2066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t6924"/>
            <p:cNvSpPr/>
            <p:nvPr/>
          </p:nvSpPr>
          <p:spPr>
            <a:xfrm>
              <a:off x="4928285" y="2325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t6925"/>
            <p:cNvSpPr/>
            <p:nvPr/>
          </p:nvSpPr>
          <p:spPr>
            <a:xfrm>
              <a:off x="5541061" y="1941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t6926"/>
            <p:cNvSpPr/>
            <p:nvPr/>
          </p:nvSpPr>
          <p:spPr>
            <a:xfrm>
              <a:off x="5587201" y="1718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t6927"/>
            <p:cNvSpPr/>
            <p:nvPr/>
          </p:nvSpPr>
          <p:spPr>
            <a:xfrm>
              <a:off x="5666262" y="1848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t6928"/>
            <p:cNvSpPr/>
            <p:nvPr/>
          </p:nvSpPr>
          <p:spPr>
            <a:xfrm>
              <a:off x="4791502" y="2659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t6929"/>
            <p:cNvSpPr/>
            <p:nvPr/>
          </p:nvSpPr>
          <p:spPr>
            <a:xfrm>
              <a:off x="5230783" y="2143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t6930"/>
            <p:cNvSpPr/>
            <p:nvPr/>
          </p:nvSpPr>
          <p:spPr>
            <a:xfrm>
              <a:off x="5359455" y="1905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t6931"/>
            <p:cNvSpPr/>
            <p:nvPr/>
          </p:nvSpPr>
          <p:spPr>
            <a:xfrm>
              <a:off x="5761241" y="1632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t6932"/>
            <p:cNvSpPr/>
            <p:nvPr/>
          </p:nvSpPr>
          <p:spPr>
            <a:xfrm>
              <a:off x="5577802" y="1687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t6933"/>
            <p:cNvSpPr/>
            <p:nvPr/>
          </p:nvSpPr>
          <p:spPr>
            <a:xfrm>
              <a:off x="5853547" y="1753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t6934"/>
            <p:cNvSpPr/>
            <p:nvPr/>
          </p:nvSpPr>
          <p:spPr>
            <a:xfrm>
              <a:off x="5329765" y="2218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t6935"/>
            <p:cNvSpPr/>
            <p:nvPr/>
          </p:nvSpPr>
          <p:spPr>
            <a:xfrm>
              <a:off x="5397998" y="2116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t6936"/>
            <p:cNvSpPr/>
            <p:nvPr/>
          </p:nvSpPr>
          <p:spPr>
            <a:xfrm>
              <a:off x="5283833" y="1972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t6937"/>
            <p:cNvSpPr/>
            <p:nvPr/>
          </p:nvSpPr>
          <p:spPr>
            <a:xfrm>
              <a:off x="5439387" y="1998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t6938"/>
            <p:cNvSpPr/>
            <p:nvPr/>
          </p:nvSpPr>
          <p:spPr>
            <a:xfrm>
              <a:off x="5152816" y="2056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t6939"/>
            <p:cNvSpPr/>
            <p:nvPr/>
          </p:nvSpPr>
          <p:spPr>
            <a:xfrm>
              <a:off x="5240067" y="2153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t6940"/>
            <p:cNvSpPr/>
            <p:nvPr/>
          </p:nvSpPr>
          <p:spPr>
            <a:xfrm>
              <a:off x="5606537" y="1986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t6941"/>
            <p:cNvSpPr/>
            <p:nvPr/>
          </p:nvSpPr>
          <p:spPr>
            <a:xfrm>
              <a:off x="5270322" y="2226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t6942"/>
            <p:cNvSpPr/>
            <p:nvPr/>
          </p:nvSpPr>
          <p:spPr>
            <a:xfrm>
              <a:off x="5436620" y="2052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t6943"/>
            <p:cNvSpPr/>
            <p:nvPr/>
          </p:nvSpPr>
          <p:spPr>
            <a:xfrm>
              <a:off x="5549358" y="2009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t6944"/>
            <p:cNvSpPr/>
            <p:nvPr/>
          </p:nvSpPr>
          <p:spPr>
            <a:xfrm>
              <a:off x="5184163" y="2158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t6945"/>
            <p:cNvSpPr/>
            <p:nvPr/>
          </p:nvSpPr>
          <p:spPr>
            <a:xfrm>
              <a:off x="5354583" y="1990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t6946"/>
            <p:cNvSpPr/>
            <p:nvPr/>
          </p:nvSpPr>
          <p:spPr>
            <a:xfrm>
              <a:off x="4907667" y="2085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t6947"/>
            <p:cNvSpPr/>
            <p:nvPr/>
          </p:nvSpPr>
          <p:spPr>
            <a:xfrm>
              <a:off x="5296097" y="2144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t6948"/>
            <p:cNvSpPr/>
            <p:nvPr/>
          </p:nvSpPr>
          <p:spPr>
            <a:xfrm>
              <a:off x="5311821" y="219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t6949"/>
            <p:cNvSpPr/>
            <p:nvPr/>
          </p:nvSpPr>
          <p:spPr>
            <a:xfrm>
              <a:off x="5226776" y="1954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t6950"/>
            <p:cNvSpPr/>
            <p:nvPr/>
          </p:nvSpPr>
          <p:spPr>
            <a:xfrm>
              <a:off x="5510990" y="2021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t6951"/>
            <p:cNvSpPr/>
            <p:nvPr/>
          </p:nvSpPr>
          <p:spPr>
            <a:xfrm>
              <a:off x="5398149" y="2102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t6952"/>
            <p:cNvSpPr/>
            <p:nvPr/>
          </p:nvSpPr>
          <p:spPr>
            <a:xfrm>
              <a:off x="5247001" y="2198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t6953"/>
            <p:cNvSpPr/>
            <p:nvPr/>
          </p:nvSpPr>
          <p:spPr>
            <a:xfrm>
              <a:off x="5068878" y="2539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t6954"/>
            <p:cNvSpPr/>
            <p:nvPr/>
          </p:nvSpPr>
          <p:spPr>
            <a:xfrm>
              <a:off x="5342885" y="2278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t6955"/>
            <p:cNvSpPr/>
            <p:nvPr/>
          </p:nvSpPr>
          <p:spPr>
            <a:xfrm>
              <a:off x="5778037" y="1818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t6956"/>
            <p:cNvSpPr/>
            <p:nvPr/>
          </p:nvSpPr>
          <p:spPr>
            <a:xfrm>
              <a:off x="5533267" y="1958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t6957"/>
            <p:cNvSpPr/>
            <p:nvPr/>
          </p:nvSpPr>
          <p:spPr>
            <a:xfrm>
              <a:off x="5517882" y="1860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t6958"/>
            <p:cNvSpPr/>
            <p:nvPr/>
          </p:nvSpPr>
          <p:spPr>
            <a:xfrm>
              <a:off x="5549096" y="1950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t6959"/>
            <p:cNvSpPr/>
            <p:nvPr/>
          </p:nvSpPr>
          <p:spPr>
            <a:xfrm>
              <a:off x="5421585" y="2228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t6960"/>
            <p:cNvSpPr/>
            <p:nvPr/>
          </p:nvSpPr>
          <p:spPr>
            <a:xfrm>
              <a:off x="5239893" y="2196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t6961"/>
            <p:cNvSpPr/>
            <p:nvPr/>
          </p:nvSpPr>
          <p:spPr>
            <a:xfrm>
              <a:off x="5122029" y="1975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t6962"/>
            <p:cNvSpPr/>
            <p:nvPr/>
          </p:nvSpPr>
          <p:spPr>
            <a:xfrm>
              <a:off x="5348109" y="2156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t6963"/>
            <p:cNvSpPr/>
            <p:nvPr/>
          </p:nvSpPr>
          <p:spPr>
            <a:xfrm>
              <a:off x="5337701" y="2136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t6964"/>
            <p:cNvSpPr/>
            <p:nvPr/>
          </p:nvSpPr>
          <p:spPr>
            <a:xfrm>
              <a:off x="5688579" y="1964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t6965"/>
            <p:cNvSpPr/>
            <p:nvPr/>
          </p:nvSpPr>
          <p:spPr>
            <a:xfrm>
              <a:off x="5334833" y="2195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t6966"/>
            <p:cNvSpPr/>
            <p:nvPr/>
          </p:nvSpPr>
          <p:spPr>
            <a:xfrm>
              <a:off x="4988451" y="1903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t6967"/>
            <p:cNvSpPr/>
            <p:nvPr/>
          </p:nvSpPr>
          <p:spPr>
            <a:xfrm>
              <a:off x="5679903" y="1849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t6968"/>
            <p:cNvSpPr/>
            <p:nvPr/>
          </p:nvSpPr>
          <p:spPr>
            <a:xfrm>
              <a:off x="5270389" y="2300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t6969"/>
            <p:cNvSpPr/>
            <p:nvPr/>
          </p:nvSpPr>
          <p:spPr>
            <a:xfrm>
              <a:off x="5347668" y="2091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t6970"/>
            <p:cNvSpPr/>
            <p:nvPr/>
          </p:nvSpPr>
          <p:spPr>
            <a:xfrm>
              <a:off x="5156594" y="2126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t6971"/>
            <p:cNvSpPr/>
            <p:nvPr/>
          </p:nvSpPr>
          <p:spPr>
            <a:xfrm>
              <a:off x="4851080" y="2517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t6972"/>
            <p:cNvSpPr/>
            <p:nvPr/>
          </p:nvSpPr>
          <p:spPr>
            <a:xfrm>
              <a:off x="5140826" y="2031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t6973"/>
            <p:cNvSpPr/>
            <p:nvPr/>
          </p:nvSpPr>
          <p:spPr>
            <a:xfrm>
              <a:off x="5537902" y="2101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t6974"/>
            <p:cNvSpPr/>
            <p:nvPr/>
          </p:nvSpPr>
          <p:spPr>
            <a:xfrm>
              <a:off x="5100337" y="2158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t6975"/>
            <p:cNvSpPr/>
            <p:nvPr/>
          </p:nvSpPr>
          <p:spPr>
            <a:xfrm>
              <a:off x="5176771" y="2158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t6976"/>
            <p:cNvSpPr/>
            <p:nvPr/>
          </p:nvSpPr>
          <p:spPr>
            <a:xfrm>
              <a:off x="5286890" y="2041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t6977"/>
            <p:cNvSpPr/>
            <p:nvPr/>
          </p:nvSpPr>
          <p:spPr>
            <a:xfrm>
              <a:off x="5196205" y="1962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t6978"/>
            <p:cNvSpPr/>
            <p:nvPr/>
          </p:nvSpPr>
          <p:spPr>
            <a:xfrm>
              <a:off x="5256452" y="2212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t6979"/>
            <p:cNvSpPr/>
            <p:nvPr/>
          </p:nvSpPr>
          <p:spPr>
            <a:xfrm>
              <a:off x="5450465" y="217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t6980"/>
            <p:cNvSpPr/>
            <p:nvPr/>
          </p:nvSpPr>
          <p:spPr>
            <a:xfrm>
              <a:off x="5397724" y="2158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t6981"/>
            <p:cNvSpPr/>
            <p:nvPr/>
          </p:nvSpPr>
          <p:spPr>
            <a:xfrm>
              <a:off x="5348120" y="2149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t6982"/>
            <p:cNvSpPr/>
            <p:nvPr/>
          </p:nvSpPr>
          <p:spPr>
            <a:xfrm>
              <a:off x="5021658" y="2589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t6983"/>
            <p:cNvSpPr/>
            <p:nvPr/>
          </p:nvSpPr>
          <p:spPr>
            <a:xfrm>
              <a:off x="5091626" y="2127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t6984"/>
            <p:cNvSpPr/>
            <p:nvPr/>
          </p:nvSpPr>
          <p:spPr>
            <a:xfrm>
              <a:off x="5133607" y="1926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t6985"/>
            <p:cNvSpPr/>
            <p:nvPr/>
          </p:nvSpPr>
          <p:spPr>
            <a:xfrm>
              <a:off x="5033504" y="2639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t6986"/>
            <p:cNvSpPr/>
            <p:nvPr/>
          </p:nvSpPr>
          <p:spPr>
            <a:xfrm>
              <a:off x="5727971" y="2050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t6987"/>
            <p:cNvSpPr/>
            <p:nvPr/>
          </p:nvSpPr>
          <p:spPr>
            <a:xfrm>
              <a:off x="5538025" y="2146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t6988"/>
            <p:cNvSpPr/>
            <p:nvPr/>
          </p:nvSpPr>
          <p:spPr>
            <a:xfrm>
              <a:off x="5380271" y="2106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t6989"/>
            <p:cNvSpPr/>
            <p:nvPr/>
          </p:nvSpPr>
          <p:spPr>
            <a:xfrm>
              <a:off x="5467151" y="2179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t6990"/>
            <p:cNvSpPr/>
            <p:nvPr/>
          </p:nvSpPr>
          <p:spPr>
            <a:xfrm>
              <a:off x="4749070" y="2815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t6991"/>
            <p:cNvSpPr/>
            <p:nvPr/>
          </p:nvSpPr>
          <p:spPr>
            <a:xfrm>
              <a:off x="5791765" y="1516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t6992"/>
            <p:cNvSpPr/>
            <p:nvPr/>
          </p:nvSpPr>
          <p:spPr>
            <a:xfrm>
              <a:off x="5332362" y="2144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t6993"/>
            <p:cNvSpPr/>
            <p:nvPr/>
          </p:nvSpPr>
          <p:spPr>
            <a:xfrm>
              <a:off x="5529240" y="1925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t6994"/>
            <p:cNvSpPr/>
            <p:nvPr/>
          </p:nvSpPr>
          <p:spPr>
            <a:xfrm>
              <a:off x="5665909" y="2020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t6995"/>
            <p:cNvSpPr/>
            <p:nvPr/>
          </p:nvSpPr>
          <p:spPr>
            <a:xfrm>
              <a:off x="4971654" y="2670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t6996"/>
            <p:cNvSpPr/>
            <p:nvPr/>
          </p:nvSpPr>
          <p:spPr>
            <a:xfrm>
              <a:off x="5867961" y="1697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t6997"/>
            <p:cNvSpPr/>
            <p:nvPr/>
          </p:nvSpPr>
          <p:spPr>
            <a:xfrm>
              <a:off x="5218079" y="2095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t6998"/>
            <p:cNvSpPr/>
            <p:nvPr/>
          </p:nvSpPr>
          <p:spPr>
            <a:xfrm>
              <a:off x="5353759" y="1891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t6999"/>
            <p:cNvSpPr/>
            <p:nvPr/>
          </p:nvSpPr>
          <p:spPr>
            <a:xfrm>
              <a:off x="5376673" y="188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t7000"/>
            <p:cNvSpPr/>
            <p:nvPr/>
          </p:nvSpPr>
          <p:spPr>
            <a:xfrm>
              <a:off x="5068041" y="2382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t7001"/>
            <p:cNvSpPr/>
            <p:nvPr/>
          </p:nvSpPr>
          <p:spPr>
            <a:xfrm>
              <a:off x="5643700" y="1919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t7002"/>
            <p:cNvSpPr/>
            <p:nvPr/>
          </p:nvSpPr>
          <p:spPr>
            <a:xfrm>
              <a:off x="5187360" y="2206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t7003"/>
            <p:cNvSpPr/>
            <p:nvPr/>
          </p:nvSpPr>
          <p:spPr>
            <a:xfrm>
              <a:off x="4894250" y="2563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t7004"/>
            <p:cNvSpPr/>
            <p:nvPr/>
          </p:nvSpPr>
          <p:spPr>
            <a:xfrm>
              <a:off x="4996409" y="2561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t7005"/>
            <p:cNvSpPr/>
            <p:nvPr/>
          </p:nvSpPr>
          <p:spPr>
            <a:xfrm>
              <a:off x="5248527" y="2274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t7006"/>
            <p:cNvSpPr/>
            <p:nvPr/>
          </p:nvSpPr>
          <p:spPr>
            <a:xfrm>
              <a:off x="5558019" y="2079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t7007"/>
            <p:cNvSpPr/>
            <p:nvPr/>
          </p:nvSpPr>
          <p:spPr>
            <a:xfrm>
              <a:off x="5294318" y="2204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t7008"/>
            <p:cNvSpPr/>
            <p:nvPr/>
          </p:nvSpPr>
          <p:spPr>
            <a:xfrm>
              <a:off x="5408601" y="2258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t7009"/>
            <p:cNvSpPr/>
            <p:nvPr/>
          </p:nvSpPr>
          <p:spPr>
            <a:xfrm>
              <a:off x="5525251" y="1873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t7010"/>
            <p:cNvSpPr/>
            <p:nvPr/>
          </p:nvSpPr>
          <p:spPr>
            <a:xfrm>
              <a:off x="5991284" y="1670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t7011"/>
            <p:cNvSpPr/>
            <p:nvPr/>
          </p:nvSpPr>
          <p:spPr>
            <a:xfrm>
              <a:off x="5066592" y="2350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t7012"/>
            <p:cNvSpPr/>
            <p:nvPr/>
          </p:nvSpPr>
          <p:spPr>
            <a:xfrm>
              <a:off x="5523986" y="1852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t7013"/>
            <p:cNvSpPr/>
            <p:nvPr/>
          </p:nvSpPr>
          <p:spPr>
            <a:xfrm>
              <a:off x="5456796" y="2139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t7014"/>
            <p:cNvSpPr/>
            <p:nvPr/>
          </p:nvSpPr>
          <p:spPr>
            <a:xfrm>
              <a:off x="5353569" y="2034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t7015"/>
            <p:cNvSpPr/>
            <p:nvPr/>
          </p:nvSpPr>
          <p:spPr>
            <a:xfrm>
              <a:off x="4937234" y="2418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t7016"/>
            <p:cNvSpPr/>
            <p:nvPr/>
          </p:nvSpPr>
          <p:spPr>
            <a:xfrm>
              <a:off x="5333235" y="2212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t7017"/>
            <p:cNvSpPr/>
            <p:nvPr/>
          </p:nvSpPr>
          <p:spPr>
            <a:xfrm>
              <a:off x="5422868" y="2203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t7018"/>
            <p:cNvSpPr/>
            <p:nvPr/>
          </p:nvSpPr>
          <p:spPr>
            <a:xfrm>
              <a:off x="5108092" y="2199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t7019"/>
            <p:cNvSpPr/>
            <p:nvPr/>
          </p:nvSpPr>
          <p:spPr>
            <a:xfrm>
              <a:off x="5153689" y="2136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t7020"/>
            <p:cNvSpPr/>
            <p:nvPr/>
          </p:nvSpPr>
          <p:spPr>
            <a:xfrm>
              <a:off x="5571952" y="2019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t7021"/>
            <p:cNvSpPr/>
            <p:nvPr/>
          </p:nvSpPr>
          <p:spPr>
            <a:xfrm>
              <a:off x="5362586" y="2017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t7022"/>
            <p:cNvSpPr/>
            <p:nvPr/>
          </p:nvSpPr>
          <p:spPr>
            <a:xfrm>
              <a:off x="5676230" y="1905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t7023"/>
            <p:cNvSpPr/>
            <p:nvPr/>
          </p:nvSpPr>
          <p:spPr>
            <a:xfrm>
              <a:off x="5408012" y="2180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t7024"/>
            <p:cNvSpPr/>
            <p:nvPr/>
          </p:nvSpPr>
          <p:spPr>
            <a:xfrm>
              <a:off x="5338378" y="2140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t7025"/>
            <p:cNvSpPr/>
            <p:nvPr/>
          </p:nvSpPr>
          <p:spPr>
            <a:xfrm>
              <a:off x="4805740" y="1857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t7026"/>
            <p:cNvSpPr/>
            <p:nvPr/>
          </p:nvSpPr>
          <p:spPr>
            <a:xfrm>
              <a:off x="5525559" y="1863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t7027"/>
            <p:cNvSpPr/>
            <p:nvPr/>
          </p:nvSpPr>
          <p:spPr>
            <a:xfrm>
              <a:off x="5596788" y="1913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t7028"/>
            <p:cNvSpPr/>
            <p:nvPr/>
          </p:nvSpPr>
          <p:spPr>
            <a:xfrm>
              <a:off x="5020375" y="2464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t7029"/>
            <p:cNvSpPr/>
            <p:nvPr/>
          </p:nvSpPr>
          <p:spPr>
            <a:xfrm>
              <a:off x="5196881" y="2078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t7030"/>
            <p:cNvSpPr/>
            <p:nvPr/>
          </p:nvSpPr>
          <p:spPr>
            <a:xfrm>
              <a:off x="5204246" y="2111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t7031"/>
            <p:cNvSpPr/>
            <p:nvPr/>
          </p:nvSpPr>
          <p:spPr>
            <a:xfrm>
              <a:off x="5419993" y="2081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t7032"/>
            <p:cNvSpPr/>
            <p:nvPr/>
          </p:nvSpPr>
          <p:spPr>
            <a:xfrm>
              <a:off x="5331946" y="2183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t7033"/>
            <p:cNvSpPr/>
            <p:nvPr/>
          </p:nvSpPr>
          <p:spPr>
            <a:xfrm>
              <a:off x="5599932" y="1817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t7034"/>
            <p:cNvSpPr/>
            <p:nvPr/>
          </p:nvSpPr>
          <p:spPr>
            <a:xfrm>
              <a:off x="5130094" y="2136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t7035"/>
            <p:cNvSpPr/>
            <p:nvPr/>
          </p:nvSpPr>
          <p:spPr>
            <a:xfrm>
              <a:off x="5145109" y="2164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t7036"/>
            <p:cNvSpPr/>
            <p:nvPr/>
          </p:nvSpPr>
          <p:spPr>
            <a:xfrm>
              <a:off x="5291170" y="2147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t7037"/>
            <p:cNvSpPr/>
            <p:nvPr/>
          </p:nvSpPr>
          <p:spPr>
            <a:xfrm>
              <a:off x="4944693" y="2297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t7038"/>
            <p:cNvSpPr/>
            <p:nvPr/>
          </p:nvSpPr>
          <p:spPr>
            <a:xfrm>
              <a:off x="5323715" y="2210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t7039"/>
            <p:cNvSpPr/>
            <p:nvPr/>
          </p:nvSpPr>
          <p:spPr>
            <a:xfrm>
              <a:off x="5530867" y="2051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t7040"/>
            <p:cNvSpPr/>
            <p:nvPr/>
          </p:nvSpPr>
          <p:spPr>
            <a:xfrm>
              <a:off x="5386282" y="1994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t7041"/>
            <p:cNvSpPr/>
            <p:nvPr/>
          </p:nvSpPr>
          <p:spPr>
            <a:xfrm>
              <a:off x="5790981" y="1805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t7042"/>
            <p:cNvSpPr/>
            <p:nvPr/>
          </p:nvSpPr>
          <p:spPr>
            <a:xfrm>
              <a:off x="5617600" y="2023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t7043"/>
            <p:cNvSpPr/>
            <p:nvPr/>
          </p:nvSpPr>
          <p:spPr>
            <a:xfrm>
              <a:off x="5178624" y="2143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t7044"/>
            <p:cNvSpPr/>
            <p:nvPr/>
          </p:nvSpPr>
          <p:spPr>
            <a:xfrm>
              <a:off x="5281816" y="1988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t7045"/>
            <p:cNvSpPr/>
            <p:nvPr/>
          </p:nvSpPr>
          <p:spPr>
            <a:xfrm>
              <a:off x="5423891" y="2155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t7046"/>
            <p:cNvSpPr/>
            <p:nvPr/>
          </p:nvSpPr>
          <p:spPr>
            <a:xfrm>
              <a:off x="5025346" y="2505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t7047"/>
            <p:cNvSpPr/>
            <p:nvPr/>
          </p:nvSpPr>
          <p:spPr>
            <a:xfrm>
              <a:off x="4999553" y="2505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t7048"/>
            <p:cNvSpPr/>
            <p:nvPr/>
          </p:nvSpPr>
          <p:spPr>
            <a:xfrm>
              <a:off x="5175130" y="2095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t7049"/>
            <p:cNvSpPr/>
            <p:nvPr/>
          </p:nvSpPr>
          <p:spPr>
            <a:xfrm>
              <a:off x="5552554" y="202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t7050"/>
            <p:cNvSpPr/>
            <p:nvPr/>
          </p:nvSpPr>
          <p:spPr>
            <a:xfrm>
              <a:off x="5292526" y="2197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t7051"/>
            <p:cNvSpPr/>
            <p:nvPr/>
          </p:nvSpPr>
          <p:spPr>
            <a:xfrm>
              <a:off x="5183451" y="2046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t7052"/>
            <p:cNvSpPr/>
            <p:nvPr/>
          </p:nvSpPr>
          <p:spPr>
            <a:xfrm>
              <a:off x="5308076" y="213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t7053"/>
            <p:cNvSpPr/>
            <p:nvPr/>
          </p:nvSpPr>
          <p:spPr>
            <a:xfrm>
              <a:off x="5210446" y="2049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t7054"/>
            <p:cNvSpPr/>
            <p:nvPr/>
          </p:nvSpPr>
          <p:spPr>
            <a:xfrm>
              <a:off x="5237290" y="1941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t7055"/>
            <p:cNvSpPr/>
            <p:nvPr/>
          </p:nvSpPr>
          <p:spPr>
            <a:xfrm>
              <a:off x="5407539" y="2118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t7056"/>
            <p:cNvSpPr/>
            <p:nvPr/>
          </p:nvSpPr>
          <p:spPr>
            <a:xfrm>
              <a:off x="5312981" y="2238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t7057"/>
            <p:cNvSpPr/>
            <p:nvPr/>
          </p:nvSpPr>
          <p:spPr>
            <a:xfrm>
              <a:off x="5709773" y="1834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t7058"/>
            <p:cNvSpPr/>
            <p:nvPr/>
          </p:nvSpPr>
          <p:spPr>
            <a:xfrm>
              <a:off x="5509323" y="188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t7059"/>
            <p:cNvSpPr/>
            <p:nvPr/>
          </p:nvSpPr>
          <p:spPr>
            <a:xfrm>
              <a:off x="5091214" y="2126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t7060"/>
            <p:cNvSpPr/>
            <p:nvPr/>
          </p:nvSpPr>
          <p:spPr>
            <a:xfrm>
              <a:off x="5430696" y="2222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t7061"/>
            <p:cNvSpPr/>
            <p:nvPr/>
          </p:nvSpPr>
          <p:spPr>
            <a:xfrm>
              <a:off x="5435482" y="2048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t7062"/>
            <p:cNvSpPr/>
            <p:nvPr/>
          </p:nvSpPr>
          <p:spPr>
            <a:xfrm>
              <a:off x="4832509" y="1872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t7063"/>
            <p:cNvSpPr/>
            <p:nvPr/>
          </p:nvSpPr>
          <p:spPr>
            <a:xfrm>
              <a:off x="5188295" y="2114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t7064"/>
            <p:cNvSpPr/>
            <p:nvPr/>
          </p:nvSpPr>
          <p:spPr>
            <a:xfrm>
              <a:off x="4957884" y="2342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t7065"/>
            <p:cNvSpPr/>
            <p:nvPr/>
          </p:nvSpPr>
          <p:spPr>
            <a:xfrm>
              <a:off x="4776974" y="2560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t7066"/>
            <p:cNvSpPr/>
            <p:nvPr/>
          </p:nvSpPr>
          <p:spPr>
            <a:xfrm>
              <a:off x="5734622" y="1910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t7067"/>
            <p:cNvSpPr/>
            <p:nvPr/>
          </p:nvSpPr>
          <p:spPr>
            <a:xfrm>
              <a:off x="5222078" y="2058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t7068"/>
            <p:cNvSpPr/>
            <p:nvPr/>
          </p:nvSpPr>
          <p:spPr>
            <a:xfrm>
              <a:off x="5582395" y="1656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t7069"/>
            <p:cNvSpPr/>
            <p:nvPr/>
          </p:nvSpPr>
          <p:spPr>
            <a:xfrm>
              <a:off x="5781476" y="1651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t7070"/>
            <p:cNvSpPr/>
            <p:nvPr/>
          </p:nvSpPr>
          <p:spPr>
            <a:xfrm>
              <a:off x="5114927" y="217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t7071"/>
            <p:cNvSpPr/>
            <p:nvPr/>
          </p:nvSpPr>
          <p:spPr>
            <a:xfrm>
              <a:off x="5578828" y="1695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t7072"/>
            <p:cNvSpPr/>
            <p:nvPr/>
          </p:nvSpPr>
          <p:spPr>
            <a:xfrm>
              <a:off x="5525396" y="1977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t7073"/>
            <p:cNvSpPr/>
            <p:nvPr/>
          </p:nvSpPr>
          <p:spPr>
            <a:xfrm>
              <a:off x="5439368" y="2067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t7074"/>
            <p:cNvSpPr/>
            <p:nvPr/>
          </p:nvSpPr>
          <p:spPr>
            <a:xfrm>
              <a:off x="5231408" y="2147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t7075"/>
            <p:cNvSpPr/>
            <p:nvPr/>
          </p:nvSpPr>
          <p:spPr>
            <a:xfrm>
              <a:off x="5062596" y="2364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t7076"/>
            <p:cNvSpPr/>
            <p:nvPr/>
          </p:nvSpPr>
          <p:spPr>
            <a:xfrm>
              <a:off x="5042110" y="2458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t7077"/>
            <p:cNvSpPr/>
            <p:nvPr/>
          </p:nvSpPr>
          <p:spPr>
            <a:xfrm>
              <a:off x="5010027" y="2461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t7078"/>
            <p:cNvSpPr/>
            <p:nvPr/>
          </p:nvSpPr>
          <p:spPr>
            <a:xfrm>
              <a:off x="5503972" y="2040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t7079"/>
            <p:cNvSpPr/>
            <p:nvPr/>
          </p:nvSpPr>
          <p:spPr>
            <a:xfrm>
              <a:off x="5251747" y="2206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t7080"/>
            <p:cNvSpPr/>
            <p:nvPr/>
          </p:nvSpPr>
          <p:spPr>
            <a:xfrm>
              <a:off x="5339199" y="2103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t7081"/>
            <p:cNvSpPr/>
            <p:nvPr/>
          </p:nvSpPr>
          <p:spPr>
            <a:xfrm>
              <a:off x="5044558" y="2820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t7082"/>
            <p:cNvSpPr/>
            <p:nvPr/>
          </p:nvSpPr>
          <p:spPr>
            <a:xfrm>
              <a:off x="5347777" y="2164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t7083"/>
            <p:cNvSpPr/>
            <p:nvPr/>
          </p:nvSpPr>
          <p:spPr>
            <a:xfrm>
              <a:off x="4837542" y="2265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t7084"/>
            <p:cNvSpPr/>
            <p:nvPr/>
          </p:nvSpPr>
          <p:spPr>
            <a:xfrm>
              <a:off x="5175218" y="2147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t7085"/>
            <p:cNvSpPr/>
            <p:nvPr/>
          </p:nvSpPr>
          <p:spPr>
            <a:xfrm>
              <a:off x="5553542" y="2014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t7086"/>
            <p:cNvSpPr/>
            <p:nvPr/>
          </p:nvSpPr>
          <p:spPr>
            <a:xfrm>
              <a:off x="5313649" y="2246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t7087"/>
            <p:cNvSpPr/>
            <p:nvPr/>
          </p:nvSpPr>
          <p:spPr>
            <a:xfrm>
              <a:off x="5378116" y="2077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t7088"/>
            <p:cNvSpPr/>
            <p:nvPr/>
          </p:nvSpPr>
          <p:spPr>
            <a:xfrm>
              <a:off x="5228491" y="2235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t7089"/>
            <p:cNvSpPr/>
            <p:nvPr/>
          </p:nvSpPr>
          <p:spPr>
            <a:xfrm>
              <a:off x="5504855" y="1938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t7090"/>
            <p:cNvSpPr/>
            <p:nvPr/>
          </p:nvSpPr>
          <p:spPr>
            <a:xfrm>
              <a:off x="5319272" y="2262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t7091"/>
            <p:cNvSpPr/>
            <p:nvPr/>
          </p:nvSpPr>
          <p:spPr>
            <a:xfrm>
              <a:off x="4662506" y="2782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t7092"/>
            <p:cNvSpPr/>
            <p:nvPr/>
          </p:nvSpPr>
          <p:spPr>
            <a:xfrm>
              <a:off x="4914177" y="2124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t7093"/>
            <p:cNvSpPr/>
            <p:nvPr/>
          </p:nvSpPr>
          <p:spPr>
            <a:xfrm>
              <a:off x="5464168" y="2193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t7094"/>
            <p:cNvSpPr/>
            <p:nvPr/>
          </p:nvSpPr>
          <p:spPr>
            <a:xfrm>
              <a:off x="5199774" y="1928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t7095"/>
            <p:cNvSpPr/>
            <p:nvPr/>
          </p:nvSpPr>
          <p:spPr>
            <a:xfrm>
              <a:off x="5478995" y="2210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t7096"/>
            <p:cNvSpPr/>
            <p:nvPr/>
          </p:nvSpPr>
          <p:spPr>
            <a:xfrm>
              <a:off x="5486449" y="1965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t7097"/>
            <p:cNvSpPr/>
            <p:nvPr/>
          </p:nvSpPr>
          <p:spPr>
            <a:xfrm>
              <a:off x="5771462" y="1793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t7098"/>
            <p:cNvSpPr/>
            <p:nvPr/>
          </p:nvSpPr>
          <p:spPr>
            <a:xfrm>
              <a:off x="5027329" y="2638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t7099"/>
            <p:cNvSpPr/>
            <p:nvPr/>
          </p:nvSpPr>
          <p:spPr>
            <a:xfrm>
              <a:off x="5527190" y="1981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t7100"/>
            <p:cNvSpPr/>
            <p:nvPr/>
          </p:nvSpPr>
          <p:spPr>
            <a:xfrm>
              <a:off x="5333663" y="2160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t7101"/>
            <p:cNvSpPr/>
            <p:nvPr/>
          </p:nvSpPr>
          <p:spPr>
            <a:xfrm>
              <a:off x="5750382" y="1784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t7102"/>
            <p:cNvSpPr/>
            <p:nvPr/>
          </p:nvSpPr>
          <p:spPr>
            <a:xfrm>
              <a:off x="5652336" y="1866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t7103"/>
            <p:cNvSpPr/>
            <p:nvPr/>
          </p:nvSpPr>
          <p:spPr>
            <a:xfrm>
              <a:off x="5456555" y="2147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t7104"/>
            <p:cNvSpPr/>
            <p:nvPr/>
          </p:nvSpPr>
          <p:spPr>
            <a:xfrm>
              <a:off x="5450384" y="2125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t7105"/>
            <p:cNvSpPr/>
            <p:nvPr/>
          </p:nvSpPr>
          <p:spPr>
            <a:xfrm>
              <a:off x="5179681" y="2206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t7106"/>
            <p:cNvSpPr/>
            <p:nvPr/>
          </p:nvSpPr>
          <p:spPr>
            <a:xfrm>
              <a:off x="5169136" y="2165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t7107"/>
            <p:cNvSpPr/>
            <p:nvPr/>
          </p:nvSpPr>
          <p:spPr>
            <a:xfrm>
              <a:off x="5434925" y="1972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t7108"/>
            <p:cNvSpPr/>
            <p:nvPr/>
          </p:nvSpPr>
          <p:spPr>
            <a:xfrm>
              <a:off x="4863400" y="2662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t7109"/>
            <p:cNvSpPr/>
            <p:nvPr/>
          </p:nvSpPr>
          <p:spPr>
            <a:xfrm>
              <a:off x="5695693" y="1989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t7110"/>
            <p:cNvSpPr/>
            <p:nvPr/>
          </p:nvSpPr>
          <p:spPr>
            <a:xfrm>
              <a:off x="5339768" y="2192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t7111"/>
            <p:cNvSpPr/>
            <p:nvPr/>
          </p:nvSpPr>
          <p:spPr>
            <a:xfrm>
              <a:off x="5192132" y="2080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t7112"/>
            <p:cNvSpPr/>
            <p:nvPr/>
          </p:nvSpPr>
          <p:spPr>
            <a:xfrm>
              <a:off x="5516460" y="1833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t7113"/>
            <p:cNvSpPr/>
            <p:nvPr/>
          </p:nvSpPr>
          <p:spPr>
            <a:xfrm>
              <a:off x="5222774" y="2140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t7114"/>
            <p:cNvSpPr/>
            <p:nvPr/>
          </p:nvSpPr>
          <p:spPr>
            <a:xfrm>
              <a:off x="5553511" y="2045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t7115"/>
            <p:cNvSpPr/>
            <p:nvPr/>
          </p:nvSpPr>
          <p:spPr>
            <a:xfrm>
              <a:off x="5444201" y="2047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t7116"/>
            <p:cNvSpPr/>
            <p:nvPr/>
          </p:nvSpPr>
          <p:spPr>
            <a:xfrm>
              <a:off x="5417792" y="2062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t7117"/>
            <p:cNvSpPr/>
            <p:nvPr/>
          </p:nvSpPr>
          <p:spPr>
            <a:xfrm>
              <a:off x="5492201" y="2031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t7118"/>
            <p:cNvSpPr/>
            <p:nvPr/>
          </p:nvSpPr>
          <p:spPr>
            <a:xfrm>
              <a:off x="5468749" y="2170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t7119"/>
            <p:cNvSpPr/>
            <p:nvPr/>
          </p:nvSpPr>
          <p:spPr>
            <a:xfrm>
              <a:off x="5328127" y="1906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t7120"/>
            <p:cNvSpPr/>
            <p:nvPr/>
          </p:nvSpPr>
          <p:spPr>
            <a:xfrm>
              <a:off x="5264246" y="2269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t7121"/>
            <p:cNvSpPr/>
            <p:nvPr/>
          </p:nvSpPr>
          <p:spPr>
            <a:xfrm>
              <a:off x="5057040" y="2456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t7122"/>
            <p:cNvSpPr/>
            <p:nvPr/>
          </p:nvSpPr>
          <p:spPr>
            <a:xfrm>
              <a:off x="5059253" y="2488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t7123"/>
            <p:cNvSpPr/>
            <p:nvPr/>
          </p:nvSpPr>
          <p:spPr>
            <a:xfrm>
              <a:off x="4937107" y="2403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t7124"/>
            <p:cNvSpPr/>
            <p:nvPr/>
          </p:nvSpPr>
          <p:spPr>
            <a:xfrm>
              <a:off x="5072399" y="2212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t7125"/>
            <p:cNvSpPr/>
            <p:nvPr/>
          </p:nvSpPr>
          <p:spPr>
            <a:xfrm>
              <a:off x="4956380" y="2597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t7126"/>
            <p:cNvSpPr/>
            <p:nvPr/>
          </p:nvSpPr>
          <p:spPr>
            <a:xfrm>
              <a:off x="4759240" y="2651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t7127"/>
            <p:cNvSpPr/>
            <p:nvPr/>
          </p:nvSpPr>
          <p:spPr>
            <a:xfrm>
              <a:off x="4899260" y="2695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t7128"/>
            <p:cNvSpPr/>
            <p:nvPr/>
          </p:nvSpPr>
          <p:spPr>
            <a:xfrm>
              <a:off x="5139143" y="2062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t7129"/>
            <p:cNvSpPr/>
            <p:nvPr/>
          </p:nvSpPr>
          <p:spPr>
            <a:xfrm>
              <a:off x="5456352" y="2198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t7130"/>
            <p:cNvSpPr/>
            <p:nvPr/>
          </p:nvSpPr>
          <p:spPr>
            <a:xfrm>
              <a:off x="5320391" y="2289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t7131"/>
            <p:cNvSpPr/>
            <p:nvPr/>
          </p:nvSpPr>
          <p:spPr>
            <a:xfrm>
              <a:off x="5356483" y="1876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t7132"/>
            <p:cNvSpPr/>
            <p:nvPr/>
          </p:nvSpPr>
          <p:spPr>
            <a:xfrm>
              <a:off x="4869367" y="2785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t7133"/>
            <p:cNvSpPr/>
            <p:nvPr/>
          </p:nvSpPr>
          <p:spPr>
            <a:xfrm>
              <a:off x="5449650" y="2272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t7134"/>
            <p:cNvSpPr/>
            <p:nvPr/>
          </p:nvSpPr>
          <p:spPr>
            <a:xfrm>
              <a:off x="5227178" y="2033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t7135"/>
            <p:cNvSpPr/>
            <p:nvPr/>
          </p:nvSpPr>
          <p:spPr>
            <a:xfrm>
              <a:off x="5448610" y="2168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t7136"/>
            <p:cNvSpPr/>
            <p:nvPr/>
          </p:nvSpPr>
          <p:spPr>
            <a:xfrm>
              <a:off x="5272984" y="2170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t7137"/>
            <p:cNvSpPr/>
            <p:nvPr/>
          </p:nvSpPr>
          <p:spPr>
            <a:xfrm>
              <a:off x="5327217" y="206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t7138"/>
            <p:cNvSpPr/>
            <p:nvPr/>
          </p:nvSpPr>
          <p:spPr>
            <a:xfrm>
              <a:off x="5284213" y="2094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t7139"/>
            <p:cNvSpPr/>
            <p:nvPr/>
          </p:nvSpPr>
          <p:spPr>
            <a:xfrm>
              <a:off x="5219896" y="2211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t7140"/>
            <p:cNvSpPr/>
            <p:nvPr/>
          </p:nvSpPr>
          <p:spPr>
            <a:xfrm>
              <a:off x="5150922" y="2141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t7141"/>
            <p:cNvSpPr/>
            <p:nvPr/>
          </p:nvSpPr>
          <p:spPr>
            <a:xfrm>
              <a:off x="5449185" y="2288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t7142"/>
            <p:cNvSpPr/>
            <p:nvPr/>
          </p:nvSpPr>
          <p:spPr>
            <a:xfrm>
              <a:off x="5121951" y="2067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t7143"/>
            <p:cNvSpPr/>
            <p:nvPr/>
          </p:nvSpPr>
          <p:spPr>
            <a:xfrm>
              <a:off x="5591351" y="1687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t7144"/>
            <p:cNvSpPr/>
            <p:nvPr/>
          </p:nvSpPr>
          <p:spPr>
            <a:xfrm>
              <a:off x="5549802" y="2014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t7145"/>
            <p:cNvSpPr/>
            <p:nvPr/>
          </p:nvSpPr>
          <p:spPr>
            <a:xfrm>
              <a:off x="5942234" y="2066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t7146"/>
            <p:cNvSpPr/>
            <p:nvPr/>
          </p:nvSpPr>
          <p:spPr>
            <a:xfrm>
              <a:off x="5508226" y="2035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t7147"/>
            <p:cNvSpPr/>
            <p:nvPr/>
          </p:nvSpPr>
          <p:spPr>
            <a:xfrm>
              <a:off x="5548960" y="2006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t7148"/>
            <p:cNvSpPr/>
            <p:nvPr/>
          </p:nvSpPr>
          <p:spPr>
            <a:xfrm>
              <a:off x="5087568" y="2177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t7149"/>
            <p:cNvSpPr/>
            <p:nvPr/>
          </p:nvSpPr>
          <p:spPr>
            <a:xfrm>
              <a:off x="5310518" y="2245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t7150"/>
            <p:cNvSpPr/>
            <p:nvPr/>
          </p:nvSpPr>
          <p:spPr>
            <a:xfrm>
              <a:off x="5823764" y="1635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t7151"/>
            <p:cNvSpPr/>
            <p:nvPr/>
          </p:nvSpPr>
          <p:spPr>
            <a:xfrm>
              <a:off x="4748046" y="2961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t7152"/>
            <p:cNvSpPr/>
            <p:nvPr/>
          </p:nvSpPr>
          <p:spPr>
            <a:xfrm>
              <a:off x="5381760" y="2045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t7153"/>
            <p:cNvSpPr/>
            <p:nvPr/>
          </p:nvSpPr>
          <p:spPr>
            <a:xfrm>
              <a:off x="5260362" y="2132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t7154"/>
            <p:cNvSpPr/>
            <p:nvPr/>
          </p:nvSpPr>
          <p:spPr>
            <a:xfrm>
              <a:off x="5177715" y="2201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t7155"/>
            <p:cNvSpPr/>
            <p:nvPr/>
          </p:nvSpPr>
          <p:spPr>
            <a:xfrm>
              <a:off x="5323706" y="2203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t7156"/>
            <p:cNvSpPr/>
            <p:nvPr/>
          </p:nvSpPr>
          <p:spPr>
            <a:xfrm>
              <a:off x="5211871" y="2167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t7157"/>
            <p:cNvSpPr/>
            <p:nvPr/>
          </p:nvSpPr>
          <p:spPr>
            <a:xfrm>
              <a:off x="5413701" y="2242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t7158"/>
            <p:cNvSpPr/>
            <p:nvPr/>
          </p:nvSpPr>
          <p:spPr>
            <a:xfrm>
              <a:off x="5297671" y="2210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9" name="pt7159"/>
            <p:cNvSpPr/>
            <p:nvPr/>
          </p:nvSpPr>
          <p:spPr>
            <a:xfrm>
              <a:off x="5269505" y="2264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0" name="pt7160"/>
            <p:cNvSpPr/>
            <p:nvPr/>
          </p:nvSpPr>
          <p:spPr>
            <a:xfrm>
              <a:off x="5627642" y="176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1" name="pt7161"/>
            <p:cNvSpPr/>
            <p:nvPr/>
          </p:nvSpPr>
          <p:spPr>
            <a:xfrm>
              <a:off x="5645781" y="1797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2" name="pt7162"/>
            <p:cNvSpPr/>
            <p:nvPr/>
          </p:nvSpPr>
          <p:spPr>
            <a:xfrm>
              <a:off x="5124025" y="2146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3" name="pt7163"/>
            <p:cNvSpPr/>
            <p:nvPr/>
          </p:nvSpPr>
          <p:spPr>
            <a:xfrm>
              <a:off x="5528612" y="1955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4" name="pt7164"/>
            <p:cNvSpPr/>
            <p:nvPr/>
          </p:nvSpPr>
          <p:spPr>
            <a:xfrm>
              <a:off x="4976370" y="2218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5" name="pt7165"/>
            <p:cNvSpPr/>
            <p:nvPr/>
          </p:nvSpPr>
          <p:spPr>
            <a:xfrm>
              <a:off x="5902515" y="2089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6" name="pt7166"/>
            <p:cNvSpPr/>
            <p:nvPr/>
          </p:nvSpPr>
          <p:spPr>
            <a:xfrm>
              <a:off x="5438007" y="2230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7" name="pt7167"/>
            <p:cNvSpPr/>
            <p:nvPr/>
          </p:nvSpPr>
          <p:spPr>
            <a:xfrm>
              <a:off x="5905514" y="2090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8" name="pt7168"/>
            <p:cNvSpPr/>
            <p:nvPr/>
          </p:nvSpPr>
          <p:spPr>
            <a:xfrm>
              <a:off x="5521523" y="1872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9" name="pt7169"/>
            <p:cNvSpPr/>
            <p:nvPr/>
          </p:nvSpPr>
          <p:spPr>
            <a:xfrm>
              <a:off x="5384154" y="2127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0" name="pt7170"/>
            <p:cNvSpPr/>
            <p:nvPr/>
          </p:nvSpPr>
          <p:spPr>
            <a:xfrm>
              <a:off x="5505697" y="2032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1" name="pt7171"/>
            <p:cNvSpPr/>
            <p:nvPr/>
          </p:nvSpPr>
          <p:spPr>
            <a:xfrm>
              <a:off x="4990899" y="1861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2" name="pt7172"/>
            <p:cNvSpPr/>
            <p:nvPr/>
          </p:nvSpPr>
          <p:spPr>
            <a:xfrm>
              <a:off x="5554960" y="2165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3" name="pt7173"/>
            <p:cNvSpPr/>
            <p:nvPr/>
          </p:nvSpPr>
          <p:spPr>
            <a:xfrm>
              <a:off x="5132083" y="1785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4" name="pt7174"/>
            <p:cNvSpPr/>
            <p:nvPr/>
          </p:nvSpPr>
          <p:spPr>
            <a:xfrm>
              <a:off x="5144291" y="2027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5" name="pt7175"/>
            <p:cNvSpPr/>
            <p:nvPr/>
          </p:nvSpPr>
          <p:spPr>
            <a:xfrm>
              <a:off x="5223628" y="2078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6" name="pt7176"/>
            <p:cNvSpPr/>
            <p:nvPr/>
          </p:nvSpPr>
          <p:spPr>
            <a:xfrm>
              <a:off x="5492722" y="193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7" name="pt7177"/>
            <p:cNvSpPr/>
            <p:nvPr/>
          </p:nvSpPr>
          <p:spPr>
            <a:xfrm>
              <a:off x="5221593" y="2175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8" name="pt7178"/>
            <p:cNvSpPr/>
            <p:nvPr/>
          </p:nvSpPr>
          <p:spPr>
            <a:xfrm>
              <a:off x="5561350" y="2011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9" name="pt7179"/>
            <p:cNvSpPr/>
            <p:nvPr/>
          </p:nvSpPr>
          <p:spPr>
            <a:xfrm>
              <a:off x="5566517" y="1856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0" name="pt7180"/>
            <p:cNvSpPr/>
            <p:nvPr/>
          </p:nvSpPr>
          <p:spPr>
            <a:xfrm>
              <a:off x="5040398" y="2609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1" name="pt7181"/>
            <p:cNvSpPr/>
            <p:nvPr/>
          </p:nvSpPr>
          <p:spPr>
            <a:xfrm>
              <a:off x="5695364" y="1984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2" name="pt7182"/>
            <p:cNvSpPr/>
            <p:nvPr/>
          </p:nvSpPr>
          <p:spPr>
            <a:xfrm>
              <a:off x="5622905" y="1772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3" name="pt7183"/>
            <p:cNvSpPr/>
            <p:nvPr/>
          </p:nvSpPr>
          <p:spPr>
            <a:xfrm>
              <a:off x="4953447" y="2438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4" name="pt7184"/>
            <p:cNvSpPr/>
            <p:nvPr/>
          </p:nvSpPr>
          <p:spPr>
            <a:xfrm>
              <a:off x="5143898" y="2189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5" name="pt7185"/>
            <p:cNvSpPr/>
            <p:nvPr/>
          </p:nvSpPr>
          <p:spPr>
            <a:xfrm>
              <a:off x="5100215" y="2162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6" name="pt7186"/>
            <p:cNvSpPr/>
            <p:nvPr/>
          </p:nvSpPr>
          <p:spPr>
            <a:xfrm>
              <a:off x="5551264" y="1990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7" name="pt7187"/>
            <p:cNvSpPr/>
            <p:nvPr/>
          </p:nvSpPr>
          <p:spPr>
            <a:xfrm>
              <a:off x="5478655" y="215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8" name="pt7188"/>
            <p:cNvSpPr/>
            <p:nvPr/>
          </p:nvSpPr>
          <p:spPr>
            <a:xfrm>
              <a:off x="5450088" y="2184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9" name="pt7189"/>
            <p:cNvSpPr/>
            <p:nvPr/>
          </p:nvSpPr>
          <p:spPr>
            <a:xfrm>
              <a:off x="5021299" y="2596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0" name="pt7190"/>
            <p:cNvSpPr/>
            <p:nvPr/>
          </p:nvSpPr>
          <p:spPr>
            <a:xfrm>
              <a:off x="4768921" y="3008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1" name="pt7191"/>
            <p:cNvSpPr/>
            <p:nvPr/>
          </p:nvSpPr>
          <p:spPr>
            <a:xfrm>
              <a:off x="5336752" y="2151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2" name="pt7192"/>
            <p:cNvSpPr/>
            <p:nvPr/>
          </p:nvSpPr>
          <p:spPr>
            <a:xfrm>
              <a:off x="5554663" y="2034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3" name="pt7193"/>
            <p:cNvSpPr/>
            <p:nvPr/>
          </p:nvSpPr>
          <p:spPr>
            <a:xfrm>
              <a:off x="5531858" y="1987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4" name="pt7194"/>
            <p:cNvSpPr/>
            <p:nvPr/>
          </p:nvSpPr>
          <p:spPr>
            <a:xfrm>
              <a:off x="4755812" y="2822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5" name="pt7195"/>
            <p:cNvSpPr/>
            <p:nvPr/>
          </p:nvSpPr>
          <p:spPr>
            <a:xfrm>
              <a:off x="5928956" y="2043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6" name="pt7196"/>
            <p:cNvSpPr/>
            <p:nvPr/>
          </p:nvSpPr>
          <p:spPr>
            <a:xfrm>
              <a:off x="4803085" y="2161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7" name="pt7197"/>
            <p:cNvSpPr/>
            <p:nvPr/>
          </p:nvSpPr>
          <p:spPr>
            <a:xfrm>
              <a:off x="5010727" y="2705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8" name="pt7198"/>
            <p:cNvSpPr/>
            <p:nvPr/>
          </p:nvSpPr>
          <p:spPr>
            <a:xfrm>
              <a:off x="5218770" y="2146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9" name="pt7199"/>
            <p:cNvSpPr/>
            <p:nvPr/>
          </p:nvSpPr>
          <p:spPr>
            <a:xfrm>
              <a:off x="5108203" y="2070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0" name="pt7200"/>
            <p:cNvSpPr/>
            <p:nvPr/>
          </p:nvSpPr>
          <p:spPr>
            <a:xfrm>
              <a:off x="5704286" y="1799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1" name="pt7201"/>
            <p:cNvSpPr/>
            <p:nvPr/>
          </p:nvSpPr>
          <p:spPr>
            <a:xfrm>
              <a:off x="5179322" y="2137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2" name="pt7202"/>
            <p:cNvSpPr/>
            <p:nvPr/>
          </p:nvSpPr>
          <p:spPr>
            <a:xfrm>
              <a:off x="5515264" y="1901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3" name="pt7203"/>
            <p:cNvSpPr/>
            <p:nvPr/>
          </p:nvSpPr>
          <p:spPr>
            <a:xfrm>
              <a:off x="5055286" y="2709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4" name="pt7204"/>
            <p:cNvSpPr/>
            <p:nvPr/>
          </p:nvSpPr>
          <p:spPr>
            <a:xfrm>
              <a:off x="5388630" y="2183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5" name="pt7205"/>
            <p:cNvSpPr/>
            <p:nvPr/>
          </p:nvSpPr>
          <p:spPr>
            <a:xfrm>
              <a:off x="5129760" y="2101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6" name="pt7206"/>
            <p:cNvSpPr/>
            <p:nvPr/>
          </p:nvSpPr>
          <p:spPr>
            <a:xfrm>
              <a:off x="5117422" y="2194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7" name="pt7207"/>
            <p:cNvSpPr/>
            <p:nvPr/>
          </p:nvSpPr>
          <p:spPr>
            <a:xfrm>
              <a:off x="5254608" y="2259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8" name="pt7208"/>
            <p:cNvSpPr/>
            <p:nvPr/>
          </p:nvSpPr>
          <p:spPr>
            <a:xfrm>
              <a:off x="5462499" y="2134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9" name="pt7209"/>
            <p:cNvSpPr/>
            <p:nvPr/>
          </p:nvSpPr>
          <p:spPr>
            <a:xfrm>
              <a:off x="5623822" y="1768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0" name="pt7210"/>
            <p:cNvSpPr/>
            <p:nvPr/>
          </p:nvSpPr>
          <p:spPr>
            <a:xfrm>
              <a:off x="5816886" y="1776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1" name="pt7211"/>
            <p:cNvSpPr/>
            <p:nvPr/>
          </p:nvSpPr>
          <p:spPr>
            <a:xfrm>
              <a:off x="5470991" y="2191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2" name="pt7212"/>
            <p:cNvSpPr/>
            <p:nvPr/>
          </p:nvSpPr>
          <p:spPr>
            <a:xfrm>
              <a:off x="5596347" y="1935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3" name="pt7213"/>
            <p:cNvSpPr/>
            <p:nvPr/>
          </p:nvSpPr>
          <p:spPr>
            <a:xfrm>
              <a:off x="5227416" y="2059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4" name="pt7214"/>
            <p:cNvSpPr/>
            <p:nvPr/>
          </p:nvSpPr>
          <p:spPr>
            <a:xfrm>
              <a:off x="5620313" y="1788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5" name="pt7215"/>
            <p:cNvSpPr/>
            <p:nvPr/>
          </p:nvSpPr>
          <p:spPr>
            <a:xfrm>
              <a:off x="5259681" y="2261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6" name="pt7216"/>
            <p:cNvSpPr/>
            <p:nvPr/>
          </p:nvSpPr>
          <p:spPr>
            <a:xfrm>
              <a:off x="5053343" y="2835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7" name="pt7217"/>
            <p:cNvSpPr/>
            <p:nvPr/>
          </p:nvSpPr>
          <p:spPr>
            <a:xfrm>
              <a:off x="5154679" y="2196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8" name="pt7218"/>
            <p:cNvSpPr/>
            <p:nvPr/>
          </p:nvSpPr>
          <p:spPr>
            <a:xfrm>
              <a:off x="5406664" y="226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9" name="pt7219"/>
            <p:cNvSpPr/>
            <p:nvPr/>
          </p:nvSpPr>
          <p:spPr>
            <a:xfrm>
              <a:off x="5428342" y="2212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0" name="pt7220"/>
            <p:cNvSpPr/>
            <p:nvPr/>
          </p:nvSpPr>
          <p:spPr>
            <a:xfrm>
              <a:off x="4860222" y="2451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1" name="pt7221"/>
            <p:cNvSpPr/>
            <p:nvPr/>
          </p:nvSpPr>
          <p:spPr>
            <a:xfrm>
              <a:off x="5403747" y="2259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2" name="pt7222"/>
            <p:cNvSpPr/>
            <p:nvPr/>
          </p:nvSpPr>
          <p:spPr>
            <a:xfrm>
              <a:off x="4930540" y="2269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3" name="pt7223"/>
            <p:cNvSpPr/>
            <p:nvPr/>
          </p:nvSpPr>
          <p:spPr>
            <a:xfrm>
              <a:off x="5522994" y="1969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4" name="pt7224"/>
            <p:cNvSpPr/>
            <p:nvPr/>
          </p:nvSpPr>
          <p:spPr>
            <a:xfrm>
              <a:off x="5020673" y="262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5" name="pt7225"/>
            <p:cNvSpPr/>
            <p:nvPr/>
          </p:nvSpPr>
          <p:spPr>
            <a:xfrm>
              <a:off x="5525374" y="1939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6" name="pt7226"/>
            <p:cNvSpPr/>
            <p:nvPr/>
          </p:nvSpPr>
          <p:spPr>
            <a:xfrm>
              <a:off x="5420248" y="2091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7" name="pt7227"/>
            <p:cNvSpPr/>
            <p:nvPr/>
          </p:nvSpPr>
          <p:spPr>
            <a:xfrm>
              <a:off x="5898821" y="1800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8" name="pt7228"/>
            <p:cNvSpPr/>
            <p:nvPr/>
          </p:nvSpPr>
          <p:spPr>
            <a:xfrm>
              <a:off x="4715396" y="2720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9" name="pt7229"/>
            <p:cNvSpPr/>
            <p:nvPr/>
          </p:nvSpPr>
          <p:spPr>
            <a:xfrm>
              <a:off x="5347459" y="2173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0" name="pt7230"/>
            <p:cNvSpPr/>
            <p:nvPr/>
          </p:nvSpPr>
          <p:spPr>
            <a:xfrm>
              <a:off x="5337113" y="2141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1" name="pt7231"/>
            <p:cNvSpPr/>
            <p:nvPr/>
          </p:nvSpPr>
          <p:spPr>
            <a:xfrm>
              <a:off x="4923971" y="2471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2" name="pt7232"/>
            <p:cNvSpPr/>
            <p:nvPr/>
          </p:nvSpPr>
          <p:spPr>
            <a:xfrm>
              <a:off x="5525510" y="1911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3" name="pt7233"/>
            <p:cNvSpPr/>
            <p:nvPr/>
          </p:nvSpPr>
          <p:spPr>
            <a:xfrm>
              <a:off x="5176010" y="2129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4" name="pt7234"/>
            <p:cNvSpPr/>
            <p:nvPr/>
          </p:nvSpPr>
          <p:spPr>
            <a:xfrm>
              <a:off x="5041303" y="2654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5" name="pt7235"/>
            <p:cNvSpPr/>
            <p:nvPr/>
          </p:nvSpPr>
          <p:spPr>
            <a:xfrm>
              <a:off x="5030909" y="2630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6" name="pt7236"/>
            <p:cNvSpPr/>
            <p:nvPr/>
          </p:nvSpPr>
          <p:spPr>
            <a:xfrm>
              <a:off x="5197659" y="2079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7" name="pt7237"/>
            <p:cNvSpPr/>
            <p:nvPr/>
          </p:nvSpPr>
          <p:spPr>
            <a:xfrm>
              <a:off x="5447213" y="2252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8" name="pt7238"/>
            <p:cNvSpPr/>
            <p:nvPr/>
          </p:nvSpPr>
          <p:spPr>
            <a:xfrm>
              <a:off x="5088491" y="2169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9" name="pt7239"/>
            <p:cNvSpPr/>
            <p:nvPr/>
          </p:nvSpPr>
          <p:spPr>
            <a:xfrm>
              <a:off x="5921895" y="1880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0" name="pt7240"/>
            <p:cNvSpPr/>
            <p:nvPr/>
          </p:nvSpPr>
          <p:spPr>
            <a:xfrm>
              <a:off x="5540451" y="2019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1" name="pt7241"/>
            <p:cNvSpPr/>
            <p:nvPr/>
          </p:nvSpPr>
          <p:spPr>
            <a:xfrm>
              <a:off x="5664881" y="1876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2" name="pt7242"/>
            <p:cNvSpPr/>
            <p:nvPr/>
          </p:nvSpPr>
          <p:spPr>
            <a:xfrm>
              <a:off x="5177254" y="2083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3" name="pt7243"/>
            <p:cNvSpPr/>
            <p:nvPr/>
          </p:nvSpPr>
          <p:spPr>
            <a:xfrm>
              <a:off x="5000755" y="2603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4" name="pt7244"/>
            <p:cNvSpPr/>
            <p:nvPr/>
          </p:nvSpPr>
          <p:spPr>
            <a:xfrm>
              <a:off x="5331466" y="2158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5" name="pt7245"/>
            <p:cNvSpPr/>
            <p:nvPr/>
          </p:nvSpPr>
          <p:spPr>
            <a:xfrm>
              <a:off x="5079048" y="2237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6" name="pt7246"/>
            <p:cNvSpPr/>
            <p:nvPr/>
          </p:nvSpPr>
          <p:spPr>
            <a:xfrm>
              <a:off x="4955384" y="2350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7" name="pt7247"/>
            <p:cNvSpPr/>
            <p:nvPr/>
          </p:nvSpPr>
          <p:spPr>
            <a:xfrm>
              <a:off x="5768928" y="1629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8" name="pt7248"/>
            <p:cNvSpPr/>
            <p:nvPr/>
          </p:nvSpPr>
          <p:spPr>
            <a:xfrm>
              <a:off x="5553185" y="1975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9" name="pt7249"/>
            <p:cNvSpPr/>
            <p:nvPr/>
          </p:nvSpPr>
          <p:spPr>
            <a:xfrm>
              <a:off x="4841870" y="2327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0" name="pt7250"/>
            <p:cNvSpPr/>
            <p:nvPr/>
          </p:nvSpPr>
          <p:spPr>
            <a:xfrm>
              <a:off x="5507139" y="1976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1" name="pt7251"/>
            <p:cNvSpPr/>
            <p:nvPr/>
          </p:nvSpPr>
          <p:spPr>
            <a:xfrm>
              <a:off x="5006388" y="2558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2" name="pt7252"/>
            <p:cNvSpPr/>
            <p:nvPr/>
          </p:nvSpPr>
          <p:spPr>
            <a:xfrm>
              <a:off x="4605809" y="2612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3" name="pt7253"/>
            <p:cNvSpPr/>
            <p:nvPr/>
          </p:nvSpPr>
          <p:spPr>
            <a:xfrm>
              <a:off x="5157824" y="2154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4" name="pt7254"/>
            <p:cNvSpPr/>
            <p:nvPr/>
          </p:nvSpPr>
          <p:spPr>
            <a:xfrm>
              <a:off x="5128111" y="2143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5" name="pt7255"/>
            <p:cNvSpPr/>
            <p:nvPr/>
          </p:nvSpPr>
          <p:spPr>
            <a:xfrm>
              <a:off x="4952685" y="2452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6" name="pt7256"/>
            <p:cNvSpPr/>
            <p:nvPr/>
          </p:nvSpPr>
          <p:spPr>
            <a:xfrm>
              <a:off x="5526791" y="2009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7" name="pt7257"/>
            <p:cNvSpPr/>
            <p:nvPr/>
          </p:nvSpPr>
          <p:spPr>
            <a:xfrm>
              <a:off x="5496488" y="2071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8" name="pt7258"/>
            <p:cNvSpPr/>
            <p:nvPr/>
          </p:nvSpPr>
          <p:spPr>
            <a:xfrm>
              <a:off x="5470566" y="2291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9" name="pt7259"/>
            <p:cNvSpPr/>
            <p:nvPr/>
          </p:nvSpPr>
          <p:spPr>
            <a:xfrm>
              <a:off x="5144078" y="2163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0" name="pt7260"/>
            <p:cNvSpPr/>
            <p:nvPr/>
          </p:nvSpPr>
          <p:spPr>
            <a:xfrm>
              <a:off x="5345651" y="2157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1" name="pt7261"/>
            <p:cNvSpPr/>
            <p:nvPr/>
          </p:nvSpPr>
          <p:spPr>
            <a:xfrm>
              <a:off x="5687529" y="1989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2" name="pt7262"/>
            <p:cNvSpPr/>
            <p:nvPr/>
          </p:nvSpPr>
          <p:spPr>
            <a:xfrm>
              <a:off x="5363195" y="1916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3" name="pt7263"/>
            <p:cNvSpPr/>
            <p:nvPr/>
          </p:nvSpPr>
          <p:spPr>
            <a:xfrm>
              <a:off x="5336166" y="2180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4" name="pt7264"/>
            <p:cNvSpPr/>
            <p:nvPr/>
          </p:nvSpPr>
          <p:spPr>
            <a:xfrm>
              <a:off x="5204895" y="2083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5" name="pt7265"/>
            <p:cNvSpPr/>
            <p:nvPr/>
          </p:nvSpPr>
          <p:spPr>
            <a:xfrm>
              <a:off x="5001163" y="2502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6" name="pt7266"/>
            <p:cNvSpPr/>
            <p:nvPr/>
          </p:nvSpPr>
          <p:spPr>
            <a:xfrm>
              <a:off x="5424665" y="2149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7" name="pt7267"/>
            <p:cNvSpPr/>
            <p:nvPr/>
          </p:nvSpPr>
          <p:spPr>
            <a:xfrm>
              <a:off x="5458654" y="2127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8" name="pt7268"/>
            <p:cNvSpPr/>
            <p:nvPr/>
          </p:nvSpPr>
          <p:spPr>
            <a:xfrm>
              <a:off x="5346674" y="2105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9" name="pt7269"/>
            <p:cNvSpPr/>
            <p:nvPr/>
          </p:nvSpPr>
          <p:spPr>
            <a:xfrm>
              <a:off x="5639283" y="1832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0" name="pt7270"/>
            <p:cNvSpPr/>
            <p:nvPr/>
          </p:nvSpPr>
          <p:spPr>
            <a:xfrm>
              <a:off x="5510182" y="2050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1" name="pt7271"/>
            <p:cNvSpPr/>
            <p:nvPr/>
          </p:nvSpPr>
          <p:spPr>
            <a:xfrm>
              <a:off x="4960358" y="2667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2" name="pt7272"/>
            <p:cNvSpPr/>
            <p:nvPr/>
          </p:nvSpPr>
          <p:spPr>
            <a:xfrm>
              <a:off x="5434656" y="2242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3" name="pt7273"/>
            <p:cNvSpPr/>
            <p:nvPr/>
          </p:nvSpPr>
          <p:spPr>
            <a:xfrm>
              <a:off x="5034648" y="265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4" name="pt7274"/>
            <p:cNvSpPr/>
            <p:nvPr/>
          </p:nvSpPr>
          <p:spPr>
            <a:xfrm>
              <a:off x="5052305" y="2711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5" name="pt7275"/>
            <p:cNvSpPr/>
            <p:nvPr/>
          </p:nvSpPr>
          <p:spPr>
            <a:xfrm>
              <a:off x="5031109" y="2796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6" name="pt7276"/>
            <p:cNvSpPr/>
            <p:nvPr/>
          </p:nvSpPr>
          <p:spPr>
            <a:xfrm>
              <a:off x="5463311" y="2268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7" name="pt7277"/>
            <p:cNvSpPr/>
            <p:nvPr/>
          </p:nvSpPr>
          <p:spPr>
            <a:xfrm>
              <a:off x="5342576" y="2096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8" name="pt7278"/>
            <p:cNvSpPr/>
            <p:nvPr/>
          </p:nvSpPr>
          <p:spPr>
            <a:xfrm>
              <a:off x="5600104" y="1973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9" name="pt7279"/>
            <p:cNvSpPr/>
            <p:nvPr/>
          </p:nvSpPr>
          <p:spPr>
            <a:xfrm>
              <a:off x="5315390" y="2283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0" name="pt7280"/>
            <p:cNvSpPr/>
            <p:nvPr/>
          </p:nvSpPr>
          <p:spPr>
            <a:xfrm>
              <a:off x="5242316" y="2089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1" name="pt7281"/>
            <p:cNvSpPr/>
            <p:nvPr/>
          </p:nvSpPr>
          <p:spPr>
            <a:xfrm>
              <a:off x="5037374" y="2612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2" name="pt7282"/>
            <p:cNvSpPr/>
            <p:nvPr/>
          </p:nvSpPr>
          <p:spPr>
            <a:xfrm>
              <a:off x="4885437" y="2493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3" name="pt7283"/>
            <p:cNvSpPr/>
            <p:nvPr/>
          </p:nvSpPr>
          <p:spPr>
            <a:xfrm>
              <a:off x="5509955" y="1978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4" name="pt7284"/>
            <p:cNvSpPr/>
            <p:nvPr/>
          </p:nvSpPr>
          <p:spPr>
            <a:xfrm>
              <a:off x="5582960" y="1627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5" name="pt7285"/>
            <p:cNvSpPr/>
            <p:nvPr/>
          </p:nvSpPr>
          <p:spPr>
            <a:xfrm>
              <a:off x="4907697" y="2581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6" name="pt7286"/>
            <p:cNvSpPr/>
            <p:nvPr/>
          </p:nvSpPr>
          <p:spPr>
            <a:xfrm>
              <a:off x="5377241" y="2099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7" name="pt7287"/>
            <p:cNvSpPr/>
            <p:nvPr/>
          </p:nvSpPr>
          <p:spPr>
            <a:xfrm>
              <a:off x="5474432" y="2271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8" name="pt7288"/>
            <p:cNvSpPr/>
            <p:nvPr/>
          </p:nvSpPr>
          <p:spPr>
            <a:xfrm>
              <a:off x="5584892" y="1696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9" name="pt7289"/>
            <p:cNvSpPr/>
            <p:nvPr/>
          </p:nvSpPr>
          <p:spPr>
            <a:xfrm>
              <a:off x="5725536" y="1862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0" name="pt7290"/>
            <p:cNvSpPr/>
            <p:nvPr/>
          </p:nvSpPr>
          <p:spPr>
            <a:xfrm>
              <a:off x="5274940" y="2016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1" name="pt7291"/>
            <p:cNvSpPr/>
            <p:nvPr/>
          </p:nvSpPr>
          <p:spPr>
            <a:xfrm>
              <a:off x="5258365" y="2281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2" name="pt7292"/>
            <p:cNvSpPr/>
            <p:nvPr/>
          </p:nvSpPr>
          <p:spPr>
            <a:xfrm>
              <a:off x="5724569" y="2043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3" name="pt7293"/>
            <p:cNvSpPr/>
            <p:nvPr/>
          </p:nvSpPr>
          <p:spPr>
            <a:xfrm>
              <a:off x="5230690" y="2140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4" name="pt7294"/>
            <p:cNvSpPr/>
            <p:nvPr/>
          </p:nvSpPr>
          <p:spPr>
            <a:xfrm>
              <a:off x="5521080" y="1861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5" name="pt7295"/>
            <p:cNvSpPr/>
            <p:nvPr/>
          </p:nvSpPr>
          <p:spPr>
            <a:xfrm>
              <a:off x="4651320" y="2794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6" name="pt7296"/>
            <p:cNvSpPr/>
            <p:nvPr/>
          </p:nvSpPr>
          <p:spPr>
            <a:xfrm>
              <a:off x="4928064" y="2083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7" name="pt7297"/>
            <p:cNvSpPr/>
            <p:nvPr/>
          </p:nvSpPr>
          <p:spPr>
            <a:xfrm>
              <a:off x="5132750" y="1817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8" name="pt7298"/>
            <p:cNvSpPr/>
            <p:nvPr/>
          </p:nvSpPr>
          <p:spPr>
            <a:xfrm>
              <a:off x="5366513" y="1938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9" name="pt7299"/>
            <p:cNvSpPr/>
            <p:nvPr/>
          </p:nvSpPr>
          <p:spPr>
            <a:xfrm>
              <a:off x="5248971" y="2249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0" name="pt7300"/>
            <p:cNvSpPr/>
            <p:nvPr/>
          </p:nvSpPr>
          <p:spPr>
            <a:xfrm>
              <a:off x="5433397" y="2223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1" name="pt7301"/>
            <p:cNvSpPr/>
            <p:nvPr/>
          </p:nvSpPr>
          <p:spPr>
            <a:xfrm>
              <a:off x="4922466" y="210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2" name="pt7302"/>
            <p:cNvSpPr/>
            <p:nvPr/>
          </p:nvSpPr>
          <p:spPr>
            <a:xfrm>
              <a:off x="4984268" y="1911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3" name="pt7303"/>
            <p:cNvSpPr/>
            <p:nvPr/>
          </p:nvSpPr>
          <p:spPr>
            <a:xfrm>
              <a:off x="5442878" y="2031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4" name="pt7304"/>
            <p:cNvSpPr/>
            <p:nvPr/>
          </p:nvSpPr>
          <p:spPr>
            <a:xfrm>
              <a:off x="5170808" y="2262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5" name="pt7305"/>
            <p:cNvSpPr/>
            <p:nvPr/>
          </p:nvSpPr>
          <p:spPr>
            <a:xfrm>
              <a:off x="5181327" y="2041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6" name="pt7306"/>
            <p:cNvSpPr/>
            <p:nvPr/>
          </p:nvSpPr>
          <p:spPr>
            <a:xfrm>
              <a:off x="5132353" y="1791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7" name="pt7307"/>
            <p:cNvSpPr/>
            <p:nvPr/>
          </p:nvSpPr>
          <p:spPr>
            <a:xfrm>
              <a:off x="5411780" y="214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8" name="pt7308"/>
            <p:cNvSpPr/>
            <p:nvPr/>
          </p:nvSpPr>
          <p:spPr>
            <a:xfrm>
              <a:off x="5242640" y="2138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9" name="pt7309"/>
            <p:cNvSpPr/>
            <p:nvPr/>
          </p:nvSpPr>
          <p:spPr>
            <a:xfrm>
              <a:off x="5663372" y="1948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0" name="pt7310"/>
            <p:cNvSpPr/>
            <p:nvPr/>
          </p:nvSpPr>
          <p:spPr>
            <a:xfrm>
              <a:off x="5057901" y="257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1" name="pt7311"/>
            <p:cNvSpPr/>
            <p:nvPr/>
          </p:nvSpPr>
          <p:spPr>
            <a:xfrm>
              <a:off x="5236779" y="2188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2" name="pt7312"/>
            <p:cNvSpPr/>
            <p:nvPr/>
          </p:nvSpPr>
          <p:spPr>
            <a:xfrm>
              <a:off x="5773880" y="1647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3" name="pt7313"/>
            <p:cNvSpPr/>
            <p:nvPr/>
          </p:nvSpPr>
          <p:spPr>
            <a:xfrm>
              <a:off x="4963354" y="2492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4" name="pt7314"/>
            <p:cNvSpPr/>
            <p:nvPr/>
          </p:nvSpPr>
          <p:spPr>
            <a:xfrm>
              <a:off x="5190707" y="2188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5" name="pt7315"/>
            <p:cNvSpPr/>
            <p:nvPr/>
          </p:nvSpPr>
          <p:spPr>
            <a:xfrm>
              <a:off x="5357960" y="206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6" name="pt7316"/>
            <p:cNvSpPr/>
            <p:nvPr/>
          </p:nvSpPr>
          <p:spPr>
            <a:xfrm>
              <a:off x="5485822" y="1994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7" name="pt7317"/>
            <p:cNvSpPr/>
            <p:nvPr/>
          </p:nvSpPr>
          <p:spPr>
            <a:xfrm>
              <a:off x="5317053" y="2214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8" name="pt7318"/>
            <p:cNvSpPr/>
            <p:nvPr/>
          </p:nvSpPr>
          <p:spPr>
            <a:xfrm>
              <a:off x="5385664" y="1955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9" name="pt7319"/>
            <p:cNvSpPr/>
            <p:nvPr/>
          </p:nvSpPr>
          <p:spPr>
            <a:xfrm>
              <a:off x="4966837" y="2422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0" name="pt7320"/>
            <p:cNvSpPr/>
            <p:nvPr/>
          </p:nvSpPr>
          <p:spPr>
            <a:xfrm>
              <a:off x="5437292" y="2045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1" name="pt7321"/>
            <p:cNvSpPr/>
            <p:nvPr/>
          </p:nvSpPr>
          <p:spPr>
            <a:xfrm>
              <a:off x="5223859" y="2206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2" name="pt7322"/>
            <p:cNvSpPr/>
            <p:nvPr/>
          </p:nvSpPr>
          <p:spPr>
            <a:xfrm>
              <a:off x="5018458" y="2557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3" name="pt7323"/>
            <p:cNvSpPr/>
            <p:nvPr/>
          </p:nvSpPr>
          <p:spPr>
            <a:xfrm>
              <a:off x="5561976" y="1916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4" name="pt7324"/>
            <p:cNvSpPr/>
            <p:nvPr/>
          </p:nvSpPr>
          <p:spPr>
            <a:xfrm>
              <a:off x="5070007" y="2322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5" name="pt7325"/>
            <p:cNvSpPr/>
            <p:nvPr/>
          </p:nvSpPr>
          <p:spPr>
            <a:xfrm>
              <a:off x="5238582" y="2168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6" name="pt7326"/>
            <p:cNvSpPr/>
            <p:nvPr/>
          </p:nvSpPr>
          <p:spPr>
            <a:xfrm>
              <a:off x="5430217" y="2031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7" name="pt7327"/>
            <p:cNvSpPr/>
            <p:nvPr/>
          </p:nvSpPr>
          <p:spPr>
            <a:xfrm>
              <a:off x="5259051" y="2199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8" name="pt7328"/>
            <p:cNvSpPr/>
            <p:nvPr/>
          </p:nvSpPr>
          <p:spPr>
            <a:xfrm>
              <a:off x="5365895" y="1983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9" name="pt7329"/>
            <p:cNvSpPr/>
            <p:nvPr/>
          </p:nvSpPr>
          <p:spPr>
            <a:xfrm>
              <a:off x="5168355" y="2172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0" name="pt7330"/>
            <p:cNvSpPr/>
            <p:nvPr/>
          </p:nvSpPr>
          <p:spPr>
            <a:xfrm>
              <a:off x="5566277" y="1969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1" name="pt7331"/>
            <p:cNvSpPr/>
            <p:nvPr/>
          </p:nvSpPr>
          <p:spPr>
            <a:xfrm>
              <a:off x="5202657" y="1902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2" name="pt7332"/>
            <p:cNvSpPr/>
            <p:nvPr/>
          </p:nvSpPr>
          <p:spPr>
            <a:xfrm>
              <a:off x="5505392" y="1995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3" name="pt7333"/>
            <p:cNvSpPr/>
            <p:nvPr/>
          </p:nvSpPr>
          <p:spPr>
            <a:xfrm>
              <a:off x="5032875" y="2552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4" name="pt7334"/>
            <p:cNvSpPr/>
            <p:nvPr/>
          </p:nvSpPr>
          <p:spPr>
            <a:xfrm>
              <a:off x="5666140" y="2046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5" name="pt7335"/>
            <p:cNvSpPr/>
            <p:nvPr/>
          </p:nvSpPr>
          <p:spPr>
            <a:xfrm>
              <a:off x="5329167" y="2147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6" name="pt7336"/>
            <p:cNvSpPr/>
            <p:nvPr/>
          </p:nvSpPr>
          <p:spPr>
            <a:xfrm>
              <a:off x="5599215" y="1830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7" name="pt7337"/>
            <p:cNvSpPr/>
            <p:nvPr/>
          </p:nvSpPr>
          <p:spPr>
            <a:xfrm>
              <a:off x="5165354" y="2168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8" name="pt7338"/>
            <p:cNvSpPr/>
            <p:nvPr/>
          </p:nvSpPr>
          <p:spPr>
            <a:xfrm>
              <a:off x="5073559" y="2274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9" name="pt7339"/>
            <p:cNvSpPr/>
            <p:nvPr/>
          </p:nvSpPr>
          <p:spPr>
            <a:xfrm>
              <a:off x="5119396" y="2142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0" name="pt7340"/>
            <p:cNvSpPr/>
            <p:nvPr/>
          </p:nvSpPr>
          <p:spPr>
            <a:xfrm>
              <a:off x="5102580" y="2160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1" name="pt7341"/>
            <p:cNvSpPr/>
            <p:nvPr/>
          </p:nvSpPr>
          <p:spPr>
            <a:xfrm>
              <a:off x="4853921" y="2440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2" name="pt7342"/>
            <p:cNvSpPr/>
            <p:nvPr/>
          </p:nvSpPr>
          <p:spPr>
            <a:xfrm>
              <a:off x="5071309" y="2475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3" name="pt7343"/>
            <p:cNvSpPr/>
            <p:nvPr/>
          </p:nvSpPr>
          <p:spPr>
            <a:xfrm>
              <a:off x="5107136" y="2217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4" name="pt7344"/>
            <p:cNvSpPr/>
            <p:nvPr/>
          </p:nvSpPr>
          <p:spPr>
            <a:xfrm>
              <a:off x="5411479" y="2295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5" name="pt7345"/>
            <p:cNvSpPr/>
            <p:nvPr/>
          </p:nvSpPr>
          <p:spPr>
            <a:xfrm>
              <a:off x="5773041" y="1800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6" name="pt7346"/>
            <p:cNvSpPr/>
            <p:nvPr/>
          </p:nvSpPr>
          <p:spPr>
            <a:xfrm>
              <a:off x="5590586" y="1636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7" name="pt7347"/>
            <p:cNvSpPr/>
            <p:nvPr/>
          </p:nvSpPr>
          <p:spPr>
            <a:xfrm>
              <a:off x="4901543" y="2630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8" name="pt7348"/>
            <p:cNvSpPr/>
            <p:nvPr/>
          </p:nvSpPr>
          <p:spPr>
            <a:xfrm>
              <a:off x="4900343" y="2590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9" name="pt7349"/>
            <p:cNvSpPr/>
            <p:nvPr/>
          </p:nvSpPr>
          <p:spPr>
            <a:xfrm>
              <a:off x="5279306" y="2021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0" name="pt7350"/>
            <p:cNvSpPr/>
            <p:nvPr/>
          </p:nvSpPr>
          <p:spPr>
            <a:xfrm>
              <a:off x="5647671" y="184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1" name="pt7351"/>
            <p:cNvSpPr/>
            <p:nvPr/>
          </p:nvSpPr>
          <p:spPr>
            <a:xfrm>
              <a:off x="5328470" y="2024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2" name="pt7352"/>
            <p:cNvSpPr/>
            <p:nvPr/>
          </p:nvSpPr>
          <p:spPr>
            <a:xfrm>
              <a:off x="5322698" y="2245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3" name="pt7353"/>
            <p:cNvSpPr/>
            <p:nvPr/>
          </p:nvSpPr>
          <p:spPr>
            <a:xfrm>
              <a:off x="5447218" y="2119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4" name="pt7354"/>
            <p:cNvSpPr/>
            <p:nvPr/>
          </p:nvSpPr>
          <p:spPr>
            <a:xfrm>
              <a:off x="5122519" y="2102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5" name="pt7355"/>
            <p:cNvSpPr/>
            <p:nvPr/>
          </p:nvSpPr>
          <p:spPr>
            <a:xfrm>
              <a:off x="5286233" y="1963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6" name="pt7356"/>
            <p:cNvSpPr/>
            <p:nvPr/>
          </p:nvSpPr>
          <p:spPr>
            <a:xfrm>
              <a:off x="5803676" y="2011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7" name="pt7357"/>
            <p:cNvSpPr/>
            <p:nvPr/>
          </p:nvSpPr>
          <p:spPr>
            <a:xfrm>
              <a:off x="5214516" y="2202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8" name="pt7358"/>
            <p:cNvSpPr/>
            <p:nvPr/>
          </p:nvSpPr>
          <p:spPr>
            <a:xfrm>
              <a:off x="5544738" y="1993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9" name="pt7359"/>
            <p:cNvSpPr/>
            <p:nvPr/>
          </p:nvSpPr>
          <p:spPr>
            <a:xfrm>
              <a:off x="5311798" y="2210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0" name="pt7360"/>
            <p:cNvSpPr/>
            <p:nvPr/>
          </p:nvSpPr>
          <p:spPr>
            <a:xfrm>
              <a:off x="5642851" y="1822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1" name="pt7361"/>
            <p:cNvSpPr/>
            <p:nvPr/>
          </p:nvSpPr>
          <p:spPr>
            <a:xfrm>
              <a:off x="5230416" y="2218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2" name="pt7362"/>
            <p:cNvSpPr/>
            <p:nvPr/>
          </p:nvSpPr>
          <p:spPr>
            <a:xfrm>
              <a:off x="5362408" y="1892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3" name="pt7363"/>
            <p:cNvSpPr/>
            <p:nvPr/>
          </p:nvSpPr>
          <p:spPr>
            <a:xfrm>
              <a:off x="5215402" y="2172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4" name="pt7364"/>
            <p:cNvSpPr/>
            <p:nvPr/>
          </p:nvSpPr>
          <p:spPr>
            <a:xfrm>
              <a:off x="5309891" y="2164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5" name="pt7365"/>
            <p:cNvSpPr/>
            <p:nvPr/>
          </p:nvSpPr>
          <p:spPr>
            <a:xfrm>
              <a:off x="5395084" y="2140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6" name="pt7366"/>
            <p:cNvSpPr/>
            <p:nvPr/>
          </p:nvSpPr>
          <p:spPr>
            <a:xfrm>
              <a:off x="5340341" y="2077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7" name="pt7367"/>
            <p:cNvSpPr/>
            <p:nvPr/>
          </p:nvSpPr>
          <p:spPr>
            <a:xfrm>
              <a:off x="5182024" y="217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8" name="pt7368"/>
            <p:cNvSpPr/>
            <p:nvPr/>
          </p:nvSpPr>
          <p:spPr>
            <a:xfrm>
              <a:off x="5512979" y="1926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9" name="pt7369"/>
            <p:cNvSpPr/>
            <p:nvPr/>
          </p:nvSpPr>
          <p:spPr>
            <a:xfrm>
              <a:off x="5318709" y="2323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0" name="pt7370"/>
            <p:cNvSpPr/>
            <p:nvPr/>
          </p:nvSpPr>
          <p:spPr>
            <a:xfrm>
              <a:off x="5454476" y="2197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1" name="pt7371"/>
            <p:cNvSpPr/>
            <p:nvPr/>
          </p:nvSpPr>
          <p:spPr>
            <a:xfrm>
              <a:off x="5239543" y="2160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2" name="pt7372"/>
            <p:cNvSpPr/>
            <p:nvPr/>
          </p:nvSpPr>
          <p:spPr>
            <a:xfrm>
              <a:off x="5436511" y="2291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3" name="pt7373"/>
            <p:cNvSpPr/>
            <p:nvPr/>
          </p:nvSpPr>
          <p:spPr>
            <a:xfrm>
              <a:off x="5445886" y="2223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4" name="pt7374"/>
            <p:cNvSpPr/>
            <p:nvPr/>
          </p:nvSpPr>
          <p:spPr>
            <a:xfrm>
              <a:off x="5263369" y="2140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5" name="pt7375"/>
            <p:cNvSpPr/>
            <p:nvPr/>
          </p:nvSpPr>
          <p:spPr>
            <a:xfrm>
              <a:off x="5146754" y="2050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6" name="pt7376"/>
            <p:cNvSpPr/>
            <p:nvPr/>
          </p:nvSpPr>
          <p:spPr>
            <a:xfrm>
              <a:off x="5674929" y="1853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7" name="pt7377"/>
            <p:cNvSpPr/>
            <p:nvPr/>
          </p:nvSpPr>
          <p:spPr>
            <a:xfrm>
              <a:off x="5609588" y="203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8" name="pt7378"/>
            <p:cNvSpPr/>
            <p:nvPr/>
          </p:nvSpPr>
          <p:spPr>
            <a:xfrm>
              <a:off x="5366719" y="1861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9" name="pt7379"/>
            <p:cNvSpPr/>
            <p:nvPr/>
          </p:nvSpPr>
          <p:spPr>
            <a:xfrm>
              <a:off x="5023074" y="2793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0" name="pt7380"/>
            <p:cNvSpPr/>
            <p:nvPr/>
          </p:nvSpPr>
          <p:spPr>
            <a:xfrm>
              <a:off x="5345427" y="2195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1" name="pt7381"/>
            <p:cNvSpPr/>
            <p:nvPr/>
          </p:nvSpPr>
          <p:spPr>
            <a:xfrm>
              <a:off x="5264356" y="2181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2" name="pt7382"/>
            <p:cNvSpPr/>
            <p:nvPr/>
          </p:nvSpPr>
          <p:spPr>
            <a:xfrm>
              <a:off x="5424048" y="2049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3" name="pt7383"/>
            <p:cNvSpPr/>
            <p:nvPr/>
          </p:nvSpPr>
          <p:spPr>
            <a:xfrm>
              <a:off x="5636894" y="1840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4" name="pt7384"/>
            <p:cNvSpPr/>
            <p:nvPr/>
          </p:nvSpPr>
          <p:spPr>
            <a:xfrm>
              <a:off x="4948080" y="2591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5" name="pt7385"/>
            <p:cNvSpPr/>
            <p:nvPr/>
          </p:nvSpPr>
          <p:spPr>
            <a:xfrm>
              <a:off x="5234393" y="2204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6" name="pt7386"/>
            <p:cNvSpPr/>
            <p:nvPr/>
          </p:nvSpPr>
          <p:spPr>
            <a:xfrm>
              <a:off x="5369605" y="1918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7" name="pt7387"/>
            <p:cNvSpPr/>
            <p:nvPr/>
          </p:nvSpPr>
          <p:spPr>
            <a:xfrm>
              <a:off x="5351875" y="2095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8" name="pt7388"/>
            <p:cNvSpPr/>
            <p:nvPr/>
          </p:nvSpPr>
          <p:spPr>
            <a:xfrm>
              <a:off x="5564762" y="1836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9" name="pt7389"/>
            <p:cNvSpPr/>
            <p:nvPr/>
          </p:nvSpPr>
          <p:spPr>
            <a:xfrm>
              <a:off x="5505924" y="2015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0" name="pt7390"/>
            <p:cNvSpPr/>
            <p:nvPr/>
          </p:nvSpPr>
          <p:spPr>
            <a:xfrm>
              <a:off x="5299070" y="2214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1" name="pt7391"/>
            <p:cNvSpPr/>
            <p:nvPr/>
          </p:nvSpPr>
          <p:spPr>
            <a:xfrm>
              <a:off x="5354892" y="2000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2" name="pt7392"/>
            <p:cNvSpPr/>
            <p:nvPr/>
          </p:nvSpPr>
          <p:spPr>
            <a:xfrm>
              <a:off x="5352078" y="2017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3" name="pt7393"/>
            <p:cNvSpPr/>
            <p:nvPr/>
          </p:nvSpPr>
          <p:spPr>
            <a:xfrm>
              <a:off x="4906552" y="2207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4" name="pt7394"/>
            <p:cNvSpPr/>
            <p:nvPr/>
          </p:nvSpPr>
          <p:spPr>
            <a:xfrm>
              <a:off x="5517883" y="1966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5" name="pt7395"/>
            <p:cNvSpPr/>
            <p:nvPr/>
          </p:nvSpPr>
          <p:spPr>
            <a:xfrm>
              <a:off x="5317316" y="2236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6" name="pt7396"/>
            <p:cNvSpPr/>
            <p:nvPr/>
          </p:nvSpPr>
          <p:spPr>
            <a:xfrm>
              <a:off x="4894704" y="246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7" name="pt7397"/>
            <p:cNvSpPr/>
            <p:nvPr/>
          </p:nvSpPr>
          <p:spPr>
            <a:xfrm>
              <a:off x="5440991" y="2070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8" name="pt7398"/>
            <p:cNvSpPr/>
            <p:nvPr/>
          </p:nvSpPr>
          <p:spPr>
            <a:xfrm>
              <a:off x="5350646" y="2127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9" name="pt7399"/>
            <p:cNvSpPr/>
            <p:nvPr/>
          </p:nvSpPr>
          <p:spPr>
            <a:xfrm>
              <a:off x="5266522" y="223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0" name="pt7400"/>
            <p:cNvSpPr/>
            <p:nvPr/>
          </p:nvSpPr>
          <p:spPr>
            <a:xfrm>
              <a:off x="5309181" y="2216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1" name="pt7401"/>
            <p:cNvSpPr/>
            <p:nvPr/>
          </p:nvSpPr>
          <p:spPr>
            <a:xfrm>
              <a:off x="4856673" y="2456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2" name="pt7402"/>
            <p:cNvSpPr/>
            <p:nvPr/>
          </p:nvSpPr>
          <p:spPr>
            <a:xfrm>
              <a:off x="5118954" y="2186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3" name="pt7403"/>
            <p:cNvSpPr/>
            <p:nvPr/>
          </p:nvSpPr>
          <p:spPr>
            <a:xfrm>
              <a:off x="5455787" y="2163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4" name="pt7404"/>
            <p:cNvSpPr/>
            <p:nvPr/>
          </p:nvSpPr>
          <p:spPr>
            <a:xfrm>
              <a:off x="5013017" y="2749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5" name="pt7405"/>
            <p:cNvSpPr/>
            <p:nvPr/>
          </p:nvSpPr>
          <p:spPr>
            <a:xfrm>
              <a:off x="5341086" y="2177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6" name="pt7406"/>
            <p:cNvSpPr/>
            <p:nvPr/>
          </p:nvSpPr>
          <p:spPr>
            <a:xfrm>
              <a:off x="5482291" y="2203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7" name="pt7407"/>
            <p:cNvSpPr/>
            <p:nvPr/>
          </p:nvSpPr>
          <p:spPr>
            <a:xfrm>
              <a:off x="5629022" y="1910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8" name="pt7408"/>
            <p:cNvSpPr/>
            <p:nvPr/>
          </p:nvSpPr>
          <p:spPr>
            <a:xfrm>
              <a:off x="5230462" y="2193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9" name="pt7409"/>
            <p:cNvSpPr/>
            <p:nvPr/>
          </p:nvSpPr>
          <p:spPr>
            <a:xfrm>
              <a:off x="5614405" y="1944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0" name="pt7410"/>
            <p:cNvSpPr/>
            <p:nvPr/>
          </p:nvSpPr>
          <p:spPr>
            <a:xfrm>
              <a:off x="5568707" y="1821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1" name="pt7411"/>
            <p:cNvSpPr/>
            <p:nvPr/>
          </p:nvSpPr>
          <p:spPr>
            <a:xfrm>
              <a:off x="5015541" y="2530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2" name="pt7412"/>
            <p:cNvSpPr/>
            <p:nvPr/>
          </p:nvSpPr>
          <p:spPr>
            <a:xfrm>
              <a:off x="5006892" y="2465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3" name="pt7413"/>
            <p:cNvSpPr/>
            <p:nvPr/>
          </p:nvSpPr>
          <p:spPr>
            <a:xfrm>
              <a:off x="5571177" y="1807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4" name="pt7414"/>
            <p:cNvSpPr/>
            <p:nvPr/>
          </p:nvSpPr>
          <p:spPr>
            <a:xfrm>
              <a:off x="5384168" y="2023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5" name="pt7415"/>
            <p:cNvSpPr/>
            <p:nvPr/>
          </p:nvSpPr>
          <p:spPr>
            <a:xfrm>
              <a:off x="5436060" y="2105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6" name="pt7416"/>
            <p:cNvSpPr/>
            <p:nvPr/>
          </p:nvSpPr>
          <p:spPr>
            <a:xfrm>
              <a:off x="4949924" y="2589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7" name="pt7417"/>
            <p:cNvSpPr/>
            <p:nvPr/>
          </p:nvSpPr>
          <p:spPr>
            <a:xfrm>
              <a:off x="5748390" y="1980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8" name="pt7418"/>
            <p:cNvSpPr/>
            <p:nvPr/>
          </p:nvSpPr>
          <p:spPr>
            <a:xfrm>
              <a:off x="5142392" y="2116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9" name="pt7419"/>
            <p:cNvSpPr/>
            <p:nvPr/>
          </p:nvSpPr>
          <p:spPr>
            <a:xfrm>
              <a:off x="5463746" y="2195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0" name="pt7420"/>
            <p:cNvSpPr/>
            <p:nvPr/>
          </p:nvSpPr>
          <p:spPr>
            <a:xfrm>
              <a:off x="5340423" y="2167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1" name="pt7421"/>
            <p:cNvSpPr/>
            <p:nvPr/>
          </p:nvSpPr>
          <p:spPr>
            <a:xfrm>
              <a:off x="5702272" y="2059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2" name="pt7422"/>
            <p:cNvSpPr/>
            <p:nvPr/>
          </p:nvSpPr>
          <p:spPr>
            <a:xfrm>
              <a:off x="5484101" y="2240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3" name="pt7423"/>
            <p:cNvSpPr/>
            <p:nvPr/>
          </p:nvSpPr>
          <p:spPr>
            <a:xfrm>
              <a:off x="5350600" y="2049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4" name="pt7424"/>
            <p:cNvSpPr/>
            <p:nvPr/>
          </p:nvSpPr>
          <p:spPr>
            <a:xfrm>
              <a:off x="5358519" y="2009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5" name="pt7425"/>
            <p:cNvSpPr/>
            <p:nvPr/>
          </p:nvSpPr>
          <p:spPr>
            <a:xfrm>
              <a:off x="4907864" y="2569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6" name="pt7426"/>
            <p:cNvSpPr/>
            <p:nvPr/>
          </p:nvSpPr>
          <p:spPr>
            <a:xfrm>
              <a:off x="5373991" y="2039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7" name="pt7427"/>
            <p:cNvSpPr/>
            <p:nvPr/>
          </p:nvSpPr>
          <p:spPr>
            <a:xfrm>
              <a:off x="5180140" y="2108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8" name="pt7428"/>
            <p:cNvSpPr/>
            <p:nvPr/>
          </p:nvSpPr>
          <p:spPr>
            <a:xfrm>
              <a:off x="5690403" y="2073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9" name="pt7429"/>
            <p:cNvSpPr/>
            <p:nvPr/>
          </p:nvSpPr>
          <p:spPr>
            <a:xfrm>
              <a:off x="5713309" y="1823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0" name="pt7430"/>
            <p:cNvSpPr/>
            <p:nvPr/>
          </p:nvSpPr>
          <p:spPr>
            <a:xfrm>
              <a:off x="4993991" y="2070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1" name="pt7431"/>
            <p:cNvSpPr/>
            <p:nvPr/>
          </p:nvSpPr>
          <p:spPr>
            <a:xfrm>
              <a:off x="5436238" y="2120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2" name="pt7432"/>
            <p:cNvSpPr/>
            <p:nvPr/>
          </p:nvSpPr>
          <p:spPr>
            <a:xfrm>
              <a:off x="5300256" y="2167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3" name="pt7433"/>
            <p:cNvSpPr/>
            <p:nvPr/>
          </p:nvSpPr>
          <p:spPr>
            <a:xfrm>
              <a:off x="5586528" y="1816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4" name="pt7434"/>
            <p:cNvSpPr/>
            <p:nvPr/>
          </p:nvSpPr>
          <p:spPr>
            <a:xfrm>
              <a:off x="5176648" y="2151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5" name="pt7435"/>
            <p:cNvSpPr/>
            <p:nvPr/>
          </p:nvSpPr>
          <p:spPr>
            <a:xfrm>
              <a:off x="5561649" y="2082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6" name="pt7436"/>
            <p:cNvSpPr/>
            <p:nvPr/>
          </p:nvSpPr>
          <p:spPr>
            <a:xfrm>
              <a:off x="4967747" y="2520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7" name="pt7437"/>
            <p:cNvSpPr/>
            <p:nvPr/>
          </p:nvSpPr>
          <p:spPr>
            <a:xfrm>
              <a:off x="5057865" y="2430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8" name="pt7438"/>
            <p:cNvSpPr/>
            <p:nvPr/>
          </p:nvSpPr>
          <p:spPr>
            <a:xfrm>
              <a:off x="5277644" y="2080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9" name="pt7439"/>
            <p:cNvSpPr/>
            <p:nvPr/>
          </p:nvSpPr>
          <p:spPr>
            <a:xfrm>
              <a:off x="5439436" y="2078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0" name="pt7440"/>
            <p:cNvSpPr/>
            <p:nvPr/>
          </p:nvSpPr>
          <p:spPr>
            <a:xfrm>
              <a:off x="5384659" y="2138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1" name="pt7441"/>
            <p:cNvSpPr/>
            <p:nvPr/>
          </p:nvSpPr>
          <p:spPr>
            <a:xfrm>
              <a:off x="5323320" y="2313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2" name="pt7442"/>
            <p:cNvSpPr/>
            <p:nvPr/>
          </p:nvSpPr>
          <p:spPr>
            <a:xfrm>
              <a:off x="4938997" y="2166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3" name="pt7443"/>
            <p:cNvSpPr/>
            <p:nvPr/>
          </p:nvSpPr>
          <p:spPr>
            <a:xfrm>
              <a:off x="5113077" y="1997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4" name="pt7444"/>
            <p:cNvSpPr/>
            <p:nvPr/>
          </p:nvSpPr>
          <p:spPr>
            <a:xfrm>
              <a:off x="5655198" y="1979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5" name="pt7445"/>
            <p:cNvSpPr/>
            <p:nvPr/>
          </p:nvSpPr>
          <p:spPr>
            <a:xfrm>
              <a:off x="5067362" y="2527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6" name="pt7446"/>
            <p:cNvSpPr/>
            <p:nvPr/>
          </p:nvSpPr>
          <p:spPr>
            <a:xfrm>
              <a:off x="5245029" y="2194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7" name="pt7447"/>
            <p:cNvSpPr/>
            <p:nvPr/>
          </p:nvSpPr>
          <p:spPr>
            <a:xfrm>
              <a:off x="5493421" y="2024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8" name="pt7448"/>
            <p:cNvSpPr/>
            <p:nvPr/>
          </p:nvSpPr>
          <p:spPr>
            <a:xfrm>
              <a:off x="5097719" y="2164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9" name="pt7449"/>
            <p:cNvSpPr/>
            <p:nvPr/>
          </p:nvSpPr>
          <p:spPr>
            <a:xfrm>
              <a:off x="5384491" y="2072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0" name="pt7450"/>
            <p:cNvSpPr/>
            <p:nvPr/>
          </p:nvSpPr>
          <p:spPr>
            <a:xfrm>
              <a:off x="5463090" y="2277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1" name="pt7451"/>
            <p:cNvSpPr/>
            <p:nvPr/>
          </p:nvSpPr>
          <p:spPr>
            <a:xfrm>
              <a:off x="5565525" y="1949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2" name="pt7452"/>
            <p:cNvSpPr/>
            <p:nvPr/>
          </p:nvSpPr>
          <p:spPr>
            <a:xfrm>
              <a:off x="5731961" y="1688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3" name="pt7453"/>
            <p:cNvSpPr/>
            <p:nvPr/>
          </p:nvSpPr>
          <p:spPr>
            <a:xfrm>
              <a:off x="5280407" y="1999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4" name="pt7454"/>
            <p:cNvSpPr/>
            <p:nvPr/>
          </p:nvSpPr>
          <p:spPr>
            <a:xfrm>
              <a:off x="5482679" y="2192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5" name="pt7455"/>
            <p:cNvSpPr/>
            <p:nvPr/>
          </p:nvSpPr>
          <p:spPr>
            <a:xfrm>
              <a:off x="4662039" y="2337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6" name="pt7456"/>
            <p:cNvSpPr/>
            <p:nvPr/>
          </p:nvSpPr>
          <p:spPr>
            <a:xfrm>
              <a:off x="5377559" y="2101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7" name="pt7457"/>
            <p:cNvSpPr/>
            <p:nvPr/>
          </p:nvSpPr>
          <p:spPr>
            <a:xfrm>
              <a:off x="4863515" y="2486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8" name="pt7458"/>
            <p:cNvSpPr/>
            <p:nvPr/>
          </p:nvSpPr>
          <p:spPr>
            <a:xfrm>
              <a:off x="5416994" y="2209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9" name="pt7459"/>
            <p:cNvSpPr/>
            <p:nvPr/>
          </p:nvSpPr>
          <p:spPr>
            <a:xfrm>
              <a:off x="5937111" y="1551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0" name="pt7460"/>
            <p:cNvSpPr/>
            <p:nvPr/>
          </p:nvSpPr>
          <p:spPr>
            <a:xfrm>
              <a:off x="4943269" y="2576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1" name="pt7461"/>
            <p:cNvSpPr/>
            <p:nvPr/>
          </p:nvSpPr>
          <p:spPr>
            <a:xfrm>
              <a:off x="5218156" y="2016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2" name="pt7462"/>
            <p:cNvSpPr/>
            <p:nvPr/>
          </p:nvSpPr>
          <p:spPr>
            <a:xfrm>
              <a:off x="5249124" y="2194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3" name="pt7463"/>
            <p:cNvSpPr/>
            <p:nvPr/>
          </p:nvSpPr>
          <p:spPr>
            <a:xfrm>
              <a:off x="5478901" y="2223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4" name="pt7464"/>
            <p:cNvSpPr/>
            <p:nvPr/>
          </p:nvSpPr>
          <p:spPr>
            <a:xfrm>
              <a:off x="5054615" y="2800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5" name="pt7465"/>
            <p:cNvSpPr/>
            <p:nvPr/>
          </p:nvSpPr>
          <p:spPr>
            <a:xfrm>
              <a:off x="5212115" y="2153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6" name="pt7466"/>
            <p:cNvSpPr/>
            <p:nvPr/>
          </p:nvSpPr>
          <p:spPr>
            <a:xfrm>
              <a:off x="5584474" y="1835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7" name="pt7467"/>
            <p:cNvSpPr/>
            <p:nvPr/>
          </p:nvSpPr>
          <p:spPr>
            <a:xfrm>
              <a:off x="5445095" y="2242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8" name="pt7468"/>
            <p:cNvSpPr/>
            <p:nvPr/>
          </p:nvSpPr>
          <p:spPr>
            <a:xfrm>
              <a:off x="5570084" y="1903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9" name="pt7469"/>
            <p:cNvSpPr/>
            <p:nvPr/>
          </p:nvSpPr>
          <p:spPr>
            <a:xfrm>
              <a:off x="5661022" y="1805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0" name="pt7470"/>
            <p:cNvSpPr/>
            <p:nvPr/>
          </p:nvSpPr>
          <p:spPr>
            <a:xfrm>
              <a:off x="5504789" y="1832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1" name="pt7471"/>
            <p:cNvSpPr/>
            <p:nvPr/>
          </p:nvSpPr>
          <p:spPr>
            <a:xfrm>
              <a:off x="5366260" y="1876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2" name="pt7472"/>
            <p:cNvSpPr/>
            <p:nvPr/>
          </p:nvSpPr>
          <p:spPr>
            <a:xfrm>
              <a:off x="5243850" y="217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3" name="pt7473"/>
            <p:cNvSpPr/>
            <p:nvPr/>
          </p:nvSpPr>
          <p:spPr>
            <a:xfrm>
              <a:off x="5382513" y="2056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4" name="pt7474"/>
            <p:cNvSpPr/>
            <p:nvPr/>
          </p:nvSpPr>
          <p:spPr>
            <a:xfrm>
              <a:off x="5266078" y="2244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5" name="pt7475"/>
            <p:cNvSpPr/>
            <p:nvPr/>
          </p:nvSpPr>
          <p:spPr>
            <a:xfrm>
              <a:off x="4727483" y="2437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6" name="pt7476"/>
            <p:cNvSpPr/>
            <p:nvPr/>
          </p:nvSpPr>
          <p:spPr>
            <a:xfrm>
              <a:off x="5619944" y="2058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7" name="pt7477"/>
            <p:cNvSpPr/>
            <p:nvPr/>
          </p:nvSpPr>
          <p:spPr>
            <a:xfrm>
              <a:off x="5211068" y="2182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8" name="pt7478"/>
            <p:cNvSpPr/>
            <p:nvPr/>
          </p:nvSpPr>
          <p:spPr>
            <a:xfrm>
              <a:off x="5392185" y="2188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9" name="pt7479"/>
            <p:cNvSpPr/>
            <p:nvPr/>
          </p:nvSpPr>
          <p:spPr>
            <a:xfrm>
              <a:off x="5330068" y="2123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0" name="pt7480"/>
            <p:cNvSpPr/>
            <p:nvPr/>
          </p:nvSpPr>
          <p:spPr>
            <a:xfrm>
              <a:off x="5244068" y="1964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1" name="pt7481"/>
            <p:cNvSpPr/>
            <p:nvPr/>
          </p:nvSpPr>
          <p:spPr>
            <a:xfrm>
              <a:off x="5570706" y="1822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2" name="pt7482"/>
            <p:cNvSpPr/>
            <p:nvPr/>
          </p:nvSpPr>
          <p:spPr>
            <a:xfrm>
              <a:off x="5375292" y="1913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3" name="pt7483"/>
            <p:cNvSpPr/>
            <p:nvPr/>
          </p:nvSpPr>
          <p:spPr>
            <a:xfrm>
              <a:off x="5694207" y="2063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4" name="pt7484"/>
            <p:cNvSpPr/>
            <p:nvPr/>
          </p:nvSpPr>
          <p:spPr>
            <a:xfrm>
              <a:off x="5004934" y="2592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5" name="pt7485"/>
            <p:cNvSpPr/>
            <p:nvPr/>
          </p:nvSpPr>
          <p:spPr>
            <a:xfrm>
              <a:off x="5162067" y="2220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6" name="pt7486"/>
            <p:cNvSpPr/>
            <p:nvPr/>
          </p:nvSpPr>
          <p:spPr>
            <a:xfrm>
              <a:off x="4948169" y="2519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7" name="pt7487"/>
            <p:cNvSpPr/>
            <p:nvPr/>
          </p:nvSpPr>
          <p:spPr>
            <a:xfrm>
              <a:off x="5216332" y="2183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8" name="pt7488"/>
            <p:cNvSpPr/>
            <p:nvPr/>
          </p:nvSpPr>
          <p:spPr>
            <a:xfrm>
              <a:off x="5313927" y="2205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9" name="pt7489"/>
            <p:cNvSpPr/>
            <p:nvPr/>
          </p:nvSpPr>
          <p:spPr>
            <a:xfrm>
              <a:off x="5862428" y="167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0" name="pt7490"/>
            <p:cNvSpPr/>
            <p:nvPr/>
          </p:nvSpPr>
          <p:spPr>
            <a:xfrm>
              <a:off x="5453010" y="2228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1" name="pt7491"/>
            <p:cNvSpPr/>
            <p:nvPr/>
          </p:nvSpPr>
          <p:spPr>
            <a:xfrm>
              <a:off x="5315117" y="2224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2" name="pt7492"/>
            <p:cNvSpPr/>
            <p:nvPr/>
          </p:nvSpPr>
          <p:spPr>
            <a:xfrm>
              <a:off x="5534234" y="2039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3" name="pt7493"/>
            <p:cNvSpPr/>
            <p:nvPr/>
          </p:nvSpPr>
          <p:spPr>
            <a:xfrm>
              <a:off x="5147089" y="2120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4" name="pt7494"/>
            <p:cNvSpPr/>
            <p:nvPr/>
          </p:nvSpPr>
          <p:spPr>
            <a:xfrm>
              <a:off x="4754337" y="2519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5" name="pt7495"/>
            <p:cNvSpPr/>
            <p:nvPr/>
          </p:nvSpPr>
          <p:spPr>
            <a:xfrm>
              <a:off x="5613070" y="2095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6" name="pt7496"/>
            <p:cNvSpPr/>
            <p:nvPr/>
          </p:nvSpPr>
          <p:spPr>
            <a:xfrm>
              <a:off x="5449460" y="2122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7" name="pt7497"/>
            <p:cNvSpPr/>
            <p:nvPr/>
          </p:nvSpPr>
          <p:spPr>
            <a:xfrm>
              <a:off x="5311894" y="2205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8" name="pt7498"/>
            <p:cNvSpPr/>
            <p:nvPr/>
          </p:nvSpPr>
          <p:spPr>
            <a:xfrm>
              <a:off x="4940288" y="2349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9" name="pt7499"/>
            <p:cNvSpPr/>
            <p:nvPr/>
          </p:nvSpPr>
          <p:spPr>
            <a:xfrm>
              <a:off x="5439802" y="2178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0" name="pt7500"/>
            <p:cNvSpPr/>
            <p:nvPr/>
          </p:nvSpPr>
          <p:spPr>
            <a:xfrm>
              <a:off x="5629498" y="1855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1" name="pt7501"/>
            <p:cNvSpPr/>
            <p:nvPr/>
          </p:nvSpPr>
          <p:spPr>
            <a:xfrm>
              <a:off x="5058047" y="2574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2" name="pt7502"/>
            <p:cNvSpPr/>
            <p:nvPr/>
          </p:nvSpPr>
          <p:spPr>
            <a:xfrm>
              <a:off x="5298453" y="2176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3" name="pt7503"/>
            <p:cNvSpPr/>
            <p:nvPr/>
          </p:nvSpPr>
          <p:spPr>
            <a:xfrm>
              <a:off x="5222731" y="2181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4" name="pt7504"/>
            <p:cNvSpPr/>
            <p:nvPr/>
          </p:nvSpPr>
          <p:spPr>
            <a:xfrm>
              <a:off x="5661915" y="1999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5" name="pt7505"/>
            <p:cNvSpPr/>
            <p:nvPr/>
          </p:nvSpPr>
          <p:spPr>
            <a:xfrm>
              <a:off x="5137012" y="1976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6" name="pt7506"/>
            <p:cNvSpPr/>
            <p:nvPr/>
          </p:nvSpPr>
          <p:spPr>
            <a:xfrm>
              <a:off x="5624393" y="1606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7" name="pt7507"/>
            <p:cNvSpPr/>
            <p:nvPr/>
          </p:nvSpPr>
          <p:spPr>
            <a:xfrm>
              <a:off x="4942469" y="2422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8" name="pt7508"/>
            <p:cNvSpPr/>
            <p:nvPr/>
          </p:nvSpPr>
          <p:spPr>
            <a:xfrm>
              <a:off x="5273575" y="2086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9" name="pt7509"/>
            <p:cNvSpPr/>
            <p:nvPr/>
          </p:nvSpPr>
          <p:spPr>
            <a:xfrm>
              <a:off x="5318537" y="2278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0" name="pt7510"/>
            <p:cNvSpPr/>
            <p:nvPr/>
          </p:nvSpPr>
          <p:spPr>
            <a:xfrm>
              <a:off x="5165642" y="2142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1" name="pt7511"/>
            <p:cNvSpPr/>
            <p:nvPr/>
          </p:nvSpPr>
          <p:spPr>
            <a:xfrm>
              <a:off x="5260461" y="2328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2" name="pt7512"/>
            <p:cNvSpPr/>
            <p:nvPr/>
          </p:nvSpPr>
          <p:spPr>
            <a:xfrm>
              <a:off x="5176055" y="2109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3" name="pt7513"/>
            <p:cNvSpPr/>
            <p:nvPr/>
          </p:nvSpPr>
          <p:spPr>
            <a:xfrm>
              <a:off x="5504358" y="1989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4" name="pt7514"/>
            <p:cNvSpPr/>
            <p:nvPr/>
          </p:nvSpPr>
          <p:spPr>
            <a:xfrm>
              <a:off x="5343672" y="2086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5" name="pt7515"/>
            <p:cNvSpPr/>
            <p:nvPr/>
          </p:nvSpPr>
          <p:spPr>
            <a:xfrm>
              <a:off x="4820811" y="1631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6" name="pt7516"/>
            <p:cNvSpPr/>
            <p:nvPr/>
          </p:nvSpPr>
          <p:spPr>
            <a:xfrm>
              <a:off x="5703786" y="1932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7" name="pt7517"/>
            <p:cNvSpPr/>
            <p:nvPr/>
          </p:nvSpPr>
          <p:spPr>
            <a:xfrm>
              <a:off x="5239682" y="2087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8" name="pt7518"/>
            <p:cNvSpPr/>
            <p:nvPr/>
          </p:nvSpPr>
          <p:spPr>
            <a:xfrm>
              <a:off x="5264700" y="2251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9" name="pt7519"/>
            <p:cNvSpPr/>
            <p:nvPr/>
          </p:nvSpPr>
          <p:spPr>
            <a:xfrm>
              <a:off x="5172547" y="2197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0" name="pt7520"/>
            <p:cNvSpPr/>
            <p:nvPr/>
          </p:nvSpPr>
          <p:spPr>
            <a:xfrm>
              <a:off x="5411788" y="2220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1" name="pt7521"/>
            <p:cNvSpPr/>
            <p:nvPr/>
          </p:nvSpPr>
          <p:spPr>
            <a:xfrm>
              <a:off x="4934638" y="2194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2" name="pt7522"/>
            <p:cNvSpPr/>
            <p:nvPr/>
          </p:nvSpPr>
          <p:spPr>
            <a:xfrm>
              <a:off x="5482373" y="2318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3" name="pt7523"/>
            <p:cNvSpPr/>
            <p:nvPr/>
          </p:nvSpPr>
          <p:spPr>
            <a:xfrm>
              <a:off x="4865197" y="2508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4" name="pt7524"/>
            <p:cNvSpPr/>
            <p:nvPr/>
          </p:nvSpPr>
          <p:spPr>
            <a:xfrm>
              <a:off x="5347312" y="2062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5" name="pt7525"/>
            <p:cNvSpPr/>
            <p:nvPr/>
          </p:nvSpPr>
          <p:spPr>
            <a:xfrm>
              <a:off x="5609009" y="1991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6" name="pt7526"/>
            <p:cNvSpPr/>
            <p:nvPr/>
          </p:nvSpPr>
          <p:spPr>
            <a:xfrm>
              <a:off x="5351300" y="2000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7" name="pt7527"/>
            <p:cNvSpPr/>
            <p:nvPr/>
          </p:nvSpPr>
          <p:spPr>
            <a:xfrm>
              <a:off x="5361266" y="1920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8" name="pt7528"/>
            <p:cNvSpPr/>
            <p:nvPr/>
          </p:nvSpPr>
          <p:spPr>
            <a:xfrm>
              <a:off x="5407661" y="2130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9" name="pt7529"/>
            <p:cNvSpPr/>
            <p:nvPr/>
          </p:nvSpPr>
          <p:spPr>
            <a:xfrm>
              <a:off x="5600851" y="1867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0" name="pt7530"/>
            <p:cNvSpPr/>
            <p:nvPr/>
          </p:nvSpPr>
          <p:spPr>
            <a:xfrm>
              <a:off x="5359317" y="2109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1" name="pt7531"/>
            <p:cNvSpPr/>
            <p:nvPr/>
          </p:nvSpPr>
          <p:spPr>
            <a:xfrm>
              <a:off x="4779996" y="2879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2" name="pt7532"/>
            <p:cNvSpPr/>
            <p:nvPr/>
          </p:nvSpPr>
          <p:spPr>
            <a:xfrm>
              <a:off x="5399071" y="2060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3" name="pt7533"/>
            <p:cNvSpPr/>
            <p:nvPr/>
          </p:nvSpPr>
          <p:spPr>
            <a:xfrm>
              <a:off x="5485242" y="2117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4" name="pt7534"/>
            <p:cNvSpPr/>
            <p:nvPr/>
          </p:nvSpPr>
          <p:spPr>
            <a:xfrm>
              <a:off x="5588860" y="1747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5" name="pt7535"/>
            <p:cNvSpPr/>
            <p:nvPr/>
          </p:nvSpPr>
          <p:spPr>
            <a:xfrm>
              <a:off x="5263546" y="2226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6" name="pt7536"/>
            <p:cNvSpPr/>
            <p:nvPr/>
          </p:nvSpPr>
          <p:spPr>
            <a:xfrm>
              <a:off x="4978453" y="2496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7" name="pt7537"/>
            <p:cNvSpPr/>
            <p:nvPr/>
          </p:nvSpPr>
          <p:spPr>
            <a:xfrm>
              <a:off x="5540305" y="191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8" name="pt7538"/>
            <p:cNvSpPr/>
            <p:nvPr/>
          </p:nvSpPr>
          <p:spPr>
            <a:xfrm>
              <a:off x="5237454" y="1938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9" name="pt7539"/>
            <p:cNvSpPr/>
            <p:nvPr/>
          </p:nvSpPr>
          <p:spPr>
            <a:xfrm>
              <a:off x="5652573" y="1831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0" name="pt7540"/>
            <p:cNvSpPr/>
            <p:nvPr/>
          </p:nvSpPr>
          <p:spPr>
            <a:xfrm>
              <a:off x="5437384" y="208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1" name="pt7541"/>
            <p:cNvSpPr/>
            <p:nvPr/>
          </p:nvSpPr>
          <p:spPr>
            <a:xfrm>
              <a:off x="4939191" y="2410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2" name="pt7542"/>
            <p:cNvSpPr/>
            <p:nvPr/>
          </p:nvSpPr>
          <p:spPr>
            <a:xfrm>
              <a:off x="5535079" y="1983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3" name="pt7543"/>
            <p:cNvSpPr/>
            <p:nvPr/>
          </p:nvSpPr>
          <p:spPr>
            <a:xfrm>
              <a:off x="5308373" y="2108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4" name="pt7544"/>
            <p:cNvSpPr/>
            <p:nvPr/>
          </p:nvSpPr>
          <p:spPr>
            <a:xfrm>
              <a:off x="5055160" y="2874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5" name="pt7545"/>
            <p:cNvSpPr/>
            <p:nvPr/>
          </p:nvSpPr>
          <p:spPr>
            <a:xfrm>
              <a:off x="5344982" y="2192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6" name="pt7546"/>
            <p:cNvSpPr/>
            <p:nvPr/>
          </p:nvSpPr>
          <p:spPr>
            <a:xfrm>
              <a:off x="5573330" y="1695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7" name="pt7547"/>
            <p:cNvSpPr/>
            <p:nvPr/>
          </p:nvSpPr>
          <p:spPr>
            <a:xfrm>
              <a:off x="5574317" y="1719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8" name="pt7548"/>
            <p:cNvSpPr/>
            <p:nvPr/>
          </p:nvSpPr>
          <p:spPr>
            <a:xfrm>
              <a:off x="5297963" y="2204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9" name="pt7549"/>
            <p:cNvSpPr/>
            <p:nvPr/>
          </p:nvSpPr>
          <p:spPr>
            <a:xfrm>
              <a:off x="5292303" y="2157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0" name="pt7550"/>
            <p:cNvSpPr/>
            <p:nvPr/>
          </p:nvSpPr>
          <p:spPr>
            <a:xfrm>
              <a:off x="5395760" y="2118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1" name="pt7551"/>
            <p:cNvSpPr/>
            <p:nvPr/>
          </p:nvSpPr>
          <p:spPr>
            <a:xfrm>
              <a:off x="4664801" y="2665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2" name="pt7552"/>
            <p:cNvSpPr/>
            <p:nvPr/>
          </p:nvSpPr>
          <p:spPr>
            <a:xfrm>
              <a:off x="5271066" y="2288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3" name="pt7553"/>
            <p:cNvSpPr/>
            <p:nvPr/>
          </p:nvSpPr>
          <p:spPr>
            <a:xfrm>
              <a:off x="5382688" y="202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4" name="pt7554"/>
            <p:cNvSpPr/>
            <p:nvPr/>
          </p:nvSpPr>
          <p:spPr>
            <a:xfrm>
              <a:off x="4690254" y="2539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5" name="pt7555"/>
            <p:cNvSpPr/>
            <p:nvPr/>
          </p:nvSpPr>
          <p:spPr>
            <a:xfrm>
              <a:off x="5094285" y="2285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6" name="pt7556"/>
            <p:cNvSpPr/>
            <p:nvPr/>
          </p:nvSpPr>
          <p:spPr>
            <a:xfrm>
              <a:off x="5181059" y="2220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7" name="pt7557"/>
            <p:cNvSpPr/>
            <p:nvPr/>
          </p:nvSpPr>
          <p:spPr>
            <a:xfrm>
              <a:off x="5500007" y="1864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8" name="pt7558"/>
            <p:cNvSpPr/>
            <p:nvPr/>
          </p:nvSpPr>
          <p:spPr>
            <a:xfrm>
              <a:off x="5141475" y="2015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9" name="pt7559"/>
            <p:cNvSpPr/>
            <p:nvPr/>
          </p:nvSpPr>
          <p:spPr>
            <a:xfrm>
              <a:off x="5298923" y="2145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0" name="pt7560"/>
            <p:cNvSpPr/>
            <p:nvPr/>
          </p:nvSpPr>
          <p:spPr>
            <a:xfrm>
              <a:off x="4772446" y="2785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1" name="pt7561"/>
            <p:cNvSpPr/>
            <p:nvPr/>
          </p:nvSpPr>
          <p:spPr>
            <a:xfrm>
              <a:off x="5075812" y="2359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2" name="pt7562"/>
            <p:cNvSpPr/>
            <p:nvPr/>
          </p:nvSpPr>
          <p:spPr>
            <a:xfrm>
              <a:off x="5594899" y="1909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3" name="pt7563"/>
            <p:cNvSpPr/>
            <p:nvPr/>
          </p:nvSpPr>
          <p:spPr>
            <a:xfrm>
              <a:off x="5203639" y="2067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4" name="pt7564"/>
            <p:cNvSpPr/>
            <p:nvPr/>
          </p:nvSpPr>
          <p:spPr>
            <a:xfrm>
              <a:off x="5194049" y="2138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5" name="pt7565"/>
            <p:cNvSpPr/>
            <p:nvPr/>
          </p:nvSpPr>
          <p:spPr>
            <a:xfrm>
              <a:off x="5118743" y="2176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6" name="pt7566"/>
            <p:cNvSpPr/>
            <p:nvPr/>
          </p:nvSpPr>
          <p:spPr>
            <a:xfrm>
              <a:off x="5118272" y="2067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7" name="pt7567"/>
            <p:cNvSpPr/>
            <p:nvPr/>
          </p:nvSpPr>
          <p:spPr>
            <a:xfrm>
              <a:off x="5210927" y="2229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8" name="pt7568"/>
            <p:cNvSpPr/>
            <p:nvPr/>
          </p:nvSpPr>
          <p:spPr>
            <a:xfrm>
              <a:off x="5239087" y="2199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9" name="pt7569"/>
            <p:cNvSpPr/>
            <p:nvPr/>
          </p:nvSpPr>
          <p:spPr>
            <a:xfrm>
              <a:off x="5316511" y="2212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0" name="pt7570"/>
            <p:cNvSpPr/>
            <p:nvPr/>
          </p:nvSpPr>
          <p:spPr>
            <a:xfrm>
              <a:off x="4883944" y="2625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1" name="pt7571"/>
            <p:cNvSpPr/>
            <p:nvPr/>
          </p:nvSpPr>
          <p:spPr>
            <a:xfrm>
              <a:off x="5555153" y="2099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2" name="pt7572"/>
            <p:cNvSpPr/>
            <p:nvPr/>
          </p:nvSpPr>
          <p:spPr>
            <a:xfrm>
              <a:off x="5606877" y="1837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3" name="pt7573"/>
            <p:cNvSpPr/>
            <p:nvPr/>
          </p:nvSpPr>
          <p:spPr>
            <a:xfrm>
              <a:off x="5447983" y="2174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4" name="pt7574"/>
            <p:cNvSpPr/>
            <p:nvPr/>
          </p:nvSpPr>
          <p:spPr>
            <a:xfrm>
              <a:off x="5275084" y="1980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5" name="pt7575"/>
            <p:cNvSpPr/>
            <p:nvPr/>
          </p:nvSpPr>
          <p:spPr>
            <a:xfrm>
              <a:off x="5663411" y="1959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6" name="pt7576"/>
            <p:cNvSpPr/>
            <p:nvPr/>
          </p:nvSpPr>
          <p:spPr>
            <a:xfrm>
              <a:off x="5533485" y="2000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7" name="pt7577"/>
            <p:cNvSpPr/>
            <p:nvPr/>
          </p:nvSpPr>
          <p:spPr>
            <a:xfrm>
              <a:off x="5365227" y="1972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8" name="pt7578"/>
            <p:cNvSpPr/>
            <p:nvPr/>
          </p:nvSpPr>
          <p:spPr>
            <a:xfrm>
              <a:off x="5432754" y="2035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9" name="pt7579"/>
            <p:cNvSpPr/>
            <p:nvPr/>
          </p:nvSpPr>
          <p:spPr>
            <a:xfrm>
              <a:off x="5008786" y="2561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0" name="pt7580"/>
            <p:cNvSpPr/>
            <p:nvPr/>
          </p:nvSpPr>
          <p:spPr>
            <a:xfrm>
              <a:off x="4460811" y="2613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1" name="pt7581"/>
            <p:cNvSpPr/>
            <p:nvPr/>
          </p:nvSpPr>
          <p:spPr>
            <a:xfrm>
              <a:off x="5425034" y="2171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2" name="pt7582"/>
            <p:cNvSpPr/>
            <p:nvPr/>
          </p:nvSpPr>
          <p:spPr>
            <a:xfrm>
              <a:off x="5279799" y="2065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3" name="pt7583"/>
            <p:cNvSpPr/>
            <p:nvPr/>
          </p:nvSpPr>
          <p:spPr>
            <a:xfrm>
              <a:off x="5310007" y="2270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4" name="pt7584"/>
            <p:cNvSpPr/>
            <p:nvPr/>
          </p:nvSpPr>
          <p:spPr>
            <a:xfrm>
              <a:off x="5360871" y="2061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5" name="pt7585"/>
            <p:cNvSpPr/>
            <p:nvPr/>
          </p:nvSpPr>
          <p:spPr>
            <a:xfrm>
              <a:off x="5401145" y="2295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6" name="pt7586"/>
            <p:cNvSpPr/>
            <p:nvPr/>
          </p:nvSpPr>
          <p:spPr>
            <a:xfrm>
              <a:off x="5678011" y="1942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7" name="pt7587"/>
            <p:cNvSpPr/>
            <p:nvPr/>
          </p:nvSpPr>
          <p:spPr>
            <a:xfrm>
              <a:off x="5561842" y="1815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8" name="pt7588"/>
            <p:cNvSpPr/>
            <p:nvPr/>
          </p:nvSpPr>
          <p:spPr>
            <a:xfrm>
              <a:off x="5467374" y="2157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9" name="pt7589"/>
            <p:cNvSpPr/>
            <p:nvPr/>
          </p:nvSpPr>
          <p:spPr>
            <a:xfrm>
              <a:off x="4955697" y="2417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0" name="pt7590"/>
            <p:cNvSpPr/>
            <p:nvPr/>
          </p:nvSpPr>
          <p:spPr>
            <a:xfrm>
              <a:off x="5300154" y="2227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1" name="pt7591"/>
            <p:cNvSpPr/>
            <p:nvPr/>
          </p:nvSpPr>
          <p:spPr>
            <a:xfrm>
              <a:off x="5728264" y="1853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2" name="pt7592"/>
            <p:cNvSpPr/>
            <p:nvPr/>
          </p:nvSpPr>
          <p:spPr>
            <a:xfrm>
              <a:off x="5243842" y="2177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3" name="pt7593"/>
            <p:cNvSpPr/>
            <p:nvPr/>
          </p:nvSpPr>
          <p:spPr>
            <a:xfrm>
              <a:off x="5083389" y="2316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4" name="pt7594"/>
            <p:cNvSpPr/>
            <p:nvPr/>
          </p:nvSpPr>
          <p:spPr>
            <a:xfrm>
              <a:off x="5697370" y="1714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5" name="pt7595"/>
            <p:cNvSpPr/>
            <p:nvPr/>
          </p:nvSpPr>
          <p:spPr>
            <a:xfrm>
              <a:off x="5298117" y="2177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6" name="pt7596"/>
            <p:cNvSpPr/>
            <p:nvPr/>
          </p:nvSpPr>
          <p:spPr>
            <a:xfrm>
              <a:off x="5652727" y="1831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7" name="pt7597"/>
            <p:cNvSpPr/>
            <p:nvPr/>
          </p:nvSpPr>
          <p:spPr>
            <a:xfrm>
              <a:off x="5081449" y="232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8" name="pt7598"/>
            <p:cNvSpPr/>
            <p:nvPr/>
          </p:nvSpPr>
          <p:spPr>
            <a:xfrm>
              <a:off x="5326289" y="2034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9" name="pt7599"/>
            <p:cNvSpPr/>
            <p:nvPr/>
          </p:nvSpPr>
          <p:spPr>
            <a:xfrm>
              <a:off x="5326701" y="2132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0" name="pt7600"/>
            <p:cNvSpPr/>
            <p:nvPr/>
          </p:nvSpPr>
          <p:spPr>
            <a:xfrm>
              <a:off x="5439935" y="2020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1" name="pt7601"/>
            <p:cNvSpPr/>
            <p:nvPr/>
          </p:nvSpPr>
          <p:spPr>
            <a:xfrm>
              <a:off x="5697657" y="1863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2" name="pt7602"/>
            <p:cNvSpPr/>
            <p:nvPr/>
          </p:nvSpPr>
          <p:spPr>
            <a:xfrm>
              <a:off x="5544999" y="2005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3" name="pt7603"/>
            <p:cNvSpPr/>
            <p:nvPr/>
          </p:nvSpPr>
          <p:spPr>
            <a:xfrm>
              <a:off x="5235248" y="2178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4" name="pt7604"/>
            <p:cNvSpPr/>
            <p:nvPr/>
          </p:nvSpPr>
          <p:spPr>
            <a:xfrm>
              <a:off x="5490501" y="199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5" name="pt7605"/>
            <p:cNvSpPr/>
            <p:nvPr/>
          </p:nvSpPr>
          <p:spPr>
            <a:xfrm>
              <a:off x="4896411" y="2768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6" name="pt7606"/>
            <p:cNvSpPr/>
            <p:nvPr/>
          </p:nvSpPr>
          <p:spPr>
            <a:xfrm>
              <a:off x="5289276" y="2168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7" name="pt7607"/>
            <p:cNvSpPr/>
            <p:nvPr/>
          </p:nvSpPr>
          <p:spPr>
            <a:xfrm>
              <a:off x="5340683" y="207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8" name="pt7608"/>
            <p:cNvSpPr/>
            <p:nvPr/>
          </p:nvSpPr>
          <p:spPr>
            <a:xfrm>
              <a:off x="5491721" y="2071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9" name="pt7609"/>
            <p:cNvSpPr/>
            <p:nvPr/>
          </p:nvSpPr>
          <p:spPr>
            <a:xfrm>
              <a:off x="5237617" y="2160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0" name="pt7610"/>
            <p:cNvSpPr/>
            <p:nvPr/>
          </p:nvSpPr>
          <p:spPr>
            <a:xfrm>
              <a:off x="4867173" y="2526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1" name="pt7611"/>
            <p:cNvSpPr/>
            <p:nvPr/>
          </p:nvSpPr>
          <p:spPr>
            <a:xfrm>
              <a:off x="4860365" y="2524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2" name="pt7612"/>
            <p:cNvSpPr/>
            <p:nvPr/>
          </p:nvSpPr>
          <p:spPr>
            <a:xfrm>
              <a:off x="5391154" y="2299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3" name="pt7613"/>
            <p:cNvSpPr/>
            <p:nvPr/>
          </p:nvSpPr>
          <p:spPr>
            <a:xfrm>
              <a:off x="5250353" y="2220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4" name="pt7614"/>
            <p:cNvSpPr/>
            <p:nvPr/>
          </p:nvSpPr>
          <p:spPr>
            <a:xfrm>
              <a:off x="5322933" y="2279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5" name="pt7615"/>
            <p:cNvSpPr/>
            <p:nvPr/>
          </p:nvSpPr>
          <p:spPr>
            <a:xfrm>
              <a:off x="5311504" y="2242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6" name="pt7616"/>
            <p:cNvSpPr/>
            <p:nvPr/>
          </p:nvSpPr>
          <p:spPr>
            <a:xfrm>
              <a:off x="5038176" y="2731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7" name="pt7617"/>
            <p:cNvSpPr/>
            <p:nvPr/>
          </p:nvSpPr>
          <p:spPr>
            <a:xfrm>
              <a:off x="5426392" y="208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8" name="pt7618"/>
            <p:cNvSpPr/>
            <p:nvPr/>
          </p:nvSpPr>
          <p:spPr>
            <a:xfrm>
              <a:off x="5613201" y="2017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9" name="pt7619"/>
            <p:cNvSpPr/>
            <p:nvPr/>
          </p:nvSpPr>
          <p:spPr>
            <a:xfrm>
              <a:off x="5310180" y="2193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0" name="pt7620"/>
            <p:cNvSpPr/>
            <p:nvPr/>
          </p:nvSpPr>
          <p:spPr>
            <a:xfrm>
              <a:off x="4972957" y="2673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1" name="pt7621"/>
            <p:cNvSpPr/>
            <p:nvPr/>
          </p:nvSpPr>
          <p:spPr>
            <a:xfrm>
              <a:off x="5636014" y="1904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2" name="pt7622"/>
            <p:cNvSpPr/>
            <p:nvPr/>
          </p:nvSpPr>
          <p:spPr>
            <a:xfrm>
              <a:off x="5152741" y="2097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3" name="pt7623"/>
            <p:cNvSpPr/>
            <p:nvPr/>
          </p:nvSpPr>
          <p:spPr>
            <a:xfrm>
              <a:off x="5165387" y="2090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4" name="pt7624"/>
            <p:cNvSpPr/>
            <p:nvPr/>
          </p:nvSpPr>
          <p:spPr>
            <a:xfrm>
              <a:off x="5062516" y="2528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5" name="pt7625"/>
            <p:cNvSpPr/>
            <p:nvPr/>
          </p:nvSpPr>
          <p:spPr>
            <a:xfrm>
              <a:off x="5638756" y="1862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6" name="pt7626"/>
            <p:cNvSpPr/>
            <p:nvPr/>
          </p:nvSpPr>
          <p:spPr>
            <a:xfrm>
              <a:off x="5376362" y="2013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7" name="pt7627"/>
            <p:cNvSpPr/>
            <p:nvPr/>
          </p:nvSpPr>
          <p:spPr>
            <a:xfrm>
              <a:off x="5206529" y="2247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8" name="pt7628"/>
            <p:cNvSpPr/>
            <p:nvPr/>
          </p:nvSpPr>
          <p:spPr>
            <a:xfrm>
              <a:off x="5433522" y="2254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9" name="pt7629"/>
            <p:cNvSpPr/>
            <p:nvPr/>
          </p:nvSpPr>
          <p:spPr>
            <a:xfrm>
              <a:off x="5387645" y="1896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0" name="pt7630"/>
            <p:cNvSpPr/>
            <p:nvPr/>
          </p:nvSpPr>
          <p:spPr>
            <a:xfrm>
              <a:off x="5018684" y="2619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1" name="pt7631"/>
            <p:cNvSpPr/>
            <p:nvPr/>
          </p:nvSpPr>
          <p:spPr>
            <a:xfrm>
              <a:off x="5233199" y="2151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2" name="pt7632"/>
            <p:cNvSpPr/>
            <p:nvPr/>
          </p:nvSpPr>
          <p:spPr>
            <a:xfrm>
              <a:off x="4929696" y="1958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3" name="pt7633"/>
            <p:cNvSpPr/>
            <p:nvPr/>
          </p:nvSpPr>
          <p:spPr>
            <a:xfrm>
              <a:off x="5348214" y="2014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4" name="pt7634"/>
            <p:cNvSpPr/>
            <p:nvPr/>
          </p:nvSpPr>
          <p:spPr>
            <a:xfrm>
              <a:off x="5269573" y="2246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5" name="pt7635"/>
            <p:cNvSpPr/>
            <p:nvPr/>
          </p:nvSpPr>
          <p:spPr>
            <a:xfrm>
              <a:off x="5433262" y="1971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6" name="pt7636"/>
            <p:cNvSpPr/>
            <p:nvPr/>
          </p:nvSpPr>
          <p:spPr>
            <a:xfrm>
              <a:off x="5166703" y="2195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7" name="pt7637"/>
            <p:cNvSpPr/>
            <p:nvPr/>
          </p:nvSpPr>
          <p:spPr>
            <a:xfrm>
              <a:off x="5077585" y="2383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8" name="pt7638"/>
            <p:cNvSpPr/>
            <p:nvPr/>
          </p:nvSpPr>
          <p:spPr>
            <a:xfrm>
              <a:off x="5333243" y="2149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9" name="pt7639"/>
            <p:cNvSpPr/>
            <p:nvPr/>
          </p:nvSpPr>
          <p:spPr>
            <a:xfrm>
              <a:off x="5344397" y="2172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0" name="pt7640"/>
            <p:cNvSpPr/>
            <p:nvPr/>
          </p:nvSpPr>
          <p:spPr>
            <a:xfrm>
              <a:off x="5186127" y="2118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1" name="pt7641"/>
            <p:cNvSpPr/>
            <p:nvPr/>
          </p:nvSpPr>
          <p:spPr>
            <a:xfrm>
              <a:off x="5797082" y="1333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2" name="pt7642"/>
            <p:cNvSpPr/>
            <p:nvPr/>
          </p:nvSpPr>
          <p:spPr>
            <a:xfrm>
              <a:off x="5097784" y="2099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3" name="pt7643"/>
            <p:cNvSpPr/>
            <p:nvPr/>
          </p:nvSpPr>
          <p:spPr>
            <a:xfrm>
              <a:off x="5003331" y="2396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4" name="pt7644"/>
            <p:cNvSpPr/>
            <p:nvPr/>
          </p:nvSpPr>
          <p:spPr>
            <a:xfrm>
              <a:off x="5271020" y="2190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5" name="pt7645"/>
            <p:cNvSpPr/>
            <p:nvPr/>
          </p:nvSpPr>
          <p:spPr>
            <a:xfrm>
              <a:off x="5553750" y="2030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6" name="pt7646"/>
            <p:cNvSpPr/>
            <p:nvPr/>
          </p:nvSpPr>
          <p:spPr>
            <a:xfrm>
              <a:off x="5424665" y="2197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7" name="pt7647"/>
            <p:cNvSpPr/>
            <p:nvPr/>
          </p:nvSpPr>
          <p:spPr>
            <a:xfrm>
              <a:off x="5014389" y="2743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8" name="pt7648"/>
            <p:cNvSpPr/>
            <p:nvPr/>
          </p:nvSpPr>
          <p:spPr>
            <a:xfrm>
              <a:off x="5388576" y="2148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9" name="pt7649"/>
            <p:cNvSpPr/>
            <p:nvPr/>
          </p:nvSpPr>
          <p:spPr>
            <a:xfrm>
              <a:off x="5412798" y="2327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0" name="pt7650"/>
            <p:cNvSpPr/>
            <p:nvPr/>
          </p:nvSpPr>
          <p:spPr>
            <a:xfrm>
              <a:off x="5340653" y="2134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1" name="pt7651"/>
            <p:cNvSpPr/>
            <p:nvPr/>
          </p:nvSpPr>
          <p:spPr>
            <a:xfrm>
              <a:off x="5331938" y="2147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2" name="pt7652"/>
            <p:cNvSpPr/>
            <p:nvPr/>
          </p:nvSpPr>
          <p:spPr>
            <a:xfrm>
              <a:off x="5223438" y="2139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3" name="pt7653"/>
            <p:cNvSpPr/>
            <p:nvPr/>
          </p:nvSpPr>
          <p:spPr>
            <a:xfrm>
              <a:off x="5558476" y="2049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4" name="pt7654"/>
            <p:cNvSpPr/>
            <p:nvPr/>
          </p:nvSpPr>
          <p:spPr>
            <a:xfrm>
              <a:off x="5215221" y="2160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5" name="pt7655"/>
            <p:cNvSpPr/>
            <p:nvPr/>
          </p:nvSpPr>
          <p:spPr>
            <a:xfrm>
              <a:off x="5364850" y="194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6" name="pt7656"/>
            <p:cNvSpPr/>
            <p:nvPr/>
          </p:nvSpPr>
          <p:spPr>
            <a:xfrm>
              <a:off x="4641968" y="2706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7" name="pt7657"/>
            <p:cNvSpPr/>
            <p:nvPr/>
          </p:nvSpPr>
          <p:spPr>
            <a:xfrm>
              <a:off x="5343509" y="2115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8" name="pt7658"/>
            <p:cNvSpPr/>
            <p:nvPr/>
          </p:nvSpPr>
          <p:spPr>
            <a:xfrm>
              <a:off x="5339086" y="2154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9" name="pt7659"/>
            <p:cNvSpPr/>
            <p:nvPr/>
          </p:nvSpPr>
          <p:spPr>
            <a:xfrm>
              <a:off x="5629096" y="1713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0" name="pt7660"/>
            <p:cNvSpPr/>
            <p:nvPr/>
          </p:nvSpPr>
          <p:spPr>
            <a:xfrm>
              <a:off x="5712321" y="1918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1" name="pt7661"/>
            <p:cNvSpPr/>
            <p:nvPr/>
          </p:nvSpPr>
          <p:spPr>
            <a:xfrm>
              <a:off x="5432268" y="2120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2" name="pt7662"/>
            <p:cNvSpPr/>
            <p:nvPr/>
          </p:nvSpPr>
          <p:spPr>
            <a:xfrm>
              <a:off x="5176104" y="2123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3" name="pt7663"/>
            <p:cNvSpPr/>
            <p:nvPr/>
          </p:nvSpPr>
          <p:spPr>
            <a:xfrm>
              <a:off x="5668135" y="2214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4" name="pt7664"/>
            <p:cNvSpPr/>
            <p:nvPr/>
          </p:nvSpPr>
          <p:spPr>
            <a:xfrm>
              <a:off x="4835383" y="1766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5" name="pt7665"/>
            <p:cNvSpPr/>
            <p:nvPr/>
          </p:nvSpPr>
          <p:spPr>
            <a:xfrm>
              <a:off x="5328385" y="2181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6" name="pt7666"/>
            <p:cNvSpPr/>
            <p:nvPr/>
          </p:nvSpPr>
          <p:spPr>
            <a:xfrm>
              <a:off x="5277150" y="2032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7" name="pt7667"/>
            <p:cNvSpPr/>
            <p:nvPr/>
          </p:nvSpPr>
          <p:spPr>
            <a:xfrm>
              <a:off x="5516992" y="1964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8" name="pt7668"/>
            <p:cNvSpPr/>
            <p:nvPr/>
          </p:nvSpPr>
          <p:spPr>
            <a:xfrm>
              <a:off x="5747709" y="1533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9" name="pt7669"/>
            <p:cNvSpPr/>
            <p:nvPr/>
          </p:nvSpPr>
          <p:spPr>
            <a:xfrm>
              <a:off x="5569314" y="1923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0" name="pt7670"/>
            <p:cNvSpPr/>
            <p:nvPr/>
          </p:nvSpPr>
          <p:spPr>
            <a:xfrm>
              <a:off x="5085218" y="2521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1" name="pt7671"/>
            <p:cNvSpPr/>
            <p:nvPr/>
          </p:nvSpPr>
          <p:spPr>
            <a:xfrm>
              <a:off x="5317595" y="2235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2" name="pt7672"/>
            <p:cNvSpPr/>
            <p:nvPr/>
          </p:nvSpPr>
          <p:spPr>
            <a:xfrm>
              <a:off x="5370460" y="1974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3" name="pt7673"/>
            <p:cNvSpPr/>
            <p:nvPr/>
          </p:nvSpPr>
          <p:spPr>
            <a:xfrm>
              <a:off x="5392518" y="2320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4" name="pt7674"/>
            <p:cNvSpPr/>
            <p:nvPr/>
          </p:nvSpPr>
          <p:spPr>
            <a:xfrm>
              <a:off x="5311421" y="2166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5" name="pt7675"/>
            <p:cNvSpPr/>
            <p:nvPr/>
          </p:nvSpPr>
          <p:spPr>
            <a:xfrm>
              <a:off x="4908782" y="2381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6" name="pt7676"/>
            <p:cNvSpPr/>
            <p:nvPr/>
          </p:nvSpPr>
          <p:spPr>
            <a:xfrm>
              <a:off x="5526592" y="1989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7" name="pt7677"/>
            <p:cNvSpPr/>
            <p:nvPr/>
          </p:nvSpPr>
          <p:spPr>
            <a:xfrm>
              <a:off x="5895707" y="1963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8" name="pt7678"/>
            <p:cNvSpPr/>
            <p:nvPr/>
          </p:nvSpPr>
          <p:spPr>
            <a:xfrm>
              <a:off x="5584233" y="1678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9" name="pt7679"/>
            <p:cNvSpPr/>
            <p:nvPr/>
          </p:nvSpPr>
          <p:spPr>
            <a:xfrm>
              <a:off x="5263831" y="2216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0" name="pt7680"/>
            <p:cNvSpPr/>
            <p:nvPr/>
          </p:nvSpPr>
          <p:spPr>
            <a:xfrm>
              <a:off x="5108317" y="2217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1" name="pt7681"/>
            <p:cNvSpPr/>
            <p:nvPr/>
          </p:nvSpPr>
          <p:spPr>
            <a:xfrm>
              <a:off x="5047106" y="268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2" name="pt7682"/>
            <p:cNvSpPr/>
            <p:nvPr/>
          </p:nvSpPr>
          <p:spPr>
            <a:xfrm>
              <a:off x="5558662" y="2066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3" name="pt7683"/>
            <p:cNvSpPr/>
            <p:nvPr/>
          </p:nvSpPr>
          <p:spPr>
            <a:xfrm>
              <a:off x="5658161" y="1970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4" name="pt7684"/>
            <p:cNvSpPr/>
            <p:nvPr/>
          </p:nvSpPr>
          <p:spPr>
            <a:xfrm>
              <a:off x="5440131" y="1949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5" name="pt7685"/>
            <p:cNvSpPr/>
            <p:nvPr/>
          </p:nvSpPr>
          <p:spPr>
            <a:xfrm>
              <a:off x="4991539" y="1962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6" name="pt7686"/>
            <p:cNvSpPr/>
            <p:nvPr/>
          </p:nvSpPr>
          <p:spPr>
            <a:xfrm>
              <a:off x="5184322" y="2115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7" name="pt7687"/>
            <p:cNvSpPr/>
            <p:nvPr/>
          </p:nvSpPr>
          <p:spPr>
            <a:xfrm>
              <a:off x="5249481" y="2196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8" name="pt7688"/>
            <p:cNvSpPr/>
            <p:nvPr/>
          </p:nvSpPr>
          <p:spPr>
            <a:xfrm>
              <a:off x="5216700" y="2185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9" name="pt7689"/>
            <p:cNvSpPr/>
            <p:nvPr/>
          </p:nvSpPr>
          <p:spPr>
            <a:xfrm>
              <a:off x="5072670" y="2179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0" name="pt7690"/>
            <p:cNvSpPr/>
            <p:nvPr/>
          </p:nvSpPr>
          <p:spPr>
            <a:xfrm>
              <a:off x="5279018" y="1929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1" name="pt7691"/>
            <p:cNvSpPr/>
            <p:nvPr/>
          </p:nvSpPr>
          <p:spPr>
            <a:xfrm>
              <a:off x="5615985" y="2016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2" name="pt7692"/>
            <p:cNvSpPr/>
            <p:nvPr/>
          </p:nvSpPr>
          <p:spPr>
            <a:xfrm>
              <a:off x="5122829" y="2124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3" name="pt7693"/>
            <p:cNvSpPr/>
            <p:nvPr/>
          </p:nvSpPr>
          <p:spPr>
            <a:xfrm>
              <a:off x="5231171" y="2145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4" name="pt7694"/>
            <p:cNvSpPr/>
            <p:nvPr/>
          </p:nvSpPr>
          <p:spPr>
            <a:xfrm>
              <a:off x="5595194" y="1940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5" name="pt7695"/>
            <p:cNvSpPr/>
            <p:nvPr/>
          </p:nvSpPr>
          <p:spPr>
            <a:xfrm>
              <a:off x="5083756" y="2411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6" name="pt7696"/>
            <p:cNvSpPr/>
            <p:nvPr/>
          </p:nvSpPr>
          <p:spPr>
            <a:xfrm>
              <a:off x="5278027" y="205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7" name="pt7697"/>
            <p:cNvSpPr/>
            <p:nvPr/>
          </p:nvSpPr>
          <p:spPr>
            <a:xfrm>
              <a:off x="5663970" y="1953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8" name="pt7698"/>
            <p:cNvSpPr/>
            <p:nvPr/>
          </p:nvSpPr>
          <p:spPr>
            <a:xfrm>
              <a:off x="5446806" y="2298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9" name="pt7699"/>
            <p:cNvSpPr/>
            <p:nvPr/>
          </p:nvSpPr>
          <p:spPr>
            <a:xfrm>
              <a:off x="5632174" y="1809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0" name="pt7700"/>
            <p:cNvSpPr/>
            <p:nvPr/>
          </p:nvSpPr>
          <p:spPr>
            <a:xfrm>
              <a:off x="5364634" y="1925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1" name="pt7701"/>
            <p:cNvSpPr/>
            <p:nvPr/>
          </p:nvSpPr>
          <p:spPr>
            <a:xfrm>
              <a:off x="5741392" y="1892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2" name="pt7702"/>
            <p:cNvSpPr/>
            <p:nvPr/>
          </p:nvSpPr>
          <p:spPr>
            <a:xfrm>
              <a:off x="5219436" y="2078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3" name="pt7703"/>
            <p:cNvSpPr/>
            <p:nvPr/>
          </p:nvSpPr>
          <p:spPr>
            <a:xfrm>
              <a:off x="4815908" y="223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4" name="pt7704"/>
            <p:cNvSpPr/>
            <p:nvPr/>
          </p:nvSpPr>
          <p:spPr>
            <a:xfrm>
              <a:off x="5257913" y="2235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5" name="pt7705"/>
            <p:cNvSpPr/>
            <p:nvPr/>
          </p:nvSpPr>
          <p:spPr>
            <a:xfrm>
              <a:off x="5306771" y="2250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6" name="pt7706"/>
            <p:cNvSpPr/>
            <p:nvPr/>
          </p:nvSpPr>
          <p:spPr>
            <a:xfrm>
              <a:off x="5462792" y="2073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7" name="pt7707"/>
            <p:cNvSpPr/>
            <p:nvPr/>
          </p:nvSpPr>
          <p:spPr>
            <a:xfrm>
              <a:off x="4940913" y="2533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8" name="pt7708"/>
            <p:cNvSpPr/>
            <p:nvPr/>
          </p:nvSpPr>
          <p:spPr>
            <a:xfrm>
              <a:off x="5082123" y="2490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9" name="pt7709"/>
            <p:cNvSpPr/>
            <p:nvPr/>
          </p:nvSpPr>
          <p:spPr>
            <a:xfrm>
              <a:off x="5928535" y="2153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0" name="pt7710"/>
            <p:cNvSpPr/>
            <p:nvPr/>
          </p:nvSpPr>
          <p:spPr>
            <a:xfrm>
              <a:off x="5299671" y="2165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1" name="pt7711"/>
            <p:cNvSpPr/>
            <p:nvPr/>
          </p:nvSpPr>
          <p:spPr>
            <a:xfrm>
              <a:off x="4867145" y="2766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2" name="pt7712"/>
            <p:cNvSpPr/>
            <p:nvPr/>
          </p:nvSpPr>
          <p:spPr>
            <a:xfrm>
              <a:off x="5453715" y="2207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3" name="pt7713"/>
            <p:cNvSpPr/>
            <p:nvPr/>
          </p:nvSpPr>
          <p:spPr>
            <a:xfrm>
              <a:off x="5504826" y="1878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4" name="pt7714"/>
            <p:cNvSpPr/>
            <p:nvPr/>
          </p:nvSpPr>
          <p:spPr>
            <a:xfrm>
              <a:off x="5617296" y="1901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5" name="pt7715"/>
            <p:cNvSpPr/>
            <p:nvPr/>
          </p:nvSpPr>
          <p:spPr>
            <a:xfrm>
              <a:off x="5221275" y="2269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6" name="pt7716"/>
            <p:cNvSpPr/>
            <p:nvPr/>
          </p:nvSpPr>
          <p:spPr>
            <a:xfrm>
              <a:off x="5476582" y="2249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7" name="pt7717"/>
            <p:cNvSpPr/>
            <p:nvPr/>
          </p:nvSpPr>
          <p:spPr>
            <a:xfrm>
              <a:off x="5167292" y="2221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8" name="pt7718"/>
            <p:cNvSpPr/>
            <p:nvPr/>
          </p:nvSpPr>
          <p:spPr>
            <a:xfrm>
              <a:off x="5536698" y="2093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9" name="pt7719"/>
            <p:cNvSpPr/>
            <p:nvPr/>
          </p:nvSpPr>
          <p:spPr>
            <a:xfrm>
              <a:off x="5429068" y="2093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0" name="pt7720"/>
            <p:cNvSpPr/>
            <p:nvPr/>
          </p:nvSpPr>
          <p:spPr>
            <a:xfrm>
              <a:off x="5476487" y="2238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1" name="pt7721"/>
            <p:cNvSpPr/>
            <p:nvPr/>
          </p:nvSpPr>
          <p:spPr>
            <a:xfrm>
              <a:off x="5169766" y="2151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2" name="pt7722"/>
            <p:cNvSpPr/>
            <p:nvPr/>
          </p:nvSpPr>
          <p:spPr>
            <a:xfrm>
              <a:off x="4603533" y="2731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3" name="pt7723"/>
            <p:cNvSpPr/>
            <p:nvPr/>
          </p:nvSpPr>
          <p:spPr>
            <a:xfrm>
              <a:off x="5503785" y="1829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4" name="pt7724"/>
            <p:cNvSpPr/>
            <p:nvPr/>
          </p:nvSpPr>
          <p:spPr>
            <a:xfrm>
              <a:off x="5187365" y="213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5" name="pt7725"/>
            <p:cNvSpPr/>
            <p:nvPr/>
          </p:nvSpPr>
          <p:spPr>
            <a:xfrm>
              <a:off x="5255365" y="2252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6" name="pt7726"/>
            <p:cNvSpPr/>
            <p:nvPr/>
          </p:nvSpPr>
          <p:spPr>
            <a:xfrm>
              <a:off x="4942344" y="2514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7" name="pt7727"/>
            <p:cNvSpPr/>
            <p:nvPr/>
          </p:nvSpPr>
          <p:spPr>
            <a:xfrm>
              <a:off x="5451851" y="2289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8" name="pt7728"/>
            <p:cNvSpPr/>
            <p:nvPr/>
          </p:nvSpPr>
          <p:spPr>
            <a:xfrm>
              <a:off x="4823891" y="1635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9" name="pt7729"/>
            <p:cNvSpPr/>
            <p:nvPr/>
          </p:nvSpPr>
          <p:spPr>
            <a:xfrm>
              <a:off x="5344398" y="2128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0" name="pt7730"/>
            <p:cNvSpPr/>
            <p:nvPr/>
          </p:nvSpPr>
          <p:spPr>
            <a:xfrm>
              <a:off x="5454657" y="2276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1" name="pt7731"/>
            <p:cNvSpPr/>
            <p:nvPr/>
          </p:nvSpPr>
          <p:spPr>
            <a:xfrm>
              <a:off x="5273002" y="2271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2" name="pt7732"/>
            <p:cNvSpPr/>
            <p:nvPr/>
          </p:nvSpPr>
          <p:spPr>
            <a:xfrm>
              <a:off x="5237870" y="2176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3" name="pt7733"/>
            <p:cNvSpPr/>
            <p:nvPr/>
          </p:nvSpPr>
          <p:spPr>
            <a:xfrm>
              <a:off x="5247642" y="1995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4" name="pt7734"/>
            <p:cNvSpPr/>
            <p:nvPr/>
          </p:nvSpPr>
          <p:spPr>
            <a:xfrm>
              <a:off x="5508117" y="2049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5" name="pt7735"/>
            <p:cNvSpPr/>
            <p:nvPr/>
          </p:nvSpPr>
          <p:spPr>
            <a:xfrm>
              <a:off x="4872140" y="2653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6" name="pt7736"/>
            <p:cNvSpPr/>
            <p:nvPr/>
          </p:nvSpPr>
          <p:spPr>
            <a:xfrm>
              <a:off x="5317220" y="2283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7" name="pt7737"/>
            <p:cNvSpPr/>
            <p:nvPr/>
          </p:nvSpPr>
          <p:spPr>
            <a:xfrm>
              <a:off x="5344006" y="2162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8" name="pt7738"/>
            <p:cNvSpPr/>
            <p:nvPr/>
          </p:nvSpPr>
          <p:spPr>
            <a:xfrm>
              <a:off x="5120459" y="2202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9" name="pt7739"/>
            <p:cNvSpPr/>
            <p:nvPr/>
          </p:nvSpPr>
          <p:spPr>
            <a:xfrm>
              <a:off x="5508718" y="2118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0" name="pt7740"/>
            <p:cNvSpPr/>
            <p:nvPr/>
          </p:nvSpPr>
          <p:spPr>
            <a:xfrm>
              <a:off x="5657363" y="1949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1" name="pt7741"/>
            <p:cNvSpPr/>
            <p:nvPr/>
          </p:nvSpPr>
          <p:spPr>
            <a:xfrm>
              <a:off x="5259582" y="2252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2" name="pt7742"/>
            <p:cNvSpPr/>
            <p:nvPr/>
          </p:nvSpPr>
          <p:spPr>
            <a:xfrm>
              <a:off x="5446098" y="2157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3" name="pt7743"/>
            <p:cNvSpPr/>
            <p:nvPr/>
          </p:nvSpPr>
          <p:spPr>
            <a:xfrm>
              <a:off x="5594112" y="1856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4" name="pt7744"/>
            <p:cNvSpPr/>
            <p:nvPr/>
          </p:nvSpPr>
          <p:spPr>
            <a:xfrm>
              <a:off x="5201604" y="2211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5" name="pt7745"/>
            <p:cNvSpPr/>
            <p:nvPr/>
          </p:nvSpPr>
          <p:spPr>
            <a:xfrm>
              <a:off x="5294344" y="2159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6" name="pt7746"/>
            <p:cNvSpPr/>
            <p:nvPr/>
          </p:nvSpPr>
          <p:spPr>
            <a:xfrm>
              <a:off x="5835315" y="1677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7" name="pt7747"/>
            <p:cNvSpPr/>
            <p:nvPr/>
          </p:nvSpPr>
          <p:spPr>
            <a:xfrm>
              <a:off x="5578718" y="1835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8" name="pt7748"/>
            <p:cNvSpPr/>
            <p:nvPr/>
          </p:nvSpPr>
          <p:spPr>
            <a:xfrm>
              <a:off x="5136862" y="2036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9" name="pt7749"/>
            <p:cNvSpPr/>
            <p:nvPr/>
          </p:nvSpPr>
          <p:spPr>
            <a:xfrm>
              <a:off x="5223444" y="2216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0" name="pt7750"/>
            <p:cNvSpPr/>
            <p:nvPr/>
          </p:nvSpPr>
          <p:spPr>
            <a:xfrm>
              <a:off x="5225559" y="2017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1" name="pt7751"/>
            <p:cNvSpPr/>
            <p:nvPr/>
          </p:nvSpPr>
          <p:spPr>
            <a:xfrm>
              <a:off x="5525628" y="1861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2" name="pt7752"/>
            <p:cNvSpPr/>
            <p:nvPr/>
          </p:nvSpPr>
          <p:spPr>
            <a:xfrm>
              <a:off x="5076907" y="2203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3" name="pt7753"/>
            <p:cNvSpPr/>
            <p:nvPr/>
          </p:nvSpPr>
          <p:spPr>
            <a:xfrm>
              <a:off x="4993533" y="1909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4" name="pt7754"/>
            <p:cNvSpPr/>
            <p:nvPr/>
          </p:nvSpPr>
          <p:spPr>
            <a:xfrm>
              <a:off x="5325622" y="2031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5" name="pt7755"/>
            <p:cNvSpPr/>
            <p:nvPr/>
          </p:nvSpPr>
          <p:spPr>
            <a:xfrm>
              <a:off x="5869662" y="1773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6" name="pt7756"/>
            <p:cNvSpPr/>
            <p:nvPr/>
          </p:nvSpPr>
          <p:spPr>
            <a:xfrm>
              <a:off x="5365600" y="1919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7" name="pt7757"/>
            <p:cNvSpPr/>
            <p:nvPr/>
          </p:nvSpPr>
          <p:spPr>
            <a:xfrm>
              <a:off x="5032830" y="276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8" name="pt7758"/>
            <p:cNvSpPr/>
            <p:nvPr/>
          </p:nvSpPr>
          <p:spPr>
            <a:xfrm>
              <a:off x="5294074" y="2138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9" name="pt7759"/>
            <p:cNvSpPr/>
            <p:nvPr/>
          </p:nvSpPr>
          <p:spPr>
            <a:xfrm>
              <a:off x="5122044" y="2002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0" name="pt7760"/>
            <p:cNvSpPr/>
            <p:nvPr/>
          </p:nvSpPr>
          <p:spPr>
            <a:xfrm>
              <a:off x="5099549" y="2245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1" name="pt7761"/>
            <p:cNvSpPr/>
            <p:nvPr/>
          </p:nvSpPr>
          <p:spPr>
            <a:xfrm>
              <a:off x="5220048" y="2016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2" name="pt7762"/>
            <p:cNvSpPr/>
            <p:nvPr/>
          </p:nvSpPr>
          <p:spPr>
            <a:xfrm>
              <a:off x="5589401" y="1710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3" name="pt7763"/>
            <p:cNvSpPr/>
            <p:nvPr/>
          </p:nvSpPr>
          <p:spPr>
            <a:xfrm>
              <a:off x="4793954" y="2593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4" name="pt7764"/>
            <p:cNvSpPr/>
            <p:nvPr/>
          </p:nvSpPr>
          <p:spPr>
            <a:xfrm>
              <a:off x="5606238" y="2176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5" name="pt7765"/>
            <p:cNvSpPr/>
            <p:nvPr/>
          </p:nvSpPr>
          <p:spPr>
            <a:xfrm>
              <a:off x="5013106" y="2571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6" name="pt7766"/>
            <p:cNvSpPr/>
            <p:nvPr/>
          </p:nvSpPr>
          <p:spPr>
            <a:xfrm>
              <a:off x="4740614" y="2334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7" name="pt7767"/>
            <p:cNvSpPr/>
            <p:nvPr/>
          </p:nvSpPr>
          <p:spPr>
            <a:xfrm>
              <a:off x="5461595" y="2134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8" name="pt7768"/>
            <p:cNvSpPr/>
            <p:nvPr/>
          </p:nvSpPr>
          <p:spPr>
            <a:xfrm>
              <a:off x="5410970" y="2336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9" name="pt7769"/>
            <p:cNvSpPr/>
            <p:nvPr/>
          </p:nvSpPr>
          <p:spPr>
            <a:xfrm>
              <a:off x="5407902" y="2251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0" name="pt7770"/>
            <p:cNvSpPr/>
            <p:nvPr/>
          </p:nvSpPr>
          <p:spPr>
            <a:xfrm>
              <a:off x="5069645" y="2079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1" name="pt7771"/>
            <p:cNvSpPr/>
            <p:nvPr/>
          </p:nvSpPr>
          <p:spPr>
            <a:xfrm>
              <a:off x="5275743" y="1945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2" name="pt7772"/>
            <p:cNvSpPr/>
            <p:nvPr/>
          </p:nvSpPr>
          <p:spPr>
            <a:xfrm>
              <a:off x="5305872" y="2143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3" name="pt7773"/>
            <p:cNvSpPr/>
            <p:nvPr/>
          </p:nvSpPr>
          <p:spPr>
            <a:xfrm>
              <a:off x="5723669" y="2032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4" name="pt7774"/>
            <p:cNvSpPr/>
            <p:nvPr/>
          </p:nvSpPr>
          <p:spPr>
            <a:xfrm>
              <a:off x="5318704" y="228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5" name="pt7775"/>
            <p:cNvSpPr/>
            <p:nvPr/>
          </p:nvSpPr>
          <p:spPr>
            <a:xfrm>
              <a:off x="5042479" y="2671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6" name="pt7776"/>
            <p:cNvSpPr/>
            <p:nvPr/>
          </p:nvSpPr>
          <p:spPr>
            <a:xfrm>
              <a:off x="5462834" y="2091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7" name="pt7777"/>
            <p:cNvSpPr/>
            <p:nvPr/>
          </p:nvSpPr>
          <p:spPr>
            <a:xfrm>
              <a:off x="5626676" y="1730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8" name="pt7778"/>
            <p:cNvSpPr/>
            <p:nvPr/>
          </p:nvSpPr>
          <p:spPr>
            <a:xfrm>
              <a:off x="4788809" y="2518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9" name="pt7779"/>
            <p:cNvSpPr/>
            <p:nvPr/>
          </p:nvSpPr>
          <p:spPr>
            <a:xfrm>
              <a:off x="5383494" y="2040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0" name="pt7780"/>
            <p:cNvSpPr/>
            <p:nvPr/>
          </p:nvSpPr>
          <p:spPr>
            <a:xfrm>
              <a:off x="5658409" y="1914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1" name="pt7781"/>
            <p:cNvSpPr/>
            <p:nvPr/>
          </p:nvSpPr>
          <p:spPr>
            <a:xfrm>
              <a:off x="5257498" y="2294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2" name="pt7782"/>
            <p:cNvSpPr/>
            <p:nvPr/>
          </p:nvSpPr>
          <p:spPr>
            <a:xfrm>
              <a:off x="5436387" y="2155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3" name="pt7783"/>
            <p:cNvSpPr/>
            <p:nvPr/>
          </p:nvSpPr>
          <p:spPr>
            <a:xfrm>
              <a:off x="5294210" y="2204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4" name="pt7784"/>
            <p:cNvSpPr/>
            <p:nvPr/>
          </p:nvSpPr>
          <p:spPr>
            <a:xfrm>
              <a:off x="5178662" y="2150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5" name="pt7785"/>
            <p:cNvSpPr/>
            <p:nvPr/>
          </p:nvSpPr>
          <p:spPr>
            <a:xfrm>
              <a:off x="5449943" y="2157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6" name="pt7786"/>
            <p:cNvSpPr/>
            <p:nvPr/>
          </p:nvSpPr>
          <p:spPr>
            <a:xfrm>
              <a:off x="5601469" y="1892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7" name="pt7787"/>
            <p:cNvSpPr/>
            <p:nvPr/>
          </p:nvSpPr>
          <p:spPr>
            <a:xfrm>
              <a:off x="5413428" y="216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8" name="pt7788"/>
            <p:cNvSpPr/>
            <p:nvPr/>
          </p:nvSpPr>
          <p:spPr>
            <a:xfrm>
              <a:off x="5031418" y="2601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9" name="pt7789"/>
            <p:cNvSpPr/>
            <p:nvPr/>
          </p:nvSpPr>
          <p:spPr>
            <a:xfrm>
              <a:off x="5700579" y="1732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0" name="pt7790"/>
            <p:cNvSpPr/>
            <p:nvPr/>
          </p:nvSpPr>
          <p:spPr>
            <a:xfrm>
              <a:off x="5373305" y="1906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1" name="pt7791"/>
            <p:cNvSpPr/>
            <p:nvPr/>
          </p:nvSpPr>
          <p:spPr>
            <a:xfrm>
              <a:off x="5375652" y="1946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2" name="pt7792"/>
            <p:cNvSpPr/>
            <p:nvPr/>
          </p:nvSpPr>
          <p:spPr>
            <a:xfrm>
              <a:off x="5378919" y="1964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3" name="pt7793"/>
            <p:cNvSpPr/>
            <p:nvPr/>
          </p:nvSpPr>
          <p:spPr>
            <a:xfrm>
              <a:off x="5447129" y="2218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4" name="pt7794"/>
            <p:cNvSpPr/>
            <p:nvPr/>
          </p:nvSpPr>
          <p:spPr>
            <a:xfrm>
              <a:off x="5227005" y="2162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5" name="pt7795"/>
            <p:cNvSpPr/>
            <p:nvPr/>
          </p:nvSpPr>
          <p:spPr>
            <a:xfrm>
              <a:off x="4979084" y="2437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6" name="pt7796"/>
            <p:cNvSpPr/>
            <p:nvPr/>
          </p:nvSpPr>
          <p:spPr>
            <a:xfrm>
              <a:off x="5642442" y="2086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7" name="pt7797"/>
            <p:cNvSpPr/>
            <p:nvPr/>
          </p:nvSpPr>
          <p:spPr>
            <a:xfrm>
              <a:off x="5005106" y="2574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8" name="pt7798"/>
            <p:cNvSpPr/>
            <p:nvPr/>
          </p:nvSpPr>
          <p:spPr>
            <a:xfrm>
              <a:off x="5213022" y="2200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9" name="pt7799"/>
            <p:cNvSpPr/>
            <p:nvPr/>
          </p:nvSpPr>
          <p:spPr>
            <a:xfrm>
              <a:off x="5097402" y="2283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0" name="pt7800"/>
            <p:cNvSpPr/>
            <p:nvPr/>
          </p:nvSpPr>
          <p:spPr>
            <a:xfrm>
              <a:off x="5427660" y="2103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1" name="pt7801"/>
            <p:cNvSpPr/>
            <p:nvPr/>
          </p:nvSpPr>
          <p:spPr>
            <a:xfrm>
              <a:off x="5184272" y="2146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2" name="pt7802"/>
            <p:cNvSpPr/>
            <p:nvPr/>
          </p:nvSpPr>
          <p:spPr>
            <a:xfrm>
              <a:off x="5477347" y="2276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3" name="pt7803"/>
            <p:cNvSpPr/>
            <p:nvPr/>
          </p:nvSpPr>
          <p:spPr>
            <a:xfrm>
              <a:off x="5621309" y="180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4" name="pt7804"/>
            <p:cNvSpPr/>
            <p:nvPr/>
          </p:nvSpPr>
          <p:spPr>
            <a:xfrm>
              <a:off x="5204640" y="2193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5" name="pt7805"/>
            <p:cNvSpPr/>
            <p:nvPr/>
          </p:nvSpPr>
          <p:spPr>
            <a:xfrm>
              <a:off x="5027354" y="2558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6" name="pt7806"/>
            <p:cNvSpPr/>
            <p:nvPr/>
          </p:nvSpPr>
          <p:spPr>
            <a:xfrm>
              <a:off x="4986794" y="2040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7" name="pt7807"/>
            <p:cNvSpPr/>
            <p:nvPr/>
          </p:nvSpPr>
          <p:spPr>
            <a:xfrm>
              <a:off x="5260092" y="2355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8" name="pt7808"/>
            <p:cNvSpPr/>
            <p:nvPr/>
          </p:nvSpPr>
          <p:spPr>
            <a:xfrm>
              <a:off x="5196096" y="2147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9" name="pt7809"/>
            <p:cNvSpPr/>
            <p:nvPr/>
          </p:nvSpPr>
          <p:spPr>
            <a:xfrm>
              <a:off x="5144033" y="2032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0" name="pt7810"/>
            <p:cNvSpPr/>
            <p:nvPr/>
          </p:nvSpPr>
          <p:spPr>
            <a:xfrm>
              <a:off x="5590952" y="1773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1" name="pt7811"/>
            <p:cNvSpPr/>
            <p:nvPr/>
          </p:nvSpPr>
          <p:spPr>
            <a:xfrm>
              <a:off x="5293028" y="2228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2" name="pt7812"/>
            <p:cNvSpPr/>
            <p:nvPr/>
          </p:nvSpPr>
          <p:spPr>
            <a:xfrm>
              <a:off x="5058589" y="2481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3" name="pt7813"/>
            <p:cNvSpPr/>
            <p:nvPr/>
          </p:nvSpPr>
          <p:spPr>
            <a:xfrm>
              <a:off x="5303902" y="2202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4" name="pt7814"/>
            <p:cNvSpPr/>
            <p:nvPr/>
          </p:nvSpPr>
          <p:spPr>
            <a:xfrm>
              <a:off x="5652998" y="2033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5" name="pt7815"/>
            <p:cNvSpPr/>
            <p:nvPr/>
          </p:nvSpPr>
          <p:spPr>
            <a:xfrm>
              <a:off x="5451166" y="219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6" name="pt7816"/>
            <p:cNvSpPr/>
            <p:nvPr/>
          </p:nvSpPr>
          <p:spPr>
            <a:xfrm>
              <a:off x="5501808" y="2012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7" name="pt7817"/>
            <p:cNvSpPr/>
            <p:nvPr/>
          </p:nvSpPr>
          <p:spPr>
            <a:xfrm>
              <a:off x="5467527" y="2212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8" name="pt7818"/>
            <p:cNvSpPr/>
            <p:nvPr/>
          </p:nvSpPr>
          <p:spPr>
            <a:xfrm>
              <a:off x="5319245" y="2279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9" name="pt7819"/>
            <p:cNvSpPr/>
            <p:nvPr/>
          </p:nvSpPr>
          <p:spPr>
            <a:xfrm>
              <a:off x="5165478" y="2249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0" name="pt7820"/>
            <p:cNvSpPr/>
            <p:nvPr/>
          </p:nvSpPr>
          <p:spPr>
            <a:xfrm>
              <a:off x="4952707" y="2303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1" name="pt7821"/>
            <p:cNvSpPr/>
            <p:nvPr/>
          </p:nvSpPr>
          <p:spPr>
            <a:xfrm>
              <a:off x="5260711" y="2214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2" name="pt7822"/>
            <p:cNvSpPr/>
            <p:nvPr/>
          </p:nvSpPr>
          <p:spPr>
            <a:xfrm>
              <a:off x="5568762" y="1872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3" name="pt7823"/>
            <p:cNvSpPr/>
            <p:nvPr/>
          </p:nvSpPr>
          <p:spPr>
            <a:xfrm>
              <a:off x="5442244" y="1998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4" name="pt7824"/>
            <p:cNvSpPr/>
            <p:nvPr/>
          </p:nvSpPr>
          <p:spPr>
            <a:xfrm>
              <a:off x="4965747" y="2577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5" name="pt7825"/>
            <p:cNvSpPr/>
            <p:nvPr/>
          </p:nvSpPr>
          <p:spPr>
            <a:xfrm>
              <a:off x="5348341" y="2159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6" name="pt7826"/>
            <p:cNvSpPr/>
            <p:nvPr/>
          </p:nvSpPr>
          <p:spPr>
            <a:xfrm>
              <a:off x="5534760" y="215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7" name="pt7827"/>
            <p:cNvSpPr/>
            <p:nvPr/>
          </p:nvSpPr>
          <p:spPr>
            <a:xfrm>
              <a:off x="4833150" y="2204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8" name="pt7828"/>
            <p:cNvSpPr/>
            <p:nvPr/>
          </p:nvSpPr>
          <p:spPr>
            <a:xfrm>
              <a:off x="5020977" y="2548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9" name="pt7829"/>
            <p:cNvSpPr/>
            <p:nvPr/>
          </p:nvSpPr>
          <p:spPr>
            <a:xfrm>
              <a:off x="5028933" y="2690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0" name="pt7830"/>
            <p:cNvSpPr/>
            <p:nvPr/>
          </p:nvSpPr>
          <p:spPr>
            <a:xfrm>
              <a:off x="5851382" y="1484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1" name="pt7831"/>
            <p:cNvSpPr/>
            <p:nvPr/>
          </p:nvSpPr>
          <p:spPr>
            <a:xfrm>
              <a:off x="5186150" y="2137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2" name="pt7832"/>
            <p:cNvSpPr/>
            <p:nvPr/>
          </p:nvSpPr>
          <p:spPr>
            <a:xfrm>
              <a:off x="5588651" y="1704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3" name="pt7833"/>
            <p:cNvSpPr/>
            <p:nvPr/>
          </p:nvSpPr>
          <p:spPr>
            <a:xfrm>
              <a:off x="5344781" y="2108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4" name="pt7834"/>
            <p:cNvSpPr/>
            <p:nvPr/>
          </p:nvSpPr>
          <p:spPr>
            <a:xfrm>
              <a:off x="5273357" y="1995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5" name="pt7835"/>
            <p:cNvSpPr/>
            <p:nvPr/>
          </p:nvSpPr>
          <p:spPr>
            <a:xfrm>
              <a:off x="5341394" y="2071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6" name="pt7836"/>
            <p:cNvSpPr/>
            <p:nvPr/>
          </p:nvSpPr>
          <p:spPr>
            <a:xfrm>
              <a:off x="5208542" y="2212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7" name="pt7837"/>
            <p:cNvSpPr/>
            <p:nvPr/>
          </p:nvSpPr>
          <p:spPr>
            <a:xfrm>
              <a:off x="5127254" y="2101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8" name="pt7838"/>
            <p:cNvSpPr/>
            <p:nvPr/>
          </p:nvSpPr>
          <p:spPr>
            <a:xfrm>
              <a:off x="5425806" y="2121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9" name="pt7839"/>
            <p:cNvSpPr/>
            <p:nvPr/>
          </p:nvSpPr>
          <p:spPr>
            <a:xfrm>
              <a:off x="5289411" y="2213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0" name="pt7840"/>
            <p:cNvSpPr/>
            <p:nvPr/>
          </p:nvSpPr>
          <p:spPr>
            <a:xfrm>
              <a:off x="5549615" y="1940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1" name="pt7841"/>
            <p:cNvSpPr/>
            <p:nvPr/>
          </p:nvSpPr>
          <p:spPr>
            <a:xfrm>
              <a:off x="5224000" y="2174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2" name="pt7842"/>
            <p:cNvSpPr/>
            <p:nvPr/>
          </p:nvSpPr>
          <p:spPr>
            <a:xfrm>
              <a:off x="5507923" y="1948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3" name="pt7843"/>
            <p:cNvSpPr/>
            <p:nvPr/>
          </p:nvSpPr>
          <p:spPr>
            <a:xfrm>
              <a:off x="4952205" y="2398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4" name="pt7844"/>
            <p:cNvSpPr/>
            <p:nvPr/>
          </p:nvSpPr>
          <p:spPr>
            <a:xfrm>
              <a:off x="5695029" y="2025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5" name="pt7845"/>
            <p:cNvSpPr/>
            <p:nvPr/>
          </p:nvSpPr>
          <p:spPr>
            <a:xfrm>
              <a:off x="5628300" y="1834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6" name="pt7846"/>
            <p:cNvSpPr/>
            <p:nvPr/>
          </p:nvSpPr>
          <p:spPr>
            <a:xfrm>
              <a:off x="5167003" y="2325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7" name="pt7847"/>
            <p:cNvSpPr/>
            <p:nvPr/>
          </p:nvSpPr>
          <p:spPr>
            <a:xfrm>
              <a:off x="5354605" y="2096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8" name="pt7848"/>
            <p:cNvSpPr/>
            <p:nvPr/>
          </p:nvSpPr>
          <p:spPr>
            <a:xfrm>
              <a:off x="5435774" y="2273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9" name="pt7849"/>
            <p:cNvSpPr/>
            <p:nvPr/>
          </p:nvSpPr>
          <p:spPr>
            <a:xfrm>
              <a:off x="5095836" y="2157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0" name="pt7850"/>
            <p:cNvSpPr/>
            <p:nvPr/>
          </p:nvSpPr>
          <p:spPr>
            <a:xfrm>
              <a:off x="5080436" y="2323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1" name="pt7851"/>
            <p:cNvSpPr/>
            <p:nvPr/>
          </p:nvSpPr>
          <p:spPr>
            <a:xfrm>
              <a:off x="5132727" y="1931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2" name="pt7852"/>
            <p:cNvSpPr/>
            <p:nvPr/>
          </p:nvSpPr>
          <p:spPr>
            <a:xfrm>
              <a:off x="5113547" y="2105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3" name="pt7853"/>
            <p:cNvSpPr/>
            <p:nvPr/>
          </p:nvSpPr>
          <p:spPr>
            <a:xfrm>
              <a:off x="5180233" y="202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4" name="pt7854"/>
            <p:cNvSpPr/>
            <p:nvPr/>
          </p:nvSpPr>
          <p:spPr>
            <a:xfrm>
              <a:off x="5323628" y="2332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5" name="pt7855"/>
            <p:cNvSpPr/>
            <p:nvPr/>
          </p:nvSpPr>
          <p:spPr>
            <a:xfrm>
              <a:off x="5400505" y="2174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6" name="pt7856"/>
            <p:cNvSpPr/>
            <p:nvPr/>
          </p:nvSpPr>
          <p:spPr>
            <a:xfrm>
              <a:off x="5660253" y="2025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7" name="pt7857"/>
            <p:cNvSpPr/>
            <p:nvPr/>
          </p:nvSpPr>
          <p:spPr>
            <a:xfrm>
              <a:off x="5978554" y="1858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8" name="pt7858"/>
            <p:cNvSpPr/>
            <p:nvPr/>
          </p:nvSpPr>
          <p:spPr>
            <a:xfrm>
              <a:off x="5504388" y="1829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9" name="pt7859"/>
            <p:cNvSpPr/>
            <p:nvPr/>
          </p:nvSpPr>
          <p:spPr>
            <a:xfrm>
              <a:off x="4974927" y="2317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0" name="pt7860"/>
            <p:cNvSpPr/>
            <p:nvPr/>
          </p:nvSpPr>
          <p:spPr>
            <a:xfrm>
              <a:off x="5403731" y="2294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1" name="pt7861"/>
            <p:cNvSpPr/>
            <p:nvPr/>
          </p:nvSpPr>
          <p:spPr>
            <a:xfrm>
              <a:off x="4818215" y="2363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2" name="pt7862"/>
            <p:cNvSpPr/>
            <p:nvPr/>
          </p:nvSpPr>
          <p:spPr>
            <a:xfrm>
              <a:off x="5261479" y="2269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3" name="pt7863"/>
            <p:cNvSpPr/>
            <p:nvPr/>
          </p:nvSpPr>
          <p:spPr>
            <a:xfrm>
              <a:off x="5467992" y="2238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4" name="pt7864"/>
            <p:cNvSpPr/>
            <p:nvPr/>
          </p:nvSpPr>
          <p:spPr>
            <a:xfrm>
              <a:off x="5419644" y="2186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5" name="pt7865"/>
            <p:cNvSpPr/>
            <p:nvPr/>
          </p:nvSpPr>
          <p:spPr>
            <a:xfrm>
              <a:off x="5410965" y="2181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6" name="pt7866"/>
            <p:cNvSpPr/>
            <p:nvPr/>
          </p:nvSpPr>
          <p:spPr>
            <a:xfrm>
              <a:off x="5372502" y="2000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7" name="pt7867"/>
            <p:cNvSpPr/>
            <p:nvPr/>
          </p:nvSpPr>
          <p:spPr>
            <a:xfrm>
              <a:off x="5556668" y="2109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8" name="pt7868"/>
            <p:cNvSpPr/>
            <p:nvPr/>
          </p:nvSpPr>
          <p:spPr>
            <a:xfrm>
              <a:off x="5391701" y="2240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9" name="pt7869"/>
            <p:cNvSpPr/>
            <p:nvPr/>
          </p:nvSpPr>
          <p:spPr>
            <a:xfrm>
              <a:off x="5019102" y="2657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0" name="pt7870"/>
            <p:cNvSpPr/>
            <p:nvPr/>
          </p:nvSpPr>
          <p:spPr>
            <a:xfrm>
              <a:off x="4775374" y="285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1" name="pt7871"/>
            <p:cNvSpPr/>
            <p:nvPr/>
          </p:nvSpPr>
          <p:spPr>
            <a:xfrm>
              <a:off x="5361221" y="1988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2" name="pt7872"/>
            <p:cNvSpPr/>
            <p:nvPr/>
          </p:nvSpPr>
          <p:spPr>
            <a:xfrm>
              <a:off x="5393680" y="2223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3" name="pt7873"/>
            <p:cNvSpPr/>
            <p:nvPr/>
          </p:nvSpPr>
          <p:spPr>
            <a:xfrm>
              <a:off x="5561694" y="2017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4" name="pt7874"/>
            <p:cNvSpPr/>
            <p:nvPr/>
          </p:nvSpPr>
          <p:spPr>
            <a:xfrm>
              <a:off x="5215867" y="2061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5" name="pt7875"/>
            <p:cNvSpPr/>
            <p:nvPr/>
          </p:nvSpPr>
          <p:spPr>
            <a:xfrm>
              <a:off x="5046124" y="2812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6" name="pt7876"/>
            <p:cNvSpPr/>
            <p:nvPr/>
          </p:nvSpPr>
          <p:spPr>
            <a:xfrm>
              <a:off x="5307734" y="2127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7" name="pt7877"/>
            <p:cNvSpPr/>
            <p:nvPr/>
          </p:nvSpPr>
          <p:spPr>
            <a:xfrm>
              <a:off x="5083047" y="2249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8" name="pt7878"/>
            <p:cNvSpPr/>
            <p:nvPr/>
          </p:nvSpPr>
          <p:spPr>
            <a:xfrm>
              <a:off x="5463585" y="2130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9" name="pt7879"/>
            <p:cNvSpPr/>
            <p:nvPr/>
          </p:nvSpPr>
          <p:spPr>
            <a:xfrm>
              <a:off x="5376007" y="197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0" name="pt7880"/>
            <p:cNvSpPr/>
            <p:nvPr/>
          </p:nvSpPr>
          <p:spPr>
            <a:xfrm>
              <a:off x="5299735" y="2197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1" name="pt7881"/>
            <p:cNvSpPr/>
            <p:nvPr/>
          </p:nvSpPr>
          <p:spPr>
            <a:xfrm>
              <a:off x="4741692" y="2579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2" name="pt7882"/>
            <p:cNvSpPr/>
            <p:nvPr/>
          </p:nvSpPr>
          <p:spPr>
            <a:xfrm>
              <a:off x="5209215" y="2051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3" name="pt7883"/>
            <p:cNvSpPr/>
            <p:nvPr/>
          </p:nvSpPr>
          <p:spPr>
            <a:xfrm>
              <a:off x="4810720" y="1800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4" name="pt7884"/>
            <p:cNvSpPr/>
            <p:nvPr/>
          </p:nvSpPr>
          <p:spPr>
            <a:xfrm>
              <a:off x="5346878" y="2113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5" name="pt7885"/>
            <p:cNvSpPr/>
            <p:nvPr/>
          </p:nvSpPr>
          <p:spPr>
            <a:xfrm>
              <a:off x="4933011" y="2264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6" name="pt7886"/>
            <p:cNvSpPr/>
            <p:nvPr/>
          </p:nvSpPr>
          <p:spPr>
            <a:xfrm>
              <a:off x="4828464" y="1851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7" name="pt7887"/>
            <p:cNvSpPr/>
            <p:nvPr/>
          </p:nvSpPr>
          <p:spPr>
            <a:xfrm>
              <a:off x="5591572" y="185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8" name="pt7888"/>
            <p:cNvSpPr/>
            <p:nvPr/>
          </p:nvSpPr>
          <p:spPr>
            <a:xfrm>
              <a:off x="5200643" y="218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9" name="pt7889"/>
            <p:cNvSpPr/>
            <p:nvPr/>
          </p:nvSpPr>
          <p:spPr>
            <a:xfrm>
              <a:off x="5319123" y="2199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0" name="pt7890"/>
            <p:cNvSpPr/>
            <p:nvPr/>
          </p:nvSpPr>
          <p:spPr>
            <a:xfrm>
              <a:off x="5330452" y="2125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1" name="pt7891"/>
            <p:cNvSpPr/>
            <p:nvPr/>
          </p:nvSpPr>
          <p:spPr>
            <a:xfrm>
              <a:off x="5388160" y="2114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2" name="pt7892"/>
            <p:cNvSpPr/>
            <p:nvPr/>
          </p:nvSpPr>
          <p:spPr>
            <a:xfrm>
              <a:off x="5446405" y="2271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3" name="pt7893"/>
            <p:cNvSpPr/>
            <p:nvPr/>
          </p:nvSpPr>
          <p:spPr>
            <a:xfrm>
              <a:off x="5169680" y="2176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4" name="pt7894"/>
            <p:cNvSpPr/>
            <p:nvPr/>
          </p:nvSpPr>
          <p:spPr>
            <a:xfrm>
              <a:off x="5431296" y="2128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5" name="pt7895"/>
            <p:cNvSpPr/>
            <p:nvPr/>
          </p:nvSpPr>
          <p:spPr>
            <a:xfrm>
              <a:off x="5505620" y="192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6" name="pt7896"/>
            <p:cNvSpPr/>
            <p:nvPr/>
          </p:nvSpPr>
          <p:spPr>
            <a:xfrm>
              <a:off x="5430913" y="2264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7" name="pt7897"/>
            <p:cNvSpPr/>
            <p:nvPr/>
          </p:nvSpPr>
          <p:spPr>
            <a:xfrm>
              <a:off x="5565708" y="1868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8" name="pt7898"/>
            <p:cNvSpPr/>
            <p:nvPr/>
          </p:nvSpPr>
          <p:spPr>
            <a:xfrm>
              <a:off x="5171144" y="2183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9" name="pt7899"/>
            <p:cNvSpPr/>
            <p:nvPr/>
          </p:nvSpPr>
          <p:spPr>
            <a:xfrm>
              <a:off x="5267456" y="2230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0" name="pt7900"/>
            <p:cNvSpPr/>
            <p:nvPr/>
          </p:nvSpPr>
          <p:spPr>
            <a:xfrm>
              <a:off x="5321014" y="2124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1" name="pt7901"/>
            <p:cNvSpPr/>
            <p:nvPr/>
          </p:nvSpPr>
          <p:spPr>
            <a:xfrm>
              <a:off x="5330171" y="2209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2" name="pt7902"/>
            <p:cNvSpPr/>
            <p:nvPr/>
          </p:nvSpPr>
          <p:spPr>
            <a:xfrm>
              <a:off x="4880516" y="2736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3" name="pt7903"/>
            <p:cNvSpPr/>
            <p:nvPr/>
          </p:nvSpPr>
          <p:spPr>
            <a:xfrm>
              <a:off x="5052710" y="288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4" name="pt7904"/>
            <p:cNvSpPr/>
            <p:nvPr/>
          </p:nvSpPr>
          <p:spPr>
            <a:xfrm>
              <a:off x="5296393" y="2219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5" name="pt7905"/>
            <p:cNvSpPr/>
            <p:nvPr/>
          </p:nvSpPr>
          <p:spPr>
            <a:xfrm>
              <a:off x="5180216" y="2150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6" name="pt7906"/>
            <p:cNvSpPr/>
            <p:nvPr/>
          </p:nvSpPr>
          <p:spPr>
            <a:xfrm>
              <a:off x="5345860" y="2159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7" name="pt7907"/>
            <p:cNvSpPr/>
            <p:nvPr/>
          </p:nvSpPr>
          <p:spPr>
            <a:xfrm>
              <a:off x="5793583" y="1161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8" name="pt7908"/>
            <p:cNvSpPr/>
            <p:nvPr/>
          </p:nvSpPr>
          <p:spPr>
            <a:xfrm>
              <a:off x="5255438" y="2120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9" name="pt7909"/>
            <p:cNvSpPr/>
            <p:nvPr/>
          </p:nvSpPr>
          <p:spPr>
            <a:xfrm>
              <a:off x="4967393" y="2563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0" name="pt7910"/>
            <p:cNvSpPr/>
            <p:nvPr/>
          </p:nvSpPr>
          <p:spPr>
            <a:xfrm>
              <a:off x="5443948" y="2161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1" name="pt7911"/>
            <p:cNvSpPr/>
            <p:nvPr/>
          </p:nvSpPr>
          <p:spPr>
            <a:xfrm>
              <a:off x="5751291" y="1626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2" name="pt7912"/>
            <p:cNvSpPr/>
            <p:nvPr/>
          </p:nvSpPr>
          <p:spPr>
            <a:xfrm>
              <a:off x="5344717" y="2116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3" name="pt7913"/>
            <p:cNvSpPr/>
            <p:nvPr/>
          </p:nvSpPr>
          <p:spPr>
            <a:xfrm>
              <a:off x="5226763" y="2189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4" name="pt7914"/>
            <p:cNvSpPr/>
            <p:nvPr/>
          </p:nvSpPr>
          <p:spPr>
            <a:xfrm>
              <a:off x="5472311" y="2234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5" name="pt7915"/>
            <p:cNvSpPr/>
            <p:nvPr/>
          </p:nvSpPr>
          <p:spPr>
            <a:xfrm>
              <a:off x="5268469" y="2278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6" name="pt7916"/>
            <p:cNvSpPr/>
            <p:nvPr/>
          </p:nvSpPr>
          <p:spPr>
            <a:xfrm>
              <a:off x="5330047" y="2073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7" name="pt7917"/>
            <p:cNvSpPr/>
            <p:nvPr/>
          </p:nvSpPr>
          <p:spPr>
            <a:xfrm>
              <a:off x="5373057" y="1995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8" name="pt7918"/>
            <p:cNvSpPr/>
            <p:nvPr/>
          </p:nvSpPr>
          <p:spPr>
            <a:xfrm>
              <a:off x="5546865" y="1988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9" name="pt7919"/>
            <p:cNvSpPr/>
            <p:nvPr/>
          </p:nvSpPr>
          <p:spPr>
            <a:xfrm>
              <a:off x="5204846" y="2211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0" name="pt7920"/>
            <p:cNvSpPr/>
            <p:nvPr/>
          </p:nvSpPr>
          <p:spPr>
            <a:xfrm>
              <a:off x="5242413" y="2159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1" name="pt7921"/>
            <p:cNvSpPr/>
            <p:nvPr/>
          </p:nvSpPr>
          <p:spPr>
            <a:xfrm>
              <a:off x="5232159" y="2215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2" name="pt7922"/>
            <p:cNvSpPr/>
            <p:nvPr/>
          </p:nvSpPr>
          <p:spPr>
            <a:xfrm>
              <a:off x="5327306" y="2221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3" name="pt7923"/>
            <p:cNvSpPr/>
            <p:nvPr/>
          </p:nvSpPr>
          <p:spPr>
            <a:xfrm>
              <a:off x="5467710" y="2192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4" name="pt7924"/>
            <p:cNvSpPr/>
            <p:nvPr/>
          </p:nvSpPr>
          <p:spPr>
            <a:xfrm>
              <a:off x="5662605" y="2030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5" name="pt7925"/>
            <p:cNvSpPr/>
            <p:nvPr/>
          </p:nvSpPr>
          <p:spPr>
            <a:xfrm>
              <a:off x="5318617" y="2299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6" name="pt7926"/>
            <p:cNvSpPr/>
            <p:nvPr/>
          </p:nvSpPr>
          <p:spPr>
            <a:xfrm>
              <a:off x="5091518" y="2100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7" name="pt7927"/>
            <p:cNvSpPr/>
            <p:nvPr/>
          </p:nvSpPr>
          <p:spPr>
            <a:xfrm>
              <a:off x="5279556" y="2070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8" name="pt7928"/>
            <p:cNvSpPr/>
            <p:nvPr/>
          </p:nvSpPr>
          <p:spPr>
            <a:xfrm>
              <a:off x="5665285" y="2046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9" name="pt7929"/>
            <p:cNvSpPr/>
            <p:nvPr/>
          </p:nvSpPr>
          <p:spPr>
            <a:xfrm>
              <a:off x="5217694" y="2289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0" name="pt7930"/>
            <p:cNvSpPr/>
            <p:nvPr/>
          </p:nvSpPr>
          <p:spPr>
            <a:xfrm>
              <a:off x="5492955" y="2106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1" name="pt7931"/>
            <p:cNvSpPr/>
            <p:nvPr/>
          </p:nvSpPr>
          <p:spPr>
            <a:xfrm>
              <a:off x="5488953" y="2064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2" name="pt7932"/>
            <p:cNvSpPr/>
            <p:nvPr/>
          </p:nvSpPr>
          <p:spPr>
            <a:xfrm>
              <a:off x="5458577" y="2234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3" name="pt7933"/>
            <p:cNvSpPr/>
            <p:nvPr/>
          </p:nvSpPr>
          <p:spPr>
            <a:xfrm>
              <a:off x="5540955" y="1898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4" name="pt7934"/>
            <p:cNvSpPr/>
            <p:nvPr/>
          </p:nvSpPr>
          <p:spPr>
            <a:xfrm>
              <a:off x="5393534" y="2269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5" name="pt7935"/>
            <p:cNvSpPr/>
            <p:nvPr/>
          </p:nvSpPr>
          <p:spPr>
            <a:xfrm>
              <a:off x="5345038" y="2110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6" name="pt7936"/>
            <p:cNvSpPr/>
            <p:nvPr/>
          </p:nvSpPr>
          <p:spPr>
            <a:xfrm>
              <a:off x="4911385" y="1988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7" name="pt7937"/>
            <p:cNvSpPr/>
            <p:nvPr/>
          </p:nvSpPr>
          <p:spPr>
            <a:xfrm>
              <a:off x="5018980" y="2505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8" name="pt7938"/>
            <p:cNvSpPr/>
            <p:nvPr/>
          </p:nvSpPr>
          <p:spPr>
            <a:xfrm>
              <a:off x="4880198" y="2746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9" name="pt7939"/>
            <p:cNvSpPr/>
            <p:nvPr/>
          </p:nvSpPr>
          <p:spPr>
            <a:xfrm>
              <a:off x="5232479" y="2161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0" name="pt7940"/>
            <p:cNvSpPr/>
            <p:nvPr/>
          </p:nvSpPr>
          <p:spPr>
            <a:xfrm>
              <a:off x="5727919" y="1872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1" name="pt7941"/>
            <p:cNvSpPr/>
            <p:nvPr/>
          </p:nvSpPr>
          <p:spPr>
            <a:xfrm>
              <a:off x="5313322" y="2189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2" name="pt7942"/>
            <p:cNvSpPr/>
            <p:nvPr/>
          </p:nvSpPr>
          <p:spPr>
            <a:xfrm>
              <a:off x="5534383" y="1974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3" name="pt7943"/>
            <p:cNvSpPr/>
            <p:nvPr/>
          </p:nvSpPr>
          <p:spPr>
            <a:xfrm>
              <a:off x="4923519" y="2211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4" name="pt7944"/>
            <p:cNvSpPr/>
            <p:nvPr/>
          </p:nvSpPr>
          <p:spPr>
            <a:xfrm>
              <a:off x="5012133" y="2473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5" name="pt7945"/>
            <p:cNvSpPr/>
            <p:nvPr/>
          </p:nvSpPr>
          <p:spPr>
            <a:xfrm>
              <a:off x="5303052" y="2170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6" name="pt7946"/>
            <p:cNvSpPr/>
            <p:nvPr/>
          </p:nvSpPr>
          <p:spPr>
            <a:xfrm>
              <a:off x="5696348" y="1853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7" name="pt7947"/>
            <p:cNvSpPr/>
            <p:nvPr/>
          </p:nvSpPr>
          <p:spPr>
            <a:xfrm>
              <a:off x="5301411" y="2196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8" name="pt7948"/>
            <p:cNvSpPr/>
            <p:nvPr/>
          </p:nvSpPr>
          <p:spPr>
            <a:xfrm>
              <a:off x="5483808" y="2247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9" name="pt7949"/>
            <p:cNvSpPr/>
            <p:nvPr/>
          </p:nvSpPr>
          <p:spPr>
            <a:xfrm>
              <a:off x="5498381" y="1931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0" name="pt7950"/>
            <p:cNvSpPr/>
            <p:nvPr/>
          </p:nvSpPr>
          <p:spPr>
            <a:xfrm>
              <a:off x="5340003" y="2134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1" name="pt7951"/>
            <p:cNvSpPr/>
            <p:nvPr/>
          </p:nvSpPr>
          <p:spPr>
            <a:xfrm>
              <a:off x="5206218" y="2079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2" name="pt7952"/>
            <p:cNvSpPr/>
            <p:nvPr/>
          </p:nvSpPr>
          <p:spPr>
            <a:xfrm>
              <a:off x="5204119" y="2186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3" name="pt7953"/>
            <p:cNvSpPr/>
            <p:nvPr/>
          </p:nvSpPr>
          <p:spPr>
            <a:xfrm>
              <a:off x="5645406" y="1757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4" name="pt7954"/>
            <p:cNvSpPr/>
            <p:nvPr/>
          </p:nvSpPr>
          <p:spPr>
            <a:xfrm>
              <a:off x="4896887" y="2538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5" name="pt7955"/>
            <p:cNvSpPr/>
            <p:nvPr/>
          </p:nvSpPr>
          <p:spPr>
            <a:xfrm>
              <a:off x="5241650" y="2154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6" name="pt7956"/>
            <p:cNvSpPr/>
            <p:nvPr/>
          </p:nvSpPr>
          <p:spPr>
            <a:xfrm>
              <a:off x="5537729" y="199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7" name="pt7957"/>
            <p:cNvSpPr/>
            <p:nvPr/>
          </p:nvSpPr>
          <p:spPr>
            <a:xfrm>
              <a:off x="4910822" y="2153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8" name="pt7958"/>
            <p:cNvSpPr/>
            <p:nvPr/>
          </p:nvSpPr>
          <p:spPr>
            <a:xfrm>
              <a:off x="5253269" y="2205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9" name="pt7959"/>
            <p:cNvSpPr/>
            <p:nvPr/>
          </p:nvSpPr>
          <p:spPr>
            <a:xfrm>
              <a:off x="5651751" y="1751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0" name="pt7960"/>
            <p:cNvSpPr/>
            <p:nvPr/>
          </p:nvSpPr>
          <p:spPr>
            <a:xfrm>
              <a:off x="5470000" y="2219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1" name="pt7961"/>
            <p:cNvSpPr/>
            <p:nvPr/>
          </p:nvSpPr>
          <p:spPr>
            <a:xfrm>
              <a:off x="5208224" y="2092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2" name="pt7962"/>
            <p:cNvSpPr/>
            <p:nvPr/>
          </p:nvSpPr>
          <p:spPr>
            <a:xfrm>
              <a:off x="5502206" y="2065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3" name="pt7963"/>
            <p:cNvSpPr/>
            <p:nvPr/>
          </p:nvSpPr>
          <p:spPr>
            <a:xfrm>
              <a:off x="5114440" y="212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4" name="pt7964"/>
            <p:cNvSpPr/>
            <p:nvPr/>
          </p:nvSpPr>
          <p:spPr>
            <a:xfrm>
              <a:off x="4932283" y="2235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5" name="pt7965"/>
            <p:cNvSpPr/>
            <p:nvPr/>
          </p:nvSpPr>
          <p:spPr>
            <a:xfrm>
              <a:off x="5157161" y="2044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6" name="pt7966"/>
            <p:cNvSpPr/>
            <p:nvPr/>
          </p:nvSpPr>
          <p:spPr>
            <a:xfrm>
              <a:off x="5170084" y="1947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7" name="pt7967"/>
            <p:cNvSpPr/>
            <p:nvPr/>
          </p:nvSpPr>
          <p:spPr>
            <a:xfrm>
              <a:off x="5826123" y="1908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8" name="pt7968"/>
            <p:cNvSpPr/>
            <p:nvPr/>
          </p:nvSpPr>
          <p:spPr>
            <a:xfrm>
              <a:off x="4576423" y="2587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9" name="pt7969"/>
            <p:cNvSpPr/>
            <p:nvPr/>
          </p:nvSpPr>
          <p:spPr>
            <a:xfrm>
              <a:off x="5414702" y="2002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0" name="pt7970"/>
            <p:cNvSpPr/>
            <p:nvPr/>
          </p:nvSpPr>
          <p:spPr>
            <a:xfrm>
              <a:off x="5313467" y="2209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1" name="pt7971"/>
            <p:cNvSpPr/>
            <p:nvPr/>
          </p:nvSpPr>
          <p:spPr>
            <a:xfrm>
              <a:off x="5572562" y="1964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2" name="pt7972"/>
            <p:cNvSpPr/>
            <p:nvPr/>
          </p:nvSpPr>
          <p:spPr>
            <a:xfrm>
              <a:off x="5552912" y="1971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3" name="pt7973"/>
            <p:cNvSpPr/>
            <p:nvPr/>
          </p:nvSpPr>
          <p:spPr>
            <a:xfrm>
              <a:off x="5513034" y="2082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4" name="pt7974"/>
            <p:cNvSpPr/>
            <p:nvPr/>
          </p:nvSpPr>
          <p:spPr>
            <a:xfrm>
              <a:off x="5577952" y="1594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5" name="pt7975"/>
            <p:cNvSpPr/>
            <p:nvPr/>
          </p:nvSpPr>
          <p:spPr>
            <a:xfrm>
              <a:off x="5147872" y="2131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6" name="pt7976"/>
            <p:cNvSpPr/>
            <p:nvPr/>
          </p:nvSpPr>
          <p:spPr>
            <a:xfrm>
              <a:off x="5665150" y="1988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7" name="pt7977"/>
            <p:cNvSpPr/>
            <p:nvPr/>
          </p:nvSpPr>
          <p:spPr>
            <a:xfrm>
              <a:off x="5169674" y="2127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8" name="pt7978"/>
            <p:cNvSpPr/>
            <p:nvPr/>
          </p:nvSpPr>
          <p:spPr>
            <a:xfrm>
              <a:off x="5132024" y="1964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9" name="pt7979"/>
            <p:cNvSpPr/>
            <p:nvPr/>
          </p:nvSpPr>
          <p:spPr>
            <a:xfrm>
              <a:off x="5122823" y="2164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0" name="pt7980"/>
            <p:cNvSpPr/>
            <p:nvPr/>
          </p:nvSpPr>
          <p:spPr>
            <a:xfrm>
              <a:off x="4930966" y="2324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1" name="pt7981"/>
            <p:cNvSpPr/>
            <p:nvPr/>
          </p:nvSpPr>
          <p:spPr>
            <a:xfrm>
              <a:off x="4962488" y="2761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2" name="pt7982"/>
            <p:cNvSpPr/>
            <p:nvPr/>
          </p:nvSpPr>
          <p:spPr>
            <a:xfrm>
              <a:off x="5600269" y="1848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3" name="pt7983"/>
            <p:cNvSpPr/>
            <p:nvPr/>
          </p:nvSpPr>
          <p:spPr>
            <a:xfrm>
              <a:off x="5459364" y="2139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4" name="pt7984"/>
            <p:cNvSpPr/>
            <p:nvPr/>
          </p:nvSpPr>
          <p:spPr>
            <a:xfrm>
              <a:off x="5306354" y="2194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5" name="pt7985"/>
            <p:cNvSpPr/>
            <p:nvPr/>
          </p:nvSpPr>
          <p:spPr>
            <a:xfrm>
              <a:off x="5338419" y="2151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6" name="pt7986"/>
            <p:cNvSpPr/>
            <p:nvPr/>
          </p:nvSpPr>
          <p:spPr>
            <a:xfrm>
              <a:off x="5457721" y="2183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7" name="pt7987"/>
            <p:cNvSpPr/>
            <p:nvPr/>
          </p:nvSpPr>
          <p:spPr>
            <a:xfrm>
              <a:off x="5263473" y="2189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8" name="pt7988"/>
            <p:cNvSpPr/>
            <p:nvPr/>
          </p:nvSpPr>
          <p:spPr>
            <a:xfrm>
              <a:off x="5702454" y="1764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9" name="pt7989"/>
            <p:cNvSpPr/>
            <p:nvPr/>
          </p:nvSpPr>
          <p:spPr>
            <a:xfrm>
              <a:off x="5437886" y="2187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0" name="pt7990"/>
            <p:cNvSpPr/>
            <p:nvPr/>
          </p:nvSpPr>
          <p:spPr>
            <a:xfrm>
              <a:off x="5307084" y="2139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1" name="pt7991"/>
            <p:cNvSpPr/>
            <p:nvPr/>
          </p:nvSpPr>
          <p:spPr>
            <a:xfrm>
              <a:off x="5401514" y="2274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2" name="pt7992"/>
            <p:cNvSpPr/>
            <p:nvPr/>
          </p:nvSpPr>
          <p:spPr>
            <a:xfrm>
              <a:off x="4608767" y="2817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3" name="pt7993"/>
            <p:cNvSpPr/>
            <p:nvPr/>
          </p:nvSpPr>
          <p:spPr>
            <a:xfrm>
              <a:off x="4760670" y="2832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4" name="pt7994"/>
            <p:cNvSpPr/>
            <p:nvPr/>
          </p:nvSpPr>
          <p:spPr>
            <a:xfrm>
              <a:off x="5471697" y="2244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5" name="pt7995"/>
            <p:cNvSpPr/>
            <p:nvPr/>
          </p:nvSpPr>
          <p:spPr>
            <a:xfrm>
              <a:off x="5268389" y="2161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6" name="pt7996"/>
            <p:cNvSpPr/>
            <p:nvPr/>
          </p:nvSpPr>
          <p:spPr>
            <a:xfrm>
              <a:off x="5562622" y="1855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7" name="pt7997"/>
            <p:cNvSpPr/>
            <p:nvPr/>
          </p:nvSpPr>
          <p:spPr>
            <a:xfrm>
              <a:off x="4995774" y="1987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8" name="pt7998"/>
            <p:cNvSpPr/>
            <p:nvPr/>
          </p:nvSpPr>
          <p:spPr>
            <a:xfrm>
              <a:off x="4608731" y="2518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9" name="pt7999"/>
            <p:cNvSpPr/>
            <p:nvPr/>
          </p:nvSpPr>
          <p:spPr>
            <a:xfrm>
              <a:off x="5573243" y="1672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0" name="pt8000"/>
            <p:cNvSpPr/>
            <p:nvPr/>
          </p:nvSpPr>
          <p:spPr>
            <a:xfrm>
              <a:off x="5767676" y="1604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1" name="pt8001"/>
            <p:cNvSpPr/>
            <p:nvPr/>
          </p:nvSpPr>
          <p:spPr>
            <a:xfrm>
              <a:off x="5554301" y="2115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2" name="pt8002"/>
            <p:cNvSpPr/>
            <p:nvPr/>
          </p:nvSpPr>
          <p:spPr>
            <a:xfrm>
              <a:off x="5324643" y="2115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3" name="pt8003"/>
            <p:cNvSpPr/>
            <p:nvPr/>
          </p:nvSpPr>
          <p:spPr>
            <a:xfrm>
              <a:off x="5591908" y="1708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4" name="pt8004"/>
            <p:cNvSpPr/>
            <p:nvPr/>
          </p:nvSpPr>
          <p:spPr>
            <a:xfrm>
              <a:off x="5286066" y="2040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5" name="pt8005"/>
            <p:cNvSpPr/>
            <p:nvPr/>
          </p:nvSpPr>
          <p:spPr>
            <a:xfrm>
              <a:off x="5096093" y="211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6" name="pt8006"/>
            <p:cNvSpPr/>
            <p:nvPr/>
          </p:nvSpPr>
          <p:spPr>
            <a:xfrm>
              <a:off x="5173069" y="2099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7" name="pt8007"/>
            <p:cNvSpPr/>
            <p:nvPr/>
          </p:nvSpPr>
          <p:spPr>
            <a:xfrm>
              <a:off x="5248097" y="2222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8" name="pt8008"/>
            <p:cNvSpPr/>
            <p:nvPr/>
          </p:nvSpPr>
          <p:spPr>
            <a:xfrm>
              <a:off x="5597435" y="1916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9" name="pt8009"/>
            <p:cNvSpPr/>
            <p:nvPr/>
          </p:nvSpPr>
          <p:spPr>
            <a:xfrm>
              <a:off x="5294265" y="2155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0" name="pt8010"/>
            <p:cNvSpPr/>
            <p:nvPr/>
          </p:nvSpPr>
          <p:spPr>
            <a:xfrm>
              <a:off x="5134370" y="1961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1" name="pt8011"/>
            <p:cNvSpPr/>
            <p:nvPr/>
          </p:nvSpPr>
          <p:spPr>
            <a:xfrm>
              <a:off x="5267561" y="2285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2" name="pt8012"/>
            <p:cNvSpPr/>
            <p:nvPr/>
          </p:nvSpPr>
          <p:spPr>
            <a:xfrm>
              <a:off x="5630871" y="1776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3" name="pt8013"/>
            <p:cNvSpPr/>
            <p:nvPr/>
          </p:nvSpPr>
          <p:spPr>
            <a:xfrm>
              <a:off x="5145900" y="2188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4" name="pt8014"/>
            <p:cNvSpPr/>
            <p:nvPr/>
          </p:nvSpPr>
          <p:spPr>
            <a:xfrm>
              <a:off x="5309139" y="2231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5" name="pt8015"/>
            <p:cNvSpPr/>
            <p:nvPr/>
          </p:nvSpPr>
          <p:spPr>
            <a:xfrm>
              <a:off x="5546566" y="2008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6" name="pt8016"/>
            <p:cNvSpPr/>
            <p:nvPr/>
          </p:nvSpPr>
          <p:spPr>
            <a:xfrm>
              <a:off x="4803150" y="2148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7" name="pt8017"/>
            <p:cNvSpPr/>
            <p:nvPr/>
          </p:nvSpPr>
          <p:spPr>
            <a:xfrm>
              <a:off x="5806887" y="2005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8" name="pt8018"/>
            <p:cNvSpPr/>
            <p:nvPr/>
          </p:nvSpPr>
          <p:spPr>
            <a:xfrm>
              <a:off x="5232667" y="2153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9" name="pt8019"/>
            <p:cNvSpPr/>
            <p:nvPr/>
          </p:nvSpPr>
          <p:spPr>
            <a:xfrm>
              <a:off x="5562917" y="1926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0" name="pt8020"/>
            <p:cNvSpPr/>
            <p:nvPr/>
          </p:nvSpPr>
          <p:spPr>
            <a:xfrm>
              <a:off x="5448104" y="2191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1" name="pt8021"/>
            <p:cNvSpPr/>
            <p:nvPr/>
          </p:nvSpPr>
          <p:spPr>
            <a:xfrm>
              <a:off x="5153302" y="2075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2" name="pt8022"/>
            <p:cNvSpPr/>
            <p:nvPr/>
          </p:nvSpPr>
          <p:spPr>
            <a:xfrm>
              <a:off x="5653323" y="1898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3" name="pt8023"/>
            <p:cNvSpPr/>
            <p:nvPr/>
          </p:nvSpPr>
          <p:spPr>
            <a:xfrm>
              <a:off x="4826576" y="2101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4" name="pt8024"/>
            <p:cNvSpPr/>
            <p:nvPr/>
          </p:nvSpPr>
          <p:spPr>
            <a:xfrm>
              <a:off x="5360566" y="2055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5" name="pt8025"/>
            <p:cNvSpPr/>
            <p:nvPr/>
          </p:nvSpPr>
          <p:spPr>
            <a:xfrm>
              <a:off x="5573402" y="1580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6" name="pt8026"/>
            <p:cNvSpPr/>
            <p:nvPr/>
          </p:nvSpPr>
          <p:spPr>
            <a:xfrm>
              <a:off x="5165752" y="2184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7" name="pt8027"/>
            <p:cNvSpPr/>
            <p:nvPr/>
          </p:nvSpPr>
          <p:spPr>
            <a:xfrm>
              <a:off x="5297303" y="2240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8" name="pt8028"/>
            <p:cNvSpPr/>
            <p:nvPr/>
          </p:nvSpPr>
          <p:spPr>
            <a:xfrm>
              <a:off x="5422173" y="2127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9" name="pt8029"/>
            <p:cNvSpPr/>
            <p:nvPr/>
          </p:nvSpPr>
          <p:spPr>
            <a:xfrm>
              <a:off x="5265006" y="2232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0" name="pt8030"/>
            <p:cNvSpPr/>
            <p:nvPr/>
          </p:nvSpPr>
          <p:spPr>
            <a:xfrm>
              <a:off x="5227558" y="2098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1" name="pt8031"/>
            <p:cNvSpPr/>
            <p:nvPr/>
          </p:nvSpPr>
          <p:spPr>
            <a:xfrm>
              <a:off x="5797552" y="1616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2" name="pt8032"/>
            <p:cNvSpPr/>
            <p:nvPr/>
          </p:nvSpPr>
          <p:spPr>
            <a:xfrm>
              <a:off x="5212043" y="2235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3" name="pt8033"/>
            <p:cNvSpPr/>
            <p:nvPr/>
          </p:nvSpPr>
          <p:spPr>
            <a:xfrm>
              <a:off x="5330204" y="2246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4" name="pt8034"/>
            <p:cNvSpPr/>
            <p:nvPr/>
          </p:nvSpPr>
          <p:spPr>
            <a:xfrm>
              <a:off x="5259625" y="220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5" name="pt8035"/>
            <p:cNvSpPr/>
            <p:nvPr/>
          </p:nvSpPr>
          <p:spPr>
            <a:xfrm>
              <a:off x="5126071" y="206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6" name="pt8036"/>
            <p:cNvSpPr/>
            <p:nvPr/>
          </p:nvSpPr>
          <p:spPr>
            <a:xfrm>
              <a:off x="5622890" y="1775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7" name="pt8037"/>
            <p:cNvSpPr/>
            <p:nvPr/>
          </p:nvSpPr>
          <p:spPr>
            <a:xfrm>
              <a:off x="4944471" y="2392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8" name="pt8038"/>
            <p:cNvSpPr/>
            <p:nvPr/>
          </p:nvSpPr>
          <p:spPr>
            <a:xfrm>
              <a:off x="5022115" y="2537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9" name="pt8039"/>
            <p:cNvSpPr/>
            <p:nvPr/>
          </p:nvSpPr>
          <p:spPr>
            <a:xfrm>
              <a:off x="5577006" y="1643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0" name="pt8040"/>
            <p:cNvSpPr/>
            <p:nvPr/>
          </p:nvSpPr>
          <p:spPr>
            <a:xfrm>
              <a:off x="5317510" y="2258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1" name="pt8041"/>
            <p:cNvSpPr/>
            <p:nvPr/>
          </p:nvSpPr>
          <p:spPr>
            <a:xfrm>
              <a:off x="5837249" y="1766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2" name="pt8042"/>
            <p:cNvSpPr/>
            <p:nvPr/>
          </p:nvSpPr>
          <p:spPr>
            <a:xfrm>
              <a:off x="5351980" y="2014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3" name="pt8043"/>
            <p:cNvSpPr/>
            <p:nvPr/>
          </p:nvSpPr>
          <p:spPr>
            <a:xfrm>
              <a:off x="5398236" y="2057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4" name="pt8044"/>
            <p:cNvSpPr/>
            <p:nvPr/>
          </p:nvSpPr>
          <p:spPr>
            <a:xfrm>
              <a:off x="5413607" y="2328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5" name="pt8045"/>
            <p:cNvSpPr/>
            <p:nvPr/>
          </p:nvSpPr>
          <p:spPr>
            <a:xfrm>
              <a:off x="5523243" y="1870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6" name="pt8046"/>
            <p:cNvSpPr/>
            <p:nvPr/>
          </p:nvSpPr>
          <p:spPr>
            <a:xfrm>
              <a:off x="5071081" y="2314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7" name="pt8047"/>
            <p:cNvSpPr/>
            <p:nvPr/>
          </p:nvSpPr>
          <p:spPr>
            <a:xfrm>
              <a:off x="5744045" y="179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8" name="pt8048"/>
            <p:cNvSpPr/>
            <p:nvPr/>
          </p:nvSpPr>
          <p:spPr>
            <a:xfrm>
              <a:off x="5117840" y="2179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9" name="pt8049"/>
            <p:cNvSpPr/>
            <p:nvPr/>
          </p:nvSpPr>
          <p:spPr>
            <a:xfrm>
              <a:off x="5189786" y="2124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0" name="pt8050"/>
            <p:cNvSpPr/>
            <p:nvPr/>
          </p:nvSpPr>
          <p:spPr>
            <a:xfrm>
              <a:off x="5461445" y="2218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1" name="pt8051"/>
            <p:cNvSpPr/>
            <p:nvPr/>
          </p:nvSpPr>
          <p:spPr>
            <a:xfrm>
              <a:off x="5240179" y="2205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2" name="pt8052"/>
            <p:cNvSpPr/>
            <p:nvPr/>
          </p:nvSpPr>
          <p:spPr>
            <a:xfrm>
              <a:off x="5232832" y="2116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3" name="pt8053"/>
            <p:cNvSpPr/>
            <p:nvPr/>
          </p:nvSpPr>
          <p:spPr>
            <a:xfrm>
              <a:off x="5500099" y="2090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4" name="pt8054"/>
            <p:cNvSpPr/>
            <p:nvPr/>
          </p:nvSpPr>
          <p:spPr>
            <a:xfrm>
              <a:off x="5299343" y="2133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5" name="pt8055"/>
            <p:cNvSpPr/>
            <p:nvPr/>
          </p:nvSpPr>
          <p:spPr>
            <a:xfrm>
              <a:off x="5523906" y="1888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6" name="pt8056"/>
            <p:cNvSpPr/>
            <p:nvPr/>
          </p:nvSpPr>
          <p:spPr>
            <a:xfrm>
              <a:off x="5239449" y="1974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7" name="pt8057"/>
            <p:cNvSpPr/>
            <p:nvPr/>
          </p:nvSpPr>
          <p:spPr>
            <a:xfrm>
              <a:off x="5137774" y="2029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8" name="pt8058"/>
            <p:cNvSpPr/>
            <p:nvPr/>
          </p:nvSpPr>
          <p:spPr>
            <a:xfrm>
              <a:off x="5013692" y="2694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9" name="pt8059"/>
            <p:cNvSpPr/>
            <p:nvPr/>
          </p:nvSpPr>
          <p:spPr>
            <a:xfrm>
              <a:off x="5971355" y="1500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0" name="pt8060"/>
            <p:cNvSpPr/>
            <p:nvPr/>
          </p:nvSpPr>
          <p:spPr>
            <a:xfrm>
              <a:off x="5331735" y="2185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1" name="pt8061"/>
            <p:cNvSpPr/>
            <p:nvPr/>
          </p:nvSpPr>
          <p:spPr>
            <a:xfrm>
              <a:off x="5117042" y="2285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2" name="pt8062"/>
            <p:cNvSpPr/>
            <p:nvPr/>
          </p:nvSpPr>
          <p:spPr>
            <a:xfrm>
              <a:off x="5209729" y="2084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3" name="pt8063"/>
            <p:cNvSpPr/>
            <p:nvPr/>
          </p:nvSpPr>
          <p:spPr>
            <a:xfrm>
              <a:off x="5670174" y="1962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4" name="pt8064"/>
            <p:cNvSpPr/>
            <p:nvPr/>
          </p:nvSpPr>
          <p:spPr>
            <a:xfrm>
              <a:off x="5135982" y="2056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5" name="pt8065"/>
            <p:cNvSpPr/>
            <p:nvPr/>
          </p:nvSpPr>
          <p:spPr>
            <a:xfrm>
              <a:off x="5073818" y="2212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6" name="pt8066"/>
            <p:cNvSpPr/>
            <p:nvPr/>
          </p:nvSpPr>
          <p:spPr>
            <a:xfrm>
              <a:off x="5067347" y="2320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7" name="pt8067"/>
            <p:cNvSpPr/>
            <p:nvPr/>
          </p:nvSpPr>
          <p:spPr>
            <a:xfrm>
              <a:off x="5328833" y="211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8" name="pt8068"/>
            <p:cNvSpPr/>
            <p:nvPr/>
          </p:nvSpPr>
          <p:spPr>
            <a:xfrm>
              <a:off x="5499003" y="1920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9" name="pt8069"/>
            <p:cNvSpPr/>
            <p:nvPr/>
          </p:nvSpPr>
          <p:spPr>
            <a:xfrm>
              <a:off x="5494710" y="1943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0" name="pt8070"/>
            <p:cNvSpPr/>
            <p:nvPr/>
          </p:nvSpPr>
          <p:spPr>
            <a:xfrm>
              <a:off x="5379663" y="2114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1" name="pt8071"/>
            <p:cNvSpPr/>
            <p:nvPr/>
          </p:nvSpPr>
          <p:spPr>
            <a:xfrm>
              <a:off x="5698724" y="1704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2" name="pt8072"/>
            <p:cNvSpPr/>
            <p:nvPr/>
          </p:nvSpPr>
          <p:spPr>
            <a:xfrm>
              <a:off x="5300585" y="2202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3" name="pt8073"/>
            <p:cNvSpPr/>
            <p:nvPr/>
          </p:nvSpPr>
          <p:spPr>
            <a:xfrm>
              <a:off x="5189058" y="2192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4" name="pt8074"/>
            <p:cNvSpPr/>
            <p:nvPr/>
          </p:nvSpPr>
          <p:spPr>
            <a:xfrm>
              <a:off x="5534441" y="1979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5" name="pt8075"/>
            <p:cNvSpPr/>
            <p:nvPr/>
          </p:nvSpPr>
          <p:spPr>
            <a:xfrm>
              <a:off x="5374405" y="2064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6" name="pt8076"/>
            <p:cNvSpPr/>
            <p:nvPr/>
          </p:nvSpPr>
          <p:spPr>
            <a:xfrm>
              <a:off x="5280797" y="2093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7" name="pt8077"/>
            <p:cNvSpPr/>
            <p:nvPr/>
          </p:nvSpPr>
          <p:spPr>
            <a:xfrm>
              <a:off x="5427045" y="2233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8" name="pt8078"/>
            <p:cNvSpPr/>
            <p:nvPr/>
          </p:nvSpPr>
          <p:spPr>
            <a:xfrm>
              <a:off x="4798533" y="1889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9" name="pt8079"/>
            <p:cNvSpPr/>
            <p:nvPr/>
          </p:nvSpPr>
          <p:spPr>
            <a:xfrm>
              <a:off x="5247239" y="2136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0" name="pt8080"/>
            <p:cNvSpPr/>
            <p:nvPr/>
          </p:nvSpPr>
          <p:spPr>
            <a:xfrm>
              <a:off x="4907421" y="2000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1" name="pt8081"/>
            <p:cNvSpPr/>
            <p:nvPr/>
          </p:nvSpPr>
          <p:spPr>
            <a:xfrm>
              <a:off x="4811348" y="1626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2" name="pt8082"/>
            <p:cNvSpPr/>
            <p:nvPr/>
          </p:nvSpPr>
          <p:spPr>
            <a:xfrm>
              <a:off x="5437959" y="2278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3" name="pt8083"/>
            <p:cNvSpPr/>
            <p:nvPr/>
          </p:nvSpPr>
          <p:spPr>
            <a:xfrm>
              <a:off x="5191942" y="212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4" name="pt8084"/>
            <p:cNvSpPr/>
            <p:nvPr/>
          </p:nvSpPr>
          <p:spPr>
            <a:xfrm>
              <a:off x="5062653" y="2603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5" name="pt8085"/>
            <p:cNvSpPr/>
            <p:nvPr/>
          </p:nvSpPr>
          <p:spPr>
            <a:xfrm>
              <a:off x="5779512" y="155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6" name="pt8086"/>
            <p:cNvSpPr/>
            <p:nvPr/>
          </p:nvSpPr>
          <p:spPr>
            <a:xfrm>
              <a:off x="4969844" y="2323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7" name="pt8087"/>
            <p:cNvSpPr/>
            <p:nvPr/>
          </p:nvSpPr>
          <p:spPr>
            <a:xfrm>
              <a:off x="5377444" y="1948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8" name="pt8088"/>
            <p:cNvSpPr/>
            <p:nvPr/>
          </p:nvSpPr>
          <p:spPr>
            <a:xfrm>
              <a:off x="4895317" y="2521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9" name="pt8089"/>
            <p:cNvSpPr/>
            <p:nvPr/>
          </p:nvSpPr>
          <p:spPr>
            <a:xfrm>
              <a:off x="5105392" y="2180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0" name="pt8090"/>
            <p:cNvSpPr/>
            <p:nvPr/>
          </p:nvSpPr>
          <p:spPr>
            <a:xfrm>
              <a:off x="5230958" y="2188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1" name="pt8091"/>
            <p:cNvSpPr/>
            <p:nvPr/>
          </p:nvSpPr>
          <p:spPr>
            <a:xfrm>
              <a:off x="4909920" y="2300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2" name="pt8092"/>
            <p:cNvSpPr/>
            <p:nvPr/>
          </p:nvSpPr>
          <p:spPr>
            <a:xfrm>
              <a:off x="5441801" y="2165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3" name="pt8093"/>
            <p:cNvSpPr/>
            <p:nvPr/>
          </p:nvSpPr>
          <p:spPr>
            <a:xfrm>
              <a:off x="5771335" y="1338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4" name="pt8094"/>
            <p:cNvSpPr/>
            <p:nvPr/>
          </p:nvSpPr>
          <p:spPr>
            <a:xfrm>
              <a:off x="5607610" y="1968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5" name="pt8095"/>
            <p:cNvSpPr/>
            <p:nvPr/>
          </p:nvSpPr>
          <p:spPr>
            <a:xfrm>
              <a:off x="5149614" y="2134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6" name="pt8096"/>
            <p:cNvSpPr/>
            <p:nvPr/>
          </p:nvSpPr>
          <p:spPr>
            <a:xfrm>
              <a:off x="5312751" y="2204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7" name="pt8097"/>
            <p:cNvSpPr/>
            <p:nvPr/>
          </p:nvSpPr>
          <p:spPr>
            <a:xfrm>
              <a:off x="5172601" y="2167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8" name="pt8098"/>
            <p:cNvSpPr/>
            <p:nvPr/>
          </p:nvSpPr>
          <p:spPr>
            <a:xfrm>
              <a:off x="5641802" y="1948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9" name="pt8099"/>
            <p:cNvSpPr/>
            <p:nvPr/>
          </p:nvSpPr>
          <p:spPr>
            <a:xfrm>
              <a:off x="5584804" y="1606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0" name="pt8100"/>
            <p:cNvSpPr/>
            <p:nvPr/>
          </p:nvSpPr>
          <p:spPr>
            <a:xfrm>
              <a:off x="5449112" y="2136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1" name="pt8101"/>
            <p:cNvSpPr/>
            <p:nvPr/>
          </p:nvSpPr>
          <p:spPr>
            <a:xfrm>
              <a:off x="5406004" y="213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2" name="pt8102"/>
            <p:cNvSpPr/>
            <p:nvPr/>
          </p:nvSpPr>
          <p:spPr>
            <a:xfrm>
              <a:off x="5476158" y="2269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3" name="pt8103"/>
            <p:cNvSpPr/>
            <p:nvPr/>
          </p:nvSpPr>
          <p:spPr>
            <a:xfrm>
              <a:off x="5452898" y="2171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4" name="pt8104"/>
            <p:cNvSpPr/>
            <p:nvPr/>
          </p:nvSpPr>
          <p:spPr>
            <a:xfrm>
              <a:off x="5747394" y="1808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5" name="pt8105"/>
            <p:cNvSpPr/>
            <p:nvPr/>
          </p:nvSpPr>
          <p:spPr>
            <a:xfrm>
              <a:off x="5357580" y="2018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6" name="pt8106"/>
            <p:cNvSpPr/>
            <p:nvPr/>
          </p:nvSpPr>
          <p:spPr>
            <a:xfrm>
              <a:off x="5219041" y="2194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7" name="pt8107"/>
            <p:cNvSpPr/>
            <p:nvPr/>
          </p:nvSpPr>
          <p:spPr>
            <a:xfrm>
              <a:off x="5468092" y="2223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8" name="pt8108"/>
            <p:cNvSpPr/>
            <p:nvPr/>
          </p:nvSpPr>
          <p:spPr>
            <a:xfrm>
              <a:off x="5274150" y="1978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9" name="pt8109"/>
            <p:cNvSpPr/>
            <p:nvPr/>
          </p:nvSpPr>
          <p:spPr>
            <a:xfrm>
              <a:off x="5320071" y="2302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0" name="pt8110"/>
            <p:cNvSpPr/>
            <p:nvPr/>
          </p:nvSpPr>
          <p:spPr>
            <a:xfrm>
              <a:off x="5512200" y="2026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1" name="pt8111"/>
            <p:cNvSpPr/>
            <p:nvPr/>
          </p:nvSpPr>
          <p:spPr>
            <a:xfrm>
              <a:off x="4834086" y="1923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2" name="pt8112"/>
            <p:cNvSpPr/>
            <p:nvPr/>
          </p:nvSpPr>
          <p:spPr>
            <a:xfrm>
              <a:off x="5831390" y="1664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3" name="pt8113"/>
            <p:cNvSpPr/>
            <p:nvPr/>
          </p:nvSpPr>
          <p:spPr>
            <a:xfrm>
              <a:off x="5183394" y="2141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4" name="pt8114"/>
            <p:cNvSpPr/>
            <p:nvPr/>
          </p:nvSpPr>
          <p:spPr>
            <a:xfrm>
              <a:off x="5206250" y="2127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5" name="pt8115"/>
            <p:cNvSpPr/>
            <p:nvPr/>
          </p:nvSpPr>
          <p:spPr>
            <a:xfrm>
              <a:off x="5962309" y="1843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6" name="pt8116"/>
            <p:cNvSpPr/>
            <p:nvPr/>
          </p:nvSpPr>
          <p:spPr>
            <a:xfrm>
              <a:off x="5061165" y="2488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7" name="pt8117"/>
            <p:cNvSpPr/>
            <p:nvPr/>
          </p:nvSpPr>
          <p:spPr>
            <a:xfrm>
              <a:off x="5054527" y="2637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8" name="pt8118"/>
            <p:cNvSpPr/>
            <p:nvPr/>
          </p:nvSpPr>
          <p:spPr>
            <a:xfrm>
              <a:off x="5108314" y="2117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9" name="pt8119"/>
            <p:cNvSpPr/>
            <p:nvPr/>
          </p:nvSpPr>
          <p:spPr>
            <a:xfrm>
              <a:off x="5325732" y="2065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0" name="pt8120"/>
            <p:cNvSpPr/>
            <p:nvPr/>
          </p:nvSpPr>
          <p:spPr>
            <a:xfrm>
              <a:off x="5523247" y="1832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1" name="pt8121"/>
            <p:cNvSpPr/>
            <p:nvPr/>
          </p:nvSpPr>
          <p:spPr>
            <a:xfrm>
              <a:off x="4944915" y="2464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2" name="pt8122"/>
            <p:cNvSpPr/>
            <p:nvPr/>
          </p:nvSpPr>
          <p:spPr>
            <a:xfrm>
              <a:off x="5479440" y="2235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3" name="pt8123"/>
            <p:cNvSpPr/>
            <p:nvPr/>
          </p:nvSpPr>
          <p:spPr>
            <a:xfrm>
              <a:off x="5522145" y="2022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4" name="pt8124"/>
            <p:cNvSpPr/>
            <p:nvPr/>
          </p:nvSpPr>
          <p:spPr>
            <a:xfrm>
              <a:off x="5048963" y="2845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5" name="pt8125"/>
            <p:cNvSpPr/>
            <p:nvPr/>
          </p:nvSpPr>
          <p:spPr>
            <a:xfrm>
              <a:off x="5420133" y="2276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6" name="pt8126"/>
            <p:cNvSpPr/>
            <p:nvPr/>
          </p:nvSpPr>
          <p:spPr>
            <a:xfrm>
              <a:off x="5516734" y="1985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7" name="pt8127"/>
            <p:cNvSpPr/>
            <p:nvPr/>
          </p:nvSpPr>
          <p:spPr>
            <a:xfrm>
              <a:off x="5804216" y="1827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8" name="pt8128"/>
            <p:cNvSpPr/>
            <p:nvPr/>
          </p:nvSpPr>
          <p:spPr>
            <a:xfrm>
              <a:off x="5860713" y="1615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9" name="pt8129"/>
            <p:cNvSpPr/>
            <p:nvPr/>
          </p:nvSpPr>
          <p:spPr>
            <a:xfrm>
              <a:off x="4736523" y="2701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0" name="pt8130"/>
            <p:cNvSpPr/>
            <p:nvPr/>
          </p:nvSpPr>
          <p:spPr>
            <a:xfrm>
              <a:off x="5163273" y="2156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1" name="pt8131"/>
            <p:cNvSpPr/>
            <p:nvPr/>
          </p:nvSpPr>
          <p:spPr>
            <a:xfrm>
              <a:off x="5267765" y="2247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2" name="pt8132"/>
            <p:cNvSpPr/>
            <p:nvPr/>
          </p:nvSpPr>
          <p:spPr>
            <a:xfrm>
              <a:off x="5034553" y="2725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3" name="pt8133"/>
            <p:cNvSpPr/>
            <p:nvPr/>
          </p:nvSpPr>
          <p:spPr>
            <a:xfrm>
              <a:off x="5114852" y="2079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4" name="pt8134"/>
            <p:cNvSpPr/>
            <p:nvPr/>
          </p:nvSpPr>
          <p:spPr>
            <a:xfrm>
              <a:off x="5341433" y="2223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5" name="pt8135"/>
            <p:cNvSpPr/>
            <p:nvPr/>
          </p:nvSpPr>
          <p:spPr>
            <a:xfrm>
              <a:off x="5586496" y="1623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6" name="pt8136"/>
            <p:cNvSpPr/>
            <p:nvPr/>
          </p:nvSpPr>
          <p:spPr>
            <a:xfrm>
              <a:off x="5503977" y="1959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7" name="pt8137"/>
            <p:cNvSpPr/>
            <p:nvPr/>
          </p:nvSpPr>
          <p:spPr>
            <a:xfrm>
              <a:off x="5574439" y="1618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8" name="pt8138"/>
            <p:cNvSpPr/>
            <p:nvPr/>
          </p:nvSpPr>
          <p:spPr>
            <a:xfrm>
              <a:off x="5074383" y="2271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9" name="pt8139"/>
            <p:cNvSpPr/>
            <p:nvPr/>
          </p:nvSpPr>
          <p:spPr>
            <a:xfrm>
              <a:off x="5367332" y="1978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0" name="pt8140"/>
            <p:cNvSpPr/>
            <p:nvPr/>
          </p:nvSpPr>
          <p:spPr>
            <a:xfrm>
              <a:off x="5091644" y="2111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1" name="pt8141"/>
            <p:cNvSpPr/>
            <p:nvPr/>
          </p:nvSpPr>
          <p:spPr>
            <a:xfrm>
              <a:off x="5119835" y="2019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2" name="pt8142"/>
            <p:cNvSpPr/>
            <p:nvPr/>
          </p:nvSpPr>
          <p:spPr>
            <a:xfrm>
              <a:off x="5426025" y="2153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3" name="pt8143"/>
            <p:cNvSpPr/>
            <p:nvPr/>
          </p:nvSpPr>
          <p:spPr>
            <a:xfrm>
              <a:off x="5571107" y="1788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4" name="pt8144"/>
            <p:cNvSpPr/>
            <p:nvPr/>
          </p:nvSpPr>
          <p:spPr>
            <a:xfrm>
              <a:off x="5111450" y="2035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5" name="pt8145"/>
            <p:cNvSpPr/>
            <p:nvPr/>
          </p:nvSpPr>
          <p:spPr>
            <a:xfrm>
              <a:off x="5572322" y="1825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6" name="pt8146"/>
            <p:cNvSpPr/>
            <p:nvPr/>
          </p:nvSpPr>
          <p:spPr>
            <a:xfrm>
              <a:off x="5264627" y="2248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7" name="pt8147"/>
            <p:cNvSpPr/>
            <p:nvPr/>
          </p:nvSpPr>
          <p:spPr>
            <a:xfrm>
              <a:off x="5579233" y="1793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8" name="pt8148"/>
            <p:cNvSpPr/>
            <p:nvPr/>
          </p:nvSpPr>
          <p:spPr>
            <a:xfrm>
              <a:off x="4961967" y="2440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9" name="pt8149"/>
            <p:cNvSpPr/>
            <p:nvPr/>
          </p:nvSpPr>
          <p:spPr>
            <a:xfrm>
              <a:off x="5312570" y="2168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0" name="pt8150"/>
            <p:cNvSpPr/>
            <p:nvPr/>
          </p:nvSpPr>
          <p:spPr>
            <a:xfrm>
              <a:off x="5096021" y="2148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1" name="pt8151"/>
            <p:cNvSpPr/>
            <p:nvPr/>
          </p:nvSpPr>
          <p:spPr>
            <a:xfrm>
              <a:off x="5384884" y="2172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2" name="pt8152"/>
            <p:cNvSpPr/>
            <p:nvPr/>
          </p:nvSpPr>
          <p:spPr>
            <a:xfrm>
              <a:off x="5813832" y="1705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3" name="pt8153"/>
            <p:cNvSpPr/>
            <p:nvPr/>
          </p:nvSpPr>
          <p:spPr>
            <a:xfrm>
              <a:off x="5367820" y="1866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4" name="pt8154"/>
            <p:cNvSpPr/>
            <p:nvPr/>
          </p:nvSpPr>
          <p:spPr>
            <a:xfrm>
              <a:off x="5570411" y="1951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5" name="pt8155"/>
            <p:cNvSpPr/>
            <p:nvPr/>
          </p:nvSpPr>
          <p:spPr>
            <a:xfrm>
              <a:off x="5480342" y="2296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6" name="pt8156"/>
            <p:cNvSpPr/>
            <p:nvPr/>
          </p:nvSpPr>
          <p:spPr>
            <a:xfrm>
              <a:off x="5701303" y="1845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7" name="pt8157"/>
            <p:cNvSpPr/>
            <p:nvPr/>
          </p:nvSpPr>
          <p:spPr>
            <a:xfrm>
              <a:off x="5679727" y="1815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8" name="pt8158"/>
            <p:cNvSpPr/>
            <p:nvPr/>
          </p:nvSpPr>
          <p:spPr>
            <a:xfrm>
              <a:off x="5282882" y="2091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9" name="pt8159"/>
            <p:cNvSpPr/>
            <p:nvPr/>
          </p:nvSpPr>
          <p:spPr>
            <a:xfrm>
              <a:off x="5464865" y="2125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0" name="pt8160"/>
            <p:cNvSpPr/>
            <p:nvPr/>
          </p:nvSpPr>
          <p:spPr>
            <a:xfrm>
              <a:off x="5562941" y="1792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1" name="pt8161"/>
            <p:cNvSpPr/>
            <p:nvPr/>
          </p:nvSpPr>
          <p:spPr>
            <a:xfrm>
              <a:off x="4879082" y="2693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2" name="pt8162"/>
            <p:cNvSpPr/>
            <p:nvPr/>
          </p:nvSpPr>
          <p:spPr>
            <a:xfrm>
              <a:off x="5350052" y="1981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3" name="pt8163"/>
            <p:cNvSpPr/>
            <p:nvPr/>
          </p:nvSpPr>
          <p:spPr>
            <a:xfrm>
              <a:off x="5356446" y="2002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4" name="pt8164"/>
            <p:cNvSpPr/>
            <p:nvPr/>
          </p:nvSpPr>
          <p:spPr>
            <a:xfrm>
              <a:off x="5516476" y="202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5" name="pt8165"/>
            <p:cNvSpPr/>
            <p:nvPr/>
          </p:nvSpPr>
          <p:spPr>
            <a:xfrm>
              <a:off x="5209074" y="2166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6" name="pt8166"/>
            <p:cNvSpPr/>
            <p:nvPr/>
          </p:nvSpPr>
          <p:spPr>
            <a:xfrm>
              <a:off x="5441792" y="2032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7" name="pt8167"/>
            <p:cNvSpPr/>
            <p:nvPr/>
          </p:nvSpPr>
          <p:spPr>
            <a:xfrm>
              <a:off x="5178668" y="2165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8" name="pt8168"/>
            <p:cNvSpPr/>
            <p:nvPr/>
          </p:nvSpPr>
          <p:spPr>
            <a:xfrm>
              <a:off x="5671907" y="1758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9" name="pt8169"/>
            <p:cNvSpPr/>
            <p:nvPr/>
          </p:nvSpPr>
          <p:spPr>
            <a:xfrm>
              <a:off x="5322104" y="2251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0" name="pt8170"/>
            <p:cNvSpPr/>
            <p:nvPr/>
          </p:nvSpPr>
          <p:spPr>
            <a:xfrm>
              <a:off x="5726406" y="1857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1" name="pt8171"/>
            <p:cNvSpPr/>
            <p:nvPr/>
          </p:nvSpPr>
          <p:spPr>
            <a:xfrm>
              <a:off x="5078241" y="2296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2" name="pt8172"/>
            <p:cNvSpPr/>
            <p:nvPr/>
          </p:nvSpPr>
          <p:spPr>
            <a:xfrm>
              <a:off x="5695683" y="1844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3" name="pt8173"/>
            <p:cNvSpPr/>
            <p:nvPr/>
          </p:nvSpPr>
          <p:spPr>
            <a:xfrm>
              <a:off x="5254889" y="2198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4" name="pt8174"/>
            <p:cNvSpPr/>
            <p:nvPr/>
          </p:nvSpPr>
          <p:spPr>
            <a:xfrm>
              <a:off x="4923185" y="2258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5" name="pt8175"/>
            <p:cNvSpPr/>
            <p:nvPr/>
          </p:nvSpPr>
          <p:spPr>
            <a:xfrm>
              <a:off x="5346414" y="2091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6" name="pt8176"/>
            <p:cNvSpPr/>
            <p:nvPr/>
          </p:nvSpPr>
          <p:spPr>
            <a:xfrm>
              <a:off x="5186979" y="2184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7" name="pt8177"/>
            <p:cNvSpPr/>
            <p:nvPr/>
          </p:nvSpPr>
          <p:spPr>
            <a:xfrm>
              <a:off x="4777744" y="2840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8" name="pt8178"/>
            <p:cNvSpPr/>
            <p:nvPr/>
          </p:nvSpPr>
          <p:spPr>
            <a:xfrm>
              <a:off x="5300080" y="2198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9" name="pt8179"/>
            <p:cNvSpPr/>
            <p:nvPr/>
          </p:nvSpPr>
          <p:spPr>
            <a:xfrm>
              <a:off x="5965518" y="2132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0" name="pt8180"/>
            <p:cNvSpPr/>
            <p:nvPr/>
          </p:nvSpPr>
          <p:spPr>
            <a:xfrm>
              <a:off x="5394084" y="2206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1" name="pt8181"/>
            <p:cNvSpPr/>
            <p:nvPr/>
          </p:nvSpPr>
          <p:spPr>
            <a:xfrm>
              <a:off x="5042164" y="2486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2" name="pt8182"/>
            <p:cNvSpPr/>
            <p:nvPr/>
          </p:nvSpPr>
          <p:spPr>
            <a:xfrm>
              <a:off x="5750388" y="1819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3" name="pt8183"/>
            <p:cNvSpPr/>
            <p:nvPr/>
          </p:nvSpPr>
          <p:spPr>
            <a:xfrm>
              <a:off x="5466021" y="216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4" name="pt8184"/>
            <p:cNvSpPr/>
            <p:nvPr/>
          </p:nvSpPr>
          <p:spPr>
            <a:xfrm>
              <a:off x="5079589" y="2304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5" name="pt8185"/>
            <p:cNvSpPr/>
            <p:nvPr/>
          </p:nvSpPr>
          <p:spPr>
            <a:xfrm>
              <a:off x="5406841" y="2201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6" name="pt8186"/>
            <p:cNvSpPr/>
            <p:nvPr/>
          </p:nvSpPr>
          <p:spPr>
            <a:xfrm>
              <a:off x="5106827" y="2323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7" name="pt8187"/>
            <p:cNvSpPr/>
            <p:nvPr/>
          </p:nvSpPr>
          <p:spPr>
            <a:xfrm>
              <a:off x="5524398" y="1919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8" name="pt8188"/>
            <p:cNvSpPr/>
            <p:nvPr/>
          </p:nvSpPr>
          <p:spPr>
            <a:xfrm>
              <a:off x="5280497" y="2099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9" name="pt8189"/>
            <p:cNvSpPr/>
            <p:nvPr/>
          </p:nvSpPr>
          <p:spPr>
            <a:xfrm>
              <a:off x="5053407" y="2748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0" name="pt8190"/>
            <p:cNvSpPr/>
            <p:nvPr/>
          </p:nvSpPr>
          <p:spPr>
            <a:xfrm>
              <a:off x="5090923" y="2241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1" name="pt8191"/>
            <p:cNvSpPr/>
            <p:nvPr/>
          </p:nvSpPr>
          <p:spPr>
            <a:xfrm>
              <a:off x="5172525" y="2131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2" name="pt8192"/>
            <p:cNvSpPr/>
            <p:nvPr/>
          </p:nvSpPr>
          <p:spPr>
            <a:xfrm>
              <a:off x="5460559" y="2188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3" name="pt8193"/>
            <p:cNvSpPr/>
            <p:nvPr/>
          </p:nvSpPr>
          <p:spPr>
            <a:xfrm>
              <a:off x="5112993" y="2118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4" name="pt8194"/>
            <p:cNvSpPr/>
            <p:nvPr/>
          </p:nvSpPr>
          <p:spPr>
            <a:xfrm>
              <a:off x="5197186" y="1876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5" name="pt8195"/>
            <p:cNvSpPr/>
            <p:nvPr/>
          </p:nvSpPr>
          <p:spPr>
            <a:xfrm>
              <a:off x="5675031" y="1992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6" name="pt8196"/>
            <p:cNvSpPr/>
            <p:nvPr/>
          </p:nvSpPr>
          <p:spPr>
            <a:xfrm>
              <a:off x="5587005" y="1823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7" name="pt8197"/>
            <p:cNvSpPr/>
            <p:nvPr/>
          </p:nvSpPr>
          <p:spPr>
            <a:xfrm>
              <a:off x="5257953" y="2226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8" name="pt8198"/>
            <p:cNvSpPr/>
            <p:nvPr/>
          </p:nvSpPr>
          <p:spPr>
            <a:xfrm>
              <a:off x="5594331" y="185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9" name="pt8199"/>
            <p:cNvSpPr/>
            <p:nvPr/>
          </p:nvSpPr>
          <p:spPr>
            <a:xfrm>
              <a:off x="5406758" y="2136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0" name="pt8200"/>
            <p:cNvSpPr/>
            <p:nvPr/>
          </p:nvSpPr>
          <p:spPr>
            <a:xfrm>
              <a:off x="5365613" y="1959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1" name="pt8201"/>
            <p:cNvSpPr/>
            <p:nvPr/>
          </p:nvSpPr>
          <p:spPr>
            <a:xfrm>
              <a:off x="5145051" y="2118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2" name="pt8202"/>
            <p:cNvSpPr/>
            <p:nvPr/>
          </p:nvSpPr>
          <p:spPr>
            <a:xfrm>
              <a:off x="5312407" y="2238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3" name="pt8203"/>
            <p:cNvSpPr/>
            <p:nvPr/>
          </p:nvSpPr>
          <p:spPr>
            <a:xfrm>
              <a:off x="5057098" y="2566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4" name="pt8204"/>
            <p:cNvSpPr/>
            <p:nvPr/>
          </p:nvSpPr>
          <p:spPr>
            <a:xfrm>
              <a:off x="5537857" y="2018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5" name="pt8205"/>
            <p:cNvSpPr/>
            <p:nvPr/>
          </p:nvSpPr>
          <p:spPr>
            <a:xfrm>
              <a:off x="4963482" y="2431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6" name="pt8206"/>
            <p:cNvSpPr/>
            <p:nvPr/>
          </p:nvSpPr>
          <p:spPr>
            <a:xfrm>
              <a:off x="5519450" y="1862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7" name="pt8207"/>
            <p:cNvSpPr/>
            <p:nvPr/>
          </p:nvSpPr>
          <p:spPr>
            <a:xfrm>
              <a:off x="5157638" y="2222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8" name="pt8208"/>
            <p:cNvSpPr/>
            <p:nvPr/>
          </p:nvSpPr>
          <p:spPr>
            <a:xfrm>
              <a:off x="5630423" y="1738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9" name="pt8209"/>
            <p:cNvSpPr/>
            <p:nvPr/>
          </p:nvSpPr>
          <p:spPr>
            <a:xfrm>
              <a:off x="5165065" y="2254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0" name="pt8210"/>
            <p:cNvSpPr/>
            <p:nvPr/>
          </p:nvSpPr>
          <p:spPr>
            <a:xfrm>
              <a:off x="5097906" y="2255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1" name="pt8211"/>
            <p:cNvSpPr/>
            <p:nvPr/>
          </p:nvSpPr>
          <p:spPr>
            <a:xfrm>
              <a:off x="5601201" y="188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2" name="pt8212"/>
            <p:cNvSpPr/>
            <p:nvPr/>
          </p:nvSpPr>
          <p:spPr>
            <a:xfrm>
              <a:off x="5467811" y="2098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3" name="pt8213"/>
            <p:cNvSpPr/>
            <p:nvPr/>
          </p:nvSpPr>
          <p:spPr>
            <a:xfrm>
              <a:off x="5556328" y="2160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4" name="pt8214"/>
            <p:cNvSpPr/>
            <p:nvPr/>
          </p:nvSpPr>
          <p:spPr>
            <a:xfrm>
              <a:off x="5442171" y="205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5" name="pt8215"/>
            <p:cNvSpPr/>
            <p:nvPr/>
          </p:nvSpPr>
          <p:spPr>
            <a:xfrm>
              <a:off x="4899125" y="2529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6" name="pt8216"/>
            <p:cNvSpPr/>
            <p:nvPr/>
          </p:nvSpPr>
          <p:spPr>
            <a:xfrm>
              <a:off x="5089512" y="2172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7" name="pt8217"/>
            <p:cNvSpPr/>
            <p:nvPr/>
          </p:nvSpPr>
          <p:spPr>
            <a:xfrm>
              <a:off x="5349861" y="2153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8" name="pt8218"/>
            <p:cNvSpPr/>
            <p:nvPr/>
          </p:nvSpPr>
          <p:spPr>
            <a:xfrm>
              <a:off x="5712995" y="1692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9" name="pt8219"/>
            <p:cNvSpPr/>
            <p:nvPr/>
          </p:nvSpPr>
          <p:spPr>
            <a:xfrm>
              <a:off x="5597613" y="189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0" name="pt8220"/>
            <p:cNvSpPr/>
            <p:nvPr/>
          </p:nvSpPr>
          <p:spPr>
            <a:xfrm>
              <a:off x="5236063" y="2105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1" name="pt8221"/>
            <p:cNvSpPr/>
            <p:nvPr/>
          </p:nvSpPr>
          <p:spPr>
            <a:xfrm>
              <a:off x="4841382" y="2150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2" name="pt8222"/>
            <p:cNvSpPr/>
            <p:nvPr/>
          </p:nvSpPr>
          <p:spPr>
            <a:xfrm>
              <a:off x="5339720" y="2192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3" name="pt8223"/>
            <p:cNvSpPr/>
            <p:nvPr/>
          </p:nvSpPr>
          <p:spPr>
            <a:xfrm>
              <a:off x="5215078" y="2163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4" name="pt8224"/>
            <p:cNvSpPr/>
            <p:nvPr/>
          </p:nvSpPr>
          <p:spPr>
            <a:xfrm>
              <a:off x="5499317" y="2053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5" name="pt8225"/>
            <p:cNvSpPr/>
            <p:nvPr/>
          </p:nvSpPr>
          <p:spPr>
            <a:xfrm>
              <a:off x="5120341" y="2252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6" name="pt8226"/>
            <p:cNvSpPr/>
            <p:nvPr/>
          </p:nvSpPr>
          <p:spPr>
            <a:xfrm>
              <a:off x="5401829" y="2162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7" name="pt8227"/>
            <p:cNvSpPr/>
            <p:nvPr/>
          </p:nvSpPr>
          <p:spPr>
            <a:xfrm>
              <a:off x="4772134" y="2537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8" name="pt8228"/>
            <p:cNvSpPr/>
            <p:nvPr/>
          </p:nvSpPr>
          <p:spPr>
            <a:xfrm>
              <a:off x="5577252" y="1624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9" name="pt8229"/>
            <p:cNvSpPr/>
            <p:nvPr/>
          </p:nvSpPr>
          <p:spPr>
            <a:xfrm>
              <a:off x="5216435" y="2221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0" name="pt8230"/>
            <p:cNvSpPr/>
            <p:nvPr/>
          </p:nvSpPr>
          <p:spPr>
            <a:xfrm>
              <a:off x="5190777" y="2121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1" name="pt8231"/>
            <p:cNvSpPr/>
            <p:nvPr/>
          </p:nvSpPr>
          <p:spPr>
            <a:xfrm>
              <a:off x="5666817" y="1977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2" name="pt8232"/>
            <p:cNvSpPr/>
            <p:nvPr/>
          </p:nvSpPr>
          <p:spPr>
            <a:xfrm>
              <a:off x="5457423" y="2212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3" name="pt8233"/>
            <p:cNvSpPr/>
            <p:nvPr/>
          </p:nvSpPr>
          <p:spPr>
            <a:xfrm>
              <a:off x="5104764" y="2060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4" name="pt8234"/>
            <p:cNvSpPr/>
            <p:nvPr/>
          </p:nvSpPr>
          <p:spPr>
            <a:xfrm>
              <a:off x="5313693" y="2257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5" name="pt8235"/>
            <p:cNvSpPr/>
            <p:nvPr/>
          </p:nvSpPr>
          <p:spPr>
            <a:xfrm>
              <a:off x="5034066" y="2705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6" name="pt8236"/>
            <p:cNvSpPr/>
            <p:nvPr/>
          </p:nvSpPr>
          <p:spPr>
            <a:xfrm>
              <a:off x="5587666" y="1962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7" name="pt8237"/>
            <p:cNvSpPr/>
            <p:nvPr/>
          </p:nvSpPr>
          <p:spPr>
            <a:xfrm>
              <a:off x="5575211" y="1600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8" name="pt8238"/>
            <p:cNvSpPr/>
            <p:nvPr/>
          </p:nvSpPr>
          <p:spPr>
            <a:xfrm>
              <a:off x="5571806" y="1662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9" name="pt8239"/>
            <p:cNvSpPr/>
            <p:nvPr/>
          </p:nvSpPr>
          <p:spPr>
            <a:xfrm>
              <a:off x="5376954" y="2062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0" name="pt8240"/>
            <p:cNvSpPr/>
            <p:nvPr/>
          </p:nvSpPr>
          <p:spPr>
            <a:xfrm>
              <a:off x="5179236" y="2156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1" name="pt8241"/>
            <p:cNvSpPr/>
            <p:nvPr/>
          </p:nvSpPr>
          <p:spPr>
            <a:xfrm>
              <a:off x="5362972" y="1960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2" name="pt8242"/>
            <p:cNvSpPr/>
            <p:nvPr/>
          </p:nvSpPr>
          <p:spPr>
            <a:xfrm>
              <a:off x="5541756" y="1937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3" name="pt8243"/>
            <p:cNvSpPr/>
            <p:nvPr/>
          </p:nvSpPr>
          <p:spPr>
            <a:xfrm>
              <a:off x="5338153" y="2085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4" name="pt8244"/>
            <p:cNvSpPr/>
            <p:nvPr/>
          </p:nvSpPr>
          <p:spPr>
            <a:xfrm>
              <a:off x="5366679" y="202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5" name="pt8245"/>
            <p:cNvSpPr/>
            <p:nvPr/>
          </p:nvSpPr>
          <p:spPr>
            <a:xfrm>
              <a:off x="5021716" y="2523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6" name="pt8246"/>
            <p:cNvSpPr/>
            <p:nvPr/>
          </p:nvSpPr>
          <p:spPr>
            <a:xfrm>
              <a:off x="5237577" y="219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7" name="pt8247"/>
            <p:cNvSpPr/>
            <p:nvPr/>
          </p:nvSpPr>
          <p:spPr>
            <a:xfrm>
              <a:off x="5545702" y="1928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8" name="pt8248"/>
            <p:cNvSpPr/>
            <p:nvPr/>
          </p:nvSpPr>
          <p:spPr>
            <a:xfrm>
              <a:off x="5086394" y="2126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9" name="pt8249"/>
            <p:cNvSpPr/>
            <p:nvPr/>
          </p:nvSpPr>
          <p:spPr>
            <a:xfrm>
              <a:off x="5795879" y="1888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0" name="pt8250"/>
            <p:cNvSpPr/>
            <p:nvPr/>
          </p:nvSpPr>
          <p:spPr>
            <a:xfrm>
              <a:off x="5177487" y="2130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1" name="pt8251"/>
            <p:cNvSpPr/>
            <p:nvPr/>
          </p:nvSpPr>
          <p:spPr>
            <a:xfrm>
              <a:off x="5124995" y="2183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2" name="pt8252"/>
            <p:cNvSpPr/>
            <p:nvPr/>
          </p:nvSpPr>
          <p:spPr>
            <a:xfrm>
              <a:off x="5357760" y="2031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3" name="pt8253"/>
            <p:cNvSpPr/>
            <p:nvPr/>
          </p:nvSpPr>
          <p:spPr>
            <a:xfrm>
              <a:off x="5448910" y="2214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4" name="pt8254"/>
            <p:cNvSpPr/>
            <p:nvPr/>
          </p:nvSpPr>
          <p:spPr>
            <a:xfrm>
              <a:off x="5025820" y="2676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5" name="pt8255"/>
            <p:cNvSpPr/>
            <p:nvPr/>
          </p:nvSpPr>
          <p:spPr>
            <a:xfrm>
              <a:off x="5384638" y="1973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6" name="pt8256"/>
            <p:cNvSpPr/>
            <p:nvPr/>
          </p:nvSpPr>
          <p:spPr>
            <a:xfrm>
              <a:off x="5073609" y="2304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7" name="pt8257"/>
            <p:cNvSpPr/>
            <p:nvPr/>
          </p:nvSpPr>
          <p:spPr>
            <a:xfrm>
              <a:off x="5010358" y="2633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8" name="pt8258"/>
            <p:cNvSpPr/>
            <p:nvPr/>
          </p:nvSpPr>
          <p:spPr>
            <a:xfrm>
              <a:off x="5459731" y="2223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9" name="pt8259"/>
            <p:cNvSpPr/>
            <p:nvPr/>
          </p:nvSpPr>
          <p:spPr>
            <a:xfrm>
              <a:off x="5010206" y="2630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0" name="pt8260"/>
            <p:cNvSpPr/>
            <p:nvPr/>
          </p:nvSpPr>
          <p:spPr>
            <a:xfrm>
              <a:off x="5587413" y="1652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1" name="pt8261"/>
            <p:cNvSpPr/>
            <p:nvPr/>
          </p:nvSpPr>
          <p:spPr>
            <a:xfrm>
              <a:off x="5627709" y="1792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2" name="pt8262"/>
            <p:cNvSpPr/>
            <p:nvPr/>
          </p:nvSpPr>
          <p:spPr>
            <a:xfrm>
              <a:off x="4966742" y="2370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3" name="pt8263"/>
            <p:cNvSpPr/>
            <p:nvPr/>
          </p:nvSpPr>
          <p:spPr>
            <a:xfrm>
              <a:off x="4707205" y="2203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4" name="pt8264"/>
            <p:cNvSpPr/>
            <p:nvPr/>
          </p:nvSpPr>
          <p:spPr>
            <a:xfrm>
              <a:off x="5375928" y="2064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5" name="pt8265"/>
            <p:cNvSpPr/>
            <p:nvPr/>
          </p:nvSpPr>
          <p:spPr>
            <a:xfrm>
              <a:off x="5595939" y="1885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6" name="pt8266"/>
            <p:cNvSpPr/>
            <p:nvPr/>
          </p:nvSpPr>
          <p:spPr>
            <a:xfrm>
              <a:off x="5183708" y="2229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7" name="pt8267"/>
            <p:cNvSpPr/>
            <p:nvPr/>
          </p:nvSpPr>
          <p:spPr>
            <a:xfrm>
              <a:off x="5221304" y="2214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8" name="pt8268"/>
            <p:cNvSpPr/>
            <p:nvPr/>
          </p:nvSpPr>
          <p:spPr>
            <a:xfrm>
              <a:off x="4980791" y="2272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9" name="pt8269"/>
            <p:cNvSpPr/>
            <p:nvPr/>
          </p:nvSpPr>
          <p:spPr>
            <a:xfrm>
              <a:off x="5576550" y="166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0" name="pt8270"/>
            <p:cNvSpPr/>
            <p:nvPr/>
          </p:nvSpPr>
          <p:spPr>
            <a:xfrm>
              <a:off x="4916598" y="1974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1" name="pt8271"/>
            <p:cNvSpPr/>
            <p:nvPr/>
          </p:nvSpPr>
          <p:spPr>
            <a:xfrm>
              <a:off x="5221217" y="2094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2" name="pt8272"/>
            <p:cNvSpPr/>
            <p:nvPr/>
          </p:nvSpPr>
          <p:spPr>
            <a:xfrm>
              <a:off x="4999723" y="2452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3" name="pt8273"/>
            <p:cNvSpPr/>
            <p:nvPr/>
          </p:nvSpPr>
          <p:spPr>
            <a:xfrm>
              <a:off x="5112028" y="2246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4" name="pt8274"/>
            <p:cNvSpPr/>
            <p:nvPr/>
          </p:nvSpPr>
          <p:spPr>
            <a:xfrm>
              <a:off x="5447279" y="2221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5" name="pt8275"/>
            <p:cNvSpPr/>
            <p:nvPr/>
          </p:nvSpPr>
          <p:spPr>
            <a:xfrm>
              <a:off x="5570208" y="1884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6" name="pt8276"/>
            <p:cNvSpPr/>
            <p:nvPr/>
          </p:nvSpPr>
          <p:spPr>
            <a:xfrm>
              <a:off x="5576979" y="1714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7" name="pt8277"/>
            <p:cNvSpPr/>
            <p:nvPr/>
          </p:nvSpPr>
          <p:spPr>
            <a:xfrm>
              <a:off x="5811295" y="1595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8" name="pt8278"/>
            <p:cNvSpPr/>
            <p:nvPr/>
          </p:nvSpPr>
          <p:spPr>
            <a:xfrm>
              <a:off x="5429949" y="2203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9" name="pt8279"/>
            <p:cNvSpPr/>
            <p:nvPr/>
          </p:nvSpPr>
          <p:spPr>
            <a:xfrm>
              <a:off x="4923618" y="2182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0" name="pt8280"/>
            <p:cNvSpPr/>
            <p:nvPr/>
          </p:nvSpPr>
          <p:spPr>
            <a:xfrm>
              <a:off x="5657359" y="1969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1" name="pt8281"/>
            <p:cNvSpPr/>
            <p:nvPr/>
          </p:nvSpPr>
          <p:spPr>
            <a:xfrm>
              <a:off x="4986424" y="1793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2" name="pt8282"/>
            <p:cNvSpPr/>
            <p:nvPr/>
          </p:nvSpPr>
          <p:spPr>
            <a:xfrm>
              <a:off x="5722833" y="1866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3" name="pt8283"/>
            <p:cNvSpPr/>
            <p:nvPr/>
          </p:nvSpPr>
          <p:spPr>
            <a:xfrm>
              <a:off x="4870063" y="2484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4" name="pt8284"/>
            <p:cNvSpPr/>
            <p:nvPr/>
          </p:nvSpPr>
          <p:spPr>
            <a:xfrm>
              <a:off x="5121874" y="2059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5" name="pt8285"/>
            <p:cNvSpPr/>
            <p:nvPr/>
          </p:nvSpPr>
          <p:spPr>
            <a:xfrm>
              <a:off x="5377353" y="207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6" name="pt8286"/>
            <p:cNvSpPr/>
            <p:nvPr/>
          </p:nvSpPr>
          <p:spPr>
            <a:xfrm>
              <a:off x="5486330" y="2059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7" name="pt8287"/>
            <p:cNvSpPr/>
            <p:nvPr/>
          </p:nvSpPr>
          <p:spPr>
            <a:xfrm>
              <a:off x="5779332" y="1878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8" name="pt8288"/>
            <p:cNvSpPr/>
            <p:nvPr/>
          </p:nvSpPr>
          <p:spPr>
            <a:xfrm>
              <a:off x="5257291" y="2169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9" name="pt8289"/>
            <p:cNvSpPr/>
            <p:nvPr/>
          </p:nvSpPr>
          <p:spPr>
            <a:xfrm>
              <a:off x="5265746" y="2224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0" name="pt8290"/>
            <p:cNvSpPr/>
            <p:nvPr/>
          </p:nvSpPr>
          <p:spPr>
            <a:xfrm>
              <a:off x="5326819" y="2174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1" name="pt8291"/>
            <p:cNvSpPr/>
            <p:nvPr/>
          </p:nvSpPr>
          <p:spPr>
            <a:xfrm>
              <a:off x="4845502" y="2658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2" name="pt8292"/>
            <p:cNvSpPr/>
            <p:nvPr/>
          </p:nvSpPr>
          <p:spPr>
            <a:xfrm>
              <a:off x="5600653" y="1927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3" name="pt8293"/>
            <p:cNvSpPr/>
            <p:nvPr/>
          </p:nvSpPr>
          <p:spPr>
            <a:xfrm>
              <a:off x="5940391" y="1888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4" name="pt8294"/>
            <p:cNvSpPr/>
            <p:nvPr/>
          </p:nvSpPr>
          <p:spPr>
            <a:xfrm>
              <a:off x="5483496" y="2210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5" name="pt8295"/>
            <p:cNvSpPr/>
            <p:nvPr/>
          </p:nvSpPr>
          <p:spPr>
            <a:xfrm>
              <a:off x="5588830" y="1783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6" name="pt8296"/>
            <p:cNvSpPr/>
            <p:nvPr/>
          </p:nvSpPr>
          <p:spPr>
            <a:xfrm>
              <a:off x="5572773" y="1870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7" name="pt8297"/>
            <p:cNvSpPr/>
            <p:nvPr/>
          </p:nvSpPr>
          <p:spPr>
            <a:xfrm>
              <a:off x="5661985" y="1919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8" name="pt8298"/>
            <p:cNvSpPr/>
            <p:nvPr/>
          </p:nvSpPr>
          <p:spPr>
            <a:xfrm>
              <a:off x="5369973" y="1997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9" name="pt8299"/>
            <p:cNvSpPr/>
            <p:nvPr/>
          </p:nvSpPr>
          <p:spPr>
            <a:xfrm>
              <a:off x="5646317" y="1767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0" name="pt8300"/>
            <p:cNvSpPr/>
            <p:nvPr/>
          </p:nvSpPr>
          <p:spPr>
            <a:xfrm>
              <a:off x="5264134" y="2274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1" name="pt8301"/>
            <p:cNvSpPr/>
            <p:nvPr/>
          </p:nvSpPr>
          <p:spPr>
            <a:xfrm>
              <a:off x="5373749" y="2023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2" name="pt8302"/>
            <p:cNvSpPr/>
            <p:nvPr/>
          </p:nvSpPr>
          <p:spPr>
            <a:xfrm>
              <a:off x="5361813" y="1962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3" name="pt8303"/>
            <p:cNvSpPr/>
            <p:nvPr/>
          </p:nvSpPr>
          <p:spPr>
            <a:xfrm>
              <a:off x="5212936" y="2155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4" name="pt8304"/>
            <p:cNvSpPr/>
            <p:nvPr/>
          </p:nvSpPr>
          <p:spPr>
            <a:xfrm>
              <a:off x="5354517" y="2069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5" name="pt8305"/>
            <p:cNvSpPr/>
            <p:nvPr/>
          </p:nvSpPr>
          <p:spPr>
            <a:xfrm>
              <a:off x="5259615" y="2128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6" name="pt8306"/>
            <p:cNvSpPr/>
            <p:nvPr/>
          </p:nvSpPr>
          <p:spPr>
            <a:xfrm>
              <a:off x="5109208" y="1973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7" name="pt8307"/>
            <p:cNvSpPr/>
            <p:nvPr/>
          </p:nvSpPr>
          <p:spPr>
            <a:xfrm>
              <a:off x="5108440" y="2351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8" name="pt8308"/>
            <p:cNvSpPr/>
            <p:nvPr/>
          </p:nvSpPr>
          <p:spPr>
            <a:xfrm>
              <a:off x="5213193" y="2128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9" name="pt8309"/>
            <p:cNvSpPr/>
            <p:nvPr/>
          </p:nvSpPr>
          <p:spPr>
            <a:xfrm>
              <a:off x="5682701" y="2039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0" name="pt8310"/>
            <p:cNvSpPr/>
            <p:nvPr/>
          </p:nvSpPr>
          <p:spPr>
            <a:xfrm>
              <a:off x="5786425" y="1595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1" name="pt8311"/>
            <p:cNvSpPr/>
            <p:nvPr/>
          </p:nvSpPr>
          <p:spPr>
            <a:xfrm>
              <a:off x="5106660" y="2045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2" name="pt8312"/>
            <p:cNvSpPr/>
            <p:nvPr/>
          </p:nvSpPr>
          <p:spPr>
            <a:xfrm>
              <a:off x="5585238" y="1566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3" name="pt8313"/>
            <p:cNvSpPr/>
            <p:nvPr/>
          </p:nvSpPr>
          <p:spPr>
            <a:xfrm>
              <a:off x="5272175" y="2172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4" name="pt8314"/>
            <p:cNvSpPr/>
            <p:nvPr/>
          </p:nvSpPr>
          <p:spPr>
            <a:xfrm>
              <a:off x="5718748" y="2044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5" name="pt8315"/>
            <p:cNvSpPr/>
            <p:nvPr/>
          </p:nvSpPr>
          <p:spPr>
            <a:xfrm>
              <a:off x="5458190" y="2164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6" name="pt8316"/>
            <p:cNvSpPr/>
            <p:nvPr/>
          </p:nvSpPr>
          <p:spPr>
            <a:xfrm>
              <a:off x="5157952" y="2206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7" name="pt8317"/>
            <p:cNvSpPr/>
            <p:nvPr/>
          </p:nvSpPr>
          <p:spPr>
            <a:xfrm>
              <a:off x="5361670" y="1979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8" name="pt8318"/>
            <p:cNvSpPr/>
            <p:nvPr/>
          </p:nvSpPr>
          <p:spPr>
            <a:xfrm>
              <a:off x="5399227" y="2252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9" name="pt8319"/>
            <p:cNvSpPr/>
            <p:nvPr/>
          </p:nvSpPr>
          <p:spPr>
            <a:xfrm>
              <a:off x="5242337" y="2058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0" name="pt8320"/>
            <p:cNvSpPr/>
            <p:nvPr/>
          </p:nvSpPr>
          <p:spPr>
            <a:xfrm>
              <a:off x="5625985" y="1754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1" name="pt8321"/>
            <p:cNvSpPr/>
            <p:nvPr/>
          </p:nvSpPr>
          <p:spPr>
            <a:xfrm>
              <a:off x="5729800" y="1873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2" name="pt8322"/>
            <p:cNvSpPr/>
            <p:nvPr/>
          </p:nvSpPr>
          <p:spPr>
            <a:xfrm>
              <a:off x="5394816" y="2146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3" name="pt8323"/>
            <p:cNvSpPr/>
            <p:nvPr/>
          </p:nvSpPr>
          <p:spPr>
            <a:xfrm>
              <a:off x="5160510" y="2185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4" name="pt8324"/>
            <p:cNvSpPr/>
            <p:nvPr/>
          </p:nvSpPr>
          <p:spPr>
            <a:xfrm>
              <a:off x="5630873" y="2007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5" name="pt8325"/>
            <p:cNvSpPr/>
            <p:nvPr/>
          </p:nvSpPr>
          <p:spPr>
            <a:xfrm>
              <a:off x="5466779" y="2130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6" name="pt8326"/>
            <p:cNvSpPr/>
            <p:nvPr/>
          </p:nvSpPr>
          <p:spPr>
            <a:xfrm>
              <a:off x="4958429" y="2199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7" name="pt8327"/>
            <p:cNvSpPr/>
            <p:nvPr/>
          </p:nvSpPr>
          <p:spPr>
            <a:xfrm>
              <a:off x="5168281" y="2199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8" name="pt8328"/>
            <p:cNvSpPr/>
            <p:nvPr/>
          </p:nvSpPr>
          <p:spPr>
            <a:xfrm>
              <a:off x="5071612" y="2283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9" name="pt8329"/>
            <p:cNvSpPr/>
            <p:nvPr/>
          </p:nvSpPr>
          <p:spPr>
            <a:xfrm>
              <a:off x="5137219" y="1954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0" name="pt8330"/>
            <p:cNvSpPr/>
            <p:nvPr/>
          </p:nvSpPr>
          <p:spPr>
            <a:xfrm>
              <a:off x="5360418" y="193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1" name="pt8331"/>
            <p:cNvSpPr/>
            <p:nvPr/>
          </p:nvSpPr>
          <p:spPr>
            <a:xfrm>
              <a:off x="5001547" y="2579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2" name="pt8332"/>
            <p:cNvSpPr/>
            <p:nvPr/>
          </p:nvSpPr>
          <p:spPr>
            <a:xfrm>
              <a:off x="4990258" y="1635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3" name="pt8333"/>
            <p:cNvSpPr/>
            <p:nvPr/>
          </p:nvSpPr>
          <p:spPr>
            <a:xfrm>
              <a:off x="4944487" y="2440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4" name="pt8334"/>
            <p:cNvSpPr/>
            <p:nvPr/>
          </p:nvSpPr>
          <p:spPr>
            <a:xfrm>
              <a:off x="5123273" y="2155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5" name="pt8335"/>
            <p:cNvSpPr/>
            <p:nvPr/>
          </p:nvSpPr>
          <p:spPr>
            <a:xfrm>
              <a:off x="5438593" y="1961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6" name="pt8336"/>
            <p:cNvSpPr/>
            <p:nvPr/>
          </p:nvSpPr>
          <p:spPr>
            <a:xfrm>
              <a:off x="5489914" y="2195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7" name="pt8337"/>
            <p:cNvSpPr/>
            <p:nvPr/>
          </p:nvSpPr>
          <p:spPr>
            <a:xfrm>
              <a:off x="5176239" y="203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8" name="pt8338"/>
            <p:cNvSpPr/>
            <p:nvPr/>
          </p:nvSpPr>
          <p:spPr>
            <a:xfrm>
              <a:off x="5554907" y="2036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9" name="pt8339"/>
            <p:cNvSpPr/>
            <p:nvPr/>
          </p:nvSpPr>
          <p:spPr>
            <a:xfrm>
              <a:off x="5608528" y="1976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0" name="pt8340"/>
            <p:cNvSpPr/>
            <p:nvPr/>
          </p:nvSpPr>
          <p:spPr>
            <a:xfrm>
              <a:off x="5292540" y="2122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1" name="pt8341"/>
            <p:cNvSpPr/>
            <p:nvPr/>
          </p:nvSpPr>
          <p:spPr>
            <a:xfrm>
              <a:off x="5467195" y="2141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2" name="pt8342"/>
            <p:cNvSpPr/>
            <p:nvPr/>
          </p:nvSpPr>
          <p:spPr>
            <a:xfrm>
              <a:off x="5400564" y="2212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3" name="pt8343"/>
            <p:cNvSpPr/>
            <p:nvPr/>
          </p:nvSpPr>
          <p:spPr>
            <a:xfrm>
              <a:off x="5514188" y="1951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4" name="pt8344"/>
            <p:cNvSpPr/>
            <p:nvPr/>
          </p:nvSpPr>
          <p:spPr>
            <a:xfrm>
              <a:off x="5172204" y="2153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5" name="pt8345"/>
            <p:cNvSpPr/>
            <p:nvPr/>
          </p:nvSpPr>
          <p:spPr>
            <a:xfrm>
              <a:off x="5525861" y="1940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6" name="pt8346"/>
            <p:cNvSpPr/>
            <p:nvPr/>
          </p:nvSpPr>
          <p:spPr>
            <a:xfrm>
              <a:off x="5232822" y="2178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7" name="pt8347"/>
            <p:cNvSpPr/>
            <p:nvPr/>
          </p:nvSpPr>
          <p:spPr>
            <a:xfrm>
              <a:off x="5319838" y="2320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8" name="pt8348"/>
            <p:cNvSpPr/>
            <p:nvPr/>
          </p:nvSpPr>
          <p:spPr>
            <a:xfrm>
              <a:off x="5292179" y="2184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9" name="pt8349"/>
            <p:cNvSpPr/>
            <p:nvPr/>
          </p:nvSpPr>
          <p:spPr>
            <a:xfrm>
              <a:off x="5540726" y="1991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0" name="pt8350"/>
            <p:cNvSpPr/>
            <p:nvPr/>
          </p:nvSpPr>
          <p:spPr>
            <a:xfrm>
              <a:off x="5520283" y="1885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1" name="pt8351"/>
            <p:cNvSpPr/>
            <p:nvPr/>
          </p:nvSpPr>
          <p:spPr>
            <a:xfrm>
              <a:off x="5512229" y="2020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2" name="pt8352"/>
            <p:cNvSpPr/>
            <p:nvPr/>
          </p:nvSpPr>
          <p:spPr>
            <a:xfrm>
              <a:off x="5267649" y="2284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3" name="pt8353"/>
            <p:cNvSpPr/>
            <p:nvPr/>
          </p:nvSpPr>
          <p:spPr>
            <a:xfrm>
              <a:off x="5137766" y="203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4" name="pt8354"/>
            <p:cNvSpPr/>
            <p:nvPr/>
          </p:nvSpPr>
          <p:spPr>
            <a:xfrm>
              <a:off x="5205392" y="2066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5" name="pt8355"/>
            <p:cNvSpPr/>
            <p:nvPr/>
          </p:nvSpPr>
          <p:spPr>
            <a:xfrm>
              <a:off x="5694800" y="2108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6" name="pt8356"/>
            <p:cNvSpPr/>
            <p:nvPr/>
          </p:nvSpPr>
          <p:spPr>
            <a:xfrm>
              <a:off x="5363739" y="193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7" name="pt8357"/>
            <p:cNvSpPr/>
            <p:nvPr/>
          </p:nvSpPr>
          <p:spPr>
            <a:xfrm>
              <a:off x="5489047" y="2142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8" name="pt8358"/>
            <p:cNvSpPr/>
            <p:nvPr/>
          </p:nvSpPr>
          <p:spPr>
            <a:xfrm>
              <a:off x="4933907" y="2225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9" name="pt8359"/>
            <p:cNvSpPr/>
            <p:nvPr/>
          </p:nvSpPr>
          <p:spPr>
            <a:xfrm>
              <a:off x="5137344" y="1965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0" name="pt8360"/>
            <p:cNvSpPr/>
            <p:nvPr/>
          </p:nvSpPr>
          <p:spPr>
            <a:xfrm>
              <a:off x="5177479" y="2125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1" name="pt8361"/>
            <p:cNvSpPr/>
            <p:nvPr/>
          </p:nvSpPr>
          <p:spPr>
            <a:xfrm>
              <a:off x="5280992" y="2056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2" name="pt8362"/>
            <p:cNvSpPr/>
            <p:nvPr/>
          </p:nvSpPr>
          <p:spPr>
            <a:xfrm>
              <a:off x="5439980" y="2052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3" name="pt8363"/>
            <p:cNvSpPr/>
            <p:nvPr/>
          </p:nvSpPr>
          <p:spPr>
            <a:xfrm>
              <a:off x="5323742" y="2216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4" name="pt8364"/>
            <p:cNvSpPr/>
            <p:nvPr/>
          </p:nvSpPr>
          <p:spPr>
            <a:xfrm>
              <a:off x="5418258" y="2087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5" name="pt8365"/>
            <p:cNvSpPr/>
            <p:nvPr/>
          </p:nvSpPr>
          <p:spPr>
            <a:xfrm>
              <a:off x="5202952" y="2012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6" name="pt8366"/>
            <p:cNvSpPr/>
            <p:nvPr/>
          </p:nvSpPr>
          <p:spPr>
            <a:xfrm>
              <a:off x="5056194" y="2718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7" name="pt8367"/>
            <p:cNvSpPr/>
            <p:nvPr/>
          </p:nvSpPr>
          <p:spPr>
            <a:xfrm>
              <a:off x="5714262" y="1840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8" name="pt8368"/>
            <p:cNvSpPr/>
            <p:nvPr/>
          </p:nvSpPr>
          <p:spPr>
            <a:xfrm>
              <a:off x="5481056" y="2309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9" name="pt8369"/>
            <p:cNvSpPr/>
            <p:nvPr/>
          </p:nvSpPr>
          <p:spPr>
            <a:xfrm>
              <a:off x="4955832" y="2590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0" name="pt8370"/>
            <p:cNvSpPr/>
            <p:nvPr/>
          </p:nvSpPr>
          <p:spPr>
            <a:xfrm>
              <a:off x="5464488" y="2184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1" name="pt8371"/>
            <p:cNvSpPr/>
            <p:nvPr/>
          </p:nvSpPr>
          <p:spPr>
            <a:xfrm>
              <a:off x="5437426" y="225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2" name="pt8372"/>
            <p:cNvSpPr/>
            <p:nvPr/>
          </p:nvSpPr>
          <p:spPr>
            <a:xfrm>
              <a:off x="5607357" y="2009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3" name="pt8373"/>
            <p:cNvSpPr/>
            <p:nvPr/>
          </p:nvSpPr>
          <p:spPr>
            <a:xfrm>
              <a:off x="5226339" y="2151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4" name="pt8374"/>
            <p:cNvSpPr/>
            <p:nvPr/>
          </p:nvSpPr>
          <p:spPr>
            <a:xfrm>
              <a:off x="5320645" y="2270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5" name="pt8375"/>
            <p:cNvSpPr/>
            <p:nvPr/>
          </p:nvSpPr>
          <p:spPr>
            <a:xfrm>
              <a:off x="5094702" y="2059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6" name="pt8376"/>
            <p:cNvSpPr/>
            <p:nvPr/>
          </p:nvSpPr>
          <p:spPr>
            <a:xfrm>
              <a:off x="5231507" y="2164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7" name="pt8377"/>
            <p:cNvSpPr/>
            <p:nvPr/>
          </p:nvSpPr>
          <p:spPr>
            <a:xfrm>
              <a:off x="5090305" y="2233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8" name="pt8378"/>
            <p:cNvSpPr/>
            <p:nvPr/>
          </p:nvSpPr>
          <p:spPr>
            <a:xfrm>
              <a:off x="5470381" y="226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9" name="pt8379"/>
            <p:cNvSpPr/>
            <p:nvPr/>
          </p:nvSpPr>
          <p:spPr>
            <a:xfrm>
              <a:off x="5068658" y="2508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0" name="pt8380"/>
            <p:cNvSpPr/>
            <p:nvPr/>
          </p:nvSpPr>
          <p:spPr>
            <a:xfrm>
              <a:off x="5570676" y="2024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1" name="pt8381"/>
            <p:cNvSpPr/>
            <p:nvPr/>
          </p:nvSpPr>
          <p:spPr>
            <a:xfrm>
              <a:off x="5203943" y="2149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2" name="pt8382"/>
            <p:cNvSpPr/>
            <p:nvPr/>
          </p:nvSpPr>
          <p:spPr>
            <a:xfrm>
              <a:off x="5175779" y="2140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3" name="pt8383"/>
            <p:cNvSpPr/>
            <p:nvPr/>
          </p:nvSpPr>
          <p:spPr>
            <a:xfrm>
              <a:off x="5144888" y="2233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4" name="pt8384"/>
            <p:cNvSpPr/>
            <p:nvPr/>
          </p:nvSpPr>
          <p:spPr>
            <a:xfrm>
              <a:off x="5000963" y="2435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5" name="pt8385"/>
            <p:cNvSpPr/>
            <p:nvPr/>
          </p:nvSpPr>
          <p:spPr>
            <a:xfrm>
              <a:off x="5158219" y="2102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6" name="pt8386"/>
            <p:cNvSpPr/>
            <p:nvPr/>
          </p:nvSpPr>
          <p:spPr>
            <a:xfrm>
              <a:off x="5315207" y="2243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7" name="pt8387"/>
            <p:cNvSpPr/>
            <p:nvPr/>
          </p:nvSpPr>
          <p:spPr>
            <a:xfrm>
              <a:off x="4641893" y="2321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8" name="pt8388"/>
            <p:cNvSpPr/>
            <p:nvPr/>
          </p:nvSpPr>
          <p:spPr>
            <a:xfrm>
              <a:off x="5416538" y="2125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9" name="pt8389"/>
            <p:cNvSpPr/>
            <p:nvPr/>
          </p:nvSpPr>
          <p:spPr>
            <a:xfrm>
              <a:off x="5348643" y="2029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0" name="pt8390"/>
            <p:cNvSpPr/>
            <p:nvPr/>
          </p:nvSpPr>
          <p:spPr>
            <a:xfrm>
              <a:off x="5321725" y="2174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1" name="pt8391"/>
            <p:cNvSpPr/>
            <p:nvPr/>
          </p:nvSpPr>
          <p:spPr>
            <a:xfrm>
              <a:off x="5242706" y="2080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2" name="pt8392"/>
            <p:cNvSpPr/>
            <p:nvPr/>
          </p:nvSpPr>
          <p:spPr>
            <a:xfrm>
              <a:off x="5274476" y="2066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3" name="pt8393"/>
            <p:cNvSpPr/>
            <p:nvPr/>
          </p:nvSpPr>
          <p:spPr>
            <a:xfrm>
              <a:off x="5477309" y="2208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4" name="pt8394"/>
            <p:cNvSpPr/>
            <p:nvPr/>
          </p:nvSpPr>
          <p:spPr>
            <a:xfrm>
              <a:off x="5424313" y="2146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5" name="pt8395"/>
            <p:cNvSpPr/>
            <p:nvPr/>
          </p:nvSpPr>
          <p:spPr>
            <a:xfrm>
              <a:off x="5567478" y="1905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6" name="pt8396"/>
            <p:cNvSpPr/>
            <p:nvPr/>
          </p:nvSpPr>
          <p:spPr>
            <a:xfrm>
              <a:off x="5412763" y="2168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7" name="pt8397"/>
            <p:cNvSpPr/>
            <p:nvPr/>
          </p:nvSpPr>
          <p:spPr>
            <a:xfrm>
              <a:off x="5245310" y="1987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8" name="pt8398"/>
            <p:cNvSpPr/>
            <p:nvPr/>
          </p:nvSpPr>
          <p:spPr>
            <a:xfrm>
              <a:off x="5465493" y="2160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9" name="pt8399"/>
            <p:cNvSpPr/>
            <p:nvPr/>
          </p:nvSpPr>
          <p:spPr>
            <a:xfrm>
              <a:off x="5207708" y="2172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0" name="pt8400"/>
            <p:cNvSpPr/>
            <p:nvPr/>
          </p:nvSpPr>
          <p:spPr>
            <a:xfrm>
              <a:off x="4992116" y="2102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1" name="pt8401"/>
            <p:cNvSpPr/>
            <p:nvPr/>
          </p:nvSpPr>
          <p:spPr>
            <a:xfrm>
              <a:off x="4995555" y="1925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2" name="pt8402"/>
            <p:cNvSpPr/>
            <p:nvPr/>
          </p:nvSpPr>
          <p:spPr>
            <a:xfrm>
              <a:off x="5063555" y="2539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3" name="pt8403"/>
            <p:cNvSpPr/>
            <p:nvPr/>
          </p:nvSpPr>
          <p:spPr>
            <a:xfrm>
              <a:off x="5315397" y="2261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4" name="pt8404"/>
            <p:cNvSpPr/>
            <p:nvPr/>
          </p:nvSpPr>
          <p:spPr>
            <a:xfrm>
              <a:off x="5264955" y="2226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5" name="pt8405"/>
            <p:cNvSpPr/>
            <p:nvPr/>
          </p:nvSpPr>
          <p:spPr>
            <a:xfrm>
              <a:off x="5142124" y="2052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6" name="pt8406"/>
            <p:cNvSpPr/>
            <p:nvPr/>
          </p:nvSpPr>
          <p:spPr>
            <a:xfrm>
              <a:off x="5263413" y="2272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7" name="pt8407"/>
            <p:cNvSpPr/>
            <p:nvPr/>
          </p:nvSpPr>
          <p:spPr>
            <a:xfrm>
              <a:off x="5206655" y="2274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8" name="pt8408"/>
            <p:cNvSpPr/>
            <p:nvPr/>
          </p:nvSpPr>
          <p:spPr>
            <a:xfrm>
              <a:off x="5200833" y="1997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9" name="pt8409"/>
            <p:cNvSpPr/>
            <p:nvPr/>
          </p:nvSpPr>
          <p:spPr>
            <a:xfrm>
              <a:off x="5146599" y="2095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0" name="pt8410"/>
            <p:cNvSpPr/>
            <p:nvPr/>
          </p:nvSpPr>
          <p:spPr>
            <a:xfrm>
              <a:off x="5278527" y="1943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1" name="pt8411"/>
            <p:cNvSpPr/>
            <p:nvPr/>
          </p:nvSpPr>
          <p:spPr>
            <a:xfrm>
              <a:off x="5467860" y="2103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2" name="pt8412"/>
            <p:cNvSpPr/>
            <p:nvPr/>
          </p:nvSpPr>
          <p:spPr>
            <a:xfrm>
              <a:off x="5485485" y="189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3" name="pt8413"/>
            <p:cNvSpPr/>
            <p:nvPr/>
          </p:nvSpPr>
          <p:spPr>
            <a:xfrm>
              <a:off x="5343376" y="2058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4" name="pt8414"/>
            <p:cNvSpPr/>
            <p:nvPr/>
          </p:nvSpPr>
          <p:spPr>
            <a:xfrm>
              <a:off x="5570403" y="1928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5" name="pt8415"/>
            <p:cNvSpPr/>
            <p:nvPr/>
          </p:nvSpPr>
          <p:spPr>
            <a:xfrm>
              <a:off x="5178640" y="2102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6" name="pt8416"/>
            <p:cNvSpPr/>
            <p:nvPr/>
          </p:nvSpPr>
          <p:spPr>
            <a:xfrm>
              <a:off x="5245920" y="2004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7" name="pt8417"/>
            <p:cNvSpPr/>
            <p:nvPr/>
          </p:nvSpPr>
          <p:spPr>
            <a:xfrm>
              <a:off x="5041609" y="2720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8" name="pt8418"/>
            <p:cNvSpPr/>
            <p:nvPr/>
          </p:nvSpPr>
          <p:spPr>
            <a:xfrm>
              <a:off x="5534599" y="2068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9" name="pt8419"/>
            <p:cNvSpPr/>
            <p:nvPr/>
          </p:nvSpPr>
          <p:spPr>
            <a:xfrm>
              <a:off x="5273721" y="2059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0" name="pt8420"/>
            <p:cNvSpPr/>
            <p:nvPr/>
          </p:nvSpPr>
          <p:spPr>
            <a:xfrm>
              <a:off x="5025914" y="259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1" name="pt8421"/>
            <p:cNvSpPr/>
            <p:nvPr/>
          </p:nvSpPr>
          <p:spPr>
            <a:xfrm>
              <a:off x="5205902" y="2089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2" name="pt8422"/>
            <p:cNvSpPr/>
            <p:nvPr/>
          </p:nvSpPr>
          <p:spPr>
            <a:xfrm>
              <a:off x="4990291" y="1894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3" name="pt8423"/>
            <p:cNvSpPr/>
            <p:nvPr/>
          </p:nvSpPr>
          <p:spPr>
            <a:xfrm>
              <a:off x="5266532" y="2230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4" name="pt8424"/>
            <p:cNvSpPr/>
            <p:nvPr/>
          </p:nvSpPr>
          <p:spPr>
            <a:xfrm>
              <a:off x="4910106" y="2196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5" name="pt8425"/>
            <p:cNvSpPr/>
            <p:nvPr/>
          </p:nvSpPr>
          <p:spPr>
            <a:xfrm>
              <a:off x="4990618" y="1851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6" name="pt8426"/>
            <p:cNvSpPr/>
            <p:nvPr/>
          </p:nvSpPr>
          <p:spPr>
            <a:xfrm>
              <a:off x="5244708" y="2117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7" name="pt8427"/>
            <p:cNvSpPr/>
            <p:nvPr/>
          </p:nvSpPr>
          <p:spPr>
            <a:xfrm>
              <a:off x="5552516" y="2183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8" name="pt8428"/>
            <p:cNvSpPr/>
            <p:nvPr/>
          </p:nvSpPr>
          <p:spPr>
            <a:xfrm>
              <a:off x="5182313" y="2076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9" name="pt8429"/>
            <p:cNvSpPr/>
            <p:nvPr/>
          </p:nvSpPr>
          <p:spPr>
            <a:xfrm>
              <a:off x="5684177" y="1831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0" name="pt8430"/>
            <p:cNvSpPr/>
            <p:nvPr/>
          </p:nvSpPr>
          <p:spPr>
            <a:xfrm>
              <a:off x="5016071" y="2548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1" name="pt8431"/>
            <p:cNvSpPr/>
            <p:nvPr/>
          </p:nvSpPr>
          <p:spPr>
            <a:xfrm>
              <a:off x="5084521" y="2306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2" name="pt8432"/>
            <p:cNvSpPr/>
            <p:nvPr/>
          </p:nvSpPr>
          <p:spPr>
            <a:xfrm>
              <a:off x="4850578" y="2451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3" name="pt8433"/>
            <p:cNvSpPr/>
            <p:nvPr/>
          </p:nvSpPr>
          <p:spPr>
            <a:xfrm>
              <a:off x="4930258" y="227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4" name="pt8434"/>
            <p:cNvSpPr/>
            <p:nvPr/>
          </p:nvSpPr>
          <p:spPr>
            <a:xfrm>
              <a:off x="5433466" y="2279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5" name="pt8435"/>
            <p:cNvSpPr/>
            <p:nvPr/>
          </p:nvSpPr>
          <p:spPr>
            <a:xfrm>
              <a:off x="5867393" y="1736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6" name="pt8436"/>
            <p:cNvSpPr/>
            <p:nvPr/>
          </p:nvSpPr>
          <p:spPr>
            <a:xfrm>
              <a:off x="5488362" y="2036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7" name="pt8437"/>
            <p:cNvSpPr/>
            <p:nvPr/>
          </p:nvSpPr>
          <p:spPr>
            <a:xfrm>
              <a:off x="5797828" y="1498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8" name="pt8438"/>
            <p:cNvSpPr/>
            <p:nvPr/>
          </p:nvSpPr>
          <p:spPr>
            <a:xfrm>
              <a:off x="5170474" y="2127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9" name="pt8439"/>
            <p:cNvSpPr/>
            <p:nvPr/>
          </p:nvSpPr>
          <p:spPr>
            <a:xfrm>
              <a:off x="5545778" y="1955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0" name="pt8440"/>
            <p:cNvSpPr/>
            <p:nvPr/>
          </p:nvSpPr>
          <p:spPr>
            <a:xfrm>
              <a:off x="5343723" y="2133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1" name="pt8441"/>
            <p:cNvSpPr/>
            <p:nvPr/>
          </p:nvSpPr>
          <p:spPr>
            <a:xfrm>
              <a:off x="5423806" y="2100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2" name="pt8442"/>
            <p:cNvSpPr/>
            <p:nvPr/>
          </p:nvSpPr>
          <p:spPr>
            <a:xfrm>
              <a:off x="5782953" y="1901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3" name="pt8443"/>
            <p:cNvSpPr/>
            <p:nvPr/>
          </p:nvSpPr>
          <p:spPr>
            <a:xfrm>
              <a:off x="4936695" y="243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4" name="pt8444"/>
            <p:cNvSpPr/>
            <p:nvPr/>
          </p:nvSpPr>
          <p:spPr>
            <a:xfrm>
              <a:off x="5276467" y="200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5" name="pt8445"/>
            <p:cNvSpPr/>
            <p:nvPr/>
          </p:nvSpPr>
          <p:spPr>
            <a:xfrm>
              <a:off x="5799803" y="1743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6" name="pt8446"/>
            <p:cNvSpPr/>
            <p:nvPr/>
          </p:nvSpPr>
          <p:spPr>
            <a:xfrm>
              <a:off x="5110752" y="2088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7" name="pt8447"/>
            <p:cNvSpPr/>
            <p:nvPr/>
          </p:nvSpPr>
          <p:spPr>
            <a:xfrm>
              <a:off x="5116731" y="2151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8" name="pt8448"/>
            <p:cNvSpPr/>
            <p:nvPr/>
          </p:nvSpPr>
          <p:spPr>
            <a:xfrm>
              <a:off x="5308591" y="2271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9" name="pt8449"/>
            <p:cNvSpPr/>
            <p:nvPr/>
          </p:nvSpPr>
          <p:spPr>
            <a:xfrm>
              <a:off x="5399358" y="2314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0" name="pt8450"/>
            <p:cNvSpPr/>
            <p:nvPr/>
          </p:nvSpPr>
          <p:spPr>
            <a:xfrm>
              <a:off x="5396552" y="208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1" name="pt8451"/>
            <p:cNvSpPr/>
            <p:nvPr/>
          </p:nvSpPr>
          <p:spPr>
            <a:xfrm>
              <a:off x="5468924" y="2158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2" name="pt8452"/>
            <p:cNvSpPr/>
            <p:nvPr/>
          </p:nvSpPr>
          <p:spPr>
            <a:xfrm>
              <a:off x="5601171" y="1820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3" name="pt8453"/>
            <p:cNvSpPr/>
            <p:nvPr/>
          </p:nvSpPr>
          <p:spPr>
            <a:xfrm>
              <a:off x="5391821" y="2341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4" name="pt8454"/>
            <p:cNvSpPr/>
            <p:nvPr/>
          </p:nvSpPr>
          <p:spPr>
            <a:xfrm>
              <a:off x="5250615" y="2001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5" name="pt8455"/>
            <p:cNvSpPr/>
            <p:nvPr/>
          </p:nvSpPr>
          <p:spPr>
            <a:xfrm>
              <a:off x="5433017" y="2003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6" name="pt8456"/>
            <p:cNvSpPr/>
            <p:nvPr/>
          </p:nvSpPr>
          <p:spPr>
            <a:xfrm>
              <a:off x="5224079" y="2266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7" name="pt8457"/>
            <p:cNvSpPr/>
            <p:nvPr/>
          </p:nvSpPr>
          <p:spPr>
            <a:xfrm>
              <a:off x="5657936" y="1967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8" name="pt8458"/>
            <p:cNvSpPr/>
            <p:nvPr/>
          </p:nvSpPr>
          <p:spPr>
            <a:xfrm>
              <a:off x="5310670" y="2159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9" name="pt8459"/>
            <p:cNvSpPr/>
            <p:nvPr/>
          </p:nvSpPr>
          <p:spPr>
            <a:xfrm>
              <a:off x="5430961" y="2285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0" name="pt8460"/>
            <p:cNvSpPr/>
            <p:nvPr/>
          </p:nvSpPr>
          <p:spPr>
            <a:xfrm>
              <a:off x="5864781" y="1753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1" name="pt8461"/>
            <p:cNvSpPr/>
            <p:nvPr/>
          </p:nvSpPr>
          <p:spPr>
            <a:xfrm>
              <a:off x="5031100" y="2681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2" name="pt8462"/>
            <p:cNvSpPr/>
            <p:nvPr/>
          </p:nvSpPr>
          <p:spPr>
            <a:xfrm>
              <a:off x="5667840" y="2095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3" name="pt8463"/>
            <p:cNvSpPr/>
            <p:nvPr/>
          </p:nvSpPr>
          <p:spPr>
            <a:xfrm>
              <a:off x="5139446" y="2070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4" name="pt8464"/>
            <p:cNvSpPr/>
            <p:nvPr/>
          </p:nvSpPr>
          <p:spPr>
            <a:xfrm>
              <a:off x="5373727" y="1972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5" name="pt8465"/>
            <p:cNvSpPr/>
            <p:nvPr/>
          </p:nvSpPr>
          <p:spPr>
            <a:xfrm>
              <a:off x="5199946" y="2002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6" name="pt8466"/>
            <p:cNvSpPr/>
            <p:nvPr/>
          </p:nvSpPr>
          <p:spPr>
            <a:xfrm>
              <a:off x="5174315" y="2108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7" name="pt8467"/>
            <p:cNvSpPr/>
            <p:nvPr/>
          </p:nvSpPr>
          <p:spPr>
            <a:xfrm>
              <a:off x="5432629" y="2048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8" name="pt8468"/>
            <p:cNvSpPr/>
            <p:nvPr/>
          </p:nvSpPr>
          <p:spPr>
            <a:xfrm>
              <a:off x="5291605" y="2178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9" name="pt8469"/>
            <p:cNvSpPr/>
            <p:nvPr/>
          </p:nvSpPr>
          <p:spPr>
            <a:xfrm>
              <a:off x="4990250" y="1477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0" name="pt8470"/>
            <p:cNvSpPr/>
            <p:nvPr/>
          </p:nvSpPr>
          <p:spPr>
            <a:xfrm>
              <a:off x="5434528" y="2250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1" name="pt8471"/>
            <p:cNvSpPr/>
            <p:nvPr/>
          </p:nvSpPr>
          <p:spPr>
            <a:xfrm>
              <a:off x="5677369" y="2035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2" name="pt8472"/>
            <p:cNvSpPr/>
            <p:nvPr/>
          </p:nvSpPr>
          <p:spPr>
            <a:xfrm>
              <a:off x="5637061" y="1834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3" name="pt8473"/>
            <p:cNvSpPr/>
            <p:nvPr/>
          </p:nvSpPr>
          <p:spPr>
            <a:xfrm>
              <a:off x="5189382" y="2097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4" name="pt8474"/>
            <p:cNvSpPr/>
            <p:nvPr/>
          </p:nvSpPr>
          <p:spPr>
            <a:xfrm>
              <a:off x="5257561" y="2247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5" name="pt8475"/>
            <p:cNvSpPr/>
            <p:nvPr/>
          </p:nvSpPr>
          <p:spPr>
            <a:xfrm>
              <a:off x="5017687" y="2564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6" name="pt8476"/>
            <p:cNvSpPr/>
            <p:nvPr/>
          </p:nvSpPr>
          <p:spPr>
            <a:xfrm>
              <a:off x="5690210" y="1940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7" name="pt8477"/>
            <p:cNvSpPr/>
            <p:nvPr/>
          </p:nvSpPr>
          <p:spPr>
            <a:xfrm>
              <a:off x="5368734" y="1833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8" name="pt8478"/>
            <p:cNvSpPr/>
            <p:nvPr/>
          </p:nvSpPr>
          <p:spPr>
            <a:xfrm>
              <a:off x="5258389" y="2253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9" name="pt8479"/>
            <p:cNvSpPr/>
            <p:nvPr/>
          </p:nvSpPr>
          <p:spPr>
            <a:xfrm>
              <a:off x="5039725" y="2626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0" name="pt8480"/>
            <p:cNvSpPr/>
            <p:nvPr/>
          </p:nvSpPr>
          <p:spPr>
            <a:xfrm>
              <a:off x="5241672" y="2107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1" name="pt8481"/>
            <p:cNvSpPr/>
            <p:nvPr/>
          </p:nvSpPr>
          <p:spPr>
            <a:xfrm>
              <a:off x="4950275" y="2381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2" name="pt8482"/>
            <p:cNvSpPr/>
            <p:nvPr/>
          </p:nvSpPr>
          <p:spPr>
            <a:xfrm>
              <a:off x="5355931" y="1793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3" name="pt8483"/>
            <p:cNvSpPr/>
            <p:nvPr/>
          </p:nvSpPr>
          <p:spPr>
            <a:xfrm>
              <a:off x="5569344" y="1841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4" name="pt8484"/>
            <p:cNvSpPr/>
            <p:nvPr/>
          </p:nvSpPr>
          <p:spPr>
            <a:xfrm>
              <a:off x="5361842" y="1963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5" name="pt8485"/>
            <p:cNvSpPr/>
            <p:nvPr/>
          </p:nvSpPr>
          <p:spPr>
            <a:xfrm>
              <a:off x="5505659" y="1916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6" name="pt8486"/>
            <p:cNvSpPr/>
            <p:nvPr/>
          </p:nvSpPr>
          <p:spPr>
            <a:xfrm>
              <a:off x="5210587" y="2139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7" name="pt8487"/>
            <p:cNvSpPr/>
            <p:nvPr/>
          </p:nvSpPr>
          <p:spPr>
            <a:xfrm>
              <a:off x="4989717" y="1917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8" name="pt8488"/>
            <p:cNvSpPr/>
            <p:nvPr/>
          </p:nvSpPr>
          <p:spPr>
            <a:xfrm>
              <a:off x="5265038" y="2256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9" name="pt8489"/>
            <p:cNvSpPr/>
            <p:nvPr/>
          </p:nvSpPr>
          <p:spPr>
            <a:xfrm>
              <a:off x="5166885" y="2171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0" name="pt8490"/>
            <p:cNvSpPr/>
            <p:nvPr/>
          </p:nvSpPr>
          <p:spPr>
            <a:xfrm>
              <a:off x="5804257" y="1543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1" name="pt8491"/>
            <p:cNvSpPr/>
            <p:nvPr/>
          </p:nvSpPr>
          <p:spPr>
            <a:xfrm>
              <a:off x="5175352" y="2097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2" name="pt8492"/>
            <p:cNvSpPr/>
            <p:nvPr/>
          </p:nvSpPr>
          <p:spPr>
            <a:xfrm>
              <a:off x="5807938" y="1660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3" name="pt8493"/>
            <p:cNvSpPr/>
            <p:nvPr/>
          </p:nvSpPr>
          <p:spPr>
            <a:xfrm>
              <a:off x="5239699" y="2156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4" name="pt8494"/>
            <p:cNvSpPr/>
            <p:nvPr/>
          </p:nvSpPr>
          <p:spPr>
            <a:xfrm>
              <a:off x="5466566" y="2172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5" name="pt8495"/>
            <p:cNvSpPr/>
            <p:nvPr/>
          </p:nvSpPr>
          <p:spPr>
            <a:xfrm>
              <a:off x="5221110" y="2076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6" name="pt8496"/>
            <p:cNvSpPr/>
            <p:nvPr/>
          </p:nvSpPr>
          <p:spPr>
            <a:xfrm>
              <a:off x="5443045" y="2281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7" name="pt8497"/>
            <p:cNvSpPr/>
            <p:nvPr/>
          </p:nvSpPr>
          <p:spPr>
            <a:xfrm>
              <a:off x="5508758" y="2142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8" name="pt8498"/>
            <p:cNvSpPr/>
            <p:nvPr/>
          </p:nvSpPr>
          <p:spPr>
            <a:xfrm>
              <a:off x="5316260" y="2223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9" name="pt8499"/>
            <p:cNvSpPr/>
            <p:nvPr/>
          </p:nvSpPr>
          <p:spPr>
            <a:xfrm>
              <a:off x="4905042" y="2691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0" name="pt8500"/>
            <p:cNvSpPr/>
            <p:nvPr/>
          </p:nvSpPr>
          <p:spPr>
            <a:xfrm>
              <a:off x="5203585" y="2146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1" name="pt8501"/>
            <p:cNvSpPr/>
            <p:nvPr/>
          </p:nvSpPr>
          <p:spPr>
            <a:xfrm>
              <a:off x="5105551" y="2189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2" name="pt8502"/>
            <p:cNvSpPr/>
            <p:nvPr/>
          </p:nvSpPr>
          <p:spPr>
            <a:xfrm>
              <a:off x="4950944" y="2383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3" name="pt8503"/>
            <p:cNvSpPr/>
            <p:nvPr/>
          </p:nvSpPr>
          <p:spPr>
            <a:xfrm>
              <a:off x="4988460" y="1897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4" name="pt8504"/>
            <p:cNvSpPr/>
            <p:nvPr/>
          </p:nvSpPr>
          <p:spPr>
            <a:xfrm>
              <a:off x="5500437" y="1964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5" name="pt8505"/>
            <p:cNvSpPr/>
            <p:nvPr/>
          </p:nvSpPr>
          <p:spPr>
            <a:xfrm>
              <a:off x="5582852" y="1736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6" name="pt8506"/>
            <p:cNvSpPr/>
            <p:nvPr/>
          </p:nvSpPr>
          <p:spPr>
            <a:xfrm>
              <a:off x="5437757" y="2057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7" name="pt8507"/>
            <p:cNvSpPr/>
            <p:nvPr/>
          </p:nvSpPr>
          <p:spPr>
            <a:xfrm>
              <a:off x="4981727" y="2248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8" name="pt8508"/>
            <p:cNvSpPr/>
            <p:nvPr/>
          </p:nvSpPr>
          <p:spPr>
            <a:xfrm>
              <a:off x="5791382" y="1661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9" name="pt8509"/>
            <p:cNvSpPr/>
            <p:nvPr/>
          </p:nvSpPr>
          <p:spPr>
            <a:xfrm>
              <a:off x="5139569" y="1932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0" name="pt8510"/>
            <p:cNvSpPr/>
            <p:nvPr/>
          </p:nvSpPr>
          <p:spPr>
            <a:xfrm>
              <a:off x="5192808" y="2097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1" name="pt8511"/>
            <p:cNvSpPr/>
            <p:nvPr/>
          </p:nvSpPr>
          <p:spPr>
            <a:xfrm>
              <a:off x="5486856" y="2003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2" name="pt8512"/>
            <p:cNvSpPr/>
            <p:nvPr/>
          </p:nvSpPr>
          <p:spPr>
            <a:xfrm>
              <a:off x="5273524" y="2117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3" name="pt8513"/>
            <p:cNvSpPr/>
            <p:nvPr/>
          </p:nvSpPr>
          <p:spPr>
            <a:xfrm>
              <a:off x="5085685" y="216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4" name="pt8514"/>
            <p:cNvSpPr/>
            <p:nvPr/>
          </p:nvSpPr>
          <p:spPr>
            <a:xfrm>
              <a:off x="5816690" y="1529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5" name="pt8515"/>
            <p:cNvSpPr/>
            <p:nvPr/>
          </p:nvSpPr>
          <p:spPr>
            <a:xfrm>
              <a:off x="5002755" y="2645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6" name="pt8516"/>
            <p:cNvSpPr/>
            <p:nvPr/>
          </p:nvSpPr>
          <p:spPr>
            <a:xfrm>
              <a:off x="5407364" y="2217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7" name="pt8517"/>
            <p:cNvSpPr/>
            <p:nvPr/>
          </p:nvSpPr>
          <p:spPr>
            <a:xfrm>
              <a:off x="5628887" y="1778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8" name="pt8518"/>
            <p:cNvSpPr/>
            <p:nvPr/>
          </p:nvSpPr>
          <p:spPr>
            <a:xfrm>
              <a:off x="5415941" y="2171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9" name="pt8519"/>
            <p:cNvSpPr/>
            <p:nvPr/>
          </p:nvSpPr>
          <p:spPr>
            <a:xfrm>
              <a:off x="5027868" y="2747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0" name="pt8520"/>
            <p:cNvSpPr/>
            <p:nvPr/>
          </p:nvSpPr>
          <p:spPr>
            <a:xfrm>
              <a:off x="5342151" y="2201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1" name="pt8521"/>
            <p:cNvSpPr/>
            <p:nvPr/>
          </p:nvSpPr>
          <p:spPr>
            <a:xfrm>
              <a:off x="5074308" y="2334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2" name="pt8522"/>
            <p:cNvSpPr/>
            <p:nvPr/>
          </p:nvSpPr>
          <p:spPr>
            <a:xfrm>
              <a:off x="5042573" y="2553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3" name="pt8523"/>
            <p:cNvSpPr/>
            <p:nvPr/>
          </p:nvSpPr>
          <p:spPr>
            <a:xfrm>
              <a:off x="4954081" y="2484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4" name="pt8524"/>
            <p:cNvSpPr/>
            <p:nvPr/>
          </p:nvSpPr>
          <p:spPr>
            <a:xfrm>
              <a:off x="5327504" y="2220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5" name="pt8525"/>
            <p:cNvSpPr/>
            <p:nvPr/>
          </p:nvSpPr>
          <p:spPr>
            <a:xfrm>
              <a:off x="5361565" y="1963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6" name="pt8526"/>
            <p:cNvSpPr/>
            <p:nvPr/>
          </p:nvSpPr>
          <p:spPr>
            <a:xfrm>
              <a:off x="4629772" y="2631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7" name="pt8527"/>
            <p:cNvSpPr/>
            <p:nvPr/>
          </p:nvSpPr>
          <p:spPr>
            <a:xfrm>
              <a:off x="5322337" y="2284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8" name="pt8528"/>
            <p:cNvSpPr/>
            <p:nvPr/>
          </p:nvSpPr>
          <p:spPr>
            <a:xfrm>
              <a:off x="5240513" y="2139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9" name="pt8529"/>
            <p:cNvSpPr/>
            <p:nvPr/>
          </p:nvSpPr>
          <p:spPr>
            <a:xfrm>
              <a:off x="5010846" y="2505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0" name="pt8530"/>
            <p:cNvSpPr/>
            <p:nvPr/>
          </p:nvSpPr>
          <p:spPr>
            <a:xfrm>
              <a:off x="4914569" y="2302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1" name="pt8531"/>
            <p:cNvSpPr/>
            <p:nvPr/>
          </p:nvSpPr>
          <p:spPr>
            <a:xfrm>
              <a:off x="5093168" y="2431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2" name="pt8532"/>
            <p:cNvSpPr/>
            <p:nvPr/>
          </p:nvSpPr>
          <p:spPr>
            <a:xfrm>
              <a:off x="5603002" y="1853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3" name="pt8533"/>
            <p:cNvSpPr/>
            <p:nvPr/>
          </p:nvSpPr>
          <p:spPr>
            <a:xfrm>
              <a:off x="5090468" y="2248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4" name="pt8534"/>
            <p:cNvSpPr/>
            <p:nvPr/>
          </p:nvSpPr>
          <p:spPr>
            <a:xfrm>
              <a:off x="5564339" y="1868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5" name="pt8535"/>
            <p:cNvSpPr/>
            <p:nvPr/>
          </p:nvSpPr>
          <p:spPr>
            <a:xfrm>
              <a:off x="5626825" y="1741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6" name="pt8536"/>
            <p:cNvSpPr/>
            <p:nvPr/>
          </p:nvSpPr>
          <p:spPr>
            <a:xfrm>
              <a:off x="5063113" y="2353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7" name="pt8537"/>
            <p:cNvSpPr/>
            <p:nvPr/>
          </p:nvSpPr>
          <p:spPr>
            <a:xfrm>
              <a:off x="5513112" y="1871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8" name="pt8538"/>
            <p:cNvSpPr/>
            <p:nvPr/>
          </p:nvSpPr>
          <p:spPr>
            <a:xfrm>
              <a:off x="5498841" y="1856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9" name="pt8539"/>
            <p:cNvSpPr/>
            <p:nvPr/>
          </p:nvSpPr>
          <p:spPr>
            <a:xfrm>
              <a:off x="5759536" y="1538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0" name="pt8540"/>
            <p:cNvSpPr/>
            <p:nvPr/>
          </p:nvSpPr>
          <p:spPr>
            <a:xfrm>
              <a:off x="5049086" y="272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1" name="pt8541"/>
            <p:cNvSpPr/>
            <p:nvPr/>
          </p:nvSpPr>
          <p:spPr>
            <a:xfrm>
              <a:off x="5621467" y="1698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2" name="pt8542"/>
            <p:cNvSpPr/>
            <p:nvPr/>
          </p:nvSpPr>
          <p:spPr>
            <a:xfrm>
              <a:off x="5259140" y="2257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3" name="pt8543"/>
            <p:cNvSpPr/>
            <p:nvPr/>
          </p:nvSpPr>
          <p:spPr>
            <a:xfrm>
              <a:off x="5174527" y="2089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4" name="pt8544"/>
            <p:cNvSpPr/>
            <p:nvPr/>
          </p:nvSpPr>
          <p:spPr>
            <a:xfrm>
              <a:off x="5289901" y="2157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5" name="pt8545"/>
            <p:cNvSpPr/>
            <p:nvPr/>
          </p:nvSpPr>
          <p:spPr>
            <a:xfrm>
              <a:off x="5404003" y="2167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6" name="pt8546"/>
            <p:cNvSpPr/>
            <p:nvPr/>
          </p:nvSpPr>
          <p:spPr>
            <a:xfrm>
              <a:off x="5190948" y="2230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7" name="pt8547"/>
            <p:cNvSpPr/>
            <p:nvPr/>
          </p:nvSpPr>
          <p:spPr>
            <a:xfrm>
              <a:off x="5690857" y="1986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8" name="pt8548"/>
            <p:cNvSpPr/>
            <p:nvPr/>
          </p:nvSpPr>
          <p:spPr>
            <a:xfrm>
              <a:off x="5487704" y="2141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9" name="pt8549"/>
            <p:cNvSpPr/>
            <p:nvPr/>
          </p:nvSpPr>
          <p:spPr>
            <a:xfrm>
              <a:off x="5113568" y="2139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0" name="pt8550"/>
            <p:cNvSpPr/>
            <p:nvPr/>
          </p:nvSpPr>
          <p:spPr>
            <a:xfrm>
              <a:off x="5617797" y="2020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1" name="pt8551"/>
            <p:cNvSpPr/>
            <p:nvPr/>
          </p:nvSpPr>
          <p:spPr>
            <a:xfrm>
              <a:off x="5353334" y="1963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2" name="pt8552"/>
            <p:cNvSpPr/>
            <p:nvPr/>
          </p:nvSpPr>
          <p:spPr>
            <a:xfrm>
              <a:off x="5477587" y="2203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3" name="pt8553"/>
            <p:cNvSpPr/>
            <p:nvPr/>
          </p:nvSpPr>
          <p:spPr>
            <a:xfrm>
              <a:off x="5124801" y="2058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4" name="pt8554"/>
            <p:cNvSpPr/>
            <p:nvPr/>
          </p:nvSpPr>
          <p:spPr>
            <a:xfrm>
              <a:off x="5275290" y="204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5" name="pt8555"/>
            <p:cNvSpPr/>
            <p:nvPr/>
          </p:nvSpPr>
          <p:spPr>
            <a:xfrm>
              <a:off x="5257188" y="2248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6" name="pt8556"/>
            <p:cNvSpPr/>
            <p:nvPr/>
          </p:nvSpPr>
          <p:spPr>
            <a:xfrm>
              <a:off x="4934724" y="2005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7" name="pt8557"/>
            <p:cNvSpPr/>
            <p:nvPr/>
          </p:nvSpPr>
          <p:spPr>
            <a:xfrm>
              <a:off x="5107272" y="1915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8" name="pt8558"/>
            <p:cNvSpPr/>
            <p:nvPr/>
          </p:nvSpPr>
          <p:spPr>
            <a:xfrm>
              <a:off x="5568915" y="1972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9" name="pt8559"/>
            <p:cNvSpPr/>
            <p:nvPr/>
          </p:nvSpPr>
          <p:spPr>
            <a:xfrm>
              <a:off x="5307225" y="2229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0" name="pt8560"/>
            <p:cNvSpPr/>
            <p:nvPr/>
          </p:nvSpPr>
          <p:spPr>
            <a:xfrm>
              <a:off x="5771050" y="1448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1" name="pt8561"/>
            <p:cNvSpPr/>
            <p:nvPr/>
          </p:nvSpPr>
          <p:spPr>
            <a:xfrm>
              <a:off x="5384512" y="2042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2" name="pt8562"/>
            <p:cNvSpPr/>
            <p:nvPr/>
          </p:nvSpPr>
          <p:spPr>
            <a:xfrm>
              <a:off x="5333284" y="2268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3" name="pt8563"/>
            <p:cNvSpPr/>
            <p:nvPr/>
          </p:nvSpPr>
          <p:spPr>
            <a:xfrm>
              <a:off x="5695350" y="1974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4" name="pt8564"/>
            <p:cNvSpPr/>
            <p:nvPr/>
          </p:nvSpPr>
          <p:spPr>
            <a:xfrm>
              <a:off x="5514597" y="1900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5" name="pt8565"/>
            <p:cNvSpPr/>
            <p:nvPr/>
          </p:nvSpPr>
          <p:spPr>
            <a:xfrm>
              <a:off x="5540638" y="1983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6" name="pt8566"/>
            <p:cNvSpPr/>
            <p:nvPr/>
          </p:nvSpPr>
          <p:spPr>
            <a:xfrm>
              <a:off x="5148626" y="2087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7" name="pt8567"/>
            <p:cNvSpPr/>
            <p:nvPr/>
          </p:nvSpPr>
          <p:spPr>
            <a:xfrm>
              <a:off x="5523488" y="1954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8" name="pt8568"/>
            <p:cNvSpPr/>
            <p:nvPr/>
          </p:nvSpPr>
          <p:spPr>
            <a:xfrm>
              <a:off x="5411279" y="2294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9" name="pt8569"/>
            <p:cNvSpPr/>
            <p:nvPr/>
          </p:nvSpPr>
          <p:spPr>
            <a:xfrm>
              <a:off x="5301709" y="2224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0" name="pt8570"/>
            <p:cNvSpPr/>
            <p:nvPr/>
          </p:nvSpPr>
          <p:spPr>
            <a:xfrm>
              <a:off x="5133146" y="187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1" name="pt8571"/>
            <p:cNvSpPr/>
            <p:nvPr/>
          </p:nvSpPr>
          <p:spPr>
            <a:xfrm>
              <a:off x="5055951" y="2529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2" name="pt8572"/>
            <p:cNvSpPr/>
            <p:nvPr/>
          </p:nvSpPr>
          <p:spPr>
            <a:xfrm>
              <a:off x="5637721" y="1736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3" name="pt8573"/>
            <p:cNvSpPr/>
            <p:nvPr/>
          </p:nvSpPr>
          <p:spPr>
            <a:xfrm>
              <a:off x="5323831" y="2219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4" name="pt8574"/>
            <p:cNvSpPr/>
            <p:nvPr/>
          </p:nvSpPr>
          <p:spPr>
            <a:xfrm>
              <a:off x="5129829" y="1999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5" name="pt8575"/>
            <p:cNvSpPr/>
            <p:nvPr/>
          </p:nvSpPr>
          <p:spPr>
            <a:xfrm>
              <a:off x="5216956" y="2073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6" name="pt8576"/>
            <p:cNvSpPr/>
            <p:nvPr/>
          </p:nvSpPr>
          <p:spPr>
            <a:xfrm>
              <a:off x="5369825" y="1998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7" name="pt8577"/>
            <p:cNvSpPr/>
            <p:nvPr/>
          </p:nvSpPr>
          <p:spPr>
            <a:xfrm>
              <a:off x="5665640" y="1985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8" name="pt8578"/>
            <p:cNvSpPr/>
            <p:nvPr/>
          </p:nvSpPr>
          <p:spPr>
            <a:xfrm>
              <a:off x="5360266" y="1980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9" name="pt8579"/>
            <p:cNvSpPr/>
            <p:nvPr/>
          </p:nvSpPr>
          <p:spPr>
            <a:xfrm>
              <a:off x="5443584" y="2050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0" name="pt8580"/>
            <p:cNvSpPr/>
            <p:nvPr/>
          </p:nvSpPr>
          <p:spPr>
            <a:xfrm>
              <a:off x="4852731" y="2461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1" name="pt8581"/>
            <p:cNvSpPr/>
            <p:nvPr/>
          </p:nvSpPr>
          <p:spPr>
            <a:xfrm>
              <a:off x="5433937" y="223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2" name="pt8582"/>
            <p:cNvSpPr/>
            <p:nvPr/>
          </p:nvSpPr>
          <p:spPr>
            <a:xfrm>
              <a:off x="5936773" y="1525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3" name="pt8583"/>
            <p:cNvSpPr/>
            <p:nvPr/>
          </p:nvSpPr>
          <p:spPr>
            <a:xfrm>
              <a:off x="5254874" y="2276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4" name="pt8584"/>
            <p:cNvSpPr/>
            <p:nvPr/>
          </p:nvSpPr>
          <p:spPr>
            <a:xfrm>
              <a:off x="5444936" y="2260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5" name="pt8585"/>
            <p:cNvSpPr/>
            <p:nvPr/>
          </p:nvSpPr>
          <p:spPr>
            <a:xfrm>
              <a:off x="5300080" y="2101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6" name="pt8586"/>
            <p:cNvSpPr/>
            <p:nvPr/>
          </p:nvSpPr>
          <p:spPr>
            <a:xfrm>
              <a:off x="5354320" y="2037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7" name="pt8587"/>
            <p:cNvSpPr/>
            <p:nvPr/>
          </p:nvSpPr>
          <p:spPr>
            <a:xfrm>
              <a:off x="5508349" y="2133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8" name="pt8588"/>
            <p:cNvSpPr/>
            <p:nvPr/>
          </p:nvSpPr>
          <p:spPr>
            <a:xfrm>
              <a:off x="5366919" y="189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9" name="pt8589"/>
            <p:cNvSpPr/>
            <p:nvPr/>
          </p:nvSpPr>
          <p:spPr>
            <a:xfrm>
              <a:off x="5718596" y="2084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0" name="pt8590"/>
            <p:cNvSpPr/>
            <p:nvPr/>
          </p:nvSpPr>
          <p:spPr>
            <a:xfrm>
              <a:off x="5143498" y="2182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1" name="pt8591"/>
            <p:cNvSpPr/>
            <p:nvPr/>
          </p:nvSpPr>
          <p:spPr>
            <a:xfrm>
              <a:off x="5572450" y="1797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2" name="pt8592"/>
            <p:cNvSpPr/>
            <p:nvPr/>
          </p:nvSpPr>
          <p:spPr>
            <a:xfrm>
              <a:off x="5531539" y="2064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3" name="pt8593"/>
            <p:cNvSpPr/>
            <p:nvPr/>
          </p:nvSpPr>
          <p:spPr>
            <a:xfrm>
              <a:off x="5022539" y="2472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4" name="pt8594"/>
            <p:cNvSpPr/>
            <p:nvPr/>
          </p:nvSpPr>
          <p:spPr>
            <a:xfrm>
              <a:off x="5334915" y="209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5" name="pt8595"/>
            <p:cNvSpPr/>
            <p:nvPr/>
          </p:nvSpPr>
          <p:spPr>
            <a:xfrm>
              <a:off x="5478611" y="2229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6" name="pt8596"/>
            <p:cNvSpPr/>
            <p:nvPr/>
          </p:nvSpPr>
          <p:spPr>
            <a:xfrm>
              <a:off x="5701728" y="1762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7" name="pt8597"/>
            <p:cNvSpPr/>
            <p:nvPr/>
          </p:nvSpPr>
          <p:spPr>
            <a:xfrm>
              <a:off x="5265161" y="2217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8" name="pt8598"/>
            <p:cNvSpPr/>
            <p:nvPr/>
          </p:nvSpPr>
          <p:spPr>
            <a:xfrm>
              <a:off x="5472117" y="2235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9" name="pt8599"/>
            <p:cNvSpPr/>
            <p:nvPr/>
          </p:nvSpPr>
          <p:spPr>
            <a:xfrm>
              <a:off x="5161888" y="2192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0" name="pt8600"/>
            <p:cNvSpPr/>
            <p:nvPr/>
          </p:nvSpPr>
          <p:spPr>
            <a:xfrm>
              <a:off x="5667977" y="194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1" name="pt8601"/>
            <p:cNvSpPr/>
            <p:nvPr/>
          </p:nvSpPr>
          <p:spPr>
            <a:xfrm>
              <a:off x="5176345" y="2112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2" name="pt8602"/>
            <p:cNvSpPr/>
            <p:nvPr/>
          </p:nvSpPr>
          <p:spPr>
            <a:xfrm>
              <a:off x="5382411" y="2152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3" name="pt8603"/>
            <p:cNvSpPr/>
            <p:nvPr/>
          </p:nvSpPr>
          <p:spPr>
            <a:xfrm>
              <a:off x="5585166" y="1697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4" name="pt8604"/>
            <p:cNvSpPr/>
            <p:nvPr/>
          </p:nvSpPr>
          <p:spPr>
            <a:xfrm>
              <a:off x="5064468" y="2315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5" name="pt8605"/>
            <p:cNvSpPr/>
            <p:nvPr/>
          </p:nvSpPr>
          <p:spPr>
            <a:xfrm>
              <a:off x="5440940" y="2067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6" name="pt8606"/>
            <p:cNvSpPr/>
            <p:nvPr/>
          </p:nvSpPr>
          <p:spPr>
            <a:xfrm>
              <a:off x="5248119" y="2217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7" name="pt8607"/>
            <p:cNvSpPr/>
            <p:nvPr/>
          </p:nvSpPr>
          <p:spPr>
            <a:xfrm>
              <a:off x="5268964" y="2271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8" name="pt8608"/>
            <p:cNvSpPr/>
            <p:nvPr/>
          </p:nvSpPr>
          <p:spPr>
            <a:xfrm>
              <a:off x="5775237" y="1633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9" name="pt8609"/>
            <p:cNvSpPr/>
            <p:nvPr/>
          </p:nvSpPr>
          <p:spPr>
            <a:xfrm>
              <a:off x="5226770" y="2126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0" name="pt8610"/>
            <p:cNvSpPr/>
            <p:nvPr/>
          </p:nvSpPr>
          <p:spPr>
            <a:xfrm>
              <a:off x="5322271" y="2201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1" name="pt8611"/>
            <p:cNvSpPr/>
            <p:nvPr/>
          </p:nvSpPr>
          <p:spPr>
            <a:xfrm>
              <a:off x="5233147" y="2154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2" name="pt8612"/>
            <p:cNvSpPr/>
            <p:nvPr/>
          </p:nvSpPr>
          <p:spPr>
            <a:xfrm>
              <a:off x="5115296" y="2014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3" name="pt8613"/>
            <p:cNvSpPr/>
            <p:nvPr/>
          </p:nvSpPr>
          <p:spPr>
            <a:xfrm>
              <a:off x="5685976" y="1723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4" name="pt8614"/>
            <p:cNvSpPr/>
            <p:nvPr/>
          </p:nvSpPr>
          <p:spPr>
            <a:xfrm>
              <a:off x="5322264" y="2064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5" name="pt8615"/>
            <p:cNvSpPr/>
            <p:nvPr/>
          </p:nvSpPr>
          <p:spPr>
            <a:xfrm>
              <a:off x="5012940" y="2509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6" name="pt8616"/>
            <p:cNvSpPr/>
            <p:nvPr/>
          </p:nvSpPr>
          <p:spPr>
            <a:xfrm>
              <a:off x="5766413" y="2063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7" name="pt8617"/>
            <p:cNvSpPr/>
            <p:nvPr/>
          </p:nvSpPr>
          <p:spPr>
            <a:xfrm>
              <a:off x="5582627" y="1706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8" name="pt8618"/>
            <p:cNvSpPr/>
            <p:nvPr/>
          </p:nvSpPr>
          <p:spPr>
            <a:xfrm>
              <a:off x="5198861" y="2078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9" name="pt8619"/>
            <p:cNvSpPr/>
            <p:nvPr/>
          </p:nvSpPr>
          <p:spPr>
            <a:xfrm>
              <a:off x="5565579" y="1912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0" name="pt8620"/>
            <p:cNvSpPr/>
            <p:nvPr/>
          </p:nvSpPr>
          <p:spPr>
            <a:xfrm>
              <a:off x="5520784" y="1844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1" name="pt8621"/>
            <p:cNvSpPr/>
            <p:nvPr/>
          </p:nvSpPr>
          <p:spPr>
            <a:xfrm>
              <a:off x="5340695" y="2172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2" name="pt8622"/>
            <p:cNvSpPr/>
            <p:nvPr/>
          </p:nvSpPr>
          <p:spPr>
            <a:xfrm>
              <a:off x="5500737" y="1920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5244903" y="2142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4" name="pt8624"/>
            <p:cNvSpPr/>
            <p:nvPr/>
          </p:nvSpPr>
          <p:spPr>
            <a:xfrm>
              <a:off x="5231398" y="2157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5" name="pt8625"/>
            <p:cNvSpPr/>
            <p:nvPr/>
          </p:nvSpPr>
          <p:spPr>
            <a:xfrm>
              <a:off x="5344737" y="2130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6" name="pt8626"/>
            <p:cNvSpPr/>
            <p:nvPr/>
          </p:nvSpPr>
          <p:spPr>
            <a:xfrm>
              <a:off x="5927393" y="1914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7" name="pt8627"/>
            <p:cNvSpPr/>
            <p:nvPr/>
          </p:nvSpPr>
          <p:spPr>
            <a:xfrm>
              <a:off x="4983881" y="2297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8" name="pt8628"/>
            <p:cNvSpPr/>
            <p:nvPr/>
          </p:nvSpPr>
          <p:spPr>
            <a:xfrm>
              <a:off x="5008210" y="2671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9" name="pt8629"/>
            <p:cNvSpPr/>
            <p:nvPr/>
          </p:nvSpPr>
          <p:spPr>
            <a:xfrm>
              <a:off x="5720738" y="1794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0" name="pt8630"/>
            <p:cNvSpPr/>
            <p:nvPr/>
          </p:nvSpPr>
          <p:spPr>
            <a:xfrm>
              <a:off x="5541193" y="2076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1" name="pt8631"/>
            <p:cNvSpPr/>
            <p:nvPr/>
          </p:nvSpPr>
          <p:spPr>
            <a:xfrm>
              <a:off x="5579570" y="1775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2" name="pt8632"/>
            <p:cNvSpPr/>
            <p:nvPr/>
          </p:nvSpPr>
          <p:spPr>
            <a:xfrm>
              <a:off x="5329900" y="2166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3" name="pt8633"/>
            <p:cNvSpPr/>
            <p:nvPr/>
          </p:nvSpPr>
          <p:spPr>
            <a:xfrm>
              <a:off x="5775530" y="1597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4" name="pt8634"/>
            <p:cNvSpPr/>
            <p:nvPr/>
          </p:nvSpPr>
          <p:spPr>
            <a:xfrm>
              <a:off x="4956818" y="2499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5" name="pt8635"/>
            <p:cNvSpPr/>
            <p:nvPr/>
          </p:nvSpPr>
          <p:spPr>
            <a:xfrm>
              <a:off x="5596244" y="1897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6" name="pt8636"/>
            <p:cNvSpPr/>
            <p:nvPr/>
          </p:nvSpPr>
          <p:spPr>
            <a:xfrm>
              <a:off x="5167382" y="2184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7" name="pt8637"/>
            <p:cNvSpPr/>
            <p:nvPr/>
          </p:nvSpPr>
          <p:spPr>
            <a:xfrm>
              <a:off x="4983836" y="2325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8" name="pt8638"/>
            <p:cNvSpPr/>
            <p:nvPr/>
          </p:nvSpPr>
          <p:spPr>
            <a:xfrm>
              <a:off x="5214292" y="214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9" name="pt8639"/>
            <p:cNvSpPr/>
            <p:nvPr/>
          </p:nvSpPr>
          <p:spPr>
            <a:xfrm>
              <a:off x="5671540" y="1961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0" name="pt8640"/>
            <p:cNvSpPr/>
            <p:nvPr/>
          </p:nvSpPr>
          <p:spPr>
            <a:xfrm>
              <a:off x="5122368" y="2086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1" name="pt8641"/>
            <p:cNvSpPr/>
            <p:nvPr/>
          </p:nvSpPr>
          <p:spPr>
            <a:xfrm>
              <a:off x="5425073" y="2029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2" name="pt8642"/>
            <p:cNvSpPr/>
            <p:nvPr/>
          </p:nvSpPr>
          <p:spPr>
            <a:xfrm>
              <a:off x="4953168" y="2406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3" name="pt8643"/>
            <p:cNvSpPr/>
            <p:nvPr/>
          </p:nvSpPr>
          <p:spPr>
            <a:xfrm>
              <a:off x="5045793" y="2604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4" name="pt8644"/>
            <p:cNvSpPr/>
            <p:nvPr/>
          </p:nvSpPr>
          <p:spPr>
            <a:xfrm>
              <a:off x="4708193" y="2641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5" name="pt8645"/>
            <p:cNvSpPr/>
            <p:nvPr/>
          </p:nvSpPr>
          <p:spPr>
            <a:xfrm>
              <a:off x="5449516" y="2225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6" name="pt8646"/>
            <p:cNvSpPr/>
            <p:nvPr/>
          </p:nvSpPr>
          <p:spPr>
            <a:xfrm>
              <a:off x="5123392" y="1962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7" name="pt8647"/>
            <p:cNvSpPr/>
            <p:nvPr/>
          </p:nvSpPr>
          <p:spPr>
            <a:xfrm>
              <a:off x="5308012" y="2252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8" name="pt8648"/>
            <p:cNvSpPr/>
            <p:nvPr/>
          </p:nvSpPr>
          <p:spPr>
            <a:xfrm>
              <a:off x="4631767" y="2566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9" name="pt8649"/>
            <p:cNvSpPr/>
            <p:nvPr/>
          </p:nvSpPr>
          <p:spPr>
            <a:xfrm>
              <a:off x="5629890" y="1844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0" name="pt8650"/>
            <p:cNvSpPr/>
            <p:nvPr/>
          </p:nvSpPr>
          <p:spPr>
            <a:xfrm>
              <a:off x="5091919" y="2283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1" name="pt8651"/>
            <p:cNvSpPr/>
            <p:nvPr/>
          </p:nvSpPr>
          <p:spPr>
            <a:xfrm>
              <a:off x="5332012" y="2201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2" name="pt8652"/>
            <p:cNvSpPr/>
            <p:nvPr/>
          </p:nvSpPr>
          <p:spPr>
            <a:xfrm>
              <a:off x="5043983" y="2587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3" name="pt8653"/>
            <p:cNvSpPr/>
            <p:nvPr/>
          </p:nvSpPr>
          <p:spPr>
            <a:xfrm>
              <a:off x="5217155" y="2156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4" name="pt8654"/>
            <p:cNvSpPr/>
            <p:nvPr/>
          </p:nvSpPr>
          <p:spPr>
            <a:xfrm>
              <a:off x="5360377" y="1991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5" name="pt8655"/>
            <p:cNvSpPr/>
            <p:nvPr/>
          </p:nvSpPr>
          <p:spPr>
            <a:xfrm>
              <a:off x="5210971" y="2179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6" name="pt8656"/>
            <p:cNvSpPr/>
            <p:nvPr/>
          </p:nvSpPr>
          <p:spPr>
            <a:xfrm>
              <a:off x="5230312" y="2180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7" name="pt8657"/>
            <p:cNvSpPr/>
            <p:nvPr/>
          </p:nvSpPr>
          <p:spPr>
            <a:xfrm>
              <a:off x="5288512" y="2085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8" name="pt8658"/>
            <p:cNvSpPr/>
            <p:nvPr/>
          </p:nvSpPr>
          <p:spPr>
            <a:xfrm>
              <a:off x="5120125" y="2262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9" name="pt8659"/>
            <p:cNvSpPr/>
            <p:nvPr/>
          </p:nvSpPr>
          <p:spPr>
            <a:xfrm>
              <a:off x="5920445" y="2199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0" name="pt8660"/>
            <p:cNvSpPr/>
            <p:nvPr/>
          </p:nvSpPr>
          <p:spPr>
            <a:xfrm>
              <a:off x="5116654" y="2212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1" name="pt8661"/>
            <p:cNvSpPr/>
            <p:nvPr/>
          </p:nvSpPr>
          <p:spPr>
            <a:xfrm>
              <a:off x="5522086" y="1940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2" name="pt8662"/>
            <p:cNvSpPr/>
            <p:nvPr/>
          </p:nvSpPr>
          <p:spPr>
            <a:xfrm>
              <a:off x="5029613" y="2595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3" name="pt8663"/>
            <p:cNvSpPr/>
            <p:nvPr/>
          </p:nvSpPr>
          <p:spPr>
            <a:xfrm>
              <a:off x="4952591" y="2417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4" name="pt8664"/>
            <p:cNvSpPr/>
            <p:nvPr/>
          </p:nvSpPr>
          <p:spPr>
            <a:xfrm>
              <a:off x="5624046" y="1862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5" name="pt8665"/>
            <p:cNvSpPr/>
            <p:nvPr/>
          </p:nvSpPr>
          <p:spPr>
            <a:xfrm>
              <a:off x="5099776" y="2034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6" name="pt8666"/>
            <p:cNvSpPr/>
            <p:nvPr/>
          </p:nvSpPr>
          <p:spPr>
            <a:xfrm>
              <a:off x="4893703" y="2590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7" name="pt8667"/>
            <p:cNvSpPr/>
            <p:nvPr/>
          </p:nvSpPr>
          <p:spPr>
            <a:xfrm>
              <a:off x="5553196" y="1992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8" name="pt8668"/>
            <p:cNvSpPr/>
            <p:nvPr/>
          </p:nvSpPr>
          <p:spPr>
            <a:xfrm>
              <a:off x="5436008" y="2157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9" name="pt8669"/>
            <p:cNvSpPr/>
            <p:nvPr/>
          </p:nvSpPr>
          <p:spPr>
            <a:xfrm>
              <a:off x="5116927" y="1999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t8670"/>
            <p:cNvSpPr/>
            <p:nvPr/>
          </p:nvSpPr>
          <p:spPr>
            <a:xfrm>
              <a:off x="5501936" y="1878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pt8671"/>
            <p:cNvSpPr/>
            <p:nvPr/>
          </p:nvSpPr>
          <p:spPr>
            <a:xfrm>
              <a:off x="5322171" y="2267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2" name="pt8672"/>
            <p:cNvSpPr/>
            <p:nvPr/>
          </p:nvSpPr>
          <p:spPr>
            <a:xfrm>
              <a:off x="4889101" y="2530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3" name="pt8673"/>
            <p:cNvSpPr/>
            <p:nvPr/>
          </p:nvSpPr>
          <p:spPr>
            <a:xfrm>
              <a:off x="5158146" y="2134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t8674"/>
            <p:cNvSpPr/>
            <p:nvPr/>
          </p:nvSpPr>
          <p:spPr>
            <a:xfrm>
              <a:off x="5295056" y="2197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pt8675"/>
            <p:cNvSpPr/>
            <p:nvPr/>
          </p:nvSpPr>
          <p:spPr>
            <a:xfrm>
              <a:off x="5240697" y="2174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6" name="pt8676"/>
            <p:cNvSpPr/>
            <p:nvPr/>
          </p:nvSpPr>
          <p:spPr>
            <a:xfrm>
              <a:off x="5259854" y="2210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t8677"/>
            <p:cNvSpPr/>
            <p:nvPr/>
          </p:nvSpPr>
          <p:spPr>
            <a:xfrm>
              <a:off x="4883293" y="2568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t8678"/>
            <p:cNvSpPr/>
            <p:nvPr/>
          </p:nvSpPr>
          <p:spPr>
            <a:xfrm>
              <a:off x="5001163" y="2712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pt8679"/>
            <p:cNvSpPr/>
            <p:nvPr/>
          </p:nvSpPr>
          <p:spPr>
            <a:xfrm>
              <a:off x="5741308" y="1893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0" name="pt8680"/>
            <p:cNvSpPr/>
            <p:nvPr/>
          </p:nvSpPr>
          <p:spPr>
            <a:xfrm>
              <a:off x="5660376" y="1896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t8681"/>
            <p:cNvSpPr/>
            <p:nvPr/>
          </p:nvSpPr>
          <p:spPr>
            <a:xfrm>
              <a:off x="5524160" y="1963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t8682"/>
            <p:cNvSpPr/>
            <p:nvPr/>
          </p:nvSpPr>
          <p:spPr>
            <a:xfrm>
              <a:off x="5010807" y="2522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pt8683"/>
            <p:cNvSpPr/>
            <p:nvPr/>
          </p:nvSpPr>
          <p:spPr>
            <a:xfrm>
              <a:off x="5329838" y="2096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4" name="pt8684"/>
            <p:cNvSpPr/>
            <p:nvPr/>
          </p:nvSpPr>
          <p:spPr>
            <a:xfrm>
              <a:off x="5233581" y="2226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t8685"/>
            <p:cNvSpPr/>
            <p:nvPr/>
          </p:nvSpPr>
          <p:spPr>
            <a:xfrm>
              <a:off x="5088610" y="2209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t8686"/>
            <p:cNvSpPr/>
            <p:nvPr/>
          </p:nvSpPr>
          <p:spPr>
            <a:xfrm>
              <a:off x="5085504" y="2354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pt8687"/>
            <p:cNvSpPr/>
            <p:nvPr/>
          </p:nvSpPr>
          <p:spPr>
            <a:xfrm>
              <a:off x="5444326" y="2041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8" name="pt8688"/>
            <p:cNvSpPr/>
            <p:nvPr/>
          </p:nvSpPr>
          <p:spPr>
            <a:xfrm>
              <a:off x="5531011" y="2059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t8689"/>
            <p:cNvSpPr/>
            <p:nvPr/>
          </p:nvSpPr>
          <p:spPr>
            <a:xfrm>
              <a:off x="5331261" y="210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t8690"/>
            <p:cNvSpPr/>
            <p:nvPr/>
          </p:nvSpPr>
          <p:spPr>
            <a:xfrm>
              <a:off x="5677539" y="2000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pt8691"/>
            <p:cNvSpPr/>
            <p:nvPr/>
          </p:nvSpPr>
          <p:spPr>
            <a:xfrm>
              <a:off x="5588931" y="1638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2" name="pt8692"/>
            <p:cNvSpPr/>
            <p:nvPr/>
          </p:nvSpPr>
          <p:spPr>
            <a:xfrm>
              <a:off x="4879478" y="2727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t8693"/>
            <p:cNvSpPr/>
            <p:nvPr/>
          </p:nvSpPr>
          <p:spPr>
            <a:xfrm>
              <a:off x="5351141" y="2000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t8694"/>
            <p:cNvSpPr/>
            <p:nvPr/>
          </p:nvSpPr>
          <p:spPr>
            <a:xfrm>
              <a:off x="4836568" y="2061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pt8695"/>
            <p:cNvSpPr/>
            <p:nvPr/>
          </p:nvSpPr>
          <p:spPr>
            <a:xfrm>
              <a:off x="5362103" y="2073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6" name="pt8696"/>
            <p:cNvSpPr/>
            <p:nvPr/>
          </p:nvSpPr>
          <p:spPr>
            <a:xfrm>
              <a:off x="4938609" y="2405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t8697"/>
            <p:cNvSpPr/>
            <p:nvPr/>
          </p:nvSpPr>
          <p:spPr>
            <a:xfrm>
              <a:off x="5521664" y="1878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t8698"/>
            <p:cNvSpPr/>
            <p:nvPr/>
          </p:nvSpPr>
          <p:spPr>
            <a:xfrm>
              <a:off x="5228525" y="2183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pt8699"/>
            <p:cNvSpPr/>
            <p:nvPr/>
          </p:nvSpPr>
          <p:spPr>
            <a:xfrm>
              <a:off x="5226172" y="2191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0" name="pt8700"/>
            <p:cNvSpPr/>
            <p:nvPr/>
          </p:nvSpPr>
          <p:spPr>
            <a:xfrm>
              <a:off x="5122652" y="1935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t8701"/>
            <p:cNvSpPr/>
            <p:nvPr/>
          </p:nvSpPr>
          <p:spPr>
            <a:xfrm>
              <a:off x="5456769" y="2098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t8702"/>
            <p:cNvSpPr/>
            <p:nvPr/>
          </p:nvSpPr>
          <p:spPr>
            <a:xfrm>
              <a:off x="5712748" y="1829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pt8703"/>
            <p:cNvSpPr/>
            <p:nvPr/>
          </p:nvSpPr>
          <p:spPr>
            <a:xfrm>
              <a:off x="5324334" y="2042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4" name="pt8704"/>
            <p:cNvSpPr/>
            <p:nvPr/>
          </p:nvSpPr>
          <p:spPr>
            <a:xfrm>
              <a:off x="4946578" y="2431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t8705"/>
            <p:cNvSpPr/>
            <p:nvPr/>
          </p:nvSpPr>
          <p:spPr>
            <a:xfrm>
              <a:off x="5268382" y="2157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t8706"/>
            <p:cNvSpPr/>
            <p:nvPr/>
          </p:nvSpPr>
          <p:spPr>
            <a:xfrm>
              <a:off x="5334843" y="2174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pt8707"/>
            <p:cNvSpPr/>
            <p:nvPr/>
          </p:nvSpPr>
          <p:spPr>
            <a:xfrm>
              <a:off x="5144825" y="2111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8" name="pt8708"/>
            <p:cNvSpPr/>
            <p:nvPr/>
          </p:nvSpPr>
          <p:spPr>
            <a:xfrm>
              <a:off x="5526683" y="2019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t8709"/>
            <p:cNvSpPr/>
            <p:nvPr/>
          </p:nvSpPr>
          <p:spPr>
            <a:xfrm>
              <a:off x="5389363" y="2246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t8710"/>
            <p:cNvSpPr/>
            <p:nvPr/>
          </p:nvSpPr>
          <p:spPr>
            <a:xfrm>
              <a:off x="5408750" y="2129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pt8711"/>
            <p:cNvSpPr/>
            <p:nvPr/>
          </p:nvSpPr>
          <p:spPr>
            <a:xfrm>
              <a:off x="5535789" y="1988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2" name="pt8712"/>
            <p:cNvSpPr/>
            <p:nvPr/>
          </p:nvSpPr>
          <p:spPr>
            <a:xfrm>
              <a:off x="5325086" y="2109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t8713"/>
            <p:cNvSpPr/>
            <p:nvPr/>
          </p:nvSpPr>
          <p:spPr>
            <a:xfrm>
              <a:off x="5317586" y="2190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t8714"/>
            <p:cNvSpPr/>
            <p:nvPr/>
          </p:nvSpPr>
          <p:spPr>
            <a:xfrm>
              <a:off x="5818770" y="2073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pt8715"/>
            <p:cNvSpPr/>
            <p:nvPr/>
          </p:nvSpPr>
          <p:spPr>
            <a:xfrm>
              <a:off x="5226066" y="2160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6" name="pt8716"/>
            <p:cNvSpPr/>
            <p:nvPr/>
          </p:nvSpPr>
          <p:spPr>
            <a:xfrm>
              <a:off x="5300199" y="2119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t8717"/>
            <p:cNvSpPr/>
            <p:nvPr/>
          </p:nvSpPr>
          <p:spPr>
            <a:xfrm>
              <a:off x="5376492" y="2019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t8718"/>
            <p:cNvSpPr/>
            <p:nvPr/>
          </p:nvSpPr>
          <p:spPr>
            <a:xfrm>
              <a:off x="5581158" y="1596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pt8719"/>
            <p:cNvSpPr/>
            <p:nvPr/>
          </p:nvSpPr>
          <p:spPr>
            <a:xfrm>
              <a:off x="5296347" y="2148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0" name="pt8720"/>
            <p:cNvSpPr/>
            <p:nvPr/>
          </p:nvSpPr>
          <p:spPr>
            <a:xfrm>
              <a:off x="5545377" y="2017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t8721"/>
            <p:cNvSpPr/>
            <p:nvPr/>
          </p:nvSpPr>
          <p:spPr>
            <a:xfrm>
              <a:off x="5502980" y="190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t8722"/>
            <p:cNvSpPr/>
            <p:nvPr/>
          </p:nvSpPr>
          <p:spPr>
            <a:xfrm>
              <a:off x="5269476" y="2291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pt8723"/>
            <p:cNvSpPr/>
            <p:nvPr/>
          </p:nvSpPr>
          <p:spPr>
            <a:xfrm>
              <a:off x="4962946" y="2546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4" name="pt8724"/>
            <p:cNvSpPr/>
            <p:nvPr/>
          </p:nvSpPr>
          <p:spPr>
            <a:xfrm>
              <a:off x="5082161" y="2383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t8725"/>
            <p:cNvSpPr/>
            <p:nvPr/>
          </p:nvSpPr>
          <p:spPr>
            <a:xfrm>
              <a:off x="5445806" y="2315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t8726"/>
            <p:cNvSpPr/>
            <p:nvPr/>
          </p:nvSpPr>
          <p:spPr>
            <a:xfrm>
              <a:off x="5576002" y="1696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pt8727"/>
            <p:cNvSpPr/>
            <p:nvPr/>
          </p:nvSpPr>
          <p:spPr>
            <a:xfrm>
              <a:off x="5098392" y="2288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8" name="pt8728"/>
            <p:cNvSpPr/>
            <p:nvPr/>
          </p:nvSpPr>
          <p:spPr>
            <a:xfrm>
              <a:off x="5567952" y="1914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t8729"/>
            <p:cNvSpPr/>
            <p:nvPr/>
          </p:nvSpPr>
          <p:spPr>
            <a:xfrm>
              <a:off x="5458883" y="2161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t8730"/>
            <p:cNvSpPr/>
            <p:nvPr/>
          </p:nvSpPr>
          <p:spPr>
            <a:xfrm>
              <a:off x="5169419" y="2148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pt8731"/>
            <p:cNvSpPr/>
            <p:nvPr/>
          </p:nvSpPr>
          <p:spPr>
            <a:xfrm>
              <a:off x="5158860" y="2184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2" name="pt8732"/>
            <p:cNvSpPr/>
            <p:nvPr/>
          </p:nvSpPr>
          <p:spPr>
            <a:xfrm>
              <a:off x="5668135" y="1960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t8733"/>
            <p:cNvSpPr/>
            <p:nvPr/>
          </p:nvSpPr>
          <p:spPr>
            <a:xfrm>
              <a:off x="5565528" y="1888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t8734"/>
            <p:cNvSpPr/>
            <p:nvPr/>
          </p:nvSpPr>
          <p:spPr>
            <a:xfrm>
              <a:off x="5162687" y="218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pt8735"/>
            <p:cNvSpPr/>
            <p:nvPr/>
          </p:nvSpPr>
          <p:spPr>
            <a:xfrm>
              <a:off x="5346030" y="2146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6" name="pt8736"/>
            <p:cNvSpPr/>
            <p:nvPr/>
          </p:nvSpPr>
          <p:spPr>
            <a:xfrm>
              <a:off x="5307882" y="218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t8737"/>
            <p:cNvSpPr/>
            <p:nvPr/>
          </p:nvSpPr>
          <p:spPr>
            <a:xfrm>
              <a:off x="5444213" y="2114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t8738"/>
            <p:cNvSpPr/>
            <p:nvPr/>
          </p:nvSpPr>
          <p:spPr>
            <a:xfrm>
              <a:off x="5328689" y="2229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pt8739"/>
            <p:cNvSpPr/>
            <p:nvPr/>
          </p:nvSpPr>
          <p:spPr>
            <a:xfrm>
              <a:off x="5429817" y="2190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0" name="pt8740"/>
            <p:cNvSpPr/>
            <p:nvPr/>
          </p:nvSpPr>
          <p:spPr>
            <a:xfrm>
              <a:off x="5490401" y="2226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t8741"/>
            <p:cNvSpPr/>
            <p:nvPr/>
          </p:nvSpPr>
          <p:spPr>
            <a:xfrm>
              <a:off x="5001313" y="2466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t8742"/>
            <p:cNvSpPr/>
            <p:nvPr/>
          </p:nvSpPr>
          <p:spPr>
            <a:xfrm>
              <a:off x="4855082" y="2280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pt8743"/>
            <p:cNvSpPr/>
            <p:nvPr/>
          </p:nvSpPr>
          <p:spPr>
            <a:xfrm>
              <a:off x="5381154" y="2102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4" name="pt8744"/>
            <p:cNvSpPr/>
            <p:nvPr/>
          </p:nvSpPr>
          <p:spPr>
            <a:xfrm>
              <a:off x="5197432" y="1938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t8745"/>
            <p:cNvSpPr/>
            <p:nvPr/>
          </p:nvSpPr>
          <p:spPr>
            <a:xfrm>
              <a:off x="5067563" y="2363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t8746"/>
            <p:cNvSpPr/>
            <p:nvPr/>
          </p:nvSpPr>
          <p:spPr>
            <a:xfrm>
              <a:off x="4894637" y="2444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pt8747"/>
            <p:cNvSpPr/>
            <p:nvPr/>
          </p:nvSpPr>
          <p:spPr>
            <a:xfrm>
              <a:off x="5070983" y="2162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8" name="pt8748"/>
            <p:cNvSpPr/>
            <p:nvPr/>
          </p:nvSpPr>
          <p:spPr>
            <a:xfrm>
              <a:off x="5561498" y="2096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t8749"/>
            <p:cNvSpPr/>
            <p:nvPr/>
          </p:nvSpPr>
          <p:spPr>
            <a:xfrm>
              <a:off x="5051518" y="2523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t8750"/>
            <p:cNvSpPr/>
            <p:nvPr/>
          </p:nvSpPr>
          <p:spPr>
            <a:xfrm>
              <a:off x="5418866" y="2222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pt8751"/>
            <p:cNvSpPr/>
            <p:nvPr/>
          </p:nvSpPr>
          <p:spPr>
            <a:xfrm>
              <a:off x="5685401" y="195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2" name="pt8752"/>
            <p:cNvSpPr/>
            <p:nvPr/>
          </p:nvSpPr>
          <p:spPr>
            <a:xfrm>
              <a:off x="4891035" y="2809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t8753"/>
            <p:cNvSpPr/>
            <p:nvPr/>
          </p:nvSpPr>
          <p:spPr>
            <a:xfrm>
              <a:off x="5296180" y="2210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t8754"/>
            <p:cNvSpPr/>
            <p:nvPr/>
          </p:nvSpPr>
          <p:spPr>
            <a:xfrm>
              <a:off x="4928984" y="2169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pt8755"/>
            <p:cNvSpPr/>
            <p:nvPr/>
          </p:nvSpPr>
          <p:spPr>
            <a:xfrm>
              <a:off x="5517837" y="2010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6" name="pt8756"/>
            <p:cNvSpPr/>
            <p:nvPr/>
          </p:nvSpPr>
          <p:spPr>
            <a:xfrm>
              <a:off x="4896677" y="2691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t8757"/>
            <p:cNvSpPr/>
            <p:nvPr/>
          </p:nvSpPr>
          <p:spPr>
            <a:xfrm>
              <a:off x="5677724" y="2110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t8758"/>
            <p:cNvSpPr/>
            <p:nvPr/>
          </p:nvSpPr>
          <p:spPr>
            <a:xfrm>
              <a:off x="5400535" y="2293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pt8759"/>
            <p:cNvSpPr/>
            <p:nvPr/>
          </p:nvSpPr>
          <p:spPr>
            <a:xfrm>
              <a:off x="5325507" y="2043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0" name="pt8760"/>
            <p:cNvSpPr/>
            <p:nvPr/>
          </p:nvSpPr>
          <p:spPr>
            <a:xfrm>
              <a:off x="5475445" y="2232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t8761"/>
            <p:cNvSpPr/>
            <p:nvPr/>
          </p:nvSpPr>
          <p:spPr>
            <a:xfrm>
              <a:off x="5845035" y="1459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pt8762"/>
            <p:cNvSpPr/>
            <p:nvPr/>
          </p:nvSpPr>
          <p:spPr>
            <a:xfrm>
              <a:off x="5426567" y="2058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3" name="pt8763"/>
            <p:cNvSpPr/>
            <p:nvPr/>
          </p:nvSpPr>
          <p:spPr>
            <a:xfrm>
              <a:off x="5473806" y="2170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4" name="pt8764"/>
            <p:cNvSpPr/>
            <p:nvPr/>
          </p:nvSpPr>
          <p:spPr>
            <a:xfrm>
              <a:off x="5023286" y="2646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t8765"/>
            <p:cNvSpPr/>
            <p:nvPr/>
          </p:nvSpPr>
          <p:spPr>
            <a:xfrm>
              <a:off x="5092480" y="2238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pt8766"/>
            <p:cNvSpPr/>
            <p:nvPr/>
          </p:nvSpPr>
          <p:spPr>
            <a:xfrm>
              <a:off x="5012008" y="2545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7" name="pt8767"/>
            <p:cNvSpPr/>
            <p:nvPr/>
          </p:nvSpPr>
          <p:spPr>
            <a:xfrm>
              <a:off x="5109648" y="211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8" name="pt8768"/>
            <p:cNvSpPr/>
            <p:nvPr/>
          </p:nvSpPr>
          <p:spPr>
            <a:xfrm>
              <a:off x="5878660" y="1646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9" name="pt8769"/>
            <p:cNvSpPr/>
            <p:nvPr/>
          </p:nvSpPr>
          <p:spPr>
            <a:xfrm>
              <a:off x="5493127" y="1925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0" name="pt8770"/>
            <p:cNvSpPr/>
            <p:nvPr/>
          </p:nvSpPr>
          <p:spPr>
            <a:xfrm>
              <a:off x="5153404" y="2160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1" name="pt8771"/>
            <p:cNvSpPr/>
            <p:nvPr/>
          </p:nvSpPr>
          <p:spPr>
            <a:xfrm>
              <a:off x="5458335" y="2142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2" name="pt8772"/>
            <p:cNvSpPr/>
            <p:nvPr/>
          </p:nvSpPr>
          <p:spPr>
            <a:xfrm>
              <a:off x="5119259" y="2085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3" name="pt8773"/>
            <p:cNvSpPr/>
            <p:nvPr/>
          </p:nvSpPr>
          <p:spPr>
            <a:xfrm>
              <a:off x="5590878" y="1702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4" name="pt8774"/>
            <p:cNvSpPr/>
            <p:nvPr/>
          </p:nvSpPr>
          <p:spPr>
            <a:xfrm>
              <a:off x="5307432" y="2242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5" name="pt8775"/>
            <p:cNvSpPr/>
            <p:nvPr/>
          </p:nvSpPr>
          <p:spPr>
            <a:xfrm>
              <a:off x="5669552" y="1792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6" name="pt8776"/>
            <p:cNvSpPr/>
            <p:nvPr/>
          </p:nvSpPr>
          <p:spPr>
            <a:xfrm>
              <a:off x="5060467" y="2551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7" name="pt8777"/>
            <p:cNvSpPr/>
            <p:nvPr/>
          </p:nvSpPr>
          <p:spPr>
            <a:xfrm>
              <a:off x="5342580" y="2167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8" name="pt8778"/>
            <p:cNvSpPr/>
            <p:nvPr/>
          </p:nvSpPr>
          <p:spPr>
            <a:xfrm>
              <a:off x="5057645" y="2303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9" name="pt8779"/>
            <p:cNvSpPr/>
            <p:nvPr/>
          </p:nvSpPr>
          <p:spPr>
            <a:xfrm>
              <a:off x="5136310" y="1902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0" name="pt8780"/>
            <p:cNvSpPr/>
            <p:nvPr/>
          </p:nvSpPr>
          <p:spPr>
            <a:xfrm>
              <a:off x="5284598" y="1960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1" name="pt8781"/>
            <p:cNvSpPr/>
            <p:nvPr/>
          </p:nvSpPr>
          <p:spPr>
            <a:xfrm>
              <a:off x="5369715" y="1944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2" name="pt8782"/>
            <p:cNvSpPr/>
            <p:nvPr/>
          </p:nvSpPr>
          <p:spPr>
            <a:xfrm>
              <a:off x="5370548" y="1902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3" name="pt8783"/>
            <p:cNvSpPr/>
            <p:nvPr/>
          </p:nvSpPr>
          <p:spPr>
            <a:xfrm>
              <a:off x="5210467" y="2044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4" name="pt8784"/>
            <p:cNvSpPr/>
            <p:nvPr/>
          </p:nvSpPr>
          <p:spPr>
            <a:xfrm>
              <a:off x="5355207" y="2004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5" name="pt8785"/>
            <p:cNvSpPr/>
            <p:nvPr/>
          </p:nvSpPr>
          <p:spPr>
            <a:xfrm>
              <a:off x="4976763" y="2344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6" name="pt8786"/>
            <p:cNvSpPr/>
            <p:nvPr/>
          </p:nvSpPr>
          <p:spPr>
            <a:xfrm>
              <a:off x="5244614" y="2150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7" name="pt8787"/>
            <p:cNvSpPr/>
            <p:nvPr/>
          </p:nvSpPr>
          <p:spPr>
            <a:xfrm>
              <a:off x="5041885" y="2635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8" name="pt8788"/>
            <p:cNvSpPr/>
            <p:nvPr/>
          </p:nvSpPr>
          <p:spPr>
            <a:xfrm>
              <a:off x="5418081" y="2209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9" name="pt8789"/>
            <p:cNvSpPr/>
            <p:nvPr/>
          </p:nvSpPr>
          <p:spPr>
            <a:xfrm>
              <a:off x="5497342" y="2114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0" name="pt8790"/>
            <p:cNvSpPr/>
            <p:nvPr/>
          </p:nvSpPr>
          <p:spPr>
            <a:xfrm>
              <a:off x="5180180" y="2141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1" name="pt8791"/>
            <p:cNvSpPr/>
            <p:nvPr/>
          </p:nvSpPr>
          <p:spPr>
            <a:xfrm>
              <a:off x="5394724" y="2197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2" name="pt8792"/>
            <p:cNvSpPr/>
            <p:nvPr/>
          </p:nvSpPr>
          <p:spPr>
            <a:xfrm>
              <a:off x="5149390" y="208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3" name="pt8793"/>
            <p:cNvSpPr/>
            <p:nvPr/>
          </p:nvSpPr>
          <p:spPr>
            <a:xfrm>
              <a:off x="5465164" y="219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4" name="pt8794"/>
            <p:cNvSpPr/>
            <p:nvPr/>
          </p:nvSpPr>
          <p:spPr>
            <a:xfrm>
              <a:off x="5673023" y="2020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5" name="pt8795"/>
            <p:cNvSpPr/>
            <p:nvPr/>
          </p:nvSpPr>
          <p:spPr>
            <a:xfrm>
              <a:off x="5336633" y="2192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6" name="pt8796"/>
            <p:cNvSpPr/>
            <p:nvPr/>
          </p:nvSpPr>
          <p:spPr>
            <a:xfrm>
              <a:off x="5287685" y="2067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7" name="pt8797"/>
            <p:cNvSpPr/>
            <p:nvPr/>
          </p:nvSpPr>
          <p:spPr>
            <a:xfrm>
              <a:off x="5391067" y="2320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8" name="pt8798"/>
            <p:cNvSpPr/>
            <p:nvPr/>
          </p:nvSpPr>
          <p:spPr>
            <a:xfrm>
              <a:off x="5458592" y="2121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9" name="pt8799"/>
            <p:cNvSpPr/>
            <p:nvPr/>
          </p:nvSpPr>
          <p:spPr>
            <a:xfrm>
              <a:off x="5678852" y="1947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0" name="pt8800"/>
            <p:cNvSpPr/>
            <p:nvPr/>
          </p:nvSpPr>
          <p:spPr>
            <a:xfrm>
              <a:off x="5152110" y="2147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1" name="pt8801"/>
            <p:cNvSpPr/>
            <p:nvPr/>
          </p:nvSpPr>
          <p:spPr>
            <a:xfrm>
              <a:off x="5444884" y="2090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2" name="pt8802"/>
            <p:cNvSpPr/>
            <p:nvPr/>
          </p:nvSpPr>
          <p:spPr>
            <a:xfrm>
              <a:off x="5015957" y="2745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3" name="pt8803"/>
            <p:cNvSpPr/>
            <p:nvPr/>
          </p:nvSpPr>
          <p:spPr>
            <a:xfrm>
              <a:off x="5568827" y="1953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4" name="pt8804"/>
            <p:cNvSpPr/>
            <p:nvPr/>
          </p:nvSpPr>
          <p:spPr>
            <a:xfrm>
              <a:off x="5421246" y="2214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5" name="pt8805"/>
            <p:cNvSpPr/>
            <p:nvPr/>
          </p:nvSpPr>
          <p:spPr>
            <a:xfrm>
              <a:off x="5211444" y="2160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6" name="pt8806"/>
            <p:cNvSpPr/>
            <p:nvPr/>
          </p:nvSpPr>
          <p:spPr>
            <a:xfrm>
              <a:off x="5822873" y="1588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7" name="pt8807"/>
            <p:cNvSpPr/>
            <p:nvPr/>
          </p:nvSpPr>
          <p:spPr>
            <a:xfrm>
              <a:off x="5331906" y="2118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8" name="pt8808"/>
            <p:cNvSpPr/>
            <p:nvPr/>
          </p:nvSpPr>
          <p:spPr>
            <a:xfrm>
              <a:off x="5764466" y="1666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9" name="pt8809"/>
            <p:cNvSpPr/>
            <p:nvPr/>
          </p:nvSpPr>
          <p:spPr>
            <a:xfrm>
              <a:off x="5552619" y="2073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0" name="pt8810"/>
            <p:cNvSpPr/>
            <p:nvPr/>
          </p:nvSpPr>
          <p:spPr>
            <a:xfrm>
              <a:off x="5210938" y="2234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1" name="pt8811"/>
            <p:cNvSpPr/>
            <p:nvPr/>
          </p:nvSpPr>
          <p:spPr>
            <a:xfrm>
              <a:off x="5448284" y="2227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2" name="pt8812"/>
            <p:cNvSpPr/>
            <p:nvPr/>
          </p:nvSpPr>
          <p:spPr>
            <a:xfrm>
              <a:off x="5726185" y="1949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3" name="pt8813"/>
            <p:cNvSpPr/>
            <p:nvPr/>
          </p:nvSpPr>
          <p:spPr>
            <a:xfrm>
              <a:off x="5412954" y="2342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4" name="pt8814"/>
            <p:cNvSpPr/>
            <p:nvPr/>
          </p:nvSpPr>
          <p:spPr>
            <a:xfrm>
              <a:off x="5473531" y="2176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5" name="pt8815"/>
            <p:cNvSpPr/>
            <p:nvPr/>
          </p:nvSpPr>
          <p:spPr>
            <a:xfrm>
              <a:off x="5323970" y="2268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6" name="pt8816"/>
            <p:cNvSpPr/>
            <p:nvPr/>
          </p:nvSpPr>
          <p:spPr>
            <a:xfrm>
              <a:off x="5550632" y="2010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7" name="pt8817"/>
            <p:cNvSpPr/>
            <p:nvPr/>
          </p:nvSpPr>
          <p:spPr>
            <a:xfrm>
              <a:off x="5198647" y="2056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8" name="pt8818"/>
            <p:cNvSpPr/>
            <p:nvPr/>
          </p:nvSpPr>
          <p:spPr>
            <a:xfrm>
              <a:off x="5335659" y="2127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9" name="pt8819"/>
            <p:cNvSpPr/>
            <p:nvPr/>
          </p:nvSpPr>
          <p:spPr>
            <a:xfrm>
              <a:off x="5828138" y="1853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0" name="pt8820"/>
            <p:cNvSpPr/>
            <p:nvPr/>
          </p:nvSpPr>
          <p:spPr>
            <a:xfrm>
              <a:off x="4590728" y="2511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1" name="pt8821"/>
            <p:cNvSpPr/>
            <p:nvPr/>
          </p:nvSpPr>
          <p:spPr>
            <a:xfrm>
              <a:off x="5453652" y="2240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2" name="pt8822"/>
            <p:cNvSpPr/>
            <p:nvPr/>
          </p:nvSpPr>
          <p:spPr>
            <a:xfrm>
              <a:off x="4954234" y="2654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3" name="pt8823"/>
            <p:cNvSpPr/>
            <p:nvPr/>
          </p:nvSpPr>
          <p:spPr>
            <a:xfrm>
              <a:off x="5244196" y="2063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4" name="pt8824"/>
            <p:cNvSpPr/>
            <p:nvPr/>
          </p:nvSpPr>
          <p:spPr>
            <a:xfrm>
              <a:off x="5299049" y="215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5" name="pt8825"/>
            <p:cNvSpPr/>
            <p:nvPr/>
          </p:nvSpPr>
          <p:spPr>
            <a:xfrm>
              <a:off x="5276547" y="2035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6" name="pt8826"/>
            <p:cNvSpPr/>
            <p:nvPr/>
          </p:nvSpPr>
          <p:spPr>
            <a:xfrm>
              <a:off x="5143511" y="2140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7" name="pt8827"/>
            <p:cNvSpPr/>
            <p:nvPr/>
          </p:nvSpPr>
          <p:spPr>
            <a:xfrm>
              <a:off x="5082530" y="2444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8" name="pt8828"/>
            <p:cNvSpPr/>
            <p:nvPr/>
          </p:nvSpPr>
          <p:spPr>
            <a:xfrm>
              <a:off x="5252306" y="2278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9" name="pt8829"/>
            <p:cNvSpPr/>
            <p:nvPr/>
          </p:nvSpPr>
          <p:spPr>
            <a:xfrm>
              <a:off x="5198974" y="2113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0" name="pt8830"/>
            <p:cNvSpPr/>
            <p:nvPr/>
          </p:nvSpPr>
          <p:spPr>
            <a:xfrm>
              <a:off x="5317627" y="2163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1" name="pt8831"/>
            <p:cNvSpPr/>
            <p:nvPr/>
          </p:nvSpPr>
          <p:spPr>
            <a:xfrm>
              <a:off x="5514294" y="1943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2" name="pt8832"/>
            <p:cNvSpPr/>
            <p:nvPr/>
          </p:nvSpPr>
          <p:spPr>
            <a:xfrm>
              <a:off x="5545095" y="2046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3" name="pt8833"/>
            <p:cNvSpPr/>
            <p:nvPr/>
          </p:nvSpPr>
          <p:spPr>
            <a:xfrm>
              <a:off x="6044176" y="1894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4" name="pt8834"/>
            <p:cNvSpPr/>
            <p:nvPr/>
          </p:nvSpPr>
          <p:spPr>
            <a:xfrm>
              <a:off x="5252240" y="2239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5" name="pt8835"/>
            <p:cNvSpPr/>
            <p:nvPr/>
          </p:nvSpPr>
          <p:spPr>
            <a:xfrm>
              <a:off x="5208754" y="1812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6" name="pt8836"/>
            <p:cNvSpPr/>
            <p:nvPr/>
          </p:nvSpPr>
          <p:spPr>
            <a:xfrm>
              <a:off x="5324513" y="2142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7" name="pt8837"/>
            <p:cNvSpPr/>
            <p:nvPr/>
          </p:nvSpPr>
          <p:spPr>
            <a:xfrm>
              <a:off x="5268232" y="2242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8" name="pt8838"/>
            <p:cNvSpPr/>
            <p:nvPr/>
          </p:nvSpPr>
          <p:spPr>
            <a:xfrm>
              <a:off x="5110027" y="2150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9" name="pt8839"/>
            <p:cNvSpPr/>
            <p:nvPr/>
          </p:nvSpPr>
          <p:spPr>
            <a:xfrm>
              <a:off x="5425263" y="2109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0" name="pt8840"/>
            <p:cNvSpPr/>
            <p:nvPr/>
          </p:nvSpPr>
          <p:spPr>
            <a:xfrm>
              <a:off x="4962387" y="2551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1" name="pt8841"/>
            <p:cNvSpPr/>
            <p:nvPr/>
          </p:nvSpPr>
          <p:spPr>
            <a:xfrm>
              <a:off x="5412781" y="2290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2" name="pt8842"/>
            <p:cNvSpPr/>
            <p:nvPr/>
          </p:nvSpPr>
          <p:spPr>
            <a:xfrm>
              <a:off x="5520886" y="1818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3" name="pt8843"/>
            <p:cNvSpPr/>
            <p:nvPr/>
          </p:nvSpPr>
          <p:spPr>
            <a:xfrm>
              <a:off x="5704289" y="1706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4" name="pt8844"/>
            <p:cNvSpPr/>
            <p:nvPr/>
          </p:nvSpPr>
          <p:spPr>
            <a:xfrm>
              <a:off x="5206694" y="2114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5" name="pt8845"/>
            <p:cNvSpPr/>
            <p:nvPr/>
          </p:nvSpPr>
          <p:spPr>
            <a:xfrm>
              <a:off x="5455868" y="224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6" name="pt8846"/>
            <p:cNvSpPr/>
            <p:nvPr/>
          </p:nvSpPr>
          <p:spPr>
            <a:xfrm>
              <a:off x="4940084" y="2602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7" name="pt8847"/>
            <p:cNvSpPr/>
            <p:nvPr/>
          </p:nvSpPr>
          <p:spPr>
            <a:xfrm>
              <a:off x="5206930" y="2184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8" name="pt8848"/>
            <p:cNvSpPr/>
            <p:nvPr/>
          </p:nvSpPr>
          <p:spPr>
            <a:xfrm>
              <a:off x="5233963" y="2152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9" name="pt8849"/>
            <p:cNvSpPr/>
            <p:nvPr/>
          </p:nvSpPr>
          <p:spPr>
            <a:xfrm>
              <a:off x="5474852" y="2229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0" name="pt8850"/>
            <p:cNvSpPr/>
            <p:nvPr/>
          </p:nvSpPr>
          <p:spPr>
            <a:xfrm>
              <a:off x="5342358" y="2063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1" name="pt8851"/>
            <p:cNvSpPr/>
            <p:nvPr/>
          </p:nvSpPr>
          <p:spPr>
            <a:xfrm>
              <a:off x="5477148" y="2179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2" name="pt8852"/>
            <p:cNvSpPr/>
            <p:nvPr/>
          </p:nvSpPr>
          <p:spPr>
            <a:xfrm>
              <a:off x="5015503" y="2460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3" name="pt8853"/>
            <p:cNvSpPr/>
            <p:nvPr/>
          </p:nvSpPr>
          <p:spPr>
            <a:xfrm>
              <a:off x="5512928" y="1919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4" name="pt8854"/>
            <p:cNvSpPr/>
            <p:nvPr/>
          </p:nvSpPr>
          <p:spPr>
            <a:xfrm>
              <a:off x="5008237" y="2597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5" name="pt8855"/>
            <p:cNvSpPr/>
            <p:nvPr/>
          </p:nvSpPr>
          <p:spPr>
            <a:xfrm>
              <a:off x="5320292" y="2249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6" name="pt8856"/>
            <p:cNvSpPr/>
            <p:nvPr/>
          </p:nvSpPr>
          <p:spPr>
            <a:xfrm>
              <a:off x="5396379" y="2292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7" name="pt8857"/>
            <p:cNvSpPr/>
            <p:nvPr/>
          </p:nvSpPr>
          <p:spPr>
            <a:xfrm>
              <a:off x="5343994" y="2163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8" name="pt8858"/>
            <p:cNvSpPr/>
            <p:nvPr/>
          </p:nvSpPr>
          <p:spPr>
            <a:xfrm>
              <a:off x="5342168" y="2135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9" name="pt8859"/>
            <p:cNvSpPr/>
            <p:nvPr/>
          </p:nvSpPr>
          <p:spPr>
            <a:xfrm>
              <a:off x="5500177" y="2056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0" name="pt8860"/>
            <p:cNvSpPr/>
            <p:nvPr/>
          </p:nvSpPr>
          <p:spPr>
            <a:xfrm>
              <a:off x="5185836" y="2162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1" name="pt8861"/>
            <p:cNvSpPr/>
            <p:nvPr/>
          </p:nvSpPr>
          <p:spPr>
            <a:xfrm>
              <a:off x="5753257" y="1873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2" name="pt8862"/>
            <p:cNvSpPr/>
            <p:nvPr/>
          </p:nvSpPr>
          <p:spPr>
            <a:xfrm>
              <a:off x="5766621" y="1702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3" name="pt8863"/>
            <p:cNvSpPr/>
            <p:nvPr/>
          </p:nvSpPr>
          <p:spPr>
            <a:xfrm>
              <a:off x="5666743" y="203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4" name="pt8864"/>
            <p:cNvSpPr/>
            <p:nvPr/>
          </p:nvSpPr>
          <p:spPr>
            <a:xfrm>
              <a:off x="5654127" y="1810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5" name="pt8865"/>
            <p:cNvSpPr/>
            <p:nvPr/>
          </p:nvSpPr>
          <p:spPr>
            <a:xfrm>
              <a:off x="5068375" y="2468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6" name="pt8866"/>
            <p:cNvSpPr/>
            <p:nvPr/>
          </p:nvSpPr>
          <p:spPr>
            <a:xfrm>
              <a:off x="5844581" y="1088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7" name="pt8867"/>
            <p:cNvSpPr/>
            <p:nvPr/>
          </p:nvSpPr>
          <p:spPr>
            <a:xfrm>
              <a:off x="5072606" y="2172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8" name="pt8868"/>
            <p:cNvSpPr/>
            <p:nvPr/>
          </p:nvSpPr>
          <p:spPr>
            <a:xfrm>
              <a:off x="5027888" y="2647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9" name="pt8869"/>
            <p:cNvSpPr/>
            <p:nvPr/>
          </p:nvSpPr>
          <p:spPr>
            <a:xfrm>
              <a:off x="5739583" y="1809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0" name="pt8870"/>
            <p:cNvSpPr/>
            <p:nvPr/>
          </p:nvSpPr>
          <p:spPr>
            <a:xfrm>
              <a:off x="5221752" y="2079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1" name="pt8871"/>
            <p:cNvSpPr/>
            <p:nvPr/>
          </p:nvSpPr>
          <p:spPr>
            <a:xfrm>
              <a:off x="5264022" y="2216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2" name="pt8872"/>
            <p:cNvSpPr/>
            <p:nvPr/>
          </p:nvSpPr>
          <p:spPr>
            <a:xfrm>
              <a:off x="5445183" y="2070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3" name="pt8873"/>
            <p:cNvSpPr/>
            <p:nvPr/>
          </p:nvSpPr>
          <p:spPr>
            <a:xfrm>
              <a:off x="4911967" y="2098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4" name="pt8874"/>
            <p:cNvSpPr/>
            <p:nvPr/>
          </p:nvSpPr>
          <p:spPr>
            <a:xfrm>
              <a:off x="5217919" y="2238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5" name="pt8875"/>
            <p:cNvSpPr/>
            <p:nvPr/>
          </p:nvSpPr>
          <p:spPr>
            <a:xfrm>
              <a:off x="5084918" y="2455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6" name="pt8876"/>
            <p:cNvSpPr/>
            <p:nvPr/>
          </p:nvSpPr>
          <p:spPr>
            <a:xfrm>
              <a:off x="4997399" y="2445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7" name="pt8877"/>
            <p:cNvSpPr/>
            <p:nvPr/>
          </p:nvSpPr>
          <p:spPr>
            <a:xfrm>
              <a:off x="5632238" y="1951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8" name="pt8878"/>
            <p:cNvSpPr/>
            <p:nvPr/>
          </p:nvSpPr>
          <p:spPr>
            <a:xfrm>
              <a:off x="5612857" y="2053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9" name="pt8879"/>
            <p:cNvSpPr/>
            <p:nvPr/>
          </p:nvSpPr>
          <p:spPr>
            <a:xfrm>
              <a:off x="5360442" y="1961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0" name="pt8880"/>
            <p:cNvSpPr/>
            <p:nvPr/>
          </p:nvSpPr>
          <p:spPr>
            <a:xfrm>
              <a:off x="5316374" y="2193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1" name="pt8881"/>
            <p:cNvSpPr/>
            <p:nvPr/>
          </p:nvSpPr>
          <p:spPr>
            <a:xfrm>
              <a:off x="5225241" y="2038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2" name="pt8882"/>
            <p:cNvSpPr/>
            <p:nvPr/>
          </p:nvSpPr>
          <p:spPr>
            <a:xfrm>
              <a:off x="5292364" y="2221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3" name="pt8883"/>
            <p:cNvSpPr/>
            <p:nvPr/>
          </p:nvSpPr>
          <p:spPr>
            <a:xfrm>
              <a:off x="5602750" y="1827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4" name="pt8884"/>
            <p:cNvSpPr/>
            <p:nvPr/>
          </p:nvSpPr>
          <p:spPr>
            <a:xfrm>
              <a:off x="5546653" y="1914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5" name="pt8885"/>
            <p:cNvSpPr/>
            <p:nvPr/>
          </p:nvSpPr>
          <p:spPr>
            <a:xfrm>
              <a:off x="5278668" y="2074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6" name="pt8886"/>
            <p:cNvSpPr/>
            <p:nvPr/>
          </p:nvSpPr>
          <p:spPr>
            <a:xfrm>
              <a:off x="5380162" y="2032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7" name="pt8887"/>
            <p:cNvSpPr/>
            <p:nvPr/>
          </p:nvSpPr>
          <p:spPr>
            <a:xfrm>
              <a:off x="4995589" y="2160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8" name="pt8888"/>
            <p:cNvSpPr/>
            <p:nvPr/>
          </p:nvSpPr>
          <p:spPr>
            <a:xfrm>
              <a:off x="5579641" y="1685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9" name="pt8889"/>
            <p:cNvSpPr/>
            <p:nvPr/>
          </p:nvSpPr>
          <p:spPr>
            <a:xfrm>
              <a:off x="5439755" y="2108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0" name="pt8890"/>
            <p:cNvSpPr/>
            <p:nvPr/>
          </p:nvSpPr>
          <p:spPr>
            <a:xfrm>
              <a:off x="5326955" y="211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1" name="pt8891"/>
            <p:cNvSpPr/>
            <p:nvPr/>
          </p:nvSpPr>
          <p:spPr>
            <a:xfrm>
              <a:off x="5668726" y="1893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2" name="pt8892"/>
            <p:cNvSpPr/>
            <p:nvPr/>
          </p:nvSpPr>
          <p:spPr>
            <a:xfrm>
              <a:off x="5850719" y="1721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3" name="pt8893"/>
            <p:cNvSpPr/>
            <p:nvPr/>
          </p:nvSpPr>
          <p:spPr>
            <a:xfrm>
              <a:off x="4979922" y="2451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4" name="pt8894"/>
            <p:cNvSpPr/>
            <p:nvPr/>
          </p:nvSpPr>
          <p:spPr>
            <a:xfrm>
              <a:off x="5712583" y="1865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5" name="pt8895"/>
            <p:cNvSpPr/>
            <p:nvPr/>
          </p:nvSpPr>
          <p:spPr>
            <a:xfrm>
              <a:off x="5589705" y="1661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6" name="pt8896"/>
            <p:cNvSpPr/>
            <p:nvPr/>
          </p:nvSpPr>
          <p:spPr>
            <a:xfrm>
              <a:off x="4897521" y="2543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7" name="pt8897"/>
            <p:cNvSpPr/>
            <p:nvPr/>
          </p:nvSpPr>
          <p:spPr>
            <a:xfrm>
              <a:off x="5077486" y="2170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8" name="pt8898"/>
            <p:cNvSpPr/>
            <p:nvPr/>
          </p:nvSpPr>
          <p:spPr>
            <a:xfrm>
              <a:off x="5051106" y="2587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9" name="pt8899"/>
            <p:cNvSpPr/>
            <p:nvPr/>
          </p:nvSpPr>
          <p:spPr>
            <a:xfrm>
              <a:off x="5273484" y="2055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0" name="pt8900"/>
            <p:cNvSpPr/>
            <p:nvPr/>
          </p:nvSpPr>
          <p:spPr>
            <a:xfrm>
              <a:off x="5177706" y="2187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1" name="pt8901"/>
            <p:cNvSpPr/>
            <p:nvPr/>
          </p:nvSpPr>
          <p:spPr>
            <a:xfrm>
              <a:off x="5198128" y="2108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2" name="pt8902"/>
            <p:cNvSpPr/>
            <p:nvPr/>
          </p:nvSpPr>
          <p:spPr>
            <a:xfrm>
              <a:off x="5688860" y="1963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3" name="pt8903"/>
            <p:cNvSpPr/>
            <p:nvPr/>
          </p:nvSpPr>
          <p:spPr>
            <a:xfrm>
              <a:off x="5404073" y="2131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4" name="pt8904"/>
            <p:cNvSpPr/>
            <p:nvPr/>
          </p:nvSpPr>
          <p:spPr>
            <a:xfrm>
              <a:off x="5404524" y="2271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5" name="pt8905"/>
            <p:cNvSpPr/>
            <p:nvPr/>
          </p:nvSpPr>
          <p:spPr>
            <a:xfrm>
              <a:off x="5083005" y="2495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6" name="pt8906"/>
            <p:cNvSpPr/>
            <p:nvPr/>
          </p:nvSpPr>
          <p:spPr>
            <a:xfrm>
              <a:off x="5716465" y="1958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7" name="pt8907"/>
            <p:cNvSpPr/>
            <p:nvPr/>
          </p:nvSpPr>
          <p:spPr>
            <a:xfrm>
              <a:off x="5339172" y="2132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8" name="pt8908"/>
            <p:cNvSpPr/>
            <p:nvPr/>
          </p:nvSpPr>
          <p:spPr>
            <a:xfrm>
              <a:off x="5166953" y="217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9" name="pt8909"/>
            <p:cNvSpPr/>
            <p:nvPr/>
          </p:nvSpPr>
          <p:spPr>
            <a:xfrm>
              <a:off x="5040641" y="2630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0" name="pt8910"/>
            <p:cNvSpPr/>
            <p:nvPr/>
          </p:nvSpPr>
          <p:spPr>
            <a:xfrm>
              <a:off x="5378452" y="1996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1" name="pt8911"/>
            <p:cNvSpPr/>
            <p:nvPr/>
          </p:nvSpPr>
          <p:spPr>
            <a:xfrm>
              <a:off x="5525340" y="1860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2" name="pt8912"/>
            <p:cNvSpPr/>
            <p:nvPr/>
          </p:nvSpPr>
          <p:spPr>
            <a:xfrm>
              <a:off x="5089234" y="2246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3" name="pt8913"/>
            <p:cNvSpPr/>
            <p:nvPr/>
          </p:nvSpPr>
          <p:spPr>
            <a:xfrm>
              <a:off x="5216876" y="2033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4" name="pt8914"/>
            <p:cNvSpPr/>
            <p:nvPr/>
          </p:nvSpPr>
          <p:spPr>
            <a:xfrm>
              <a:off x="5603777" y="2016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5" name="pt8915"/>
            <p:cNvSpPr/>
            <p:nvPr/>
          </p:nvSpPr>
          <p:spPr>
            <a:xfrm>
              <a:off x="4890838" y="2502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6" name="pt8916"/>
            <p:cNvSpPr/>
            <p:nvPr/>
          </p:nvSpPr>
          <p:spPr>
            <a:xfrm>
              <a:off x="5055995" y="2551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7" name="pt8917"/>
            <p:cNvSpPr/>
            <p:nvPr/>
          </p:nvSpPr>
          <p:spPr>
            <a:xfrm>
              <a:off x="5442988" y="2040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8" name="pt8918"/>
            <p:cNvSpPr/>
            <p:nvPr/>
          </p:nvSpPr>
          <p:spPr>
            <a:xfrm>
              <a:off x="5485206" y="2028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9" name="pt8919"/>
            <p:cNvSpPr/>
            <p:nvPr/>
          </p:nvSpPr>
          <p:spPr>
            <a:xfrm>
              <a:off x="5358407" y="1985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0" name="pt8920"/>
            <p:cNvSpPr/>
            <p:nvPr/>
          </p:nvSpPr>
          <p:spPr>
            <a:xfrm>
              <a:off x="5419927" y="2244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1" name="pt8921"/>
            <p:cNvSpPr/>
            <p:nvPr/>
          </p:nvSpPr>
          <p:spPr>
            <a:xfrm>
              <a:off x="5386845" y="2025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2" name="pt8922"/>
            <p:cNvSpPr/>
            <p:nvPr/>
          </p:nvSpPr>
          <p:spPr>
            <a:xfrm>
              <a:off x="5562132" y="1908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3" name="pt8923"/>
            <p:cNvSpPr/>
            <p:nvPr/>
          </p:nvSpPr>
          <p:spPr>
            <a:xfrm>
              <a:off x="5340383" y="2114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4" name="pt8924"/>
            <p:cNvSpPr/>
            <p:nvPr/>
          </p:nvSpPr>
          <p:spPr>
            <a:xfrm>
              <a:off x="5370038" y="1921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5" name="pt8925"/>
            <p:cNvSpPr/>
            <p:nvPr/>
          </p:nvSpPr>
          <p:spPr>
            <a:xfrm>
              <a:off x="5186023" y="2181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6" name="pt8926"/>
            <p:cNvSpPr/>
            <p:nvPr/>
          </p:nvSpPr>
          <p:spPr>
            <a:xfrm>
              <a:off x="4800613" y="1781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7" name="pt8927"/>
            <p:cNvSpPr/>
            <p:nvPr/>
          </p:nvSpPr>
          <p:spPr>
            <a:xfrm>
              <a:off x="5146551" y="213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8" name="pt8928"/>
            <p:cNvSpPr/>
            <p:nvPr/>
          </p:nvSpPr>
          <p:spPr>
            <a:xfrm>
              <a:off x="5171893" y="2235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9" name="pt8929"/>
            <p:cNvSpPr/>
            <p:nvPr/>
          </p:nvSpPr>
          <p:spPr>
            <a:xfrm>
              <a:off x="5128245" y="210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0" name="pt8930"/>
            <p:cNvSpPr/>
            <p:nvPr/>
          </p:nvSpPr>
          <p:spPr>
            <a:xfrm>
              <a:off x="5252670" y="2246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1" name="pt8931"/>
            <p:cNvSpPr/>
            <p:nvPr/>
          </p:nvSpPr>
          <p:spPr>
            <a:xfrm>
              <a:off x="5028094" y="2623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2" name="pt8932"/>
            <p:cNvSpPr/>
            <p:nvPr/>
          </p:nvSpPr>
          <p:spPr>
            <a:xfrm>
              <a:off x="5736134" y="1853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3" name="pt8933"/>
            <p:cNvSpPr/>
            <p:nvPr/>
          </p:nvSpPr>
          <p:spPr>
            <a:xfrm>
              <a:off x="5397662" y="2075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4" name="pt8934"/>
            <p:cNvSpPr/>
            <p:nvPr/>
          </p:nvSpPr>
          <p:spPr>
            <a:xfrm>
              <a:off x="5030317" y="2694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5" name="pt8935"/>
            <p:cNvSpPr/>
            <p:nvPr/>
          </p:nvSpPr>
          <p:spPr>
            <a:xfrm>
              <a:off x="5374717" y="2106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6" name="pt8936"/>
            <p:cNvSpPr/>
            <p:nvPr/>
          </p:nvSpPr>
          <p:spPr>
            <a:xfrm>
              <a:off x="5686505" y="1904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7" name="pt8937"/>
            <p:cNvSpPr/>
            <p:nvPr/>
          </p:nvSpPr>
          <p:spPr>
            <a:xfrm>
              <a:off x="5198098" y="2120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8" name="pt8938"/>
            <p:cNvSpPr/>
            <p:nvPr/>
          </p:nvSpPr>
          <p:spPr>
            <a:xfrm>
              <a:off x="5273333" y="2101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9" name="pt8939"/>
            <p:cNvSpPr/>
            <p:nvPr/>
          </p:nvSpPr>
          <p:spPr>
            <a:xfrm>
              <a:off x="5583721" y="1762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0" name="pt8940"/>
            <p:cNvSpPr/>
            <p:nvPr/>
          </p:nvSpPr>
          <p:spPr>
            <a:xfrm>
              <a:off x="5633738" y="180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1" name="pt8941"/>
            <p:cNvSpPr/>
            <p:nvPr/>
          </p:nvSpPr>
          <p:spPr>
            <a:xfrm>
              <a:off x="5518685" y="2055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2" name="pt8942"/>
            <p:cNvSpPr/>
            <p:nvPr/>
          </p:nvSpPr>
          <p:spPr>
            <a:xfrm>
              <a:off x="5018384" y="2622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3" name="pt8943"/>
            <p:cNvSpPr/>
            <p:nvPr/>
          </p:nvSpPr>
          <p:spPr>
            <a:xfrm>
              <a:off x="5470916" y="2202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4" name="pt8944"/>
            <p:cNvSpPr/>
            <p:nvPr/>
          </p:nvSpPr>
          <p:spPr>
            <a:xfrm>
              <a:off x="5447202" y="2156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5" name="pt8945"/>
            <p:cNvSpPr/>
            <p:nvPr/>
          </p:nvSpPr>
          <p:spPr>
            <a:xfrm>
              <a:off x="5299066" y="2177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6" name="pt8946"/>
            <p:cNvSpPr/>
            <p:nvPr/>
          </p:nvSpPr>
          <p:spPr>
            <a:xfrm>
              <a:off x="5449817" y="2193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7" name="pt8947"/>
            <p:cNvSpPr/>
            <p:nvPr/>
          </p:nvSpPr>
          <p:spPr>
            <a:xfrm>
              <a:off x="5450388" y="2146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8" name="pt8948"/>
            <p:cNvSpPr/>
            <p:nvPr/>
          </p:nvSpPr>
          <p:spPr>
            <a:xfrm>
              <a:off x="5424459" y="2050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9" name="pt8949"/>
            <p:cNvSpPr/>
            <p:nvPr/>
          </p:nvSpPr>
          <p:spPr>
            <a:xfrm>
              <a:off x="5460949" y="211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0" name="pt8950"/>
            <p:cNvSpPr/>
            <p:nvPr/>
          </p:nvSpPr>
          <p:spPr>
            <a:xfrm>
              <a:off x="5569519" y="1888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1" name="pt8951"/>
            <p:cNvSpPr/>
            <p:nvPr/>
          </p:nvSpPr>
          <p:spPr>
            <a:xfrm>
              <a:off x="5308032" y="2188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2" name="pt8952"/>
            <p:cNvSpPr/>
            <p:nvPr/>
          </p:nvSpPr>
          <p:spPr>
            <a:xfrm>
              <a:off x="5551107" y="1991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3" name="pt8953"/>
            <p:cNvSpPr/>
            <p:nvPr/>
          </p:nvSpPr>
          <p:spPr>
            <a:xfrm>
              <a:off x="5620716" y="1734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4" name="pt8954"/>
            <p:cNvSpPr/>
            <p:nvPr/>
          </p:nvSpPr>
          <p:spPr>
            <a:xfrm>
              <a:off x="5499590" y="1855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5" name="pt8955"/>
            <p:cNvSpPr/>
            <p:nvPr/>
          </p:nvSpPr>
          <p:spPr>
            <a:xfrm>
              <a:off x="5717601" y="1945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6" name="pt8956"/>
            <p:cNvSpPr/>
            <p:nvPr/>
          </p:nvSpPr>
          <p:spPr>
            <a:xfrm>
              <a:off x="5073086" y="2184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7" name="pt8957"/>
            <p:cNvSpPr/>
            <p:nvPr/>
          </p:nvSpPr>
          <p:spPr>
            <a:xfrm>
              <a:off x="5373282" y="2021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8" name="pt8958"/>
            <p:cNvSpPr/>
            <p:nvPr/>
          </p:nvSpPr>
          <p:spPr>
            <a:xfrm>
              <a:off x="5399515" y="220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9" name="pt8959"/>
            <p:cNvSpPr/>
            <p:nvPr/>
          </p:nvSpPr>
          <p:spPr>
            <a:xfrm>
              <a:off x="5437138" y="226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0" name="pt8960"/>
            <p:cNvSpPr/>
            <p:nvPr/>
          </p:nvSpPr>
          <p:spPr>
            <a:xfrm>
              <a:off x="5405774" y="2271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1" name="pt8961"/>
            <p:cNvSpPr/>
            <p:nvPr/>
          </p:nvSpPr>
          <p:spPr>
            <a:xfrm>
              <a:off x="5564059" y="1830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2" name="pt8962"/>
            <p:cNvSpPr/>
            <p:nvPr/>
          </p:nvSpPr>
          <p:spPr>
            <a:xfrm>
              <a:off x="5290865" y="2210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3" name="pt8963"/>
            <p:cNvSpPr/>
            <p:nvPr/>
          </p:nvSpPr>
          <p:spPr>
            <a:xfrm>
              <a:off x="5392459" y="2115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4" name="pt8964"/>
            <p:cNvSpPr/>
            <p:nvPr/>
          </p:nvSpPr>
          <p:spPr>
            <a:xfrm>
              <a:off x="5624643" y="1764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5" name="pt8965"/>
            <p:cNvSpPr/>
            <p:nvPr/>
          </p:nvSpPr>
          <p:spPr>
            <a:xfrm>
              <a:off x="5526579" y="2048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6" name="pt8966"/>
            <p:cNvSpPr/>
            <p:nvPr/>
          </p:nvSpPr>
          <p:spPr>
            <a:xfrm>
              <a:off x="5368625" y="196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7" name="pt8967"/>
            <p:cNvSpPr/>
            <p:nvPr/>
          </p:nvSpPr>
          <p:spPr>
            <a:xfrm>
              <a:off x="5902401" y="1856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8" name="pt8968"/>
            <p:cNvSpPr/>
            <p:nvPr/>
          </p:nvSpPr>
          <p:spPr>
            <a:xfrm>
              <a:off x="5163247" y="2223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9" name="pt8969"/>
            <p:cNvSpPr/>
            <p:nvPr/>
          </p:nvSpPr>
          <p:spPr>
            <a:xfrm>
              <a:off x="5294921" y="2209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0" name="pt8970"/>
            <p:cNvSpPr/>
            <p:nvPr/>
          </p:nvSpPr>
          <p:spPr>
            <a:xfrm>
              <a:off x="5220875" y="2188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1" name="pt8971"/>
            <p:cNvSpPr/>
            <p:nvPr/>
          </p:nvSpPr>
          <p:spPr>
            <a:xfrm>
              <a:off x="5623250" y="1889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2" name="pt8972"/>
            <p:cNvSpPr/>
            <p:nvPr/>
          </p:nvSpPr>
          <p:spPr>
            <a:xfrm>
              <a:off x="5529552" y="1953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3" name="pt8973"/>
            <p:cNvSpPr/>
            <p:nvPr/>
          </p:nvSpPr>
          <p:spPr>
            <a:xfrm>
              <a:off x="5491611" y="2075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4" name="pt8974"/>
            <p:cNvSpPr/>
            <p:nvPr/>
          </p:nvSpPr>
          <p:spPr>
            <a:xfrm>
              <a:off x="5318912" y="231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5" name="pt8975"/>
            <p:cNvSpPr/>
            <p:nvPr/>
          </p:nvSpPr>
          <p:spPr>
            <a:xfrm>
              <a:off x="4984919" y="2334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6" name="pt8976"/>
            <p:cNvSpPr/>
            <p:nvPr/>
          </p:nvSpPr>
          <p:spPr>
            <a:xfrm>
              <a:off x="5169388" y="2147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7" name="pt8977"/>
            <p:cNvSpPr/>
            <p:nvPr/>
          </p:nvSpPr>
          <p:spPr>
            <a:xfrm>
              <a:off x="5665112" y="1830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8" name="pt8978"/>
            <p:cNvSpPr/>
            <p:nvPr/>
          </p:nvSpPr>
          <p:spPr>
            <a:xfrm>
              <a:off x="5068353" y="2366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9" name="pt8979"/>
            <p:cNvSpPr/>
            <p:nvPr/>
          </p:nvSpPr>
          <p:spPr>
            <a:xfrm>
              <a:off x="4813451" y="1780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0" name="pt8980"/>
            <p:cNvSpPr/>
            <p:nvPr/>
          </p:nvSpPr>
          <p:spPr>
            <a:xfrm>
              <a:off x="5371958" y="1915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1" name="pt8981"/>
            <p:cNvSpPr/>
            <p:nvPr/>
          </p:nvSpPr>
          <p:spPr>
            <a:xfrm>
              <a:off x="5165533" y="2189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2" name="pt8982"/>
            <p:cNvSpPr/>
            <p:nvPr/>
          </p:nvSpPr>
          <p:spPr>
            <a:xfrm>
              <a:off x="5373792" y="2007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3" name="pt8983"/>
            <p:cNvSpPr/>
            <p:nvPr/>
          </p:nvSpPr>
          <p:spPr>
            <a:xfrm>
              <a:off x="5900587" y="1981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4" name="pt8984"/>
            <p:cNvSpPr/>
            <p:nvPr/>
          </p:nvSpPr>
          <p:spPr>
            <a:xfrm>
              <a:off x="4912093" y="2580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5" name="pt8985"/>
            <p:cNvSpPr/>
            <p:nvPr/>
          </p:nvSpPr>
          <p:spPr>
            <a:xfrm>
              <a:off x="5484213" y="2223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6" name="pt8986"/>
            <p:cNvSpPr/>
            <p:nvPr/>
          </p:nvSpPr>
          <p:spPr>
            <a:xfrm>
              <a:off x="5377491" y="2117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7" name="pt8987"/>
            <p:cNvSpPr/>
            <p:nvPr/>
          </p:nvSpPr>
          <p:spPr>
            <a:xfrm>
              <a:off x="5440908" y="2099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8" name="pt8988"/>
            <p:cNvSpPr/>
            <p:nvPr/>
          </p:nvSpPr>
          <p:spPr>
            <a:xfrm>
              <a:off x="5187457" y="2182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9" name="pt8989"/>
            <p:cNvSpPr/>
            <p:nvPr/>
          </p:nvSpPr>
          <p:spPr>
            <a:xfrm>
              <a:off x="4862781" y="2471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0" name="pt8990"/>
            <p:cNvSpPr/>
            <p:nvPr/>
          </p:nvSpPr>
          <p:spPr>
            <a:xfrm>
              <a:off x="5826483" y="1500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1" name="pt8991"/>
            <p:cNvSpPr/>
            <p:nvPr/>
          </p:nvSpPr>
          <p:spPr>
            <a:xfrm>
              <a:off x="5503474" y="1950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2" name="pt8992"/>
            <p:cNvSpPr/>
            <p:nvPr/>
          </p:nvSpPr>
          <p:spPr>
            <a:xfrm>
              <a:off x="5561953" y="1916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3" name="pt8993"/>
            <p:cNvSpPr/>
            <p:nvPr/>
          </p:nvSpPr>
          <p:spPr>
            <a:xfrm>
              <a:off x="5263718" y="2283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4" name="pt8994"/>
            <p:cNvSpPr/>
            <p:nvPr/>
          </p:nvSpPr>
          <p:spPr>
            <a:xfrm>
              <a:off x="5345566" y="2127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5" name="pt8995"/>
            <p:cNvSpPr/>
            <p:nvPr/>
          </p:nvSpPr>
          <p:spPr>
            <a:xfrm>
              <a:off x="5072363" y="2286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6" name="pt8996"/>
            <p:cNvSpPr/>
            <p:nvPr/>
          </p:nvSpPr>
          <p:spPr>
            <a:xfrm>
              <a:off x="4827815" y="1463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7" name="pt8997"/>
            <p:cNvSpPr/>
            <p:nvPr/>
          </p:nvSpPr>
          <p:spPr>
            <a:xfrm>
              <a:off x="5428693" y="2226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8" name="pt8998"/>
            <p:cNvSpPr/>
            <p:nvPr/>
          </p:nvSpPr>
          <p:spPr>
            <a:xfrm>
              <a:off x="5528524" y="2018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9" name="pt8999"/>
            <p:cNvSpPr/>
            <p:nvPr/>
          </p:nvSpPr>
          <p:spPr>
            <a:xfrm>
              <a:off x="5465292" y="2131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0" name="pt9000"/>
            <p:cNvSpPr/>
            <p:nvPr/>
          </p:nvSpPr>
          <p:spPr>
            <a:xfrm>
              <a:off x="5164072" y="2204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1" name="pt9001"/>
            <p:cNvSpPr/>
            <p:nvPr/>
          </p:nvSpPr>
          <p:spPr>
            <a:xfrm>
              <a:off x="5394483" y="2172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2" name="pt9002"/>
            <p:cNvSpPr/>
            <p:nvPr/>
          </p:nvSpPr>
          <p:spPr>
            <a:xfrm>
              <a:off x="5349018" y="2073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3" name="pt9003"/>
            <p:cNvSpPr/>
            <p:nvPr/>
          </p:nvSpPr>
          <p:spPr>
            <a:xfrm>
              <a:off x="5240428" y="2125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4" name="pt9004"/>
            <p:cNvSpPr/>
            <p:nvPr/>
          </p:nvSpPr>
          <p:spPr>
            <a:xfrm>
              <a:off x="5651577" y="1926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5" name="pt9005"/>
            <p:cNvSpPr/>
            <p:nvPr/>
          </p:nvSpPr>
          <p:spPr>
            <a:xfrm>
              <a:off x="5243239" y="2154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6" name="pt9006"/>
            <p:cNvSpPr/>
            <p:nvPr/>
          </p:nvSpPr>
          <p:spPr>
            <a:xfrm>
              <a:off x="5520260" y="1858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7" name="pt9007"/>
            <p:cNvSpPr/>
            <p:nvPr/>
          </p:nvSpPr>
          <p:spPr>
            <a:xfrm>
              <a:off x="5764214" y="1679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8" name="pt9008"/>
            <p:cNvSpPr/>
            <p:nvPr/>
          </p:nvSpPr>
          <p:spPr>
            <a:xfrm>
              <a:off x="4631370" y="2466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9" name="pt9009"/>
            <p:cNvSpPr/>
            <p:nvPr/>
          </p:nvSpPr>
          <p:spPr>
            <a:xfrm>
              <a:off x="5347292" y="1959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0" name="pt9010"/>
            <p:cNvSpPr/>
            <p:nvPr/>
          </p:nvSpPr>
          <p:spPr>
            <a:xfrm>
              <a:off x="5187251" y="2125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1" name="pt9011"/>
            <p:cNvSpPr/>
            <p:nvPr/>
          </p:nvSpPr>
          <p:spPr>
            <a:xfrm>
              <a:off x="5035832" y="2726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2" name="pt9012"/>
            <p:cNvSpPr/>
            <p:nvPr/>
          </p:nvSpPr>
          <p:spPr>
            <a:xfrm>
              <a:off x="5494162" y="2010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3" name="pt9013"/>
            <p:cNvSpPr/>
            <p:nvPr/>
          </p:nvSpPr>
          <p:spPr>
            <a:xfrm>
              <a:off x="5489673" y="2016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4" name="pt9014"/>
            <p:cNvSpPr/>
            <p:nvPr/>
          </p:nvSpPr>
          <p:spPr>
            <a:xfrm>
              <a:off x="4908734" y="249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5" name="pt9015"/>
            <p:cNvSpPr/>
            <p:nvPr/>
          </p:nvSpPr>
          <p:spPr>
            <a:xfrm>
              <a:off x="5548549" y="1933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6" name="pt9016"/>
            <p:cNvSpPr/>
            <p:nvPr/>
          </p:nvSpPr>
          <p:spPr>
            <a:xfrm>
              <a:off x="5538165" y="205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7" name="pt9017"/>
            <p:cNvSpPr/>
            <p:nvPr/>
          </p:nvSpPr>
          <p:spPr>
            <a:xfrm>
              <a:off x="5733693" y="1920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8" name="pt9018"/>
            <p:cNvSpPr/>
            <p:nvPr/>
          </p:nvSpPr>
          <p:spPr>
            <a:xfrm>
              <a:off x="5518792" y="1957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9" name="pt9019"/>
            <p:cNvSpPr/>
            <p:nvPr/>
          </p:nvSpPr>
          <p:spPr>
            <a:xfrm>
              <a:off x="5464670" y="2243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0" name="pt9020"/>
            <p:cNvSpPr/>
            <p:nvPr/>
          </p:nvSpPr>
          <p:spPr>
            <a:xfrm>
              <a:off x="5074660" y="2370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1" name="pt9021"/>
            <p:cNvSpPr/>
            <p:nvPr/>
          </p:nvSpPr>
          <p:spPr>
            <a:xfrm>
              <a:off x="5284828" y="2090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2" name="pt9022"/>
            <p:cNvSpPr/>
            <p:nvPr/>
          </p:nvSpPr>
          <p:spPr>
            <a:xfrm>
              <a:off x="5483836" y="2187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3" name="pt9023"/>
            <p:cNvSpPr/>
            <p:nvPr/>
          </p:nvSpPr>
          <p:spPr>
            <a:xfrm>
              <a:off x="5806422" y="1801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4" name="pt9024"/>
            <p:cNvSpPr/>
            <p:nvPr/>
          </p:nvSpPr>
          <p:spPr>
            <a:xfrm>
              <a:off x="5519576" y="1830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5" name="pt9025"/>
            <p:cNvSpPr/>
            <p:nvPr/>
          </p:nvSpPr>
          <p:spPr>
            <a:xfrm>
              <a:off x="5084749" y="2386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6" name="pt9026"/>
            <p:cNvSpPr/>
            <p:nvPr/>
          </p:nvSpPr>
          <p:spPr>
            <a:xfrm>
              <a:off x="5647810" y="2033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7" name="pt9027"/>
            <p:cNvSpPr/>
            <p:nvPr/>
          </p:nvSpPr>
          <p:spPr>
            <a:xfrm>
              <a:off x="5385393" y="2002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8" name="pt9028"/>
            <p:cNvSpPr/>
            <p:nvPr/>
          </p:nvSpPr>
          <p:spPr>
            <a:xfrm>
              <a:off x="5311546" y="2117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9" name="pt9029"/>
            <p:cNvSpPr/>
            <p:nvPr/>
          </p:nvSpPr>
          <p:spPr>
            <a:xfrm>
              <a:off x="5369890" y="1943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0" name="pt9030"/>
            <p:cNvSpPr/>
            <p:nvPr/>
          </p:nvSpPr>
          <p:spPr>
            <a:xfrm>
              <a:off x="4943899" y="2188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1" name="pt9031"/>
            <p:cNvSpPr/>
            <p:nvPr/>
          </p:nvSpPr>
          <p:spPr>
            <a:xfrm>
              <a:off x="5576835" y="1625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2" name="pt9032"/>
            <p:cNvSpPr/>
            <p:nvPr/>
          </p:nvSpPr>
          <p:spPr>
            <a:xfrm>
              <a:off x="5178508" y="2101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3" name="pt9033"/>
            <p:cNvSpPr/>
            <p:nvPr/>
          </p:nvSpPr>
          <p:spPr>
            <a:xfrm>
              <a:off x="5304520" y="2219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4" name="pt9034"/>
            <p:cNvSpPr/>
            <p:nvPr/>
          </p:nvSpPr>
          <p:spPr>
            <a:xfrm>
              <a:off x="5418236" y="2038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5" name="pt9035"/>
            <p:cNvSpPr/>
            <p:nvPr/>
          </p:nvSpPr>
          <p:spPr>
            <a:xfrm>
              <a:off x="5413013" y="2111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6" name="pt9036"/>
            <p:cNvSpPr/>
            <p:nvPr/>
          </p:nvSpPr>
          <p:spPr>
            <a:xfrm>
              <a:off x="5759075" y="1966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7" name="pt9037"/>
            <p:cNvSpPr/>
            <p:nvPr/>
          </p:nvSpPr>
          <p:spPr>
            <a:xfrm>
              <a:off x="5718957" y="1865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8" name="pt9038"/>
            <p:cNvSpPr/>
            <p:nvPr/>
          </p:nvSpPr>
          <p:spPr>
            <a:xfrm>
              <a:off x="5778107" y="1447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9" name="pt9039"/>
            <p:cNvSpPr/>
            <p:nvPr/>
          </p:nvSpPr>
          <p:spPr>
            <a:xfrm>
              <a:off x="5339702" y="2193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0" name="pt9040"/>
            <p:cNvSpPr/>
            <p:nvPr/>
          </p:nvSpPr>
          <p:spPr>
            <a:xfrm>
              <a:off x="5603859" y="1870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1" name="pt9041"/>
            <p:cNvSpPr/>
            <p:nvPr/>
          </p:nvSpPr>
          <p:spPr>
            <a:xfrm>
              <a:off x="5078118" y="2288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2" name="pt9042"/>
            <p:cNvSpPr/>
            <p:nvPr/>
          </p:nvSpPr>
          <p:spPr>
            <a:xfrm>
              <a:off x="5499927" y="1891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3" name="pt9043"/>
            <p:cNvSpPr/>
            <p:nvPr/>
          </p:nvSpPr>
          <p:spPr>
            <a:xfrm>
              <a:off x="5680289" y="189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4" name="pt9044"/>
            <p:cNvSpPr/>
            <p:nvPr/>
          </p:nvSpPr>
          <p:spPr>
            <a:xfrm>
              <a:off x="5390974" y="2179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5" name="pt9045"/>
            <p:cNvSpPr/>
            <p:nvPr/>
          </p:nvSpPr>
          <p:spPr>
            <a:xfrm>
              <a:off x="6057362" y="1759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6" name="pt9046"/>
            <p:cNvSpPr/>
            <p:nvPr/>
          </p:nvSpPr>
          <p:spPr>
            <a:xfrm>
              <a:off x="5238501" y="2153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7" name="pt9047"/>
            <p:cNvSpPr/>
            <p:nvPr/>
          </p:nvSpPr>
          <p:spPr>
            <a:xfrm>
              <a:off x="5078775" y="2222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8" name="pt9048"/>
            <p:cNvSpPr/>
            <p:nvPr/>
          </p:nvSpPr>
          <p:spPr>
            <a:xfrm>
              <a:off x="5764384" y="1814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9" name="pt9049"/>
            <p:cNvSpPr/>
            <p:nvPr/>
          </p:nvSpPr>
          <p:spPr>
            <a:xfrm>
              <a:off x="5402869" y="2079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0" name="pt9050"/>
            <p:cNvSpPr/>
            <p:nvPr/>
          </p:nvSpPr>
          <p:spPr>
            <a:xfrm>
              <a:off x="5256850" y="2208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1" name="pt9051"/>
            <p:cNvSpPr/>
            <p:nvPr/>
          </p:nvSpPr>
          <p:spPr>
            <a:xfrm>
              <a:off x="5437520" y="1983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2" name="pt9052"/>
            <p:cNvSpPr/>
            <p:nvPr/>
          </p:nvSpPr>
          <p:spPr>
            <a:xfrm>
              <a:off x="5578108" y="1689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3" name="pt9053"/>
            <p:cNvSpPr/>
            <p:nvPr/>
          </p:nvSpPr>
          <p:spPr>
            <a:xfrm>
              <a:off x="5459803" y="2179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4" name="pt9054"/>
            <p:cNvSpPr/>
            <p:nvPr/>
          </p:nvSpPr>
          <p:spPr>
            <a:xfrm>
              <a:off x="4839254" y="2193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5" name="pt9055"/>
            <p:cNvSpPr/>
            <p:nvPr/>
          </p:nvSpPr>
          <p:spPr>
            <a:xfrm>
              <a:off x="5212792" y="2211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6" name="pt9056"/>
            <p:cNvSpPr/>
            <p:nvPr/>
          </p:nvSpPr>
          <p:spPr>
            <a:xfrm>
              <a:off x="5134742" y="1784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7" name="pt9057"/>
            <p:cNvSpPr/>
            <p:nvPr/>
          </p:nvSpPr>
          <p:spPr>
            <a:xfrm>
              <a:off x="5407478" y="2197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8" name="pt9058"/>
            <p:cNvSpPr/>
            <p:nvPr/>
          </p:nvSpPr>
          <p:spPr>
            <a:xfrm>
              <a:off x="5536707" y="1978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9" name="pt9059"/>
            <p:cNvSpPr/>
            <p:nvPr/>
          </p:nvSpPr>
          <p:spPr>
            <a:xfrm>
              <a:off x="5553096" y="2037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0" name="pt9060"/>
            <p:cNvSpPr/>
            <p:nvPr/>
          </p:nvSpPr>
          <p:spPr>
            <a:xfrm>
              <a:off x="5143798" y="2140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1" name="pt9061"/>
            <p:cNvSpPr/>
            <p:nvPr/>
          </p:nvSpPr>
          <p:spPr>
            <a:xfrm>
              <a:off x="5395587" y="2108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2" name="pt9062"/>
            <p:cNvSpPr/>
            <p:nvPr/>
          </p:nvSpPr>
          <p:spPr>
            <a:xfrm>
              <a:off x="5274389" y="2036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3" name="pt9063"/>
            <p:cNvSpPr/>
            <p:nvPr/>
          </p:nvSpPr>
          <p:spPr>
            <a:xfrm>
              <a:off x="5119766" y="2234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4" name="pt9064"/>
            <p:cNvSpPr/>
            <p:nvPr/>
          </p:nvSpPr>
          <p:spPr>
            <a:xfrm>
              <a:off x="4929450" y="2120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5" name="pt9065"/>
            <p:cNvSpPr/>
            <p:nvPr/>
          </p:nvSpPr>
          <p:spPr>
            <a:xfrm>
              <a:off x="5311936" y="2220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6" name="pt9066"/>
            <p:cNvSpPr/>
            <p:nvPr/>
          </p:nvSpPr>
          <p:spPr>
            <a:xfrm>
              <a:off x="5485213" y="1946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7" name="pt9067"/>
            <p:cNvSpPr/>
            <p:nvPr/>
          </p:nvSpPr>
          <p:spPr>
            <a:xfrm>
              <a:off x="5851987" y="1339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8" name="pt9068"/>
            <p:cNvSpPr/>
            <p:nvPr/>
          </p:nvSpPr>
          <p:spPr>
            <a:xfrm>
              <a:off x="5382818" y="2043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9" name="pt9069"/>
            <p:cNvSpPr/>
            <p:nvPr/>
          </p:nvSpPr>
          <p:spPr>
            <a:xfrm>
              <a:off x="5274166" y="2020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0" name="pt9070"/>
            <p:cNvSpPr/>
            <p:nvPr/>
          </p:nvSpPr>
          <p:spPr>
            <a:xfrm>
              <a:off x="5587946" y="1925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1" name="pt9071"/>
            <p:cNvSpPr/>
            <p:nvPr/>
          </p:nvSpPr>
          <p:spPr>
            <a:xfrm>
              <a:off x="4589084" y="2403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2" name="pt9072"/>
            <p:cNvSpPr/>
            <p:nvPr/>
          </p:nvSpPr>
          <p:spPr>
            <a:xfrm>
              <a:off x="5490147" y="2001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3" name="pt9073"/>
            <p:cNvSpPr/>
            <p:nvPr/>
          </p:nvSpPr>
          <p:spPr>
            <a:xfrm>
              <a:off x="5074304" y="2333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4" name="pt9074"/>
            <p:cNvSpPr/>
            <p:nvPr/>
          </p:nvSpPr>
          <p:spPr>
            <a:xfrm>
              <a:off x="5765830" y="1301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5" name="pt9075"/>
            <p:cNvSpPr/>
            <p:nvPr/>
          </p:nvSpPr>
          <p:spPr>
            <a:xfrm>
              <a:off x="5357516" y="2152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6" name="pt9076"/>
            <p:cNvSpPr/>
            <p:nvPr/>
          </p:nvSpPr>
          <p:spPr>
            <a:xfrm>
              <a:off x="5263099" y="2234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7" name="pt9077"/>
            <p:cNvSpPr/>
            <p:nvPr/>
          </p:nvSpPr>
          <p:spPr>
            <a:xfrm>
              <a:off x="5612404" y="1931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8" name="pt9078"/>
            <p:cNvSpPr/>
            <p:nvPr/>
          </p:nvSpPr>
          <p:spPr>
            <a:xfrm>
              <a:off x="5409035" y="2170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9" name="pt9079"/>
            <p:cNvSpPr/>
            <p:nvPr/>
          </p:nvSpPr>
          <p:spPr>
            <a:xfrm>
              <a:off x="5644210" y="1910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0" name="pt9080"/>
            <p:cNvSpPr/>
            <p:nvPr/>
          </p:nvSpPr>
          <p:spPr>
            <a:xfrm>
              <a:off x="5151254" y="2113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1" name="pt9081"/>
            <p:cNvSpPr/>
            <p:nvPr/>
          </p:nvSpPr>
          <p:spPr>
            <a:xfrm>
              <a:off x="5298192" y="222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2" name="pt9082"/>
            <p:cNvSpPr/>
            <p:nvPr/>
          </p:nvSpPr>
          <p:spPr>
            <a:xfrm>
              <a:off x="4864981" y="2519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3" name="pt9083"/>
            <p:cNvSpPr/>
            <p:nvPr/>
          </p:nvSpPr>
          <p:spPr>
            <a:xfrm>
              <a:off x="5242382" y="214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4" name="pt9084"/>
            <p:cNvSpPr/>
            <p:nvPr/>
          </p:nvSpPr>
          <p:spPr>
            <a:xfrm>
              <a:off x="5396706" y="2233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5" name="pt9085"/>
            <p:cNvSpPr/>
            <p:nvPr/>
          </p:nvSpPr>
          <p:spPr>
            <a:xfrm>
              <a:off x="5633228" y="1934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6" name="pt9086"/>
            <p:cNvSpPr/>
            <p:nvPr/>
          </p:nvSpPr>
          <p:spPr>
            <a:xfrm>
              <a:off x="5498651" y="2102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7" name="pt9087"/>
            <p:cNvSpPr/>
            <p:nvPr/>
          </p:nvSpPr>
          <p:spPr>
            <a:xfrm>
              <a:off x="5553307" y="2027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8" name="pt9088"/>
            <p:cNvSpPr/>
            <p:nvPr/>
          </p:nvSpPr>
          <p:spPr>
            <a:xfrm>
              <a:off x="5481865" y="2285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9" name="pt9089"/>
            <p:cNvSpPr/>
            <p:nvPr/>
          </p:nvSpPr>
          <p:spPr>
            <a:xfrm>
              <a:off x="5147113" y="2159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0" name="pt9090"/>
            <p:cNvSpPr/>
            <p:nvPr/>
          </p:nvSpPr>
          <p:spPr>
            <a:xfrm>
              <a:off x="4810282" y="1771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1" name="pt9091"/>
            <p:cNvSpPr/>
            <p:nvPr/>
          </p:nvSpPr>
          <p:spPr>
            <a:xfrm>
              <a:off x="5770285" y="1720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2" name="pt9092"/>
            <p:cNvSpPr/>
            <p:nvPr/>
          </p:nvSpPr>
          <p:spPr>
            <a:xfrm>
              <a:off x="5592942" y="1946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3" name="pt9093"/>
            <p:cNvSpPr/>
            <p:nvPr/>
          </p:nvSpPr>
          <p:spPr>
            <a:xfrm>
              <a:off x="5425472" y="2168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4" name="pt9094"/>
            <p:cNvSpPr/>
            <p:nvPr/>
          </p:nvSpPr>
          <p:spPr>
            <a:xfrm>
              <a:off x="5085897" y="2255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5" name="pt9095"/>
            <p:cNvSpPr/>
            <p:nvPr/>
          </p:nvSpPr>
          <p:spPr>
            <a:xfrm>
              <a:off x="5684057" y="1927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6" name="pt9096"/>
            <p:cNvSpPr/>
            <p:nvPr/>
          </p:nvSpPr>
          <p:spPr>
            <a:xfrm>
              <a:off x="5258016" y="2202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7" name="pt9097"/>
            <p:cNvSpPr/>
            <p:nvPr/>
          </p:nvSpPr>
          <p:spPr>
            <a:xfrm>
              <a:off x="5508072" y="1994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8" name="pt9098"/>
            <p:cNvSpPr/>
            <p:nvPr/>
          </p:nvSpPr>
          <p:spPr>
            <a:xfrm>
              <a:off x="5732099" y="1670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9" name="pt9099"/>
            <p:cNvSpPr/>
            <p:nvPr/>
          </p:nvSpPr>
          <p:spPr>
            <a:xfrm>
              <a:off x="5332617" y="221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0" name="pt9100"/>
            <p:cNvSpPr/>
            <p:nvPr/>
          </p:nvSpPr>
          <p:spPr>
            <a:xfrm>
              <a:off x="5359920" y="1914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1" name="pt9101"/>
            <p:cNvSpPr/>
            <p:nvPr/>
          </p:nvSpPr>
          <p:spPr>
            <a:xfrm>
              <a:off x="5090375" y="2120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2" name="pt9102"/>
            <p:cNvSpPr/>
            <p:nvPr/>
          </p:nvSpPr>
          <p:spPr>
            <a:xfrm>
              <a:off x="5142703" y="2178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3" name="pt9103"/>
            <p:cNvSpPr/>
            <p:nvPr/>
          </p:nvSpPr>
          <p:spPr>
            <a:xfrm>
              <a:off x="4897036" y="2706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4" name="pt9104"/>
            <p:cNvSpPr/>
            <p:nvPr/>
          </p:nvSpPr>
          <p:spPr>
            <a:xfrm>
              <a:off x="5267344" y="2242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5" name="pt9105"/>
            <p:cNvSpPr/>
            <p:nvPr/>
          </p:nvSpPr>
          <p:spPr>
            <a:xfrm>
              <a:off x="5597086" y="2013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6" name="pt9106"/>
            <p:cNvSpPr/>
            <p:nvPr/>
          </p:nvSpPr>
          <p:spPr>
            <a:xfrm>
              <a:off x="5213505" y="2044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7" name="pt9107"/>
            <p:cNvSpPr/>
            <p:nvPr/>
          </p:nvSpPr>
          <p:spPr>
            <a:xfrm>
              <a:off x="4615890" y="2510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8" name="pt9108"/>
            <p:cNvSpPr/>
            <p:nvPr/>
          </p:nvSpPr>
          <p:spPr>
            <a:xfrm>
              <a:off x="5607089" y="2098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9" name="pt9109"/>
            <p:cNvSpPr/>
            <p:nvPr/>
          </p:nvSpPr>
          <p:spPr>
            <a:xfrm>
              <a:off x="5253961" y="2267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0" name="pt9110"/>
            <p:cNvSpPr/>
            <p:nvPr/>
          </p:nvSpPr>
          <p:spPr>
            <a:xfrm>
              <a:off x="5108223" y="2112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1" name="pt9111"/>
            <p:cNvSpPr/>
            <p:nvPr/>
          </p:nvSpPr>
          <p:spPr>
            <a:xfrm>
              <a:off x="5575755" y="1631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2" name="pt9112"/>
            <p:cNvSpPr/>
            <p:nvPr/>
          </p:nvSpPr>
          <p:spPr>
            <a:xfrm>
              <a:off x="5020618" y="2481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3" name="pt9113"/>
            <p:cNvSpPr/>
            <p:nvPr/>
          </p:nvSpPr>
          <p:spPr>
            <a:xfrm>
              <a:off x="5535147" y="1961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4" name="pt9114"/>
            <p:cNvSpPr/>
            <p:nvPr/>
          </p:nvSpPr>
          <p:spPr>
            <a:xfrm>
              <a:off x="5374231" y="2056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5" name="pt9115"/>
            <p:cNvSpPr/>
            <p:nvPr/>
          </p:nvSpPr>
          <p:spPr>
            <a:xfrm>
              <a:off x="5612098" y="1991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6" name="pt9116"/>
            <p:cNvSpPr/>
            <p:nvPr/>
          </p:nvSpPr>
          <p:spPr>
            <a:xfrm>
              <a:off x="5542388" y="2038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7" name="pt9117"/>
            <p:cNvSpPr/>
            <p:nvPr/>
          </p:nvSpPr>
          <p:spPr>
            <a:xfrm>
              <a:off x="5369145" y="1857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8" name="pt9118"/>
            <p:cNvSpPr/>
            <p:nvPr/>
          </p:nvSpPr>
          <p:spPr>
            <a:xfrm>
              <a:off x="5312398" y="2141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9" name="pt9119"/>
            <p:cNvSpPr/>
            <p:nvPr/>
          </p:nvSpPr>
          <p:spPr>
            <a:xfrm>
              <a:off x="5311301" y="2203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0" name="pt9120"/>
            <p:cNvSpPr/>
            <p:nvPr/>
          </p:nvSpPr>
          <p:spPr>
            <a:xfrm>
              <a:off x="5524497" y="1918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1" name="pt9121"/>
            <p:cNvSpPr/>
            <p:nvPr/>
          </p:nvSpPr>
          <p:spPr>
            <a:xfrm>
              <a:off x="5213198" y="2205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2" name="pt9122"/>
            <p:cNvSpPr/>
            <p:nvPr/>
          </p:nvSpPr>
          <p:spPr>
            <a:xfrm>
              <a:off x="5285166" y="2011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3" name="pt9123"/>
            <p:cNvSpPr/>
            <p:nvPr/>
          </p:nvSpPr>
          <p:spPr>
            <a:xfrm>
              <a:off x="5425138" y="2256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4" name="pt9124"/>
            <p:cNvSpPr/>
            <p:nvPr/>
          </p:nvSpPr>
          <p:spPr>
            <a:xfrm>
              <a:off x="5202454" y="2004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5" name="pt9125"/>
            <p:cNvSpPr/>
            <p:nvPr/>
          </p:nvSpPr>
          <p:spPr>
            <a:xfrm>
              <a:off x="5417325" y="2178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6" name="pt9126"/>
            <p:cNvSpPr/>
            <p:nvPr/>
          </p:nvSpPr>
          <p:spPr>
            <a:xfrm>
              <a:off x="5761480" y="1872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7" name="pt9127"/>
            <p:cNvSpPr/>
            <p:nvPr/>
          </p:nvSpPr>
          <p:spPr>
            <a:xfrm>
              <a:off x="5443739" y="2228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8" name="pt9128"/>
            <p:cNvSpPr/>
            <p:nvPr/>
          </p:nvSpPr>
          <p:spPr>
            <a:xfrm>
              <a:off x="5041499" y="2595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9" name="pt9129"/>
            <p:cNvSpPr/>
            <p:nvPr/>
          </p:nvSpPr>
          <p:spPr>
            <a:xfrm>
              <a:off x="5296439" y="2206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0" name="pt9130"/>
            <p:cNvSpPr/>
            <p:nvPr/>
          </p:nvSpPr>
          <p:spPr>
            <a:xfrm>
              <a:off x="5439911" y="201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1" name="pt9131"/>
            <p:cNvSpPr/>
            <p:nvPr/>
          </p:nvSpPr>
          <p:spPr>
            <a:xfrm>
              <a:off x="5657882" y="1919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2" name="pt9132"/>
            <p:cNvSpPr/>
            <p:nvPr/>
          </p:nvSpPr>
          <p:spPr>
            <a:xfrm>
              <a:off x="5256297" y="2233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3" name="pt9133"/>
            <p:cNvSpPr/>
            <p:nvPr/>
          </p:nvSpPr>
          <p:spPr>
            <a:xfrm>
              <a:off x="5399142" y="2265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4" name="pt9134"/>
            <p:cNvSpPr/>
            <p:nvPr/>
          </p:nvSpPr>
          <p:spPr>
            <a:xfrm>
              <a:off x="5048184" y="2660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5" name="pt9135"/>
            <p:cNvSpPr/>
            <p:nvPr/>
          </p:nvSpPr>
          <p:spPr>
            <a:xfrm>
              <a:off x="5349355" y="2069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6" name="pt9136"/>
            <p:cNvSpPr/>
            <p:nvPr/>
          </p:nvSpPr>
          <p:spPr>
            <a:xfrm>
              <a:off x="5305525" y="2007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7" name="pt9137"/>
            <p:cNvSpPr/>
            <p:nvPr/>
          </p:nvSpPr>
          <p:spPr>
            <a:xfrm>
              <a:off x="5399999" y="2106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8" name="pt9138"/>
            <p:cNvSpPr/>
            <p:nvPr/>
          </p:nvSpPr>
          <p:spPr>
            <a:xfrm>
              <a:off x="5369870" y="1945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9" name="pt9139"/>
            <p:cNvSpPr/>
            <p:nvPr/>
          </p:nvSpPr>
          <p:spPr>
            <a:xfrm>
              <a:off x="5313472" y="1963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0" name="pt9140"/>
            <p:cNvSpPr/>
            <p:nvPr/>
          </p:nvSpPr>
          <p:spPr>
            <a:xfrm>
              <a:off x="5442275" y="2098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1" name="pt9141"/>
            <p:cNvSpPr/>
            <p:nvPr/>
          </p:nvSpPr>
          <p:spPr>
            <a:xfrm>
              <a:off x="5217511" y="213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2" name="pt9142"/>
            <p:cNvSpPr/>
            <p:nvPr/>
          </p:nvSpPr>
          <p:spPr>
            <a:xfrm>
              <a:off x="5280040" y="2060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3" name="pt9143"/>
            <p:cNvSpPr/>
            <p:nvPr/>
          </p:nvSpPr>
          <p:spPr>
            <a:xfrm>
              <a:off x="5591464" y="1693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4" name="pt9144"/>
            <p:cNvSpPr/>
            <p:nvPr/>
          </p:nvSpPr>
          <p:spPr>
            <a:xfrm>
              <a:off x="5439648" y="2124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5" name="pt9145"/>
            <p:cNvSpPr/>
            <p:nvPr/>
          </p:nvSpPr>
          <p:spPr>
            <a:xfrm>
              <a:off x="5348094" y="1990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6" name="pt9146"/>
            <p:cNvSpPr/>
            <p:nvPr/>
          </p:nvSpPr>
          <p:spPr>
            <a:xfrm>
              <a:off x="5770393" y="1982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7" name="pt9147"/>
            <p:cNvSpPr/>
            <p:nvPr/>
          </p:nvSpPr>
          <p:spPr>
            <a:xfrm>
              <a:off x="5438166" y="2189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8" name="pt9148"/>
            <p:cNvSpPr/>
            <p:nvPr/>
          </p:nvSpPr>
          <p:spPr>
            <a:xfrm>
              <a:off x="5348446" y="2229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9" name="pt9149"/>
            <p:cNvSpPr/>
            <p:nvPr/>
          </p:nvSpPr>
          <p:spPr>
            <a:xfrm>
              <a:off x="5306444" y="2326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0" name="pt9150"/>
            <p:cNvSpPr/>
            <p:nvPr/>
          </p:nvSpPr>
          <p:spPr>
            <a:xfrm>
              <a:off x="5178544" y="214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1" name="pt9151"/>
            <p:cNvSpPr/>
            <p:nvPr/>
          </p:nvSpPr>
          <p:spPr>
            <a:xfrm>
              <a:off x="4927745" y="2230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2" name="pt9152"/>
            <p:cNvSpPr/>
            <p:nvPr/>
          </p:nvSpPr>
          <p:spPr>
            <a:xfrm>
              <a:off x="5322241" y="2298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3" name="pt9153"/>
            <p:cNvSpPr/>
            <p:nvPr/>
          </p:nvSpPr>
          <p:spPr>
            <a:xfrm>
              <a:off x="5287930" y="2063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4" name="pt9154"/>
            <p:cNvSpPr/>
            <p:nvPr/>
          </p:nvSpPr>
          <p:spPr>
            <a:xfrm>
              <a:off x="4965175" y="2309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5" name="pt9155"/>
            <p:cNvSpPr/>
            <p:nvPr/>
          </p:nvSpPr>
          <p:spPr>
            <a:xfrm>
              <a:off x="5332845" y="2189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6" name="pt9156"/>
            <p:cNvSpPr/>
            <p:nvPr/>
          </p:nvSpPr>
          <p:spPr>
            <a:xfrm>
              <a:off x="4876804" y="2557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7" name="pt9157"/>
            <p:cNvSpPr/>
            <p:nvPr/>
          </p:nvSpPr>
          <p:spPr>
            <a:xfrm>
              <a:off x="5432303" y="2021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8" name="pt9158"/>
            <p:cNvSpPr/>
            <p:nvPr/>
          </p:nvSpPr>
          <p:spPr>
            <a:xfrm>
              <a:off x="5437308" y="2041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9" name="pt9159"/>
            <p:cNvSpPr/>
            <p:nvPr/>
          </p:nvSpPr>
          <p:spPr>
            <a:xfrm>
              <a:off x="5172512" y="2122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0" name="pt9160"/>
            <p:cNvSpPr/>
            <p:nvPr/>
          </p:nvSpPr>
          <p:spPr>
            <a:xfrm>
              <a:off x="4967283" y="2276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1" name="pt9161"/>
            <p:cNvSpPr/>
            <p:nvPr/>
          </p:nvSpPr>
          <p:spPr>
            <a:xfrm>
              <a:off x="5544485" y="1983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2" name="pt9162"/>
            <p:cNvSpPr/>
            <p:nvPr/>
          </p:nvSpPr>
          <p:spPr>
            <a:xfrm>
              <a:off x="5317830" y="2198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3" name="pt9163"/>
            <p:cNvSpPr/>
            <p:nvPr/>
          </p:nvSpPr>
          <p:spPr>
            <a:xfrm>
              <a:off x="5774653" y="1532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4" name="pt9164"/>
            <p:cNvSpPr/>
            <p:nvPr/>
          </p:nvSpPr>
          <p:spPr>
            <a:xfrm>
              <a:off x="4966799" y="2616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5" name="pt9165"/>
            <p:cNvSpPr/>
            <p:nvPr/>
          </p:nvSpPr>
          <p:spPr>
            <a:xfrm>
              <a:off x="5291114" y="2186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6" name="pt9166"/>
            <p:cNvSpPr/>
            <p:nvPr/>
          </p:nvSpPr>
          <p:spPr>
            <a:xfrm>
              <a:off x="4836063" y="2016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7" name="pt9167"/>
            <p:cNvSpPr/>
            <p:nvPr/>
          </p:nvSpPr>
          <p:spPr>
            <a:xfrm>
              <a:off x="5458749" y="2251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8" name="pt9168"/>
            <p:cNvSpPr/>
            <p:nvPr/>
          </p:nvSpPr>
          <p:spPr>
            <a:xfrm>
              <a:off x="5573505" y="1703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9" name="pt9169"/>
            <p:cNvSpPr/>
            <p:nvPr/>
          </p:nvSpPr>
          <p:spPr>
            <a:xfrm>
              <a:off x="5349921" y="2072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0" name="pt9170"/>
            <p:cNvSpPr/>
            <p:nvPr/>
          </p:nvSpPr>
          <p:spPr>
            <a:xfrm>
              <a:off x="5642940" y="1943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1" name="pt9171"/>
            <p:cNvSpPr/>
            <p:nvPr/>
          </p:nvSpPr>
          <p:spPr>
            <a:xfrm>
              <a:off x="5530934" y="2088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2" name="pt9172"/>
            <p:cNvSpPr/>
            <p:nvPr/>
          </p:nvSpPr>
          <p:spPr>
            <a:xfrm>
              <a:off x="5371404" y="1917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3" name="pt9173"/>
            <p:cNvSpPr/>
            <p:nvPr/>
          </p:nvSpPr>
          <p:spPr>
            <a:xfrm>
              <a:off x="4940809" y="2457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4" name="pt9174"/>
            <p:cNvSpPr/>
            <p:nvPr/>
          </p:nvSpPr>
          <p:spPr>
            <a:xfrm>
              <a:off x="5635702" y="1804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5" name="pt9175"/>
            <p:cNvSpPr/>
            <p:nvPr/>
          </p:nvSpPr>
          <p:spPr>
            <a:xfrm>
              <a:off x="5603647" y="1852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6" name="pt9176"/>
            <p:cNvSpPr/>
            <p:nvPr/>
          </p:nvSpPr>
          <p:spPr>
            <a:xfrm>
              <a:off x="5532317" y="2071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7" name="pt9177"/>
            <p:cNvSpPr/>
            <p:nvPr/>
          </p:nvSpPr>
          <p:spPr>
            <a:xfrm>
              <a:off x="5530416" y="2076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8" name="pt9178"/>
            <p:cNvSpPr/>
            <p:nvPr/>
          </p:nvSpPr>
          <p:spPr>
            <a:xfrm>
              <a:off x="5464564" y="2161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9" name="pt9179"/>
            <p:cNvSpPr/>
            <p:nvPr/>
          </p:nvSpPr>
          <p:spPr>
            <a:xfrm>
              <a:off x="5462591" y="227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0" name="pt9180"/>
            <p:cNvSpPr/>
            <p:nvPr/>
          </p:nvSpPr>
          <p:spPr>
            <a:xfrm>
              <a:off x="5635332" y="1903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1" name="pt9181"/>
            <p:cNvSpPr/>
            <p:nvPr/>
          </p:nvSpPr>
          <p:spPr>
            <a:xfrm>
              <a:off x="5377981" y="2093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2" name="pt9182"/>
            <p:cNvSpPr/>
            <p:nvPr/>
          </p:nvSpPr>
          <p:spPr>
            <a:xfrm>
              <a:off x="5251530" y="2232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3" name="pt9183"/>
            <p:cNvSpPr/>
            <p:nvPr/>
          </p:nvSpPr>
          <p:spPr>
            <a:xfrm>
              <a:off x="4988773" y="1594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4" name="pt9184"/>
            <p:cNvSpPr/>
            <p:nvPr/>
          </p:nvSpPr>
          <p:spPr>
            <a:xfrm>
              <a:off x="5481724" y="221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5" name="pt9185"/>
            <p:cNvSpPr/>
            <p:nvPr/>
          </p:nvSpPr>
          <p:spPr>
            <a:xfrm>
              <a:off x="5226132" y="2066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6" name="pt9186"/>
            <p:cNvSpPr/>
            <p:nvPr/>
          </p:nvSpPr>
          <p:spPr>
            <a:xfrm>
              <a:off x="5505004" y="2044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7" name="pt9187"/>
            <p:cNvSpPr/>
            <p:nvPr/>
          </p:nvSpPr>
          <p:spPr>
            <a:xfrm>
              <a:off x="5627927" y="1815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8" name="pt9188"/>
            <p:cNvSpPr/>
            <p:nvPr/>
          </p:nvSpPr>
          <p:spPr>
            <a:xfrm>
              <a:off x="5660373" y="2122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9" name="pt9189"/>
            <p:cNvSpPr/>
            <p:nvPr/>
          </p:nvSpPr>
          <p:spPr>
            <a:xfrm>
              <a:off x="5541314" y="1968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0" name="pt9190"/>
            <p:cNvSpPr/>
            <p:nvPr/>
          </p:nvSpPr>
          <p:spPr>
            <a:xfrm>
              <a:off x="5476919" y="234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1" name="pt9191"/>
            <p:cNvSpPr/>
            <p:nvPr/>
          </p:nvSpPr>
          <p:spPr>
            <a:xfrm>
              <a:off x="5657233" y="1946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2" name="pt9192"/>
            <p:cNvSpPr/>
            <p:nvPr/>
          </p:nvSpPr>
          <p:spPr>
            <a:xfrm>
              <a:off x="5159328" y="214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3" name="pt9193"/>
            <p:cNvSpPr/>
            <p:nvPr/>
          </p:nvSpPr>
          <p:spPr>
            <a:xfrm>
              <a:off x="4969548" y="2612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4" name="pt9194"/>
            <p:cNvSpPr/>
            <p:nvPr/>
          </p:nvSpPr>
          <p:spPr>
            <a:xfrm>
              <a:off x="5574664" y="1600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5" name="pt9195"/>
            <p:cNvSpPr/>
            <p:nvPr/>
          </p:nvSpPr>
          <p:spPr>
            <a:xfrm>
              <a:off x="5378052" y="1920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6" name="pt9196"/>
            <p:cNvSpPr/>
            <p:nvPr/>
          </p:nvSpPr>
          <p:spPr>
            <a:xfrm>
              <a:off x="5297884" y="2191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7" name="pt9197"/>
            <p:cNvSpPr/>
            <p:nvPr/>
          </p:nvSpPr>
          <p:spPr>
            <a:xfrm>
              <a:off x="5667364" y="1889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8" name="pt9198"/>
            <p:cNvSpPr/>
            <p:nvPr/>
          </p:nvSpPr>
          <p:spPr>
            <a:xfrm>
              <a:off x="5073432" y="2253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9" name="pt9199"/>
            <p:cNvSpPr/>
            <p:nvPr/>
          </p:nvSpPr>
          <p:spPr>
            <a:xfrm>
              <a:off x="5545440" y="1999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0" name="pt9200"/>
            <p:cNvSpPr/>
            <p:nvPr/>
          </p:nvSpPr>
          <p:spPr>
            <a:xfrm>
              <a:off x="5063098" y="2614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1" name="pt9201"/>
            <p:cNvSpPr/>
            <p:nvPr/>
          </p:nvSpPr>
          <p:spPr>
            <a:xfrm>
              <a:off x="5257017" y="2254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2" name="pt9202"/>
            <p:cNvSpPr/>
            <p:nvPr/>
          </p:nvSpPr>
          <p:spPr>
            <a:xfrm>
              <a:off x="5546270" y="2036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3" name="pt9203"/>
            <p:cNvSpPr/>
            <p:nvPr/>
          </p:nvSpPr>
          <p:spPr>
            <a:xfrm>
              <a:off x="5183371" y="2076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4" name="pt9204"/>
            <p:cNvSpPr/>
            <p:nvPr/>
          </p:nvSpPr>
          <p:spPr>
            <a:xfrm>
              <a:off x="5255587" y="2247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5" name="pt9205"/>
            <p:cNvSpPr/>
            <p:nvPr/>
          </p:nvSpPr>
          <p:spPr>
            <a:xfrm>
              <a:off x="5465357" y="2205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6" name="pt9206"/>
            <p:cNvSpPr/>
            <p:nvPr/>
          </p:nvSpPr>
          <p:spPr>
            <a:xfrm>
              <a:off x="5551925" y="2072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7" name="pt9207"/>
            <p:cNvSpPr/>
            <p:nvPr/>
          </p:nvSpPr>
          <p:spPr>
            <a:xfrm>
              <a:off x="5565736" y="1963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8" name="pt9208"/>
            <p:cNvSpPr/>
            <p:nvPr/>
          </p:nvSpPr>
          <p:spPr>
            <a:xfrm>
              <a:off x="5198927" y="2131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9" name="pt9209"/>
            <p:cNvSpPr/>
            <p:nvPr/>
          </p:nvSpPr>
          <p:spPr>
            <a:xfrm>
              <a:off x="5405472" y="2221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0" name="pt9210"/>
            <p:cNvSpPr/>
            <p:nvPr/>
          </p:nvSpPr>
          <p:spPr>
            <a:xfrm>
              <a:off x="5776113" y="1589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1" name="pt9211"/>
            <p:cNvSpPr/>
            <p:nvPr/>
          </p:nvSpPr>
          <p:spPr>
            <a:xfrm>
              <a:off x="5326855" y="2042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2" name="pt9212"/>
            <p:cNvSpPr/>
            <p:nvPr/>
          </p:nvSpPr>
          <p:spPr>
            <a:xfrm>
              <a:off x="5585763" y="1667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3" name="pt9213"/>
            <p:cNvSpPr/>
            <p:nvPr/>
          </p:nvSpPr>
          <p:spPr>
            <a:xfrm>
              <a:off x="5236780" y="2170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4" name="pt9214"/>
            <p:cNvSpPr/>
            <p:nvPr/>
          </p:nvSpPr>
          <p:spPr>
            <a:xfrm>
              <a:off x="5574652" y="1680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5" name="pt9215"/>
            <p:cNvSpPr/>
            <p:nvPr/>
          </p:nvSpPr>
          <p:spPr>
            <a:xfrm>
              <a:off x="5383971" y="2102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6" name="pt9216"/>
            <p:cNvSpPr/>
            <p:nvPr/>
          </p:nvSpPr>
          <p:spPr>
            <a:xfrm>
              <a:off x="5683954" y="1937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7" name="pt9217"/>
            <p:cNvSpPr/>
            <p:nvPr/>
          </p:nvSpPr>
          <p:spPr>
            <a:xfrm>
              <a:off x="5416831" y="2044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8" name="pt9218"/>
            <p:cNvSpPr/>
            <p:nvPr/>
          </p:nvSpPr>
          <p:spPr>
            <a:xfrm>
              <a:off x="5626620" y="1802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9" name="pt9219"/>
            <p:cNvSpPr/>
            <p:nvPr/>
          </p:nvSpPr>
          <p:spPr>
            <a:xfrm>
              <a:off x="5812089" y="1766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0" name="pt9220"/>
            <p:cNvSpPr/>
            <p:nvPr/>
          </p:nvSpPr>
          <p:spPr>
            <a:xfrm>
              <a:off x="5469661" y="218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1" name="pt9221"/>
            <p:cNvSpPr/>
            <p:nvPr/>
          </p:nvSpPr>
          <p:spPr>
            <a:xfrm>
              <a:off x="5403158" y="2202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2" name="pt9222"/>
            <p:cNvSpPr/>
            <p:nvPr/>
          </p:nvSpPr>
          <p:spPr>
            <a:xfrm>
              <a:off x="5631488" y="1986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3" name="pt9223"/>
            <p:cNvSpPr/>
            <p:nvPr/>
          </p:nvSpPr>
          <p:spPr>
            <a:xfrm>
              <a:off x="5379596" y="2091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4" name="pt9224"/>
            <p:cNvSpPr/>
            <p:nvPr/>
          </p:nvSpPr>
          <p:spPr>
            <a:xfrm>
              <a:off x="5211714" y="2175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5" name="pt9225"/>
            <p:cNvSpPr/>
            <p:nvPr/>
          </p:nvSpPr>
          <p:spPr>
            <a:xfrm>
              <a:off x="5571452" y="1862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6" name="pt9226"/>
            <p:cNvSpPr/>
            <p:nvPr/>
          </p:nvSpPr>
          <p:spPr>
            <a:xfrm>
              <a:off x="5404913" y="2132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7" name="pt9227"/>
            <p:cNvSpPr/>
            <p:nvPr/>
          </p:nvSpPr>
          <p:spPr>
            <a:xfrm>
              <a:off x="5437560" y="2079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8" name="pt9228"/>
            <p:cNvSpPr/>
            <p:nvPr/>
          </p:nvSpPr>
          <p:spPr>
            <a:xfrm>
              <a:off x="5020237" y="2640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9" name="pt9229"/>
            <p:cNvSpPr/>
            <p:nvPr/>
          </p:nvSpPr>
          <p:spPr>
            <a:xfrm>
              <a:off x="5049700" y="268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0" name="pt9230"/>
            <p:cNvSpPr/>
            <p:nvPr/>
          </p:nvSpPr>
          <p:spPr>
            <a:xfrm>
              <a:off x="5163705" y="2171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1" name="pt9231"/>
            <p:cNvSpPr/>
            <p:nvPr/>
          </p:nvSpPr>
          <p:spPr>
            <a:xfrm>
              <a:off x="5395472" y="2198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2" name="pt9232"/>
            <p:cNvSpPr/>
            <p:nvPr/>
          </p:nvSpPr>
          <p:spPr>
            <a:xfrm>
              <a:off x="5393664" y="2115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3" name="pt9233"/>
            <p:cNvSpPr/>
            <p:nvPr/>
          </p:nvSpPr>
          <p:spPr>
            <a:xfrm>
              <a:off x="5020282" y="2510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4" name="pt9234"/>
            <p:cNvSpPr/>
            <p:nvPr/>
          </p:nvSpPr>
          <p:spPr>
            <a:xfrm>
              <a:off x="5878798" y="1870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5" name="pt9235"/>
            <p:cNvSpPr/>
            <p:nvPr/>
          </p:nvSpPr>
          <p:spPr>
            <a:xfrm>
              <a:off x="5553096" y="203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6" name="pt9236"/>
            <p:cNvSpPr/>
            <p:nvPr/>
          </p:nvSpPr>
          <p:spPr>
            <a:xfrm>
              <a:off x="5492294" y="2038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7" name="pt9237"/>
            <p:cNvSpPr/>
            <p:nvPr/>
          </p:nvSpPr>
          <p:spPr>
            <a:xfrm>
              <a:off x="5437194" y="2210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8" name="pt9238"/>
            <p:cNvSpPr/>
            <p:nvPr/>
          </p:nvSpPr>
          <p:spPr>
            <a:xfrm>
              <a:off x="5739112" y="1974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9" name="pt9239"/>
            <p:cNvSpPr/>
            <p:nvPr/>
          </p:nvSpPr>
          <p:spPr>
            <a:xfrm>
              <a:off x="5235770" y="2162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0" name="pt9240"/>
            <p:cNvSpPr/>
            <p:nvPr/>
          </p:nvSpPr>
          <p:spPr>
            <a:xfrm>
              <a:off x="5699140" y="1839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1" name="pt9241"/>
            <p:cNvSpPr/>
            <p:nvPr/>
          </p:nvSpPr>
          <p:spPr>
            <a:xfrm>
              <a:off x="5240089" y="2133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2" name="pt9242"/>
            <p:cNvSpPr/>
            <p:nvPr/>
          </p:nvSpPr>
          <p:spPr>
            <a:xfrm>
              <a:off x="5270282" y="2227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3" name="pt9243"/>
            <p:cNvSpPr/>
            <p:nvPr/>
          </p:nvSpPr>
          <p:spPr>
            <a:xfrm>
              <a:off x="5287982" y="2062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4" name="pt9244"/>
            <p:cNvSpPr/>
            <p:nvPr/>
          </p:nvSpPr>
          <p:spPr>
            <a:xfrm>
              <a:off x="5703902" y="1817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5" name="pt9245"/>
            <p:cNvSpPr/>
            <p:nvPr/>
          </p:nvSpPr>
          <p:spPr>
            <a:xfrm>
              <a:off x="5257069" y="2256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6" name="pt9246"/>
            <p:cNvSpPr/>
            <p:nvPr/>
          </p:nvSpPr>
          <p:spPr>
            <a:xfrm>
              <a:off x="5511961" y="2072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7" name="pt9247"/>
            <p:cNvSpPr/>
            <p:nvPr/>
          </p:nvSpPr>
          <p:spPr>
            <a:xfrm>
              <a:off x="5478387" y="2185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8" name="pt9248"/>
            <p:cNvSpPr/>
            <p:nvPr/>
          </p:nvSpPr>
          <p:spPr>
            <a:xfrm>
              <a:off x="5329065" y="2026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9" name="pt9249"/>
            <p:cNvSpPr/>
            <p:nvPr/>
          </p:nvSpPr>
          <p:spPr>
            <a:xfrm>
              <a:off x="5559564" y="2050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0" name="pt9250"/>
            <p:cNvSpPr/>
            <p:nvPr/>
          </p:nvSpPr>
          <p:spPr>
            <a:xfrm>
              <a:off x="5182281" y="2154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1" name="pt9251"/>
            <p:cNvSpPr/>
            <p:nvPr/>
          </p:nvSpPr>
          <p:spPr>
            <a:xfrm>
              <a:off x="5233452" y="2221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2" name="pt9252"/>
            <p:cNvSpPr/>
            <p:nvPr/>
          </p:nvSpPr>
          <p:spPr>
            <a:xfrm>
              <a:off x="5258449" y="2266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3" name="pt9253"/>
            <p:cNvSpPr/>
            <p:nvPr/>
          </p:nvSpPr>
          <p:spPr>
            <a:xfrm>
              <a:off x="5461831" y="2022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4" name="pt9254"/>
            <p:cNvSpPr/>
            <p:nvPr/>
          </p:nvSpPr>
          <p:spPr>
            <a:xfrm>
              <a:off x="5396707" y="2064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5" name="pt9255"/>
            <p:cNvSpPr/>
            <p:nvPr/>
          </p:nvSpPr>
          <p:spPr>
            <a:xfrm>
              <a:off x="5510177" y="1923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6" name="pt9256"/>
            <p:cNvSpPr/>
            <p:nvPr/>
          </p:nvSpPr>
          <p:spPr>
            <a:xfrm>
              <a:off x="5361407" y="2003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7" name="pt9257"/>
            <p:cNvSpPr/>
            <p:nvPr/>
          </p:nvSpPr>
          <p:spPr>
            <a:xfrm>
              <a:off x="5452178" y="2122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8" name="pt9258"/>
            <p:cNvSpPr/>
            <p:nvPr/>
          </p:nvSpPr>
          <p:spPr>
            <a:xfrm>
              <a:off x="5638468" y="1881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9" name="pt9259"/>
            <p:cNvSpPr/>
            <p:nvPr/>
          </p:nvSpPr>
          <p:spPr>
            <a:xfrm>
              <a:off x="5240173" y="2141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0" name="pt9260"/>
            <p:cNvSpPr/>
            <p:nvPr/>
          </p:nvSpPr>
          <p:spPr>
            <a:xfrm>
              <a:off x="5649343" y="1863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1" name="pt9261"/>
            <p:cNvSpPr/>
            <p:nvPr/>
          </p:nvSpPr>
          <p:spPr>
            <a:xfrm>
              <a:off x="5411241" y="226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2" name="pt9262"/>
            <p:cNvSpPr/>
            <p:nvPr/>
          </p:nvSpPr>
          <p:spPr>
            <a:xfrm>
              <a:off x="5047516" y="2704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3" name="pt9263"/>
            <p:cNvSpPr/>
            <p:nvPr/>
          </p:nvSpPr>
          <p:spPr>
            <a:xfrm>
              <a:off x="5254455" y="2201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4" name="pt9264"/>
            <p:cNvSpPr/>
            <p:nvPr/>
          </p:nvSpPr>
          <p:spPr>
            <a:xfrm>
              <a:off x="5092224" y="1905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5" name="pt9265"/>
            <p:cNvSpPr/>
            <p:nvPr/>
          </p:nvSpPr>
          <p:spPr>
            <a:xfrm>
              <a:off x="5405154" y="2131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6" name="pt9266"/>
            <p:cNvSpPr/>
            <p:nvPr/>
          </p:nvSpPr>
          <p:spPr>
            <a:xfrm>
              <a:off x="4715692" y="2620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7" name="pt9267"/>
            <p:cNvSpPr/>
            <p:nvPr/>
          </p:nvSpPr>
          <p:spPr>
            <a:xfrm>
              <a:off x="5099419" y="2249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8" name="pt9268"/>
            <p:cNvSpPr/>
            <p:nvPr/>
          </p:nvSpPr>
          <p:spPr>
            <a:xfrm>
              <a:off x="5560343" y="2059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9" name="pt9269"/>
            <p:cNvSpPr/>
            <p:nvPr/>
          </p:nvSpPr>
          <p:spPr>
            <a:xfrm>
              <a:off x="5263242" y="227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0" name="pt9270"/>
            <p:cNvSpPr/>
            <p:nvPr/>
          </p:nvSpPr>
          <p:spPr>
            <a:xfrm>
              <a:off x="5243999" y="2191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1" name="pt9271"/>
            <p:cNvSpPr/>
            <p:nvPr/>
          </p:nvSpPr>
          <p:spPr>
            <a:xfrm>
              <a:off x="5370877" y="1945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2" name="pt9272"/>
            <p:cNvSpPr/>
            <p:nvPr/>
          </p:nvSpPr>
          <p:spPr>
            <a:xfrm>
              <a:off x="5238027" y="2119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3" name="pt9273"/>
            <p:cNvSpPr/>
            <p:nvPr/>
          </p:nvSpPr>
          <p:spPr>
            <a:xfrm>
              <a:off x="5436686" y="2021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4" name="pt9274"/>
            <p:cNvSpPr/>
            <p:nvPr/>
          </p:nvSpPr>
          <p:spPr>
            <a:xfrm>
              <a:off x="5461346" y="2146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5" name="pt9275"/>
            <p:cNvSpPr/>
            <p:nvPr/>
          </p:nvSpPr>
          <p:spPr>
            <a:xfrm>
              <a:off x="5188708" y="2139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6" name="pt9276"/>
            <p:cNvSpPr/>
            <p:nvPr/>
          </p:nvSpPr>
          <p:spPr>
            <a:xfrm>
              <a:off x="5110177" y="2110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7" name="pt9277"/>
            <p:cNvSpPr/>
            <p:nvPr/>
          </p:nvSpPr>
          <p:spPr>
            <a:xfrm>
              <a:off x="5347737" y="2160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8" name="pt9278"/>
            <p:cNvSpPr/>
            <p:nvPr/>
          </p:nvSpPr>
          <p:spPr>
            <a:xfrm>
              <a:off x="4976535" y="2374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9" name="pt9279"/>
            <p:cNvSpPr/>
            <p:nvPr/>
          </p:nvSpPr>
          <p:spPr>
            <a:xfrm>
              <a:off x="5374142" y="2081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0" name="pt9280"/>
            <p:cNvSpPr/>
            <p:nvPr/>
          </p:nvSpPr>
          <p:spPr>
            <a:xfrm>
              <a:off x="5729973" y="1852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1" name="pt9281"/>
            <p:cNvSpPr/>
            <p:nvPr/>
          </p:nvSpPr>
          <p:spPr>
            <a:xfrm>
              <a:off x="4858703" y="2267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2" name="pt9282"/>
            <p:cNvSpPr/>
            <p:nvPr/>
          </p:nvSpPr>
          <p:spPr>
            <a:xfrm>
              <a:off x="5289411" y="2123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3" name="pt9283"/>
            <p:cNvSpPr/>
            <p:nvPr/>
          </p:nvSpPr>
          <p:spPr>
            <a:xfrm>
              <a:off x="5097955" y="2247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4" name="pt9284"/>
            <p:cNvSpPr/>
            <p:nvPr/>
          </p:nvSpPr>
          <p:spPr>
            <a:xfrm>
              <a:off x="4959142" y="2661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5" name="pt9285"/>
            <p:cNvSpPr/>
            <p:nvPr/>
          </p:nvSpPr>
          <p:spPr>
            <a:xfrm>
              <a:off x="5608653" y="1897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6" name="pt9286"/>
            <p:cNvSpPr/>
            <p:nvPr/>
          </p:nvSpPr>
          <p:spPr>
            <a:xfrm>
              <a:off x="5740682" y="1991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7" name="pt9287"/>
            <p:cNvSpPr/>
            <p:nvPr/>
          </p:nvSpPr>
          <p:spPr>
            <a:xfrm>
              <a:off x="5181578" y="2207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8" name="pt9288"/>
            <p:cNvSpPr/>
            <p:nvPr/>
          </p:nvSpPr>
          <p:spPr>
            <a:xfrm>
              <a:off x="5532831" y="1903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9" name="pt9289"/>
            <p:cNvSpPr/>
            <p:nvPr/>
          </p:nvSpPr>
          <p:spPr>
            <a:xfrm>
              <a:off x="5178951" y="2125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0" name="pt9290"/>
            <p:cNvSpPr/>
            <p:nvPr/>
          </p:nvSpPr>
          <p:spPr>
            <a:xfrm>
              <a:off x="5455702" y="2182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1" name="pt9291"/>
            <p:cNvSpPr/>
            <p:nvPr/>
          </p:nvSpPr>
          <p:spPr>
            <a:xfrm>
              <a:off x="5234172" y="2092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2" name="pt9292"/>
            <p:cNvSpPr/>
            <p:nvPr/>
          </p:nvSpPr>
          <p:spPr>
            <a:xfrm>
              <a:off x="5206957" y="1976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3" name="pt9293"/>
            <p:cNvSpPr/>
            <p:nvPr/>
          </p:nvSpPr>
          <p:spPr>
            <a:xfrm>
              <a:off x="5115959" y="2097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4" name="pt9294"/>
            <p:cNvSpPr/>
            <p:nvPr/>
          </p:nvSpPr>
          <p:spPr>
            <a:xfrm>
              <a:off x="5459716" y="2182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5" name="pt9295"/>
            <p:cNvSpPr/>
            <p:nvPr/>
          </p:nvSpPr>
          <p:spPr>
            <a:xfrm>
              <a:off x="5348221" y="1992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6" name="pt9296"/>
            <p:cNvSpPr/>
            <p:nvPr/>
          </p:nvSpPr>
          <p:spPr>
            <a:xfrm>
              <a:off x="4891592" y="2575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7" name="pt9297"/>
            <p:cNvSpPr/>
            <p:nvPr/>
          </p:nvSpPr>
          <p:spPr>
            <a:xfrm>
              <a:off x="4948068" y="2369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8" name="pt9298"/>
            <p:cNvSpPr/>
            <p:nvPr/>
          </p:nvSpPr>
          <p:spPr>
            <a:xfrm>
              <a:off x="4862012" y="2697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9" name="pt9299"/>
            <p:cNvSpPr/>
            <p:nvPr/>
          </p:nvSpPr>
          <p:spPr>
            <a:xfrm>
              <a:off x="5356848" y="2085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0" name="pt9300"/>
            <p:cNvSpPr/>
            <p:nvPr/>
          </p:nvSpPr>
          <p:spPr>
            <a:xfrm>
              <a:off x="5427782" y="2274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1" name="pt9301"/>
            <p:cNvSpPr/>
            <p:nvPr/>
          </p:nvSpPr>
          <p:spPr>
            <a:xfrm>
              <a:off x="5245302" y="2129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2" name="pt9302"/>
            <p:cNvSpPr/>
            <p:nvPr/>
          </p:nvSpPr>
          <p:spPr>
            <a:xfrm>
              <a:off x="4806783" y="1871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3" name="pt9303"/>
            <p:cNvSpPr/>
            <p:nvPr/>
          </p:nvSpPr>
          <p:spPr>
            <a:xfrm>
              <a:off x="4948226" y="2570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4" name="pt9304"/>
            <p:cNvSpPr/>
            <p:nvPr/>
          </p:nvSpPr>
          <p:spPr>
            <a:xfrm>
              <a:off x="5631835" y="1886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5" name="pt9305"/>
            <p:cNvSpPr/>
            <p:nvPr/>
          </p:nvSpPr>
          <p:spPr>
            <a:xfrm>
              <a:off x="5174739" y="2185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6" name="pt9306"/>
            <p:cNvSpPr/>
            <p:nvPr/>
          </p:nvSpPr>
          <p:spPr>
            <a:xfrm>
              <a:off x="5651354" y="1976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7" name="pt9307"/>
            <p:cNvSpPr/>
            <p:nvPr/>
          </p:nvSpPr>
          <p:spPr>
            <a:xfrm>
              <a:off x="5126838" y="2127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8" name="pt9308"/>
            <p:cNvSpPr/>
            <p:nvPr/>
          </p:nvSpPr>
          <p:spPr>
            <a:xfrm>
              <a:off x="5118649" y="2037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9" name="pt9309"/>
            <p:cNvSpPr/>
            <p:nvPr/>
          </p:nvSpPr>
          <p:spPr>
            <a:xfrm>
              <a:off x="5117608" y="2119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0" name="pt9310"/>
            <p:cNvSpPr/>
            <p:nvPr/>
          </p:nvSpPr>
          <p:spPr>
            <a:xfrm>
              <a:off x="5271079" y="2202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1" name="pt9311"/>
            <p:cNvSpPr/>
            <p:nvPr/>
          </p:nvSpPr>
          <p:spPr>
            <a:xfrm>
              <a:off x="4832654" y="2254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2" name="pt9312"/>
            <p:cNvSpPr/>
            <p:nvPr/>
          </p:nvSpPr>
          <p:spPr>
            <a:xfrm>
              <a:off x="5117843" y="2087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3" name="pt9313"/>
            <p:cNvSpPr/>
            <p:nvPr/>
          </p:nvSpPr>
          <p:spPr>
            <a:xfrm>
              <a:off x="5417459" y="2066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4" name="pt9314"/>
            <p:cNvSpPr/>
            <p:nvPr/>
          </p:nvSpPr>
          <p:spPr>
            <a:xfrm>
              <a:off x="5433320" y="2268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5" name="pt9315"/>
            <p:cNvSpPr/>
            <p:nvPr/>
          </p:nvSpPr>
          <p:spPr>
            <a:xfrm>
              <a:off x="5329572" y="2156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6" name="pt9316"/>
            <p:cNvSpPr/>
            <p:nvPr/>
          </p:nvSpPr>
          <p:spPr>
            <a:xfrm>
              <a:off x="5479745" y="2269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7" name="pt9317"/>
            <p:cNvSpPr/>
            <p:nvPr/>
          </p:nvSpPr>
          <p:spPr>
            <a:xfrm>
              <a:off x="5748942" y="1826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8" name="pt9318"/>
            <p:cNvSpPr/>
            <p:nvPr/>
          </p:nvSpPr>
          <p:spPr>
            <a:xfrm>
              <a:off x="4867056" y="2678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9" name="pt9319"/>
            <p:cNvSpPr/>
            <p:nvPr/>
          </p:nvSpPr>
          <p:spPr>
            <a:xfrm>
              <a:off x="5528959" y="2051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0" name="pt9320"/>
            <p:cNvSpPr/>
            <p:nvPr/>
          </p:nvSpPr>
          <p:spPr>
            <a:xfrm>
              <a:off x="5381806" y="1994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1" name="pt9321"/>
            <p:cNvSpPr/>
            <p:nvPr/>
          </p:nvSpPr>
          <p:spPr>
            <a:xfrm>
              <a:off x="4791676" y="2870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2" name="pt9322"/>
            <p:cNvSpPr/>
            <p:nvPr/>
          </p:nvSpPr>
          <p:spPr>
            <a:xfrm>
              <a:off x="5134918" y="1899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3" name="pt9323"/>
            <p:cNvSpPr/>
            <p:nvPr/>
          </p:nvSpPr>
          <p:spPr>
            <a:xfrm>
              <a:off x="5435596" y="2036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4" name="pt9324"/>
            <p:cNvSpPr/>
            <p:nvPr/>
          </p:nvSpPr>
          <p:spPr>
            <a:xfrm>
              <a:off x="5409252" y="2219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5" name="pt9325"/>
            <p:cNvSpPr/>
            <p:nvPr/>
          </p:nvSpPr>
          <p:spPr>
            <a:xfrm>
              <a:off x="5312622" y="2190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6" name="pt9326"/>
            <p:cNvSpPr/>
            <p:nvPr/>
          </p:nvSpPr>
          <p:spPr>
            <a:xfrm>
              <a:off x="4870170" y="2566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7" name="pt9327"/>
            <p:cNvSpPr/>
            <p:nvPr/>
          </p:nvSpPr>
          <p:spPr>
            <a:xfrm>
              <a:off x="5685572" y="1940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8" name="pt9328"/>
            <p:cNvSpPr/>
            <p:nvPr/>
          </p:nvSpPr>
          <p:spPr>
            <a:xfrm>
              <a:off x="5086532" y="2236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9" name="pt9329"/>
            <p:cNvSpPr/>
            <p:nvPr/>
          </p:nvSpPr>
          <p:spPr>
            <a:xfrm>
              <a:off x="5558153" y="1987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0" name="pt9330"/>
            <p:cNvSpPr/>
            <p:nvPr/>
          </p:nvSpPr>
          <p:spPr>
            <a:xfrm>
              <a:off x="5633169" y="1745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1" name="pt9331"/>
            <p:cNvSpPr/>
            <p:nvPr/>
          </p:nvSpPr>
          <p:spPr>
            <a:xfrm>
              <a:off x="5327528" y="2125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2" name="pt9332"/>
            <p:cNvSpPr/>
            <p:nvPr/>
          </p:nvSpPr>
          <p:spPr>
            <a:xfrm>
              <a:off x="4967092" y="2366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3" name="pt9333"/>
            <p:cNvSpPr/>
            <p:nvPr/>
          </p:nvSpPr>
          <p:spPr>
            <a:xfrm>
              <a:off x="5675224" y="1879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4" name="pt9334"/>
            <p:cNvSpPr/>
            <p:nvPr/>
          </p:nvSpPr>
          <p:spPr>
            <a:xfrm>
              <a:off x="5675822" y="1736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5" name="pt9335"/>
            <p:cNvSpPr/>
            <p:nvPr/>
          </p:nvSpPr>
          <p:spPr>
            <a:xfrm>
              <a:off x="5543918" y="191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6" name="pt9336"/>
            <p:cNvSpPr/>
            <p:nvPr/>
          </p:nvSpPr>
          <p:spPr>
            <a:xfrm>
              <a:off x="5253392" y="2259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7" name="pt9337"/>
            <p:cNvSpPr/>
            <p:nvPr/>
          </p:nvSpPr>
          <p:spPr>
            <a:xfrm>
              <a:off x="5314867" y="2253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8" name="pt9338"/>
            <p:cNvSpPr/>
            <p:nvPr/>
          </p:nvSpPr>
          <p:spPr>
            <a:xfrm>
              <a:off x="4859914" y="265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9" name="pt9339"/>
            <p:cNvSpPr/>
            <p:nvPr/>
          </p:nvSpPr>
          <p:spPr>
            <a:xfrm>
              <a:off x="5650695" y="1889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0" name="pt9340"/>
            <p:cNvSpPr/>
            <p:nvPr/>
          </p:nvSpPr>
          <p:spPr>
            <a:xfrm>
              <a:off x="5397785" y="2038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1" name="pt9341"/>
            <p:cNvSpPr/>
            <p:nvPr/>
          </p:nvSpPr>
          <p:spPr>
            <a:xfrm>
              <a:off x="4669335" y="2607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2" name="pt9342"/>
            <p:cNvSpPr/>
            <p:nvPr/>
          </p:nvSpPr>
          <p:spPr>
            <a:xfrm>
              <a:off x="5282344" y="2109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3" name="pt9343"/>
            <p:cNvSpPr/>
            <p:nvPr/>
          </p:nvSpPr>
          <p:spPr>
            <a:xfrm>
              <a:off x="5337336" y="2171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4" name="pt9344"/>
            <p:cNvSpPr/>
            <p:nvPr/>
          </p:nvSpPr>
          <p:spPr>
            <a:xfrm>
              <a:off x="5212708" y="2191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5" name="pt9345"/>
            <p:cNvSpPr/>
            <p:nvPr/>
          </p:nvSpPr>
          <p:spPr>
            <a:xfrm>
              <a:off x="5909838" y="2070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6" name="pt9346"/>
            <p:cNvSpPr/>
            <p:nvPr/>
          </p:nvSpPr>
          <p:spPr>
            <a:xfrm>
              <a:off x="5143067" y="2140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7" name="pt9347"/>
            <p:cNvSpPr/>
            <p:nvPr/>
          </p:nvSpPr>
          <p:spPr>
            <a:xfrm>
              <a:off x="5258173" y="2196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8" name="pt9348"/>
            <p:cNvSpPr/>
            <p:nvPr/>
          </p:nvSpPr>
          <p:spPr>
            <a:xfrm>
              <a:off x="5342277" y="2224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9" name="pt9349"/>
            <p:cNvSpPr/>
            <p:nvPr/>
          </p:nvSpPr>
          <p:spPr>
            <a:xfrm>
              <a:off x="5855575" y="1605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0" name="pt9350"/>
            <p:cNvSpPr/>
            <p:nvPr/>
          </p:nvSpPr>
          <p:spPr>
            <a:xfrm>
              <a:off x="5816389" y="191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1" name="pt9351"/>
            <p:cNvSpPr/>
            <p:nvPr/>
          </p:nvSpPr>
          <p:spPr>
            <a:xfrm>
              <a:off x="5033202" y="2512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2" name="pt9352"/>
            <p:cNvSpPr/>
            <p:nvPr/>
          </p:nvSpPr>
          <p:spPr>
            <a:xfrm>
              <a:off x="4894444" y="2785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3" name="pt9353"/>
            <p:cNvSpPr/>
            <p:nvPr/>
          </p:nvSpPr>
          <p:spPr>
            <a:xfrm>
              <a:off x="5704414" y="1760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4" name="pt9354"/>
            <p:cNvSpPr/>
            <p:nvPr/>
          </p:nvSpPr>
          <p:spPr>
            <a:xfrm>
              <a:off x="5502239" y="2110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5" name="pt9355"/>
            <p:cNvSpPr/>
            <p:nvPr/>
          </p:nvSpPr>
          <p:spPr>
            <a:xfrm>
              <a:off x="5332154" y="2126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6" name="pt9356"/>
            <p:cNvSpPr/>
            <p:nvPr/>
          </p:nvSpPr>
          <p:spPr>
            <a:xfrm>
              <a:off x="5685462" y="1902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7" name="pt9357"/>
            <p:cNvSpPr/>
            <p:nvPr/>
          </p:nvSpPr>
          <p:spPr>
            <a:xfrm>
              <a:off x="5656549" y="1882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8" name="pt9358"/>
            <p:cNvSpPr/>
            <p:nvPr/>
          </p:nvSpPr>
          <p:spPr>
            <a:xfrm>
              <a:off x="5243043" y="2195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9" name="pt9359"/>
            <p:cNvSpPr/>
            <p:nvPr/>
          </p:nvSpPr>
          <p:spPr>
            <a:xfrm>
              <a:off x="5233726" y="2172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0" name="pt9360"/>
            <p:cNvSpPr/>
            <p:nvPr/>
          </p:nvSpPr>
          <p:spPr>
            <a:xfrm>
              <a:off x="5405305" y="2205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1" name="pt9361"/>
            <p:cNvSpPr/>
            <p:nvPr/>
          </p:nvSpPr>
          <p:spPr>
            <a:xfrm>
              <a:off x="4987722" y="1686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2" name="pt9362"/>
            <p:cNvSpPr/>
            <p:nvPr/>
          </p:nvSpPr>
          <p:spPr>
            <a:xfrm>
              <a:off x="5315104" y="2234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3" name="pt9363"/>
            <p:cNvSpPr/>
            <p:nvPr/>
          </p:nvSpPr>
          <p:spPr>
            <a:xfrm>
              <a:off x="5202147" y="2179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4" name="pt9364"/>
            <p:cNvSpPr/>
            <p:nvPr/>
          </p:nvSpPr>
          <p:spPr>
            <a:xfrm>
              <a:off x="4967052" y="2497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5" name="pt9365"/>
            <p:cNvSpPr/>
            <p:nvPr/>
          </p:nvSpPr>
          <p:spPr>
            <a:xfrm>
              <a:off x="5255066" y="2171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6" name="pt9366"/>
            <p:cNvSpPr/>
            <p:nvPr/>
          </p:nvSpPr>
          <p:spPr>
            <a:xfrm>
              <a:off x="5360270" y="1942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7" name="pt9367"/>
            <p:cNvSpPr/>
            <p:nvPr/>
          </p:nvSpPr>
          <p:spPr>
            <a:xfrm>
              <a:off x="4456449" y="2575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8" name="pt9368"/>
            <p:cNvSpPr/>
            <p:nvPr/>
          </p:nvSpPr>
          <p:spPr>
            <a:xfrm>
              <a:off x="5200267" y="2164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9" name="pt9369"/>
            <p:cNvSpPr/>
            <p:nvPr/>
          </p:nvSpPr>
          <p:spPr>
            <a:xfrm>
              <a:off x="5331159" y="2154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0" name="pt9370"/>
            <p:cNvSpPr/>
            <p:nvPr/>
          </p:nvSpPr>
          <p:spPr>
            <a:xfrm>
              <a:off x="5259895" y="2303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1" name="pt9371"/>
            <p:cNvSpPr/>
            <p:nvPr/>
          </p:nvSpPr>
          <p:spPr>
            <a:xfrm>
              <a:off x="5428336" y="2249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2" name="pt9372"/>
            <p:cNvSpPr/>
            <p:nvPr/>
          </p:nvSpPr>
          <p:spPr>
            <a:xfrm>
              <a:off x="5104556" y="2233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3" name="pt9373"/>
            <p:cNvSpPr/>
            <p:nvPr/>
          </p:nvSpPr>
          <p:spPr>
            <a:xfrm>
              <a:off x="5417353" y="2084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4" name="pt9374"/>
            <p:cNvSpPr/>
            <p:nvPr/>
          </p:nvSpPr>
          <p:spPr>
            <a:xfrm>
              <a:off x="5699474" y="1878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5" name="pt9375"/>
            <p:cNvSpPr/>
            <p:nvPr/>
          </p:nvSpPr>
          <p:spPr>
            <a:xfrm>
              <a:off x="5034919" y="2654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6" name="pt9376"/>
            <p:cNvSpPr/>
            <p:nvPr/>
          </p:nvSpPr>
          <p:spPr>
            <a:xfrm>
              <a:off x="5517181" y="1849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7" name="pt9377"/>
            <p:cNvSpPr/>
            <p:nvPr/>
          </p:nvSpPr>
          <p:spPr>
            <a:xfrm>
              <a:off x="5603780" y="1886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8" name="pt9378"/>
            <p:cNvSpPr/>
            <p:nvPr/>
          </p:nvSpPr>
          <p:spPr>
            <a:xfrm>
              <a:off x="5511971" y="1926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9" name="pt9379"/>
            <p:cNvSpPr/>
            <p:nvPr/>
          </p:nvSpPr>
          <p:spPr>
            <a:xfrm>
              <a:off x="5615666" y="1933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0" name="pt9380"/>
            <p:cNvSpPr/>
            <p:nvPr/>
          </p:nvSpPr>
          <p:spPr>
            <a:xfrm>
              <a:off x="5375547" y="1990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1" name="pt9381"/>
            <p:cNvSpPr/>
            <p:nvPr/>
          </p:nvSpPr>
          <p:spPr>
            <a:xfrm>
              <a:off x="5957952" y="2006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2" name="pt9382"/>
            <p:cNvSpPr/>
            <p:nvPr/>
          </p:nvSpPr>
          <p:spPr>
            <a:xfrm>
              <a:off x="5277415" y="2148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3" name="pt9383"/>
            <p:cNvSpPr/>
            <p:nvPr/>
          </p:nvSpPr>
          <p:spPr>
            <a:xfrm>
              <a:off x="5531883" y="217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4" name="pt9384"/>
            <p:cNvSpPr/>
            <p:nvPr/>
          </p:nvSpPr>
          <p:spPr>
            <a:xfrm>
              <a:off x="5606958" y="1940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5" name="pt9385"/>
            <p:cNvSpPr/>
            <p:nvPr/>
          </p:nvSpPr>
          <p:spPr>
            <a:xfrm>
              <a:off x="5599015" y="1992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6" name="pt9386"/>
            <p:cNvSpPr/>
            <p:nvPr/>
          </p:nvSpPr>
          <p:spPr>
            <a:xfrm>
              <a:off x="5139654" y="1966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7" name="pt9387"/>
            <p:cNvSpPr/>
            <p:nvPr/>
          </p:nvSpPr>
          <p:spPr>
            <a:xfrm>
              <a:off x="5236749" y="2168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8" name="pt9388"/>
            <p:cNvSpPr/>
            <p:nvPr/>
          </p:nvSpPr>
          <p:spPr>
            <a:xfrm>
              <a:off x="5460711" y="2137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9" name="pt9389"/>
            <p:cNvSpPr/>
            <p:nvPr/>
          </p:nvSpPr>
          <p:spPr>
            <a:xfrm>
              <a:off x="4755879" y="2871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0" name="pt9390"/>
            <p:cNvSpPr/>
            <p:nvPr/>
          </p:nvSpPr>
          <p:spPr>
            <a:xfrm>
              <a:off x="5239529" y="2114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1" name="pt9391"/>
            <p:cNvSpPr/>
            <p:nvPr/>
          </p:nvSpPr>
          <p:spPr>
            <a:xfrm>
              <a:off x="4993941" y="2036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2" name="pt9392"/>
            <p:cNvSpPr/>
            <p:nvPr/>
          </p:nvSpPr>
          <p:spPr>
            <a:xfrm>
              <a:off x="5115318" y="2272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3" name="pt9393"/>
            <p:cNvSpPr/>
            <p:nvPr/>
          </p:nvSpPr>
          <p:spPr>
            <a:xfrm>
              <a:off x="5539933" y="1997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4" name="pt9394"/>
            <p:cNvSpPr/>
            <p:nvPr/>
          </p:nvSpPr>
          <p:spPr>
            <a:xfrm>
              <a:off x="5538190" y="1985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5" name="pt9395"/>
            <p:cNvSpPr/>
            <p:nvPr/>
          </p:nvSpPr>
          <p:spPr>
            <a:xfrm>
              <a:off x="5296818" y="2053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6" name="pt9396"/>
            <p:cNvSpPr/>
            <p:nvPr/>
          </p:nvSpPr>
          <p:spPr>
            <a:xfrm>
              <a:off x="5212038" y="220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7" name="pt9397"/>
            <p:cNvSpPr/>
            <p:nvPr/>
          </p:nvSpPr>
          <p:spPr>
            <a:xfrm>
              <a:off x="5158368" y="2161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8" name="pt9398"/>
            <p:cNvSpPr/>
            <p:nvPr/>
          </p:nvSpPr>
          <p:spPr>
            <a:xfrm>
              <a:off x="5012425" y="2626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9" name="pt9399"/>
            <p:cNvSpPr/>
            <p:nvPr/>
          </p:nvSpPr>
          <p:spPr>
            <a:xfrm>
              <a:off x="5580546" y="1724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0" name="pt9400"/>
            <p:cNvSpPr/>
            <p:nvPr/>
          </p:nvSpPr>
          <p:spPr>
            <a:xfrm>
              <a:off x="5050942" y="2712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1" name="pt9401"/>
            <p:cNvSpPr/>
            <p:nvPr/>
          </p:nvSpPr>
          <p:spPr>
            <a:xfrm>
              <a:off x="4964428" y="2407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2" name="pt9402"/>
            <p:cNvSpPr/>
            <p:nvPr/>
          </p:nvSpPr>
          <p:spPr>
            <a:xfrm>
              <a:off x="5585140" y="1726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3" name="pt9403"/>
            <p:cNvSpPr/>
            <p:nvPr/>
          </p:nvSpPr>
          <p:spPr>
            <a:xfrm>
              <a:off x="5517122" y="1806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4" name="pt9404"/>
            <p:cNvSpPr/>
            <p:nvPr/>
          </p:nvSpPr>
          <p:spPr>
            <a:xfrm>
              <a:off x="5197277" y="1921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5" name="pt9405"/>
            <p:cNvSpPr/>
            <p:nvPr/>
          </p:nvSpPr>
          <p:spPr>
            <a:xfrm>
              <a:off x="5315728" y="2181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6" name="pt9406"/>
            <p:cNvSpPr/>
            <p:nvPr/>
          </p:nvSpPr>
          <p:spPr>
            <a:xfrm>
              <a:off x="5264806" y="2260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7" name="pt9407"/>
            <p:cNvSpPr/>
            <p:nvPr/>
          </p:nvSpPr>
          <p:spPr>
            <a:xfrm>
              <a:off x="5229551" y="2223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8" name="pt9408"/>
            <p:cNvSpPr/>
            <p:nvPr/>
          </p:nvSpPr>
          <p:spPr>
            <a:xfrm>
              <a:off x="5647476" y="1854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9" name="pt9409"/>
            <p:cNvSpPr/>
            <p:nvPr/>
          </p:nvSpPr>
          <p:spPr>
            <a:xfrm>
              <a:off x="5002075" y="2564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0" name="pt9410"/>
            <p:cNvSpPr/>
            <p:nvPr/>
          </p:nvSpPr>
          <p:spPr>
            <a:xfrm>
              <a:off x="5440813" y="2226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1" name="pt9411"/>
            <p:cNvSpPr/>
            <p:nvPr/>
          </p:nvSpPr>
          <p:spPr>
            <a:xfrm>
              <a:off x="5581568" y="1659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2" name="pt9412"/>
            <p:cNvSpPr/>
            <p:nvPr/>
          </p:nvSpPr>
          <p:spPr>
            <a:xfrm>
              <a:off x="5745464" y="1905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3" name="pt9413"/>
            <p:cNvSpPr/>
            <p:nvPr/>
          </p:nvSpPr>
          <p:spPr>
            <a:xfrm>
              <a:off x="5291490" y="2101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4" name="pt9414"/>
            <p:cNvSpPr/>
            <p:nvPr/>
          </p:nvSpPr>
          <p:spPr>
            <a:xfrm>
              <a:off x="5253775" y="2198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5" name="pt9415"/>
            <p:cNvSpPr/>
            <p:nvPr/>
          </p:nvSpPr>
          <p:spPr>
            <a:xfrm>
              <a:off x="4948451" y="2193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6" name="pt9416"/>
            <p:cNvSpPr/>
            <p:nvPr/>
          </p:nvSpPr>
          <p:spPr>
            <a:xfrm>
              <a:off x="5224300" y="2151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7" name="pt9417"/>
            <p:cNvSpPr/>
            <p:nvPr/>
          </p:nvSpPr>
          <p:spPr>
            <a:xfrm>
              <a:off x="5600716" y="1849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8" name="pt9418"/>
            <p:cNvSpPr/>
            <p:nvPr/>
          </p:nvSpPr>
          <p:spPr>
            <a:xfrm>
              <a:off x="5404490" y="2283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9" name="pt9419"/>
            <p:cNvSpPr/>
            <p:nvPr/>
          </p:nvSpPr>
          <p:spPr>
            <a:xfrm>
              <a:off x="5312509" y="2215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0" name="pt9420"/>
            <p:cNvSpPr/>
            <p:nvPr/>
          </p:nvSpPr>
          <p:spPr>
            <a:xfrm>
              <a:off x="5185535" y="2129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1" name="pt9421"/>
            <p:cNvSpPr/>
            <p:nvPr/>
          </p:nvSpPr>
          <p:spPr>
            <a:xfrm>
              <a:off x="5149517" y="2110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2" name="pt9422"/>
            <p:cNvSpPr/>
            <p:nvPr/>
          </p:nvSpPr>
          <p:spPr>
            <a:xfrm>
              <a:off x="5058946" y="2519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3" name="pt9423"/>
            <p:cNvSpPr/>
            <p:nvPr/>
          </p:nvSpPr>
          <p:spPr>
            <a:xfrm>
              <a:off x="4930610" y="231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4" name="pt9424"/>
            <p:cNvSpPr/>
            <p:nvPr/>
          </p:nvSpPr>
          <p:spPr>
            <a:xfrm>
              <a:off x="5571796" y="1855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5" name="pt9425"/>
            <p:cNvSpPr/>
            <p:nvPr/>
          </p:nvSpPr>
          <p:spPr>
            <a:xfrm>
              <a:off x="5495957" y="2165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6" name="pt9426"/>
            <p:cNvSpPr/>
            <p:nvPr/>
          </p:nvSpPr>
          <p:spPr>
            <a:xfrm>
              <a:off x="5523261" y="1890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7" name="pt9427"/>
            <p:cNvSpPr/>
            <p:nvPr/>
          </p:nvSpPr>
          <p:spPr>
            <a:xfrm>
              <a:off x="5300201" y="2227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8" name="pt9428"/>
            <p:cNvSpPr/>
            <p:nvPr/>
          </p:nvSpPr>
          <p:spPr>
            <a:xfrm>
              <a:off x="5397073" y="2049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9" name="pt9429"/>
            <p:cNvSpPr/>
            <p:nvPr/>
          </p:nvSpPr>
          <p:spPr>
            <a:xfrm>
              <a:off x="5330695" y="2115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0" name="pt9430"/>
            <p:cNvSpPr/>
            <p:nvPr/>
          </p:nvSpPr>
          <p:spPr>
            <a:xfrm>
              <a:off x="5393215" y="2284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1" name="pt9431"/>
            <p:cNvSpPr/>
            <p:nvPr/>
          </p:nvSpPr>
          <p:spPr>
            <a:xfrm>
              <a:off x="5535029" y="2072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2" name="pt9432"/>
            <p:cNvSpPr/>
            <p:nvPr/>
          </p:nvSpPr>
          <p:spPr>
            <a:xfrm>
              <a:off x="5429525" y="2049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3" name="pt9433"/>
            <p:cNvSpPr/>
            <p:nvPr/>
          </p:nvSpPr>
          <p:spPr>
            <a:xfrm>
              <a:off x="5626182" y="1738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4" name="pt9434"/>
            <p:cNvSpPr/>
            <p:nvPr/>
          </p:nvSpPr>
          <p:spPr>
            <a:xfrm>
              <a:off x="5511438" y="2113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5" name="pt9435"/>
            <p:cNvSpPr/>
            <p:nvPr/>
          </p:nvSpPr>
          <p:spPr>
            <a:xfrm>
              <a:off x="5340564" y="2189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6" name="pt9436"/>
            <p:cNvSpPr/>
            <p:nvPr/>
          </p:nvSpPr>
          <p:spPr>
            <a:xfrm>
              <a:off x="5278315" y="2028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7" name="pt9437"/>
            <p:cNvSpPr/>
            <p:nvPr/>
          </p:nvSpPr>
          <p:spPr>
            <a:xfrm>
              <a:off x="5225167" y="2146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8" name="pt9438"/>
            <p:cNvSpPr/>
            <p:nvPr/>
          </p:nvSpPr>
          <p:spPr>
            <a:xfrm>
              <a:off x="5558926" y="2059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9" name="pt9439"/>
            <p:cNvSpPr/>
            <p:nvPr/>
          </p:nvSpPr>
          <p:spPr>
            <a:xfrm>
              <a:off x="5663141" y="206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0" name="pt9440"/>
            <p:cNvSpPr/>
            <p:nvPr/>
          </p:nvSpPr>
          <p:spPr>
            <a:xfrm>
              <a:off x="5676979" y="1817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1" name="pt9441"/>
            <p:cNvSpPr/>
            <p:nvPr/>
          </p:nvSpPr>
          <p:spPr>
            <a:xfrm>
              <a:off x="5210839" y="2028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2" name="pt9442"/>
            <p:cNvSpPr/>
            <p:nvPr/>
          </p:nvSpPr>
          <p:spPr>
            <a:xfrm>
              <a:off x="5663109" y="1961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3" name="pt9443"/>
            <p:cNvSpPr/>
            <p:nvPr/>
          </p:nvSpPr>
          <p:spPr>
            <a:xfrm>
              <a:off x="5195215" y="2039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4" name="pt9444"/>
            <p:cNvSpPr/>
            <p:nvPr/>
          </p:nvSpPr>
          <p:spPr>
            <a:xfrm>
              <a:off x="4774422" y="3049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5" name="pt9445"/>
            <p:cNvSpPr/>
            <p:nvPr/>
          </p:nvSpPr>
          <p:spPr>
            <a:xfrm>
              <a:off x="4901673" y="2665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6" name="pt9446"/>
            <p:cNvSpPr/>
            <p:nvPr/>
          </p:nvSpPr>
          <p:spPr>
            <a:xfrm>
              <a:off x="5435955" y="227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7" name="pt9447"/>
            <p:cNvSpPr/>
            <p:nvPr/>
          </p:nvSpPr>
          <p:spPr>
            <a:xfrm>
              <a:off x="5434677" y="2175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8" name="pt9448"/>
            <p:cNvSpPr/>
            <p:nvPr/>
          </p:nvSpPr>
          <p:spPr>
            <a:xfrm>
              <a:off x="5532572" y="2072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9" name="pt9449"/>
            <p:cNvSpPr/>
            <p:nvPr/>
          </p:nvSpPr>
          <p:spPr>
            <a:xfrm>
              <a:off x="5469932" y="2191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0" name="pt9450"/>
            <p:cNvSpPr/>
            <p:nvPr/>
          </p:nvSpPr>
          <p:spPr>
            <a:xfrm>
              <a:off x="5226200" y="2147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1" name="pt9451"/>
            <p:cNvSpPr/>
            <p:nvPr/>
          </p:nvSpPr>
          <p:spPr>
            <a:xfrm>
              <a:off x="5052686" y="273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2" name="pt9452"/>
            <p:cNvSpPr/>
            <p:nvPr/>
          </p:nvSpPr>
          <p:spPr>
            <a:xfrm>
              <a:off x="5642915" y="1862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3" name="pt9453"/>
            <p:cNvSpPr/>
            <p:nvPr/>
          </p:nvSpPr>
          <p:spPr>
            <a:xfrm>
              <a:off x="5479606" y="2292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4" name="pt9454"/>
            <p:cNvSpPr/>
            <p:nvPr/>
          </p:nvSpPr>
          <p:spPr>
            <a:xfrm>
              <a:off x="5243638" y="2189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5" name="pt9455"/>
            <p:cNvSpPr/>
            <p:nvPr/>
          </p:nvSpPr>
          <p:spPr>
            <a:xfrm>
              <a:off x="4982081" y="1999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6" name="pt9456"/>
            <p:cNvSpPr/>
            <p:nvPr/>
          </p:nvSpPr>
          <p:spPr>
            <a:xfrm>
              <a:off x="5354488" y="2065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7" name="pt9457"/>
            <p:cNvSpPr/>
            <p:nvPr/>
          </p:nvSpPr>
          <p:spPr>
            <a:xfrm>
              <a:off x="5347135" y="2119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8" name="pt9458"/>
            <p:cNvSpPr/>
            <p:nvPr/>
          </p:nvSpPr>
          <p:spPr>
            <a:xfrm>
              <a:off x="5454305" y="2180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9" name="pt9459"/>
            <p:cNvSpPr/>
            <p:nvPr/>
          </p:nvSpPr>
          <p:spPr>
            <a:xfrm>
              <a:off x="5121931" y="2073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0" name="pt9460"/>
            <p:cNvSpPr/>
            <p:nvPr/>
          </p:nvSpPr>
          <p:spPr>
            <a:xfrm>
              <a:off x="5606641" y="2076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1" name="pt9461"/>
            <p:cNvSpPr/>
            <p:nvPr/>
          </p:nvSpPr>
          <p:spPr>
            <a:xfrm>
              <a:off x="5111115" y="2088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2" name="pt9462"/>
            <p:cNvSpPr/>
            <p:nvPr/>
          </p:nvSpPr>
          <p:spPr>
            <a:xfrm>
              <a:off x="5265076" y="2225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3" name="pt9463"/>
            <p:cNvSpPr/>
            <p:nvPr/>
          </p:nvSpPr>
          <p:spPr>
            <a:xfrm>
              <a:off x="5160320" y="2134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4" name="pt9464"/>
            <p:cNvSpPr/>
            <p:nvPr/>
          </p:nvSpPr>
          <p:spPr>
            <a:xfrm>
              <a:off x="5602887" y="1981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5" name="pt9465"/>
            <p:cNvSpPr/>
            <p:nvPr/>
          </p:nvSpPr>
          <p:spPr>
            <a:xfrm>
              <a:off x="5607618" y="2121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6" name="pt9466"/>
            <p:cNvSpPr/>
            <p:nvPr/>
          </p:nvSpPr>
          <p:spPr>
            <a:xfrm>
              <a:off x="5477917" y="2280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7" name="pt9467"/>
            <p:cNvSpPr/>
            <p:nvPr/>
          </p:nvSpPr>
          <p:spPr>
            <a:xfrm>
              <a:off x="5248146" y="2306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8" name="pt9468"/>
            <p:cNvSpPr/>
            <p:nvPr/>
          </p:nvSpPr>
          <p:spPr>
            <a:xfrm>
              <a:off x="5192852" y="1885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9" name="pt9469"/>
            <p:cNvSpPr/>
            <p:nvPr/>
          </p:nvSpPr>
          <p:spPr>
            <a:xfrm>
              <a:off x="5550920" y="2028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0" name="pt9470"/>
            <p:cNvSpPr/>
            <p:nvPr/>
          </p:nvSpPr>
          <p:spPr>
            <a:xfrm>
              <a:off x="5494656" y="2150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1" name="pt9471"/>
            <p:cNvSpPr/>
            <p:nvPr/>
          </p:nvSpPr>
          <p:spPr>
            <a:xfrm>
              <a:off x="5190206" y="2149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2" name="pt9472"/>
            <p:cNvSpPr/>
            <p:nvPr/>
          </p:nvSpPr>
          <p:spPr>
            <a:xfrm>
              <a:off x="5168031" y="2219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3" name="pt9473"/>
            <p:cNvSpPr/>
            <p:nvPr/>
          </p:nvSpPr>
          <p:spPr>
            <a:xfrm>
              <a:off x="5500039" y="2020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4" name="pt9474"/>
            <p:cNvSpPr/>
            <p:nvPr/>
          </p:nvSpPr>
          <p:spPr>
            <a:xfrm>
              <a:off x="5009423" y="2763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5" name="pt9475"/>
            <p:cNvSpPr/>
            <p:nvPr/>
          </p:nvSpPr>
          <p:spPr>
            <a:xfrm>
              <a:off x="5100162" y="2126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6" name="pt9476"/>
            <p:cNvSpPr/>
            <p:nvPr/>
          </p:nvSpPr>
          <p:spPr>
            <a:xfrm>
              <a:off x="5057923" y="2432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7" name="pt9477"/>
            <p:cNvSpPr/>
            <p:nvPr/>
          </p:nvSpPr>
          <p:spPr>
            <a:xfrm>
              <a:off x="5396460" y="2102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8" name="pt9478"/>
            <p:cNvSpPr/>
            <p:nvPr/>
          </p:nvSpPr>
          <p:spPr>
            <a:xfrm>
              <a:off x="5245296" y="2137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9" name="pt9479"/>
            <p:cNvSpPr/>
            <p:nvPr/>
          </p:nvSpPr>
          <p:spPr>
            <a:xfrm>
              <a:off x="5187432" y="2104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0" name="pt9480"/>
            <p:cNvSpPr/>
            <p:nvPr/>
          </p:nvSpPr>
          <p:spPr>
            <a:xfrm>
              <a:off x="5220598" y="2005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1" name="pt9481"/>
            <p:cNvSpPr/>
            <p:nvPr/>
          </p:nvSpPr>
          <p:spPr>
            <a:xfrm>
              <a:off x="5847206" y="1707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2" name="pt9482"/>
            <p:cNvSpPr/>
            <p:nvPr/>
          </p:nvSpPr>
          <p:spPr>
            <a:xfrm>
              <a:off x="5349985" y="175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3" name="pt9483"/>
            <p:cNvSpPr/>
            <p:nvPr/>
          </p:nvSpPr>
          <p:spPr>
            <a:xfrm>
              <a:off x="5216260" y="2159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4" name="pt9484"/>
            <p:cNvSpPr/>
            <p:nvPr/>
          </p:nvSpPr>
          <p:spPr>
            <a:xfrm>
              <a:off x="5140257" y="2020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5" name="pt9485"/>
            <p:cNvSpPr/>
            <p:nvPr/>
          </p:nvSpPr>
          <p:spPr>
            <a:xfrm>
              <a:off x="5513641" y="1874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6" name="pt9486"/>
            <p:cNvSpPr/>
            <p:nvPr/>
          </p:nvSpPr>
          <p:spPr>
            <a:xfrm>
              <a:off x="5436268" y="2046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7" name="pt9487"/>
            <p:cNvSpPr/>
            <p:nvPr/>
          </p:nvSpPr>
          <p:spPr>
            <a:xfrm>
              <a:off x="5459148" y="2221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8" name="pt9488"/>
            <p:cNvSpPr/>
            <p:nvPr/>
          </p:nvSpPr>
          <p:spPr>
            <a:xfrm>
              <a:off x="5153185" y="2192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9" name="pt9489"/>
            <p:cNvSpPr/>
            <p:nvPr/>
          </p:nvSpPr>
          <p:spPr>
            <a:xfrm>
              <a:off x="5397624" y="2165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0" name="pt9490"/>
            <p:cNvSpPr/>
            <p:nvPr/>
          </p:nvSpPr>
          <p:spPr>
            <a:xfrm>
              <a:off x="5379134" y="2067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1" name="pt9491"/>
            <p:cNvSpPr/>
            <p:nvPr/>
          </p:nvSpPr>
          <p:spPr>
            <a:xfrm>
              <a:off x="5590006" y="171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2" name="pt9492"/>
            <p:cNvSpPr/>
            <p:nvPr/>
          </p:nvSpPr>
          <p:spPr>
            <a:xfrm>
              <a:off x="5485377" y="2110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3" name="pt9493"/>
            <p:cNvSpPr/>
            <p:nvPr/>
          </p:nvSpPr>
          <p:spPr>
            <a:xfrm>
              <a:off x="5322805" y="2216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4" name="pt9494"/>
            <p:cNvSpPr/>
            <p:nvPr/>
          </p:nvSpPr>
          <p:spPr>
            <a:xfrm>
              <a:off x="5360275" y="1872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5" name="pt9495"/>
            <p:cNvSpPr/>
            <p:nvPr/>
          </p:nvSpPr>
          <p:spPr>
            <a:xfrm>
              <a:off x="5002457" y="2439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6" name="pt9496"/>
            <p:cNvSpPr/>
            <p:nvPr/>
          </p:nvSpPr>
          <p:spPr>
            <a:xfrm>
              <a:off x="4970021" y="2359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7" name="pt9497"/>
            <p:cNvSpPr/>
            <p:nvPr/>
          </p:nvSpPr>
          <p:spPr>
            <a:xfrm>
              <a:off x="5235685" y="2140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8" name="pt9498"/>
            <p:cNvSpPr/>
            <p:nvPr/>
          </p:nvSpPr>
          <p:spPr>
            <a:xfrm>
              <a:off x="5465033" y="2208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9" name="pt9499"/>
            <p:cNvSpPr/>
            <p:nvPr/>
          </p:nvSpPr>
          <p:spPr>
            <a:xfrm>
              <a:off x="5193654" y="216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0" name="pt9500"/>
            <p:cNvSpPr/>
            <p:nvPr/>
          </p:nvSpPr>
          <p:spPr>
            <a:xfrm>
              <a:off x="5247655" y="2253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1" name="pt9501"/>
            <p:cNvSpPr/>
            <p:nvPr/>
          </p:nvSpPr>
          <p:spPr>
            <a:xfrm>
              <a:off x="5689376" y="1950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2" name="pt9502"/>
            <p:cNvSpPr/>
            <p:nvPr/>
          </p:nvSpPr>
          <p:spPr>
            <a:xfrm>
              <a:off x="5199763" y="2064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3" name="pt9503"/>
            <p:cNvSpPr/>
            <p:nvPr/>
          </p:nvSpPr>
          <p:spPr>
            <a:xfrm>
              <a:off x="5435155" y="2251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4" name="pt9504"/>
            <p:cNvSpPr/>
            <p:nvPr/>
          </p:nvSpPr>
          <p:spPr>
            <a:xfrm>
              <a:off x="5498807" y="1904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5" name="pt9505"/>
            <p:cNvSpPr/>
            <p:nvPr/>
          </p:nvSpPr>
          <p:spPr>
            <a:xfrm>
              <a:off x="5320957" y="2351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6" name="pt9506"/>
            <p:cNvSpPr/>
            <p:nvPr/>
          </p:nvSpPr>
          <p:spPr>
            <a:xfrm>
              <a:off x="5288025" y="193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7" name="pt9507"/>
            <p:cNvSpPr/>
            <p:nvPr/>
          </p:nvSpPr>
          <p:spPr>
            <a:xfrm>
              <a:off x="5685055" y="2003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8" name="pt9508"/>
            <p:cNvSpPr/>
            <p:nvPr/>
          </p:nvSpPr>
          <p:spPr>
            <a:xfrm>
              <a:off x="5242448" y="2059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9" name="pt9509"/>
            <p:cNvSpPr/>
            <p:nvPr/>
          </p:nvSpPr>
          <p:spPr>
            <a:xfrm>
              <a:off x="5149604" y="2126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0" name="pt9510"/>
            <p:cNvSpPr/>
            <p:nvPr/>
          </p:nvSpPr>
          <p:spPr>
            <a:xfrm>
              <a:off x="5044447" y="2486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1" name="pt9511"/>
            <p:cNvSpPr/>
            <p:nvPr/>
          </p:nvSpPr>
          <p:spPr>
            <a:xfrm>
              <a:off x="5140830" y="2073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2" name="pt9512"/>
            <p:cNvSpPr/>
            <p:nvPr/>
          </p:nvSpPr>
          <p:spPr>
            <a:xfrm>
              <a:off x="5275753" y="2071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3" name="pt9513"/>
            <p:cNvSpPr/>
            <p:nvPr/>
          </p:nvSpPr>
          <p:spPr>
            <a:xfrm>
              <a:off x="5350683" y="2040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4" name="pt9514"/>
            <p:cNvSpPr/>
            <p:nvPr/>
          </p:nvSpPr>
          <p:spPr>
            <a:xfrm>
              <a:off x="5505697" y="2026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5" name="pt9515"/>
            <p:cNvSpPr/>
            <p:nvPr/>
          </p:nvSpPr>
          <p:spPr>
            <a:xfrm>
              <a:off x="5289893" y="2200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6" name="pt9516"/>
            <p:cNvSpPr/>
            <p:nvPr/>
          </p:nvSpPr>
          <p:spPr>
            <a:xfrm>
              <a:off x="5793318" y="1456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7" name="pt9517"/>
            <p:cNvSpPr/>
            <p:nvPr/>
          </p:nvSpPr>
          <p:spPr>
            <a:xfrm>
              <a:off x="5565847" y="195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8" name="pt9518"/>
            <p:cNvSpPr/>
            <p:nvPr/>
          </p:nvSpPr>
          <p:spPr>
            <a:xfrm>
              <a:off x="5406427" y="2176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9" name="pt9519"/>
            <p:cNvSpPr/>
            <p:nvPr/>
          </p:nvSpPr>
          <p:spPr>
            <a:xfrm>
              <a:off x="5599755" y="1906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0" name="pt9520"/>
            <p:cNvSpPr/>
            <p:nvPr/>
          </p:nvSpPr>
          <p:spPr>
            <a:xfrm>
              <a:off x="5476261" y="231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1" name="pt9521"/>
            <p:cNvSpPr/>
            <p:nvPr/>
          </p:nvSpPr>
          <p:spPr>
            <a:xfrm>
              <a:off x="4656148" y="2848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2" name="pt9522"/>
            <p:cNvSpPr/>
            <p:nvPr/>
          </p:nvSpPr>
          <p:spPr>
            <a:xfrm>
              <a:off x="5653724" y="1874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3" name="pt9523"/>
            <p:cNvSpPr/>
            <p:nvPr/>
          </p:nvSpPr>
          <p:spPr>
            <a:xfrm>
              <a:off x="4979678" y="2418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4" name="pt9524"/>
            <p:cNvSpPr/>
            <p:nvPr/>
          </p:nvSpPr>
          <p:spPr>
            <a:xfrm>
              <a:off x="5173861" y="2062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5" name="pt9525"/>
            <p:cNvSpPr/>
            <p:nvPr/>
          </p:nvSpPr>
          <p:spPr>
            <a:xfrm>
              <a:off x="5914700" y="2051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6" name="pt9526"/>
            <p:cNvSpPr/>
            <p:nvPr/>
          </p:nvSpPr>
          <p:spPr>
            <a:xfrm>
              <a:off x="4936520" y="2336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7" name="pt9527"/>
            <p:cNvSpPr/>
            <p:nvPr/>
          </p:nvSpPr>
          <p:spPr>
            <a:xfrm>
              <a:off x="5736454" y="190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8" name="pt9528"/>
            <p:cNvSpPr/>
            <p:nvPr/>
          </p:nvSpPr>
          <p:spPr>
            <a:xfrm>
              <a:off x="5226230" y="2039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9" name="pt9529"/>
            <p:cNvSpPr/>
            <p:nvPr/>
          </p:nvSpPr>
          <p:spPr>
            <a:xfrm>
              <a:off x="5140654" y="211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0" name="pt9530"/>
            <p:cNvSpPr/>
            <p:nvPr/>
          </p:nvSpPr>
          <p:spPr>
            <a:xfrm>
              <a:off x="5412673" y="2148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1" name="pt9531"/>
            <p:cNvSpPr/>
            <p:nvPr/>
          </p:nvSpPr>
          <p:spPr>
            <a:xfrm>
              <a:off x="5689930" y="2007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2" name="pt9532"/>
            <p:cNvSpPr/>
            <p:nvPr/>
          </p:nvSpPr>
          <p:spPr>
            <a:xfrm>
              <a:off x="5670205" y="2236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3" name="pt9533"/>
            <p:cNvSpPr/>
            <p:nvPr/>
          </p:nvSpPr>
          <p:spPr>
            <a:xfrm>
              <a:off x="5477161" y="2215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4" name="pt9534"/>
            <p:cNvSpPr/>
            <p:nvPr/>
          </p:nvSpPr>
          <p:spPr>
            <a:xfrm>
              <a:off x="5286779" y="2053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5" name="pt9535"/>
            <p:cNvSpPr/>
            <p:nvPr/>
          </p:nvSpPr>
          <p:spPr>
            <a:xfrm>
              <a:off x="5352023" y="1959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6" name="pt9536"/>
            <p:cNvSpPr/>
            <p:nvPr/>
          </p:nvSpPr>
          <p:spPr>
            <a:xfrm>
              <a:off x="5774607" y="1845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7" name="pt9537"/>
            <p:cNvSpPr/>
            <p:nvPr/>
          </p:nvSpPr>
          <p:spPr>
            <a:xfrm>
              <a:off x="4924132" y="223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8" name="pt9538"/>
            <p:cNvSpPr/>
            <p:nvPr/>
          </p:nvSpPr>
          <p:spPr>
            <a:xfrm>
              <a:off x="5104700" y="2131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9" name="pt9539"/>
            <p:cNvSpPr/>
            <p:nvPr/>
          </p:nvSpPr>
          <p:spPr>
            <a:xfrm>
              <a:off x="5426835" y="2306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0" name="pt9540"/>
            <p:cNvSpPr/>
            <p:nvPr/>
          </p:nvSpPr>
          <p:spPr>
            <a:xfrm>
              <a:off x="5520073" y="194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1" name="pt9541"/>
            <p:cNvSpPr/>
            <p:nvPr/>
          </p:nvSpPr>
          <p:spPr>
            <a:xfrm>
              <a:off x="5309282" y="2172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2" name="pt9542"/>
            <p:cNvSpPr/>
            <p:nvPr/>
          </p:nvSpPr>
          <p:spPr>
            <a:xfrm>
              <a:off x="5315649" y="2166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3" name="pt9543"/>
            <p:cNvSpPr/>
            <p:nvPr/>
          </p:nvSpPr>
          <p:spPr>
            <a:xfrm>
              <a:off x="4972515" y="2482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4" name="pt9544"/>
            <p:cNvSpPr/>
            <p:nvPr/>
          </p:nvSpPr>
          <p:spPr>
            <a:xfrm>
              <a:off x="5500124" y="2005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5" name="pt9545"/>
            <p:cNvSpPr/>
            <p:nvPr/>
          </p:nvSpPr>
          <p:spPr>
            <a:xfrm>
              <a:off x="5502685" y="1849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6" name="pt9546"/>
            <p:cNvSpPr/>
            <p:nvPr/>
          </p:nvSpPr>
          <p:spPr>
            <a:xfrm>
              <a:off x="5060276" y="2477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7" name="pt9547"/>
            <p:cNvSpPr/>
            <p:nvPr/>
          </p:nvSpPr>
          <p:spPr>
            <a:xfrm>
              <a:off x="5451229" y="2292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8" name="pt9548"/>
            <p:cNvSpPr/>
            <p:nvPr/>
          </p:nvSpPr>
          <p:spPr>
            <a:xfrm>
              <a:off x="5078155" y="2178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9" name="pt9549"/>
            <p:cNvSpPr/>
            <p:nvPr/>
          </p:nvSpPr>
          <p:spPr>
            <a:xfrm>
              <a:off x="5519972" y="1828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0" name="pt9550"/>
            <p:cNvSpPr/>
            <p:nvPr/>
          </p:nvSpPr>
          <p:spPr>
            <a:xfrm>
              <a:off x="5558888" y="2026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1" name="pt9551"/>
            <p:cNvSpPr/>
            <p:nvPr/>
          </p:nvSpPr>
          <p:spPr>
            <a:xfrm>
              <a:off x="5212985" y="2214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2" name="pt9552"/>
            <p:cNvSpPr/>
            <p:nvPr/>
          </p:nvSpPr>
          <p:spPr>
            <a:xfrm>
              <a:off x="5268811" y="2271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3" name="pt9553"/>
            <p:cNvSpPr/>
            <p:nvPr/>
          </p:nvSpPr>
          <p:spPr>
            <a:xfrm>
              <a:off x="5433576" y="1996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4" name="pt9554"/>
            <p:cNvSpPr/>
            <p:nvPr/>
          </p:nvSpPr>
          <p:spPr>
            <a:xfrm>
              <a:off x="5801556" y="1791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5" name="pt9555"/>
            <p:cNvSpPr/>
            <p:nvPr/>
          </p:nvSpPr>
          <p:spPr>
            <a:xfrm>
              <a:off x="5572125" y="1837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6" name="pt9556"/>
            <p:cNvSpPr/>
            <p:nvPr/>
          </p:nvSpPr>
          <p:spPr>
            <a:xfrm>
              <a:off x="5317825" y="2287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7" name="pt9557"/>
            <p:cNvSpPr/>
            <p:nvPr/>
          </p:nvSpPr>
          <p:spPr>
            <a:xfrm>
              <a:off x="5388540" y="199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8" name="pt9558"/>
            <p:cNvSpPr/>
            <p:nvPr/>
          </p:nvSpPr>
          <p:spPr>
            <a:xfrm>
              <a:off x="4936527" y="2398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9" name="pt9559"/>
            <p:cNvSpPr/>
            <p:nvPr/>
          </p:nvSpPr>
          <p:spPr>
            <a:xfrm>
              <a:off x="5268171" y="2242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0" name="pt9560"/>
            <p:cNvSpPr/>
            <p:nvPr/>
          </p:nvSpPr>
          <p:spPr>
            <a:xfrm>
              <a:off x="5295844" y="2216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1" name="pt9561"/>
            <p:cNvSpPr/>
            <p:nvPr/>
          </p:nvSpPr>
          <p:spPr>
            <a:xfrm>
              <a:off x="5067674" y="2457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2" name="pt9562"/>
            <p:cNvSpPr/>
            <p:nvPr/>
          </p:nvSpPr>
          <p:spPr>
            <a:xfrm>
              <a:off x="4714227" y="1978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3" name="pt9563"/>
            <p:cNvSpPr/>
            <p:nvPr/>
          </p:nvSpPr>
          <p:spPr>
            <a:xfrm>
              <a:off x="5335692" y="208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4" name="pt9564"/>
            <p:cNvSpPr/>
            <p:nvPr/>
          </p:nvSpPr>
          <p:spPr>
            <a:xfrm>
              <a:off x="5590026" y="1755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5" name="pt9565"/>
            <p:cNvSpPr/>
            <p:nvPr/>
          </p:nvSpPr>
          <p:spPr>
            <a:xfrm>
              <a:off x="5109375" y="2106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6" name="pt9566"/>
            <p:cNvSpPr/>
            <p:nvPr/>
          </p:nvSpPr>
          <p:spPr>
            <a:xfrm>
              <a:off x="5573529" y="1711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7" name="pt9567"/>
            <p:cNvSpPr/>
            <p:nvPr/>
          </p:nvSpPr>
          <p:spPr>
            <a:xfrm>
              <a:off x="5497210" y="2006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8" name="pt9568"/>
            <p:cNvSpPr/>
            <p:nvPr/>
          </p:nvSpPr>
          <p:spPr>
            <a:xfrm>
              <a:off x="5182890" y="2053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9" name="pt9569"/>
            <p:cNvSpPr/>
            <p:nvPr/>
          </p:nvSpPr>
          <p:spPr>
            <a:xfrm>
              <a:off x="5083476" y="2235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0" name="pt9570"/>
            <p:cNvSpPr/>
            <p:nvPr/>
          </p:nvSpPr>
          <p:spPr>
            <a:xfrm>
              <a:off x="5118541" y="2179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1" name="pt9571"/>
            <p:cNvSpPr/>
            <p:nvPr/>
          </p:nvSpPr>
          <p:spPr>
            <a:xfrm>
              <a:off x="5412997" y="2136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2" name="pt9572"/>
            <p:cNvSpPr/>
            <p:nvPr/>
          </p:nvSpPr>
          <p:spPr>
            <a:xfrm>
              <a:off x="5188297" y="2284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3" name="pt9573"/>
            <p:cNvSpPr/>
            <p:nvPr/>
          </p:nvSpPr>
          <p:spPr>
            <a:xfrm>
              <a:off x="5548027" y="1999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4" name="pt9574"/>
            <p:cNvSpPr/>
            <p:nvPr/>
          </p:nvSpPr>
          <p:spPr>
            <a:xfrm>
              <a:off x="5266792" y="2200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5" name="pt9575"/>
            <p:cNvSpPr/>
            <p:nvPr/>
          </p:nvSpPr>
          <p:spPr>
            <a:xfrm>
              <a:off x="4869097" y="2429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6" name="pt9576"/>
            <p:cNvSpPr/>
            <p:nvPr/>
          </p:nvSpPr>
          <p:spPr>
            <a:xfrm>
              <a:off x="4725502" y="2604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7" name="pt9577"/>
            <p:cNvSpPr/>
            <p:nvPr/>
          </p:nvSpPr>
          <p:spPr>
            <a:xfrm>
              <a:off x="5553132" y="2063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8" name="pt9578"/>
            <p:cNvSpPr/>
            <p:nvPr/>
          </p:nvSpPr>
          <p:spPr>
            <a:xfrm>
              <a:off x="5455753" y="2075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9" name="pt9579"/>
            <p:cNvSpPr/>
            <p:nvPr/>
          </p:nvSpPr>
          <p:spPr>
            <a:xfrm>
              <a:off x="5223131" y="2135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0" name="pt9580"/>
            <p:cNvSpPr/>
            <p:nvPr/>
          </p:nvSpPr>
          <p:spPr>
            <a:xfrm>
              <a:off x="5124389" y="2115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1" name="pt9581"/>
            <p:cNvSpPr/>
            <p:nvPr/>
          </p:nvSpPr>
          <p:spPr>
            <a:xfrm>
              <a:off x="5544871" y="2022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2" name="pt9582"/>
            <p:cNvSpPr/>
            <p:nvPr/>
          </p:nvSpPr>
          <p:spPr>
            <a:xfrm>
              <a:off x="5498871" y="2065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3" name="pt9583"/>
            <p:cNvSpPr/>
            <p:nvPr/>
          </p:nvSpPr>
          <p:spPr>
            <a:xfrm>
              <a:off x="5735052" y="1920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4" name="pt9584"/>
            <p:cNvSpPr/>
            <p:nvPr/>
          </p:nvSpPr>
          <p:spPr>
            <a:xfrm>
              <a:off x="5530775" y="1981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5" name="pt9585"/>
            <p:cNvSpPr/>
            <p:nvPr/>
          </p:nvSpPr>
          <p:spPr>
            <a:xfrm>
              <a:off x="5368686" y="2000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6" name="pt9586"/>
            <p:cNvSpPr/>
            <p:nvPr/>
          </p:nvSpPr>
          <p:spPr>
            <a:xfrm>
              <a:off x="5310746" y="2181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7" name="pt9587"/>
            <p:cNvSpPr/>
            <p:nvPr/>
          </p:nvSpPr>
          <p:spPr>
            <a:xfrm>
              <a:off x="5494514" y="1943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8" name="pt9588"/>
            <p:cNvSpPr/>
            <p:nvPr/>
          </p:nvSpPr>
          <p:spPr>
            <a:xfrm>
              <a:off x="5767264" y="1809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9" name="pt9589"/>
            <p:cNvSpPr/>
            <p:nvPr/>
          </p:nvSpPr>
          <p:spPr>
            <a:xfrm>
              <a:off x="5308223" y="2158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0" name="pt9590"/>
            <p:cNvSpPr/>
            <p:nvPr/>
          </p:nvSpPr>
          <p:spPr>
            <a:xfrm>
              <a:off x="5322338" y="2318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1" name="pt9591"/>
            <p:cNvSpPr/>
            <p:nvPr/>
          </p:nvSpPr>
          <p:spPr>
            <a:xfrm>
              <a:off x="4598408" y="2667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2" name="pt9592"/>
            <p:cNvSpPr/>
            <p:nvPr/>
          </p:nvSpPr>
          <p:spPr>
            <a:xfrm>
              <a:off x="5265062" y="2254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3" name="pt9593"/>
            <p:cNvSpPr/>
            <p:nvPr/>
          </p:nvSpPr>
          <p:spPr>
            <a:xfrm>
              <a:off x="5491021" y="1964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4" name="pt9594"/>
            <p:cNvSpPr/>
            <p:nvPr/>
          </p:nvSpPr>
          <p:spPr>
            <a:xfrm>
              <a:off x="5279285" y="204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5" name="pt9595"/>
            <p:cNvSpPr/>
            <p:nvPr/>
          </p:nvSpPr>
          <p:spPr>
            <a:xfrm>
              <a:off x="5275593" y="189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6" name="pt9596"/>
            <p:cNvSpPr/>
            <p:nvPr/>
          </p:nvSpPr>
          <p:spPr>
            <a:xfrm>
              <a:off x="5667067" y="1958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7" name="pt9597"/>
            <p:cNvSpPr/>
            <p:nvPr/>
          </p:nvSpPr>
          <p:spPr>
            <a:xfrm>
              <a:off x="5331993" y="2132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8" name="pt9598"/>
            <p:cNvSpPr/>
            <p:nvPr/>
          </p:nvSpPr>
          <p:spPr>
            <a:xfrm>
              <a:off x="5896635" y="1711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9" name="pt9599"/>
            <p:cNvSpPr/>
            <p:nvPr/>
          </p:nvSpPr>
          <p:spPr>
            <a:xfrm>
              <a:off x="5525005" y="1928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0" name="pt9600"/>
            <p:cNvSpPr/>
            <p:nvPr/>
          </p:nvSpPr>
          <p:spPr>
            <a:xfrm>
              <a:off x="4814967" y="1774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1" name="pt9601"/>
            <p:cNvSpPr/>
            <p:nvPr/>
          </p:nvSpPr>
          <p:spPr>
            <a:xfrm>
              <a:off x="5426044" y="2224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2" name="pt9602"/>
            <p:cNvSpPr/>
            <p:nvPr/>
          </p:nvSpPr>
          <p:spPr>
            <a:xfrm>
              <a:off x="5591653" y="1645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3" name="pt9603"/>
            <p:cNvSpPr/>
            <p:nvPr/>
          </p:nvSpPr>
          <p:spPr>
            <a:xfrm>
              <a:off x="5844847" y="1554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4" name="pt9604"/>
            <p:cNvSpPr/>
            <p:nvPr/>
          </p:nvSpPr>
          <p:spPr>
            <a:xfrm>
              <a:off x="5621913" y="177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5" name="pt9605"/>
            <p:cNvSpPr/>
            <p:nvPr/>
          </p:nvSpPr>
          <p:spPr>
            <a:xfrm>
              <a:off x="5530685" y="1957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6" name="pt9606"/>
            <p:cNvSpPr/>
            <p:nvPr/>
          </p:nvSpPr>
          <p:spPr>
            <a:xfrm>
              <a:off x="4986684" y="1871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7" name="pt9607"/>
            <p:cNvSpPr/>
            <p:nvPr/>
          </p:nvSpPr>
          <p:spPr>
            <a:xfrm>
              <a:off x="5114488" y="2195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8" name="pt9608"/>
            <p:cNvSpPr/>
            <p:nvPr/>
          </p:nvSpPr>
          <p:spPr>
            <a:xfrm>
              <a:off x="5901286" y="2064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9" name="pt9609"/>
            <p:cNvSpPr/>
            <p:nvPr/>
          </p:nvSpPr>
          <p:spPr>
            <a:xfrm>
              <a:off x="5424634" y="2043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0" name="pt9610"/>
            <p:cNvSpPr/>
            <p:nvPr/>
          </p:nvSpPr>
          <p:spPr>
            <a:xfrm>
              <a:off x="5342214" y="2128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1" name="pt9611"/>
            <p:cNvSpPr/>
            <p:nvPr/>
          </p:nvSpPr>
          <p:spPr>
            <a:xfrm>
              <a:off x="4934411" y="2489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2" name="pt9612"/>
            <p:cNvSpPr/>
            <p:nvPr/>
          </p:nvSpPr>
          <p:spPr>
            <a:xfrm>
              <a:off x="5663154" y="2032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3" name="pt9613"/>
            <p:cNvSpPr/>
            <p:nvPr/>
          </p:nvSpPr>
          <p:spPr>
            <a:xfrm>
              <a:off x="5223488" y="2152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4" name="pt9614"/>
            <p:cNvSpPr/>
            <p:nvPr/>
          </p:nvSpPr>
          <p:spPr>
            <a:xfrm>
              <a:off x="5089360" y="2152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5" name="pt9615"/>
            <p:cNvSpPr/>
            <p:nvPr/>
          </p:nvSpPr>
          <p:spPr>
            <a:xfrm>
              <a:off x="5838377" y="1185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6" name="pt9616"/>
            <p:cNvSpPr/>
            <p:nvPr/>
          </p:nvSpPr>
          <p:spPr>
            <a:xfrm>
              <a:off x="5114227" y="1928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7" name="pt9617"/>
            <p:cNvSpPr/>
            <p:nvPr/>
          </p:nvSpPr>
          <p:spPr>
            <a:xfrm>
              <a:off x="5588113" y="1590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8" name="pt9618"/>
            <p:cNvSpPr/>
            <p:nvPr/>
          </p:nvSpPr>
          <p:spPr>
            <a:xfrm>
              <a:off x="4879589" y="2437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9" name="pt9619"/>
            <p:cNvSpPr/>
            <p:nvPr/>
          </p:nvSpPr>
          <p:spPr>
            <a:xfrm>
              <a:off x="5422197" y="2099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0" name="pt9620"/>
            <p:cNvSpPr/>
            <p:nvPr/>
          </p:nvSpPr>
          <p:spPr>
            <a:xfrm>
              <a:off x="5208628" y="2213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1" name="pt9621"/>
            <p:cNvSpPr/>
            <p:nvPr/>
          </p:nvSpPr>
          <p:spPr>
            <a:xfrm>
              <a:off x="5766236" y="1888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2" name="pt9622"/>
            <p:cNvSpPr/>
            <p:nvPr/>
          </p:nvSpPr>
          <p:spPr>
            <a:xfrm>
              <a:off x="5150046" y="2181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3" name="pt9623"/>
            <p:cNvSpPr/>
            <p:nvPr/>
          </p:nvSpPr>
          <p:spPr>
            <a:xfrm>
              <a:off x="5220979" y="2046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4" name="pt9624"/>
            <p:cNvSpPr/>
            <p:nvPr/>
          </p:nvSpPr>
          <p:spPr>
            <a:xfrm>
              <a:off x="5185215" y="2178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5" name="pt9625"/>
            <p:cNvSpPr/>
            <p:nvPr/>
          </p:nvSpPr>
          <p:spPr>
            <a:xfrm>
              <a:off x="5312368" y="2244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6" name="pt9626"/>
            <p:cNvSpPr/>
            <p:nvPr/>
          </p:nvSpPr>
          <p:spPr>
            <a:xfrm>
              <a:off x="5703847" y="1709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7" name="pt9627"/>
            <p:cNvSpPr/>
            <p:nvPr/>
          </p:nvSpPr>
          <p:spPr>
            <a:xfrm>
              <a:off x="5510180" y="1952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8" name="pt9628"/>
            <p:cNvSpPr/>
            <p:nvPr/>
          </p:nvSpPr>
          <p:spPr>
            <a:xfrm>
              <a:off x="5576847" y="1823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9" name="pt9629"/>
            <p:cNvSpPr/>
            <p:nvPr/>
          </p:nvSpPr>
          <p:spPr>
            <a:xfrm>
              <a:off x="5217591" y="2236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0" name="pt9630"/>
            <p:cNvSpPr/>
            <p:nvPr/>
          </p:nvSpPr>
          <p:spPr>
            <a:xfrm>
              <a:off x="5532636" y="2082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1" name="pt9631"/>
            <p:cNvSpPr/>
            <p:nvPr/>
          </p:nvSpPr>
          <p:spPr>
            <a:xfrm>
              <a:off x="5392301" y="2151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2" name="pt9632"/>
            <p:cNvSpPr/>
            <p:nvPr/>
          </p:nvSpPr>
          <p:spPr>
            <a:xfrm>
              <a:off x="5737637" y="1948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3" name="pt9633"/>
            <p:cNvSpPr/>
            <p:nvPr/>
          </p:nvSpPr>
          <p:spPr>
            <a:xfrm>
              <a:off x="5372542" y="1955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4" name="pt9634"/>
            <p:cNvSpPr/>
            <p:nvPr/>
          </p:nvSpPr>
          <p:spPr>
            <a:xfrm>
              <a:off x="5537289" y="1956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5" name="pt9635"/>
            <p:cNvSpPr/>
            <p:nvPr/>
          </p:nvSpPr>
          <p:spPr>
            <a:xfrm>
              <a:off x="5187134" y="2139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6" name="pt9636"/>
            <p:cNvSpPr/>
            <p:nvPr/>
          </p:nvSpPr>
          <p:spPr>
            <a:xfrm>
              <a:off x="4965419" y="2456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7" name="pt9637"/>
            <p:cNvSpPr/>
            <p:nvPr/>
          </p:nvSpPr>
          <p:spPr>
            <a:xfrm>
              <a:off x="4948218" y="2505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8" name="pt9638"/>
            <p:cNvSpPr/>
            <p:nvPr/>
          </p:nvSpPr>
          <p:spPr>
            <a:xfrm>
              <a:off x="5116892" y="2024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9" name="pt9639"/>
            <p:cNvSpPr/>
            <p:nvPr/>
          </p:nvSpPr>
          <p:spPr>
            <a:xfrm>
              <a:off x="5419111" y="2060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0" name="pt9640"/>
            <p:cNvSpPr/>
            <p:nvPr/>
          </p:nvSpPr>
          <p:spPr>
            <a:xfrm>
              <a:off x="5765761" y="1852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1" name="pt9641"/>
            <p:cNvSpPr/>
            <p:nvPr/>
          </p:nvSpPr>
          <p:spPr>
            <a:xfrm>
              <a:off x="5222650" y="2141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2" name="pt9642"/>
            <p:cNvSpPr/>
            <p:nvPr/>
          </p:nvSpPr>
          <p:spPr>
            <a:xfrm>
              <a:off x="5410037" y="2149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3" name="pt9643"/>
            <p:cNvSpPr/>
            <p:nvPr/>
          </p:nvSpPr>
          <p:spPr>
            <a:xfrm>
              <a:off x="5308424" y="2111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4" name="pt9644"/>
            <p:cNvSpPr/>
            <p:nvPr/>
          </p:nvSpPr>
          <p:spPr>
            <a:xfrm>
              <a:off x="5515944" y="2054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5" name="pt9645"/>
            <p:cNvSpPr/>
            <p:nvPr/>
          </p:nvSpPr>
          <p:spPr>
            <a:xfrm>
              <a:off x="5254173" y="2304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6" name="pt9646"/>
            <p:cNvSpPr/>
            <p:nvPr/>
          </p:nvSpPr>
          <p:spPr>
            <a:xfrm>
              <a:off x="5140032" y="2002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7" name="pt9647"/>
            <p:cNvSpPr/>
            <p:nvPr/>
          </p:nvSpPr>
          <p:spPr>
            <a:xfrm>
              <a:off x="5145927" y="2075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8" name="pt9648"/>
            <p:cNvSpPr/>
            <p:nvPr/>
          </p:nvSpPr>
          <p:spPr>
            <a:xfrm>
              <a:off x="5198907" y="1926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9" name="pt9649"/>
            <p:cNvSpPr/>
            <p:nvPr/>
          </p:nvSpPr>
          <p:spPr>
            <a:xfrm>
              <a:off x="5047771" y="266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0" name="pt9650"/>
            <p:cNvSpPr/>
            <p:nvPr/>
          </p:nvSpPr>
          <p:spPr>
            <a:xfrm>
              <a:off x="5424887" y="2146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1" name="pt9651"/>
            <p:cNvSpPr/>
            <p:nvPr/>
          </p:nvSpPr>
          <p:spPr>
            <a:xfrm>
              <a:off x="5352693" y="204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2" name="pt9652"/>
            <p:cNvSpPr/>
            <p:nvPr/>
          </p:nvSpPr>
          <p:spPr>
            <a:xfrm>
              <a:off x="5334947" y="2070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3" name="pt9653"/>
            <p:cNvSpPr/>
            <p:nvPr/>
          </p:nvSpPr>
          <p:spPr>
            <a:xfrm>
              <a:off x="5002618" y="2647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4" name="pt9654"/>
            <p:cNvSpPr/>
            <p:nvPr/>
          </p:nvSpPr>
          <p:spPr>
            <a:xfrm>
              <a:off x="5218734" y="2142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5" name="pt9655"/>
            <p:cNvSpPr/>
            <p:nvPr/>
          </p:nvSpPr>
          <p:spPr>
            <a:xfrm>
              <a:off x="5422091" y="2301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6" name="pt9656"/>
            <p:cNvSpPr/>
            <p:nvPr/>
          </p:nvSpPr>
          <p:spPr>
            <a:xfrm>
              <a:off x="5433763" y="1969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7" name="pt9657"/>
            <p:cNvSpPr/>
            <p:nvPr/>
          </p:nvSpPr>
          <p:spPr>
            <a:xfrm>
              <a:off x="5094125" y="2248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8" name="pt9658"/>
            <p:cNvSpPr/>
            <p:nvPr/>
          </p:nvSpPr>
          <p:spPr>
            <a:xfrm>
              <a:off x="5590908" y="1917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9" name="pt9659"/>
            <p:cNvSpPr/>
            <p:nvPr/>
          </p:nvSpPr>
          <p:spPr>
            <a:xfrm>
              <a:off x="5460650" y="2122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0" name="pt9660"/>
            <p:cNvSpPr/>
            <p:nvPr/>
          </p:nvSpPr>
          <p:spPr>
            <a:xfrm>
              <a:off x="5240445" y="2169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1" name="pt9661"/>
            <p:cNvSpPr/>
            <p:nvPr/>
          </p:nvSpPr>
          <p:spPr>
            <a:xfrm>
              <a:off x="5588457" y="1650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2" name="pt9662"/>
            <p:cNvSpPr/>
            <p:nvPr/>
          </p:nvSpPr>
          <p:spPr>
            <a:xfrm>
              <a:off x="5586609" y="1768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3" name="pt9663"/>
            <p:cNvSpPr/>
            <p:nvPr/>
          </p:nvSpPr>
          <p:spPr>
            <a:xfrm>
              <a:off x="5031125" y="2670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4" name="pt9664"/>
            <p:cNvSpPr/>
            <p:nvPr/>
          </p:nvSpPr>
          <p:spPr>
            <a:xfrm>
              <a:off x="5344570" y="2104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5" name="pt9665"/>
            <p:cNvSpPr/>
            <p:nvPr/>
          </p:nvSpPr>
          <p:spPr>
            <a:xfrm>
              <a:off x="5524569" y="1875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6" name="pt9666"/>
            <p:cNvSpPr/>
            <p:nvPr/>
          </p:nvSpPr>
          <p:spPr>
            <a:xfrm>
              <a:off x="5820752" y="1879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7" name="pt9667"/>
            <p:cNvSpPr/>
            <p:nvPr/>
          </p:nvSpPr>
          <p:spPr>
            <a:xfrm>
              <a:off x="5500105" y="192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8" name="pt9668"/>
            <p:cNvSpPr/>
            <p:nvPr/>
          </p:nvSpPr>
          <p:spPr>
            <a:xfrm>
              <a:off x="5422193" y="2250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9" name="pt9669"/>
            <p:cNvSpPr/>
            <p:nvPr/>
          </p:nvSpPr>
          <p:spPr>
            <a:xfrm>
              <a:off x="4926301" y="2264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0" name="pt9670"/>
            <p:cNvSpPr/>
            <p:nvPr/>
          </p:nvSpPr>
          <p:spPr>
            <a:xfrm>
              <a:off x="5284961" y="2022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1" name="pt9671"/>
            <p:cNvSpPr/>
            <p:nvPr/>
          </p:nvSpPr>
          <p:spPr>
            <a:xfrm>
              <a:off x="5320410" y="2329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2" name="pt9672"/>
            <p:cNvSpPr/>
            <p:nvPr/>
          </p:nvSpPr>
          <p:spPr>
            <a:xfrm>
              <a:off x="5434724" y="2057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3" name="pt9673"/>
            <p:cNvSpPr/>
            <p:nvPr/>
          </p:nvSpPr>
          <p:spPr>
            <a:xfrm>
              <a:off x="5390190" y="216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4" name="pt9674"/>
            <p:cNvSpPr/>
            <p:nvPr/>
          </p:nvSpPr>
          <p:spPr>
            <a:xfrm>
              <a:off x="5723310" y="188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5" name="pt9675"/>
            <p:cNvSpPr/>
            <p:nvPr/>
          </p:nvSpPr>
          <p:spPr>
            <a:xfrm>
              <a:off x="5207306" y="2102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6" name="pt9676"/>
            <p:cNvSpPr/>
            <p:nvPr/>
          </p:nvSpPr>
          <p:spPr>
            <a:xfrm>
              <a:off x="5348312" y="2151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7" name="pt9677"/>
            <p:cNvSpPr/>
            <p:nvPr/>
          </p:nvSpPr>
          <p:spPr>
            <a:xfrm>
              <a:off x="5172353" y="2190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8" name="pt9678"/>
            <p:cNvSpPr/>
            <p:nvPr/>
          </p:nvSpPr>
          <p:spPr>
            <a:xfrm>
              <a:off x="5121607" y="209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9" name="pt9679"/>
            <p:cNvSpPr/>
            <p:nvPr/>
          </p:nvSpPr>
          <p:spPr>
            <a:xfrm>
              <a:off x="5860733" y="1678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0" name="pt9680"/>
            <p:cNvSpPr/>
            <p:nvPr/>
          </p:nvSpPr>
          <p:spPr>
            <a:xfrm>
              <a:off x="5319694" y="2290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1" name="pt9681"/>
            <p:cNvSpPr/>
            <p:nvPr/>
          </p:nvSpPr>
          <p:spPr>
            <a:xfrm>
              <a:off x="5360521" y="197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2" name="pt9682"/>
            <p:cNvSpPr/>
            <p:nvPr/>
          </p:nvSpPr>
          <p:spPr>
            <a:xfrm>
              <a:off x="5638722" y="1825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3" name="pt9683"/>
            <p:cNvSpPr/>
            <p:nvPr/>
          </p:nvSpPr>
          <p:spPr>
            <a:xfrm>
              <a:off x="5060289" y="2545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4" name="pt9684"/>
            <p:cNvSpPr/>
            <p:nvPr/>
          </p:nvSpPr>
          <p:spPr>
            <a:xfrm>
              <a:off x="5280482" y="200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5" name="pt9685"/>
            <p:cNvSpPr/>
            <p:nvPr/>
          </p:nvSpPr>
          <p:spPr>
            <a:xfrm>
              <a:off x="5190677" y="2239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6" name="pt9686"/>
            <p:cNvSpPr/>
            <p:nvPr/>
          </p:nvSpPr>
          <p:spPr>
            <a:xfrm>
              <a:off x="4918388" y="2277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7" name="pt9687"/>
            <p:cNvSpPr/>
            <p:nvPr/>
          </p:nvSpPr>
          <p:spPr>
            <a:xfrm>
              <a:off x="5241488" y="2083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8" name="pt9688"/>
            <p:cNvSpPr/>
            <p:nvPr/>
          </p:nvSpPr>
          <p:spPr>
            <a:xfrm>
              <a:off x="5224527" y="2145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9" name="pt9689"/>
            <p:cNvSpPr/>
            <p:nvPr/>
          </p:nvSpPr>
          <p:spPr>
            <a:xfrm>
              <a:off x="5167672" y="2158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0" name="pt9690"/>
            <p:cNvSpPr/>
            <p:nvPr/>
          </p:nvSpPr>
          <p:spPr>
            <a:xfrm>
              <a:off x="5418643" y="2065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1" name="pt9691"/>
            <p:cNvSpPr/>
            <p:nvPr/>
          </p:nvSpPr>
          <p:spPr>
            <a:xfrm>
              <a:off x="5306893" y="2276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2" name="pt9692"/>
            <p:cNvSpPr/>
            <p:nvPr/>
          </p:nvSpPr>
          <p:spPr>
            <a:xfrm>
              <a:off x="5486794" y="1926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3" name="pt9693"/>
            <p:cNvSpPr/>
            <p:nvPr/>
          </p:nvSpPr>
          <p:spPr>
            <a:xfrm>
              <a:off x="5291805" y="2141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4" name="pt9694"/>
            <p:cNvSpPr/>
            <p:nvPr/>
          </p:nvSpPr>
          <p:spPr>
            <a:xfrm>
              <a:off x="5705323" y="1813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5" name="pt9695"/>
            <p:cNvSpPr/>
            <p:nvPr/>
          </p:nvSpPr>
          <p:spPr>
            <a:xfrm>
              <a:off x="5597144" y="1881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6" name="pt9696"/>
            <p:cNvSpPr/>
            <p:nvPr/>
          </p:nvSpPr>
          <p:spPr>
            <a:xfrm>
              <a:off x="5386481" y="1880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7" name="pt9697"/>
            <p:cNvSpPr/>
            <p:nvPr/>
          </p:nvSpPr>
          <p:spPr>
            <a:xfrm>
              <a:off x="5643566" y="1896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8" name="pt9698"/>
            <p:cNvSpPr/>
            <p:nvPr/>
          </p:nvSpPr>
          <p:spPr>
            <a:xfrm>
              <a:off x="4946375" y="2466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9" name="pt9699"/>
            <p:cNvSpPr/>
            <p:nvPr/>
          </p:nvSpPr>
          <p:spPr>
            <a:xfrm>
              <a:off x="5467264" y="2215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0" name="pt9700"/>
            <p:cNvSpPr/>
            <p:nvPr/>
          </p:nvSpPr>
          <p:spPr>
            <a:xfrm>
              <a:off x="5011748" y="2628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1" name="pt9701"/>
            <p:cNvSpPr/>
            <p:nvPr/>
          </p:nvSpPr>
          <p:spPr>
            <a:xfrm>
              <a:off x="5295012" y="2150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2" name="pt9702"/>
            <p:cNvSpPr/>
            <p:nvPr/>
          </p:nvSpPr>
          <p:spPr>
            <a:xfrm>
              <a:off x="5666026" y="2066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3" name="pt9703"/>
            <p:cNvSpPr/>
            <p:nvPr/>
          </p:nvSpPr>
          <p:spPr>
            <a:xfrm>
              <a:off x="5402121" y="2167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4" name="pt9704"/>
            <p:cNvSpPr/>
            <p:nvPr/>
          </p:nvSpPr>
          <p:spPr>
            <a:xfrm>
              <a:off x="4665481" y="2731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5" name="pt9705"/>
            <p:cNvSpPr/>
            <p:nvPr/>
          </p:nvSpPr>
          <p:spPr>
            <a:xfrm>
              <a:off x="5277506" y="2003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6" name="pt9706"/>
            <p:cNvSpPr/>
            <p:nvPr/>
          </p:nvSpPr>
          <p:spPr>
            <a:xfrm>
              <a:off x="5252254" y="2269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7" name="pt9707"/>
            <p:cNvSpPr/>
            <p:nvPr/>
          </p:nvSpPr>
          <p:spPr>
            <a:xfrm>
              <a:off x="5550799" y="2084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8" name="pt9708"/>
            <p:cNvSpPr/>
            <p:nvPr/>
          </p:nvSpPr>
          <p:spPr>
            <a:xfrm>
              <a:off x="5362344" y="1945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9" name="pt9709"/>
            <p:cNvSpPr/>
            <p:nvPr/>
          </p:nvSpPr>
          <p:spPr>
            <a:xfrm>
              <a:off x="5505953" y="1961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0" name="pt9710"/>
            <p:cNvSpPr/>
            <p:nvPr/>
          </p:nvSpPr>
          <p:spPr>
            <a:xfrm>
              <a:off x="5342367" y="2182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1" name="pt9711"/>
            <p:cNvSpPr/>
            <p:nvPr/>
          </p:nvSpPr>
          <p:spPr>
            <a:xfrm>
              <a:off x="4856156" y="2375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2" name="pt9712"/>
            <p:cNvSpPr/>
            <p:nvPr/>
          </p:nvSpPr>
          <p:spPr>
            <a:xfrm>
              <a:off x="5399362" y="2088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3" name="pt9713"/>
            <p:cNvSpPr/>
            <p:nvPr/>
          </p:nvSpPr>
          <p:spPr>
            <a:xfrm>
              <a:off x="5589261" y="1677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4" name="pt9714"/>
            <p:cNvSpPr/>
            <p:nvPr/>
          </p:nvSpPr>
          <p:spPr>
            <a:xfrm>
              <a:off x="5361898" y="1976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5" name="pt9715"/>
            <p:cNvSpPr/>
            <p:nvPr/>
          </p:nvSpPr>
          <p:spPr>
            <a:xfrm>
              <a:off x="5037751" y="2583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6" name="pt9716"/>
            <p:cNvSpPr/>
            <p:nvPr/>
          </p:nvSpPr>
          <p:spPr>
            <a:xfrm>
              <a:off x="5029853" y="2636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7" name="pt9717"/>
            <p:cNvSpPr/>
            <p:nvPr/>
          </p:nvSpPr>
          <p:spPr>
            <a:xfrm>
              <a:off x="5373735" y="2014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8" name="pt9718"/>
            <p:cNvSpPr/>
            <p:nvPr/>
          </p:nvSpPr>
          <p:spPr>
            <a:xfrm>
              <a:off x="5259778" y="2279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9" name="pt9719"/>
            <p:cNvSpPr/>
            <p:nvPr/>
          </p:nvSpPr>
          <p:spPr>
            <a:xfrm>
              <a:off x="5115086" y="2166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0" name="pt9720"/>
            <p:cNvSpPr/>
            <p:nvPr/>
          </p:nvSpPr>
          <p:spPr>
            <a:xfrm>
              <a:off x="5416660" y="2044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1" name="pt9721"/>
            <p:cNvSpPr/>
            <p:nvPr/>
          </p:nvSpPr>
          <p:spPr>
            <a:xfrm>
              <a:off x="5898142" y="2095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2" name="pt9722"/>
            <p:cNvSpPr/>
            <p:nvPr/>
          </p:nvSpPr>
          <p:spPr>
            <a:xfrm>
              <a:off x="5156117" y="2109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3" name="pt9723"/>
            <p:cNvSpPr/>
            <p:nvPr/>
          </p:nvSpPr>
          <p:spPr>
            <a:xfrm>
              <a:off x="5308852" y="2202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4" name="pt9724"/>
            <p:cNvSpPr/>
            <p:nvPr/>
          </p:nvSpPr>
          <p:spPr>
            <a:xfrm>
              <a:off x="5485683" y="1947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5" name="pt9725"/>
            <p:cNvSpPr/>
            <p:nvPr/>
          </p:nvSpPr>
          <p:spPr>
            <a:xfrm>
              <a:off x="5476183" y="2212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6" name="pt9726"/>
            <p:cNvSpPr/>
            <p:nvPr/>
          </p:nvSpPr>
          <p:spPr>
            <a:xfrm>
              <a:off x="5435047" y="1998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7" name="pt9727"/>
            <p:cNvSpPr/>
            <p:nvPr/>
          </p:nvSpPr>
          <p:spPr>
            <a:xfrm>
              <a:off x="4960696" y="2475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8" name="pt9728"/>
            <p:cNvSpPr/>
            <p:nvPr/>
          </p:nvSpPr>
          <p:spPr>
            <a:xfrm>
              <a:off x="5314041" y="2236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9" name="pt9729"/>
            <p:cNvSpPr/>
            <p:nvPr/>
          </p:nvSpPr>
          <p:spPr>
            <a:xfrm>
              <a:off x="5550598" y="1995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0" name="pt9730"/>
            <p:cNvSpPr/>
            <p:nvPr/>
          </p:nvSpPr>
          <p:spPr>
            <a:xfrm>
              <a:off x="4955425" y="2391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1" name="pt9731"/>
            <p:cNvSpPr/>
            <p:nvPr/>
          </p:nvSpPr>
          <p:spPr>
            <a:xfrm>
              <a:off x="5411433" y="2285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2" name="pt9732"/>
            <p:cNvSpPr/>
            <p:nvPr/>
          </p:nvSpPr>
          <p:spPr>
            <a:xfrm>
              <a:off x="4755918" y="2732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3" name="pt9733"/>
            <p:cNvSpPr/>
            <p:nvPr/>
          </p:nvSpPr>
          <p:spPr>
            <a:xfrm>
              <a:off x="5138137" y="1813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4" name="pt9734"/>
            <p:cNvSpPr/>
            <p:nvPr/>
          </p:nvSpPr>
          <p:spPr>
            <a:xfrm>
              <a:off x="5082885" y="2431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5" name="pt9735"/>
            <p:cNvSpPr/>
            <p:nvPr/>
          </p:nvSpPr>
          <p:spPr>
            <a:xfrm>
              <a:off x="5431834" y="2130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6" name="pt9736"/>
            <p:cNvSpPr/>
            <p:nvPr/>
          </p:nvSpPr>
          <p:spPr>
            <a:xfrm>
              <a:off x="5389150" y="2024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7" name="pt9737"/>
            <p:cNvSpPr/>
            <p:nvPr/>
          </p:nvSpPr>
          <p:spPr>
            <a:xfrm>
              <a:off x="5596880" y="1858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8" name="pt9738"/>
            <p:cNvSpPr/>
            <p:nvPr/>
          </p:nvSpPr>
          <p:spPr>
            <a:xfrm>
              <a:off x="4772398" y="270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9" name="pt9739"/>
            <p:cNvSpPr/>
            <p:nvPr/>
          </p:nvSpPr>
          <p:spPr>
            <a:xfrm>
              <a:off x="5494596" y="1858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0" name="pt9740"/>
            <p:cNvSpPr/>
            <p:nvPr/>
          </p:nvSpPr>
          <p:spPr>
            <a:xfrm>
              <a:off x="4972096" y="234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1" name="pt9741"/>
            <p:cNvSpPr/>
            <p:nvPr/>
          </p:nvSpPr>
          <p:spPr>
            <a:xfrm>
              <a:off x="5713056" y="1875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2" name="pt9742"/>
            <p:cNvSpPr/>
            <p:nvPr/>
          </p:nvSpPr>
          <p:spPr>
            <a:xfrm>
              <a:off x="5269925" y="2273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3" name="pt9743"/>
            <p:cNvSpPr/>
            <p:nvPr/>
          </p:nvSpPr>
          <p:spPr>
            <a:xfrm>
              <a:off x="5529750" y="2068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4" name="pt9744"/>
            <p:cNvSpPr/>
            <p:nvPr/>
          </p:nvSpPr>
          <p:spPr>
            <a:xfrm>
              <a:off x="5291146" y="2192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5" name="pt9745"/>
            <p:cNvSpPr/>
            <p:nvPr/>
          </p:nvSpPr>
          <p:spPr>
            <a:xfrm>
              <a:off x="5189867" y="216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6" name="pt9746"/>
            <p:cNvSpPr/>
            <p:nvPr/>
          </p:nvSpPr>
          <p:spPr>
            <a:xfrm>
              <a:off x="5269118" y="2308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7" name="pt9747"/>
            <p:cNvSpPr/>
            <p:nvPr/>
          </p:nvSpPr>
          <p:spPr>
            <a:xfrm>
              <a:off x="5405741" y="2099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8" name="pt9748"/>
            <p:cNvSpPr/>
            <p:nvPr/>
          </p:nvSpPr>
          <p:spPr>
            <a:xfrm>
              <a:off x="4814684" y="1830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9" name="pt9749"/>
            <p:cNvSpPr/>
            <p:nvPr/>
          </p:nvSpPr>
          <p:spPr>
            <a:xfrm>
              <a:off x="5476377" y="2169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0" name="pt9750"/>
            <p:cNvSpPr/>
            <p:nvPr/>
          </p:nvSpPr>
          <p:spPr>
            <a:xfrm>
              <a:off x="4942380" y="2471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1" name="pt9751"/>
            <p:cNvSpPr/>
            <p:nvPr/>
          </p:nvSpPr>
          <p:spPr>
            <a:xfrm>
              <a:off x="5095065" y="2051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2" name="pt9752"/>
            <p:cNvSpPr/>
            <p:nvPr/>
          </p:nvSpPr>
          <p:spPr>
            <a:xfrm>
              <a:off x="5412633" y="2136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3" name="pt9753"/>
            <p:cNvSpPr/>
            <p:nvPr/>
          </p:nvSpPr>
          <p:spPr>
            <a:xfrm>
              <a:off x="5270905" y="2245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4" name="pt9754"/>
            <p:cNvSpPr/>
            <p:nvPr/>
          </p:nvSpPr>
          <p:spPr>
            <a:xfrm>
              <a:off x="5395541" y="2054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5" name="pt9755"/>
            <p:cNvSpPr/>
            <p:nvPr/>
          </p:nvSpPr>
          <p:spPr>
            <a:xfrm>
              <a:off x="5496708" y="2092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6" name="pt9756"/>
            <p:cNvSpPr/>
            <p:nvPr/>
          </p:nvSpPr>
          <p:spPr>
            <a:xfrm>
              <a:off x="5573136" y="1520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7" name="pt9757"/>
            <p:cNvSpPr/>
            <p:nvPr/>
          </p:nvSpPr>
          <p:spPr>
            <a:xfrm>
              <a:off x="4566538" y="2631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8" name="pt9758"/>
            <p:cNvSpPr/>
            <p:nvPr/>
          </p:nvSpPr>
          <p:spPr>
            <a:xfrm>
              <a:off x="5188351" y="2175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9" name="pt9759"/>
            <p:cNvSpPr/>
            <p:nvPr/>
          </p:nvSpPr>
          <p:spPr>
            <a:xfrm>
              <a:off x="4874438" y="2581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0" name="pt9760"/>
            <p:cNvSpPr/>
            <p:nvPr/>
          </p:nvSpPr>
          <p:spPr>
            <a:xfrm>
              <a:off x="5005298" y="2634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1" name="pt9761"/>
            <p:cNvSpPr/>
            <p:nvPr/>
          </p:nvSpPr>
          <p:spPr>
            <a:xfrm>
              <a:off x="5108574" y="2142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2" name="pt9762"/>
            <p:cNvSpPr/>
            <p:nvPr/>
          </p:nvSpPr>
          <p:spPr>
            <a:xfrm>
              <a:off x="5486150" y="2128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3" name="pt9763"/>
            <p:cNvSpPr/>
            <p:nvPr/>
          </p:nvSpPr>
          <p:spPr>
            <a:xfrm>
              <a:off x="4958418" y="2576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4" name="pt9764"/>
            <p:cNvSpPr/>
            <p:nvPr/>
          </p:nvSpPr>
          <p:spPr>
            <a:xfrm>
              <a:off x="5272586" y="2256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5" name="pt9765"/>
            <p:cNvSpPr/>
            <p:nvPr/>
          </p:nvSpPr>
          <p:spPr>
            <a:xfrm>
              <a:off x="5421833" y="2149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6" name="pt9766"/>
            <p:cNvSpPr/>
            <p:nvPr/>
          </p:nvSpPr>
          <p:spPr>
            <a:xfrm>
              <a:off x="5069881" y="2257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7" name="pt9767"/>
            <p:cNvSpPr/>
            <p:nvPr/>
          </p:nvSpPr>
          <p:spPr>
            <a:xfrm>
              <a:off x="5723544" y="1886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8" name="pt9768"/>
            <p:cNvSpPr/>
            <p:nvPr/>
          </p:nvSpPr>
          <p:spPr>
            <a:xfrm>
              <a:off x="5663163" y="2224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9" name="pt9769"/>
            <p:cNvSpPr/>
            <p:nvPr/>
          </p:nvSpPr>
          <p:spPr>
            <a:xfrm>
              <a:off x="5246066" y="224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0" name="pt9770"/>
            <p:cNvSpPr/>
            <p:nvPr/>
          </p:nvSpPr>
          <p:spPr>
            <a:xfrm>
              <a:off x="5351818" y="2025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1" name="pt9771"/>
            <p:cNvSpPr/>
            <p:nvPr/>
          </p:nvSpPr>
          <p:spPr>
            <a:xfrm>
              <a:off x="4979365" y="2511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2" name="pt9772"/>
            <p:cNvSpPr/>
            <p:nvPr/>
          </p:nvSpPr>
          <p:spPr>
            <a:xfrm>
              <a:off x="5609053" y="2032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3" name="pt9773"/>
            <p:cNvSpPr/>
            <p:nvPr/>
          </p:nvSpPr>
          <p:spPr>
            <a:xfrm>
              <a:off x="5329364" y="2204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4" name="pt9774"/>
            <p:cNvSpPr/>
            <p:nvPr/>
          </p:nvSpPr>
          <p:spPr>
            <a:xfrm>
              <a:off x="5644096" y="1965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5" name="pt9775"/>
            <p:cNvSpPr/>
            <p:nvPr/>
          </p:nvSpPr>
          <p:spPr>
            <a:xfrm>
              <a:off x="5032647" y="2766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6" name="pt9776"/>
            <p:cNvSpPr/>
            <p:nvPr/>
          </p:nvSpPr>
          <p:spPr>
            <a:xfrm>
              <a:off x="5374833" y="2012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7" name="pt9777"/>
            <p:cNvSpPr/>
            <p:nvPr/>
          </p:nvSpPr>
          <p:spPr>
            <a:xfrm>
              <a:off x="5223544" y="2197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8" name="pt9778"/>
            <p:cNvSpPr/>
            <p:nvPr/>
          </p:nvSpPr>
          <p:spPr>
            <a:xfrm>
              <a:off x="5570347" y="1851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9" name="pt9779"/>
            <p:cNvSpPr/>
            <p:nvPr/>
          </p:nvSpPr>
          <p:spPr>
            <a:xfrm>
              <a:off x="5302082" y="2142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0" name="pt9780"/>
            <p:cNvSpPr/>
            <p:nvPr/>
          </p:nvSpPr>
          <p:spPr>
            <a:xfrm>
              <a:off x="5422114" y="2145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1" name="pt9781"/>
            <p:cNvSpPr/>
            <p:nvPr/>
          </p:nvSpPr>
          <p:spPr>
            <a:xfrm>
              <a:off x="5569795" y="185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2" name="pt9782"/>
            <p:cNvSpPr/>
            <p:nvPr/>
          </p:nvSpPr>
          <p:spPr>
            <a:xfrm>
              <a:off x="5560724" y="1994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3" name="pt9783"/>
            <p:cNvSpPr/>
            <p:nvPr/>
          </p:nvSpPr>
          <p:spPr>
            <a:xfrm>
              <a:off x="5486313" y="1930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4" name="pt9784"/>
            <p:cNvSpPr/>
            <p:nvPr/>
          </p:nvSpPr>
          <p:spPr>
            <a:xfrm>
              <a:off x="5476026" y="2241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5" name="pt9785"/>
            <p:cNvSpPr/>
            <p:nvPr/>
          </p:nvSpPr>
          <p:spPr>
            <a:xfrm>
              <a:off x="5018763" y="2564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6" name="pt9786"/>
            <p:cNvSpPr/>
            <p:nvPr/>
          </p:nvSpPr>
          <p:spPr>
            <a:xfrm>
              <a:off x="5340182" y="2094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7" name="pt9787"/>
            <p:cNvSpPr/>
            <p:nvPr/>
          </p:nvSpPr>
          <p:spPr>
            <a:xfrm>
              <a:off x="4950654" y="2358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8" name="pt9788"/>
            <p:cNvSpPr/>
            <p:nvPr/>
          </p:nvSpPr>
          <p:spPr>
            <a:xfrm>
              <a:off x="5592720" y="1720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9" name="pt9789"/>
            <p:cNvSpPr/>
            <p:nvPr/>
          </p:nvSpPr>
          <p:spPr>
            <a:xfrm>
              <a:off x="4971486" y="2603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0" name="pt9790"/>
            <p:cNvSpPr/>
            <p:nvPr/>
          </p:nvSpPr>
          <p:spPr>
            <a:xfrm>
              <a:off x="5013228" y="2565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1" name="pt9791"/>
            <p:cNvSpPr/>
            <p:nvPr/>
          </p:nvSpPr>
          <p:spPr>
            <a:xfrm>
              <a:off x="5191689" y="2103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2" name="pt9792"/>
            <p:cNvSpPr/>
            <p:nvPr/>
          </p:nvSpPr>
          <p:spPr>
            <a:xfrm>
              <a:off x="5492578" y="1958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3" name="pt9793"/>
            <p:cNvSpPr/>
            <p:nvPr/>
          </p:nvSpPr>
          <p:spPr>
            <a:xfrm>
              <a:off x="5537331" y="1971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4" name="pt9794"/>
            <p:cNvSpPr/>
            <p:nvPr/>
          </p:nvSpPr>
          <p:spPr>
            <a:xfrm>
              <a:off x="5455808" y="2208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5" name="pt9795"/>
            <p:cNvSpPr/>
            <p:nvPr/>
          </p:nvSpPr>
          <p:spPr>
            <a:xfrm>
              <a:off x="5322632" y="2284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6" name="pt9796"/>
            <p:cNvSpPr/>
            <p:nvPr/>
          </p:nvSpPr>
          <p:spPr>
            <a:xfrm>
              <a:off x="5212117" y="2217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7" name="pt9797"/>
            <p:cNvSpPr/>
            <p:nvPr/>
          </p:nvSpPr>
          <p:spPr>
            <a:xfrm>
              <a:off x="5324584" y="2066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8" name="pt9798"/>
            <p:cNvSpPr/>
            <p:nvPr/>
          </p:nvSpPr>
          <p:spPr>
            <a:xfrm>
              <a:off x="5570081" y="1918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9" name="pt9799"/>
            <p:cNvSpPr/>
            <p:nvPr/>
          </p:nvSpPr>
          <p:spPr>
            <a:xfrm>
              <a:off x="5654576" y="1840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0" name="pt9800"/>
            <p:cNvSpPr/>
            <p:nvPr/>
          </p:nvSpPr>
          <p:spPr>
            <a:xfrm>
              <a:off x="5476684" y="2218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1" name="pt9801"/>
            <p:cNvSpPr/>
            <p:nvPr/>
          </p:nvSpPr>
          <p:spPr>
            <a:xfrm>
              <a:off x="5276175" y="2028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2" name="pt9802"/>
            <p:cNvSpPr/>
            <p:nvPr/>
          </p:nvSpPr>
          <p:spPr>
            <a:xfrm>
              <a:off x="5162218" y="2148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3" name="pt9803"/>
            <p:cNvSpPr/>
            <p:nvPr/>
          </p:nvSpPr>
          <p:spPr>
            <a:xfrm>
              <a:off x="5149407" y="2049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4" name="pt9804"/>
            <p:cNvSpPr/>
            <p:nvPr/>
          </p:nvSpPr>
          <p:spPr>
            <a:xfrm>
              <a:off x="5547535" y="1930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5" name="pt9805"/>
            <p:cNvSpPr/>
            <p:nvPr/>
          </p:nvSpPr>
          <p:spPr>
            <a:xfrm>
              <a:off x="5383368" y="2036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6" name="pt9806"/>
            <p:cNvSpPr/>
            <p:nvPr/>
          </p:nvSpPr>
          <p:spPr>
            <a:xfrm>
              <a:off x="5556748" y="2117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7" name="pt9807"/>
            <p:cNvSpPr/>
            <p:nvPr/>
          </p:nvSpPr>
          <p:spPr>
            <a:xfrm>
              <a:off x="5597855" y="1863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8" name="pt9808"/>
            <p:cNvSpPr/>
            <p:nvPr/>
          </p:nvSpPr>
          <p:spPr>
            <a:xfrm>
              <a:off x="5324562" y="2146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9" name="pt9809"/>
            <p:cNvSpPr/>
            <p:nvPr/>
          </p:nvSpPr>
          <p:spPr>
            <a:xfrm>
              <a:off x="5271308" y="2280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0" name="pt9810"/>
            <p:cNvSpPr/>
            <p:nvPr/>
          </p:nvSpPr>
          <p:spPr>
            <a:xfrm>
              <a:off x="5478048" y="2268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1" name="pt9811"/>
            <p:cNvSpPr/>
            <p:nvPr/>
          </p:nvSpPr>
          <p:spPr>
            <a:xfrm>
              <a:off x="5650720" y="1914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2" name="pt9812"/>
            <p:cNvSpPr/>
            <p:nvPr/>
          </p:nvSpPr>
          <p:spPr>
            <a:xfrm>
              <a:off x="5655135" y="1947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3" name="pt9813"/>
            <p:cNvSpPr/>
            <p:nvPr/>
          </p:nvSpPr>
          <p:spPr>
            <a:xfrm>
              <a:off x="5311516" y="2166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4" name="pt9814"/>
            <p:cNvSpPr/>
            <p:nvPr/>
          </p:nvSpPr>
          <p:spPr>
            <a:xfrm>
              <a:off x="5346809" y="2020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5" name="pt9815"/>
            <p:cNvSpPr/>
            <p:nvPr/>
          </p:nvSpPr>
          <p:spPr>
            <a:xfrm>
              <a:off x="5129234" y="1992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6" name="pt9816"/>
            <p:cNvSpPr/>
            <p:nvPr/>
          </p:nvSpPr>
          <p:spPr>
            <a:xfrm>
              <a:off x="5107135" y="2136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7" name="pt9817"/>
            <p:cNvSpPr/>
            <p:nvPr/>
          </p:nvSpPr>
          <p:spPr>
            <a:xfrm>
              <a:off x="4691291" y="2596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8" name="pt9818"/>
            <p:cNvSpPr/>
            <p:nvPr/>
          </p:nvSpPr>
          <p:spPr>
            <a:xfrm>
              <a:off x="5034275" y="2491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9" name="pt9819"/>
            <p:cNvSpPr/>
            <p:nvPr/>
          </p:nvSpPr>
          <p:spPr>
            <a:xfrm>
              <a:off x="5351666" y="2085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0" name="pt9820"/>
            <p:cNvSpPr/>
            <p:nvPr/>
          </p:nvSpPr>
          <p:spPr>
            <a:xfrm>
              <a:off x="5762004" y="1435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1" name="pt9821"/>
            <p:cNvSpPr/>
            <p:nvPr/>
          </p:nvSpPr>
          <p:spPr>
            <a:xfrm>
              <a:off x="4975302" y="2319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2" name="pt9822"/>
            <p:cNvSpPr/>
            <p:nvPr/>
          </p:nvSpPr>
          <p:spPr>
            <a:xfrm>
              <a:off x="4826116" y="1655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3" name="pt9823"/>
            <p:cNvSpPr/>
            <p:nvPr/>
          </p:nvSpPr>
          <p:spPr>
            <a:xfrm>
              <a:off x="5440733" y="2073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4" name="pt9824"/>
            <p:cNvSpPr/>
            <p:nvPr/>
          </p:nvSpPr>
          <p:spPr>
            <a:xfrm>
              <a:off x="5344830" y="2108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5" name="pt9825"/>
            <p:cNvSpPr/>
            <p:nvPr/>
          </p:nvSpPr>
          <p:spPr>
            <a:xfrm>
              <a:off x="5299941" y="2192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6" name="pt9826"/>
            <p:cNvSpPr/>
            <p:nvPr/>
          </p:nvSpPr>
          <p:spPr>
            <a:xfrm>
              <a:off x="5052193" y="2798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7" name="pt9827"/>
            <p:cNvSpPr/>
            <p:nvPr/>
          </p:nvSpPr>
          <p:spPr>
            <a:xfrm>
              <a:off x="5017947" y="2483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8" name="pt9828"/>
            <p:cNvSpPr/>
            <p:nvPr/>
          </p:nvSpPr>
          <p:spPr>
            <a:xfrm>
              <a:off x="5284586" y="2076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9" name="pt9829"/>
            <p:cNvSpPr/>
            <p:nvPr/>
          </p:nvSpPr>
          <p:spPr>
            <a:xfrm>
              <a:off x="5660678" y="2006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0" name="pt9830"/>
            <p:cNvSpPr/>
            <p:nvPr/>
          </p:nvSpPr>
          <p:spPr>
            <a:xfrm>
              <a:off x="4991189" y="2073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1" name="pt9831"/>
            <p:cNvSpPr/>
            <p:nvPr/>
          </p:nvSpPr>
          <p:spPr>
            <a:xfrm>
              <a:off x="5262723" y="2227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2" name="pt9832"/>
            <p:cNvSpPr/>
            <p:nvPr/>
          </p:nvSpPr>
          <p:spPr>
            <a:xfrm>
              <a:off x="5404829" y="2126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3" name="pt9833"/>
            <p:cNvSpPr/>
            <p:nvPr/>
          </p:nvSpPr>
          <p:spPr>
            <a:xfrm>
              <a:off x="5321970" y="2134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4" name="pt9834"/>
            <p:cNvSpPr/>
            <p:nvPr/>
          </p:nvSpPr>
          <p:spPr>
            <a:xfrm>
              <a:off x="5242978" y="2067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5" name="pt9835"/>
            <p:cNvSpPr/>
            <p:nvPr/>
          </p:nvSpPr>
          <p:spPr>
            <a:xfrm>
              <a:off x="5262158" y="2182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6" name="pt9836"/>
            <p:cNvSpPr/>
            <p:nvPr/>
          </p:nvSpPr>
          <p:spPr>
            <a:xfrm>
              <a:off x="5174893" y="2070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7" name="pt9837"/>
            <p:cNvSpPr/>
            <p:nvPr/>
          </p:nvSpPr>
          <p:spPr>
            <a:xfrm>
              <a:off x="5688449" y="1751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8" name="pt9838"/>
            <p:cNvSpPr/>
            <p:nvPr/>
          </p:nvSpPr>
          <p:spPr>
            <a:xfrm>
              <a:off x="5235752" y="2101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9" name="pt9839"/>
            <p:cNvSpPr/>
            <p:nvPr/>
          </p:nvSpPr>
          <p:spPr>
            <a:xfrm>
              <a:off x="5640037" y="184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0" name="pt9840"/>
            <p:cNvSpPr/>
            <p:nvPr/>
          </p:nvSpPr>
          <p:spPr>
            <a:xfrm>
              <a:off x="5257135" y="2240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1" name="pt9841"/>
            <p:cNvSpPr/>
            <p:nvPr/>
          </p:nvSpPr>
          <p:spPr>
            <a:xfrm>
              <a:off x="5571040" y="1885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2" name="pt9842"/>
            <p:cNvSpPr/>
            <p:nvPr/>
          </p:nvSpPr>
          <p:spPr>
            <a:xfrm>
              <a:off x="5101236" y="2140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3" name="pt9843"/>
            <p:cNvSpPr/>
            <p:nvPr/>
          </p:nvSpPr>
          <p:spPr>
            <a:xfrm>
              <a:off x="5394284" y="2102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4" name="pt9844"/>
            <p:cNvSpPr/>
            <p:nvPr/>
          </p:nvSpPr>
          <p:spPr>
            <a:xfrm>
              <a:off x="5197697" y="2015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5" name="pt9845"/>
            <p:cNvSpPr/>
            <p:nvPr/>
          </p:nvSpPr>
          <p:spPr>
            <a:xfrm>
              <a:off x="5427107" y="2119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6" name="pt9846"/>
            <p:cNvSpPr/>
            <p:nvPr/>
          </p:nvSpPr>
          <p:spPr>
            <a:xfrm>
              <a:off x="5658916" y="1919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7" name="pt9847"/>
            <p:cNvSpPr/>
            <p:nvPr/>
          </p:nvSpPr>
          <p:spPr>
            <a:xfrm>
              <a:off x="5549487" y="1955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8" name="pt9848"/>
            <p:cNvSpPr/>
            <p:nvPr/>
          </p:nvSpPr>
          <p:spPr>
            <a:xfrm>
              <a:off x="4971067" y="257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9" name="pt9849"/>
            <p:cNvSpPr/>
            <p:nvPr/>
          </p:nvSpPr>
          <p:spPr>
            <a:xfrm>
              <a:off x="5504141" y="2011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0" name="pt9850"/>
            <p:cNvSpPr/>
            <p:nvPr/>
          </p:nvSpPr>
          <p:spPr>
            <a:xfrm>
              <a:off x="5762774" y="1764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1" name="pt9851"/>
            <p:cNvSpPr/>
            <p:nvPr/>
          </p:nvSpPr>
          <p:spPr>
            <a:xfrm>
              <a:off x="5491657" y="1858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2" name="pt9852"/>
            <p:cNvSpPr/>
            <p:nvPr/>
          </p:nvSpPr>
          <p:spPr>
            <a:xfrm>
              <a:off x="5316004" y="2168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3" name="pt9853"/>
            <p:cNvSpPr/>
            <p:nvPr/>
          </p:nvSpPr>
          <p:spPr>
            <a:xfrm>
              <a:off x="5382803" y="2006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4" name="pt9854"/>
            <p:cNvSpPr/>
            <p:nvPr/>
          </p:nvSpPr>
          <p:spPr>
            <a:xfrm>
              <a:off x="5137896" y="2061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5" name="pt9855"/>
            <p:cNvSpPr/>
            <p:nvPr/>
          </p:nvSpPr>
          <p:spPr>
            <a:xfrm>
              <a:off x="5217943" y="2192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6" name="pt9856"/>
            <p:cNvSpPr/>
            <p:nvPr/>
          </p:nvSpPr>
          <p:spPr>
            <a:xfrm>
              <a:off x="5392706" y="2155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7" name="pt9857"/>
            <p:cNvSpPr/>
            <p:nvPr/>
          </p:nvSpPr>
          <p:spPr>
            <a:xfrm>
              <a:off x="5245668" y="2171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8" name="pt9858"/>
            <p:cNvSpPr/>
            <p:nvPr/>
          </p:nvSpPr>
          <p:spPr>
            <a:xfrm>
              <a:off x="5084801" y="2511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9" name="pt9859"/>
            <p:cNvSpPr/>
            <p:nvPr/>
          </p:nvSpPr>
          <p:spPr>
            <a:xfrm>
              <a:off x="5348538" y="2140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0" name="pt9860"/>
            <p:cNvSpPr/>
            <p:nvPr/>
          </p:nvSpPr>
          <p:spPr>
            <a:xfrm>
              <a:off x="5593038" y="1853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1" name="pt9861"/>
            <p:cNvSpPr/>
            <p:nvPr/>
          </p:nvSpPr>
          <p:spPr>
            <a:xfrm>
              <a:off x="5221187" y="2220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2" name="pt9862"/>
            <p:cNvSpPr/>
            <p:nvPr/>
          </p:nvSpPr>
          <p:spPr>
            <a:xfrm>
              <a:off x="5619773" y="1981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3" name="pt9863"/>
            <p:cNvSpPr/>
            <p:nvPr/>
          </p:nvSpPr>
          <p:spPr>
            <a:xfrm>
              <a:off x="5644567" y="194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4" name="pt9864"/>
            <p:cNvSpPr/>
            <p:nvPr/>
          </p:nvSpPr>
          <p:spPr>
            <a:xfrm>
              <a:off x="5171786" y="2166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5" name="pt9865"/>
            <p:cNvSpPr/>
            <p:nvPr/>
          </p:nvSpPr>
          <p:spPr>
            <a:xfrm>
              <a:off x="5011653" y="2618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6" name="pt9866"/>
            <p:cNvSpPr/>
            <p:nvPr/>
          </p:nvSpPr>
          <p:spPr>
            <a:xfrm>
              <a:off x="5678118" y="1982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7" name="pt9867"/>
            <p:cNvSpPr/>
            <p:nvPr/>
          </p:nvSpPr>
          <p:spPr>
            <a:xfrm>
              <a:off x="5105387" y="2068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8" name="pt9868"/>
            <p:cNvSpPr/>
            <p:nvPr/>
          </p:nvSpPr>
          <p:spPr>
            <a:xfrm>
              <a:off x="4945031" y="2634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9" name="pt9869"/>
            <p:cNvSpPr/>
            <p:nvPr/>
          </p:nvSpPr>
          <p:spPr>
            <a:xfrm>
              <a:off x="5274022" y="1994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0" name="pt9870"/>
            <p:cNvSpPr/>
            <p:nvPr/>
          </p:nvSpPr>
          <p:spPr>
            <a:xfrm>
              <a:off x="5275672" y="1904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1" name="pt9871"/>
            <p:cNvSpPr/>
            <p:nvPr/>
          </p:nvSpPr>
          <p:spPr>
            <a:xfrm>
              <a:off x="5207147" y="2119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2" name="pt9872"/>
            <p:cNvSpPr/>
            <p:nvPr/>
          </p:nvSpPr>
          <p:spPr>
            <a:xfrm>
              <a:off x="5272999" y="2212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3" name="pt9873"/>
            <p:cNvSpPr/>
            <p:nvPr/>
          </p:nvSpPr>
          <p:spPr>
            <a:xfrm>
              <a:off x="5315335" y="2186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4" name="pt9874"/>
            <p:cNvSpPr/>
            <p:nvPr/>
          </p:nvSpPr>
          <p:spPr>
            <a:xfrm>
              <a:off x="5403184" y="2112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5" name="pt9875"/>
            <p:cNvSpPr/>
            <p:nvPr/>
          </p:nvSpPr>
          <p:spPr>
            <a:xfrm>
              <a:off x="5316441" y="2238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6" name="pt9876"/>
            <p:cNvSpPr/>
            <p:nvPr/>
          </p:nvSpPr>
          <p:spPr>
            <a:xfrm>
              <a:off x="5408642" y="2204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7" name="pt9877"/>
            <p:cNvSpPr/>
            <p:nvPr/>
          </p:nvSpPr>
          <p:spPr>
            <a:xfrm>
              <a:off x="5114628" y="2122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8" name="pt9878"/>
            <p:cNvSpPr/>
            <p:nvPr/>
          </p:nvSpPr>
          <p:spPr>
            <a:xfrm>
              <a:off x="4778045" y="306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9" name="pt9879"/>
            <p:cNvSpPr/>
            <p:nvPr/>
          </p:nvSpPr>
          <p:spPr>
            <a:xfrm>
              <a:off x="5532962" y="1961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0" name="pt9880"/>
            <p:cNvSpPr/>
            <p:nvPr/>
          </p:nvSpPr>
          <p:spPr>
            <a:xfrm>
              <a:off x="5609708" y="2012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1" name="pt9881"/>
            <p:cNvSpPr/>
            <p:nvPr/>
          </p:nvSpPr>
          <p:spPr>
            <a:xfrm>
              <a:off x="5449376" y="2209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2" name="pt9882"/>
            <p:cNvSpPr/>
            <p:nvPr/>
          </p:nvSpPr>
          <p:spPr>
            <a:xfrm>
              <a:off x="5452200" y="2251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3" name="pt9883"/>
            <p:cNvSpPr/>
            <p:nvPr/>
          </p:nvSpPr>
          <p:spPr>
            <a:xfrm>
              <a:off x="5564134" y="1959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4" name="pt9884"/>
            <p:cNvSpPr/>
            <p:nvPr/>
          </p:nvSpPr>
          <p:spPr>
            <a:xfrm>
              <a:off x="5383796" y="2111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5" name="pt9885"/>
            <p:cNvSpPr/>
            <p:nvPr/>
          </p:nvSpPr>
          <p:spPr>
            <a:xfrm>
              <a:off x="5747526" y="1778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6" name="pt9886"/>
            <p:cNvSpPr/>
            <p:nvPr/>
          </p:nvSpPr>
          <p:spPr>
            <a:xfrm>
              <a:off x="5011740" y="2487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7" name="pt9887"/>
            <p:cNvSpPr/>
            <p:nvPr/>
          </p:nvSpPr>
          <p:spPr>
            <a:xfrm>
              <a:off x="5368575" y="1924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8" name="pt9888"/>
            <p:cNvSpPr/>
            <p:nvPr/>
          </p:nvSpPr>
          <p:spPr>
            <a:xfrm>
              <a:off x="5568059" y="1838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9" name="pt9889"/>
            <p:cNvSpPr/>
            <p:nvPr/>
          </p:nvSpPr>
          <p:spPr>
            <a:xfrm>
              <a:off x="5177737" y="2157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0" name="pt9890"/>
            <p:cNvSpPr/>
            <p:nvPr/>
          </p:nvSpPr>
          <p:spPr>
            <a:xfrm>
              <a:off x="5512449" y="2169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1" name="pt9891"/>
            <p:cNvSpPr/>
            <p:nvPr/>
          </p:nvSpPr>
          <p:spPr>
            <a:xfrm>
              <a:off x="4786336" y="2660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2" name="pt9892"/>
            <p:cNvSpPr/>
            <p:nvPr/>
          </p:nvSpPr>
          <p:spPr>
            <a:xfrm>
              <a:off x="5125074" y="1987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3" name="pt9893"/>
            <p:cNvSpPr/>
            <p:nvPr/>
          </p:nvSpPr>
          <p:spPr>
            <a:xfrm>
              <a:off x="5114681" y="2286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4" name="pt9894"/>
            <p:cNvSpPr/>
            <p:nvPr/>
          </p:nvSpPr>
          <p:spPr>
            <a:xfrm>
              <a:off x="5652745" y="1993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5" name="pt9895"/>
            <p:cNvSpPr/>
            <p:nvPr/>
          </p:nvSpPr>
          <p:spPr>
            <a:xfrm>
              <a:off x="5455991" y="2231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6" name="pt9896"/>
            <p:cNvSpPr/>
            <p:nvPr/>
          </p:nvSpPr>
          <p:spPr>
            <a:xfrm>
              <a:off x="5281614" y="2091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7" name="pt9897"/>
            <p:cNvSpPr/>
            <p:nvPr/>
          </p:nvSpPr>
          <p:spPr>
            <a:xfrm>
              <a:off x="5369576" y="2077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8" name="pt9898"/>
            <p:cNvSpPr/>
            <p:nvPr/>
          </p:nvSpPr>
          <p:spPr>
            <a:xfrm>
              <a:off x="5177300" y="2068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9" name="pt9899"/>
            <p:cNvSpPr/>
            <p:nvPr/>
          </p:nvSpPr>
          <p:spPr>
            <a:xfrm>
              <a:off x="5525804" y="2038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0" name="pt9900"/>
            <p:cNvSpPr/>
            <p:nvPr/>
          </p:nvSpPr>
          <p:spPr>
            <a:xfrm>
              <a:off x="5016029" y="2647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1" name="pt9901"/>
            <p:cNvSpPr/>
            <p:nvPr/>
          </p:nvSpPr>
          <p:spPr>
            <a:xfrm>
              <a:off x="5417740" y="2272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2" name="pt9902"/>
            <p:cNvSpPr/>
            <p:nvPr/>
          </p:nvSpPr>
          <p:spPr>
            <a:xfrm>
              <a:off x="5515933" y="2009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3" name="pt9903"/>
            <p:cNvSpPr/>
            <p:nvPr/>
          </p:nvSpPr>
          <p:spPr>
            <a:xfrm>
              <a:off x="5482179" y="2272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4" name="pt9904"/>
            <p:cNvSpPr/>
            <p:nvPr/>
          </p:nvSpPr>
          <p:spPr>
            <a:xfrm>
              <a:off x="5870287" y="1621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5" name="pt9905"/>
            <p:cNvSpPr/>
            <p:nvPr/>
          </p:nvSpPr>
          <p:spPr>
            <a:xfrm>
              <a:off x="4753943" y="2745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6" name="pt9906"/>
            <p:cNvSpPr/>
            <p:nvPr/>
          </p:nvSpPr>
          <p:spPr>
            <a:xfrm>
              <a:off x="5468522" y="2232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7" name="pt9907"/>
            <p:cNvSpPr/>
            <p:nvPr/>
          </p:nvSpPr>
          <p:spPr>
            <a:xfrm>
              <a:off x="5201254" y="1902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8" name="pt9908"/>
            <p:cNvSpPr/>
            <p:nvPr/>
          </p:nvSpPr>
          <p:spPr>
            <a:xfrm>
              <a:off x="5265487" y="2249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9" name="pt9909"/>
            <p:cNvSpPr/>
            <p:nvPr/>
          </p:nvSpPr>
          <p:spPr>
            <a:xfrm>
              <a:off x="5469227" y="2228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0" name="pt9910"/>
            <p:cNvSpPr/>
            <p:nvPr/>
          </p:nvSpPr>
          <p:spPr>
            <a:xfrm>
              <a:off x="5059271" y="2511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1" name="pt9911"/>
            <p:cNvSpPr/>
            <p:nvPr/>
          </p:nvSpPr>
          <p:spPr>
            <a:xfrm>
              <a:off x="5689496" y="1909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2" name="pt9912"/>
            <p:cNvSpPr/>
            <p:nvPr/>
          </p:nvSpPr>
          <p:spPr>
            <a:xfrm>
              <a:off x="5572650" y="1900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3" name="pt9913"/>
            <p:cNvSpPr/>
            <p:nvPr/>
          </p:nvSpPr>
          <p:spPr>
            <a:xfrm>
              <a:off x="4837149" y="2466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4" name="pt9914"/>
            <p:cNvSpPr/>
            <p:nvPr/>
          </p:nvSpPr>
          <p:spPr>
            <a:xfrm>
              <a:off x="5175450" y="2109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5" name="pt9915"/>
            <p:cNvSpPr/>
            <p:nvPr/>
          </p:nvSpPr>
          <p:spPr>
            <a:xfrm>
              <a:off x="5690206" y="1947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6" name="pt9916"/>
            <p:cNvSpPr/>
            <p:nvPr/>
          </p:nvSpPr>
          <p:spPr>
            <a:xfrm>
              <a:off x="5295718" y="1873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7" name="pt9917"/>
            <p:cNvSpPr/>
            <p:nvPr/>
          </p:nvSpPr>
          <p:spPr>
            <a:xfrm>
              <a:off x="5180277" y="2059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8" name="pt9918"/>
            <p:cNvSpPr/>
            <p:nvPr/>
          </p:nvSpPr>
          <p:spPr>
            <a:xfrm>
              <a:off x="5591725" y="1824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9" name="pt9919"/>
            <p:cNvSpPr/>
            <p:nvPr/>
          </p:nvSpPr>
          <p:spPr>
            <a:xfrm>
              <a:off x="5511122" y="1912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0" name="pt9920"/>
            <p:cNvSpPr/>
            <p:nvPr/>
          </p:nvSpPr>
          <p:spPr>
            <a:xfrm>
              <a:off x="4998556" y="2517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1" name="pt9921"/>
            <p:cNvSpPr/>
            <p:nvPr/>
          </p:nvSpPr>
          <p:spPr>
            <a:xfrm>
              <a:off x="5228435" y="2225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2" name="pt9922"/>
            <p:cNvSpPr/>
            <p:nvPr/>
          </p:nvSpPr>
          <p:spPr>
            <a:xfrm>
              <a:off x="5454307" y="2303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3" name="pt9923"/>
            <p:cNvSpPr/>
            <p:nvPr/>
          </p:nvSpPr>
          <p:spPr>
            <a:xfrm>
              <a:off x="4987206" y="1645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4" name="pt9924"/>
            <p:cNvSpPr/>
            <p:nvPr/>
          </p:nvSpPr>
          <p:spPr>
            <a:xfrm>
              <a:off x="5952644" y="1838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5" name="pt9925"/>
            <p:cNvSpPr/>
            <p:nvPr/>
          </p:nvSpPr>
          <p:spPr>
            <a:xfrm>
              <a:off x="4981053" y="2171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6" name="pt9926"/>
            <p:cNvSpPr/>
            <p:nvPr/>
          </p:nvSpPr>
          <p:spPr>
            <a:xfrm>
              <a:off x="5375177" y="2074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7" name="pt9927"/>
            <p:cNvSpPr/>
            <p:nvPr/>
          </p:nvSpPr>
          <p:spPr>
            <a:xfrm>
              <a:off x="5007289" y="2630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8" name="pt9928"/>
            <p:cNvSpPr/>
            <p:nvPr/>
          </p:nvSpPr>
          <p:spPr>
            <a:xfrm>
              <a:off x="5905417" y="2041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9" name="pt9929"/>
            <p:cNvSpPr/>
            <p:nvPr/>
          </p:nvSpPr>
          <p:spPr>
            <a:xfrm>
              <a:off x="5475012" y="2258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0" name="pt9930"/>
            <p:cNvSpPr/>
            <p:nvPr/>
          </p:nvSpPr>
          <p:spPr>
            <a:xfrm>
              <a:off x="5400701" y="2119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1" name="pt9931"/>
            <p:cNvSpPr/>
            <p:nvPr/>
          </p:nvSpPr>
          <p:spPr>
            <a:xfrm>
              <a:off x="5337044" y="2165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2" name="pt9932"/>
            <p:cNvSpPr/>
            <p:nvPr/>
          </p:nvSpPr>
          <p:spPr>
            <a:xfrm>
              <a:off x="5063878" y="2499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3" name="pt9933"/>
            <p:cNvSpPr/>
            <p:nvPr/>
          </p:nvSpPr>
          <p:spPr>
            <a:xfrm>
              <a:off x="5481183" y="2232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4" name="pt9934"/>
            <p:cNvSpPr/>
            <p:nvPr/>
          </p:nvSpPr>
          <p:spPr>
            <a:xfrm>
              <a:off x="5726078" y="1935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5" name="pt9935"/>
            <p:cNvSpPr/>
            <p:nvPr/>
          </p:nvSpPr>
          <p:spPr>
            <a:xfrm>
              <a:off x="5031775" y="267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6" name="pt9936"/>
            <p:cNvSpPr/>
            <p:nvPr/>
          </p:nvSpPr>
          <p:spPr>
            <a:xfrm>
              <a:off x="5336057" y="2182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7" name="pt9937"/>
            <p:cNvSpPr/>
            <p:nvPr/>
          </p:nvSpPr>
          <p:spPr>
            <a:xfrm>
              <a:off x="5454865" y="2169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8" name="pt9938"/>
            <p:cNvSpPr/>
            <p:nvPr/>
          </p:nvSpPr>
          <p:spPr>
            <a:xfrm>
              <a:off x="5570737" y="1933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9" name="pt9939"/>
            <p:cNvSpPr/>
            <p:nvPr/>
          </p:nvSpPr>
          <p:spPr>
            <a:xfrm>
              <a:off x="5194834" y="2038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0" name="pt9940"/>
            <p:cNvSpPr/>
            <p:nvPr/>
          </p:nvSpPr>
          <p:spPr>
            <a:xfrm>
              <a:off x="4918897" y="2029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1" name="pt9941"/>
            <p:cNvSpPr/>
            <p:nvPr/>
          </p:nvSpPr>
          <p:spPr>
            <a:xfrm>
              <a:off x="5298775" y="2197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2" name="pt9942"/>
            <p:cNvSpPr/>
            <p:nvPr/>
          </p:nvSpPr>
          <p:spPr>
            <a:xfrm>
              <a:off x="5222551" y="2099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3" name="pt9943"/>
            <p:cNvSpPr/>
            <p:nvPr/>
          </p:nvSpPr>
          <p:spPr>
            <a:xfrm>
              <a:off x="5875119" y="2042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4" name="pt9944"/>
            <p:cNvSpPr/>
            <p:nvPr/>
          </p:nvSpPr>
          <p:spPr>
            <a:xfrm>
              <a:off x="4985061" y="2168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5" name="pt9945"/>
            <p:cNvSpPr/>
            <p:nvPr/>
          </p:nvSpPr>
          <p:spPr>
            <a:xfrm>
              <a:off x="5112461" y="209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6" name="pt9946"/>
            <p:cNvSpPr/>
            <p:nvPr/>
          </p:nvSpPr>
          <p:spPr>
            <a:xfrm>
              <a:off x="5484150" y="2245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7" name="pt9947"/>
            <p:cNvSpPr/>
            <p:nvPr/>
          </p:nvSpPr>
          <p:spPr>
            <a:xfrm>
              <a:off x="5154857" y="2080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8" name="pt9948"/>
            <p:cNvSpPr/>
            <p:nvPr/>
          </p:nvSpPr>
          <p:spPr>
            <a:xfrm>
              <a:off x="5445539" y="2082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9" name="pt9949"/>
            <p:cNvSpPr/>
            <p:nvPr/>
          </p:nvSpPr>
          <p:spPr>
            <a:xfrm>
              <a:off x="5629081" y="1796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0" name="pt9950"/>
            <p:cNvSpPr/>
            <p:nvPr/>
          </p:nvSpPr>
          <p:spPr>
            <a:xfrm>
              <a:off x="5004001" y="2501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1" name="pt9951"/>
            <p:cNvSpPr/>
            <p:nvPr/>
          </p:nvSpPr>
          <p:spPr>
            <a:xfrm>
              <a:off x="5378749" y="2091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2" name="pt9952"/>
            <p:cNvSpPr/>
            <p:nvPr/>
          </p:nvSpPr>
          <p:spPr>
            <a:xfrm>
              <a:off x="5745540" y="1711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3" name="pt9953"/>
            <p:cNvSpPr/>
            <p:nvPr/>
          </p:nvSpPr>
          <p:spPr>
            <a:xfrm>
              <a:off x="5248453" y="2222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4" name="pt9954"/>
            <p:cNvSpPr/>
            <p:nvPr/>
          </p:nvSpPr>
          <p:spPr>
            <a:xfrm>
              <a:off x="5327869" y="2079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5" name="pt9955"/>
            <p:cNvSpPr/>
            <p:nvPr/>
          </p:nvSpPr>
          <p:spPr>
            <a:xfrm>
              <a:off x="4990150" y="1807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6" name="pt9956"/>
            <p:cNvSpPr/>
            <p:nvPr/>
          </p:nvSpPr>
          <p:spPr>
            <a:xfrm>
              <a:off x="5288386" y="2031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7" name="pt9957"/>
            <p:cNvSpPr/>
            <p:nvPr/>
          </p:nvSpPr>
          <p:spPr>
            <a:xfrm>
              <a:off x="5321500" y="2252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8" name="pt9958"/>
            <p:cNvSpPr/>
            <p:nvPr/>
          </p:nvSpPr>
          <p:spPr>
            <a:xfrm>
              <a:off x="5221535" y="2213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9" name="pt9959"/>
            <p:cNvSpPr/>
            <p:nvPr/>
          </p:nvSpPr>
          <p:spPr>
            <a:xfrm>
              <a:off x="5547369" y="1985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0" name="pt9960"/>
            <p:cNvSpPr/>
            <p:nvPr/>
          </p:nvSpPr>
          <p:spPr>
            <a:xfrm>
              <a:off x="5324925" y="2105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1" name="pt9961"/>
            <p:cNvSpPr/>
            <p:nvPr/>
          </p:nvSpPr>
          <p:spPr>
            <a:xfrm>
              <a:off x="5062752" y="2498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2" name="pt9962"/>
            <p:cNvSpPr/>
            <p:nvPr/>
          </p:nvSpPr>
          <p:spPr>
            <a:xfrm>
              <a:off x="5288435" y="2121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3" name="pt9963"/>
            <p:cNvSpPr/>
            <p:nvPr/>
          </p:nvSpPr>
          <p:spPr>
            <a:xfrm>
              <a:off x="4877637" y="2664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4" name="pt9964"/>
            <p:cNvSpPr/>
            <p:nvPr/>
          </p:nvSpPr>
          <p:spPr>
            <a:xfrm>
              <a:off x="5651716" y="1916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5" name="pt9965"/>
            <p:cNvSpPr/>
            <p:nvPr/>
          </p:nvSpPr>
          <p:spPr>
            <a:xfrm>
              <a:off x="5064801" y="2598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6" name="pt9966"/>
            <p:cNvSpPr/>
            <p:nvPr/>
          </p:nvSpPr>
          <p:spPr>
            <a:xfrm>
              <a:off x="5359526" y="2076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7" name="pt9967"/>
            <p:cNvSpPr/>
            <p:nvPr/>
          </p:nvSpPr>
          <p:spPr>
            <a:xfrm>
              <a:off x="5694245" y="197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8" name="pt9968"/>
            <p:cNvSpPr/>
            <p:nvPr/>
          </p:nvSpPr>
          <p:spPr>
            <a:xfrm>
              <a:off x="5090367" y="2286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9" name="pt9969"/>
            <p:cNvSpPr/>
            <p:nvPr/>
          </p:nvSpPr>
          <p:spPr>
            <a:xfrm>
              <a:off x="5065019" y="2433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0" name="pt9970"/>
            <p:cNvSpPr/>
            <p:nvPr/>
          </p:nvSpPr>
          <p:spPr>
            <a:xfrm>
              <a:off x="5123560" y="1905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1" name="pt9971"/>
            <p:cNvSpPr/>
            <p:nvPr/>
          </p:nvSpPr>
          <p:spPr>
            <a:xfrm>
              <a:off x="4922634" y="2209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2" name="pt9972"/>
            <p:cNvSpPr/>
            <p:nvPr/>
          </p:nvSpPr>
          <p:spPr>
            <a:xfrm>
              <a:off x="5375666" y="2093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3" name="pt9973"/>
            <p:cNvSpPr/>
            <p:nvPr/>
          </p:nvSpPr>
          <p:spPr>
            <a:xfrm>
              <a:off x="5134636" y="1824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4" name="pt9974"/>
            <p:cNvSpPr/>
            <p:nvPr/>
          </p:nvSpPr>
          <p:spPr>
            <a:xfrm>
              <a:off x="5507021" y="2010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5" name="pt9975"/>
            <p:cNvSpPr/>
            <p:nvPr/>
          </p:nvSpPr>
          <p:spPr>
            <a:xfrm>
              <a:off x="5598285" y="1896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6" name="pt9976"/>
            <p:cNvSpPr/>
            <p:nvPr/>
          </p:nvSpPr>
          <p:spPr>
            <a:xfrm>
              <a:off x="5529769" y="2110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7" name="pt9977"/>
            <p:cNvSpPr/>
            <p:nvPr/>
          </p:nvSpPr>
          <p:spPr>
            <a:xfrm>
              <a:off x="5279285" y="2021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8" name="pt9978"/>
            <p:cNvSpPr/>
            <p:nvPr/>
          </p:nvSpPr>
          <p:spPr>
            <a:xfrm>
              <a:off x="5365292" y="1953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9" name="pt9979"/>
            <p:cNvSpPr/>
            <p:nvPr/>
          </p:nvSpPr>
          <p:spPr>
            <a:xfrm>
              <a:off x="5559797" y="2165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0" name="pt9980"/>
            <p:cNvSpPr/>
            <p:nvPr/>
          </p:nvSpPr>
          <p:spPr>
            <a:xfrm>
              <a:off x="5208882" y="2158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1" name="pt9981"/>
            <p:cNvSpPr/>
            <p:nvPr/>
          </p:nvSpPr>
          <p:spPr>
            <a:xfrm>
              <a:off x="4736168" y="2701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2" name="pt9982"/>
            <p:cNvSpPr/>
            <p:nvPr/>
          </p:nvSpPr>
          <p:spPr>
            <a:xfrm>
              <a:off x="4942226" y="2696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3" name="pt9983"/>
            <p:cNvSpPr/>
            <p:nvPr/>
          </p:nvSpPr>
          <p:spPr>
            <a:xfrm>
              <a:off x="5538234" y="2059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4" name="pt9984"/>
            <p:cNvSpPr/>
            <p:nvPr/>
          </p:nvSpPr>
          <p:spPr>
            <a:xfrm>
              <a:off x="5463785" y="2237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5" name="pt9985"/>
            <p:cNvSpPr/>
            <p:nvPr/>
          </p:nvSpPr>
          <p:spPr>
            <a:xfrm>
              <a:off x="5199822" y="2068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6" name="pt9986"/>
            <p:cNvSpPr/>
            <p:nvPr/>
          </p:nvSpPr>
          <p:spPr>
            <a:xfrm>
              <a:off x="5446467" y="2215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7" name="pt9987"/>
            <p:cNvSpPr/>
            <p:nvPr/>
          </p:nvSpPr>
          <p:spPr>
            <a:xfrm>
              <a:off x="5113387" y="2047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8" name="pt9988"/>
            <p:cNvSpPr/>
            <p:nvPr/>
          </p:nvSpPr>
          <p:spPr>
            <a:xfrm>
              <a:off x="5406657" y="2250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9" name="pt9989"/>
            <p:cNvSpPr/>
            <p:nvPr/>
          </p:nvSpPr>
          <p:spPr>
            <a:xfrm>
              <a:off x="5338091" y="2157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0" name="pt9990"/>
            <p:cNvSpPr/>
            <p:nvPr/>
          </p:nvSpPr>
          <p:spPr>
            <a:xfrm>
              <a:off x="5134866" y="1887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1" name="pt9991"/>
            <p:cNvSpPr/>
            <p:nvPr/>
          </p:nvSpPr>
          <p:spPr>
            <a:xfrm>
              <a:off x="5000044" y="2551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2" name="pt9992"/>
            <p:cNvSpPr/>
            <p:nvPr/>
          </p:nvSpPr>
          <p:spPr>
            <a:xfrm>
              <a:off x="5084375" y="2356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3" name="pt9993"/>
            <p:cNvSpPr/>
            <p:nvPr/>
          </p:nvSpPr>
          <p:spPr>
            <a:xfrm>
              <a:off x="5013996" y="2611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4" name="pt9994"/>
            <p:cNvSpPr/>
            <p:nvPr/>
          </p:nvSpPr>
          <p:spPr>
            <a:xfrm>
              <a:off x="5554117" y="1978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5" name="pt9995"/>
            <p:cNvSpPr/>
            <p:nvPr/>
          </p:nvSpPr>
          <p:spPr>
            <a:xfrm>
              <a:off x="5450806" y="2231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6" name="pt9996"/>
            <p:cNvSpPr/>
            <p:nvPr/>
          </p:nvSpPr>
          <p:spPr>
            <a:xfrm>
              <a:off x="5468573" y="2157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7" name="pt9997"/>
            <p:cNvSpPr/>
            <p:nvPr/>
          </p:nvSpPr>
          <p:spPr>
            <a:xfrm>
              <a:off x="5872654" y="1820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8" name="pt9998"/>
            <p:cNvSpPr/>
            <p:nvPr/>
          </p:nvSpPr>
          <p:spPr>
            <a:xfrm>
              <a:off x="5279342" y="2106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9" name="pt9999"/>
            <p:cNvSpPr/>
            <p:nvPr/>
          </p:nvSpPr>
          <p:spPr>
            <a:xfrm>
              <a:off x="5537939" y="1933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0" name="pt10000"/>
            <p:cNvSpPr/>
            <p:nvPr/>
          </p:nvSpPr>
          <p:spPr>
            <a:xfrm>
              <a:off x="5235225" y="2188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1" name="pt10001"/>
            <p:cNvSpPr/>
            <p:nvPr/>
          </p:nvSpPr>
          <p:spPr>
            <a:xfrm>
              <a:off x="4910302" y="2266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2" name="pt10002"/>
            <p:cNvSpPr/>
            <p:nvPr/>
          </p:nvSpPr>
          <p:spPr>
            <a:xfrm>
              <a:off x="5208997" y="2178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3" name="pt10003"/>
            <p:cNvSpPr/>
            <p:nvPr/>
          </p:nvSpPr>
          <p:spPr>
            <a:xfrm>
              <a:off x="5455738" y="2137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4" name="pt10004"/>
            <p:cNvSpPr/>
            <p:nvPr/>
          </p:nvSpPr>
          <p:spPr>
            <a:xfrm>
              <a:off x="5432795" y="2072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5" name="pt10005"/>
            <p:cNvSpPr/>
            <p:nvPr/>
          </p:nvSpPr>
          <p:spPr>
            <a:xfrm>
              <a:off x="5315748" y="2242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6" name="pt10006"/>
            <p:cNvSpPr/>
            <p:nvPr/>
          </p:nvSpPr>
          <p:spPr>
            <a:xfrm>
              <a:off x="5447396" y="2188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7" name="pt10007"/>
            <p:cNvSpPr/>
            <p:nvPr/>
          </p:nvSpPr>
          <p:spPr>
            <a:xfrm>
              <a:off x="5265642" y="2298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8" name="pt10008"/>
            <p:cNvSpPr/>
            <p:nvPr/>
          </p:nvSpPr>
          <p:spPr>
            <a:xfrm>
              <a:off x="5971436" y="2038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9" name="pt10009"/>
            <p:cNvSpPr/>
            <p:nvPr/>
          </p:nvSpPr>
          <p:spPr>
            <a:xfrm>
              <a:off x="4982784" y="1851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0" name="pt10010"/>
            <p:cNvSpPr/>
            <p:nvPr/>
          </p:nvSpPr>
          <p:spPr>
            <a:xfrm>
              <a:off x="5335395" y="2225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1" name="pt10011"/>
            <p:cNvSpPr/>
            <p:nvPr/>
          </p:nvSpPr>
          <p:spPr>
            <a:xfrm>
              <a:off x="5426587" y="2157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2" name="pt10012"/>
            <p:cNvSpPr/>
            <p:nvPr/>
          </p:nvSpPr>
          <p:spPr>
            <a:xfrm>
              <a:off x="5224713" y="2214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3" name="pt10013"/>
            <p:cNvSpPr/>
            <p:nvPr/>
          </p:nvSpPr>
          <p:spPr>
            <a:xfrm>
              <a:off x="5451880" y="2337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4" name="pt10014"/>
            <p:cNvSpPr/>
            <p:nvPr/>
          </p:nvSpPr>
          <p:spPr>
            <a:xfrm>
              <a:off x="5914694" y="182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5" name="pt10015"/>
            <p:cNvSpPr/>
            <p:nvPr/>
          </p:nvSpPr>
          <p:spPr>
            <a:xfrm>
              <a:off x="4969726" y="2673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6" name="pt10016"/>
            <p:cNvSpPr/>
            <p:nvPr/>
          </p:nvSpPr>
          <p:spPr>
            <a:xfrm>
              <a:off x="5366792" y="1966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7" name="pt10017"/>
            <p:cNvSpPr/>
            <p:nvPr/>
          </p:nvSpPr>
          <p:spPr>
            <a:xfrm>
              <a:off x="5676062" y="1918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8" name="pt10018"/>
            <p:cNvSpPr/>
            <p:nvPr/>
          </p:nvSpPr>
          <p:spPr>
            <a:xfrm>
              <a:off x="5181144" y="2089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9" name="pt10019"/>
            <p:cNvSpPr/>
            <p:nvPr/>
          </p:nvSpPr>
          <p:spPr>
            <a:xfrm>
              <a:off x="5681856" y="193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0" name="pt10020"/>
            <p:cNvSpPr/>
            <p:nvPr/>
          </p:nvSpPr>
          <p:spPr>
            <a:xfrm>
              <a:off x="4886667" y="2773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1" name="pt10021"/>
            <p:cNvSpPr/>
            <p:nvPr/>
          </p:nvSpPr>
          <p:spPr>
            <a:xfrm>
              <a:off x="4934201" y="2182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2" name="pt10022"/>
            <p:cNvSpPr/>
            <p:nvPr/>
          </p:nvSpPr>
          <p:spPr>
            <a:xfrm>
              <a:off x="5468140" y="2231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3" name="pt10023"/>
            <p:cNvSpPr/>
            <p:nvPr/>
          </p:nvSpPr>
          <p:spPr>
            <a:xfrm>
              <a:off x="5118802" y="2275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4" name="pt10024"/>
            <p:cNvSpPr/>
            <p:nvPr/>
          </p:nvSpPr>
          <p:spPr>
            <a:xfrm>
              <a:off x="5147361" y="2121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5" name="pt10025"/>
            <p:cNvSpPr/>
            <p:nvPr/>
          </p:nvSpPr>
          <p:spPr>
            <a:xfrm>
              <a:off x="5183376" y="2143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6" name="pt10026"/>
            <p:cNvSpPr/>
            <p:nvPr/>
          </p:nvSpPr>
          <p:spPr>
            <a:xfrm>
              <a:off x="5226441" y="2140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7" name="pt10027"/>
            <p:cNvSpPr/>
            <p:nvPr/>
          </p:nvSpPr>
          <p:spPr>
            <a:xfrm>
              <a:off x="5382939" y="1953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8" name="pt10028"/>
            <p:cNvSpPr/>
            <p:nvPr/>
          </p:nvSpPr>
          <p:spPr>
            <a:xfrm>
              <a:off x="5481135" y="2266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9" name="pt10029"/>
            <p:cNvSpPr/>
            <p:nvPr/>
          </p:nvSpPr>
          <p:spPr>
            <a:xfrm>
              <a:off x="5355370" y="2010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0" name="pt10030"/>
            <p:cNvSpPr/>
            <p:nvPr/>
          </p:nvSpPr>
          <p:spPr>
            <a:xfrm>
              <a:off x="5327599" y="2149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1" name="pt10031"/>
            <p:cNvSpPr/>
            <p:nvPr/>
          </p:nvSpPr>
          <p:spPr>
            <a:xfrm>
              <a:off x="5645552" y="1873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2" name="pt10032"/>
            <p:cNvSpPr/>
            <p:nvPr/>
          </p:nvSpPr>
          <p:spPr>
            <a:xfrm>
              <a:off x="5438849" y="2004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3" name="pt10033"/>
            <p:cNvSpPr/>
            <p:nvPr/>
          </p:nvSpPr>
          <p:spPr>
            <a:xfrm>
              <a:off x="5337183" y="2181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4" name="pt10034"/>
            <p:cNvSpPr/>
            <p:nvPr/>
          </p:nvSpPr>
          <p:spPr>
            <a:xfrm>
              <a:off x="5518106" y="1966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5" name="pt10035"/>
            <p:cNvSpPr/>
            <p:nvPr/>
          </p:nvSpPr>
          <p:spPr>
            <a:xfrm>
              <a:off x="5658682" y="1919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6" name="pt10036"/>
            <p:cNvSpPr/>
            <p:nvPr/>
          </p:nvSpPr>
          <p:spPr>
            <a:xfrm>
              <a:off x="5669432" y="1901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7" name="pt10037"/>
            <p:cNvSpPr/>
            <p:nvPr/>
          </p:nvSpPr>
          <p:spPr>
            <a:xfrm>
              <a:off x="5551493" y="2082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8" name="pt10038"/>
            <p:cNvSpPr/>
            <p:nvPr/>
          </p:nvSpPr>
          <p:spPr>
            <a:xfrm>
              <a:off x="5306340" y="2125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9" name="pt10039"/>
            <p:cNvSpPr/>
            <p:nvPr/>
          </p:nvSpPr>
          <p:spPr>
            <a:xfrm>
              <a:off x="5577880" y="1833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0" name="pt10040"/>
            <p:cNvSpPr/>
            <p:nvPr/>
          </p:nvSpPr>
          <p:spPr>
            <a:xfrm>
              <a:off x="4929755" y="2212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1" name="pt10041"/>
            <p:cNvSpPr/>
            <p:nvPr/>
          </p:nvSpPr>
          <p:spPr>
            <a:xfrm>
              <a:off x="5459362" y="2142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2" name="pt10042"/>
            <p:cNvSpPr/>
            <p:nvPr/>
          </p:nvSpPr>
          <p:spPr>
            <a:xfrm>
              <a:off x="5507863" y="2055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3" name="pt10043"/>
            <p:cNvSpPr/>
            <p:nvPr/>
          </p:nvSpPr>
          <p:spPr>
            <a:xfrm>
              <a:off x="5434076" y="2083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4" name="pt10044"/>
            <p:cNvSpPr/>
            <p:nvPr/>
          </p:nvSpPr>
          <p:spPr>
            <a:xfrm>
              <a:off x="5155999" y="2172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5" name="pt10045"/>
            <p:cNvSpPr/>
            <p:nvPr/>
          </p:nvSpPr>
          <p:spPr>
            <a:xfrm>
              <a:off x="5521263" y="1972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6" name="pt10046"/>
            <p:cNvSpPr/>
            <p:nvPr/>
          </p:nvSpPr>
          <p:spPr>
            <a:xfrm>
              <a:off x="5356746" y="2022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7" name="pt10047"/>
            <p:cNvSpPr/>
            <p:nvPr/>
          </p:nvSpPr>
          <p:spPr>
            <a:xfrm>
              <a:off x="4897046" y="2466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8" name="pt10048"/>
            <p:cNvSpPr/>
            <p:nvPr/>
          </p:nvSpPr>
          <p:spPr>
            <a:xfrm>
              <a:off x="5155210" y="2091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9" name="pt10049"/>
            <p:cNvSpPr/>
            <p:nvPr/>
          </p:nvSpPr>
          <p:spPr>
            <a:xfrm>
              <a:off x="4852336" y="2882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0" name="pt10050"/>
            <p:cNvSpPr/>
            <p:nvPr/>
          </p:nvSpPr>
          <p:spPr>
            <a:xfrm>
              <a:off x="5361353" y="2009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1" name="pt10051"/>
            <p:cNvSpPr/>
            <p:nvPr/>
          </p:nvSpPr>
          <p:spPr>
            <a:xfrm>
              <a:off x="5053816" y="277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2" name="pt10052"/>
            <p:cNvSpPr/>
            <p:nvPr/>
          </p:nvSpPr>
          <p:spPr>
            <a:xfrm>
              <a:off x="5022112" y="2575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3" name="pt10053"/>
            <p:cNvSpPr/>
            <p:nvPr/>
          </p:nvSpPr>
          <p:spPr>
            <a:xfrm>
              <a:off x="5169070" y="2183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4" name="pt10054"/>
            <p:cNvSpPr/>
            <p:nvPr/>
          </p:nvSpPr>
          <p:spPr>
            <a:xfrm>
              <a:off x="5356734" y="2094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5" name="pt10055"/>
            <p:cNvSpPr/>
            <p:nvPr/>
          </p:nvSpPr>
          <p:spPr>
            <a:xfrm>
              <a:off x="5161379" y="2129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6" name="pt10056"/>
            <p:cNvSpPr/>
            <p:nvPr/>
          </p:nvSpPr>
          <p:spPr>
            <a:xfrm>
              <a:off x="5415050" y="2269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7" name="pt10057"/>
            <p:cNvSpPr/>
            <p:nvPr/>
          </p:nvSpPr>
          <p:spPr>
            <a:xfrm>
              <a:off x="5625823" y="1789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8" name="pt10058"/>
            <p:cNvSpPr/>
            <p:nvPr/>
          </p:nvSpPr>
          <p:spPr>
            <a:xfrm>
              <a:off x="5710183" y="177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9" name="pt10059"/>
            <p:cNvSpPr/>
            <p:nvPr/>
          </p:nvSpPr>
          <p:spPr>
            <a:xfrm>
              <a:off x="5280910" y="2040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0" name="pt10060"/>
            <p:cNvSpPr/>
            <p:nvPr/>
          </p:nvSpPr>
          <p:spPr>
            <a:xfrm>
              <a:off x="5347775" y="216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1" name="pt10061"/>
            <p:cNvSpPr/>
            <p:nvPr/>
          </p:nvSpPr>
          <p:spPr>
            <a:xfrm>
              <a:off x="5615771" y="2004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2" name="pt10062"/>
            <p:cNvSpPr/>
            <p:nvPr/>
          </p:nvSpPr>
          <p:spPr>
            <a:xfrm>
              <a:off x="5302466" y="2133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3" name="pt10063"/>
            <p:cNvSpPr/>
            <p:nvPr/>
          </p:nvSpPr>
          <p:spPr>
            <a:xfrm>
              <a:off x="5473664" y="2219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4" name="pt10064"/>
            <p:cNvSpPr/>
            <p:nvPr/>
          </p:nvSpPr>
          <p:spPr>
            <a:xfrm>
              <a:off x="5420577" y="2223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5" name="pt10065"/>
            <p:cNvSpPr/>
            <p:nvPr/>
          </p:nvSpPr>
          <p:spPr>
            <a:xfrm>
              <a:off x="5109625" y="1974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6" name="pt10066"/>
            <p:cNvSpPr/>
            <p:nvPr/>
          </p:nvSpPr>
          <p:spPr>
            <a:xfrm>
              <a:off x="5427347" y="2131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7" name="pt10067"/>
            <p:cNvSpPr/>
            <p:nvPr/>
          </p:nvSpPr>
          <p:spPr>
            <a:xfrm>
              <a:off x="4913331" y="2011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8" name="pt10068"/>
            <p:cNvSpPr/>
            <p:nvPr/>
          </p:nvSpPr>
          <p:spPr>
            <a:xfrm>
              <a:off x="5027865" y="2517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9" name="pt10069"/>
            <p:cNvSpPr/>
            <p:nvPr/>
          </p:nvSpPr>
          <p:spPr>
            <a:xfrm>
              <a:off x="5447525" y="2177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0" name="pt10070"/>
            <p:cNvSpPr/>
            <p:nvPr/>
          </p:nvSpPr>
          <p:spPr>
            <a:xfrm>
              <a:off x="5535816" y="2008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1" name="pt10071"/>
            <p:cNvSpPr/>
            <p:nvPr/>
          </p:nvSpPr>
          <p:spPr>
            <a:xfrm>
              <a:off x="5723718" y="1896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2" name="pt10072"/>
            <p:cNvSpPr/>
            <p:nvPr/>
          </p:nvSpPr>
          <p:spPr>
            <a:xfrm>
              <a:off x="5200459" y="2177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3" name="pt10073"/>
            <p:cNvSpPr/>
            <p:nvPr/>
          </p:nvSpPr>
          <p:spPr>
            <a:xfrm>
              <a:off x="5530063" y="2036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4" name="pt10074"/>
            <p:cNvSpPr/>
            <p:nvPr/>
          </p:nvSpPr>
          <p:spPr>
            <a:xfrm>
              <a:off x="5512644" y="2022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5" name="pt10075"/>
            <p:cNvSpPr/>
            <p:nvPr/>
          </p:nvSpPr>
          <p:spPr>
            <a:xfrm>
              <a:off x="5465925" y="2256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6" name="pt10076"/>
            <p:cNvSpPr/>
            <p:nvPr/>
          </p:nvSpPr>
          <p:spPr>
            <a:xfrm>
              <a:off x="5326811" y="2189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7" name="pt10077"/>
            <p:cNvSpPr/>
            <p:nvPr/>
          </p:nvSpPr>
          <p:spPr>
            <a:xfrm>
              <a:off x="5790893" y="1850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8" name="pt10078"/>
            <p:cNvSpPr/>
            <p:nvPr/>
          </p:nvSpPr>
          <p:spPr>
            <a:xfrm>
              <a:off x="5274616" y="1980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9" name="pt10079"/>
            <p:cNvSpPr/>
            <p:nvPr/>
          </p:nvSpPr>
          <p:spPr>
            <a:xfrm>
              <a:off x="5469655" y="2209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0" name="pt10080"/>
            <p:cNvSpPr/>
            <p:nvPr/>
          </p:nvSpPr>
          <p:spPr>
            <a:xfrm>
              <a:off x="5397634" y="2101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1" name="pt10081"/>
            <p:cNvSpPr/>
            <p:nvPr/>
          </p:nvSpPr>
          <p:spPr>
            <a:xfrm>
              <a:off x="5260215" y="233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2" name="pt10082"/>
            <p:cNvSpPr/>
            <p:nvPr/>
          </p:nvSpPr>
          <p:spPr>
            <a:xfrm>
              <a:off x="5429762" y="228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3" name="pt10083"/>
            <p:cNvSpPr/>
            <p:nvPr/>
          </p:nvSpPr>
          <p:spPr>
            <a:xfrm>
              <a:off x="5678496" y="1944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4" name="pt10084"/>
            <p:cNvSpPr/>
            <p:nvPr/>
          </p:nvSpPr>
          <p:spPr>
            <a:xfrm>
              <a:off x="4949236" y="2488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5" name="pt10085"/>
            <p:cNvSpPr/>
            <p:nvPr/>
          </p:nvSpPr>
          <p:spPr>
            <a:xfrm>
              <a:off x="4995329" y="1741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6" name="pt10086"/>
            <p:cNvSpPr/>
            <p:nvPr/>
          </p:nvSpPr>
          <p:spPr>
            <a:xfrm>
              <a:off x="5444207" y="2178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7" name="pt10087"/>
            <p:cNvSpPr/>
            <p:nvPr/>
          </p:nvSpPr>
          <p:spPr>
            <a:xfrm>
              <a:off x="5451348" y="2164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8" name="pt10088"/>
            <p:cNvSpPr/>
            <p:nvPr/>
          </p:nvSpPr>
          <p:spPr>
            <a:xfrm>
              <a:off x="5754139" y="1856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9" name="pt10089"/>
            <p:cNvSpPr/>
            <p:nvPr/>
          </p:nvSpPr>
          <p:spPr>
            <a:xfrm>
              <a:off x="5860269" y="1746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0" name="pt10090"/>
            <p:cNvSpPr/>
            <p:nvPr/>
          </p:nvSpPr>
          <p:spPr>
            <a:xfrm>
              <a:off x="5195123" y="1937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1" name="pt10091"/>
            <p:cNvSpPr/>
            <p:nvPr/>
          </p:nvSpPr>
          <p:spPr>
            <a:xfrm>
              <a:off x="4961160" y="2403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2" name="pt10092"/>
            <p:cNvSpPr/>
            <p:nvPr/>
          </p:nvSpPr>
          <p:spPr>
            <a:xfrm>
              <a:off x="5494933" y="2018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3" name="pt10093"/>
            <p:cNvSpPr/>
            <p:nvPr/>
          </p:nvSpPr>
          <p:spPr>
            <a:xfrm>
              <a:off x="5590093" y="1673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4" name="pt10094"/>
            <p:cNvSpPr/>
            <p:nvPr/>
          </p:nvSpPr>
          <p:spPr>
            <a:xfrm>
              <a:off x="5361618" y="1939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5" name="pt10095"/>
            <p:cNvSpPr/>
            <p:nvPr/>
          </p:nvSpPr>
          <p:spPr>
            <a:xfrm>
              <a:off x="4826077" y="1963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6" name="pt10096"/>
            <p:cNvSpPr/>
            <p:nvPr/>
          </p:nvSpPr>
          <p:spPr>
            <a:xfrm>
              <a:off x="5358237" y="204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7" name="pt10097"/>
            <p:cNvSpPr/>
            <p:nvPr/>
          </p:nvSpPr>
          <p:spPr>
            <a:xfrm>
              <a:off x="5346007" y="1994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8" name="pt10098"/>
            <p:cNvSpPr/>
            <p:nvPr/>
          </p:nvSpPr>
          <p:spPr>
            <a:xfrm>
              <a:off x="5525143" y="1909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9" name="pt10099"/>
            <p:cNvSpPr/>
            <p:nvPr/>
          </p:nvSpPr>
          <p:spPr>
            <a:xfrm>
              <a:off x="5048183" y="2801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0" name="pt10100"/>
            <p:cNvSpPr/>
            <p:nvPr/>
          </p:nvSpPr>
          <p:spPr>
            <a:xfrm>
              <a:off x="5034336" y="2672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1" name="pt10101"/>
            <p:cNvSpPr/>
            <p:nvPr/>
          </p:nvSpPr>
          <p:spPr>
            <a:xfrm>
              <a:off x="5343476" y="1903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2" name="pt10102"/>
            <p:cNvSpPr/>
            <p:nvPr/>
          </p:nvSpPr>
          <p:spPr>
            <a:xfrm>
              <a:off x="5541344" y="1940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3" name="pt10103"/>
            <p:cNvSpPr/>
            <p:nvPr/>
          </p:nvSpPr>
          <p:spPr>
            <a:xfrm>
              <a:off x="5227287" y="2264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4" name="pt10104"/>
            <p:cNvSpPr/>
            <p:nvPr/>
          </p:nvSpPr>
          <p:spPr>
            <a:xfrm>
              <a:off x="4971388" y="2605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5" name="pt10105"/>
            <p:cNvSpPr/>
            <p:nvPr/>
          </p:nvSpPr>
          <p:spPr>
            <a:xfrm>
              <a:off x="5184534" y="207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6" name="pt10106"/>
            <p:cNvSpPr/>
            <p:nvPr/>
          </p:nvSpPr>
          <p:spPr>
            <a:xfrm>
              <a:off x="5478046" y="2271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7" name="pt10107"/>
            <p:cNvSpPr/>
            <p:nvPr/>
          </p:nvSpPr>
          <p:spPr>
            <a:xfrm>
              <a:off x="5613846" y="210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8" name="pt10108"/>
            <p:cNvSpPr/>
            <p:nvPr/>
          </p:nvSpPr>
          <p:spPr>
            <a:xfrm>
              <a:off x="5360152" y="2026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9" name="pt10109"/>
            <p:cNvSpPr/>
            <p:nvPr/>
          </p:nvSpPr>
          <p:spPr>
            <a:xfrm>
              <a:off x="4817188" y="1974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0" name="pt10110"/>
            <p:cNvSpPr/>
            <p:nvPr/>
          </p:nvSpPr>
          <p:spPr>
            <a:xfrm>
              <a:off x="5433354" y="1991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1" name="pt10111"/>
            <p:cNvSpPr/>
            <p:nvPr/>
          </p:nvSpPr>
          <p:spPr>
            <a:xfrm>
              <a:off x="5248381" y="2239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2" name="pt10112"/>
            <p:cNvSpPr/>
            <p:nvPr/>
          </p:nvSpPr>
          <p:spPr>
            <a:xfrm>
              <a:off x="5029089" y="275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3" name="pt10113"/>
            <p:cNvSpPr/>
            <p:nvPr/>
          </p:nvSpPr>
          <p:spPr>
            <a:xfrm>
              <a:off x="5068784" y="2468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4" name="pt10114"/>
            <p:cNvSpPr/>
            <p:nvPr/>
          </p:nvSpPr>
          <p:spPr>
            <a:xfrm>
              <a:off x="5126229" y="2074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5" name="pt10115"/>
            <p:cNvSpPr/>
            <p:nvPr/>
          </p:nvSpPr>
          <p:spPr>
            <a:xfrm>
              <a:off x="5521450" y="1976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6" name="pt10116"/>
            <p:cNvSpPr/>
            <p:nvPr/>
          </p:nvSpPr>
          <p:spPr>
            <a:xfrm>
              <a:off x="5341285" y="2163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7" name="pt10117"/>
            <p:cNvSpPr/>
            <p:nvPr/>
          </p:nvSpPr>
          <p:spPr>
            <a:xfrm>
              <a:off x="4925721" y="2136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8" name="pt10118"/>
            <p:cNvSpPr/>
            <p:nvPr/>
          </p:nvSpPr>
          <p:spPr>
            <a:xfrm>
              <a:off x="5267160" y="2296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9" name="pt10119"/>
            <p:cNvSpPr/>
            <p:nvPr/>
          </p:nvSpPr>
          <p:spPr>
            <a:xfrm>
              <a:off x="5178670" y="2114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0" name="pt10120"/>
            <p:cNvSpPr/>
            <p:nvPr/>
          </p:nvSpPr>
          <p:spPr>
            <a:xfrm>
              <a:off x="5619105" y="1973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1" name="pt10121"/>
            <p:cNvSpPr/>
            <p:nvPr/>
          </p:nvSpPr>
          <p:spPr>
            <a:xfrm>
              <a:off x="5499364" y="1988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2" name="pt10122"/>
            <p:cNvSpPr/>
            <p:nvPr/>
          </p:nvSpPr>
          <p:spPr>
            <a:xfrm>
              <a:off x="5309127" y="2119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3" name="pt10123"/>
            <p:cNvSpPr/>
            <p:nvPr/>
          </p:nvSpPr>
          <p:spPr>
            <a:xfrm>
              <a:off x="5423289" y="2147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4" name="pt10124"/>
            <p:cNvSpPr/>
            <p:nvPr/>
          </p:nvSpPr>
          <p:spPr>
            <a:xfrm>
              <a:off x="5455974" y="2206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5" name="pt10125"/>
            <p:cNvSpPr/>
            <p:nvPr/>
          </p:nvSpPr>
          <p:spPr>
            <a:xfrm>
              <a:off x="5233590" y="222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6" name="pt10126"/>
            <p:cNvSpPr/>
            <p:nvPr/>
          </p:nvSpPr>
          <p:spPr>
            <a:xfrm>
              <a:off x="4577705" y="2578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7" name="pt10127"/>
            <p:cNvSpPr/>
            <p:nvPr/>
          </p:nvSpPr>
          <p:spPr>
            <a:xfrm>
              <a:off x="5811172" y="1870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8" name="pt10128"/>
            <p:cNvSpPr/>
            <p:nvPr/>
          </p:nvSpPr>
          <p:spPr>
            <a:xfrm>
              <a:off x="5428976" y="2147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9" name="pt10129"/>
            <p:cNvSpPr/>
            <p:nvPr/>
          </p:nvSpPr>
          <p:spPr>
            <a:xfrm>
              <a:off x="5391031" y="212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0" name="pt10130"/>
            <p:cNvSpPr/>
            <p:nvPr/>
          </p:nvSpPr>
          <p:spPr>
            <a:xfrm>
              <a:off x="4856328" y="2572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1" name="pt10131"/>
            <p:cNvSpPr/>
            <p:nvPr/>
          </p:nvSpPr>
          <p:spPr>
            <a:xfrm>
              <a:off x="5199921" y="2036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2" name="pt10132"/>
            <p:cNvSpPr/>
            <p:nvPr/>
          </p:nvSpPr>
          <p:spPr>
            <a:xfrm>
              <a:off x="5523244" y="1985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3" name="pt10133"/>
            <p:cNvSpPr/>
            <p:nvPr/>
          </p:nvSpPr>
          <p:spPr>
            <a:xfrm>
              <a:off x="5394314" y="2293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4" name="pt10134"/>
            <p:cNvSpPr/>
            <p:nvPr/>
          </p:nvSpPr>
          <p:spPr>
            <a:xfrm>
              <a:off x="4980705" y="2118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5" name="pt10135"/>
            <p:cNvSpPr/>
            <p:nvPr/>
          </p:nvSpPr>
          <p:spPr>
            <a:xfrm>
              <a:off x="5560482" y="2081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6" name="pt10136"/>
            <p:cNvSpPr/>
            <p:nvPr/>
          </p:nvSpPr>
          <p:spPr>
            <a:xfrm>
              <a:off x="5151009" y="2095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7" name="pt10137"/>
            <p:cNvSpPr/>
            <p:nvPr/>
          </p:nvSpPr>
          <p:spPr>
            <a:xfrm>
              <a:off x="5481775" y="2210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8" name="pt10138"/>
            <p:cNvSpPr/>
            <p:nvPr/>
          </p:nvSpPr>
          <p:spPr>
            <a:xfrm>
              <a:off x="5178708" y="215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9" name="pt10139"/>
            <p:cNvSpPr/>
            <p:nvPr/>
          </p:nvSpPr>
          <p:spPr>
            <a:xfrm>
              <a:off x="5086790" y="2246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0" name="pt10140"/>
            <p:cNvSpPr/>
            <p:nvPr/>
          </p:nvSpPr>
          <p:spPr>
            <a:xfrm>
              <a:off x="4988924" y="1806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1" name="pt10141"/>
            <p:cNvSpPr/>
            <p:nvPr/>
          </p:nvSpPr>
          <p:spPr>
            <a:xfrm>
              <a:off x="5102243" y="2200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2" name="pt10142"/>
            <p:cNvSpPr/>
            <p:nvPr/>
          </p:nvSpPr>
          <p:spPr>
            <a:xfrm>
              <a:off x="5378307" y="1943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3" name="pt10143"/>
            <p:cNvSpPr/>
            <p:nvPr/>
          </p:nvSpPr>
          <p:spPr>
            <a:xfrm>
              <a:off x="5091018" y="2297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4" name="pt10144"/>
            <p:cNvSpPr/>
            <p:nvPr/>
          </p:nvSpPr>
          <p:spPr>
            <a:xfrm>
              <a:off x="4939834" y="2299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5" name="pt10145"/>
            <p:cNvSpPr/>
            <p:nvPr/>
          </p:nvSpPr>
          <p:spPr>
            <a:xfrm>
              <a:off x="5170592" y="2175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6" name="pt10146"/>
            <p:cNvSpPr/>
            <p:nvPr/>
          </p:nvSpPr>
          <p:spPr>
            <a:xfrm>
              <a:off x="5358023" y="1965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7" name="pt10147"/>
            <p:cNvSpPr/>
            <p:nvPr/>
          </p:nvSpPr>
          <p:spPr>
            <a:xfrm>
              <a:off x="5505910" y="2010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8" name="pt10148"/>
            <p:cNvSpPr/>
            <p:nvPr/>
          </p:nvSpPr>
          <p:spPr>
            <a:xfrm>
              <a:off x="5025780" y="254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9" name="pt10149"/>
            <p:cNvSpPr/>
            <p:nvPr/>
          </p:nvSpPr>
          <p:spPr>
            <a:xfrm>
              <a:off x="5196513" y="2033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0" name="pt10150"/>
            <p:cNvSpPr/>
            <p:nvPr/>
          </p:nvSpPr>
          <p:spPr>
            <a:xfrm>
              <a:off x="5680647" y="1894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1" name="pt10151"/>
            <p:cNvSpPr/>
            <p:nvPr/>
          </p:nvSpPr>
          <p:spPr>
            <a:xfrm>
              <a:off x="5166724" y="2228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2" name="pt10152"/>
            <p:cNvSpPr/>
            <p:nvPr/>
          </p:nvSpPr>
          <p:spPr>
            <a:xfrm>
              <a:off x="5008551" y="2611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3" name="pt10153"/>
            <p:cNvSpPr/>
            <p:nvPr/>
          </p:nvSpPr>
          <p:spPr>
            <a:xfrm>
              <a:off x="5540310" y="1904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4" name="pt10154"/>
            <p:cNvSpPr/>
            <p:nvPr/>
          </p:nvSpPr>
          <p:spPr>
            <a:xfrm>
              <a:off x="5295870" y="2190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5" name="pt10155"/>
            <p:cNvSpPr/>
            <p:nvPr/>
          </p:nvSpPr>
          <p:spPr>
            <a:xfrm>
              <a:off x="5476664" y="2163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6" name="pt10156"/>
            <p:cNvSpPr/>
            <p:nvPr/>
          </p:nvSpPr>
          <p:spPr>
            <a:xfrm>
              <a:off x="5159811" y="2194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7" name="pt10157"/>
            <p:cNvSpPr/>
            <p:nvPr/>
          </p:nvSpPr>
          <p:spPr>
            <a:xfrm>
              <a:off x="5347689" y="2180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8" name="pt10158"/>
            <p:cNvSpPr/>
            <p:nvPr/>
          </p:nvSpPr>
          <p:spPr>
            <a:xfrm>
              <a:off x="5577903" y="176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9" name="pt10159"/>
            <p:cNvSpPr/>
            <p:nvPr/>
          </p:nvSpPr>
          <p:spPr>
            <a:xfrm>
              <a:off x="4907800" y="2292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0" name="pt10160"/>
            <p:cNvSpPr/>
            <p:nvPr/>
          </p:nvSpPr>
          <p:spPr>
            <a:xfrm>
              <a:off x="5469427" y="2249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1" name="pt10161"/>
            <p:cNvSpPr/>
            <p:nvPr/>
          </p:nvSpPr>
          <p:spPr>
            <a:xfrm>
              <a:off x="5392631" y="2158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2" name="pt10162"/>
            <p:cNvSpPr/>
            <p:nvPr/>
          </p:nvSpPr>
          <p:spPr>
            <a:xfrm>
              <a:off x="5018130" y="2736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3" name="pt10163"/>
            <p:cNvSpPr/>
            <p:nvPr/>
          </p:nvSpPr>
          <p:spPr>
            <a:xfrm>
              <a:off x="5212130" y="2151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4" name="pt10164"/>
            <p:cNvSpPr/>
            <p:nvPr/>
          </p:nvSpPr>
          <p:spPr>
            <a:xfrm>
              <a:off x="5236615" y="2158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5" name="pt10165"/>
            <p:cNvSpPr/>
            <p:nvPr/>
          </p:nvSpPr>
          <p:spPr>
            <a:xfrm>
              <a:off x="5408582" y="2232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6" name="pt10166"/>
            <p:cNvSpPr/>
            <p:nvPr/>
          </p:nvSpPr>
          <p:spPr>
            <a:xfrm>
              <a:off x="4963777" y="2333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7" name="pt10167"/>
            <p:cNvSpPr/>
            <p:nvPr/>
          </p:nvSpPr>
          <p:spPr>
            <a:xfrm>
              <a:off x="5579071" y="1826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8" name="pt10168"/>
            <p:cNvSpPr/>
            <p:nvPr/>
          </p:nvSpPr>
          <p:spPr>
            <a:xfrm>
              <a:off x="5344222" y="2082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9" name="pt10169"/>
            <p:cNvSpPr/>
            <p:nvPr/>
          </p:nvSpPr>
          <p:spPr>
            <a:xfrm>
              <a:off x="5357875" y="2049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0" name="pt10170"/>
            <p:cNvSpPr/>
            <p:nvPr/>
          </p:nvSpPr>
          <p:spPr>
            <a:xfrm>
              <a:off x="5495421" y="1867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1" name="pt10171"/>
            <p:cNvSpPr/>
            <p:nvPr/>
          </p:nvSpPr>
          <p:spPr>
            <a:xfrm>
              <a:off x="5433069" y="202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2" name="pt10172"/>
            <p:cNvSpPr/>
            <p:nvPr/>
          </p:nvSpPr>
          <p:spPr>
            <a:xfrm>
              <a:off x="5747498" y="1686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3" name="pt10173"/>
            <p:cNvSpPr/>
            <p:nvPr/>
          </p:nvSpPr>
          <p:spPr>
            <a:xfrm>
              <a:off x="5479712" y="2247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4" name="pt10174"/>
            <p:cNvSpPr/>
            <p:nvPr/>
          </p:nvSpPr>
          <p:spPr>
            <a:xfrm>
              <a:off x="5700574" y="1871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5" name="pt10175"/>
            <p:cNvSpPr/>
            <p:nvPr/>
          </p:nvSpPr>
          <p:spPr>
            <a:xfrm>
              <a:off x="5153949" y="2173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6" name="pt10176"/>
            <p:cNvSpPr/>
            <p:nvPr/>
          </p:nvSpPr>
          <p:spPr>
            <a:xfrm>
              <a:off x="5256416" y="2258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7" name="pt10177"/>
            <p:cNvSpPr/>
            <p:nvPr/>
          </p:nvSpPr>
          <p:spPr>
            <a:xfrm>
              <a:off x="5223686" y="2089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8" name="pt10178"/>
            <p:cNvSpPr/>
            <p:nvPr/>
          </p:nvSpPr>
          <p:spPr>
            <a:xfrm>
              <a:off x="5671061" y="1837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9" name="pt10179"/>
            <p:cNvSpPr/>
            <p:nvPr/>
          </p:nvSpPr>
          <p:spPr>
            <a:xfrm>
              <a:off x="5867062" y="1658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0" name="pt10180"/>
            <p:cNvSpPr/>
            <p:nvPr/>
          </p:nvSpPr>
          <p:spPr>
            <a:xfrm>
              <a:off x="5461984" y="2246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1" name="pt10181"/>
            <p:cNvSpPr/>
            <p:nvPr/>
          </p:nvSpPr>
          <p:spPr>
            <a:xfrm>
              <a:off x="5766023" y="1521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2" name="pt10182"/>
            <p:cNvSpPr/>
            <p:nvPr/>
          </p:nvSpPr>
          <p:spPr>
            <a:xfrm>
              <a:off x="5271802" y="2195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3" name="pt10183"/>
            <p:cNvSpPr/>
            <p:nvPr/>
          </p:nvSpPr>
          <p:spPr>
            <a:xfrm>
              <a:off x="5469432" y="2172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4" name="pt10184"/>
            <p:cNvSpPr/>
            <p:nvPr/>
          </p:nvSpPr>
          <p:spPr>
            <a:xfrm>
              <a:off x="4895721" y="2530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5" name="pt10185"/>
            <p:cNvSpPr/>
            <p:nvPr/>
          </p:nvSpPr>
          <p:spPr>
            <a:xfrm>
              <a:off x="5103277" y="2150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6" name="pt10186"/>
            <p:cNvSpPr/>
            <p:nvPr/>
          </p:nvSpPr>
          <p:spPr>
            <a:xfrm>
              <a:off x="5464629" y="2202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7" name="pt10187"/>
            <p:cNvSpPr/>
            <p:nvPr/>
          </p:nvSpPr>
          <p:spPr>
            <a:xfrm>
              <a:off x="5072658" y="2140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8" name="pt10188"/>
            <p:cNvSpPr/>
            <p:nvPr/>
          </p:nvSpPr>
          <p:spPr>
            <a:xfrm>
              <a:off x="5385514" y="2065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9" name="pt10189"/>
            <p:cNvSpPr/>
            <p:nvPr/>
          </p:nvSpPr>
          <p:spPr>
            <a:xfrm>
              <a:off x="5455682" y="2319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0" name="pt10190"/>
            <p:cNvSpPr/>
            <p:nvPr/>
          </p:nvSpPr>
          <p:spPr>
            <a:xfrm>
              <a:off x="5217381" y="2018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1" name="pt10191"/>
            <p:cNvSpPr/>
            <p:nvPr/>
          </p:nvSpPr>
          <p:spPr>
            <a:xfrm>
              <a:off x="5082039" y="2272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2" name="pt10192"/>
            <p:cNvSpPr/>
            <p:nvPr/>
          </p:nvSpPr>
          <p:spPr>
            <a:xfrm>
              <a:off x="5307542" y="2184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3" name="pt10193"/>
            <p:cNvSpPr/>
            <p:nvPr/>
          </p:nvSpPr>
          <p:spPr>
            <a:xfrm>
              <a:off x="5286056" y="1939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4" name="pt10194"/>
            <p:cNvSpPr/>
            <p:nvPr/>
          </p:nvSpPr>
          <p:spPr>
            <a:xfrm>
              <a:off x="5686674" y="1899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5" name="pt10195"/>
            <p:cNvSpPr/>
            <p:nvPr/>
          </p:nvSpPr>
          <p:spPr>
            <a:xfrm>
              <a:off x="4892988" y="2288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6" name="pt10196"/>
            <p:cNvSpPr/>
            <p:nvPr/>
          </p:nvSpPr>
          <p:spPr>
            <a:xfrm>
              <a:off x="5296942" y="220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7" name="pt10197"/>
            <p:cNvSpPr/>
            <p:nvPr/>
          </p:nvSpPr>
          <p:spPr>
            <a:xfrm>
              <a:off x="5461614" y="2122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8" name="pt10198"/>
            <p:cNvSpPr/>
            <p:nvPr/>
          </p:nvSpPr>
          <p:spPr>
            <a:xfrm>
              <a:off x="5221614" y="2167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9" name="pt10199"/>
            <p:cNvSpPr/>
            <p:nvPr/>
          </p:nvSpPr>
          <p:spPr>
            <a:xfrm>
              <a:off x="5302198" y="2209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0" name="pt10200"/>
            <p:cNvSpPr/>
            <p:nvPr/>
          </p:nvSpPr>
          <p:spPr>
            <a:xfrm>
              <a:off x="5521740" y="1827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1" name="pt10201"/>
            <p:cNvSpPr/>
            <p:nvPr/>
          </p:nvSpPr>
          <p:spPr>
            <a:xfrm>
              <a:off x="5627590" y="1792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2" name="pt10202"/>
            <p:cNvSpPr/>
            <p:nvPr/>
          </p:nvSpPr>
          <p:spPr>
            <a:xfrm>
              <a:off x="4911623" y="2478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3" name="pt10203"/>
            <p:cNvSpPr/>
            <p:nvPr/>
          </p:nvSpPr>
          <p:spPr>
            <a:xfrm>
              <a:off x="5386128" y="2065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4" name="pt10204"/>
            <p:cNvSpPr/>
            <p:nvPr/>
          </p:nvSpPr>
          <p:spPr>
            <a:xfrm>
              <a:off x="5167179" y="217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5" name="pt10205"/>
            <p:cNvSpPr/>
            <p:nvPr/>
          </p:nvSpPr>
          <p:spPr>
            <a:xfrm>
              <a:off x="5087315" y="2171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6" name="pt10206"/>
            <p:cNvSpPr/>
            <p:nvPr/>
          </p:nvSpPr>
          <p:spPr>
            <a:xfrm>
              <a:off x="5362188" y="198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7" name="pt10207"/>
            <p:cNvSpPr/>
            <p:nvPr/>
          </p:nvSpPr>
          <p:spPr>
            <a:xfrm>
              <a:off x="5140497" y="1882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8" name="pt10208"/>
            <p:cNvSpPr/>
            <p:nvPr/>
          </p:nvSpPr>
          <p:spPr>
            <a:xfrm>
              <a:off x="5589255" y="1688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9" name="pt10209"/>
            <p:cNvSpPr/>
            <p:nvPr/>
          </p:nvSpPr>
          <p:spPr>
            <a:xfrm>
              <a:off x="5204352" y="1963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0" name="pt10210"/>
            <p:cNvSpPr/>
            <p:nvPr/>
          </p:nvSpPr>
          <p:spPr>
            <a:xfrm>
              <a:off x="5252120" y="2269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1" name="pt10211"/>
            <p:cNvSpPr/>
            <p:nvPr/>
          </p:nvSpPr>
          <p:spPr>
            <a:xfrm>
              <a:off x="5139510" y="1877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2" name="pt10212"/>
            <p:cNvSpPr/>
            <p:nvPr/>
          </p:nvSpPr>
          <p:spPr>
            <a:xfrm>
              <a:off x="5031743" y="2536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3" name="pt10213"/>
            <p:cNvSpPr/>
            <p:nvPr/>
          </p:nvSpPr>
          <p:spPr>
            <a:xfrm>
              <a:off x="5017621" y="2718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4" name="pt10214"/>
            <p:cNvSpPr/>
            <p:nvPr/>
          </p:nvSpPr>
          <p:spPr>
            <a:xfrm>
              <a:off x="5403466" y="2152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5" name="pt10215"/>
            <p:cNvSpPr/>
            <p:nvPr/>
          </p:nvSpPr>
          <p:spPr>
            <a:xfrm>
              <a:off x="5308496" y="2168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6" name="pt10216"/>
            <p:cNvSpPr/>
            <p:nvPr/>
          </p:nvSpPr>
          <p:spPr>
            <a:xfrm>
              <a:off x="5248888" y="2234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7" name="pt10217"/>
            <p:cNvSpPr/>
            <p:nvPr/>
          </p:nvSpPr>
          <p:spPr>
            <a:xfrm>
              <a:off x="5083586" y="2375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8" name="pt10218"/>
            <p:cNvSpPr/>
            <p:nvPr/>
          </p:nvSpPr>
          <p:spPr>
            <a:xfrm>
              <a:off x="5413184" y="2216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9" name="pt10219"/>
            <p:cNvSpPr/>
            <p:nvPr/>
          </p:nvSpPr>
          <p:spPr>
            <a:xfrm>
              <a:off x="5604082" y="1870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0" name="pt10220"/>
            <p:cNvSpPr/>
            <p:nvPr/>
          </p:nvSpPr>
          <p:spPr>
            <a:xfrm>
              <a:off x="5326034" y="2181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1" name="pt10221"/>
            <p:cNvSpPr/>
            <p:nvPr/>
          </p:nvSpPr>
          <p:spPr>
            <a:xfrm>
              <a:off x="5311598" y="2179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2" name="pt10222"/>
            <p:cNvSpPr/>
            <p:nvPr/>
          </p:nvSpPr>
          <p:spPr>
            <a:xfrm>
              <a:off x="5535184" y="1930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3" name="pt10223"/>
            <p:cNvSpPr/>
            <p:nvPr/>
          </p:nvSpPr>
          <p:spPr>
            <a:xfrm>
              <a:off x="5145993" y="2132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4" name="pt10224"/>
            <p:cNvSpPr/>
            <p:nvPr/>
          </p:nvSpPr>
          <p:spPr>
            <a:xfrm>
              <a:off x="4708435" y="2533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5" name="pt10225"/>
            <p:cNvSpPr/>
            <p:nvPr/>
          </p:nvSpPr>
          <p:spPr>
            <a:xfrm>
              <a:off x="4981187" y="2164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6" name="pt10226"/>
            <p:cNvSpPr/>
            <p:nvPr/>
          </p:nvSpPr>
          <p:spPr>
            <a:xfrm>
              <a:off x="5136660" y="208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7" name="pt10227"/>
            <p:cNvSpPr/>
            <p:nvPr/>
          </p:nvSpPr>
          <p:spPr>
            <a:xfrm>
              <a:off x="5714165" y="1911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8" name="pt10228"/>
            <p:cNvSpPr/>
            <p:nvPr/>
          </p:nvSpPr>
          <p:spPr>
            <a:xfrm>
              <a:off x="4787988" y="2479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9" name="pt10229"/>
            <p:cNvSpPr/>
            <p:nvPr/>
          </p:nvSpPr>
          <p:spPr>
            <a:xfrm>
              <a:off x="5504169" y="1903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0" name="pt10230"/>
            <p:cNvSpPr/>
            <p:nvPr/>
          </p:nvSpPr>
          <p:spPr>
            <a:xfrm>
              <a:off x="5673395" y="1952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1" name="pt10231"/>
            <p:cNvSpPr/>
            <p:nvPr/>
          </p:nvSpPr>
          <p:spPr>
            <a:xfrm>
              <a:off x="5481618" y="228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2" name="pt10232"/>
            <p:cNvSpPr/>
            <p:nvPr/>
          </p:nvSpPr>
          <p:spPr>
            <a:xfrm>
              <a:off x="5057178" y="2356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3" name="pt10233"/>
            <p:cNvSpPr/>
            <p:nvPr/>
          </p:nvSpPr>
          <p:spPr>
            <a:xfrm>
              <a:off x="5155588" y="2041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4" name="pt10234"/>
            <p:cNvSpPr/>
            <p:nvPr/>
          </p:nvSpPr>
          <p:spPr>
            <a:xfrm>
              <a:off x="5296262" y="2189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5" name="pt10235"/>
            <p:cNvSpPr/>
            <p:nvPr/>
          </p:nvSpPr>
          <p:spPr>
            <a:xfrm>
              <a:off x="5378942" y="2046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6" name="pt10236"/>
            <p:cNvSpPr/>
            <p:nvPr/>
          </p:nvSpPr>
          <p:spPr>
            <a:xfrm>
              <a:off x="5632866" y="2147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7" name="pt10237"/>
            <p:cNvSpPr/>
            <p:nvPr/>
          </p:nvSpPr>
          <p:spPr>
            <a:xfrm>
              <a:off x="5657812" y="1992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8" name="pt10238"/>
            <p:cNvSpPr/>
            <p:nvPr/>
          </p:nvSpPr>
          <p:spPr>
            <a:xfrm>
              <a:off x="5354540" y="2032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9" name="pt10239"/>
            <p:cNvSpPr/>
            <p:nvPr/>
          </p:nvSpPr>
          <p:spPr>
            <a:xfrm>
              <a:off x="5142817" y="2026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0" name="pt10240"/>
            <p:cNvSpPr/>
            <p:nvPr/>
          </p:nvSpPr>
          <p:spPr>
            <a:xfrm>
              <a:off x="5334900" y="2179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1" name="pt10241"/>
            <p:cNvSpPr/>
            <p:nvPr/>
          </p:nvSpPr>
          <p:spPr>
            <a:xfrm>
              <a:off x="4670720" y="2472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2" name="pt10242"/>
            <p:cNvSpPr/>
            <p:nvPr/>
          </p:nvSpPr>
          <p:spPr>
            <a:xfrm>
              <a:off x="5538485" y="1904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3" name="pt10243"/>
            <p:cNvSpPr/>
            <p:nvPr/>
          </p:nvSpPr>
          <p:spPr>
            <a:xfrm>
              <a:off x="5617926" y="203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4" name="pt10244"/>
            <p:cNvSpPr/>
            <p:nvPr/>
          </p:nvSpPr>
          <p:spPr>
            <a:xfrm>
              <a:off x="5148271" y="2102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5" name="pt10245"/>
            <p:cNvSpPr/>
            <p:nvPr/>
          </p:nvSpPr>
          <p:spPr>
            <a:xfrm>
              <a:off x="5076831" y="2297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6" name="pt10246"/>
            <p:cNvSpPr/>
            <p:nvPr/>
          </p:nvSpPr>
          <p:spPr>
            <a:xfrm>
              <a:off x="5460867" y="2140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7" name="pt10247"/>
            <p:cNvSpPr/>
            <p:nvPr/>
          </p:nvSpPr>
          <p:spPr>
            <a:xfrm>
              <a:off x="5230463" y="2142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8" name="pt10248"/>
            <p:cNvSpPr/>
            <p:nvPr/>
          </p:nvSpPr>
          <p:spPr>
            <a:xfrm>
              <a:off x="5245081" y="2144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9" name="pt10249"/>
            <p:cNvSpPr/>
            <p:nvPr/>
          </p:nvSpPr>
          <p:spPr>
            <a:xfrm>
              <a:off x="4948920" y="2428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0" name="pt10250"/>
            <p:cNvSpPr/>
            <p:nvPr/>
          </p:nvSpPr>
          <p:spPr>
            <a:xfrm>
              <a:off x="5712149" y="2075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1" name="pt10251"/>
            <p:cNvSpPr/>
            <p:nvPr/>
          </p:nvSpPr>
          <p:spPr>
            <a:xfrm>
              <a:off x="5028956" y="2623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2" name="pt10252"/>
            <p:cNvSpPr/>
            <p:nvPr/>
          </p:nvSpPr>
          <p:spPr>
            <a:xfrm>
              <a:off x="5044433" y="2796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3" name="pt10253"/>
            <p:cNvSpPr/>
            <p:nvPr/>
          </p:nvSpPr>
          <p:spPr>
            <a:xfrm>
              <a:off x="5461754" y="2124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4" name="pt10254"/>
            <p:cNvSpPr/>
            <p:nvPr/>
          </p:nvSpPr>
          <p:spPr>
            <a:xfrm>
              <a:off x="4807152" y="2018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5" name="pt10255"/>
            <p:cNvSpPr/>
            <p:nvPr/>
          </p:nvSpPr>
          <p:spPr>
            <a:xfrm>
              <a:off x="5377262" y="2097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6" name="pt10256"/>
            <p:cNvSpPr/>
            <p:nvPr/>
          </p:nvSpPr>
          <p:spPr>
            <a:xfrm>
              <a:off x="5571683" y="1964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7" name="pt10257"/>
            <p:cNvSpPr/>
            <p:nvPr/>
          </p:nvSpPr>
          <p:spPr>
            <a:xfrm>
              <a:off x="5446250" y="2206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8" name="pt10258"/>
            <p:cNvSpPr/>
            <p:nvPr/>
          </p:nvSpPr>
          <p:spPr>
            <a:xfrm>
              <a:off x="5294663" y="218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9" name="pt10259"/>
            <p:cNvSpPr/>
            <p:nvPr/>
          </p:nvSpPr>
          <p:spPr>
            <a:xfrm>
              <a:off x="5011915" y="2799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0" name="pt10260"/>
            <p:cNvSpPr/>
            <p:nvPr/>
          </p:nvSpPr>
          <p:spPr>
            <a:xfrm>
              <a:off x="5177046" y="1989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1" name="pt10261"/>
            <p:cNvSpPr/>
            <p:nvPr/>
          </p:nvSpPr>
          <p:spPr>
            <a:xfrm>
              <a:off x="5130260" y="2095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2" name="pt10262"/>
            <p:cNvSpPr/>
            <p:nvPr/>
          </p:nvSpPr>
          <p:spPr>
            <a:xfrm>
              <a:off x="4885901" y="2581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3" name="pt10263"/>
            <p:cNvSpPr/>
            <p:nvPr/>
          </p:nvSpPr>
          <p:spPr>
            <a:xfrm>
              <a:off x="5415986" y="2128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4" name="pt10264"/>
            <p:cNvSpPr/>
            <p:nvPr/>
          </p:nvSpPr>
          <p:spPr>
            <a:xfrm>
              <a:off x="5153110" y="2088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5" name="pt10265"/>
            <p:cNvSpPr/>
            <p:nvPr/>
          </p:nvSpPr>
          <p:spPr>
            <a:xfrm>
              <a:off x="5431343" y="2108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6" name="pt10266"/>
            <p:cNvSpPr/>
            <p:nvPr/>
          </p:nvSpPr>
          <p:spPr>
            <a:xfrm>
              <a:off x="4850736" y="2555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7" name="pt10267"/>
            <p:cNvSpPr/>
            <p:nvPr/>
          </p:nvSpPr>
          <p:spPr>
            <a:xfrm>
              <a:off x="4769977" y="2683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8" name="pt10268"/>
            <p:cNvSpPr/>
            <p:nvPr/>
          </p:nvSpPr>
          <p:spPr>
            <a:xfrm>
              <a:off x="5122248" y="2183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9" name="pt10269"/>
            <p:cNvSpPr/>
            <p:nvPr/>
          </p:nvSpPr>
          <p:spPr>
            <a:xfrm>
              <a:off x="5121055" y="2028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0" name="pt10270"/>
            <p:cNvSpPr/>
            <p:nvPr/>
          </p:nvSpPr>
          <p:spPr>
            <a:xfrm>
              <a:off x="4983009" y="2187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1" name="pt10271"/>
            <p:cNvSpPr/>
            <p:nvPr/>
          </p:nvSpPr>
          <p:spPr>
            <a:xfrm>
              <a:off x="5362480" y="1987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2" name="pt10272"/>
            <p:cNvSpPr/>
            <p:nvPr/>
          </p:nvSpPr>
          <p:spPr>
            <a:xfrm>
              <a:off x="5433026" y="2009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3" name="pt10273"/>
            <p:cNvSpPr/>
            <p:nvPr/>
          </p:nvSpPr>
          <p:spPr>
            <a:xfrm>
              <a:off x="5037851" y="2715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4" name="pt10274"/>
            <p:cNvSpPr/>
            <p:nvPr/>
          </p:nvSpPr>
          <p:spPr>
            <a:xfrm>
              <a:off x="5305590" y="2123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5" name="pt10275"/>
            <p:cNvSpPr/>
            <p:nvPr/>
          </p:nvSpPr>
          <p:spPr>
            <a:xfrm>
              <a:off x="5303832" y="2133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6" name="pt10276"/>
            <p:cNvSpPr/>
            <p:nvPr/>
          </p:nvSpPr>
          <p:spPr>
            <a:xfrm>
              <a:off x="5517545" y="1841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7" name="pt10277"/>
            <p:cNvSpPr/>
            <p:nvPr/>
          </p:nvSpPr>
          <p:spPr>
            <a:xfrm>
              <a:off x="5331086" y="2164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8" name="pt10278"/>
            <p:cNvSpPr/>
            <p:nvPr/>
          </p:nvSpPr>
          <p:spPr>
            <a:xfrm>
              <a:off x="5387749" y="2106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9" name="pt10279"/>
            <p:cNvSpPr/>
            <p:nvPr/>
          </p:nvSpPr>
          <p:spPr>
            <a:xfrm>
              <a:off x="4903897" y="2408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0" name="pt10280"/>
            <p:cNvSpPr/>
            <p:nvPr/>
          </p:nvSpPr>
          <p:spPr>
            <a:xfrm>
              <a:off x="5160050" y="2105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1" name="pt10281"/>
            <p:cNvSpPr/>
            <p:nvPr/>
          </p:nvSpPr>
          <p:spPr>
            <a:xfrm>
              <a:off x="5629503" y="1754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2" name="pt10282"/>
            <p:cNvSpPr/>
            <p:nvPr/>
          </p:nvSpPr>
          <p:spPr>
            <a:xfrm>
              <a:off x="5073129" y="2196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3" name="pt10283"/>
            <p:cNvSpPr/>
            <p:nvPr/>
          </p:nvSpPr>
          <p:spPr>
            <a:xfrm>
              <a:off x="5304534" y="2264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4" name="pt10284"/>
            <p:cNvSpPr/>
            <p:nvPr/>
          </p:nvSpPr>
          <p:spPr>
            <a:xfrm>
              <a:off x="5195168" y="2263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5" name="pt10285"/>
            <p:cNvSpPr/>
            <p:nvPr/>
          </p:nvSpPr>
          <p:spPr>
            <a:xfrm>
              <a:off x="5301697" y="2242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6" name="pt10286"/>
            <p:cNvSpPr/>
            <p:nvPr/>
          </p:nvSpPr>
          <p:spPr>
            <a:xfrm>
              <a:off x="5373240" y="2035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7" name="pt10287"/>
            <p:cNvSpPr/>
            <p:nvPr/>
          </p:nvSpPr>
          <p:spPr>
            <a:xfrm>
              <a:off x="5278460" y="2069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8" name="pt10288"/>
            <p:cNvSpPr/>
            <p:nvPr/>
          </p:nvSpPr>
          <p:spPr>
            <a:xfrm>
              <a:off x="5419673" y="2012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9" name="pt10289"/>
            <p:cNvSpPr/>
            <p:nvPr/>
          </p:nvSpPr>
          <p:spPr>
            <a:xfrm>
              <a:off x="5136262" y="1958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0" name="pt10290"/>
            <p:cNvSpPr/>
            <p:nvPr/>
          </p:nvSpPr>
          <p:spPr>
            <a:xfrm>
              <a:off x="5581999" y="1621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1" name="pt10291"/>
            <p:cNvSpPr/>
            <p:nvPr/>
          </p:nvSpPr>
          <p:spPr>
            <a:xfrm>
              <a:off x="5383487" y="1896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2" name="pt10292"/>
            <p:cNvSpPr/>
            <p:nvPr/>
          </p:nvSpPr>
          <p:spPr>
            <a:xfrm>
              <a:off x="5517420" y="2008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3" name="pt10293"/>
            <p:cNvSpPr/>
            <p:nvPr/>
          </p:nvSpPr>
          <p:spPr>
            <a:xfrm>
              <a:off x="5498811" y="2089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4" name="pt10294"/>
            <p:cNvSpPr/>
            <p:nvPr/>
          </p:nvSpPr>
          <p:spPr>
            <a:xfrm>
              <a:off x="5404122" y="2163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5" name="pt10295"/>
            <p:cNvSpPr/>
            <p:nvPr/>
          </p:nvSpPr>
          <p:spPr>
            <a:xfrm>
              <a:off x="5315754" y="2317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6" name="pt10296"/>
            <p:cNvSpPr/>
            <p:nvPr/>
          </p:nvSpPr>
          <p:spPr>
            <a:xfrm>
              <a:off x="5463252" y="2116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7" name="pt10297"/>
            <p:cNvSpPr/>
            <p:nvPr/>
          </p:nvSpPr>
          <p:spPr>
            <a:xfrm>
              <a:off x="5438221" y="2058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8" name="pt10298"/>
            <p:cNvSpPr/>
            <p:nvPr/>
          </p:nvSpPr>
          <p:spPr>
            <a:xfrm>
              <a:off x="5479850" y="2309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9" name="pt10299"/>
            <p:cNvSpPr/>
            <p:nvPr/>
          </p:nvSpPr>
          <p:spPr>
            <a:xfrm>
              <a:off x="5337148" y="2173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0" name="pt10300"/>
            <p:cNvSpPr/>
            <p:nvPr/>
          </p:nvSpPr>
          <p:spPr>
            <a:xfrm>
              <a:off x="5292901" y="2226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1" name="pt10301"/>
            <p:cNvSpPr/>
            <p:nvPr/>
          </p:nvSpPr>
          <p:spPr>
            <a:xfrm>
              <a:off x="4994529" y="1904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2" name="pt10302"/>
            <p:cNvSpPr/>
            <p:nvPr/>
          </p:nvSpPr>
          <p:spPr>
            <a:xfrm>
              <a:off x="5139437" y="2044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3" name="pt10303"/>
            <p:cNvSpPr/>
            <p:nvPr/>
          </p:nvSpPr>
          <p:spPr>
            <a:xfrm>
              <a:off x="5594470" y="2060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4" name="pt10304"/>
            <p:cNvSpPr/>
            <p:nvPr/>
          </p:nvSpPr>
          <p:spPr>
            <a:xfrm>
              <a:off x="5353244" y="1803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5" name="pt10305"/>
            <p:cNvSpPr/>
            <p:nvPr/>
          </p:nvSpPr>
          <p:spPr>
            <a:xfrm>
              <a:off x="5112314" y="2146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6" name="pt10306"/>
            <p:cNvSpPr/>
            <p:nvPr/>
          </p:nvSpPr>
          <p:spPr>
            <a:xfrm>
              <a:off x="5335954" y="2134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7" name="pt10307"/>
            <p:cNvSpPr/>
            <p:nvPr/>
          </p:nvSpPr>
          <p:spPr>
            <a:xfrm>
              <a:off x="5236731" y="2251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8" name="pt10308"/>
            <p:cNvSpPr/>
            <p:nvPr/>
          </p:nvSpPr>
          <p:spPr>
            <a:xfrm>
              <a:off x="5292132" y="2196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9" name="pt10309"/>
            <p:cNvSpPr/>
            <p:nvPr/>
          </p:nvSpPr>
          <p:spPr>
            <a:xfrm>
              <a:off x="5656985" y="1853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0" name="pt10310"/>
            <p:cNvSpPr/>
            <p:nvPr/>
          </p:nvSpPr>
          <p:spPr>
            <a:xfrm>
              <a:off x="5397193" y="2225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1" name="pt10311"/>
            <p:cNvSpPr/>
            <p:nvPr/>
          </p:nvSpPr>
          <p:spPr>
            <a:xfrm>
              <a:off x="5510672" y="1913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2" name="pt10312"/>
            <p:cNvSpPr/>
            <p:nvPr/>
          </p:nvSpPr>
          <p:spPr>
            <a:xfrm>
              <a:off x="5558899" y="200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3" name="pt10313"/>
            <p:cNvSpPr/>
            <p:nvPr/>
          </p:nvSpPr>
          <p:spPr>
            <a:xfrm>
              <a:off x="5571858" y="1895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4" name="pt10314"/>
            <p:cNvSpPr/>
            <p:nvPr/>
          </p:nvSpPr>
          <p:spPr>
            <a:xfrm>
              <a:off x="5445790" y="2243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5" name="pt10315"/>
            <p:cNvSpPr/>
            <p:nvPr/>
          </p:nvSpPr>
          <p:spPr>
            <a:xfrm>
              <a:off x="5454464" y="2263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6" name="pt10316"/>
            <p:cNvSpPr/>
            <p:nvPr/>
          </p:nvSpPr>
          <p:spPr>
            <a:xfrm>
              <a:off x="5083395" y="2421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7" name="pt10317"/>
            <p:cNvSpPr/>
            <p:nvPr/>
          </p:nvSpPr>
          <p:spPr>
            <a:xfrm>
              <a:off x="5167920" y="2019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8" name="pt10318"/>
            <p:cNvSpPr/>
            <p:nvPr/>
          </p:nvSpPr>
          <p:spPr>
            <a:xfrm>
              <a:off x="5671742" y="1900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9" name="pt10319"/>
            <p:cNvSpPr/>
            <p:nvPr/>
          </p:nvSpPr>
          <p:spPr>
            <a:xfrm>
              <a:off x="5052579" y="2633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0" name="pt10320"/>
            <p:cNvSpPr/>
            <p:nvPr/>
          </p:nvSpPr>
          <p:spPr>
            <a:xfrm>
              <a:off x="5076401" y="235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1" name="pt10321"/>
            <p:cNvSpPr/>
            <p:nvPr/>
          </p:nvSpPr>
          <p:spPr>
            <a:xfrm>
              <a:off x="5651914" y="1990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2" name="pt10322"/>
            <p:cNvSpPr/>
            <p:nvPr/>
          </p:nvSpPr>
          <p:spPr>
            <a:xfrm>
              <a:off x="5324281" y="2148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3" name="pt10323"/>
            <p:cNvSpPr/>
            <p:nvPr/>
          </p:nvSpPr>
          <p:spPr>
            <a:xfrm>
              <a:off x="5251011" y="219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4" name="pt10324"/>
            <p:cNvSpPr/>
            <p:nvPr/>
          </p:nvSpPr>
          <p:spPr>
            <a:xfrm>
              <a:off x="5640275" y="1785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5" name="pt10325"/>
            <p:cNvSpPr/>
            <p:nvPr/>
          </p:nvSpPr>
          <p:spPr>
            <a:xfrm>
              <a:off x="5159305" y="2157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6" name="pt10326"/>
            <p:cNvSpPr/>
            <p:nvPr/>
          </p:nvSpPr>
          <p:spPr>
            <a:xfrm>
              <a:off x="5414030" y="2305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7" name="pt10327"/>
            <p:cNvSpPr/>
            <p:nvPr/>
          </p:nvSpPr>
          <p:spPr>
            <a:xfrm>
              <a:off x="5412689" y="2261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8" name="pt10328"/>
            <p:cNvSpPr/>
            <p:nvPr/>
          </p:nvSpPr>
          <p:spPr>
            <a:xfrm>
              <a:off x="5233701" y="221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9" name="pt10329"/>
            <p:cNvSpPr/>
            <p:nvPr/>
          </p:nvSpPr>
          <p:spPr>
            <a:xfrm>
              <a:off x="5276672" y="1922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0" name="pt10330"/>
            <p:cNvSpPr/>
            <p:nvPr/>
          </p:nvSpPr>
          <p:spPr>
            <a:xfrm>
              <a:off x="5182271" y="2152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1" name="pt10331"/>
            <p:cNvSpPr/>
            <p:nvPr/>
          </p:nvSpPr>
          <p:spPr>
            <a:xfrm>
              <a:off x="4760388" y="2648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2" name="pt10332"/>
            <p:cNvSpPr/>
            <p:nvPr/>
          </p:nvSpPr>
          <p:spPr>
            <a:xfrm>
              <a:off x="5354441" y="2061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3" name="pt10333"/>
            <p:cNvSpPr/>
            <p:nvPr/>
          </p:nvSpPr>
          <p:spPr>
            <a:xfrm>
              <a:off x="5140029" y="2033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4" name="pt10334"/>
            <p:cNvSpPr/>
            <p:nvPr/>
          </p:nvSpPr>
          <p:spPr>
            <a:xfrm>
              <a:off x="5211535" y="2161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5" name="pt10335"/>
            <p:cNvSpPr/>
            <p:nvPr/>
          </p:nvSpPr>
          <p:spPr>
            <a:xfrm>
              <a:off x="5314636" y="2215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6" name="pt10336"/>
            <p:cNvSpPr/>
            <p:nvPr/>
          </p:nvSpPr>
          <p:spPr>
            <a:xfrm>
              <a:off x="5745591" y="1772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7" name="pt10337"/>
            <p:cNvSpPr/>
            <p:nvPr/>
          </p:nvSpPr>
          <p:spPr>
            <a:xfrm>
              <a:off x="5345740" y="2126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8" name="pt10338"/>
            <p:cNvSpPr/>
            <p:nvPr/>
          </p:nvSpPr>
          <p:spPr>
            <a:xfrm>
              <a:off x="5146573" y="2041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9" name="pt10339"/>
            <p:cNvSpPr/>
            <p:nvPr/>
          </p:nvSpPr>
          <p:spPr>
            <a:xfrm>
              <a:off x="5450691" y="2228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0" name="pt10340"/>
            <p:cNvSpPr/>
            <p:nvPr/>
          </p:nvSpPr>
          <p:spPr>
            <a:xfrm>
              <a:off x="5466193" y="2110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1" name="pt10341"/>
            <p:cNvSpPr/>
            <p:nvPr/>
          </p:nvSpPr>
          <p:spPr>
            <a:xfrm>
              <a:off x="5038102" y="2500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2" name="pt10342"/>
            <p:cNvSpPr/>
            <p:nvPr/>
          </p:nvSpPr>
          <p:spPr>
            <a:xfrm>
              <a:off x="5173510" y="2126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3" name="pt10343"/>
            <p:cNvSpPr/>
            <p:nvPr/>
          </p:nvSpPr>
          <p:spPr>
            <a:xfrm>
              <a:off x="5351260" y="2110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4" name="pt10344"/>
            <p:cNvSpPr/>
            <p:nvPr/>
          </p:nvSpPr>
          <p:spPr>
            <a:xfrm>
              <a:off x="5401163" y="2179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5" name="pt10345"/>
            <p:cNvSpPr/>
            <p:nvPr/>
          </p:nvSpPr>
          <p:spPr>
            <a:xfrm>
              <a:off x="5563389" y="1820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6" name="pt10346"/>
            <p:cNvSpPr/>
            <p:nvPr/>
          </p:nvSpPr>
          <p:spPr>
            <a:xfrm>
              <a:off x="5324180" y="2196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7" name="pt10347"/>
            <p:cNvSpPr/>
            <p:nvPr/>
          </p:nvSpPr>
          <p:spPr>
            <a:xfrm>
              <a:off x="5185202" y="2077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8" name="pt10348"/>
            <p:cNvSpPr/>
            <p:nvPr/>
          </p:nvSpPr>
          <p:spPr>
            <a:xfrm>
              <a:off x="5079704" y="2385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9" name="pt10349"/>
            <p:cNvSpPr/>
            <p:nvPr/>
          </p:nvSpPr>
          <p:spPr>
            <a:xfrm>
              <a:off x="5161621" y="2208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0" name="pt10350"/>
            <p:cNvSpPr/>
            <p:nvPr/>
          </p:nvSpPr>
          <p:spPr>
            <a:xfrm>
              <a:off x="4647274" y="2516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1" name="pt10351"/>
            <p:cNvSpPr/>
            <p:nvPr/>
          </p:nvSpPr>
          <p:spPr>
            <a:xfrm>
              <a:off x="5400550" y="2105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2" name="pt10352"/>
            <p:cNvSpPr/>
            <p:nvPr/>
          </p:nvSpPr>
          <p:spPr>
            <a:xfrm>
              <a:off x="4697246" y="2693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3" name="pt10353"/>
            <p:cNvSpPr/>
            <p:nvPr/>
          </p:nvSpPr>
          <p:spPr>
            <a:xfrm>
              <a:off x="5209908" y="2044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4" name="pt10354"/>
            <p:cNvSpPr/>
            <p:nvPr/>
          </p:nvSpPr>
          <p:spPr>
            <a:xfrm>
              <a:off x="5385162" y="2120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5" name="pt10355"/>
            <p:cNvSpPr/>
            <p:nvPr/>
          </p:nvSpPr>
          <p:spPr>
            <a:xfrm>
              <a:off x="5116750" y="2105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6" name="pt10356"/>
            <p:cNvSpPr/>
            <p:nvPr/>
          </p:nvSpPr>
          <p:spPr>
            <a:xfrm>
              <a:off x="5463244" y="2274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7" name="pt10357"/>
            <p:cNvSpPr/>
            <p:nvPr/>
          </p:nvSpPr>
          <p:spPr>
            <a:xfrm>
              <a:off x="5305372" y="2118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8" name="pt10358"/>
            <p:cNvSpPr/>
            <p:nvPr/>
          </p:nvSpPr>
          <p:spPr>
            <a:xfrm>
              <a:off x="5492338" y="2207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9" name="pt10359"/>
            <p:cNvSpPr/>
            <p:nvPr/>
          </p:nvSpPr>
          <p:spPr>
            <a:xfrm>
              <a:off x="5310261" y="225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0" name="pt10360"/>
            <p:cNvSpPr/>
            <p:nvPr/>
          </p:nvSpPr>
          <p:spPr>
            <a:xfrm>
              <a:off x="5299315" y="2217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1" name="pt10361"/>
            <p:cNvSpPr/>
            <p:nvPr/>
          </p:nvSpPr>
          <p:spPr>
            <a:xfrm>
              <a:off x="5429654" y="2208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2" name="pt10362"/>
            <p:cNvSpPr/>
            <p:nvPr/>
          </p:nvSpPr>
          <p:spPr>
            <a:xfrm>
              <a:off x="5446903" y="2299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3" name="pt10363"/>
            <p:cNvSpPr/>
            <p:nvPr/>
          </p:nvSpPr>
          <p:spPr>
            <a:xfrm>
              <a:off x="5366566" y="1967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4" name="pt10364"/>
            <p:cNvSpPr/>
            <p:nvPr/>
          </p:nvSpPr>
          <p:spPr>
            <a:xfrm>
              <a:off x="4965901" y="2481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5" name="pt10365"/>
            <p:cNvSpPr/>
            <p:nvPr/>
          </p:nvSpPr>
          <p:spPr>
            <a:xfrm>
              <a:off x="5456899" y="2177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6" name="pt10366"/>
            <p:cNvSpPr/>
            <p:nvPr/>
          </p:nvSpPr>
          <p:spPr>
            <a:xfrm>
              <a:off x="4847525" y="2824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7" name="pt10367"/>
            <p:cNvSpPr/>
            <p:nvPr/>
          </p:nvSpPr>
          <p:spPr>
            <a:xfrm>
              <a:off x="5328655" y="2189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8" name="pt10368"/>
            <p:cNvSpPr/>
            <p:nvPr/>
          </p:nvSpPr>
          <p:spPr>
            <a:xfrm>
              <a:off x="5504600" y="1931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9" name="pt10369"/>
            <p:cNvSpPr/>
            <p:nvPr/>
          </p:nvSpPr>
          <p:spPr>
            <a:xfrm>
              <a:off x="5486423" y="1910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0" name="pt10370"/>
            <p:cNvSpPr/>
            <p:nvPr/>
          </p:nvSpPr>
          <p:spPr>
            <a:xfrm>
              <a:off x="5361478" y="1986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1" name="pt10371"/>
            <p:cNvSpPr/>
            <p:nvPr/>
          </p:nvSpPr>
          <p:spPr>
            <a:xfrm>
              <a:off x="4902176" y="2629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2" name="pt10372"/>
            <p:cNvSpPr/>
            <p:nvPr/>
          </p:nvSpPr>
          <p:spPr>
            <a:xfrm>
              <a:off x="5092750" y="2050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3" name="pt10373"/>
            <p:cNvSpPr/>
            <p:nvPr/>
          </p:nvSpPr>
          <p:spPr>
            <a:xfrm>
              <a:off x="5237286" y="2169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4" name="pt10374"/>
            <p:cNvSpPr/>
            <p:nvPr/>
          </p:nvSpPr>
          <p:spPr>
            <a:xfrm>
              <a:off x="5801525" y="1799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5" name="pt10375"/>
            <p:cNvSpPr/>
            <p:nvPr/>
          </p:nvSpPr>
          <p:spPr>
            <a:xfrm>
              <a:off x="4694608" y="2469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6" name="pt10376"/>
            <p:cNvSpPr/>
            <p:nvPr/>
          </p:nvSpPr>
          <p:spPr>
            <a:xfrm>
              <a:off x="5419037" y="2128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7" name="pt10377"/>
            <p:cNvSpPr/>
            <p:nvPr/>
          </p:nvSpPr>
          <p:spPr>
            <a:xfrm>
              <a:off x="5729969" y="1776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8" name="pt10378"/>
            <p:cNvSpPr/>
            <p:nvPr/>
          </p:nvSpPr>
          <p:spPr>
            <a:xfrm>
              <a:off x="4919446" y="2142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9" name="pt10379"/>
            <p:cNvSpPr/>
            <p:nvPr/>
          </p:nvSpPr>
          <p:spPr>
            <a:xfrm>
              <a:off x="5113705" y="2197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0" name="pt10380"/>
            <p:cNvSpPr/>
            <p:nvPr/>
          </p:nvSpPr>
          <p:spPr>
            <a:xfrm>
              <a:off x="5364336" y="1902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1" name="pt10381"/>
            <p:cNvSpPr/>
            <p:nvPr/>
          </p:nvSpPr>
          <p:spPr>
            <a:xfrm>
              <a:off x="5301785" y="2187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2" name="pt10382"/>
            <p:cNvSpPr/>
            <p:nvPr/>
          </p:nvSpPr>
          <p:spPr>
            <a:xfrm>
              <a:off x="5038730" y="2667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3" name="pt10383"/>
            <p:cNvSpPr/>
            <p:nvPr/>
          </p:nvSpPr>
          <p:spPr>
            <a:xfrm>
              <a:off x="5827348" y="1755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4" name="pt10384"/>
            <p:cNvSpPr/>
            <p:nvPr/>
          </p:nvSpPr>
          <p:spPr>
            <a:xfrm>
              <a:off x="5395030" y="2240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5" name="pt10385"/>
            <p:cNvSpPr/>
            <p:nvPr/>
          </p:nvSpPr>
          <p:spPr>
            <a:xfrm>
              <a:off x="5160071" y="2097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6" name="pt10386"/>
            <p:cNvSpPr/>
            <p:nvPr/>
          </p:nvSpPr>
          <p:spPr>
            <a:xfrm>
              <a:off x="5341129" y="218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7" name="pt10387"/>
            <p:cNvSpPr/>
            <p:nvPr/>
          </p:nvSpPr>
          <p:spPr>
            <a:xfrm>
              <a:off x="5730954" y="1713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8" name="pt10388"/>
            <p:cNvSpPr/>
            <p:nvPr/>
          </p:nvSpPr>
          <p:spPr>
            <a:xfrm>
              <a:off x="5109169" y="2070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9" name="pt10389"/>
            <p:cNvSpPr/>
            <p:nvPr/>
          </p:nvSpPr>
          <p:spPr>
            <a:xfrm>
              <a:off x="5348932" y="2077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0" name="pt10390"/>
            <p:cNvSpPr/>
            <p:nvPr/>
          </p:nvSpPr>
          <p:spPr>
            <a:xfrm>
              <a:off x="5025750" y="2659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1" name="pt10391"/>
            <p:cNvSpPr/>
            <p:nvPr/>
          </p:nvSpPr>
          <p:spPr>
            <a:xfrm>
              <a:off x="5514872" y="1982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2" name="pt10392"/>
            <p:cNvSpPr/>
            <p:nvPr/>
          </p:nvSpPr>
          <p:spPr>
            <a:xfrm>
              <a:off x="5190206" y="2135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3" name="pt10393"/>
            <p:cNvSpPr/>
            <p:nvPr/>
          </p:nvSpPr>
          <p:spPr>
            <a:xfrm>
              <a:off x="5765879" y="1856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4" name="pt10394"/>
            <p:cNvSpPr/>
            <p:nvPr/>
          </p:nvSpPr>
          <p:spPr>
            <a:xfrm>
              <a:off x="4957126" y="2542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5" name="pt10395"/>
            <p:cNvSpPr/>
            <p:nvPr/>
          </p:nvSpPr>
          <p:spPr>
            <a:xfrm>
              <a:off x="5181076" y="2104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6" name="pt10396"/>
            <p:cNvSpPr/>
            <p:nvPr/>
          </p:nvSpPr>
          <p:spPr>
            <a:xfrm>
              <a:off x="5119053" y="2261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7" name="pt10397"/>
            <p:cNvSpPr/>
            <p:nvPr/>
          </p:nvSpPr>
          <p:spPr>
            <a:xfrm>
              <a:off x="5351849" y="2039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8" name="pt10398"/>
            <p:cNvSpPr/>
            <p:nvPr/>
          </p:nvSpPr>
          <p:spPr>
            <a:xfrm>
              <a:off x="4801045" y="1807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9" name="pt10399"/>
            <p:cNvSpPr/>
            <p:nvPr/>
          </p:nvSpPr>
          <p:spPr>
            <a:xfrm>
              <a:off x="5551045" y="2156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0" name="pt10400"/>
            <p:cNvSpPr/>
            <p:nvPr/>
          </p:nvSpPr>
          <p:spPr>
            <a:xfrm>
              <a:off x="5653476" y="1930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1" name="pt10401"/>
            <p:cNvSpPr/>
            <p:nvPr/>
          </p:nvSpPr>
          <p:spPr>
            <a:xfrm>
              <a:off x="4651378" y="2509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2" name="pt10402"/>
            <p:cNvSpPr/>
            <p:nvPr/>
          </p:nvSpPr>
          <p:spPr>
            <a:xfrm>
              <a:off x="4981657" y="2078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3" name="pt10403"/>
            <p:cNvSpPr/>
            <p:nvPr/>
          </p:nvSpPr>
          <p:spPr>
            <a:xfrm>
              <a:off x="4857507" y="2567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4" name="pt10404"/>
            <p:cNvSpPr/>
            <p:nvPr/>
          </p:nvSpPr>
          <p:spPr>
            <a:xfrm>
              <a:off x="5204517" y="2033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5" name="pt10405"/>
            <p:cNvSpPr/>
            <p:nvPr/>
          </p:nvSpPr>
          <p:spPr>
            <a:xfrm>
              <a:off x="5560006" y="2117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6" name="pt10406"/>
            <p:cNvSpPr/>
            <p:nvPr/>
          </p:nvSpPr>
          <p:spPr>
            <a:xfrm>
              <a:off x="5185804" y="2143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7" name="pt10407"/>
            <p:cNvSpPr/>
            <p:nvPr/>
          </p:nvSpPr>
          <p:spPr>
            <a:xfrm>
              <a:off x="5425004" y="2082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8" name="pt10408"/>
            <p:cNvSpPr/>
            <p:nvPr/>
          </p:nvSpPr>
          <p:spPr>
            <a:xfrm>
              <a:off x="5064310" y="2518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9" name="pt10409"/>
            <p:cNvSpPr/>
            <p:nvPr/>
          </p:nvSpPr>
          <p:spPr>
            <a:xfrm>
              <a:off x="4981993" y="2127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0" name="pt10410"/>
            <p:cNvSpPr/>
            <p:nvPr/>
          </p:nvSpPr>
          <p:spPr>
            <a:xfrm>
              <a:off x="5410321" y="2282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1" name="pt10411"/>
            <p:cNvSpPr/>
            <p:nvPr/>
          </p:nvSpPr>
          <p:spPr>
            <a:xfrm>
              <a:off x="5602193" y="1882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2" name="pt10412"/>
            <p:cNvSpPr/>
            <p:nvPr/>
          </p:nvSpPr>
          <p:spPr>
            <a:xfrm>
              <a:off x="5603387" y="1958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3" name="pt10413"/>
            <p:cNvSpPr/>
            <p:nvPr/>
          </p:nvSpPr>
          <p:spPr>
            <a:xfrm>
              <a:off x="5224960" y="2113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4" name="pt10414"/>
            <p:cNvSpPr/>
            <p:nvPr/>
          </p:nvSpPr>
          <p:spPr>
            <a:xfrm>
              <a:off x="5369403" y="1965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5" name="pt10415"/>
            <p:cNvSpPr/>
            <p:nvPr/>
          </p:nvSpPr>
          <p:spPr>
            <a:xfrm>
              <a:off x="4606350" y="2675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6" name="pt10416"/>
            <p:cNvSpPr/>
            <p:nvPr/>
          </p:nvSpPr>
          <p:spPr>
            <a:xfrm>
              <a:off x="5226881" y="2097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7" name="pt10417"/>
            <p:cNvSpPr/>
            <p:nvPr/>
          </p:nvSpPr>
          <p:spPr>
            <a:xfrm>
              <a:off x="5012691" y="2614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8" name="pt10418"/>
            <p:cNvSpPr/>
            <p:nvPr/>
          </p:nvSpPr>
          <p:spPr>
            <a:xfrm>
              <a:off x="5431486" y="2182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9" name="pt10419"/>
            <p:cNvSpPr/>
            <p:nvPr/>
          </p:nvSpPr>
          <p:spPr>
            <a:xfrm>
              <a:off x="5349008" y="2120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0" name="pt10420"/>
            <p:cNvSpPr/>
            <p:nvPr/>
          </p:nvSpPr>
          <p:spPr>
            <a:xfrm>
              <a:off x="5125564" y="2016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1" name="pt10421"/>
            <p:cNvSpPr/>
            <p:nvPr/>
          </p:nvSpPr>
          <p:spPr>
            <a:xfrm>
              <a:off x="5074786" y="2165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2" name="pt10422"/>
            <p:cNvSpPr/>
            <p:nvPr/>
          </p:nvSpPr>
          <p:spPr>
            <a:xfrm>
              <a:off x="5000191" y="2599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3" name="pt10423"/>
            <p:cNvSpPr/>
            <p:nvPr/>
          </p:nvSpPr>
          <p:spPr>
            <a:xfrm>
              <a:off x="4922151" y="2061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4" name="pt10424"/>
            <p:cNvSpPr/>
            <p:nvPr/>
          </p:nvSpPr>
          <p:spPr>
            <a:xfrm>
              <a:off x="5686730" y="2099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5" name="pt10425"/>
            <p:cNvSpPr/>
            <p:nvPr/>
          </p:nvSpPr>
          <p:spPr>
            <a:xfrm>
              <a:off x="5329501" y="2125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6" name="pt10426"/>
            <p:cNvSpPr/>
            <p:nvPr/>
          </p:nvSpPr>
          <p:spPr>
            <a:xfrm>
              <a:off x="5483967" y="2221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7" name="pt10427"/>
            <p:cNvSpPr/>
            <p:nvPr/>
          </p:nvSpPr>
          <p:spPr>
            <a:xfrm>
              <a:off x="5684351" y="1964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8" name="pt10428"/>
            <p:cNvSpPr/>
            <p:nvPr/>
          </p:nvSpPr>
          <p:spPr>
            <a:xfrm>
              <a:off x="5459399" y="2160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9" name="pt10429"/>
            <p:cNvSpPr/>
            <p:nvPr/>
          </p:nvSpPr>
          <p:spPr>
            <a:xfrm>
              <a:off x="5034655" y="2459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0" name="pt10430"/>
            <p:cNvSpPr/>
            <p:nvPr/>
          </p:nvSpPr>
          <p:spPr>
            <a:xfrm>
              <a:off x="5646625" y="1872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1" name="pt10431"/>
            <p:cNvSpPr/>
            <p:nvPr/>
          </p:nvSpPr>
          <p:spPr>
            <a:xfrm>
              <a:off x="5663778" y="197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2" name="pt10432"/>
            <p:cNvSpPr/>
            <p:nvPr/>
          </p:nvSpPr>
          <p:spPr>
            <a:xfrm>
              <a:off x="4786161" y="2742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3" name="pt10433"/>
            <p:cNvSpPr/>
            <p:nvPr/>
          </p:nvSpPr>
          <p:spPr>
            <a:xfrm>
              <a:off x="5210746" y="2115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4" name="pt10434"/>
            <p:cNvSpPr/>
            <p:nvPr/>
          </p:nvSpPr>
          <p:spPr>
            <a:xfrm>
              <a:off x="5494418" y="1943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5" name="pt10435"/>
            <p:cNvSpPr/>
            <p:nvPr/>
          </p:nvSpPr>
          <p:spPr>
            <a:xfrm>
              <a:off x="5010000" y="2722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6" name="pt10436"/>
            <p:cNvSpPr/>
            <p:nvPr/>
          </p:nvSpPr>
          <p:spPr>
            <a:xfrm>
              <a:off x="5566756" y="1911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7" name="pt10437"/>
            <p:cNvSpPr/>
            <p:nvPr/>
          </p:nvSpPr>
          <p:spPr>
            <a:xfrm>
              <a:off x="5369731" y="1984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8" name="pt10438"/>
            <p:cNvSpPr/>
            <p:nvPr/>
          </p:nvSpPr>
          <p:spPr>
            <a:xfrm>
              <a:off x="5391436" y="2204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9" name="pt10439"/>
            <p:cNvSpPr/>
            <p:nvPr/>
          </p:nvSpPr>
          <p:spPr>
            <a:xfrm>
              <a:off x="5238903" y="2180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0" name="pt10440"/>
            <p:cNvSpPr/>
            <p:nvPr/>
          </p:nvSpPr>
          <p:spPr>
            <a:xfrm>
              <a:off x="5545372" y="1937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1" name="pt10441"/>
            <p:cNvSpPr/>
            <p:nvPr/>
          </p:nvSpPr>
          <p:spPr>
            <a:xfrm>
              <a:off x="5061232" y="2361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2" name="pt10442"/>
            <p:cNvSpPr/>
            <p:nvPr/>
          </p:nvSpPr>
          <p:spPr>
            <a:xfrm>
              <a:off x="5589627" y="1500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3" name="pt10443"/>
            <p:cNvSpPr/>
            <p:nvPr/>
          </p:nvSpPr>
          <p:spPr>
            <a:xfrm>
              <a:off x="5108599" y="2124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4" name="pt10444"/>
            <p:cNvSpPr/>
            <p:nvPr/>
          </p:nvSpPr>
          <p:spPr>
            <a:xfrm>
              <a:off x="5417117" y="2024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5" name="pt10445"/>
            <p:cNvSpPr/>
            <p:nvPr/>
          </p:nvSpPr>
          <p:spPr>
            <a:xfrm>
              <a:off x="5368024" y="1952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6" name="pt10446"/>
            <p:cNvSpPr/>
            <p:nvPr/>
          </p:nvSpPr>
          <p:spPr>
            <a:xfrm>
              <a:off x="5471293" y="221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7" name="pt10447"/>
            <p:cNvSpPr/>
            <p:nvPr/>
          </p:nvSpPr>
          <p:spPr>
            <a:xfrm>
              <a:off x="5337769" y="2158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8" name="pt10448"/>
            <p:cNvSpPr/>
            <p:nvPr/>
          </p:nvSpPr>
          <p:spPr>
            <a:xfrm>
              <a:off x="5531558" y="2022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9" name="pt10449"/>
            <p:cNvSpPr/>
            <p:nvPr/>
          </p:nvSpPr>
          <p:spPr>
            <a:xfrm>
              <a:off x="5405515" y="2218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0" name="pt10450"/>
            <p:cNvSpPr/>
            <p:nvPr/>
          </p:nvSpPr>
          <p:spPr>
            <a:xfrm>
              <a:off x="5257001" y="2240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1" name="pt10451"/>
            <p:cNvSpPr/>
            <p:nvPr/>
          </p:nvSpPr>
          <p:spPr>
            <a:xfrm>
              <a:off x="5074537" y="2225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2" name="pt10452"/>
            <p:cNvSpPr/>
            <p:nvPr/>
          </p:nvSpPr>
          <p:spPr>
            <a:xfrm>
              <a:off x="5462241" y="2110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3" name="pt10453"/>
            <p:cNvSpPr/>
            <p:nvPr/>
          </p:nvSpPr>
          <p:spPr>
            <a:xfrm>
              <a:off x="4973646" y="2452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4" name="pt10454"/>
            <p:cNvSpPr/>
            <p:nvPr/>
          </p:nvSpPr>
          <p:spPr>
            <a:xfrm>
              <a:off x="5256100" y="212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5" name="pt10455"/>
            <p:cNvSpPr/>
            <p:nvPr/>
          </p:nvSpPr>
          <p:spPr>
            <a:xfrm>
              <a:off x="5378087" y="2050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6" name="pt10456"/>
            <p:cNvSpPr/>
            <p:nvPr/>
          </p:nvSpPr>
          <p:spPr>
            <a:xfrm>
              <a:off x="5418412" y="2200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7" name="pt10457"/>
            <p:cNvSpPr/>
            <p:nvPr/>
          </p:nvSpPr>
          <p:spPr>
            <a:xfrm>
              <a:off x="5340817" y="2170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8" name="pt10458"/>
            <p:cNvSpPr/>
            <p:nvPr/>
          </p:nvSpPr>
          <p:spPr>
            <a:xfrm>
              <a:off x="5363359" y="2035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9" name="pt10459"/>
            <p:cNvSpPr/>
            <p:nvPr/>
          </p:nvSpPr>
          <p:spPr>
            <a:xfrm>
              <a:off x="5317461" y="2222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0" name="pt10460"/>
            <p:cNvSpPr/>
            <p:nvPr/>
          </p:nvSpPr>
          <p:spPr>
            <a:xfrm>
              <a:off x="5183368" y="2179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1" name="pt10461"/>
            <p:cNvSpPr/>
            <p:nvPr/>
          </p:nvSpPr>
          <p:spPr>
            <a:xfrm>
              <a:off x="5655365" y="1926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2" name="pt10462"/>
            <p:cNvSpPr/>
            <p:nvPr/>
          </p:nvSpPr>
          <p:spPr>
            <a:xfrm>
              <a:off x="4999051" y="2603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3" name="pt10463"/>
            <p:cNvSpPr/>
            <p:nvPr/>
          </p:nvSpPr>
          <p:spPr>
            <a:xfrm>
              <a:off x="5141281" y="203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4" name="pt10464"/>
            <p:cNvSpPr/>
            <p:nvPr/>
          </p:nvSpPr>
          <p:spPr>
            <a:xfrm>
              <a:off x="5333125" y="2185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5" name="pt10465"/>
            <p:cNvSpPr/>
            <p:nvPr/>
          </p:nvSpPr>
          <p:spPr>
            <a:xfrm>
              <a:off x="5233614" y="213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6" name="pt10466"/>
            <p:cNvSpPr/>
            <p:nvPr/>
          </p:nvSpPr>
          <p:spPr>
            <a:xfrm>
              <a:off x="5557783" y="2173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7" name="pt10467"/>
            <p:cNvSpPr/>
            <p:nvPr/>
          </p:nvSpPr>
          <p:spPr>
            <a:xfrm>
              <a:off x="4734265" y="2167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8" name="pt10468"/>
            <p:cNvSpPr/>
            <p:nvPr/>
          </p:nvSpPr>
          <p:spPr>
            <a:xfrm>
              <a:off x="5511888" y="2134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9" name="pt10469"/>
            <p:cNvSpPr/>
            <p:nvPr/>
          </p:nvSpPr>
          <p:spPr>
            <a:xfrm>
              <a:off x="5265176" y="2222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0" name="pt10470"/>
            <p:cNvSpPr/>
            <p:nvPr/>
          </p:nvSpPr>
          <p:spPr>
            <a:xfrm>
              <a:off x="5183206" y="211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1" name="pt10471"/>
            <p:cNvSpPr/>
            <p:nvPr/>
          </p:nvSpPr>
          <p:spPr>
            <a:xfrm>
              <a:off x="5267270" y="2303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2" name="pt10472"/>
            <p:cNvSpPr/>
            <p:nvPr/>
          </p:nvSpPr>
          <p:spPr>
            <a:xfrm>
              <a:off x="5226347" y="2234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3" name="pt10473"/>
            <p:cNvSpPr/>
            <p:nvPr/>
          </p:nvSpPr>
          <p:spPr>
            <a:xfrm>
              <a:off x="5650522" y="1950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4" name="pt10474"/>
            <p:cNvSpPr/>
            <p:nvPr/>
          </p:nvSpPr>
          <p:spPr>
            <a:xfrm>
              <a:off x="5313350" y="2173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5" name="pt10475"/>
            <p:cNvSpPr/>
            <p:nvPr/>
          </p:nvSpPr>
          <p:spPr>
            <a:xfrm>
              <a:off x="5125254" y="196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6" name="pt10476"/>
            <p:cNvSpPr/>
            <p:nvPr/>
          </p:nvSpPr>
          <p:spPr>
            <a:xfrm>
              <a:off x="5477361" y="2253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7" name="pt10477"/>
            <p:cNvSpPr/>
            <p:nvPr/>
          </p:nvSpPr>
          <p:spPr>
            <a:xfrm>
              <a:off x="5084635" y="2350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8" name="pt10478"/>
            <p:cNvSpPr/>
            <p:nvPr/>
          </p:nvSpPr>
          <p:spPr>
            <a:xfrm>
              <a:off x="5483686" y="2229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9" name="pt10479"/>
            <p:cNvSpPr/>
            <p:nvPr/>
          </p:nvSpPr>
          <p:spPr>
            <a:xfrm>
              <a:off x="5471461" y="2209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0" name="pt10480"/>
            <p:cNvSpPr/>
            <p:nvPr/>
          </p:nvSpPr>
          <p:spPr>
            <a:xfrm>
              <a:off x="5035095" y="2581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1" name="pt10481"/>
            <p:cNvSpPr/>
            <p:nvPr/>
          </p:nvSpPr>
          <p:spPr>
            <a:xfrm>
              <a:off x="5940670" y="1593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2" name="pt10482"/>
            <p:cNvSpPr/>
            <p:nvPr/>
          </p:nvSpPr>
          <p:spPr>
            <a:xfrm>
              <a:off x="4954806" y="2568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3" name="pt10483"/>
            <p:cNvSpPr/>
            <p:nvPr/>
          </p:nvSpPr>
          <p:spPr>
            <a:xfrm>
              <a:off x="5614733" y="2036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4" name="pt10484"/>
            <p:cNvSpPr/>
            <p:nvPr/>
          </p:nvSpPr>
          <p:spPr>
            <a:xfrm>
              <a:off x="5079339" y="2256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5" name="pt10485"/>
            <p:cNvSpPr/>
            <p:nvPr/>
          </p:nvSpPr>
          <p:spPr>
            <a:xfrm>
              <a:off x="5600471" y="1969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6" name="pt10486"/>
            <p:cNvSpPr/>
            <p:nvPr/>
          </p:nvSpPr>
          <p:spPr>
            <a:xfrm>
              <a:off x="5258009" y="2208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7" name="pt10487"/>
            <p:cNvSpPr/>
            <p:nvPr/>
          </p:nvSpPr>
          <p:spPr>
            <a:xfrm>
              <a:off x="5699578" y="1927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8" name="pt10488"/>
            <p:cNvSpPr/>
            <p:nvPr/>
          </p:nvSpPr>
          <p:spPr>
            <a:xfrm>
              <a:off x="5213599" y="2232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9" name="pt10489"/>
            <p:cNvSpPr/>
            <p:nvPr/>
          </p:nvSpPr>
          <p:spPr>
            <a:xfrm>
              <a:off x="5313686" y="2219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0" name="pt10490"/>
            <p:cNvSpPr/>
            <p:nvPr/>
          </p:nvSpPr>
          <p:spPr>
            <a:xfrm>
              <a:off x="5283630" y="1840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1" name="pt10491"/>
            <p:cNvSpPr/>
            <p:nvPr/>
          </p:nvSpPr>
          <p:spPr>
            <a:xfrm>
              <a:off x="5544431" y="1897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2" name="pt10492"/>
            <p:cNvSpPr/>
            <p:nvPr/>
          </p:nvSpPr>
          <p:spPr>
            <a:xfrm>
              <a:off x="5388209" y="1991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3" name="pt10493"/>
            <p:cNvSpPr/>
            <p:nvPr/>
          </p:nvSpPr>
          <p:spPr>
            <a:xfrm>
              <a:off x="5326505" y="2026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4" name="pt10494"/>
            <p:cNvSpPr/>
            <p:nvPr/>
          </p:nvSpPr>
          <p:spPr>
            <a:xfrm>
              <a:off x="5277391" y="2088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5" name="pt10495"/>
            <p:cNvSpPr/>
            <p:nvPr/>
          </p:nvSpPr>
          <p:spPr>
            <a:xfrm>
              <a:off x="5444579" y="2175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6" name="pt10496"/>
            <p:cNvSpPr/>
            <p:nvPr/>
          </p:nvSpPr>
          <p:spPr>
            <a:xfrm>
              <a:off x="5053252" y="2705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7" name="pt10497"/>
            <p:cNvSpPr/>
            <p:nvPr/>
          </p:nvSpPr>
          <p:spPr>
            <a:xfrm>
              <a:off x="5406478" y="2082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8" name="pt10498"/>
            <p:cNvSpPr/>
            <p:nvPr/>
          </p:nvSpPr>
          <p:spPr>
            <a:xfrm>
              <a:off x="5437860" y="2220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9" name="pt10499"/>
            <p:cNvSpPr/>
            <p:nvPr/>
          </p:nvSpPr>
          <p:spPr>
            <a:xfrm>
              <a:off x="5273404" y="1997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0" name="pt10500"/>
            <p:cNvSpPr/>
            <p:nvPr/>
          </p:nvSpPr>
          <p:spPr>
            <a:xfrm>
              <a:off x="5634142" y="191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1" name="pt10501"/>
            <p:cNvSpPr/>
            <p:nvPr/>
          </p:nvSpPr>
          <p:spPr>
            <a:xfrm>
              <a:off x="5210046" y="2139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2" name="pt10502"/>
            <p:cNvSpPr/>
            <p:nvPr/>
          </p:nvSpPr>
          <p:spPr>
            <a:xfrm>
              <a:off x="4927778" y="2471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3" name="pt10503"/>
            <p:cNvSpPr/>
            <p:nvPr/>
          </p:nvSpPr>
          <p:spPr>
            <a:xfrm>
              <a:off x="5710721" y="1850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4" name="pt10504"/>
            <p:cNvSpPr/>
            <p:nvPr/>
          </p:nvSpPr>
          <p:spPr>
            <a:xfrm>
              <a:off x="5358036" y="1965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5" name="pt10505"/>
            <p:cNvSpPr/>
            <p:nvPr/>
          </p:nvSpPr>
          <p:spPr>
            <a:xfrm>
              <a:off x="5566210" y="1965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6" name="pt10506"/>
            <p:cNvSpPr/>
            <p:nvPr/>
          </p:nvSpPr>
          <p:spPr>
            <a:xfrm>
              <a:off x="5078113" y="2232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7" name="pt10507"/>
            <p:cNvSpPr/>
            <p:nvPr/>
          </p:nvSpPr>
          <p:spPr>
            <a:xfrm>
              <a:off x="5172783" y="2128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8" name="pt10508"/>
            <p:cNvSpPr/>
            <p:nvPr/>
          </p:nvSpPr>
          <p:spPr>
            <a:xfrm>
              <a:off x="5198551" y="2149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9" name="pt10509"/>
            <p:cNvSpPr/>
            <p:nvPr/>
          </p:nvSpPr>
          <p:spPr>
            <a:xfrm>
              <a:off x="5372083" y="1901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0" name="pt10510"/>
            <p:cNvSpPr/>
            <p:nvPr/>
          </p:nvSpPr>
          <p:spPr>
            <a:xfrm>
              <a:off x="5436467" y="2222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1" name="pt10511"/>
            <p:cNvSpPr/>
            <p:nvPr/>
          </p:nvSpPr>
          <p:spPr>
            <a:xfrm>
              <a:off x="5029129" y="2632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2" name="pt10512"/>
            <p:cNvSpPr/>
            <p:nvPr/>
          </p:nvSpPr>
          <p:spPr>
            <a:xfrm>
              <a:off x="5177194" y="2089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3" name="pt10513"/>
            <p:cNvSpPr/>
            <p:nvPr/>
          </p:nvSpPr>
          <p:spPr>
            <a:xfrm>
              <a:off x="4990962" y="2165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4" name="pt10514"/>
            <p:cNvSpPr/>
            <p:nvPr/>
          </p:nvSpPr>
          <p:spPr>
            <a:xfrm>
              <a:off x="5260774" y="2319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5" name="pt10515"/>
            <p:cNvSpPr/>
            <p:nvPr/>
          </p:nvSpPr>
          <p:spPr>
            <a:xfrm>
              <a:off x="5365893" y="1952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6" name="pt10516"/>
            <p:cNvSpPr/>
            <p:nvPr/>
          </p:nvSpPr>
          <p:spPr>
            <a:xfrm>
              <a:off x="5031537" y="2753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7" name="pt10517"/>
            <p:cNvSpPr/>
            <p:nvPr/>
          </p:nvSpPr>
          <p:spPr>
            <a:xfrm>
              <a:off x="5061050" y="2646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8" name="pt10518"/>
            <p:cNvSpPr/>
            <p:nvPr/>
          </p:nvSpPr>
          <p:spPr>
            <a:xfrm>
              <a:off x="5372296" y="1939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9" name="pt10519"/>
            <p:cNvSpPr/>
            <p:nvPr/>
          </p:nvSpPr>
          <p:spPr>
            <a:xfrm>
              <a:off x="5476319" y="2184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0" name="pt10520"/>
            <p:cNvSpPr/>
            <p:nvPr/>
          </p:nvSpPr>
          <p:spPr>
            <a:xfrm>
              <a:off x="5751797" y="1875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1" name="pt10521"/>
            <p:cNvSpPr/>
            <p:nvPr/>
          </p:nvSpPr>
          <p:spPr>
            <a:xfrm>
              <a:off x="5456250" y="2098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2" name="pt10522"/>
            <p:cNvSpPr/>
            <p:nvPr/>
          </p:nvSpPr>
          <p:spPr>
            <a:xfrm>
              <a:off x="5675999" y="1879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3" name="pt10523"/>
            <p:cNvSpPr/>
            <p:nvPr/>
          </p:nvSpPr>
          <p:spPr>
            <a:xfrm>
              <a:off x="5217002" y="2173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4" name="pt10524"/>
            <p:cNvSpPr/>
            <p:nvPr/>
          </p:nvSpPr>
          <p:spPr>
            <a:xfrm>
              <a:off x="4664083" y="2160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5" name="pt10525"/>
            <p:cNvSpPr/>
            <p:nvPr/>
          </p:nvSpPr>
          <p:spPr>
            <a:xfrm>
              <a:off x="5177682" y="2079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6" name="pt10526"/>
            <p:cNvSpPr/>
            <p:nvPr/>
          </p:nvSpPr>
          <p:spPr>
            <a:xfrm>
              <a:off x="5341684" y="2179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7" name="pt10527"/>
            <p:cNvSpPr/>
            <p:nvPr/>
          </p:nvSpPr>
          <p:spPr>
            <a:xfrm>
              <a:off x="5567987" y="1963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8" name="pt10528"/>
            <p:cNvSpPr/>
            <p:nvPr/>
          </p:nvSpPr>
          <p:spPr>
            <a:xfrm>
              <a:off x="5355461" y="2006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9" name="pt10529"/>
            <p:cNvSpPr/>
            <p:nvPr/>
          </p:nvSpPr>
          <p:spPr>
            <a:xfrm>
              <a:off x="5172262" y="2196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0" name="pt10530"/>
            <p:cNvSpPr/>
            <p:nvPr/>
          </p:nvSpPr>
          <p:spPr>
            <a:xfrm>
              <a:off x="5313050" y="2213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1" name="pt10531"/>
            <p:cNvSpPr/>
            <p:nvPr/>
          </p:nvSpPr>
          <p:spPr>
            <a:xfrm>
              <a:off x="5037727" y="2611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2" name="pt10532"/>
            <p:cNvSpPr/>
            <p:nvPr/>
          </p:nvSpPr>
          <p:spPr>
            <a:xfrm>
              <a:off x="5160144" y="2135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3" name="pt10533"/>
            <p:cNvSpPr/>
            <p:nvPr/>
          </p:nvSpPr>
          <p:spPr>
            <a:xfrm>
              <a:off x="5206027" y="1974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4" name="pt10534"/>
            <p:cNvSpPr/>
            <p:nvPr/>
          </p:nvSpPr>
          <p:spPr>
            <a:xfrm>
              <a:off x="5777095" y="1620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5" name="pt10535"/>
            <p:cNvSpPr/>
            <p:nvPr/>
          </p:nvSpPr>
          <p:spPr>
            <a:xfrm>
              <a:off x="5181035" y="2040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6" name="pt10536"/>
            <p:cNvSpPr/>
            <p:nvPr/>
          </p:nvSpPr>
          <p:spPr>
            <a:xfrm>
              <a:off x="5858848" y="1110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7" name="pt10537"/>
            <p:cNvSpPr/>
            <p:nvPr/>
          </p:nvSpPr>
          <p:spPr>
            <a:xfrm>
              <a:off x="5294370" y="2190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8" name="pt10538"/>
            <p:cNvSpPr/>
            <p:nvPr/>
          </p:nvSpPr>
          <p:spPr>
            <a:xfrm>
              <a:off x="5571247" y="1864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9" name="pt10539"/>
            <p:cNvSpPr/>
            <p:nvPr/>
          </p:nvSpPr>
          <p:spPr>
            <a:xfrm>
              <a:off x="5456040" y="2198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0" name="pt10540"/>
            <p:cNvSpPr/>
            <p:nvPr/>
          </p:nvSpPr>
          <p:spPr>
            <a:xfrm>
              <a:off x="5051241" y="2638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1" name="pt10541"/>
            <p:cNvSpPr/>
            <p:nvPr/>
          </p:nvSpPr>
          <p:spPr>
            <a:xfrm>
              <a:off x="5670476" y="1893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2" name="pt10542"/>
            <p:cNvSpPr/>
            <p:nvPr/>
          </p:nvSpPr>
          <p:spPr>
            <a:xfrm>
              <a:off x="4905626" y="2472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3" name="pt10543"/>
            <p:cNvSpPr/>
            <p:nvPr/>
          </p:nvSpPr>
          <p:spPr>
            <a:xfrm>
              <a:off x="5596757" y="1988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4" name="pt10544"/>
            <p:cNvSpPr/>
            <p:nvPr/>
          </p:nvSpPr>
          <p:spPr>
            <a:xfrm>
              <a:off x="5697139" y="1729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5" name="pt10545"/>
            <p:cNvSpPr/>
            <p:nvPr/>
          </p:nvSpPr>
          <p:spPr>
            <a:xfrm>
              <a:off x="5441935" y="2021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6" name="pt10546"/>
            <p:cNvSpPr/>
            <p:nvPr/>
          </p:nvSpPr>
          <p:spPr>
            <a:xfrm>
              <a:off x="5220632" y="2198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7" name="pt10547"/>
            <p:cNvSpPr/>
            <p:nvPr/>
          </p:nvSpPr>
          <p:spPr>
            <a:xfrm>
              <a:off x="5027785" y="2613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8" name="pt10548"/>
            <p:cNvSpPr/>
            <p:nvPr/>
          </p:nvSpPr>
          <p:spPr>
            <a:xfrm>
              <a:off x="4903576" y="2157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9" name="pt10549"/>
            <p:cNvSpPr/>
            <p:nvPr/>
          </p:nvSpPr>
          <p:spPr>
            <a:xfrm>
              <a:off x="5174597" y="2139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0" name="pt10550"/>
            <p:cNvSpPr/>
            <p:nvPr/>
          </p:nvSpPr>
          <p:spPr>
            <a:xfrm>
              <a:off x="4828741" y="1622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1" name="pt10551"/>
            <p:cNvSpPr/>
            <p:nvPr/>
          </p:nvSpPr>
          <p:spPr>
            <a:xfrm>
              <a:off x="5306989" y="2251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2" name="pt10552"/>
            <p:cNvSpPr/>
            <p:nvPr/>
          </p:nvSpPr>
          <p:spPr>
            <a:xfrm>
              <a:off x="5312233" y="2191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3" name="pt10553"/>
            <p:cNvSpPr/>
            <p:nvPr/>
          </p:nvSpPr>
          <p:spPr>
            <a:xfrm>
              <a:off x="5224906" y="2105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4" name="pt10554"/>
            <p:cNvSpPr/>
            <p:nvPr/>
          </p:nvSpPr>
          <p:spPr>
            <a:xfrm>
              <a:off x="5025198" y="2633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5" name="pt10555"/>
            <p:cNvSpPr/>
            <p:nvPr/>
          </p:nvSpPr>
          <p:spPr>
            <a:xfrm>
              <a:off x="5492915" y="1942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6" name="pt10556"/>
            <p:cNvSpPr/>
            <p:nvPr/>
          </p:nvSpPr>
          <p:spPr>
            <a:xfrm>
              <a:off x="5671831" y="1919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7" name="pt10557"/>
            <p:cNvSpPr/>
            <p:nvPr/>
          </p:nvSpPr>
          <p:spPr>
            <a:xfrm>
              <a:off x="5605371" y="1869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8" name="pt10558"/>
            <p:cNvSpPr/>
            <p:nvPr/>
          </p:nvSpPr>
          <p:spPr>
            <a:xfrm>
              <a:off x="5340255" y="2177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9" name="pt10559"/>
            <p:cNvSpPr/>
            <p:nvPr/>
          </p:nvSpPr>
          <p:spPr>
            <a:xfrm>
              <a:off x="5076466" y="2426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0" name="pt10560"/>
            <p:cNvSpPr/>
            <p:nvPr/>
          </p:nvSpPr>
          <p:spPr>
            <a:xfrm>
              <a:off x="5348861" y="2026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1" name="pt10561"/>
            <p:cNvSpPr/>
            <p:nvPr/>
          </p:nvSpPr>
          <p:spPr>
            <a:xfrm>
              <a:off x="5025558" y="2658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2" name="pt10562"/>
            <p:cNvSpPr/>
            <p:nvPr/>
          </p:nvSpPr>
          <p:spPr>
            <a:xfrm>
              <a:off x="5035493" y="2623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3" name="pt10563"/>
            <p:cNvSpPr/>
            <p:nvPr/>
          </p:nvSpPr>
          <p:spPr>
            <a:xfrm>
              <a:off x="5350252" y="1987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4" name="pt10564"/>
            <p:cNvSpPr/>
            <p:nvPr/>
          </p:nvSpPr>
          <p:spPr>
            <a:xfrm>
              <a:off x="5250600" y="2218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5" name="pt10565"/>
            <p:cNvSpPr/>
            <p:nvPr/>
          </p:nvSpPr>
          <p:spPr>
            <a:xfrm>
              <a:off x="4983917" y="2330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6" name="pt10566"/>
            <p:cNvSpPr/>
            <p:nvPr/>
          </p:nvSpPr>
          <p:spPr>
            <a:xfrm>
              <a:off x="5302188" y="2227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7" name="pt10567"/>
            <p:cNvSpPr/>
            <p:nvPr/>
          </p:nvSpPr>
          <p:spPr>
            <a:xfrm>
              <a:off x="5305962" y="218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8" name="pt10568"/>
            <p:cNvSpPr/>
            <p:nvPr/>
          </p:nvSpPr>
          <p:spPr>
            <a:xfrm>
              <a:off x="5602172" y="1925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9" name="pt10569"/>
            <p:cNvSpPr/>
            <p:nvPr/>
          </p:nvSpPr>
          <p:spPr>
            <a:xfrm>
              <a:off x="5254722" y="2230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0" name="pt10570"/>
            <p:cNvSpPr/>
            <p:nvPr/>
          </p:nvSpPr>
          <p:spPr>
            <a:xfrm>
              <a:off x="5297029" y="2126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1" name="pt10571"/>
            <p:cNvSpPr/>
            <p:nvPr/>
          </p:nvSpPr>
          <p:spPr>
            <a:xfrm>
              <a:off x="5116713" y="2069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2" name="pt10572"/>
            <p:cNvSpPr/>
            <p:nvPr/>
          </p:nvSpPr>
          <p:spPr>
            <a:xfrm>
              <a:off x="4985483" y="1935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3" name="pt10573"/>
            <p:cNvSpPr/>
            <p:nvPr/>
          </p:nvSpPr>
          <p:spPr>
            <a:xfrm>
              <a:off x="5179586" y="2073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4" name="pt10574"/>
            <p:cNvSpPr/>
            <p:nvPr/>
          </p:nvSpPr>
          <p:spPr>
            <a:xfrm>
              <a:off x="5279336" y="2073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5" name="pt10575"/>
            <p:cNvSpPr/>
            <p:nvPr/>
          </p:nvSpPr>
          <p:spPr>
            <a:xfrm>
              <a:off x="5068425" y="2439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6" name="pt10576"/>
            <p:cNvSpPr/>
            <p:nvPr/>
          </p:nvSpPr>
          <p:spPr>
            <a:xfrm>
              <a:off x="5151859" y="2037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7" name="pt10577"/>
            <p:cNvSpPr/>
            <p:nvPr/>
          </p:nvSpPr>
          <p:spPr>
            <a:xfrm>
              <a:off x="5618799" y="1973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8" name="pt10578"/>
            <p:cNvSpPr/>
            <p:nvPr/>
          </p:nvSpPr>
          <p:spPr>
            <a:xfrm>
              <a:off x="5528374" y="1950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9" name="pt10579"/>
            <p:cNvSpPr/>
            <p:nvPr/>
          </p:nvSpPr>
          <p:spPr>
            <a:xfrm>
              <a:off x="5358813" y="2058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0" name="pt10580"/>
            <p:cNvSpPr/>
            <p:nvPr/>
          </p:nvSpPr>
          <p:spPr>
            <a:xfrm>
              <a:off x="5335435" y="2159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1" name="pt10581"/>
            <p:cNvSpPr/>
            <p:nvPr/>
          </p:nvSpPr>
          <p:spPr>
            <a:xfrm>
              <a:off x="5163015" y="2132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2" name="pt10582"/>
            <p:cNvSpPr/>
            <p:nvPr/>
          </p:nvSpPr>
          <p:spPr>
            <a:xfrm>
              <a:off x="5074914" y="2293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3" name="pt10583"/>
            <p:cNvSpPr/>
            <p:nvPr/>
          </p:nvSpPr>
          <p:spPr>
            <a:xfrm>
              <a:off x="5571802" y="182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4" name="pt10584"/>
            <p:cNvSpPr/>
            <p:nvPr/>
          </p:nvSpPr>
          <p:spPr>
            <a:xfrm>
              <a:off x="5056015" y="2641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5" name="pt10585"/>
            <p:cNvSpPr/>
            <p:nvPr/>
          </p:nvSpPr>
          <p:spPr>
            <a:xfrm>
              <a:off x="5316449" y="2250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6" name="pt10586"/>
            <p:cNvSpPr/>
            <p:nvPr/>
          </p:nvSpPr>
          <p:spPr>
            <a:xfrm>
              <a:off x="5395473" y="2054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7" name="pt10587"/>
            <p:cNvSpPr/>
            <p:nvPr/>
          </p:nvSpPr>
          <p:spPr>
            <a:xfrm>
              <a:off x="5068402" y="2363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8" name="pt10588"/>
            <p:cNvSpPr/>
            <p:nvPr/>
          </p:nvSpPr>
          <p:spPr>
            <a:xfrm>
              <a:off x="5566624" y="1929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9" name="pt10589"/>
            <p:cNvSpPr/>
            <p:nvPr/>
          </p:nvSpPr>
          <p:spPr>
            <a:xfrm>
              <a:off x="5216633" y="2165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0" name="pt10590"/>
            <p:cNvSpPr/>
            <p:nvPr/>
          </p:nvSpPr>
          <p:spPr>
            <a:xfrm>
              <a:off x="5664800" y="1920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1" name="pt10591"/>
            <p:cNvSpPr/>
            <p:nvPr/>
          </p:nvSpPr>
          <p:spPr>
            <a:xfrm>
              <a:off x="5342031" y="2076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2" name="pt10592"/>
            <p:cNvSpPr/>
            <p:nvPr/>
          </p:nvSpPr>
          <p:spPr>
            <a:xfrm>
              <a:off x="5306212" y="2147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3" name="pt10593"/>
            <p:cNvSpPr/>
            <p:nvPr/>
          </p:nvSpPr>
          <p:spPr>
            <a:xfrm>
              <a:off x="5251847" y="2320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4" name="pt10594"/>
            <p:cNvSpPr/>
            <p:nvPr/>
          </p:nvSpPr>
          <p:spPr>
            <a:xfrm>
              <a:off x="5310923" y="2243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5" name="pt10595"/>
            <p:cNvSpPr/>
            <p:nvPr/>
          </p:nvSpPr>
          <p:spPr>
            <a:xfrm>
              <a:off x="5457421" y="2127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6" name="pt10596"/>
            <p:cNvSpPr/>
            <p:nvPr/>
          </p:nvSpPr>
          <p:spPr>
            <a:xfrm>
              <a:off x="5594123" y="1982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7" name="pt10597"/>
            <p:cNvSpPr/>
            <p:nvPr/>
          </p:nvSpPr>
          <p:spPr>
            <a:xfrm>
              <a:off x="5029178" y="2451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8" name="pt10598"/>
            <p:cNvSpPr/>
            <p:nvPr/>
          </p:nvSpPr>
          <p:spPr>
            <a:xfrm>
              <a:off x="5537510" y="2058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9" name="pt10599"/>
            <p:cNvSpPr/>
            <p:nvPr/>
          </p:nvSpPr>
          <p:spPr>
            <a:xfrm>
              <a:off x="5677470" y="2069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0" name="pt10600"/>
            <p:cNvSpPr/>
            <p:nvPr/>
          </p:nvSpPr>
          <p:spPr>
            <a:xfrm>
              <a:off x="5481987" y="2289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1" name="pt10601"/>
            <p:cNvSpPr/>
            <p:nvPr/>
          </p:nvSpPr>
          <p:spPr>
            <a:xfrm>
              <a:off x="5037508" y="2812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2" name="pt10602"/>
            <p:cNvSpPr/>
            <p:nvPr/>
          </p:nvSpPr>
          <p:spPr>
            <a:xfrm>
              <a:off x="5305301" y="2209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3" name="pt10603"/>
            <p:cNvSpPr/>
            <p:nvPr/>
          </p:nvSpPr>
          <p:spPr>
            <a:xfrm>
              <a:off x="5551925" y="2075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4" name="pt10604"/>
            <p:cNvSpPr/>
            <p:nvPr/>
          </p:nvSpPr>
          <p:spPr>
            <a:xfrm>
              <a:off x="4867240" y="2430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5" name="pt10605"/>
            <p:cNvSpPr/>
            <p:nvPr/>
          </p:nvSpPr>
          <p:spPr>
            <a:xfrm>
              <a:off x="5019190" y="2643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6" name="pt10606"/>
            <p:cNvSpPr/>
            <p:nvPr/>
          </p:nvSpPr>
          <p:spPr>
            <a:xfrm>
              <a:off x="5700724" y="1904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7" name="pt10607"/>
            <p:cNvSpPr/>
            <p:nvPr/>
          </p:nvSpPr>
          <p:spPr>
            <a:xfrm>
              <a:off x="4767990" y="2772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8" name="pt10608"/>
            <p:cNvSpPr/>
            <p:nvPr/>
          </p:nvSpPr>
          <p:spPr>
            <a:xfrm>
              <a:off x="4733186" y="2739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9" name="pt10609"/>
            <p:cNvSpPr/>
            <p:nvPr/>
          </p:nvSpPr>
          <p:spPr>
            <a:xfrm>
              <a:off x="5661966" y="1992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0" name="pt10610"/>
            <p:cNvSpPr/>
            <p:nvPr/>
          </p:nvSpPr>
          <p:spPr>
            <a:xfrm>
              <a:off x="5041232" y="2723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1" name="pt10611"/>
            <p:cNvSpPr/>
            <p:nvPr/>
          </p:nvSpPr>
          <p:spPr>
            <a:xfrm>
              <a:off x="5605481" y="1964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2" name="pt10612"/>
            <p:cNvSpPr/>
            <p:nvPr/>
          </p:nvSpPr>
          <p:spPr>
            <a:xfrm>
              <a:off x="5041616" y="2575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3" name="pt10613"/>
            <p:cNvSpPr/>
            <p:nvPr/>
          </p:nvSpPr>
          <p:spPr>
            <a:xfrm>
              <a:off x="4848242" y="2516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4" name="pt10614"/>
            <p:cNvSpPr/>
            <p:nvPr/>
          </p:nvSpPr>
          <p:spPr>
            <a:xfrm>
              <a:off x="5679693" y="1854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5" name="pt10615"/>
            <p:cNvSpPr/>
            <p:nvPr/>
          </p:nvSpPr>
          <p:spPr>
            <a:xfrm>
              <a:off x="5625464" y="1812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6" name="pt10616"/>
            <p:cNvSpPr/>
            <p:nvPr/>
          </p:nvSpPr>
          <p:spPr>
            <a:xfrm>
              <a:off x="5360881" y="1973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7" name="pt10617"/>
            <p:cNvSpPr/>
            <p:nvPr/>
          </p:nvSpPr>
          <p:spPr>
            <a:xfrm>
              <a:off x="5068365" y="2351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8" name="pt10618"/>
            <p:cNvSpPr/>
            <p:nvPr/>
          </p:nvSpPr>
          <p:spPr>
            <a:xfrm>
              <a:off x="5392549" y="2178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9" name="pt10619"/>
            <p:cNvSpPr/>
            <p:nvPr/>
          </p:nvSpPr>
          <p:spPr>
            <a:xfrm>
              <a:off x="5007592" y="2677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0" name="pt10620"/>
            <p:cNvSpPr/>
            <p:nvPr/>
          </p:nvSpPr>
          <p:spPr>
            <a:xfrm>
              <a:off x="5479649" y="2249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1" name="pt10621"/>
            <p:cNvSpPr/>
            <p:nvPr/>
          </p:nvSpPr>
          <p:spPr>
            <a:xfrm>
              <a:off x="5292055" y="2102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2" name="pt10622"/>
            <p:cNvSpPr/>
            <p:nvPr/>
          </p:nvSpPr>
          <p:spPr>
            <a:xfrm>
              <a:off x="5235190" y="2193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3" name="pt10623"/>
            <p:cNvSpPr/>
            <p:nvPr/>
          </p:nvSpPr>
          <p:spPr>
            <a:xfrm>
              <a:off x="5488759" y="1891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4" name="pt10624"/>
            <p:cNvSpPr/>
            <p:nvPr/>
          </p:nvSpPr>
          <p:spPr>
            <a:xfrm>
              <a:off x="4684689" y="2318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5" name="pt10625"/>
            <p:cNvSpPr/>
            <p:nvPr/>
          </p:nvSpPr>
          <p:spPr>
            <a:xfrm>
              <a:off x="5427655" y="2263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6" name="pt10626"/>
            <p:cNvSpPr/>
            <p:nvPr/>
          </p:nvSpPr>
          <p:spPr>
            <a:xfrm>
              <a:off x="5074070" y="2493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7" name="pt10627"/>
            <p:cNvSpPr/>
            <p:nvPr/>
          </p:nvSpPr>
          <p:spPr>
            <a:xfrm>
              <a:off x="5518841" y="1982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8" name="pt10628"/>
            <p:cNvSpPr/>
            <p:nvPr/>
          </p:nvSpPr>
          <p:spPr>
            <a:xfrm>
              <a:off x="5055155" y="2737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9" name="pt10629"/>
            <p:cNvSpPr/>
            <p:nvPr/>
          </p:nvSpPr>
          <p:spPr>
            <a:xfrm>
              <a:off x="5418807" y="2029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0" name="pt10630"/>
            <p:cNvSpPr/>
            <p:nvPr/>
          </p:nvSpPr>
          <p:spPr>
            <a:xfrm>
              <a:off x="5015447" y="2540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1" name="pt10631"/>
            <p:cNvSpPr/>
            <p:nvPr/>
          </p:nvSpPr>
          <p:spPr>
            <a:xfrm>
              <a:off x="5707757" y="1647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2" name="pt10632"/>
            <p:cNvSpPr/>
            <p:nvPr/>
          </p:nvSpPr>
          <p:spPr>
            <a:xfrm>
              <a:off x="5560548" y="2110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3" name="pt10633"/>
            <p:cNvSpPr/>
            <p:nvPr/>
          </p:nvSpPr>
          <p:spPr>
            <a:xfrm>
              <a:off x="5505944" y="1872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4" name="pt10634"/>
            <p:cNvSpPr/>
            <p:nvPr/>
          </p:nvSpPr>
          <p:spPr>
            <a:xfrm>
              <a:off x="5394177" y="2067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5" name="pt10635"/>
            <p:cNvSpPr/>
            <p:nvPr/>
          </p:nvSpPr>
          <p:spPr>
            <a:xfrm>
              <a:off x="5309039" y="2170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6" name="pt10636"/>
            <p:cNvSpPr/>
            <p:nvPr/>
          </p:nvSpPr>
          <p:spPr>
            <a:xfrm>
              <a:off x="5363883" y="2020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7" name="pt10637"/>
            <p:cNvSpPr/>
            <p:nvPr/>
          </p:nvSpPr>
          <p:spPr>
            <a:xfrm>
              <a:off x="5089525" y="2046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8" name="pt10638"/>
            <p:cNvSpPr/>
            <p:nvPr/>
          </p:nvSpPr>
          <p:spPr>
            <a:xfrm>
              <a:off x="5607462" y="196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9" name="pt10639"/>
            <p:cNvSpPr/>
            <p:nvPr/>
          </p:nvSpPr>
          <p:spPr>
            <a:xfrm>
              <a:off x="5470685" y="2182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0" name="pt10640"/>
            <p:cNvSpPr/>
            <p:nvPr/>
          </p:nvSpPr>
          <p:spPr>
            <a:xfrm>
              <a:off x="5532301" y="1984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1" name="pt10641"/>
            <p:cNvSpPr/>
            <p:nvPr/>
          </p:nvSpPr>
          <p:spPr>
            <a:xfrm>
              <a:off x="4750283" y="2632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2" name="pt10642"/>
            <p:cNvSpPr/>
            <p:nvPr/>
          </p:nvSpPr>
          <p:spPr>
            <a:xfrm>
              <a:off x="4999387" y="2408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3" name="pt10643"/>
            <p:cNvSpPr/>
            <p:nvPr/>
          </p:nvSpPr>
          <p:spPr>
            <a:xfrm>
              <a:off x="5482065" y="2218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4" name="pt10644"/>
            <p:cNvSpPr/>
            <p:nvPr/>
          </p:nvSpPr>
          <p:spPr>
            <a:xfrm>
              <a:off x="5222513" y="2143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5" name="pt10645"/>
            <p:cNvSpPr/>
            <p:nvPr/>
          </p:nvSpPr>
          <p:spPr>
            <a:xfrm>
              <a:off x="5345321" y="2085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6" name="pt10646"/>
            <p:cNvSpPr/>
            <p:nvPr/>
          </p:nvSpPr>
          <p:spPr>
            <a:xfrm>
              <a:off x="5657775" y="1981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7" name="pt10647"/>
            <p:cNvSpPr/>
            <p:nvPr/>
          </p:nvSpPr>
          <p:spPr>
            <a:xfrm>
              <a:off x="5797893" y="1682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8" name="pt10648"/>
            <p:cNvSpPr/>
            <p:nvPr/>
          </p:nvSpPr>
          <p:spPr>
            <a:xfrm>
              <a:off x="5284867" y="2017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9" name="pt10649"/>
            <p:cNvSpPr/>
            <p:nvPr/>
          </p:nvSpPr>
          <p:spPr>
            <a:xfrm>
              <a:off x="5340161" y="2166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0" name="pt10650"/>
            <p:cNvSpPr/>
            <p:nvPr/>
          </p:nvSpPr>
          <p:spPr>
            <a:xfrm>
              <a:off x="5055679" y="2742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1" name="pt10651"/>
            <p:cNvSpPr/>
            <p:nvPr/>
          </p:nvSpPr>
          <p:spPr>
            <a:xfrm>
              <a:off x="5608068" y="2072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2" name="pt10652"/>
            <p:cNvSpPr/>
            <p:nvPr/>
          </p:nvSpPr>
          <p:spPr>
            <a:xfrm>
              <a:off x="5315241" y="221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3" name="pt10653"/>
            <p:cNvSpPr/>
            <p:nvPr/>
          </p:nvSpPr>
          <p:spPr>
            <a:xfrm>
              <a:off x="5575413" y="1709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4" name="pt10654"/>
            <p:cNvSpPr/>
            <p:nvPr/>
          </p:nvSpPr>
          <p:spPr>
            <a:xfrm>
              <a:off x="5706536" y="1843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5" name="pt10655"/>
            <p:cNvSpPr/>
            <p:nvPr/>
          </p:nvSpPr>
          <p:spPr>
            <a:xfrm>
              <a:off x="4532802" y="2635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6" name="pt10656"/>
            <p:cNvSpPr/>
            <p:nvPr/>
          </p:nvSpPr>
          <p:spPr>
            <a:xfrm>
              <a:off x="5492775" y="1911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7" name="pt10657"/>
            <p:cNvSpPr/>
            <p:nvPr/>
          </p:nvSpPr>
          <p:spPr>
            <a:xfrm>
              <a:off x="5130681" y="2206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8" name="pt10658"/>
            <p:cNvSpPr/>
            <p:nvPr/>
          </p:nvSpPr>
          <p:spPr>
            <a:xfrm>
              <a:off x="5925804" y="1944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9" name="pt10659"/>
            <p:cNvSpPr/>
            <p:nvPr/>
          </p:nvSpPr>
          <p:spPr>
            <a:xfrm>
              <a:off x="4491762" y="2569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0" name="pt10660"/>
            <p:cNvSpPr/>
            <p:nvPr/>
          </p:nvSpPr>
          <p:spPr>
            <a:xfrm>
              <a:off x="5007141" y="2576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1" name="pt10661"/>
            <p:cNvSpPr/>
            <p:nvPr/>
          </p:nvSpPr>
          <p:spPr>
            <a:xfrm>
              <a:off x="5112873" y="2070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2" name="pt10662"/>
            <p:cNvSpPr/>
            <p:nvPr/>
          </p:nvSpPr>
          <p:spPr>
            <a:xfrm>
              <a:off x="5362036" y="1915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3" name="pt10663"/>
            <p:cNvSpPr/>
            <p:nvPr/>
          </p:nvSpPr>
          <p:spPr>
            <a:xfrm>
              <a:off x="5928311" y="2044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4" name="pt10664"/>
            <p:cNvSpPr/>
            <p:nvPr/>
          </p:nvSpPr>
          <p:spPr>
            <a:xfrm>
              <a:off x="5334586" y="2183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5" name="pt10665"/>
            <p:cNvSpPr/>
            <p:nvPr/>
          </p:nvSpPr>
          <p:spPr>
            <a:xfrm>
              <a:off x="5088828" y="2041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6" name="pt10666"/>
            <p:cNvSpPr/>
            <p:nvPr/>
          </p:nvSpPr>
          <p:spPr>
            <a:xfrm>
              <a:off x="5761442" y="2099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7" name="pt10667"/>
            <p:cNvSpPr/>
            <p:nvPr/>
          </p:nvSpPr>
          <p:spPr>
            <a:xfrm>
              <a:off x="5360708" y="1990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8" name="pt10668"/>
            <p:cNvSpPr/>
            <p:nvPr/>
          </p:nvSpPr>
          <p:spPr>
            <a:xfrm>
              <a:off x="5547944" y="2069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9" name="pt10669"/>
            <p:cNvSpPr/>
            <p:nvPr/>
          </p:nvSpPr>
          <p:spPr>
            <a:xfrm>
              <a:off x="5455836" y="2222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0" name="pt10670"/>
            <p:cNvSpPr/>
            <p:nvPr/>
          </p:nvSpPr>
          <p:spPr>
            <a:xfrm>
              <a:off x="5469631" y="2204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1" name="pt10671"/>
            <p:cNvSpPr/>
            <p:nvPr/>
          </p:nvSpPr>
          <p:spPr>
            <a:xfrm>
              <a:off x="5220476" y="2183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2" name="pt10672"/>
            <p:cNvSpPr/>
            <p:nvPr/>
          </p:nvSpPr>
          <p:spPr>
            <a:xfrm>
              <a:off x="5426543" y="2083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3" name="pt10673"/>
            <p:cNvSpPr/>
            <p:nvPr/>
          </p:nvSpPr>
          <p:spPr>
            <a:xfrm>
              <a:off x="5448821" y="2132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4" name="pt10674"/>
            <p:cNvSpPr/>
            <p:nvPr/>
          </p:nvSpPr>
          <p:spPr>
            <a:xfrm>
              <a:off x="5572984" y="1894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5" name="pt10675"/>
            <p:cNvSpPr/>
            <p:nvPr/>
          </p:nvSpPr>
          <p:spPr>
            <a:xfrm>
              <a:off x="5137521" y="2022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6" name="pt10676"/>
            <p:cNvSpPr/>
            <p:nvPr/>
          </p:nvSpPr>
          <p:spPr>
            <a:xfrm>
              <a:off x="5379021" y="1972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7" name="pt10677"/>
            <p:cNvSpPr/>
            <p:nvPr/>
          </p:nvSpPr>
          <p:spPr>
            <a:xfrm>
              <a:off x="5177438" y="214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8" name="pt10678"/>
            <p:cNvSpPr/>
            <p:nvPr/>
          </p:nvSpPr>
          <p:spPr>
            <a:xfrm>
              <a:off x="5119145" y="2236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9" name="pt10679"/>
            <p:cNvSpPr/>
            <p:nvPr/>
          </p:nvSpPr>
          <p:spPr>
            <a:xfrm>
              <a:off x="5622271" y="1863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0" name="pt10680"/>
            <p:cNvSpPr/>
            <p:nvPr/>
          </p:nvSpPr>
          <p:spPr>
            <a:xfrm>
              <a:off x="5351491" y="2068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1" name="pt10681"/>
            <p:cNvSpPr/>
            <p:nvPr/>
          </p:nvSpPr>
          <p:spPr>
            <a:xfrm>
              <a:off x="5439637" y="1991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2" name="pt10682"/>
            <p:cNvSpPr/>
            <p:nvPr/>
          </p:nvSpPr>
          <p:spPr>
            <a:xfrm>
              <a:off x="5448284" y="2302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3" name="pt10683"/>
            <p:cNvSpPr/>
            <p:nvPr/>
          </p:nvSpPr>
          <p:spPr>
            <a:xfrm>
              <a:off x="5325729" y="2163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4" name="pt10684"/>
            <p:cNvSpPr/>
            <p:nvPr/>
          </p:nvSpPr>
          <p:spPr>
            <a:xfrm>
              <a:off x="5238321" y="2195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5" name="pt10685"/>
            <p:cNvSpPr/>
            <p:nvPr/>
          </p:nvSpPr>
          <p:spPr>
            <a:xfrm>
              <a:off x="4879647" y="2967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6" name="pt10686"/>
            <p:cNvSpPr/>
            <p:nvPr/>
          </p:nvSpPr>
          <p:spPr>
            <a:xfrm>
              <a:off x="5424377" y="2075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7" name="pt10687"/>
            <p:cNvSpPr/>
            <p:nvPr/>
          </p:nvSpPr>
          <p:spPr>
            <a:xfrm>
              <a:off x="5564485" y="1896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8" name="pt10688"/>
            <p:cNvSpPr/>
            <p:nvPr/>
          </p:nvSpPr>
          <p:spPr>
            <a:xfrm>
              <a:off x="5242997" y="2141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9" name="pt10689"/>
            <p:cNvSpPr/>
            <p:nvPr/>
          </p:nvSpPr>
          <p:spPr>
            <a:xfrm>
              <a:off x="5609219" y="202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0" name="pt10690"/>
            <p:cNvSpPr/>
            <p:nvPr/>
          </p:nvSpPr>
          <p:spPr>
            <a:xfrm>
              <a:off x="5386123" y="198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1" name="pt10691"/>
            <p:cNvSpPr/>
            <p:nvPr/>
          </p:nvSpPr>
          <p:spPr>
            <a:xfrm>
              <a:off x="5332639" y="2138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2" name="pt10692"/>
            <p:cNvSpPr/>
            <p:nvPr/>
          </p:nvSpPr>
          <p:spPr>
            <a:xfrm>
              <a:off x="5288967" y="2025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3" name="pt10693"/>
            <p:cNvSpPr/>
            <p:nvPr/>
          </p:nvSpPr>
          <p:spPr>
            <a:xfrm>
              <a:off x="5637684" y="1776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4" name="pt10694"/>
            <p:cNvSpPr/>
            <p:nvPr/>
          </p:nvSpPr>
          <p:spPr>
            <a:xfrm>
              <a:off x="5451993" y="2106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5" name="pt10695"/>
            <p:cNvSpPr/>
            <p:nvPr/>
          </p:nvSpPr>
          <p:spPr>
            <a:xfrm>
              <a:off x="5456894" y="2109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6" name="pt10696"/>
            <p:cNvSpPr/>
            <p:nvPr/>
          </p:nvSpPr>
          <p:spPr>
            <a:xfrm>
              <a:off x="4962402" y="2593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7" name="pt10697"/>
            <p:cNvSpPr/>
            <p:nvPr/>
          </p:nvSpPr>
          <p:spPr>
            <a:xfrm>
              <a:off x="5495288" y="2108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8" name="pt10698"/>
            <p:cNvSpPr/>
            <p:nvPr/>
          </p:nvSpPr>
          <p:spPr>
            <a:xfrm>
              <a:off x="5183676" y="2093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9" name="pt10699"/>
            <p:cNvSpPr/>
            <p:nvPr/>
          </p:nvSpPr>
          <p:spPr>
            <a:xfrm>
              <a:off x="5056474" y="2632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0" name="pt10700"/>
            <p:cNvSpPr/>
            <p:nvPr/>
          </p:nvSpPr>
          <p:spPr>
            <a:xfrm>
              <a:off x="5316013" y="2180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1" name="pt10701"/>
            <p:cNvSpPr/>
            <p:nvPr/>
          </p:nvSpPr>
          <p:spPr>
            <a:xfrm>
              <a:off x="5359033" y="1938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2" name="pt10702"/>
            <p:cNvSpPr/>
            <p:nvPr/>
          </p:nvSpPr>
          <p:spPr>
            <a:xfrm>
              <a:off x="5306204" y="2175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3" name="pt10703"/>
            <p:cNvSpPr/>
            <p:nvPr/>
          </p:nvSpPr>
          <p:spPr>
            <a:xfrm>
              <a:off x="5463427" y="215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4" name="pt10704"/>
            <p:cNvSpPr/>
            <p:nvPr/>
          </p:nvSpPr>
          <p:spPr>
            <a:xfrm>
              <a:off x="5596159" y="190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5" name="pt10705"/>
            <p:cNvSpPr/>
            <p:nvPr/>
          </p:nvSpPr>
          <p:spPr>
            <a:xfrm>
              <a:off x="4863828" y="2646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6" name="pt10706"/>
            <p:cNvSpPr/>
            <p:nvPr/>
          </p:nvSpPr>
          <p:spPr>
            <a:xfrm>
              <a:off x="5131264" y="2003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7" name="pt10707"/>
            <p:cNvSpPr/>
            <p:nvPr/>
          </p:nvSpPr>
          <p:spPr>
            <a:xfrm>
              <a:off x="5440413" y="2046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8" name="pt10708"/>
            <p:cNvSpPr/>
            <p:nvPr/>
          </p:nvSpPr>
          <p:spPr>
            <a:xfrm>
              <a:off x="5232084" y="2181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9" name="pt10709"/>
            <p:cNvSpPr/>
            <p:nvPr/>
          </p:nvSpPr>
          <p:spPr>
            <a:xfrm>
              <a:off x="5333941" y="2081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0" name="pt10710"/>
            <p:cNvSpPr/>
            <p:nvPr/>
          </p:nvSpPr>
          <p:spPr>
            <a:xfrm>
              <a:off x="4772509" y="2743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1" name="pt10711"/>
            <p:cNvSpPr/>
            <p:nvPr/>
          </p:nvSpPr>
          <p:spPr>
            <a:xfrm>
              <a:off x="5510267" y="2174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2" name="pt10712"/>
            <p:cNvSpPr/>
            <p:nvPr/>
          </p:nvSpPr>
          <p:spPr>
            <a:xfrm>
              <a:off x="5231041" y="2154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3" name="pt10713"/>
            <p:cNvSpPr/>
            <p:nvPr/>
          </p:nvSpPr>
          <p:spPr>
            <a:xfrm>
              <a:off x="5320050" y="2233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4" name="pt10714"/>
            <p:cNvSpPr/>
            <p:nvPr/>
          </p:nvSpPr>
          <p:spPr>
            <a:xfrm>
              <a:off x="5289517" y="2149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5" name="pt10715"/>
            <p:cNvSpPr/>
            <p:nvPr/>
          </p:nvSpPr>
          <p:spPr>
            <a:xfrm>
              <a:off x="5514328" y="1939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6" name="pt10716"/>
            <p:cNvSpPr/>
            <p:nvPr/>
          </p:nvSpPr>
          <p:spPr>
            <a:xfrm>
              <a:off x="5820507" y="1587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7" name="pt10717"/>
            <p:cNvSpPr/>
            <p:nvPr/>
          </p:nvSpPr>
          <p:spPr>
            <a:xfrm>
              <a:off x="4987113" y="1657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8" name="pt10718"/>
            <p:cNvSpPr/>
            <p:nvPr/>
          </p:nvSpPr>
          <p:spPr>
            <a:xfrm>
              <a:off x="5083783" y="2413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9" name="pt10719"/>
            <p:cNvSpPr/>
            <p:nvPr/>
          </p:nvSpPr>
          <p:spPr>
            <a:xfrm>
              <a:off x="5287460" y="1957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0" name="pt10720"/>
            <p:cNvSpPr/>
            <p:nvPr/>
          </p:nvSpPr>
          <p:spPr>
            <a:xfrm>
              <a:off x="5456649" y="2107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1" name="pt10721"/>
            <p:cNvSpPr/>
            <p:nvPr/>
          </p:nvSpPr>
          <p:spPr>
            <a:xfrm>
              <a:off x="5193230" y="1884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2" name="pt10722"/>
            <p:cNvSpPr/>
            <p:nvPr/>
          </p:nvSpPr>
          <p:spPr>
            <a:xfrm>
              <a:off x="5327461" y="2219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3" name="pt10723"/>
            <p:cNvSpPr/>
            <p:nvPr/>
          </p:nvSpPr>
          <p:spPr>
            <a:xfrm>
              <a:off x="5474528" y="2234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4" name="pt10724"/>
            <p:cNvSpPr/>
            <p:nvPr/>
          </p:nvSpPr>
          <p:spPr>
            <a:xfrm>
              <a:off x="5327135" y="211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5" name="pt10725"/>
            <p:cNvSpPr/>
            <p:nvPr/>
          </p:nvSpPr>
          <p:spPr>
            <a:xfrm>
              <a:off x="4971983" y="2406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6" name="pt10726"/>
            <p:cNvSpPr/>
            <p:nvPr/>
          </p:nvSpPr>
          <p:spPr>
            <a:xfrm>
              <a:off x="5134746" y="1654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7" name="pt10727"/>
            <p:cNvSpPr/>
            <p:nvPr/>
          </p:nvSpPr>
          <p:spPr>
            <a:xfrm>
              <a:off x="5055281" y="2712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8" name="pt10728"/>
            <p:cNvSpPr/>
            <p:nvPr/>
          </p:nvSpPr>
          <p:spPr>
            <a:xfrm>
              <a:off x="5155732" y="2038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9" name="pt10729"/>
            <p:cNvSpPr/>
            <p:nvPr/>
          </p:nvSpPr>
          <p:spPr>
            <a:xfrm>
              <a:off x="5002830" y="2493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0" name="pt10730"/>
            <p:cNvSpPr/>
            <p:nvPr/>
          </p:nvSpPr>
          <p:spPr>
            <a:xfrm>
              <a:off x="5333609" y="2188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1" name="pt10731"/>
            <p:cNvSpPr/>
            <p:nvPr/>
          </p:nvSpPr>
          <p:spPr>
            <a:xfrm>
              <a:off x="5504485" y="1999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2" name="pt10732"/>
            <p:cNvSpPr/>
            <p:nvPr/>
          </p:nvSpPr>
          <p:spPr>
            <a:xfrm>
              <a:off x="5042297" y="2704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3" name="pt10733"/>
            <p:cNvSpPr/>
            <p:nvPr/>
          </p:nvSpPr>
          <p:spPr>
            <a:xfrm>
              <a:off x="5536703" y="1978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4" name="pt10734"/>
            <p:cNvSpPr/>
            <p:nvPr/>
          </p:nvSpPr>
          <p:spPr>
            <a:xfrm>
              <a:off x="5784906" y="1598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5" name="pt10735"/>
            <p:cNvSpPr/>
            <p:nvPr/>
          </p:nvSpPr>
          <p:spPr>
            <a:xfrm>
              <a:off x="5038088" y="268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6" name="pt10736"/>
            <p:cNvSpPr/>
            <p:nvPr/>
          </p:nvSpPr>
          <p:spPr>
            <a:xfrm>
              <a:off x="5021246" y="2473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7" name="pt10737"/>
            <p:cNvSpPr/>
            <p:nvPr/>
          </p:nvSpPr>
          <p:spPr>
            <a:xfrm>
              <a:off x="5425998" y="2159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8" name="pt10738"/>
            <p:cNvSpPr/>
            <p:nvPr/>
          </p:nvSpPr>
          <p:spPr>
            <a:xfrm>
              <a:off x="5145417" y="2120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9" name="pt10739"/>
            <p:cNvSpPr/>
            <p:nvPr/>
          </p:nvSpPr>
          <p:spPr>
            <a:xfrm>
              <a:off x="5691220" y="1877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0" name="pt10740"/>
            <p:cNvSpPr/>
            <p:nvPr/>
          </p:nvSpPr>
          <p:spPr>
            <a:xfrm>
              <a:off x="5321770" y="2261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1" name="pt10741"/>
            <p:cNvSpPr/>
            <p:nvPr/>
          </p:nvSpPr>
          <p:spPr>
            <a:xfrm>
              <a:off x="5033371" y="2549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2" name="pt10742"/>
            <p:cNvSpPr/>
            <p:nvPr/>
          </p:nvSpPr>
          <p:spPr>
            <a:xfrm>
              <a:off x="5260907" y="2226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3" name="pt10743"/>
            <p:cNvSpPr/>
            <p:nvPr/>
          </p:nvSpPr>
          <p:spPr>
            <a:xfrm>
              <a:off x="5107963" y="2016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4" name="pt10744"/>
            <p:cNvSpPr/>
            <p:nvPr/>
          </p:nvSpPr>
          <p:spPr>
            <a:xfrm>
              <a:off x="5107363" y="2124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5" name="pt10745"/>
            <p:cNvSpPr/>
            <p:nvPr/>
          </p:nvSpPr>
          <p:spPr>
            <a:xfrm>
              <a:off x="5208295" y="2142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6" name="pt10746"/>
            <p:cNvSpPr/>
            <p:nvPr/>
          </p:nvSpPr>
          <p:spPr>
            <a:xfrm>
              <a:off x="5299269" y="2112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7" name="pt10747"/>
            <p:cNvSpPr/>
            <p:nvPr/>
          </p:nvSpPr>
          <p:spPr>
            <a:xfrm>
              <a:off x="4831797" y="1897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8" name="pt10748"/>
            <p:cNvSpPr/>
            <p:nvPr/>
          </p:nvSpPr>
          <p:spPr>
            <a:xfrm>
              <a:off x="5594100" y="1869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9" name="pt10749"/>
            <p:cNvSpPr/>
            <p:nvPr/>
          </p:nvSpPr>
          <p:spPr>
            <a:xfrm>
              <a:off x="5755813" y="1822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0" name="pt10750"/>
            <p:cNvSpPr/>
            <p:nvPr/>
          </p:nvSpPr>
          <p:spPr>
            <a:xfrm>
              <a:off x="5289909" y="2189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1" name="pt10751"/>
            <p:cNvSpPr/>
            <p:nvPr/>
          </p:nvSpPr>
          <p:spPr>
            <a:xfrm>
              <a:off x="5466271" y="2266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2" name="pt10752"/>
            <p:cNvSpPr/>
            <p:nvPr/>
          </p:nvSpPr>
          <p:spPr>
            <a:xfrm>
              <a:off x="5548034" y="1938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3" name="pt10753"/>
            <p:cNvSpPr/>
            <p:nvPr/>
          </p:nvSpPr>
          <p:spPr>
            <a:xfrm>
              <a:off x="5270765" y="2172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4" name="pt10754"/>
            <p:cNvSpPr/>
            <p:nvPr/>
          </p:nvSpPr>
          <p:spPr>
            <a:xfrm>
              <a:off x="5492297" y="1947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5" name="pt10755"/>
            <p:cNvSpPr/>
            <p:nvPr/>
          </p:nvSpPr>
          <p:spPr>
            <a:xfrm>
              <a:off x="5020906" y="2494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6" name="pt10756"/>
            <p:cNvSpPr/>
            <p:nvPr/>
          </p:nvSpPr>
          <p:spPr>
            <a:xfrm>
              <a:off x="5602012" y="1919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7" name="pt10757"/>
            <p:cNvSpPr/>
            <p:nvPr/>
          </p:nvSpPr>
          <p:spPr>
            <a:xfrm>
              <a:off x="5348490" y="2078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8" name="pt10758"/>
            <p:cNvSpPr/>
            <p:nvPr/>
          </p:nvSpPr>
          <p:spPr>
            <a:xfrm>
              <a:off x="5378582" y="1966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9" name="pt10759"/>
            <p:cNvSpPr/>
            <p:nvPr/>
          </p:nvSpPr>
          <p:spPr>
            <a:xfrm>
              <a:off x="5748218" y="1628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0" name="pt10760"/>
            <p:cNvSpPr/>
            <p:nvPr/>
          </p:nvSpPr>
          <p:spPr>
            <a:xfrm>
              <a:off x="5347034" y="2157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1" name="pt10761"/>
            <p:cNvSpPr/>
            <p:nvPr/>
          </p:nvSpPr>
          <p:spPr>
            <a:xfrm>
              <a:off x="5332447" y="2241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2" name="pt10762"/>
            <p:cNvSpPr/>
            <p:nvPr/>
          </p:nvSpPr>
          <p:spPr>
            <a:xfrm>
              <a:off x="5130593" y="2017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3" name="pt10763"/>
            <p:cNvSpPr/>
            <p:nvPr/>
          </p:nvSpPr>
          <p:spPr>
            <a:xfrm>
              <a:off x="5424990" y="2117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4" name="pt10764"/>
            <p:cNvSpPr/>
            <p:nvPr/>
          </p:nvSpPr>
          <p:spPr>
            <a:xfrm>
              <a:off x="5135507" y="2000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5" name="pt10765"/>
            <p:cNvSpPr/>
            <p:nvPr/>
          </p:nvSpPr>
          <p:spPr>
            <a:xfrm>
              <a:off x="5323277" y="2298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6" name="pt10766"/>
            <p:cNvSpPr/>
            <p:nvPr/>
          </p:nvSpPr>
          <p:spPr>
            <a:xfrm>
              <a:off x="5355576" y="1916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7" name="pt10767"/>
            <p:cNvSpPr/>
            <p:nvPr/>
          </p:nvSpPr>
          <p:spPr>
            <a:xfrm>
              <a:off x="5464236" y="2152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8" name="pt10768"/>
            <p:cNvSpPr/>
            <p:nvPr/>
          </p:nvSpPr>
          <p:spPr>
            <a:xfrm>
              <a:off x="4890830" y="2842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9" name="pt10769"/>
            <p:cNvSpPr/>
            <p:nvPr/>
          </p:nvSpPr>
          <p:spPr>
            <a:xfrm>
              <a:off x="5405217" y="2251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0" name="pt10770"/>
            <p:cNvSpPr/>
            <p:nvPr/>
          </p:nvSpPr>
          <p:spPr>
            <a:xfrm>
              <a:off x="4868584" y="2663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1" name="pt10771"/>
            <p:cNvSpPr/>
            <p:nvPr/>
          </p:nvSpPr>
          <p:spPr>
            <a:xfrm>
              <a:off x="5248088" y="2251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2" name="pt10772"/>
            <p:cNvSpPr/>
            <p:nvPr/>
          </p:nvSpPr>
          <p:spPr>
            <a:xfrm>
              <a:off x="5727915" y="2056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3" name="pt10773"/>
            <p:cNvSpPr/>
            <p:nvPr/>
          </p:nvSpPr>
          <p:spPr>
            <a:xfrm>
              <a:off x="5265981" y="2234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4" name="pt10774"/>
            <p:cNvSpPr/>
            <p:nvPr/>
          </p:nvSpPr>
          <p:spPr>
            <a:xfrm>
              <a:off x="5386527" y="2050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5" name="pt10775"/>
            <p:cNvSpPr/>
            <p:nvPr/>
          </p:nvSpPr>
          <p:spPr>
            <a:xfrm>
              <a:off x="5486435" y="1968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6" name="pt10776"/>
            <p:cNvSpPr/>
            <p:nvPr/>
          </p:nvSpPr>
          <p:spPr>
            <a:xfrm>
              <a:off x="5181098" y="2199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7" name="pt10777"/>
            <p:cNvSpPr/>
            <p:nvPr/>
          </p:nvSpPr>
          <p:spPr>
            <a:xfrm>
              <a:off x="4903883" y="2485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8" name="pt10778"/>
            <p:cNvSpPr/>
            <p:nvPr/>
          </p:nvSpPr>
          <p:spPr>
            <a:xfrm>
              <a:off x="5348703" y="2032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9" name="pt10779"/>
            <p:cNvSpPr/>
            <p:nvPr/>
          </p:nvSpPr>
          <p:spPr>
            <a:xfrm>
              <a:off x="5049098" y="2625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0" name="pt10780"/>
            <p:cNvSpPr/>
            <p:nvPr/>
          </p:nvSpPr>
          <p:spPr>
            <a:xfrm>
              <a:off x="4707983" y="2256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1" name="pt10781"/>
            <p:cNvSpPr/>
            <p:nvPr/>
          </p:nvSpPr>
          <p:spPr>
            <a:xfrm>
              <a:off x="5448348" y="2152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2" name="pt10782"/>
            <p:cNvSpPr/>
            <p:nvPr/>
          </p:nvSpPr>
          <p:spPr>
            <a:xfrm>
              <a:off x="5361904" y="1799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3" name="pt10783"/>
            <p:cNvSpPr/>
            <p:nvPr/>
          </p:nvSpPr>
          <p:spPr>
            <a:xfrm>
              <a:off x="5531561" y="1988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4" name="pt10784"/>
            <p:cNvSpPr/>
            <p:nvPr/>
          </p:nvSpPr>
          <p:spPr>
            <a:xfrm>
              <a:off x="5574374" y="1726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5" name="pt10785"/>
            <p:cNvSpPr/>
            <p:nvPr/>
          </p:nvSpPr>
          <p:spPr>
            <a:xfrm>
              <a:off x="5268125" y="2191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6" name="pt10786"/>
            <p:cNvSpPr/>
            <p:nvPr/>
          </p:nvSpPr>
          <p:spPr>
            <a:xfrm>
              <a:off x="5305497" y="2200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7" name="pt10787"/>
            <p:cNvSpPr/>
            <p:nvPr/>
          </p:nvSpPr>
          <p:spPr>
            <a:xfrm>
              <a:off x="4951196" y="2356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8" name="pt10788"/>
            <p:cNvSpPr/>
            <p:nvPr/>
          </p:nvSpPr>
          <p:spPr>
            <a:xfrm>
              <a:off x="5436508" y="1956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9" name="pt10789"/>
            <p:cNvSpPr/>
            <p:nvPr/>
          </p:nvSpPr>
          <p:spPr>
            <a:xfrm>
              <a:off x="5541812" y="2049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0" name="pt10790"/>
            <p:cNvSpPr/>
            <p:nvPr/>
          </p:nvSpPr>
          <p:spPr>
            <a:xfrm>
              <a:off x="5643984" y="1725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1" name="pt10791"/>
            <p:cNvSpPr/>
            <p:nvPr/>
          </p:nvSpPr>
          <p:spPr>
            <a:xfrm>
              <a:off x="5478508" y="216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2" name="pt10792"/>
            <p:cNvSpPr/>
            <p:nvPr/>
          </p:nvSpPr>
          <p:spPr>
            <a:xfrm>
              <a:off x="5065744" y="2581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3" name="pt10793"/>
            <p:cNvSpPr/>
            <p:nvPr/>
          </p:nvSpPr>
          <p:spPr>
            <a:xfrm>
              <a:off x="5019970" y="2683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4" name="pt10794"/>
            <p:cNvSpPr/>
            <p:nvPr/>
          </p:nvSpPr>
          <p:spPr>
            <a:xfrm>
              <a:off x="4932812" y="2198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5" name="pt10795"/>
            <p:cNvSpPr/>
            <p:nvPr/>
          </p:nvSpPr>
          <p:spPr>
            <a:xfrm>
              <a:off x="4996486" y="2526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6" name="pt10796"/>
            <p:cNvSpPr/>
            <p:nvPr/>
          </p:nvSpPr>
          <p:spPr>
            <a:xfrm>
              <a:off x="5003222" y="2643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7" name="pt10797"/>
            <p:cNvSpPr/>
            <p:nvPr/>
          </p:nvSpPr>
          <p:spPr>
            <a:xfrm>
              <a:off x="5109122" y="2235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8" name="pt10798"/>
            <p:cNvSpPr/>
            <p:nvPr/>
          </p:nvSpPr>
          <p:spPr>
            <a:xfrm>
              <a:off x="5060630" y="2445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9" name="pt10799"/>
            <p:cNvSpPr/>
            <p:nvPr/>
          </p:nvSpPr>
          <p:spPr>
            <a:xfrm>
              <a:off x="5229626" y="2189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0" name="pt10800"/>
            <p:cNvSpPr/>
            <p:nvPr/>
          </p:nvSpPr>
          <p:spPr>
            <a:xfrm>
              <a:off x="4977947" y="2661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1" name="pt10801"/>
            <p:cNvSpPr/>
            <p:nvPr/>
          </p:nvSpPr>
          <p:spPr>
            <a:xfrm>
              <a:off x="5357397" y="1973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2" name="pt10802"/>
            <p:cNvSpPr/>
            <p:nvPr/>
          </p:nvSpPr>
          <p:spPr>
            <a:xfrm>
              <a:off x="4994672" y="2166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3" name="pt10803"/>
            <p:cNvSpPr/>
            <p:nvPr/>
          </p:nvSpPr>
          <p:spPr>
            <a:xfrm>
              <a:off x="5695993" y="2003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4" name="pt10804"/>
            <p:cNvSpPr/>
            <p:nvPr/>
          </p:nvSpPr>
          <p:spPr>
            <a:xfrm>
              <a:off x="5005307" y="2546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5" name="pt10805"/>
            <p:cNvSpPr/>
            <p:nvPr/>
          </p:nvSpPr>
          <p:spPr>
            <a:xfrm>
              <a:off x="5496988" y="1892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6" name="pt10806"/>
            <p:cNvSpPr/>
            <p:nvPr/>
          </p:nvSpPr>
          <p:spPr>
            <a:xfrm>
              <a:off x="5504482" y="1990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7" name="pt10807"/>
            <p:cNvSpPr/>
            <p:nvPr/>
          </p:nvSpPr>
          <p:spPr>
            <a:xfrm>
              <a:off x="5260144" y="2235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8" name="pt10808"/>
            <p:cNvSpPr/>
            <p:nvPr/>
          </p:nvSpPr>
          <p:spPr>
            <a:xfrm>
              <a:off x="5177916" y="2082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9" name="pt10809"/>
            <p:cNvSpPr/>
            <p:nvPr/>
          </p:nvSpPr>
          <p:spPr>
            <a:xfrm>
              <a:off x="5661911" y="1657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0" name="pt10810"/>
            <p:cNvSpPr/>
            <p:nvPr/>
          </p:nvSpPr>
          <p:spPr>
            <a:xfrm>
              <a:off x="5054100" y="2794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1" name="pt10811"/>
            <p:cNvSpPr/>
            <p:nvPr/>
          </p:nvSpPr>
          <p:spPr>
            <a:xfrm>
              <a:off x="5478682" y="2383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2" name="pt10812"/>
            <p:cNvSpPr/>
            <p:nvPr/>
          </p:nvSpPr>
          <p:spPr>
            <a:xfrm>
              <a:off x="5129336" y="2103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3" name="pt10813"/>
            <p:cNvSpPr/>
            <p:nvPr/>
          </p:nvSpPr>
          <p:spPr>
            <a:xfrm>
              <a:off x="5008596" y="2729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4" name="pt10814"/>
            <p:cNvSpPr/>
            <p:nvPr/>
          </p:nvSpPr>
          <p:spPr>
            <a:xfrm>
              <a:off x="4987386" y="1638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5" name="pt10815"/>
            <p:cNvSpPr/>
            <p:nvPr/>
          </p:nvSpPr>
          <p:spPr>
            <a:xfrm>
              <a:off x="5282052" y="2070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6" name="pt10816"/>
            <p:cNvSpPr/>
            <p:nvPr/>
          </p:nvSpPr>
          <p:spPr>
            <a:xfrm>
              <a:off x="5702245" y="1910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7" name="pt10817"/>
            <p:cNvSpPr/>
            <p:nvPr/>
          </p:nvSpPr>
          <p:spPr>
            <a:xfrm>
              <a:off x="5056785" y="233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8" name="pt10818"/>
            <p:cNvSpPr/>
            <p:nvPr/>
          </p:nvSpPr>
          <p:spPr>
            <a:xfrm>
              <a:off x="5426602" y="2061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9" name="pt10819"/>
            <p:cNvSpPr/>
            <p:nvPr/>
          </p:nvSpPr>
          <p:spPr>
            <a:xfrm>
              <a:off x="5229060" y="2170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0" name="pt10820"/>
            <p:cNvSpPr/>
            <p:nvPr/>
          </p:nvSpPr>
          <p:spPr>
            <a:xfrm>
              <a:off x="5454778" y="2261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1" name="pt10821"/>
            <p:cNvSpPr/>
            <p:nvPr/>
          </p:nvSpPr>
          <p:spPr>
            <a:xfrm>
              <a:off x="5497858" y="2044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2" name="pt10822"/>
            <p:cNvSpPr/>
            <p:nvPr/>
          </p:nvSpPr>
          <p:spPr>
            <a:xfrm>
              <a:off x="5385374" y="2029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3" name="pt10823"/>
            <p:cNvSpPr/>
            <p:nvPr/>
          </p:nvSpPr>
          <p:spPr>
            <a:xfrm>
              <a:off x="5182540" y="211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4" name="pt10824"/>
            <p:cNvSpPr/>
            <p:nvPr/>
          </p:nvSpPr>
          <p:spPr>
            <a:xfrm>
              <a:off x="4916641" y="1977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5" name="pt10825"/>
            <p:cNvSpPr/>
            <p:nvPr/>
          </p:nvSpPr>
          <p:spPr>
            <a:xfrm>
              <a:off x="6018454" y="1886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6" name="pt10826"/>
            <p:cNvSpPr/>
            <p:nvPr/>
          </p:nvSpPr>
          <p:spPr>
            <a:xfrm>
              <a:off x="4997663" y="2365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7" name="pt10827"/>
            <p:cNvSpPr/>
            <p:nvPr/>
          </p:nvSpPr>
          <p:spPr>
            <a:xfrm>
              <a:off x="5176583" y="2047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8" name="pt10828"/>
            <p:cNvSpPr/>
            <p:nvPr/>
          </p:nvSpPr>
          <p:spPr>
            <a:xfrm>
              <a:off x="5441208" y="2231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9" name="pt10829"/>
            <p:cNvSpPr/>
            <p:nvPr/>
          </p:nvSpPr>
          <p:spPr>
            <a:xfrm>
              <a:off x="5502136" y="2072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0" name="pt10830"/>
            <p:cNvSpPr/>
            <p:nvPr/>
          </p:nvSpPr>
          <p:spPr>
            <a:xfrm>
              <a:off x="5375701" y="1919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1" name="pt10831"/>
            <p:cNvSpPr/>
            <p:nvPr/>
          </p:nvSpPr>
          <p:spPr>
            <a:xfrm>
              <a:off x="5668120" y="194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2" name="pt10832"/>
            <p:cNvSpPr/>
            <p:nvPr/>
          </p:nvSpPr>
          <p:spPr>
            <a:xfrm>
              <a:off x="5390494" y="2233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3" name="pt10833"/>
            <p:cNvSpPr/>
            <p:nvPr/>
          </p:nvSpPr>
          <p:spPr>
            <a:xfrm>
              <a:off x="5020619" y="2616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4" name="pt10834"/>
            <p:cNvSpPr/>
            <p:nvPr/>
          </p:nvSpPr>
          <p:spPr>
            <a:xfrm>
              <a:off x="5121664" y="1960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5" name="pt10835"/>
            <p:cNvSpPr/>
            <p:nvPr/>
          </p:nvSpPr>
          <p:spPr>
            <a:xfrm>
              <a:off x="5330672" y="2192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6" name="pt10836"/>
            <p:cNvSpPr/>
            <p:nvPr/>
          </p:nvSpPr>
          <p:spPr>
            <a:xfrm>
              <a:off x="5319894" y="2311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7" name="pt10837"/>
            <p:cNvSpPr/>
            <p:nvPr/>
          </p:nvSpPr>
          <p:spPr>
            <a:xfrm>
              <a:off x="5456373" y="2127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8" name="pt10838"/>
            <p:cNvSpPr/>
            <p:nvPr/>
          </p:nvSpPr>
          <p:spPr>
            <a:xfrm>
              <a:off x="5572931" y="1869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9" name="pt10839"/>
            <p:cNvSpPr/>
            <p:nvPr/>
          </p:nvSpPr>
          <p:spPr>
            <a:xfrm>
              <a:off x="4870616" y="2407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0" name="pt10840"/>
            <p:cNvSpPr/>
            <p:nvPr/>
          </p:nvSpPr>
          <p:spPr>
            <a:xfrm>
              <a:off x="5343814" y="2086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1" name="pt10841"/>
            <p:cNvSpPr/>
            <p:nvPr/>
          </p:nvSpPr>
          <p:spPr>
            <a:xfrm>
              <a:off x="5346327" y="2149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2" name="pt10842"/>
            <p:cNvSpPr/>
            <p:nvPr/>
          </p:nvSpPr>
          <p:spPr>
            <a:xfrm>
              <a:off x="5224036" y="2203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3" name="pt10843"/>
            <p:cNvSpPr/>
            <p:nvPr/>
          </p:nvSpPr>
          <p:spPr>
            <a:xfrm>
              <a:off x="5746285" y="1730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4" name="pt10844"/>
            <p:cNvSpPr/>
            <p:nvPr/>
          </p:nvSpPr>
          <p:spPr>
            <a:xfrm>
              <a:off x="5023814" y="2657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5" name="pt10845"/>
            <p:cNvSpPr/>
            <p:nvPr/>
          </p:nvSpPr>
          <p:spPr>
            <a:xfrm>
              <a:off x="5201970" y="1975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6" name="pt10846"/>
            <p:cNvSpPr/>
            <p:nvPr/>
          </p:nvSpPr>
          <p:spPr>
            <a:xfrm>
              <a:off x="5602925" y="1939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7" name="pt10847"/>
            <p:cNvSpPr/>
            <p:nvPr/>
          </p:nvSpPr>
          <p:spPr>
            <a:xfrm>
              <a:off x="5033270" y="2634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8" name="pt10848"/>
            <p:cNvSpPr/>
            <p:nvPr/>
          </p:nvSpPr>
          <p:spPr>
            <a:xfrm>
              <a:off x="4916640" y="2083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9" name="pt10849"/>
            <p:cNvSpPr/>
            <p:nvPr/>
          </p:nvSpPr>
          <p:spPr>
            <a:xfrm>
              <a:off x="4870040" y="2468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0" name="pt10850"/>
            <p:cNvSpPr/>
            <p:nvPr/>
          </p:nvSpPr>
          <p:spPr>
            <a:xfrm>
              <a:off x="5015729" y="2794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1" name="pt10851"/>
            <p:cNvSpPr/>
            <p:nvPr/>
          </p:nvSpPr>
          <p:spPr>
            <a:xfrm>
              <a:off x="4994975" y="1930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2" name="pt10852"/>
            <p:cNvSpPr/>
            <p:nvPr/>
          </p:nvSpPr>
          <p:spPr>
            <a:xfrm>
              <a:off x="5310096" y="2254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3" name="pt10853"/>
            <p:cNvSpPr/>
            <p:nvPr/>
          </p:nvSpPr>
          <p:spPr>
            <a:xfrm>
              <a:off x="5409730" y="2295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4" name="pt10854"/>
            <p:cNvSpPr/>
            <p:nvPr/>
          </p:nvSpPr>
          <p:spPr>
            <a:xfrm>
              <a:off x="5342040" y="1932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5" name="pt10855"/>
            <p:cNvSpPr/>
            <p:nvPr/>
          </p:nvSpPr>
          <p:spPr>
            <a:xfrm>
              <a:off x="4789078" y="2497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6" name="pt10856"/>
            <p:cNvSpPr/>
            <p:nvPr/>
          </p:nvSpPr>
          <p:spPr>
            <a:xfrm>
              <a:off x="5000355" y="2439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7" name="pt10857"/>
            <p:cNvSpPr/>
            <p:nvPr/>
          </p:nvSpPr>
          <p:spPr>
            <a:xfrm>
              <a:off x="5301255" y="2190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8" name="pt10858"/>
            <p:cNvSpPr/>
            <p:nvPr/>
          </p:nvSpPr>
          <p:spPr>
            <a:xfrm>
              <a:off x="5529385" y="1989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9" name="pt10859"/>
            <p:cNvSpPr/>
            <p:nvPr/>
          </p:nvSpPr>
          <p:spPr>
            <a:xfrm>
              <a:off x="5513558" y="1898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0" name="pt10860"/>
            <p:cNvSpPr/>
            <p:nvPr/>
          </p:nvSpPr>
          <p:spPr>
            <a:xfrm>
              <a:off x="5341238" y="2189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1" name="pt10861"/>
            <p:cNvSpPr/>
            <p:nvPr/>
          </p:nvSpPr>
          <p:spPr>
            <a:xfrm>
              <a:off x="5641164" y="1907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2" name="pt10862"/>
            <p:cNvSpPr/>
            <p:nvPr/>
          </p:nvSpPr>
          <p:spPr>
            <a:xfrm>
              <a:off x="5232777" y="211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3" name="pt10863"/>
            <p:cNvSpPr/>
            <p:nvPr/>
          </p:nvSpPr>
          <p:spPr>
            <a:xfrm>
              <a:off x="5025445" y="2499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4" name="pt10864"/>
            <p:cNvSpPr/>
            <p:nvPr/>
          </p:nvSpPr>
          <p:spPr>
            <a:xfrm>
              <a:off x="5287117" y="2033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5" name="pt10865"/>
            <p:cNvSpPr/>
            <p:nvPr/>
          </p:nvSpPr>
          <p:spPr>
            <a:xfrm>
              <a:off x="5319047" y="2157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6" name="pt10866"/>
            <p:cNvSpPr/>
            <p:nvPr/>
          </p:nvSpPr>
          <p:spPr>
            <a:xfrm>
              <a:off x="5428047" y="2065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7" name="pt10867"/>
            <p:cNvSpPr/>
            <p:nvPr/>
          </p:nvSpPr>
          <p:spPr>
            <a:xfrm>
              <a:off x="5847550" y="1709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8" name="pt10868"/>
            <p:cNvSpPr/>
            <p:nvPr/>
          </p:nvSpPr>
          <p:spPr>
            <a:xfrm>
              <a:off x="5550318" y="201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9" name="pt10869"/>
            <p:cNvSpPr/>
            <p:nvPr/>
          </p:nvSpPr>
          <p:spPr>
            <a:xfrm>
              <a:off x="5443322" y="2097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0" name="pt10870"/>
            <p:cNvSpPr/>
            <p:nvPr/>
          </p:nvSpPr>
          <p:spPr>
            <a:xfrm>
              <a:off x="5090822" y="201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1" name="pt10871"/>
            <p:cNvSpPr/>
            <p:nvPr/>
          </p:nvSpPr>
          <p:spPr>
            <a:xfrm>
              <a:off x="5370898" y="2070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2" name="pt10872"/>
            <p:cNvSpPr/>
            <p:nvPr/>
          </p:nvSpPr>
          <p:spPr>
            <a:xfrm>
              <a:off x="5443973" y="2085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3" name="pt10873"/>
            <p:cNvSpPr/>
            <p:nvPr/>
          </p:nvSpPr>
          <p:spPr>
            <a:xfrm>
              <a:off x="5459155" y="2256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4" name="pt10874"/>
            <p:cNvSpPr/>
            <p:nvPr/>
          </p:nvSpPr>
          <p:spPr>
            <a:xfrm>
              <a:off x="5366933" y="2074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5" name="pt10875"/>
            <p:cNvSpPr/>
            <p:nvPr/>
          </p:nvSpPr>
          <p:spPr>
            <a:xfrm>
              <a:off x="4933636" y="2272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6" name="pt10876"/>
            <p:cNvSpPr/>
            <p:nvPr/>
          </p:nvSpPr>
          <p:spPr>
            <a:xfrm>
              <a:off x="5791304" y="1828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7" name="pt10877"/>
            <p:cNvSpPr/>
            <p:nvPr/>
          </p:nvSpPr>
          <p:spPr>
            <a:xfrm>
              <a:off x="5464291" y="2142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8" name="pt10878"/>
            <p:cNvSpPr/>
            <p:nvPr/>
          </p:nvSpPr>
          <p:spPr>
            <a:xfrm>
              <a:off x="5432291" y="2021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9" name="pt10879"/>
            <p:cNvSpPr/>
            <p:nvPr/>
          </p:nvSpPr>
          <p:spPr>
            <a:xfrm>
              <a:off x="5161160" y="2145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0" name="pt10880"/>
            <p:cNvSpPr/>
            <p:nvPr/>
          </p:nvSpPr>
          <p:spPr>
            <a:xfrm>
              <a:off x="5455547" y="2146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1" name="pt10881"/>
            <p:cNvSpPr/>
            <p:nvPr/>
          </p:nvSpPr>
          <p:spPr>
            <a:xfrm>
              <a:off x="5092667" y="2177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2" name="pt10882"/>
            <p:cNvSpPr/>
            <p:nvPr/>
          </p:nvSpPr>
          <p:spPr>
            <a:xfrm>
              <a:off x="5416907" y="2014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3" name="pt10883"/>
            <p:cNvSpPr/>
            <p:nvPr/>
          </p:nvSpPr>
          <p:spPr>
            <a:xfrm>
              <a:off x="5502558" y="1979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4" name="pt10884"/>
            <p:cNvSpPr/>
            <p:nvPr/>
          </p:nvSpPr>
          <p:spPr>
            <a:xfrm>
              <a:off x="5786828" y="1701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5" name="pt10885"/>
            <p:cNvSpPr/>
            <p:nvPr/>
          </p:nvSpPr>
          <p:spPr>
            <a:xfrm>
              <a:off x="5205051" y="2162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6" name="pt10886"/>
            <p:cNvSpPr/>
            <p:nvPr/>
          </p:nvSpPr>
          <p:spPr>
            <a:xfrm>
              <a:off x="5651664" y="1983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7" name="pt10887"/>
            <p:cNvSpPr/>
            <p:nvPr/>
          </p:nvSpPr>
          <p:spPr>
            <a:xfrm>
              <a:off x="5085482" y="2413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8" name="pt10888"/>
            <p:cNvSpPr/>
            <p:nvPr/>
          </p:nvSpPr>
          <p:spPr>
            <a:xfrm>
              <a:off x="5324037" y="2228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9" name="pt10889"/>
            <p:cNvSpPr/>
            <p:nvPr/>
          </p:nvSpPr>
          <p:spPr>
            <a:xfrm>
              <a:off x="5349479" y="2062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0" name="pt10890"/>
            <p:cNvSpPr/>
            <p:nvPr/>
          </p:nvSpPr>
          <p:spPr>
            <a:xfrm>
              <a:off x="5384462" y="2096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1" name="pt10891"/>
            <p:cNvSpPr/>
            <p:nvPr/>
          </p:nvSpPr>
          <p:spPr>
            <a:xfrm>
              <a:off x="5556387" y="2068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2" name="pt10892"/>
            <p:cNvSpPr/>
            <p:nvPr/>
          </p:nvSpPr>
          <p:spPr>
            <a:xfrm>
              <a:off x="5426294" y="2268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3" name="pt10893"/>
            <p:cNvSpPr/>
            <p:nvPr/>
          </p:nvSpPr>
          <p:spPr>
            <a:xfrm>
              <a:off x="5888042" y="1852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4" name="pt10894"/>
            <p:cNvSpPr/>
            <p:nvPr/>
          </p:nvSpPr>
          <p:spPr>
            <a:xfrm>
              <a:off x="4943977" y="2193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5" name="pt10895"/>
            <p:cNvSpPr/>
            <p:nvPr/>
          </p:nvSpPr>
          <p:spPr>
            <a:xfrm>
              <a:off x="5202986" y="1877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6" name="pt10896"/>
            <p:cNvSpPr/>
            <p:nvPr/>
          </p:nvSpPr>
          <p:spPr>
            <a:xfrm>
              <a:off x="5192306" y="201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7" name="pt10897"/>
            <p:cNvSpPr/>
            <p:nvPr/>
          </p:nvSpPr>
          <p:spPr>
            <a:xfrm>
              <a:off x="5552306" y="208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8" name="pt10898"/>
            <p:cNvSpPr/>
            <p:nvPr/>
          </p:nvSpPr>
          <p:spPr>
            <a:xfrm>
              <a:off x="5520796" y="1926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9" name="pt10899"/>
            <p:cNvSpPr/>
            <p:nvPr/>
          </p:nvSpPr>
          <p:spPr>
            <a:xfrm>
              <a:off x="5481207" y="2242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0" name="pt10900"/>
            <p:cNvSpPr/>
            <p:nvPr/>
          </p:nvSpPr>
          <p:spPr>
            <a:xfrm>
              <a:off x="4993489" y="1843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1" name="pt10901"/>
            <p:cNvSpPr/>
            <p:nvPr/>
          </p:nvSpPr>
          <p:spPr>
            <a:xfrm>
              <a:off x="5458493" y="2115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2" name="pt10902"/>
            <p:cNvSpPr/>
            <p:nvPr/>
          </p:nvSpPr>
          <p:spPr>
            <a:xfrm>
              <a:off x="5093755" y="2126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3" name="pt10903"/>
            <p:cNvSpPr/>
            <p:nvPr/>
          </p:nvSpPr>
          <p:spPr>
            <a:xfrm>
              <a:off x="4930129" y="2156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4" name="pt10904"/>
            <p:cNvSpPr/>
            <p:nvPr/>
          </p:nvSpPr>
          <p:spPr>
            <a:xfrm>
              <a:off x="5245011" y="2066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5" name="pt10905"/>
            <p:cNvSpPr/>
            <p:nvPr/>
          </p:nvSpPr>
          <p:spPr>
            <a:xfrm>
              <a:off x="5015972" y="2622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6" name="pt10906"/>
            <p:cNvSpPr/>
            <p:nvPr/>
          </p:nvSpPr>
          <p:spPr>
            <a:xfrm>
              <a:off x="4985703" y="1985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7" name="pt10907"/>
            <p:cNvSpPr/>
            <p:nvPr/>
          </p:nvSpPr>
          <p:spPr>
            <a:xfrm>
              <a:off x="5305595" y="2139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8" name="pt10908"/>
            <p:cNvSpPr/>
            <p:nvPr/>
          </p:nvSpPr>
          <p:spPr>
            <a:xfrm>
              <a:off x="5055582" y="2619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9" name="pt10909"/>
            <p:cNvSpPr/>
            <p:nvPr/>
          </p:nvSpPr>
          <p:spPr>
            <a:xfrm>
              <a:off x="5238616" y="2134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0" name="pt10910"/>
            <p:cNvSpPr/>
            <p:nvPr/>
          </p:nvSpPr>
          <p:spPr>
            <a:xfrm>
              <a:off x="5564144" y="1925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1" name="pt10911"/>
            <p:cNvSpPr/>
            <p:nvPr/>
          </p:nvSpPr>
          <p:spPr>
            <a:xfrm>
              <a:off x="5213222" y="2223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2" name="pt10912"/>
            <p:cNvSpPr/>
            <p:nvPr/>
          </p:nvSpPr>
          <p:spPr>
            <a:xfrm>
              <a:off x="5124573" y="2059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3" name="pt10913"/>
            <p:cNvSpPr/>
            <p:nvPr/>
          </p:nvSpPr>
          <p:spPr>
            <a:xfrm>
              <a:off x="5077684" y="2217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4" name="pt10914"/>
            <p:cNvSpPr/>
            <p:nvPr/>
          </p:nvSpPr>
          <p:spPr>
            <a:xfrm>
              <a:off x="5573378" y="162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5" name="pt10915"/>
            <p:cNvSpPr/>
            <p:nvPr/>
          </p:nvSpPr>
          <p:spPr>
            <a:xfrm>
              <a:off x="5503707" y="1900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6" name="pt10916"/>
            <p:cNvSpPr/>
            <p:nvPr/>
          </p:nvSpPr>
          <p:spPr>
            <a:xfrm>
              <a:off x="5306429" y="2216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7" name="pt10917"/>
            <p:cNvSpPr/>
            <p:nvPr/>
          </p:nvSpPr>
          <p:spPr>
            <a:xfrm>
              <a:off x="5722220" y="1873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8" name="pt10918"/>
            <p:cNvSpPr/>
            <p:nvPr/>
          </p:nvSpPr>
          <p:spPr>
            <a:xfrm>
              <a:off x="5570876" y="1832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9" name="pt10919"/>
            <p:cNvSpPr/>
            <p:nvPr/>
          </p:nvSpPr>
          <p:spPr>
            <a:xfrm>
              <a:off x="5510656" y="1879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0" name="pt10920"/>
            <p:cNvSpPr/>
            <p:nvPr/>
          </p:nvSpPr>
          <p:spPr>
            <a:xfrm>
              <a:off x="5522726" y="1947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1" name="pt10921"/>
            <p:cNvSpPr/>
            <p:nvPr/>
          </p:nvSpPr>
          <p:spPr>
            <a:xfrm>
              <a:off x="5301961" y="2232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2" name="pt10922"/>
            <p:cNvSpPr/>
            <p:nvPr/>
          </p:nvSpPr>
          <p:spPr>
            <a:xfrm>
              <a:off x="4840540" y="1911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3" name="pt10923"/>
            <p:cNvSpPr/>
            <p:nvPr/>
          </p:nvSpPr>
          <p:spPr>
            <a:xfrm>
              <a:off x="4968840" y="2457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4" name="pt10924"/>
            <p:cNvSpPr/>
            <p:nvPr/>
          </p:nvSpPr>
          <p:spPr>
            <a:xfrm>
              <a:off x="5273848" y="1970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5" name="pt10925"/>
            <p:cNvSpPr/>
            <p:nvPr/>
          </p:nvSpPr>
          <p:spPr>
            <a:xfrm>
              <a:off x="5455130" y="2167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6" name="pt10926"/>
            <p:cNvSpPr/>
            <p:nvPr/>
          </p:nvSpPr>
          <p:spPr>
            <a:xfrm>
              <a:off x="5349000" y="2128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7" name="pt10927"/>
            <p:cNvSpPr/>
            <p:nvPr/>
          </p:nvSpPr>
          <p:spPr>
            <a:xfrm>
              <a:off x="5076227" y="2211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8" name="pt10928"/>
            <p:cNvSpPr/>
            <p:nvPr/>
          </p:nvSpPr>
          <p:spPr>
            <a:xfrm>
              <a:off x="5400742" y="2149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9" name="pt10929"/>
            <p:cNvSpPr/>
            <p:nvPr/>
          </p:nvSpPr>
          <p:spPr>
            <a:xfrm>
              <a:off x="5192464" y="1939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0" name="pt10930"/>
            <p:cNvSpPr/>
            <p:nvPr/>
          </p:nvSpPr>
          <p:spPr>
            <a:xfrm>
              <a:off x="5525883" y="2008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1" name="pt10931"/>
            <p:cNvSpPr/>
            <p:nvPr/>
          </p:nvSpPr>
          <p:spPr>
            <a:xfrm>
              <a:off x="5467982" y="2150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2" name="pt10932"/>
            <p:cNvSpPr/>
            <p:nvPr/>
          </p:nvSpPr>
          <p:spPr>
            <a:xfrm>
              <a:off x="5320432" y="2189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3" name="pt10933"/>
            <p:cNvSpPr/>
            <p:nvPr/>
          </p:nvSpPr>
          <p:spPr>
            <a:xfrm>
              <a:off x="5522649" y="1907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4" name="pt10934"/>
            <p:cNvSpPr/>
            <p:nvPr/>
          </p:nvSpPr>
          <p:spPr>
            <a:xfrm>
              <a:off x="5236735" y="2168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5" name="pt10935"/>
            <p:cNvSpPr/>
            <p:nvPr/>
          </p:nvSpPr>
          <p:spPr>
            <a:xfrm>
              <a:off x="5180639" y="2066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6" name="pt10936"/>
            <p:cNvSpPr/>
            <p:nvPr/>
          </p:nvSpPr>
          <p:spPr>
            <a:xfrm>
              <a:off x="5514966" y="1987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7" name="pt10937"/>
            <p:cNvSpPr/>
            <p:nvPr/>
          </p:nvSpPr>
          <p:spPr>
            <a:xfrm>
              <a:off x="5340908" y="2087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8" name="pt10938"/>
            <p:cNvSpPr/>
            <p:nvPr/>
          </p:nvSpPr>
          <p:spPr>
            <a:xfrm>
              <a:off x="5392799" y="2210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9" name="pt10939"/>
            <p:cNvSpPr/>
            <p:nvPr/>
          </p:nvSpPr>
          <p:spPr>
            <a:xfrm>
              <a:off x="5235011" y="2130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0" name="pt10940"/>
            <p:cNvSpPr/>
            <p:nvPr/>
          </p:nvSpPr>
          <p:spPr>
            <a:xfrm>
              <a:off x="5625296" y="1851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1" name="pt10941"/>
            <p:cNvSpPr/>
            <p:nvPr/>
          </p:nvSpPr>
          <p:spPr>
            <a:xfrm>
              <a:off x="5615358" y="2012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2" name="pt10942"/>
            <p:cNvSpPr/>
            <p:nvPr/>
          </p:nvSpPr>
          <p:spPr>
            <a:xfrm>
              <a:off x="5092687" y="2138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3" name="pt10943"/>
            <p:cNvSpPr/>
            <p:nvPr/>
          </p:nvSpPr>
          <p:spPr>
            <a:xfrm>
              <a:off x="5187225" y="2129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4" name="pt10944"/>
            <p:cNvSpPr/>
            <p:nvPr/>
          </p:nvSpPr>
          <p:spPr>
            <a:xfrm>
              <a:off x="5397179" y="2132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5" name="pt10945"/>
            <p:cNvSpPr/>
            <p:nvPr/>
          </p:nvSpPr>
          <p:spPr>
            <a:xfrm>
              <a:off x="5685181" y="1739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6" name="pt10946"/>
            <p:cNvSpPr/>
            <p:nvPr/>
          </p:nvSpPr>
          <p:spPr>
            <a:xfrm>
              <a:off x="5500083" y="2127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7" name="pt10947"/>
            <p:cNvSpPr/>
            <p:nvPr/>
          </p:nvSpPr>
          <p:spPr>
            <a:xfrm>
              <a:off x="5341878" y="2136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8" name="pt10948"/>
            <p:cNvSpPr/>
            <p:nvPr/>
          </p:nvSpPr>
          <p:spPr>
            <a:xfrm>
              <a:off x="5658035" y="2106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9" name="pt10949"/>
            <p:cNvSpPr/>
            <p:nvPr/>
          </p:nvSpPr>
          <p:spPr>
            <a:xfrm>
              <a:off x="5347785" y="2089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0" name="pt10950"/>
            <p:cNvSpPr/>
            <p:nvPr/>
          </p:nvSpPr>
          <p:spPr>
            <a:xfrm>
              <a:off x="5680338" y="1767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1" name="pt10951"/>
            <p:cNvSpPr/>
            <p:nvPr/>
          </p:nvSpPr>
          <p:spPr>
            <a:xfrm>
              <a:off x="5602860" y="1993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2" name="pt10952"/>
            <p:cNvSpPr/>
            <p:nvPr/>
          </p:nvSpPr>
          <p:spPr>
            <a:xfrm>
              <a:off x="5404715" y="2231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3" name="pt10953"/>
            <p:cNvSpPr/>
            <p:nvPr/>
          </p:nvSpPr>
          <p:spPr>
            <a:xfrm>
              <a:off x="5505197" y="2051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4" name="pt10954"/>
            <p:cNvSpPr/>
            <p:nvPr/>
          </p:nvSpPr>
          <p:spPr>
            <a:xfrm>
              <a:off x="4988815" y="1834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5" name="pt10955"/>
            <p:cNvSpPr/>
            <p:nvPr/>
          </p:nvSpPr>
          <p:spPr>
            <a:xfrm>
              <a:off x="4982953" y="2225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6" name="pt10956"/>
            <p:cNvSpPr/>
            <p:nvPr/>
          </p:nvSpPr>
          <p:spPr>
            <a:xfrm>
              <a:off x="5101072" y="2124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7" name="pt10957"/>
            <p:cNvSpPr/>
            <p:nvPr/>
          </p:nvSpPr>
          <p:spPr>
            <a:xfrm>
              <a:off x="5166696" y="2167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8" name="pt10958"/>
            <p:cNvSpPr/>
            <p:nvPr/>
          </p:nvSpPr>
          <p:spPr>
            <a:xfrm>
              <a:off x="4921593" y="2442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9" name="pt10959"/>
            <p:cNvSpPr/>
            <p:nvPr/>
          </p:nvSpPr>
          <p:spPr>
            <a:xfrm>
              <a:off x="5514504" y="1863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0" name="pt10960"/>
            <p:cNvSpPr/>
            <p:nvPr/>
          </p:nvSpPr>
          <p:spPr>
            <a:xfrm>
              <a:off x="5524900" y="1866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1" name="pt10961"/>
            <p:cNvSpPr/>
            <p:nvPr/>
          </p:nvSpPr>
          <p:spPr>
            <a:xfrm>
              <a:off x="5540465" y="2008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2" name="pt10962"/>
            <p:cNvSpPr/>
            <p:nvPr/>
          </p:nvSpPr>
          <p:spPr>
            <a:xfrm>
              <a:off x="5610299" y="1973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3" name="pt10963"/>
            <p:cNvSpPr/>
            <p:nvPr/>
          </p:nvSpPr>
          <p:spPr>
            <a:xfrm>
              <a:off x="5631473" y="1622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4" name="pt10964"/>
            <p:cNvSpPr/>
            <p:nvPr/>
          </p:nvSpPr>
          <p:spPr>
            <a:xfrm>
              <a:off x="5364374" y="1933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5" name="pt10965"/>
            <p:cNvSpPr/>
            <p:nvPr/>
          </p:nvSpPr>
          <p:spPr>
            <a:xfrm>
              <a:off x="5482219" y="2258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6" name="pt10966"/>
            <p:cNvSpPr/>
            <p:nvPr/>
          </p:nvSpPr>
          <p:spPr>
            <a:xfrm>
              <a:off x="5254961" y="226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7" name="pt10967"/>
            <p:cNvSpPr/>
            <p:nvPr/>
          </p:nvSpPr>
          <p:spPr>
            <a:xfrm>
              <a:off x="4954884" y="2426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8" name="pt10968"/>
            <p:cNvSpPr/>
            <p:nvPr/>
          </p:nvSpPr>
          <p:spPr>
            <a:xfrm>
              <a:off x="5404944" y="2256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9" name="pt10969"/>
            <p:cNvSpPr/>
            <p:nvPr/>
          </p:nvSpPr>
          <p:spPr>
            <a:xfrm>
              <a:off x="4951065" y="2371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0" name="pt10970"/>
            <p:cNvSpPr/>
            <p:nvPr/>
          </p:nvSpPr>
          <p:spPr>
            <a:xfrm>
              <a:off x="5299642" y="2183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1" name="pt10971"/>
            <p:cNvSpPr/>
            <p:nvPr/>
          </p:nvSpPr>
          <p:spPr>
            <a:xfrm>
              <a:off x="5567109" y="1847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2" name="pt10972"/>
            <p:cNvSpPr/>
            <p:nvPr/>
          </p:nvSpPr>
          <p:spPr>
            <a:xfrm>
              <a:off x="5833685" y="1862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3" name="pt10973"/>
            <p:cNvSpPr/>
            <p:nvPr/>
          </p:nvSpPr>
          <p:spPr>
            <a:xfrm>
              <a:off x="5782675" y="1627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4" name="pt10974"/>
            <p:cNvSpPr/>
            <p:nvPr/>
          </p:nvSpPr>
          <p:spPr>
            <a:xfrm>
              <a:off x="5362987" y="1959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5" name="pt10975"/>
            <p:cNvSpPr/>
            <p:nvPr/>
          </p:nvSpPr>
          <p:spPr>
            <a:xfrm>
              <a:off x="5155906" y="2207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6" name="pt10976"/>
            <p:cNvSpPr/>
            <p:nvPr/>
          </p:nvSpPr>
          <p:spPr>
            <a:xfrm>
              <a:off x="5238276" y="2151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7" name="pt10977"/>
            <p:cNvSpPr/>
            <p:nvPr/>
          </p:nvSpPr>
          <p:spPr>
            <a:xfrm>
              <a:off x="5459755" y="2274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8" name="pt10978"/>
            <p:cNvSpPr/>
            <p:nvPr/>
          </p:nvSpPr>
          <p:spPr>
            <a:xfrm>
              <a:off x="5390694" y="2316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9" name="pt10979"/>
            <p:cNvSpPr/>
            <p:nvPr/>
          </p:nvSpPr>
          <p:spPr>
            <a:xfrm>
              <a:off x="5188521" y="2145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0" name="pt10980"/>
            <p:cNvSpPr/>
            <p:nvPr/>
          </p:nvSpPr>
          <p:spPr>
            <a:xfrm>
              <a:off x="5633902" y="1632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1" name="pt10981"/>
            <p:cNvSpPr/>
            <p:nvPr/>
          </p:nvSpPr>
          <p:spPr>
            <a:xfrm>
              <a:off x="5306430" y="2194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2" name="pt10982"/>
            <p:cNvSpPr/>
            <p:nvPr/>
          </p:nvSpPr>
          <p:spPr>
            <a:xfrm>
              <a:off x="5078771" y="2301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3" name="pt10983"/>
            <p:cNvSpPr/>
            <p:nvPr/>
          </p:nvSpPr>
          <p:spPr>
            <a:xfrm>
              <a:off x="5532807" y="1935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4" name="pt10984"/>
            <p:cNvSpPr/>
            <p:nvPr/>
          </p:nvSpPr>
          <p:spPr>
            <a:xfrm>
              <a:off x="4961094" y="2308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5" name="pt10985"/>
            <p:cNvSpPr/>
            <p:nvPr/>
          </p:nvSpPr>
          <p:spPr>
            <a:xfrm>
              <a:off x="5333139" y="215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6" name="pt10986"/>
            <p:cNvSpPr/>
            <p:nvPr/>
          </p:nvSpPr>
          <p:spPr>
            <a:xfrm>
              <a:off x="5606674" y="1950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7" name="pt10987"/>
            <p:cNvSpPr/>
            <p:nvPr/>
          </p:nvSpPr>
          <p:spPr>
            <a:xfrm>
              <a:off x="4887287" y="2669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8" name="pt10988"/>
            <p:cNvSpPr/>
            <p:nvPr/>
          </p:nvSpPr>
          <p:spPr>
            <a:xfrm>
              <a:off x="4983383" y="2247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9" name="pt10989"/>
            <p:cNvSpPr/>
            <p:nvPr/>
          </p:nvSpPr>
          <p:spPr>
            <a:xfrm>
              <a:off x="5597882" y="1949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0" name="pt10990"/>
            <p:cNvSpPr/>
            <p:nvPr/>
          </p:nvSpPr>
          <p:spPr>
            <a:xfrm>
              <a:off x="5358507" y="2079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1" name="pt10991"/>
            <p:cNvSpPr/>
            <p:nvPr/>
          </p:nvSpPr>
          <p:spPr>
            <a:xfrm>
              <a:off x="5300892" y="2195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2" name="pt10992"/>
            <p:cNvSpPr/>
            <p:nvPr/>
          </p:nvSpPr>
          <p:spPr>
            <a:xfrm>
              <a:off x="5463322" y="2231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3" name="pt10993"/>
            <p:cNvSpPr/>
            <p:nvPr/>
          </p:nvSpPr>
          <p:spPr>
            <a:xfrm>
              <a:off x="5745652" y="1700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4" name="pt10994"/>
            <p:cNvSpPr/>
            <p:nvPr/>
          </p:nvSpPr>
          <p:spPr>
            <a:xfrm>
              <a:off x="5342843" y="2151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5" name="pt10995"/>
            <p:cNvSpPr/>
            <p:nvPr/>
          </p:nvSpPr>
          <p:spPr>
            <a:xfrm>
              <a:off x="5590242" y="1894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6" name="pt10996"/>
            <p:cNvSpPr/>
            <p:nvPr/>
          </p:nvSpPr>
          <p:spPr>
            <a:xfrm>
              <a:off x="5250703" y="2130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7" name="pt10997"/>
            <p:cNvSpPr/>
            <p:nvPr/>
          </p:nvSpPr>
          <p:spPr>
            <a:xfrm>
              <a:off x="5181940" y="2148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8" name="pt10998"/>
            <p:cNvSpPr/>
            <p:nvPr/>
          </p:nvSpPr>
          <p:spPr>
            <a:xfrm>
              <a:off x="5312316" y="2241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9" name="pt10999"/>
            <p:cNvSpPr/>
            <p:nvPr/>
          </p:nvSpPr>
          <p:spPr>
            <a:xfrm>
              <a:off x="5245499" y="213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0" name="pt11000"/>
            <p:cNvSpPr/>
            <p:nvPr/>
          </p:nvSpPr>
          <p:spPr>
            <a:xfrm>
              <a:off x="5080305" y="2394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1" name="pt11001"/>
            <p:cNvSpPr/>
            <p:nvPr/>
          </p:nvSpPr>
          <p:spPr>
            <a:xfrm>
              <a:off x="5462159" y="2115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2" name="pt11002"/>
            <p:cNvSpPr/>
            <p:nvPr/>
          </p:nvSpPr>
          <p:spPr>
            <a:xfrm>
              <a:off x="5466908" y="2144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3" name="pt11003"/>
            <p:cNvSpPr/>
            <p:nvPr/>
          </p:nvSpPr>
          <p:spPr>
            <a:xfrm>
              <a:off x="5325067" y="2078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4" name="pt11004"/>
            <p:cNvSpPr/>
            <p:nvPr/>
          </p:nvSpPr>
          <p:spPr>
            <a:xfrm>
              <a:off x="5117244" y="2268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5" name="pt11005"/>
            <p:cNvSpPr/>
            <p:nvPr/>
          </p:nvSpPr>
          <p:spPr>
            <a:xfrm>
              <a:off x="5462212" y="2095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6" name="pt11006"/>
            <p:cNvSpPr/>
            <p:nvPr/>
          </p:nvSpPr>
          <p:spPr>
            <a:xfrm>
              <a:off x="5000273" y="2499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7" name="pt11007"/>
            <p:cNvSpPr/>
            <p:nvPr/>
          </p:nvSpPr>
          <p:spPr>
            <a:xfrm>
              <a:off x="5493656" y="1975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8" name="pt11008"/>
            <p:cNvSpPr/>
            <p:nvPr/>
          </p:nvSpPr>
          <p:spPr>
            <a:xfrm>
              <a:off x="5575764" y="1695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9" name="pt11009"/>
            <p:cNvSpPr/>
            <p:nvPr/>
          </p:nvSpPr>
          <p:spPr>
            <a:xfrm>
              <a:off x="5573058" y="1797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0" name="pt11010"/>
            <p:cNvSpPr/>
            <p:nvPr/>
          </p:nvSpPr>
          <p:spPr>
            <a:xfrm>
              <a:off x="5053666" y="2743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1" name="pt11011"/>
            <p:cNvSpPr/>
            <p:nvPr/>
          </p:nvSpPr>
          <p:spPr>
            <a:xfrm>
              <a:off x="5195442" y="2064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2" name="pt11012"/>
            <p:cNvSpPr/>
            <p:nvPr/>
          </p:nvSpPr>
          <p:spPr>
            <a:xfrm>
              <a:off x="5441894" y="2098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3" name="pt11013"/>
            <p:cNvSpPr/>
            <p:nvPr/>
          </p:nvSpPr>
          <p:spPr>
            <a:xfrm>
              <a:off x="5365882" y="1996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4" name="pt11014"/>
            <p:cNvSpPr/>
            <p:nvPr/>
          </p:nvSpPr>
          <p:spPr>
            <a:xfrm>
              <a:off x="5599491" y="1904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5" name="pt11015"/>
            <p:cNvSpPr/>
            <p:nvPr/>
          </p:nvSpPr>
          <p:spPr>
            <a:xfrm>
              <a:off x="5877742" y="1604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6" name="pt11016"/>
            <p:cNvSpPr/>
            <p:nvPr/>
          </p:nvSpPr>
          <p:spPr>
            <a:xfrm>
              <a:off x="4985041" y="2055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7" name="pt11017"/>
            <p:cNvSpPr/>
            <p:nvPr/>
          </p:nvSpPr>
          <p:spPr>
            <a:xfrm>
              <a:off x="5553083" y="1983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8" name="pt11018"/>
            <p:cNvSpPr/>
            <p:nvPr/>
          </p:nvSpPr>
          <p:spPr>
            <a:xfrm>
              <a:off x="4985663" y="2131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9" name="pt11019"/>
            <p:cNvSpPr/>
            <p:nvPr/>
          </p:nvSpPr>
          <p:spPr>
            <a:xfrm>
              <a:off x="5505434" y="1960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0" name="pt11020"/>
            <p:cNvSpPr/>
            <p:nvPr/>
          </p:nvSpPr>
          <p:spPr>
            <a:xfrm>
              <a:off x="5295016" y="2215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1" name="pt11021"/>
            <p:cNvSpPr/>
            <p:nvPr/>
          </p:nvSpPr>
          <p:spPr>
            <a:xfrm>
              <a:off x="4908779" y="2443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2" name="pt11022"/>
            <p:cNvSpPr/>
            <p:nvPr/>
          </p:nvSpPr>
          <p:spPr>
            <a:xfrm>
              <a:off x="4963946" y="2520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3" name="pt11023"/>
            <p:cNvSpPr/>
            <p:nvPr/>
          </p:nvSpPr>
          <p:spPr>
            <a:xfrm>
              <a:off x="5294967" y="2174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4" name="pt11024"/>
            <p:cNvSpPr/>
            <p:nvPr/>
          </p:nvSpPr>
          <p:spPr>
            <a:xfrm>
              <a:off x="5656015" y="1958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5" name="pt11025"/>
            <p:cNvSpPr/>
            <p:nvPr/>
          </p:nvSpPr>
          <p:spPr>
            <a:xfrm>
              <a:off x="5152904" y="2100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6" name="pt11026"/>
            <p:cNvSpPr/>
            <p:nvPr/>
          </p:nvSpPr>
          <p:spPr>
            <a:xfrm>
              <a:off x="4633947" y="2614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7" name="pt11027"/>
            <p:cNvSpPr/>
            <p:nvPr/>
          </p:nvSpPr>
          <p:spPr>
            <a:xfrm>
              <a:off x="4836088" y="1766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8" name="pt11028"/>
            <p:cNvSpPr/>
            <p:nvPr/>
          </p:nvSpPr>
          <p:spPr>
            <a:xfrm>
              <a:off x="5759514" y="1265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9" name="pt11029"/>
            <p:cNvSpPr/>
            <p:nvPr/>
          </p:nvSpPr>
          <p:spPr>
            <a:xfrm>
              <a:off x="5441802" y="2219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0" name="pt11030"/>
            <p:cNvSpPr/>
            <p:nvPr/>
          </p:nvSpPr>
          <p:spPr>
            <a:xfrm>
              <a:off x="5473763" y="2194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1" name="pt11031"/>
            <p:cNvSpPr/>
            <p:nvPr/>
          </p:nvSpPr>
          <p:spPr>
            <a:xfrm>
              <a:off x="5418312" y="2029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2" name="pt11032"/>
            <p:cNvSpPr/>
            <p:nvPr/>
          </p:nvSpPr>
          <p:spPr>
            <a:xfrm>
              <a:off x="4998960" y="265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3" name="pt11033"/>
            <p:cNvSpPr/>
            <p:nvPr/>
          </p:nvSpPr>
          <p:spPr>
            <a:xfrm>
              <a:off x="5509017" y="1978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4" name="pt11034"/>
            <p:cNvSpPr/>
            <p:nvPr/>
          </p:nvSpPr>
          <p:spPr>
            <a:xfrm>
              <a:off x="5356241" y="2042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5" name="pt11035"/>
            <p:cNvSpPr/>
            <p:nvPr/>
          </p:nvSpPr>
          <p:spPr>
            <a:xfrm>
              <a:off x="5235977" y="2151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6" name="pt11036"/>
            <p:cNvSpPr/>
            <p:nvPr/>
          </p:nvSpPr>
          <p:spPr>
            <a:xfrm>
              <a:off x="5629353" y="1756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7" name="pt11037"/>
            <p:cNvSpPr/>
            <p:nvPr/>
          </p:nvSpPr>
          <p:spPr>
            <a:xfrm>
              <a:off x="5213388" y="2040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8" name="pt11038"/>
            <p:cNvSpPr/>
            <p:nvPr/>
          </p:nvSpPr>
          <p:spPr>
            <a:xfrm>
              <a:off x="5020801" y="2653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9" name="pt11039"/>
            <p:cNvSpPr/>
            <p:nvPr/>
          </p:nvSpPr>
          <p:spPr>
            <a:xfrm>
              <a:off x="4930031" y="1957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0" name="pt11040"/>
            <p:cNvSpPr/>
            <p:nvPr/>
          </p:nvSpPr>
          <p:spPr>
            <a:xfrm>
              <a:off x="5016296" y="2633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1" name="pt11041"/>
            <p:cNvSpPr/>
            <p:nvPr/>
          </p:nvSpPr>
          <p:spPr>
            <a:xfrm>
              <a:off x="5515085" y="1972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2" name="pt11042"/>
            <p:cNvSpPr/>
            <p:nvPr/>
          </p:nvSpPr>
          <p:spPr>
            <a:xfrm>
              <a:off x="4848642" y="2598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3" name="pt11043"/>
            <p:cNvSpPr/>
            <p:nvPr/>
          </p:nvSpPr>
          <p:spPr>
            <a:xfrm>
              <a:off x="5442858" y="2089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4" name="pt11044"/>
            <p:cNvSpPr/>
            <p:nvPr/>
          </p:nvSpPr>
          <p:spPr>
            <a:xfrm>
              <a:off x="5461209" y="2166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5" name="pt11045"/>
            <p:cNvSpPr/>
            <p:nvPr/>
          </p:nvSpPr>
          <p:spPr>
            <a:xfrm>
              <a:off x="5235133" y="2208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6" name="pt11046"/>
            <p:cNvSpPr/>
            <p:nvPr/>
          </p:nvSpPr>
          <p:spPr>
            <a:xfrm>
              <a:off x="5303147" y="2220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7" name="pt11047"/>
            <p:cNvSpPr/>
            <p:nvPr/>
          </p:nvSpPr>
          <p:spPr>
            <a:xfrm>
              <a:off x="4986167" y="1503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8" name="pt11048"/>
            <p:cNvSpPr/>
            <p:nvPr/>
          </p:nvSpPr>
          <p:spPr>
            <a:xfrm>
              <a:off x="5357066" y="2046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9" name="pt11049"/>
            <p:cNvSpPr/>
            <p:nvPr/>
          </p:nvSpPr>
          <p:spPr>
            <a:xfrm>
              <a:off x="5460410" y="2139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0" name="pt11050"/>
            <p:cNvSpPr/>
            <p:nvPr/>
          </p:nvSpPr>
          <p:spPr>
            <a:xfrm>
              <a:off x="5302527" y="2193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1" name="pt11051"/>
            <p:cNvSpPr/>
            <p:nvPr/>
          </p:nvSpPr>
          <p:spPr>
            <a:xfrm>
              <a:off x="5660085" y="1800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2" name="pt11052"/>
            <p:cNvSpPr/>
            <p:nvPr/>
          </p:nvSpPr>
          <p:spPr>
            <a:xfrm>
              <a:off x="5558989" y="2062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3" name="pt11053"/>
            <p:cNvSpPr/>
            <p:nvPr/>
          </p:nvSpPr>
          <p:spPr>
            <a:xfrm>
              <a:off x="5517614" y="186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4" name="pt11054"/>
            <p:cNvSpPr/>
            <p:nvPr/>
          </p:nvSpPr>
          <p:spPr>
            <a:xfrm>
              <a:off x="5548443" y="2040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5" name="pt11055"/>
            <p:cNvSpPr/>
            <p:nvPr/>
          </p:nvSpPr>
          <p:spPr>
            <a:xfrm>
              <a:off x="5445639" y="2132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6" name="pt11056"/>
            <p:cNvSpPr/>
            <p:nvPr/>
          </p:nvSpPr>
          <p:spPr>
            <a:xfrm>
              <a:off x="5312501" y="2236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7" name="pt11057"/>
            <p:cNvSpPr/>
            <p:nvPr/>
          </p:nvSpPr>
          <p:spPr>
            <a:xfrm>
              <a:off x="5301876" y="2104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8" name="pt11058"/>
            <p:cNvSpPr/>
            <p:nvPr/>
          </p:nvSpPr>
          <p:spPr>
            <a:xfrm>
              <a:off x="5295903" y="2194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9" name="pt11059"/>
            <p:cNvSpPr/>
            <p:nvPr/>
          </p:nvSpPr>
          <p:spPr>
            <a:xfrm>
              <a:off x="4740434" y="231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0" name="pt11060"/>
            <p:cNvSpPr/>
            <p:nvPr/>
          </p:nvSpPr>
          <p:spPr>
            <a:xfrm>
              <a:off x="5063486" y="2474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1" name="pt11061"/>
            <p:cNvSpPr/>
            <p:nvPr/>
          </p:nvSpPr>
          <p:spPr>
            <a:xfrm>
              <a:off x="5156876" y="2095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2" name="pt11062"/>
            <p:cNvSpPr/>
            <p:nvPr/>
          </p:nvSpPr>
          <p:spPr>
            <a:xfrm>
              <a:off x="4841202" y="182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3" name="pt11063"/>
            <p:cNvSpPr/>
            <p:nvPr/>
          </p:nvSpPr>
          <p:spPr>
            <a:xfrm>
              <a:off x="5743547" y="1815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4" name="pt11064"/>
            <p:cNvSpPr/>
            <p:nvPr/>
          </p:nvSpPr>
          <p:spPr>
            <a:xfrm>
              <a:off x="4958688" y="2348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5" name="pt11065"/>
            <p:cNvSpPr/>
            <p:nvPr/>
          </p:nvSpPr>
          <p:spPr>
            <a:xfrm>
              <a:off x="5326361" y="2151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6" name="pt11066"/>
            <p:cNvSpPr/>
            <p:nvPr/>
          </p:nvSpPr>
          <p:spPr>
            <a:xfrm>
              <a:off x="5554668" y="2112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7" name="pt11067"/>
            <p:cNvSpPr/>
            <p:nvPr/>
          </p:nvSpPr>
          <p:spPr>
            <a:xfrm>
              <a:off x="5348102" y="2115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8" name="pt11068"/>
            <p:cNvSpPr/>
            <p:nvPr/>
          </p:nvSpPr>
          <p:spPr>
            <a:xfrm>
              <a:off x="5040712" y="2783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9" name="pt11069"/>
            <p:cNvSpPr/>
            <p:nvPr/>
          </p:nvSpPr>
          <p:spPr>
            <a:xfrm>
              <a:off x="5469824" y="2246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0" name="pt11070"/>
            <p:cNvSpPr/>
            <p:nvPr/>
          </p:nvSpPr>
          <p:spPr>
            <a:xfrm>
              <a:off x="5314406" y="2243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1" name="pt11071"/>
            <p:cNvSpPr/>
            <p:nvPr/>
          </p:nvSpPr>
          <p:spPr>
            <a:xfrm>
              <a:off x="5127241" y="1968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2" name="pt11072"/>
            <p:cNvSpPr/>
            <p:nvPr/>
          </p:nvSpPr>
          <p:spPr>
            <a:xfrm>
              <a:off x="4933673" y="2017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3" name="pt11073"/>
            <p:cNvSpPr/>
            <p:nvPr/>
          </p:nvSpPr>
          <p:spPr>
            <a:xfrm>
              <a:off x="4989901" y="1808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4" name="pt11074"/>
            <p:cNvSpPr/>
            <p:nvPr/>
          </p:nvSpPr>
          <p:spPr>
            <a:xfrm>
              <a:off x="5040880" y="2702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5" name="pt11075"/>
            <p:cNvSpPr/>
            <p:nvPr/>
          </p:nvSpPr>
          <p:spPr>
            <a:xfrm>
              <a:off x="5537046" y="1918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6" name="pt11076"/>
            <p:cNvSpPr/>
            <p:nvPr/>
          </p:nvSpPr>
          <p:spPr>
            <a:xfrm>
              <a:off x="4800697" y="163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7" name="pt11077"/>
            <p:cNvSpPr/>
            <p:nvPr/>
          </p:nvSpPr>
          <p:spPr>
            <a:xfrm>
              <a:off x="5492156" y="1861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8" name="pt11078"/>
            <p:cNvSpPr/>
            <p:nvPr/>
          </p:nvSpPr>
          <p:spPr>
            <a:xfrm>
              <a:off x="5190013" y="2177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9" name="pt11079"/>
            <p:cNvSpPr/>
            <p:nvPr/>
          </p:nvSpPr>
          <p:spPr>
            <a:xfrm>
              <a:off x="5834944" y="1776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0" name="pt11080"/>
            <p:cNvSpPr/>
            <p:nvPr/>
          </p:nvSpPr>
          <p:spPr>
            <a:xfrm>
              <a:off x="5801715" y="2103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1" name="pt11081"/>
            <p:cNvSpPr/>
            <p:nvPr/>
          </p:nvSpPr>
          <p:spPr>
            <a:xfrm>
              <a:off x="4986232" y="1461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2" name="pt11082"/>
            <p:cNvSpPr/>
            <p:nvPr/>
          </p:nvSpPr>
          <p:spPr>
            <a:xfrm>
              <a:off x="5301799" y="2087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3" name="pt11083"/>
            <p:cNvSpPr/>
            <p:nvPr/>
          </p:nvSpPr>
          <p:spPr>
            <a:xfrm>
              <a:off x="5668377" y="198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4" name="pt11084"/>
            <p:cNvSpPr/>
            <p:nvPr/>
          </p:nvSpPr>
          <p:spPr>
            <a:xfrm>
              <a:off x="5445566" y="2212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5" name="pt11085"/>
            <p:cNvSpPr/>
            <p:nvPr/>
          </p:nvSpPr>
          <p:spPr>
            <a:xfrm>
              <a:off x="5492238" y="2040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6" name="pt11086"/>
            <p:cNvSpPr/>
            <p:nvPr/>
          </p:nvSpPr>
          <p:spPr>
            <a:xfrm>
              <a:off x="5382319" y="1987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7" name="pt11087"/>
            <p:cNvSpPr/>
            <p:nvPr/>
          </p:nvSpPr>
          <p:spPr>
            <a:xfrm>
              <a:off x="5245179" y="2137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8" name="pt11088"/>
            <p:cNvSpPr/>
            <p:nvPr/>
          </p:nvSpPr>
          <p:spPr>
            <a:xfrm>
              <a:off x="5294842" y="2179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9" name="pt11089"/>
            <p:cNvSpPr/>
            <p:nvPr/>
          </p:nvSpPr>
          <p:spPr>
            <a:xfrm>
              <a:off x="5053330" y="2791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0" name="pt11090"/>
            <p:cNvSpPr/>
            <p:nvPr/>
          </p:nvSpPr>
          <p:spPr>
            <a:xfrm>
              <a:off x="5135712" y="2178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1" name="pt11091"/>
            <p:cNvSpPr/>
            <p:nvPr/>
          </p:nvSpPr>
          <p:spPr>
            <a:xfrm>
              <a:off x="5511372" y="1886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2" name="pt11092"/>
            <p:cNvSpPr/>
            <p:nvPr/>
          </p:nvSpPr>
          <p:spPr>
            <a:xfrm>
              <a:off x="5386760" y="2052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3" name="pt11093"/>
            <p:cNvSpPr/>
            <p:nvPr/>
          </p:nvSpPr>
          <p:spPr>
            <a:xfrm>
              <a:off x="5342310" y="2214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4" name="pt11094"/>
            <p:cNvSpPr/>
            <p:nvPr/>
          </p:nvSpPr>
          <p:spPr>
            <a:xfrm>
              <a:off x="4899032" y="2451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5" name="pt11095"/>
            <p:cNvSpPr/>
            <p:nvPr/>
          </p:nvSpPr>
          <p:spPr>
            <a:xfrm>
              <a:off x="5431572" y="2198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6" name="pt11096"/>
            <p:cNvSpPr/>
            <p:nvPr/>
          </p:nvSpPr>
          <p:spPr>
            <a:xfrm>
              <a:off x="5491250" y="1984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7" name="pt11097"/>
            <p:cNvSpPr/>
            <p:nvPr/>
          </p:nvSpPr>
          <p:spPr>
            <a:xfrm>
              <a:off x="5629874" y="1928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8" name="pt11098"/>
            <p:cNvSpPr/>
            <p:nvPr/>
          </p:nvSpPr>
          <p:spPr>
            <a:xfrm>
              <a:off x="5513560" y="1924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9" name="pt11099"/>
            <p:cNvSpPr/>
            <p:nvPr/>
          </p:nvSpPr>
          <p:spPr>
            <a:xfrm>
              <a:off x="4886317" y="2869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0" name="pt11100"/>
            <p:cNvSpPr/>
            <p:nvPr/>
          </p:nvSpPr>
          <p:spPr>
            <a:xfrm>
              <a:off x="4848876" y="2288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1" name="pt11101"/>
            <p:cNvSpPr/>
            <p:nvPr/>
          </p:nvSpPr>
          <p:spPr>
            <a:xfrm>
              <a:off x="5426698" y="2228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2" name="pt11102"/>
            <p:cNvSpPr/>
            <p:nvPr/>
          </p:nvSpPr>
          <p:spPr>
            <a:xfrm>
              <a:off x="5453933" y="2207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3" name="pt11103"/>
            <p:cNvSpPr/>
            <p:nvPr/>
          </p:nvSpPr>
          <p:spPr>
            <a:xfrm>
              <a:off x="5488869" y="2053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4" name="pt11104"/>
            <p:cNvSpPr/>
            <p:nvPr/>
          </p:nvSpPr>
          <p:spPr>
            <a:xfrm>
              <a:off x="5395885" y="2146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5" name="pt11105"/>
            <p:cNvSpPr/>
            <p:nvPr/>
          </p:nvSpPr>
          <p:spPr>
            <a:xfrm>
              <a:off x="5290901" y="2194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6" name="pt11106"/>
            <p:cNvSpPr/>
            <p:nvPr/>
          </p:nvSpPr>
          <p:spPr>
            <a:xfrm>
              <a:off x="5310576" y="214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7" name="pt11107"/>
            <p:cNvSpPr/>
            <p:nvPr/>
          </p:nvSpPr>
          <p:spPr>
            <a:xfrm>
              <a:off x="4794966" y="252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8" name="pt11108"/>
            <p:cNvSpPr/>
            <p:nvPr/>
          </p:nvSpPr>
          <p:spPr>
            <a:xfrm>
              <a:off x="5293744" y="2131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9" name="pt11109"/>
            <p:cNvSpPr/>
            <p:nvPr/>
          </p:nvSpPr>
          <p:spPr>
            <a:xfrm>
              <a:off x="5672905" y="210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0" name="pt11110"/>
            <p:cNvSpPr/>
            <p:nvPr/>
          </p:nvSpPr>
          <p:spPr>
            <a:xfrm>
              <a:off x="5166382" y="2113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1" name="pt11111"/>
            <p:cNvSpPr/>
            <p:nvPr/>
          </p:nvSpPr>
          <p:spPr>
            <a:xfrm>
              <a:off x="5370631" y="1828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2" name="pt11112"/>
            <p:cNvSpPr/>
            <p:nvPr/>
          </p:nvSpPr>
          <p:spPr>
            <a:xfrm>
              <a:off x="5166687" y="2167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3" name="pt11113"/>
            <p:cNvSpPr/>
            <p:nvPr/>
          </p:nvSpPr>
          <p:spPr>
            <a:xfrm>
              <a:off x="5201587" y="209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4" name="pt11114"/>
            <p:cNvSpPr/>
            <p:nvPr/>
          </p:nvSpPr>
          <p:spPr>
            <a:xfrm>
              <a:off x="5348967" y="2141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5" name="pt11115"/>
            <p:cNvSpPr/>
            <p:nvPr/>
          </p:nvSpPr>
          <p:spPr>
            <a:xfrm>
              <a:off x="5086768" y="2169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6" name="pt11116"/>
            <p:cNvSpPr/>
            <p:nvPr/>
          </p:nvSpPr>
          <p:spPr>
            <a:xfrm>
              <a:off x="5393358" y="2242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7" name="pt11117"/>
            <p:cNvSpPr/>
            <p:nvPr/>
          </p:nvSpPr>
          <p:spPr>
            <a:xfrm>
              <a:off x="5870132" y="1548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8" name="pt11118"/>
            <p:cNvSpPr/>
            <p:nvPr/>
          </p:nvSpPr>
          <p:spPr>
            <a:xfrm>
              <a:off x="5458551" y="207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9" name="pt11119"/>
            <p:cNvSpPr/>
            <p:nvPr/>
          </p:nvSpPr>
          <p:spPr>
            <a:xfrm>
              <a:off x="4824721" y="1736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0" name="pt11120"/>
            <p:cNvSpPr/>
            <p:nvPr/>
          </p:nvSpPr>
          <p:spPr>
            <a:xfrm>
              <a:off x="5746215" y="1873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1" name="pt11121"/>
            <p:cNvSpPr/>
            <p:nvPr/>
          </p:nvSpPr>
          <p:spPr>
            <a:xfrm>
              <a:off x="5487619" y="1969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2" name="pt11122"/>
            <p:cNvSpPr/>
            <p:nvPr/>
          </p:nvSpPr>
          <p:spPr>
            <a:xfrm>
              <a:off x="5331285" y="2158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3" name="pt11123"/>
            <p:cNvSpPr/>
            <p:nvPr/>
          </p:nvSpPr>
          <p:spPr>
            <a:xfrm>
              <a:off x="5416510" y="2221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4" name="pt11124"/>
            <p:cNvSpPr/>
            <p:nvPr/>
          </p:nvSpPr>
          <p:spPr>
            <a:xfrm>
              <a:off x="5213170" y="2096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5" name="pt11125"/>
            <p:cNvSpPr/>
            <p:nvPr/>
          </p:nvSpPr>
          <p:spPr>
            <a:xfrm>
              <a:off x="4947826" y="2430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6" name="pt11126"/>
            <p:cNvSpPr/>
            <p:nvPr/>
          </p:nvSpPr>
          <p:spPr>
            <a:xfrm>
              <a:off x="4982754" y="1839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7" name="pt11127"/>
            <p:cNvSpPr/>
            <p:nvPr/>
          </p:nvSpPr>
          <p:spPr>
            <a:xfrm>
              <a:off x="5454105" y="2166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8" name="pt11128"/>
            <p:cNvSpPr/>
            <p:nvPr/>
          </p:nvSpPr>
          <p:spPr>
            <a:xfrm>
              <a:off x="5118558" y="2158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9" name="pt11129"/>
            <p:cNvSpPr/>
            <p:nvPr/>
          </p:nvSpPr>
          <p:spPr>
            <a:xfrm>
              <a:off x="5059971" y="2458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0" name="pt11130"/>
            <p:cNvSpPr/>
            <p:nvPr/>
          </p:nvSpPr>
          <p:spPr>
            <a:xfrm>
              <a:off x="5449187" y="2295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1" name="pt11131"/>
            <p:cNvSpPr/>
            <p:nvPr/>
          </p:nvSpPr>
          <p:spPr>
            <a:xfrm>
              <a:off x="5289703" y="2215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2" name="pt11132"/>
            <p:cNvSpPr/>
            <p:nvPr/>
          </p:nvSpPr>
          <p:spPr>
            <a:xfrm>
              <a:off x="4963664" y="2609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3" name="pt11133"/>
            <p:cNvSpPr/>
            <p:nvPr/>
          </p:nvSpPr>
          <p:spPr>
            <a:xfrm>
              <a:off x="5490472" y="2011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4" name="pt11134"/>
            <p:cNvSpPr/>
            <p:nvPr/>
          </p:nvSpPr>
          <p:spPr>
            <a:xfrm>
              <a:off x="5115877" y="2147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5" name="pt11135"/>
            <p:cNvSpPr/>
            <p:nvPr/>
          </p:nvSpPr>
          <p:spPr>
            <a:xfrm>
              <a:off x="5532935" y="2076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6" name="pt11136"/>
            <p:cNvSpPr/>
            <p:nvPr/>
          </p:nvSpPr>
          <p:spPr>
            <a:xfrm>
              <a:off x="5403253" y="2247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7" name="pt11137"/>
            <p:cNvSpPr/>
            <p:nvPr/>
          </p:nvSpPr>
          <p:spPr>
            <a:xfrm>
              <a:off x="5406731" y="2166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8" name="pt11138"/>
            <p:cNvSpPr/>
            <p:nvPr/>
          </p:nvSpPr>
          <p:spPr>
            <a:xfrm>
              <a:off x="5594579" y="1934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9" name="pt11139"/>
            <p:cNvSpPr/>
            <p:nvPr/>
          </p:nvSpPr>
          <p:spPr>
            <a:xfrm>
              <a:off x="5183442" y="2051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0" name="pt11140"/>
            <p:cNvSpPr/>
            <p:nvPr/>
          </p:nvSpPr>
          <p:spPr>
            <a:xfrm>
              <a:off x="5350201" y="2074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1" name="pt11141"/>
            <p:cNvSpPr/>
            <p:nvPr/>
          </p:nvSpPr>
          <p:spPr>
            <a:xfrm>
              <a:off x="5148198" y="2133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2" name="pt11142"/>
            <p:cNvSpPr/>
            <p:nvPr/>
          </p:nvSpPr>
          <p:spPr>
            <a:xfrm>
              <a:off x="5410530" y="228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3" name="pt11143"/>
            <p:cNvSpPr/>
            <p:nvPr/>
          </p:nvSpPr>
          <p:spPr>
            <a:xfrm>
              <a:off x="5235060" y="2185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4" name="pt11144"/>
            <p:cNvSpPr/>
            <p:nvPr/>
          </p:nvSpPr>
          <p:spPr>
            <a:xfrm>
              <a:off x="5570703" y="1989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5" name="pt11145"/>
            <p:cNvSpPr/>
            <p:nvPr/>
          </p:nvSpPr>
          <p:spPr>
            <a:xfrm>
              <a:off x="5361086" y="2039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6" name="pt11146"/>
            <p:cNvSpPr/>
            <p:nvPr/>
          </p:nvSpPr>
          <p:spPr>
            <a:xfrm>
              <a:off x="5349153" y="2163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7" name="pt11147"/>
            <p:cNvSpPr/>
            <p:nvPr/>
          </p:nvSpPr>
          <p:spPr>
            <a:xfrm>
              <a:off x="4920990" y="2202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8" name="pt11148"/>
            <p:cNvSpPr/>
            <p:nvPr/>
          </p:nvSpPr>
          <p:spPr>
            <a:xfrm>
              <a:off x="5648496" y="1789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9" name="pt11149"/>
            <p:cNvSpPr/>
            <p:nvPr/>
          </p:nvSpPr>
          <p:spPr>
            <a:xfrm>
              <a:off x="5758340" y="1819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0" name="pt11150"/>
            <p:cNvSpPr/>
            <p:nvPr/>
          </p:nvSpPr>
          <p:spPr>
            <a:xfrm>
              <a:off x="5370531" y="2018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1" name="pt11151"/>
            <p:cNvSpPr/>
            <p:nvPr/>
          </p:nvSpPr>
          <p:spPr>
            <a:xfrm>
              <a:off x="5381418" y="204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2" name="pt11152"/>
            <p:cNvSpPr/>
            <p:nvPr/>
          </p:nvSpPr>
          <p:spPr>
            <a:xfrm>
              <a:off x="5715458" y="1871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3" name="pt11153"/>
            <p:cNvSpPr/>
            <p:nvPr/>
          </p:nvSpPr>
          <p:spPr>
            <a:xfrm>
              <a:off x="5015596" y="2514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4" name="pt11154"/>
            <p:cNvSpPr/>
            <p:nvPr/>
          </p:nvSpPr>
          <p:spPr>
            <a:xfrm>
              <a:off x="5484586" y="2211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5" name="pt11155"/>
            <p:cNvSpPr/>
            <p:nvPr/>
          </p:nvSpPr>
          <p:spPr>
            <a:xfrm>
              <a:off x="5326592" y="2130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6" name="pt11156"/>
            <p:cNvSpPr/>
            <p:nvPr/>
          </p:nvSpPr>
          <p:spPr>
            <a:xfrm>
              <a:off x="5454983" y="2243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7" name="pt11157"/>
            <p:cNvSpPr/>
            <p:nvPr/>
          </p:nvSpPr>
          <p:spPr>
            <a:xfrm>
              <a:off x="4724516" y="2584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8" name="pt11158"/>
            <p:cNvSpPr/>
            <p:nvPr/>
          </p:nvSpPr>
          <p:spPr>
            <a:xfrm>
              <a:off x="5254539" y="2168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9" name="pt11159"/>
            <p:cNvSpPr/>
            <p:nvPr/>
          </p:nvSpPr>
          <p:spPr>
            <a:xfrm>
              <a:off x="5524288" y="1887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0" name="pt11160"/>
            <p:cNvSpPr/>
            <p:nvPr/>
          </p:nvSpPr>
          <p:spPr>
            <a:xfrm>
              <a:off x="5315757" y="2214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1" name="pt11161"/>
            <p:cNvSpPr/>
            <p:nvPr/>
          </p:nvSpPr>
          <p:spPr>
            <a:xfrm>
              <a:off x="5372229" y="1985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2" name="pt11162"/>
            <p:cNvSpPr/>
            <p:nvPr/>
          </p:nvSpPr>
          <p:spPr>
            <a:xfrm>
              <a:off x="5623296" y="1805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3" name="pt11163"/>
            <p:cNvSpPr/>
            <p:nvPr/>
          </p:nvSpPr>
          <p:spPr>
            <a:xfrm>
              <a:off x="5071180" y="2339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4" name="pt11164"/>
            <p:cNvSpPr/>
            <p:nvPr/>
          </p:nvSpPr>
          <p:spPr>
            <a:xfrm>
              <a:off x="5115964" y="2271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5" name="pt11165"/>
            <p:cNvSpPr/>
            <p:nvPr/>
          </p:nvSpPr>
          <p:spPr>
            <a:xfrm>
              <a:off x="5328602" y="2079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6" name="pt11166"/>
            <p:cNvSpPr/>
            <p:nvPr/>
          </p:nvSpPr>
          <p:spPr>
            <a:xfrm>
              <a:off x="5110312" y="2224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7" name="pt11167"/>
            <p:cNvSpPr/>
            <p:nvPr/>
          </p:nvSpPr>
          <p:spPr>
            <a:xfrm>
              <a:off x="5484480" y="2237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8" name="pt11168"/>
            <p:cNvSpPr/>
            <p:nvPr/>
          </p:nvSpPr>
          <p:spPr>
            <a:xfrm>
              <a:off x="5293006" y="2119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9" name="pt11169"/>
            <p:cNvSpPr/>
            <p:nvPr/>
          </p:nvSpPr>
          <p:spPr>
            <a:xfrm>
              <a:off x="5437410" y="2131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0" name="pt11170"/>
            <p:cNvSpPr/>
            <p:nvPr/>
          </p:nvSpPr>
          <p:spPr>
            <a:xfrm>
              <a:off x="5204296" y="2164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1" name="pt11171"/>
            <p:cNvSpPr/>
            <p:nvPr/>
          </p:nvSpPr>
          <p:spPr>
            <a:xfrm>
              <a:off x="5602587" y="1903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2" name="pt11172"/>
            <p:cNvSpPr/>
            <p:nvPr/>
          </p:nvSpPr>
          <p:spPr>
            <a:xfrm>
              <a:off x="5347567" y="2155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3" name="pt11173"/>
            <p:cNvSpPr/>
            <p:nvPr/>
          </p:nvSpPr>
          <p:spPr>
            <a:xfrm>
              <a:off x="5421413" y="2048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4" name="pt11174"/>
            <p:cNvSpPr/>
            <p:nvPr/>
          </p:nvSpPr>
          <p:spPr>
            <a:xfrm>
              <a:off x="5315028" y="2168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5" name="pt11175"/>
            <p:cNvSpPr/>
            <p:nvPr/>
          </p:nvSpPr>
          <p:spPr>
            <a:xfrm>
              <a:off x="5669682" y="1974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6" name="pt11176"/>
            <p:cNvSpPr/>
            <p:nvPr/>
          </p:nvSpPr>
          <p:spPr>
            <a:xfrm>
              <a:off x="5530178" y="2118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7" name="pt11177"/>
            <p:cNvSpPr/>
            <p:nvPr/>
          </p:nvSpPr>
          <p:spPr>
            <a:xfrm>
              <a:off x="5622201" y="1762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8" name="pt11178"/>
            <p:cNvSpPr/>
            <p:nvPr/>
          </p:nvSpPr>
          <p:spPr>
            <a:xfrm>
              <a:off x="5167959" y="2220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9" name="pt11179"/>
            <p:cNvSpPr/>
            <p:nvPr/>
          </p:nvSpPr>
          <p:spPr>
            <a:xfrm>
              <a:off x="5207919" y="2244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0" name="pt11180"/>
            <p:cNvSpPr/>
            <p:nvPr/>
          </p:nvSpPr>
          <p:spPr>
            <a:xfrm>
              <a:off x="5505967" y="1980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1" name="pt11181"/>
            <p:cNvSpPr/>
            <p:nvPr/>
          </p:nvSpPr>
          <p:spPr>
            <a:xfrm>
              <a:off x="4901900" y="2442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2" name="pt11182"/>
            <p:cNvSpPr/>
            <p:nvPr/>
          </p:nvSpPr>
          <p:spPr>
            <a:xfrm>
              <a:off x="5122621" y="2097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3" name="pt11183"/>
            <p:cNvSpPr/>
            <p:nvPr/>
          </p:nvSpPr>
          <p:spPr>
            <a:xfrm>
              <a:off x="5408704" y="2204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4" name="pt11184"/>
            <p:cNvSpPr/>
            <p:nvPr/>
          </p:nvSpPr>
          <p:spPr>
            <a:xfrm>
              <a:off x="5245409" y="2002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5" name="pt11185"/>
            <p:cNvSpPr/>
            <p:nvPr/>
          </p:nvSpPr>
          <p:spPr>
            <a:xfrm>
              <a:off x="5177105" y="2149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6" name="pt11186"/>
            <p:cNvSpPr/>
            <p:nvPr/>
          </p:nvSpPr>
          <p:spPr>
            <a:xfrm>
              <a:off x="5057856" y="2481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7" name="pt11187"/>
            <p:cNvSpPr/>
            <p:nvPr/>
          </p:nvSpPr>
          <p:spPr>
            <a:xfrm>
              <a:off x="5427672" y="2126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8" name="pt11188"/>
            <p:cNvSpPr/>
            <p:nvPr/>
          </p:nvSpPr>
          <p:spPr>
            <a:xfrm>
              <a:off x="4924166" y="2283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9" name="pt11189"/>
            <p:cNvSpPr/>
            <p:nvPr/>
          </p:nvSpPr>
          <p:spPr>
            <a:xfrm>
              <a:off x="5460144" y="2135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0" name="pt11190"/>
            <p:cNvSpPr/>
            <p:nvPr/>
          </p:nvSpPr>
          <p:spPr>
            <a:xfrm>
              <a:off x="5487839" y="1912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1" name="pt11191"/>
            <p:cNvSpPr/>
            <p:nvPr/>
          </p:nvSpPr>
          <p:spPr>
            <a:xfrm>
              <a:off x="5391146" y="2315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2" name="pt11192"/>
            <p:cNvSpPr/>
            <p:nvPr/>
          </p:nvSpPr>
          <p:spPr>
            <a:xfrm>
              <a:off x="5552566" y="2073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3" name="pt11193"/>
            <p:cNvSpPr/>
            <p:nvPr/>
          </p:nvSpPr>
          <p:spPr>
            <a:xfrm>
              <a:off x="5304784" y="2237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4" name="pt11194"/>
            <p:cNvSpPr/>
            <p:nvPr/>
          </p:nvSpPr>
          <p:spPr>
            <a:xfrm>
              <a:off x="5338105" y="2177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5" name="pt11195"/>
            <p:cNvSpPr/>
            <p:nvPr/>
          </p:nvSpPr>
          <p:spPr>
            <a:xfrm>
              <a:off x="5485070" y="1895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6" name="pt11196"/>
            <p:cNvSpPr/>
            <p:nvPr/>
          </p:nvSpPr>
          <p:spPr>
            <a:xfrm>
              <a:off x="5484370" y="2244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7" name="pt11197"/>
            <p:cNvSpPr/>
            <p:nvPr/>
          </p:nvSpPr>
          <p:spPr>
            <a:xfrm>
              <a:off x="5405107" y="2223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8" name="pt11198"/>
            <p:cNvSpPr/>
            <p:nvPr/>
          </p:nvSpPr>
          <p:spPr>
            <a:xfrm>
              <a:off x="4597429" y="2642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9" name="pt11199"/>
            <p:cNvSpPr/>
            <p:nvPr/>
          </p:nvSpPr>
          <p:spPr>
            <a:xfrm>
              <a:off x="5185349" y="2107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0" name="pt11200"/>
            <p:cNvSpPr/>
            <p:nvPr/>
          </p:nvSpPr>
          <p:spPr>
            <a:xfrm>
              <a:off x="5350569" y="2082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1" name="pt11201"/>
            <p:cNvSpPr/>
            <p:nvPr/>
          </p:nvSpPr>
          <p:spPr>
            <a:xfrm>
              <a:off x="5150565" y="2165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2" name="pt11202"/>
            <p:cNvSpPr/>
            <p:nvPr/>
          </p:nvSpPr>
          <p:spPr>
            <a:xfrm>
              <a:off x="5219950" y="2163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3" name="pt11203"/>
            <p:cNvSpPr/>
            <p:nvPr/>
          </p:nvSpPr>
          <p:spPr>
            <a:xfrm>
              <a:off x="5343045" y="2223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4" name="pt11204"/>
            <p:cNvSpPr/>
            <p:nvPr/>
          </p:nvSpPr>
          <p:spPr>
            <a:xfrm>
              <a:off x="5505877" y="1934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5" name="pt11205"/>
            <p:cNvSpPr/>
            <p:nvPr/>
          </p:nvSpPr>
          <p:spPr>
            <a:xfrm>
              <a:off x="5205359" y="1940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6" name="pt11206"/>
            <p:cNvSpPr/>
            <p:nvPr/>
          </p:nvSpPr>
          <p:spPr>
            <a:xfrm>
              <a:off x="5600481" y="1841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7" name="pt11207"/>
            <p:cNvSpPr/>
            <p:nvPr/>
          </p:nvSpPr>
          <p:spPr>
            <a:xfrm>
              <a:off x="4977307" y="2370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8" name="pt11208"/>
            <p:cNvSpPr/>
            <p:nvPr/>
          </p:nvSpPr>
          <p:spPr>
            <a:xfrm>
              <a:off x="5233070" y="2156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9" name="pt11209"/>
            <p:cNvSpPr/>
            <p:nvPr/>
          </p:nvSpPr>
          <p:spPr>
            <a:xfrm>
              <a:off x="5495216" y="2082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0" name="pt11210"/>
            <p:cNvSpPr/>
            <p:nvPr/>
          </p:nvSpPr>
          <p:spPr>
            <a:xfrm>
              <a:off x="5109070" y="2247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1" name="pt11211"/>
            <p:cNvSpPr/>
            <p:nvPr/>
          </p:nvSpPr>
          <p:spPr>
            <a:xfrm>
              <a:off x="5340887" y="2191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2" name="pt11212"/>
            <p:cNvSpPr/>
            <p:nvPr/>
          </p:nvSpPr>
          <p:spPr>
            <a:xfrm>
              <a:off x="5206892" y="2195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3" name="pt11213"/>
            <p:cNvSpPr/>
            <p:nvPr/>
          </p:nvSpPr>
          <p:spPr>
            <a:xfrm>
              <a:off x="5033791" y="2694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4" name="pt11214"/>
            <p:cNvSpPr/>
            <p:nvPr/>
          </p:nvSpPr>
          <p:spPr>
            <a:xfrm>
              <a:off x="5005159" y="2575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5" name="pt11215"/>
            <p:cNvSpPr/>
            <p:nvPr/>
          </p:nvSpPr>
          <p:spPr>
            <a:xfrm>
              <a:off x="4731156" y="2171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6" name="pt11216"/>
            <p:cNvSpPr/>
            <p:nvPr/>
          </p:nvSpPr>
          <p:spPr>
            <a:xfrm>
              <a:off x="5392029" y="216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7" name="pt11217"/>
            <p:cNvSpPr/>
            <p:nvPr/>
          </p:nvSpPr>
          <p:spPr>
            <a:xfrm>
              <a:off x="5523638" y="1878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8" name="pt11218"/>
            <p:cNvSpPr/>
            <p:nvPr/>
          </p:nvSpPr>
          <p:spPr>
            <a:xfrm>
              <a:off x="5154991" y="2115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9" name="pt11219"/>
            <p:cNvSpPr/>
            <p:nvPr/>
          </p:nvSpPr>
          <p:spPr>
            <a:xfrm>
              <a:off x="5089302" y="2392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0" name="pt11220"/>
            <p:cNvSpPr/>
            <p:nvPr/>
          </p:nvSpPr>
          <p:spPr>
            <a:xfrm>
              <a:off x="4980603" y="2139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1" name="pt11221"/>
            <p:cNvSpPr/>
            <p:nvPr/>
          </p:nvSpPr>
          <p:spPr>
            <a:xfrm>
              <a:off x="5170680" y="2230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2" name="pt11222"/>
            <p:cNvSpPr/>
            <p:nvPr/>
          </p:nvSpPr>
          <p:spPr>
            <a:xfrm>
              <a:off x="5423695" y="2123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3" name="pt11223"/>
            <p:cNvSpPr/>
            <p:nvPr/>
          </p:nvSpPr>
          <p:spPr>
            <a:xfrm>
              <a:off x="5555824" y="2043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4" name="pt11224"/>
            <p:cNvSpPr/>
            <p:nvPr/>
          </p:nvSpPr>
          <p:spPr>
            <a:xfrm>
              <a:off x="5167333" y="2169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5" name="pt11225"/>
            <p:cNvSpPr/>
            <p:nvPr/>
          </p:nvSpPr>
          <p:spPr>
            <a:xfrm>
              <a:off x="5095201" y="2178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6" name="pt11226"/>
            <p:cNvSpPr/>
            <p:nvPr/>
          </p:nvSpPr>
          <p:spPr>
            <a:xfrm>
              <a:off x="5177584" y="2089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7" name="pt11227"/>
            <p:cNvSpPr/>
            <p:nvPr/>
          </p:nvSpPr>
          <p:spPr>
            <a:xfrm>
              <a:off x="5515737" y="1878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8" name="pt11228"/>
            <p:cNvSpPr/>
            <p:nvPr/>
          </p:nvSpPr>
          <p:spPr>
            <a:xfrm>
              <a:off x="5185836" y="2194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9" name="pt11229"/>
            <p:cNvSpPr/>
            <p:nvPr/>
          </p:nvSpPr>
          <p:spPr>
            <a:xfrm>
              <a:off x="5003189" y="2391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0" name="pt11230"/>
            <p:cNvSpPr/>
            <p:nvPr/>
          </p:nvSpPr>
          <p:spPr>
            <a:xfrm>
              <a:off x="5683044" y="1951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1" name="pt11231"/>
            <p:cNvSpPr/>
            <p:nvPr/>
          </p:nvSpPr>
          <p:spPr>
            <a:xfrm>
              <a:off x="5129834" y="1985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2" name="pt11232"/>
            <p:cNvSpPr/>
            <p:nvPr/>
          </p:nvSpPr>
          <p:spPr>
            <a:xfrm>
              <a:off x="5486191" y="2104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3" name="pt11233"/>
            <p:cNvSpPr/>
            <p:nvPr/>
          </p:nvSpPr>
          <p:spPr>
            <a:xfrm>
              <a:off x="5131911" y="1878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4" name="pt11234"/>
            <p:cNvSpPr/>
            <p:nvPr/>
          </p:nvSpPr>
          <p:spPr>
            <a:xfrm>
              <a:off x="5195225" y="1926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5" name="pt11235"/>
            <p:cNvSpPr/>
            <p:nvPr/>
          </p:nvSpPr>
          <p:spPr>
            <a:xfrm>
              <a:off x="5685618" y="1929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6" name="pt11236"/>
            <p:cNvSpPr/>
            <p:nvPr/>
          </p:nvSpPr>
          <p:spPr>
            <a:xfrm>
              <a:off x="5555475" y="2046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7" name="pt11237"/>
            <p:cNvSpPr/>
            <p:nvPr/>
          </p:nvSpPr>
          <p:spPr>
            <a:xfrm>
              <a:off x="5359067" y="2075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8" name="pt11238"/>
            <p:cNvSpPr/>
            <p:nvPr/>
          </p:nvSpPr>
          <p:spPr>
            <a:xfrm>
              <a:off x="5403633" y="2200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9" name="pt11239"/>
            <p:cNvSpPr/>
            <p:nvPr/>
          </p:nvSpPr>
          <p:spPr>
            <a:xfrm>
              <a:off x="5206598" y="2149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0" name="pt11240"/>
            <p:cNvSpPr/>
            <p:nvPr/>
          </p:nvSpPr>
          <p:spPr>
            <a:xfrm>
              <a:off x="5071681" y="2222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1" name="pt11241"/>
            <p:cNvSpPr/>
            <p:nvPr/>
          </p:nvSpPr>
          <p:spPr>
            <a:xfrm>
              <a:off x="5164731" y="2154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2" name="pt11242"/>
            <p:cNvSpPr/>
            <p:nvPr/>
          </p:nvSpPr>
          <p:spPr>
            <a:xfrm>
              <a:off x="5716615" y="1572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3" name="pt11243"/>
            <p:cNvSpPr/>
            <p:nvPr/>
          </p:nvSpPr>
          <p:spPr>
            <a:xfrm>
              <a:off x="5456189" y="2172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4" name="pt11244"/>
            <p:cNvSpPr/>
            <p:nvPr/>
          </p:nvSpPr>
          <p:spPr>
            <a:xfrm>
              <a:off x="5064110" y="2553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5" name="pt11245"/>
            <p:cNvSpPr/>
            <p:nvPr/>
          </p:nvSpPr>
          <p:spPr>
            <a:xfrm>
              <a:off x="5925270" y="2086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6" name="pt11246"/>
            <p:cNvSpPr/>
            <p:nvPr/>
          </p:nvSpPr>
          <p:spPr>
            <a:xfrm>
              <a:off x="5254071" y="2260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7" name="pt11247"/>
            <p:cNvSpPr/>
            <p:nvPr/>
          </p:nvSpPr>
          <p:spPr>
            <a:xfrm>
              <a:off x="5800611" y="1744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8" name="pt11248"/>
            <p:cNvSpPr/>
            <p:nvPr/>
          </p:nvSpPr>
          <p:spPr>
            <a:xfrm>
              <a:off x="5493512" y="1845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9" name="pt11249"/>
            <p:cNvSpPr/>
            <p:nvPr/>
          </p:nvSpPr>
          <p:spPr>
            <a:xfrm>
              <a:off x="5074640" y="2286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0" name="pt11250"/>
            <p:cNvSpPr/>
            <p:nvPr/>
          </p:nvSpPr>
          <p:spPr>
            <a:xfrm>
              <a:off x="5032319" y="2580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1" name="pt11251"/>
            <p:cNvSpPr/>
            <p:nvPr/>
          </p:nvSpPr>
          <p:spPr>
            <a:xfrm>
              <a:off x="5374476" y="2056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2" name="pt11252"/>
            <p:cNvSpPr/>
            <p:nvPr/>
          </p:nvSpPr>
          <p:spPr>
            <a:xfrm>
              <a:off x="5357722" y="2028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3" name="pt11253"/>
            <p:cNvSpPr/>
            <p:nvPr/>
          </p:nvSpPr>
          <p:spPr>
            <a:xfrm>
              <a:off x="5448447" y="2294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4" name="pt11254"/>
            <p:cNvSpPr/>
            <p:nvPr/>
          </p:nvSpPr>
          <p:spPr>
            <a:xfrm>
              <a:off x="5534529" y="2115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5" name="pt11255"/>
            <p:cNvSpPr/>
            <p:nvPr/>
          </p:nvSpPr>
          <p:spPr>
            <a:xfrm>
              <a:off x="5431370" y="2005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6" name="pt11256"/>
            <p:cNvSpPr/>
            <p:nvPr/>
          </p:nvSpPr>
          <p:spPr>
            <a:xfrm>
              <a:off x="5301859" y="2192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7" name="pt11257"/>
            <p:cNvSpPr/>
            <p:nvPr/>
          </p:nvSpPr>
          <p:spPr>
            <a:xfrm>
              <a:off x="4867067" y="2880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8" name="pt11258"/>
            <p:cNvSpPr/>
            <p:nvPr/>
          </p:nvSpPr>
          <p:spPr>
            <a:xfrm>
              <a:off x="4703336" y="2599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9" name="pt11259"/>
            <p:cNvSpPr/>
            <p:nvPr/>
          </p:nvSpPr>
          <p:spPr>
            <a:xfrm>
              <a:off x="5329819" y="2133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0" name="pt11260"/>
            <p:cNvSpPr/>
            <p:nvPr/>
          </p:nvSpPr>
          <p:spPr>
            <a:xfrm>
              <a:off x="5226266" y="2132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1" name="pt11261"/>
            <p:cNvSpPr/>
            <p:nvPr/>
          </p:nvSpPr>
          <p:spPr>
            <a:xfrm>
              <a:off x="5164461" y="2185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2" name="pt11262"/>
            <p:cNvSpPr/>
            <p:nvPr/>
          </p:nvSpPr>
          <p:spPr>
            <a:xfrm>
              <a:off x="5729306" y="2022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3" name="pt11263"/>
            <p:cNvSpPr/>
            <p:nvPr/>
          </p:nvSpPr>
          <p:spPr>
            <a:xfrm>
              <a:off x="5309906" y="1885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4" name="pt11264"/>
            <p:cNvSpPr/>
            <p:nvPr/>
          </p:nvSpPr>
          <p:spPr>
            <a:xfrm>
              <a:off x="5815305" y="1763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5" name="pt11265"/>
            <p:cNvSpPr/>
            <p:nvPr/>
          </p:nvSpPr>
          <p:spPr>
            <a:xfrm>
              <a:off x="4994687" y="2227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6" name="pt11266"/>
            <p:cNvSpPr/>
            <p:nvPr/>
          </p:nvSpPr>
          <p:spPr>
            <a:xfrm>
              <a:off x="4894945" y="2596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7" name="pt11267"/>
            <p:cNvSpPr/>
            <p:nvPr/>
          </p:nvSpPr>
          <p:spPr>
            <a:xfrm>
              <a:off x="5364075" y="1939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8" name="pt11268"/>
            <p:cNvSpPr/>
            <p:nvPr/>
          </p:nvSpPr>
          <p:spPr>
            <a:xfrm>
              <a:off x="5327321" y="2166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9" name="pt11269"/>
            <p:cNvSpPr/>
            <p:nvPr/>
          </p:nvSpPr>
          <p:spPr>
            <a:xfrm>
              <a:off x="5051326" y="2665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0" name="pt11270"/>
            <p:cNvSpPr/>
            <p:nvPr/>
          </p:nvSpPr>
          <p:spPr>
            <a:xfrm>
              <a:off x="5381677" y="2096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1" name="pt11271"/>
            <p:cNvSpPr/>
            <p:nvPr/>
          </p:nvSpPr>
          <p:spPr>
            <a:xfrm>
              <a:off x="5645382" y="1916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2" name="pt11272"/>
            <p:cNvSpPr/>
            <p:nvPr/>
          </p:nvSpPr>
          <p:spPr>
            <a:xfrm>
              <a:off x="5562265" y="183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3" name="pt11273"/>
            <p:cNvSpPr/>
            <p:nvPr/>
          </p:nvSpPr>
          <p:spPr>
            <a:xfrm>
              <a:off x="5436765" y="2076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4" name="pt11274"/>
            <p:cNvSpPr/>
            <p:nvPr/>
          </p:nvSpPr>
          <p:spPr>
            <a:xfrm>
              <a:off x="5464043" y="2187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5" name="pt11275"/>
            <p:cNvSpPr/>
            <p:nvPr/>
          </p:nvSpPr>
          <p:spPr>
            <a:xfrm>
              <a:off x="5125662" y="1915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6" name="pt11276"/>
            <p:cNvSpPr/>
            <p:nvPr/>
          </p:nvSpPr>
          <p:spPr>
            <a:xfrm>
              <a:off x="5082624" y="2355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7" name="pt11277"/>
            <p:cNvSpPr/>
            <p:nvPr/>
          </p:nvSpPr>
          <p:spPr>
            <a:xfrm>
              <a:off x="5178629" y="2163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8" name="pt11278"/>
            <p:cNvSpPr/>
            <p:nvPr/>
          </p:nvSpPr>
          <p:spPr>
            <a:xfrm>
              <a:off x="5736143" y="1886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9" name="pt11279"/>
            <p:cNvSpPr/>
            <p:nvPr/>
          </p:nvSpPr>
          <p:spPr>
            <a:xfrm>
              <a:off x="5257705" y="2176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0" name="pt11280"/>
            <p:cNvSpPr/>
            <p:nvPr/>
          </p:nvSpPr>
          <p:spPr>
            <a:xfrm>
              <a:off x="5497689" y="1962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1" name="pt11281"/>
            <p:cNvSpPr/>
            <p:nvPr/>
          </p:nvSpPr>
          <p:spPr>
            <a:xfrm>
              <a:off x="4809610" y="1755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2" name="pt11282"/>
            <p:cNvSpPr/>
            <p:nvPr/>
          </p:nvSpPr>
          <p:spPr>
            <a:xfrm>
              <a:off x="5110554" y="2113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3" name="pt11283"/>
            <p:cNvSpPr/>
            <p:nvPr/>
          </p:nvSpPr>
          <p:spPr>
            <a:xfrm>
              <a:off x="5258907" y="2198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4" name="pt11284"/>
            <p:cNvSpPr/>
            <p:nvPr/>
          </p:nvSpPr>
          <p:spPr>
            <a:xfrm>
              <a:off x="5407788" y="2144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5" name="pt11285"/>
            <p:cNvSpPr/>
            <p:nvPr/>
          </p:nvSpPr>
          <p:spPr>
            <a:xfrm>
              <a:off x="5466308" y="2321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6" name="pt11286"/>
            <p:cNvSpPr/>
            <p:nvPr/>
          </p:nvSpPr>
          <p:spPr>
            <a:xfrm>
              <a:off x="5305181" y="2115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7" name="pt11287"/>
            <p:cNvSpPr/>
            <p:nvPr/>
          </p:nvSpPr>
          <p:spPr>
            <a:xfrm>
              <a:off x="4827611" y="1957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8" name="pt11288"/>
            <p:cNvSpPr/>
            <p:nvPr/>
          </p:nvSpPr>
          <p:spPr>
            <a:xfrm>
              <a:off x="5510573" y="1866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9" name="pt11289"/>
            <p:cNvSpPr/>
            <p:nvPr/>
          </p:nvSpPr>
          <p:spPr>
            <a:xfrm>
              <a:off x="5546525" y="1996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0" name="pt11290"/>
            <p:cNvSpPr/>
            <p:nvPr/>
          </p:nvSpPr>
          <p:spPr>
            <a:xfrm>
              <a:off x="5242943" y="2142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1" name="pt11291"/>
            <p:cNvSpPr/>
            <p:nvPr/>
          </p:nvSpPr>
          <p:spPr>
            <a:xfrm>
              <a:off x="4839647" y="2015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2" name="pt11292"/>
            <p:cNvSpPr/>
            <p:nvPr/>
          </p:nvSpPr>
          <p:spPr>
            <a:xfrm>
              <a:off x="5414833" y="2105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3" name="pt11293"/>
            <p:cNvSpPr/>
            <p:nvPr/>
          </p:nvSpPr>
          <p:spPr>
            <a:xfrm>
              <a:off x="4833866" y="180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4" name="pt11294"/>
            <p:cNvSpPr/>
            <p:nvPr/>
          </p:nvSpPr>
          <p:spPr>
            <a:xfrm>
              <a:off x="5505298" y="199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5" name="pt11295"/>
            <p:cNvSpPr/>
            <p:nvPr/>
          </p:nvSpPr>
          <p:spPr>
            <a:xfrm>
              <a:off x="5347790" y="2116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6" name="pt11296"/>
            <p:cNvSpPr/>
            <p:nvPr/>
          </p:nvSpPr>
          <p:spPr>
            <a:xfrm>
              <a:off x="5605238" y="2013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7" name="pt11297"/>
            <p:cNvSpPr/>
            <p:nvPr/>
          </p:nvSpPr>
          <p:spPr>
            <a:xfrm>
              <a:off x="4996095" y="2482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8" name="pt11298"/>
            <p:cNvSpPr/>
            <p:nvPr/>
          </p:nvSpPr>
          <p:spPr>
            <a:xfrm>
              <a:off x="5596370" y="1882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9" name="pt11299"/>
            <p:cNvSpPr/>
            <p:nvPr/>
          </p:nvSpPr>
          <p:spPr>
            <a:xfrm>
              <a:off x="5075611" y="2268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0" name="pt11300"/>
            <p:cNvSpPr/>
            <p:nvPr/>
          </p:nvSpPr>
          <p:spPr>
            <a:xfrm>
              <a:off x="5228656" y="2167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1" name="pt11301"/>
            <p:cNvSpPr/>
            <p:nvPr/>
          </p:nvSpPr>
          <p:spPr>
            <a:xfrm>
              <a:off x="5249708" y="218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2" name="pt11302"/>
            <p:cNvSpPr/>
            <p:nvPr/>
          </p:nvSpPr>
          <p:spPr>
            <a:xfrm>
              <a:off x="5796140" y="2031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3" name="pt11303"/>
            <p:cNvSpPr/>
            <p:nvPr/>
          </p:nvSpPr>
          <p:spPr>
            <a:xfrm>
              <a:off x="5668384" y="1917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4" name="pt11304"/>
            <p:cNvSpPr/>
            <p:nvPr/>
          </p:nvSpPr>
          <p:spPr>
            <a:xfrm>
              <a:off x="5157932" y="2203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5" name="pt11305"/>
            <p:cNvSpPr/>
            <p:nvPr/>
          </p:nvSpPr>
          <p:spPr>
            <a:xfrm>
              <a:off x="5642156" y="2016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6" name="pt11306"/>
            <p:cNvSpPr/>
            <p:nvPr/>
          </p:nvSpPr>
          <p:spPr>
            <a:xfrm>
              <a:off x="5617842" y="2032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7" name="pt11307"/>
            <p:cNvSpPr/>
            <p:nvPr/>
          </p:nvSpPr>
          <p:spPr>
            <a:xfrm>
              <a:off x="5585599" y="1651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8" name="pt11308"/>
            <p:cNvSpPr/>
            <p:nvPr/>
          </p:nvSpPr>
          <p:spPr>
            <a:xfrm>
              <a:off x="4858532" y="2457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9" name="pt11309"/>
            <p:cNvSpPr/>
            <p:nvPr/>
          </p:nvSpPr>
          <p:spPr>
            <a:xfrm>
              <a:off x="5093857" y="2147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0" name="pt11310"/>
            <p:cNvSpPr/>
            <p:nvPr/>
          </p:nvSpPr>
          <p:spPr>
            <a:xfrm>
              <a:off x="4569089" y="2773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1" name="pt11311"/>
            <p:cNvSpPr/>
            <p:nvPr/>
          </p:nvSpPr>
          <p:spPr>
            <a:xfrm>
              <a:off x="5385762" y="2099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2" name="pt11312"/>
            <p:cNvSpPr/>
            <p:nvPr/>
          </p:nvSpPr>
          <p:spPr>
            <a:xfrm>
              <a:off x="5162062" y="2205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3" name="pt11313"/>
            <p:cNvSpPr/>
            <p:nvPr/>
          </p:nvSpPr>
          <p:spPr>
            <a:xfrm>
              <a:off x="5218734" y="2294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4" name="pt11314"/>
            <p:cNvSpPr/>
            <p:nvPr/>
          </p:nvSpPr>
          <p:spPr>
            <a:xfrm>
              <a:off x="5135831" y="1998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5" name="pt11315"/>
            <p:cNvSpPr/>
            <p:nvPr/>
          </p:nvSpPr>
          <p:spPr>
            <a:xfrm>
              <a:off x="5362127" y="1999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6" name="pt11316"/>
            <p:cNvSpPr/>
            <p:nvPr/>
          </p:nvSpPr>
          <p:spPr>
            <a:xfrm>
              <a:off x="5087846" y="2230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7" name="pt11317"/>
            <p:cNvSpPr/>
            <p:nvPr/>
          </p:nvSpPr>
          <p:spPr>
            <a:xfrm>
              <a:off x="4808541" y="1782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8" name="pt11318"/>
            <p:cNvSpPr/>
            <p:nvPr/>
          </p:nvSpPr>
          <p:spPr>
            <a:xfrm>
              <a:off x="5207642" y="2173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9" name="pt11319"/>
            <p:cNvSpPr/>
            <p:nvPr/>
          </p:nvSpPr>
          <p:spPr>
            <a:xfrm>
              <a:off x="5189363" y="2107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0" name="pt11320"/>
            <p:cNvSpPr/>
            <p:nvPr/>
          </p:nvSpPr>
          <p:spPr>
            <a:xfrm>
              <a:off x="5265890" y="2243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1" name="pt11321"/>
            <p:cNvSpPr/>
            <p:nvPr/>
          </p:nvSpPr>
          <p:spPr>
            <a:xfrm>
              <a:off x="5445848" y="2311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2" name="pt11322"/>
            <p:cNvSpPr/>
            <p:nvPr/>
          </p:nvSpPr>
          <p:spPr>
            <a:xfrm>
              <a:off x="5093645" y="2173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3" name="pt11323"/>
            <p:cNvSpPr/>
            <p:nvPr/>
          </p:nvSpPr>
          <p:spPr>
            <a:xfrm>
              <a:off x="5344512" y="2055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4" name="pt11324"/>
            <p:cNvSpPr/>
            <p:nvPr/>
          </p:nvSpPr>
          <p:spPr>
            <a:xfrm>
              <a:off x="5217644" y="2137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5" name="pt11325"/>
            <p:cNvSpPr/>
            <p:nvPr/>
          </p:nvSpPr>
          <p:spPr>
            <a:xfrm>
              <a:off x="5240565" y="2105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6" name="pt11326"/>
            <p:cNvSpPr/>
            <p:nvPr/>
          </p:nvSpPr>
          <p:spPr>
            <a:xfrm>
              <a:off x="5644660" y="1900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7" name="pt11327"/>
            <p:cNvSpPr/>
            <p:nvPr/>
          </p:nvSpPr>
          <p:spPr>
            <a:xfrm>
              <a:off x="5133202" y="1928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8" name="pt11328"/>
            <p:cNvSpPr/>
            <p:nvPr/>
          </p:nvSpPr>
          <p:spPr>
            <a:xfrm>
              <a:off x="5477112" y="2148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9" name="pt11329"/>
            <p:cNvSpPr/>
            <p:nvPr/>
          </p:nvSpPr>
          <p:spPr>
            <a:xfrm>
              <a:off x="5456710" y="2153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0" name="pt11330"/>
            <p:cNvSpPr/>
            <p:nvPr/>
          </p:nvSpPr>
          <p:spPr>
            <a:xfrm>
              <a:off x="5287336" y="2002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1" name="pt11331"/>
            <p:cNvSpPr/>
            <p:nvPr/>
          </p:nvSpPr>
          <p:spPr>
            <a:xfrm>
              <a:off x="5168089" y="2094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2" name="pt11332"/>
            <p:cNvSpPr/>
            <p:nvPr/>
          </p:nvSpPr>
          <p:spPr>
            <a:xfrm>
              <a:off x="5005490" y="2463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3" name="pt11333"/>
            <p:cNvSpPr/>
            <p:nvPr/>
          </p:nvSpPr>
          <p:spPr>
            <a:xfrm>
              <a:off x="5185238" y="2088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4" name="pt11334"/>
            <p:cNvSpPr/>
            <p:nvPr/>
          </p:nvSpPr>
          <p:spPr>
            <a:xfrm>
              <a:off x="5036259" y="2761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5" name="pt11335"/>
            <p:cNvSpPr/>
            <p:nvPr/>
          </p:nvSpPr>
          <p:spPr>
            <a:xfrm>
              <a:off x="4963649" y="2440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6" name="pt11336"/>
            <p:cNvSpPr/>
            <p:nvPr/>
          </p:nvSpPr>
          <p:spPr>
            <a:xfrm>
              <a:off x="5286751" y="2036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7" name="pt11337"/>
            <p:cNvSpPr/>
            <p:nvPr/>
          </p:nvSpPr>
          <p:spPr>
            <a:xfrm>
              <a:off x="5060697" y="2614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8" name="pt11338"/>
            <p:cNvSpPr/>
            <p:nvPr/>
          </p:nvSpPr>
          <p:spPr>
            <a:xfrm>
              <a:off x="5475919" y="2228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9" name="pt11339"/>
            <p:cNvSpPr/>
            <p:nvPr/>
          </p:nvSpPr>
          <p:spPr>
            <a:xfrm>
              <a:off x="5255328" y="2212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0" name="pt11340"/>
            <p:cNvSpPr/>
            <p:nvPr/>
          </p:nvSpPr>
          <p:spPr>
            <a:xfrm>
              <a:off x="5382762" y="2102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1" name="pt11341"/>
            <p:cNvSpPr/>
            <p:nvPr/>
          </p:nvSpPr>
          <p:spPr>
            <a:xfrm>
              <a:off x="5332667" y="2162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2" name="pt11342"/>
            <p:cNvSpPr/>
            <p:nvPr/>
          </p:nvSpPr>
          <p:spPr>
            <a:xfrm>
              <a:off x="5597203" y="1901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3" name="pt11343"/>
            <p:cNvSpPr/>
            <p:nvPr/>
          </p:nvSpPr>
          <p:spPr>
            <a:xfrm>
              <a:off x="5289605" y="2124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4" name="pt11344"/>
            <p:cNvSpPr/>
            <p:nvPr/>
          </p:nvSpPr>
          <p:spPr>
            <a:xfrm>
              <a:off x="5610324" y="1942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5" name="pt11345"/>
            <p:cNvSpPr/>
            <p:nvPr/>
          </p:nvSpPr>
          <p:spPr>
            <a:xfrm>
              <a:off x="5549160" y="201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6" name="pt11346"/>
            <p:cNvSpPr/>
            <p:nvPr/>
          </p:nvSpPr>
          <p:spPr>
            <a:xfrm>
              <a:off x="5380419" y="2022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7" name="pt11347"/>
            <p:cNvSpPr/>
            <p:nvPr/>
          </p:nvSpPr>
          <p:spPr>
            <a:xfrm>
              <a:off x="5172898" y="2166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8" name="pt11348"/>
            <p:cNvSpPr/>
            <p:nvPr/>
          </p:nvSpPr>
          <p:spPr>
            <a:xfrm>
              <a:off x="5582322" y="1601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9" name="pt11349"/>
            <p:cNvSpPr/>
            <p:nvPr/>
          </p:nvSpPr>
          <p:spPr>
            <a:xfrm>
              <a:off x="5019478" y="2592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0" name="pt11350"/>
            <p:cNvSpPr/>
            <p:nvPr/>
          </p:nvSpPr>
          <p:spPr>
            <a:xfrm>
              <a:off x="5301259" y="2298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1" name="pt11351"/>
            <p:cNvSpPr/>
            <p:nvPr/>
          </p:nvSpPr>
          <p:spPr>
            <a:xfrm>
              <a:off x="5611974" y="1995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2" name="pt11352"/>
            <p:cNvSpPr/>
            <p:nvPr/>
          </p:nvSpPr>
          <p:spPr>
            <a:xfrm>
              <a:off x="5085061" y="2299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3" name="pt11353"/>
            <p:cNvSpPr/>
            <p:nvPr/>
          </p:nvSpPr>
          <p:spPr>
            <a:xfrm>
              <a:off x="5268644" y="2257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4" name="pt11354"/>
            <p:cNvSpPr/>
            <p:nvPr/>
          </p:nvSpPr>
          <p:spPr>
            <a:xfrm>
              <a:off x="5436018" y="2085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5" name="pt11355"/>
            <p:cNvSpPr/>
            <p:nvPr/>
          </p:nvSpPr>
          <p:spPr>
            <a:xfrm>
              <a:off x="5086587" y="2123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6" name="pt11356"/>
            <p:cNvSpPr/>
            <p:nvPr/>
          </p:nvSpPr>
          <p:spPr>
            <a:xfrm>
              <a:off x="5579610" y="1657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7" name="pt11357"/>
            <p:cNvSpPr/>
            <p:nvPr/>
          </p:nvSpPr>
          <p:spPr>
            <a:xfrm>
              <a:off x="5525409" y="1843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8" name="pt11358"/>
            <p:cNvSpPr/>
            <p:nvPr/>
          </p:nvSpPr>
          <p:spPr>
            <a:xfrm>
              <a:off x="5582454" y="1652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9" name="pt11359"/>
            <p:cNvSpPr/>
            <p:nvPr/>
          </p:nvSpPr>
          <p:spPr>
            <a:xfrm>
              <a:off x="5743058" y="1602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0" name="pt11360"/>
            <p:cNvSpPr/>
            <p:nvPr/>
          </p:nvSpPr>
          <p:spPr>
            <a:xfrm>
              <a:off x="5483695" y="2223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1" name="pt11361"/>
            <p:cNvSpPr/>
            <p:nvPr/>
          </p:nvSpPr>
          <p:spPr>
            <a:xfrm>
              <a:off x="5281826" y="208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2" name="pt11362"/>
            <p:cNvSpPr/>
            <p:nvPr/>
          </p:nvSpPr>
          <p:spPr>
            <a:xfrm>
              <a:off x="5427334" y="2189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3" name="pt11363"/>
            <p:cNvSpPr/>
            <p:nvPr/>
          </p:nvSpPr>
          <p:spPr>
            <a:xfrm>
              <a:off x="4709258" y="2588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4" name="pt11364"/>
            <p:cNvSpPr/>
            <p:nvPr/>
          </p:nvSpPr>
          <p:spPr>
            <a:xfrm>
              <a:off x="5590762" y="1777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5" name="pt11365"/>
            <p:cNvSpPr/>
            <p:nvPr/>
          </p:nvSpPr>
          <p:spPr>
            <a:xfrm>
              <a:off x="5775163" y="1946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6" name="pt11366"/>
            <p:cNvSpPr/>
            <p:nvPr/>
          </p:nvSpPr>
          <p:spPr>
            <a:xfrm>
              <a:off x="5143362" y="2140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7" name="pt11367"/>
            <p:cNvSpPr/>
            <p:nvPr/>
          </p:nvSpPr>
          <p:spPr>
            <a:xfrm>
              <a:off x="5520013" y="1954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8" name="pt11368"/>
            <p:cNvSpPr/>
            <p:nvPr/>
          </p:nvSpPr>
          <p:spPr>
            <a:xfrm>
              <a:off x="4899042" y="2313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9" name="pt11369"/>
            <p:cNvSpPr/>
            <p:nvPr/>
          </p:nvSpPr>
          <p:spPr>
            <a:xfrm>
              <a:off x="4749717" y="2811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0" name="pt11370"/>
            <p:cNvSpPr/>
            <p:nvPr/>
          </p:nvSpPr>
          <p:spPr>
            <a:xfrm>
              <a:off x="5098620" y="2226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1" name="pt11371"/>
            <p:cNvSpPr/>
            <p:nvPr/>
          </p:nvSpPr>
          <p:spPr>
            <a:xfrm>
              <a:off x="4881068" y="2793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2" name="pt11372"/>
            <p:cNvSpPr/>
            <p:nvPr/>
          </p:nvSpPr>
          <p:spPr>
            <a:xfrm>
              <a:off x="5416506" y="2030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3" name="pt11373"/>
            <p:cNvSpPr/>
            <p:nvPr/>
          </p:nvSpPr>
          <p:spPr>
            <a:xfrm>
              <a:off x="5046500" y="2432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4" name="pt11374"/>
            <p:cNvSpPr/>
            <p:nvPr/>
          </p:nvSpPr>
          <p:spPr>
            <a:xfrm>
              <a:off x="5188643" y="2174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5" name="pt11375"/>
            <p:cNvSpPr/>
            <p:nvPr/>
          </p:nvSpPr>
          <p:spPr>
            <a:xfrm>
              <a:off x="5247074" y="2199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6" name="pt11376"/>
            <p:cNvSpPr/>
            <p:nvPr/>
          </p:nvSpPr>
          <p:spPr>
            <a:xfrm>
              <a:off x="5184923" y="2189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7" name="pt11377"/>
            <p:cNvSpPr/>
            <p:nvPr/>
          </p:nvSpPr>
          <p:spPr>
            <a:xfrm>
              <a:off x="5392218" y="2158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8" name="pt11378"/>
            <p:cNvSpPr/>
            <p:nvPr/>
          </p:nvSpPr>
          <p:spPr>
            <a:xfrm>
              <a:off x="5056116" y="2676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9" name="pt11379"/>
            <p:cNvSpPr/>
            <p:nvPr/>
          </p:nvSpPr>
          <p:spPr>
            <a:xfrm>
              <a:off x="5345101" y="2127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0" name="pt11380"/>
            <p:cNvSpPr/>
            <p:nvPr/>
          </p:nvSpPr>
          <p:spPr>
            <a:xfrm>
              <a:off x="5324872" y="2023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1" name="pt11381"/>
            <p:cNvSpPr/>
            <p:nvPr/>
          </p:nvSpPr>
          <p:spPr>
            <a:xfrm>
              <a:off x="5460888" y="2113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2" name="pt11382"/>
            <p:cNvSpPr/>
            <p:nvPr/>
          </p:nvSpPr>
          <p:spPr>
            <a:xfrm>
              <a:off x="4516096" y="2775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3" name="pt11383"/>
            <p:cNvSpPr/>
            <p:nvPr/>
          </p:nvSpPr>
          <p:spPr>
            <a:xfrm>
              <a:off x="5618125" y="1967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4" name="pt11384"/>
            <p:cNvSpPr/>
            <p:nvPr/>
          </p:nvSpPr>
          <p:spPr>
            <a:xfrm>
              <a:off x="5029771" y="2543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5" name="pt11385"/>
            <p:cNvSpPr/>
            <p:nvPr/>
          </p:nvSpPr>
          <p:spPr>
            <a:xfrm>
              <a:off x="5284606" y="2047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6" name="pt11386"/>
            <p:cNvSpPr/>
            <p:nvPr/>
          </p:nvSpPr>
          <p:spPr>
            <a:xfrm>
              <a:off x="5393607" y="2210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7" name="pt11387"/>
            <p:cNvSpPr/>
            <p:nvPr/>
          </p:nvSpPr>
          <p:spPr>
            <a:xfrm>
              <a:off x="5698228" y="1917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8" name="pt11388"/>
            <p:cNvSpPr/>
            <p:nvPr/>
          </p:nvSpPr>
          <p:spPr>
            <a:xfrm>
              <a:off x="5566809" y="1902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9" name="pt11389"/>
            <p:cNvSpPr/>
            <p:nvPr/>
          </p:nvSpPr>
          <p:spPr>
            <a:xfrm>
              <a:off x="5041495" y="2564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0" name="pt11390"/>
            <p:cNvSpPr/>
            <p:nvPr/>
          </p:nvSpPr>
          <p:spPr>
            <a:xfrm>
              <a:off x="5214627" y="2032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1" name="pt11391"/>
            <p:cNvSpPr/>
            <p:nvPr/>
          </p:nvSpPr>
          <p:spPr>
            <a:xfrm>
              <a:off x="4612525" y="2550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2" name="pt11392"/>
            <p:cNvSpPr/>
            <p:nvPr/>
          </p:nvSpPr>
          <p:spPr>
            <a:xfrm>
              <a:off x="5365716" y="1948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3" name="pt11393"/>
            <p:cNvSpPr/>
            <p:nvPr/>
          </p:nvSpPr>
          <p:spPr>
            <a:xfrm>
              <a:off x="5534098" y="2072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4" name="pt11394"/>
            <p:cNvSpPr/>
            <p:nvPr/>
          </p:nvSpPr>
          <p:spPr>
            <a:xfrm>
              <a:off x="4868505" y="2514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5" name="pt11395"/>
            <p:cNvSpPr/>
            <p:nvPr/>
          </p:nvSpPr>
          <p:spPr>
            <a:xfrm>
              <a:off x="5706469" y="1911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6" name="pt11396"/>
            <p:cNvSpPr/>
            <p:nvPr/>
          </p:nvSpPr>
          <p:spPr>
            <a:xfrm>
              <a:off x="5115894" y="2121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7" name="pt11397"/>
            <p:cNvSpPr/>
            <p:nvPr/>
          </p:nvSpPr>
          <p:spPr>
            <a:xfrm>
              <a:off x="5118768" y="2224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8" name="pt11398"/>
            <p:cNvSpPr/>
            <p:nvPr/>
          </p:nvSpPr>
          <p:spPr>
            <a:xfrm>
              <a:off x="5768954" y="1710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9" name="pt11399"/>
            <p:cNvSpPr/>
            <p:nvPr/>
          </p:nvSpPr>
          <p:spPr>
            <a:xfrm>
              <a:off x="5145989" y="2119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0" name="pt11400"/>
            <p:cNvSpPr/>
            <p:nvPr/>
          </p:nvSpPr>
          <p:spPr>
            <a:xfrm>
              <a:off x="4742459" y="2522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1" name="pt11401"/>
            <p:cNvSpPr/>
            <p:nvPr/>
          </p:nvSpPr>
          <p:spPr>
            <a:xfrm>
              <a:off x="5303620" y="2193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2" name="pt11402"/>
            <p:cNvSpPr/>
            <p:nvPr/>
          </p:nvSpPr>
          <p:spPr>
            <a:xfrm>
              <a:off x="5129267" y="2090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3" name="pt11403"/>
            <p:cNvSpPr/>
            <p:nvPr/>
          </p:nvSpPr>
          <p:spPr>
            <a:xfrm>
              <a:off x="5140953" y="2035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4" name="pt11404"/>
            <p:cNvSpPr/>
            <p:nvPr/>
          </p:nvSpPr>
          <p:spPr>
            <a:xfrm>
              <a:off x="5037139" y="2530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5" name="pt11405"/>
            <p:cNvSpPr/>
            <p:nvPr/>
          </p:nvSpPr>
          <p:spPr>
            <a:xfrm>
              <a:off x="5175554" y="2253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6" name="pt11406"/>
            <p:cNvSpPr/>
            <p:nvPr/>
          </p:nvSpPr>
          <p:spPr>
            <a:xfrm>
              <a:off x="5484160" y="2211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7" name="pt11407"/>
            <p:cNvSpPr/>
            <p:nvPr/>
          </p:nvSpPr>
          <p:spPr>
            <a:xfrm>
              <a:off x="5640105" y="1799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8" name="pt11408"/>
            <p:cNvSpPr/>
            <p:nvPr/>
          </p:nvSpPr>
          <p:spPr>
            <a:xfrm>
              <a:off x="5349832" y="2017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9" name="pt11409"/>
            <p:cNvSpPr/>
            <p:nvPr/>
          </p:nvSpPr>
          <p:spPr>
            <a:xfrm>
              <a:off x="4826646" y="2171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0" name="pt11410"/>
            <p:cNvSpPr/>
            <p:nvPr/>
          </p:nvSpPr>
          <p:spPr>
            <a:xfrm>
              <a:off x="5257094" y="2242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1" name="pt11411"/>
            <p:cNvSpPr/>
            <p:nvPr/>
          </p:nvSpPr>
          <p:spPr>
            <a:xfrm>
              <a:off x="4973917" y="2311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2" name="pt11412"/>
            <p:cNvSpPr/>
            <p:nvPr/>
          </p:nvSpPr>
          <p:spPr>
            <a:xfrm>
              <a:off x="5378152" y="1951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3" name="pt11413"/>
            <p:cNvSpPr/>
            <p:nvPr/>
          </p:nvSpPr>
          <p:spPr>
            <a:xfrm>
              <a:off x="5110388" y="2147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4" name="pt11414"/>
            <p:cNvSpPr/>
            <p:nvPr/>
          </p:nvSpPr>
          <p:spPr>
            <a:xfrm>
              <a:off x="5424083" y="2147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5" name="pt11415"/>
            <p:cNvSpPr/>
            <p:nvPr/>
          </p:nvSpPr>
          <p:spPr>
            <a:xfrm>
              <a:off x="5813662" y="1702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6" name="pt11416"/>
            <p:cNvSpPr/>
            <p:nvPr/>
          </p:nvSpPr>
          <p:spPr>
            <a:xfrm>
              <a:off x="5352052" y="2066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7" name="pt11417"/>
            <p:cNvSpPr/>
            <p:nvPr/>
          </p:nvSpPr>
          <p:spPr>
            <a:xfrm>
              <a:off x="5345312" y="200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8" name="pt11418"/>
            <p:cNvSpPr/>
            <p:nvPr/>
          </p:nvSpPr>
          <p:spPr>
            <a:xfrm>
              <a:off x="5144075" y="2143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9" name="pt11419"/>
            <p:cNvSpPr/>
            <p:nvPr/>
          </p:nvSpPr>
          <p:spPr>
            <a:xfrm>
              <a:off x="5643123" y="1927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0" name="pt11420"/>
            <p:cNvSpPr/>
            <p:nvPr/>
          </p:nvSpPr>
          <p:spPr>
            <a:xfrm>
              <a:off x="5376319" y="2033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1" name="pt11421"/>
            <p:cNvSpPr/>
            <p:nvPr/>
          </p:nvSpPr>
          <p:spPr>
            <a:xfrm>
              <a:off x="5411757" y="2183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2" name="pt11422"/>
            <p:cNvSpPr/>
            <p:nvPr/>
          </p:nvSpPr>
          <p:spPr>
            <a:xfrm>
              <a:off x="5648190" y="1857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3" name="pt11423"/>
            <p:cNvSpPr/>
            <p:nvPr/>
          </p:nvSpPr>
          <p:spPr>
            <a:xfrm>
              <a:off x="5535654" y="189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4" name="pt11424"/>
            <p:cNvSpPr/>
            <p:nvPr/>
          </p:nvSpPr>
          <p:spPr>
            <a:xfrm>
              <a:off x="5881645" y="1701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5" name="pt11425"/>
            <p:cNvSpPr/>
            <p:nvPr/>
          </p:nvSpPr>
          <p:spPr>
            <a:xfrm>
              <a:off x="5120321" y="2248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6" name="pt11426"/>
            <p:cNvSpPr/>
            <p:nvPr/>
          </p:nvSpPr>
          <p:spPr>
            <a:xfrm>
              <a:off x="4947402" y="2463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7" name="pt11427"/>
            <p:cNvSpPr/>
            <p:nvPr/>
          </p:nvSpPr>
          <p:spPr>
            <a:xfrm>
              <a:off x="5178668" y="204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8" name="pt11428"/>
            <p:cNvSpPr/>
            <p:nvPr/>
          </p:nvSpPr>
          <p:spPr>
            <a:xfrm>
              <a:off x="5652766" y="1881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9" name="pt11429"/>
            <p:cNvSpPr/>
            <p:nvPr/>
          </p:nvSpPr>
          <p:spPr>
            <a:xfrm>
              <a:off x="5106117" y="2025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0" name="pt11430"/>
            <p:cNvSpPr/>
            <p:nvPr/>
          </p:nvSpPr>
          <p:spPr>
            <a:xfrm>
              <a:off x="5216552" y="2163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1" name="pt11431"/>
            <p:cNvSpPr/>
            <p:nvPr/>
          </p:nvSpPr>
          <p:spPr>
            <a:xfrm>
              <a:off x="5129879" y="1939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2" name="pt11432"/>
            <p:cNvSpPr/>
            <p:nvPr/>
          </p:nvSpPr>
          <p:spPr>
            <a:xfrm>
              <a:off x="5583886" y="1627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3" name="pt11433"/>
            <p:cNvSpPr/>
            <p:nvPr/>
          </p:nvSpPr>
          <p:spPr>
            <a:xfrm>
              <a:off x="5565419" y="1843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4" name="pt11434"/>
            <p:cNvSpPr/>
            <p:nvPr/>
          </p:nvSpPr>
          <p:spPr>
            <a:xfrm>
              <a:off x="5104639" y="2136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5" name="pt11435"/>
            <p:cNvSpPr/>
            <p:nvPr/>
          </p:nvSpPr>
          <p:spPr>
            <a:xfrm>
              <a:off x="5087573" y="2088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6" name="pt11436"/>
            <p:cNvSpPr/>
            <p:nvPr/>
          </p:nvSpPr>
          <p:spPr>
            <a:xfrm>
              <a:off x="5137965" y="2038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7" name="pt11437"/>
            <p:cNvSpPr/>
            <p:nvPr/>
          </p:nvSpPr>
          <p:spPr>
            <a:xfrm>
              <a:off x="5620415" y="1767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8" name="pt11438"/>
            <p:cNvSpPr/>
            <p:nvPr/>
          </p:nvSpPr>
          <p:spPr>
            <a:xfrm>
              <a:off x="5623027" y="1791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9" name="pt11439"/>
            <p:cNvSpPr/>
            <p:nvPr/>
          </p:nvSpPr>
          <p:spPr>
            <a:xfrm>
              <a:off x="5186790" y="2177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0" name="pt11440"/>
            <p:cNvSpPr/>
            <p:nvPr/>
          </p:nvSpPr>
          <p:spPr>
            <a:xfrm>
              <a:off x="5805777" y="1673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1" name="pt11441"/>
            <p:cNvSpPr/>
            <p:nvPr/>
          </p:nvSpPr>
          <p:spPr>
            <a:xfrm>
              <a:off x="5239780" y="2020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2" name="pt11442"/>
            <p:cNvSpPr/>
            <p:nvPr/>
          </p:nvSpPr>
          <p:spPr>
            <a:xfrm>
              <a:off x="4616170" y="2680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3" name="pt11443"/>
            <p:cNvSpPr/>
            <p:nvPr/>
          </p:nvSpPr>
          <p:spPr>
            <a:xfrm>
              <a:off x="5690647" y="1941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4" name="pt11444"/>
            <p:cNvSpPr/>
            <p:nvPr/>
          </p:nvSpPr>
          <p:spPr>
            <a:xfrm>
              <a:off x="5122052" y="1966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5" name="pt11445"/>
            <p:cNvSpPr/>
            <p:nvPr/>
          </p:nvSpPr>
          <p:spPr>
            <a:xfrm>
              <a:off x="5329145" y="2205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6" name="pt11446"/>
            <p:cNvSpPr/>
            <p:nvPr/>
          </p:nvSpPr>
          <p:spPr>
            <a:xfrm>
              <a:off x="4518069" y="2371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7" name="pt11447"/>
            <p:cNvSpPr/>
            <p:nvPr/>
          </p:nvSpPr>
          <p:spPr>
            <a:xfrm>
              <a:off x="5595952" y="1939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8" name="pt11448"/>
            <p:cNvSpPr/>
            <p:nvPr/>
          </p:nvSpPr>
          <p:spPr>
            <a:xfrm>
              <a:off x="5543135" y="1976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9" name="pt11449"/>
            <p:cNvSpPr/>
            <p:nvPr/>
          </p:nvSpPr>
          <p:spPr>
            <a:xfrm>
              <a:off x="5291102" y="2139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0" name="pt11450"/>
            <p:cNvSpPr/>
            <p:nvPr/>
          </p:nvSpPr>
          <p:spPr>
            <a:xfrm>
              <a:off x="5736905" y="2093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1" name="pt11451"/>
            <p:cNvSpPr/>
            <p:nvPr/>
          </p:nvSpPr>
          <p:spPr>
            <a:xfrm>
              <a:off x="5418798" y="2101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2" name="pt11452"/>
            <p:cNvSpPr/>
            <p:nvPr/>
          </p:nvSpPr>
          <p:spPr>
            <a:xfrm>
              <a:off x="4939946" y="2519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3" name="pt11453"/>
            <p:cNvSpPr/>
            <p:nvPr/>
          </p:nvSpPr>
          <p:spPr>
            <a:xfrm>
              <a:off x="5357397" y="2048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4" name="pt11454"/>
            <p:cNvSpPr/>
            <p:nvPr/>
          </p:nvSpPr>
          <p:spPr>
            <a:xfrm>
              <a:off x="4929691" y="2197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5" name="pt11455"/>
            <p:cNvSpPr/>
            <p:nvPr/>
          </p:nvSpPr>
          <p:spPr>
            <a:xfrm>
              <a:off x="4972366" y="2392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6" name="pt11456"/>
            <p:cNvSpPr/>
            <p:nvPr/>
          </p:nvSpPr>
          <p:spPr>
            <a:xfrm>
              <a:off x="5154406" y="2154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7" name="pt11457"/>
            <p:cNvSpPr/>
            <p:nvPr/>
          </p:nvSpPr>
          <p:spPr>
            <a:xfrm>
              <a:off x="5683532" y="1986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8" name="pt11458"/>
            <p:cNvSpPr/>
            <p:nvPr/>
          </p:nvSpPr>
          <p:spPr>
            <a:xfrm>
              <a:off x="5483053" y="2211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9" name="pt11459"/>
            <p:cNvSpPr/>
            <p:nvPr/>
          </p:nvSpPr>
          <p:spPr>
            <a:xfrm>
              <a:off x="4997677" y="2484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0" name="pt11460"/>
            <p:cNvSpPr/>
            <p:nvPr/>
          </p:nvSpPr>
          <p:spPr>
            <a:xfrm>
              <a:off x="5238134" y="2180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1" name="pt11461"/>
            <p:cNvSpPr/>
            <p:nvPr/>
          </p:nvSpPr>
          <p:spPr>
            <a:xfrm>
              <a:off x="4961403" y="2398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2" name="pt11462"/>
            <p:cNvSpPr/>
            <p:nvPr/>
          </p:nvSpPr>
          <p:spPr>
            <a:xfrm>
              <a:off x="5197974" y="2072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3" name="pt11463"/>
            <p:cNvSpPr/>
            <p:nvPr/>
          </p:nvSpPr>
          <p:spPr>
            <a:xfrm>
              <a:off x="5285273" y="2116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4" name="pt11464"/>
            <p:cNvSpPr/>
            <p:nvPr/>
          </p:nvSpPr>
          <p:spPr>
            <a:xfrm>
              <a:off x="5088316" y="2223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5" name="pt11465"/>
            <p:cNvSpPr/>
            <p:nvPr/>
          </p:nvSpPr>
          <p:spPr>
            <a:xfrm>
              <a:off x="4967986" y="2348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6" name="pt11466"/>
            <p:cNvSpPr/>
            <p:nvPr/>
          </p:nvSpPr>
          <p:spPr>
            <a:xfrm>
              <a:off x="5338503" y="2058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7" name="pt11467"/>
            <p:cNvSpPr/>
            <p:nvPr/>
          </p:nvSpPr>
          <p:spPr>
            <a:xfrm>
              <a:off x="5375226" y="1925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8" name="pt11468"/>
            <p:cNvSpPr/>
            <p:nvPr/>
          </p:nvSpPr>
          <p:spPr>
            <a:xfrm>
              <a:off x="5202309" y="2100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9" name="pt11469"/>
            <p:cNvSpPr/>
            <p:nvPr/>
          </p:nvSpPr>
          <p:spPr>
            <a:xfrm>
              <a:off x="5496893" y="212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0" name="pt11470"/>
            <p:cNvSpPr/>
            <p:nvPr/>
          </p:nvSpPr>
          <p:spPr>
            <a:xfrm>
              <a:off x="5933300" y="1468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1" name="pt11471"/>
            <p:cNvSpPr/>
            <p:nvPr/>
          </p:nvSpPr>
          <p:spPr>
            <a:xfrm>
              <a:off x="5032273" y="2689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2" name="pt11472"/>
            <p:cNvSpPr/>
            <p:nvPr/>
          </p:nvSpPr>
          <p:spPr>
            <a:xfrm>
              <a:off x="5159429" y="2148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3" name="pt11473"/>
            <p:cNvSpPr/>
            <p:nvPr/>
          </p:nvSpPr>
          <p:spPr>
            <a:xfrm>
              <a:off x="5343194" y="2066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4" name="pt11474"/>
            <p:cNvSpPr/>
            <p:nvPr/>
          </p:nvSpPr>
          <p:spPr>
            <a:xfrm>
              <a:off x="4964884" y="2419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5" name="pt11475"/>
            <p:cNvSpPr/>
            <p:nvPr/>
          </p:nvSpPr>
          <p:spPr>
            <a:xfrm>
              <a:off x="4714889" y="257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6" name="pt11476"/>
            <p:cNvSpPr/>
            <p:nvPr/>
          </p:nvSpPr>
          <p:spPr>
            <a:xfrm>
              <a:off x="5397141" y="2166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7" name="pt11477"/>
            <p:cNvSpPr/>
            <p:nvPr/>
          </p:nvSpPr>
          <p:spPr>
            <a:xfrm>
              <a:off x="5369519" y="1997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8" name="pt11478"/>
            <p:cNvSpPr/>
            <p:nvPr/>
          </p:nvSpPr>
          <p:spPr>
            <a:xfrm>
              <a:off x="4947041" y="2166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9" name="pt11479"/>
            <p:cNvSpPr/>
            <p:nvPr/>
          </p:nvSpPr>
          <p:spPr>
            <a:xfrm>
              <a:off x="5078288" y="2254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0" name="pt11480"/>
            <p:cNvSpPr/>
            <p:nvPr/>
          </p:nvSpPr>
          <p:spPr>
            <a:xfrm>
              <a:off x="5529961" y="2017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1" name="pt11481"/>
            <p:cNvSpPr/>
            <p:nvPr/>
          </p:nvSpPr>
          <p:spPr>
            <a:xfrm>
              <a:off x="5369468" y="1976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2" name="pt11482"/>
            <p:cNvSpPr/>
            <p:nvPr/>
          </p:nvSpPr>
          <p:spPr>
            <a:xfrm>
              <a:off x="4686977" y="2696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3" name="pt11483"/>
            <p:cNvSpPr/>
            <p:nvPr/>
          </p:nvSpPr>
          <p:spPr>
            <a:xfrm>
              <a:off x="5090999" y="2190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4" name="pt11484"/>
            <p:cNvSpPr/>
            <p:nvPr/>
          </p:nvSpPr>
          <p:spPr>
            <a:xfrm>
              <a:off x="5385706" y="2022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5" name="pt11485"/>
            <p:cNvSpPr/>
            <p:nvPr/>
          </p:nvSpPr>
          <p:spPr>
            <a:xfrm>
              <a:off x="5283658" y="2063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6" name="pt11486"/>
            <p:cNvSpPr/>
            <p:nvPr/>
          </p:nvSpPr>
          <p:spPr>
            <a:xfrm>
              <a:off x="5053781" y="2775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7" name="pt11487"/>
            <p:cNvSpPr/>
            <p:nvPr/>
          </p:nvSpPr>
          <p:spPr>
            <a:xfrm>
              <a:off x="5022502" y="2717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8" name="pt11488"/>
            <p:cNvSpPr/>
            <p:nvPr/>
          </p:nvSpPr>
          <p:spPr>
            <a:xfrm>
              <a:off x="5053609" y="2667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9" name="pt11489"/>
            <p:cNvSpPr/>
            <p:nvPr/>
          </p:nvSpPr>
          <p:spPr>
            <a:xfrm>
              <a:off x="5615563" y="2304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0" name="pt11490"/>
            <p:cNvSpPr/>
            <p:nvPr/>
          </p:nvSpPr>
          <p:spPr>
            <a:xfrm>
              <a:off x="5413994" y="2103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1" name="pt11491"/>
            <p:cNvSpPr/>
            <p:nvPr/>
          </p:nvSpPr>
          <p:spPr>
            <a:xfrm>
              <a:off x="5362548" y="1951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2" name="pt11492"/>
            <p:cNvSpPr/>
            <p:nvPr/>
          </p:nvSpPr>
          <p:spPr>
            <a:xfrm>
              <a:off x="5318907" y="216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3" name="pt11493"/>
            <p:cNvSpPr/>
            <p:nvPr/>
          </p:nvSpPr>
          <p:spPr>
            <a:xfrm>
              <a:off x="4918698" y="2037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4" name="pt11494"/>
            <p:cNvSpPr/>
            <p:nvPr/>
          </p:nvSpPr>
          <p:spPr>
            <a:xfrm>
              <a:off x="5228394" y="2154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5" name="pt11495"/>
            <p:cNvSpPr/>
            <p:nvPr/>
          </p:nvSpPr>
          <p:spPr>
            <a:xfrm>
              <a:off x="5469270" y="2183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6" name="pt11496"/>
            <p:cNvSpPr/>
            <p:nvPr/>
          </p:nvSpPr>
          <p:spPr>
            <a:xfrm>
              <a:off x="5201905" y="2022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7" name="pt11497"/>
            <p:cNvSpPr/>
            <p:nvPr/>
          </p:nvSpPr>
          <p:spPr>
            <a:xfrm>
              <a:off x="5590814" y="1882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8" name="pt11498"/>
            <p:cNvSpPr/>
            <p:nvPr/>
          </p:nvSpPr>
          <p:spPr>
            <a:xfrm>
              <a:off x="5903006" y="2131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9" name="pt11499"/>
            <p:cNvSpPr/>
            <p:nvPr/>
          </p:nvSpPr>
          <p:spPr>
            <a:xfrm>
              <a:off x="5418880" y="2048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0" name="pt11500"/>
            <p:cNvSpPr/>
            <p:nvPr/>
          </p:nvSpPr>
          <p:spPr>
            <a:xfrm>
              <a:off x="5130007" y="2074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1" name="pt11501"/>
            <p:cNvSpPr/>
            <p:nvPr/>
          </p:nvSpPr>
          <p:spPr>
            <a:xfrm>
              <a:off x="5369290" y="1831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2" name="pt11502"/>
            <p:cNvSpPr/>
            <p:nvPr/>
          </p:nvSpPr>
          <p:spPr>
            <a:xfrm>
              <a:off x="5675500" y="1959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3" name="pt11503"/>
            <p:cNvSpPr/>
            <p:nvPr/>
          </p:nvSpPr>
          <p:spPr>
            <a:xfrm>
              <a:off x="5183807" y="2148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4" name="pt11504"/>
            <p:cNvSpPr/>
            <p:nvPr/>
          </p:nvSpPr>
          <p:spPr>
            <a:xfrm>
              <a:off x="4911359" y="2267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5" name="pt11505"/>
            <p:cNvSpPr/>
            <p:nvPr/>
          </p:nvSpPr>
          <p:spPr>
            <a:xfrm>
              <a:off x="5319474" y="2268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6" name="pt11506"/>
            <p:cNvSpPr/>
            <p:nvPr/>
          </p:nvSpPr>
          <p:spPr>
            <a:xfrm>
              <a:off x="4956127" y="2533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7" name="pt11507"/>
            <p:cNvSpPr/>
            <p:nvPr/>
          </p:nvSpPr>
          <p:spPr>
            <a:xfrm>
              <a:off x="5351516" y="2066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8" name="pt11508"/>
            <p:cNvSpPr/>
            <p:nvPr/>
          </p:nvSpPr>
          <p:spPr>
            <a:xfrm>
              <a:off x="5652874" y="1878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9" name="pt11509"/>
            <p:cNvSpPr/>
            <p:nvPr/>
          </p:nvSpPr>
          <p:spPr>
            <a:xfrm>
              <a:off x="4879337" y="2558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0" name="pt11510"/>
            <p:cNvSpPr/>
            <p:nvPr/>
          </p:nvSpPr>
          <p:spPr>
            <a:xfrm>
              <a:off x="5290534" y="2153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1" name="pt11511"/>
            <p:cNvSpPr/>
            <p:nvPr/>
          </p:nvSpPr>
          <p:spPr>
            <a:xfrm>
              <a:off x="5019921" y="2592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2" name="pt11512"/>
            <p:cNvSpPr/>
            <p:nvPr/>
          </p:nvSpPr>
          <p:spPr>
            <a:xfrm>
              <a:off x="5625349" y="184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3" name="pt11513"/>
            <p:cNvSpPr/>
            <p:nvPr/>
          </p:nvSpPr>
          <p:spPr>
            <a:xfrm>
              <a:off x="4907059" y="2272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4" name="pt11514"/>
            <p:cNvSpPr/>
            <p:nvPr/>
          </p:nvSpPr>
          <p:spPr>
            <a:xfrm>
              <a:off x="5741072" y="1862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5" name="pt11515"/>
            <p:cNvSpPr/>
            <p:nvPr/>
          </p:nvSpPr>
          <p:spPr>
            <a:xfrm>
              <a:off x="5082933" y="2283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6" name="pt11516"/>
            <p:cNvSpPr/>
            <p:nvPr/>
          </p:nvSpPr>
          <p:spPr>
            <a:xfrm>
              <a:off x="5617032" y="1950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7" name="pt11517"/>
            <p:cNvSpPr/>
            <p:nvPr/>
          </p:nvSpPr>
          <p:spPr>
            <a:xfrm>
              <a:off x="5663504" y="1967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8" name="pt11518"/>
            <p:cNvSpPr/>
            <p:nvPr/>
          </p:nvSpPr>
          <p:spPr>
            <a:xfrm>
              <a:off x="5220484" y="2082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9" name="pt11519"/>
            <p:cNvSpPr/>
            <p:nvPr/>
          </p:nvSpPr>
          <p:spPr>
            <a:xfrm>
              <a:off x="4993211" y="2090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0" name="pt11520"/>
            <p:cNvSpPr/>
            <p:nvPr/>
          </p:nvSpPr>
          <p:spPr>
            <a:xfrm>
              <a:off x="5209975" y="2173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1" name="pt11521"/>
            <p:cNvSpPr/>
            <p:nvPr/>
          </p:nvSpPr>
          <p:spPr>
            <a:xfrm>
              <a:off x="5342334" y="2131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2" name="pt11522"/>
            <p:cNvSpPr/>
            <p:nvPr/>
          </p:nvSpPr>
          <p:spPr>
            <a:xfrm>
              <a:off x="5293680" y="2155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3" name="pt11523"/>
            <p:cNvSpPr/>
            <p:nvPr/>
          </p:nvSpPr>
          <p:spPr>
            <a:xfrm>
              <a:off x="5417964" y="209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4" name="pt11524"/>
            <p:cNvSpPr/>
            <p:nvPr/>
          </p:nvSpPr>
          <p:spPr>
            <a:xfrm>
              <a:off x="5329584" y="2213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5" name="pt11525"/>
            <p:cNvSpPr/>
            <p:nvPr/>
          </p:nvSpPr>
          <p:spPr>
            <a:xfrm>
              <a:off x="5280299" y="2098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6" name="pt11526"/>
            <p:cNvSpPr/>
            <p:nvPr/>
          </p:nvSpPr>
          <p:spPr>
            <a:xfrm>
              <a:off x="5550464" y="2025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7" name="pt11527"/>
            <p:cNvSpPr/>
            <p:nvPr/>
          </p:nvSpPr>
          <p:spPr>
            <a:xfrm>
              <a:off x="5787083" y="2074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8" name="pt11528"/>
            <p:cNvSpPr/>
            <p:nvPr/>
          </p:nvSpPr>
          <p:spPr>
            <a:xfrm>
              <a:off x="5653762" y="1826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9" name="pt11529"/>
            <p:cNvSpPr/>
            <p:nvPr/>
          </p:nvSpPr>
          <p:spPr>
            <a:xfrm>
              <a:off x="5329717" y="2155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0" name="pt11530"/>
            <p:cNvSpPr/>
            <p:nvPr/>
          </p:nvSpPr>
          <p:spPr>
            <a:xfrm>
              <a:off x="5378282" y="2087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1" name="pt11531"/>
            <p:cNvSpPr/>
            <p:nvPr/>
          </p:nvSpPr>
          <p:spPr>
            <a:xfrm>
              <a:off x="5068076" y="2427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2" name="pt11532"/>
            <p:cNvSpPr/>
            <p:nvPr/>
          </p:nvSpPr>
          <p:spPr>
            <a:xfrm>
              <a:off x="5426323" y="2232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3" name="pt11533"/>
            <p:cNvSpPr/>
            <p:nvPr/>
          </p:nvSpPr>
          <p:spPr>
            <a:xfrm>
              <a:off x="5163150" y="2126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4" name="pt11534"/>
            <p:cNvSpPr/>
            <p:nvPr/>
          </p:nvSpPr>
          <p:spPr>
            <a:xfrm>
              <a:off x="5682267" y="2093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5" name="pt11535"/>
            <p:cNvSpPr/>
            <p:nvPr/>
          </p:nvSpPr>
          <p:spPr>
            <a:xfrm>
              <a:off x="5787953" y="1653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6" name="pt11536"/>
            <p:cNvSpPr/>
            <p:nvPr/>
          </p:nvSpPr>
          <p:spPr>
            <a:xfrm>
              <a:off x="5231062" y="2154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7" name="pt11537"/>
            <p:cNvSpPr/>
            <p:nvPr/>
          </p:nvSpPr>
          <p:spPr>
            <a:xfrm>
              <a:off x="5350282" y="1997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8" name="pt11538"/>
            <p:cNvSpPr/>
            <p:nvPr/>
          </p:nvSpPr>
          <p:spPr>
            <a:xfrm>
              <a:off x="5552816" y="2060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9" name="pt11539"/>
            <p:cNvSpPr/>
            <p:nvPr/>
          </p:nvSpPr>
          <p:spPr>
            <a:xfrm>
              <a:off x="5343375" y="2023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0" name="pt11540"/>
            <p:cNvSpPr/>
            <p:nvPr/>
          </p:nvSpPr>
          <p:spPr>
            <a:xfrm>
              <a:off x="5255552" y="2139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1" name="pt11541"/>
            <p:cNvSpPr/>
            <p:nvPr/>
          </p:nvSpPr>
          <p:spPr>
            <a:xfrm>
              <a:off x="5335745" y="2090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2" name="pt11542"/>
            <p:cNvSpPr/>
            <p:nvPr/>
          </p:nvSpPr>
          <p:spPr>
            <a:xfrm>
              <a:off x="5517160" y="2014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3" name="pt11543"/>
            <p:cNvSpPr/>
            <p:nvPr/>
          </p:nvSpPr>
          <p:spPr>
            <a:xfrm>
              <a:off x="5410460" y="2102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4" name="pt11544"/>
            <p:cNvSpPr/>
            <p:nvPr/>
          </p:nvSpPr>
          <p:spPr>
            <a:xfrm>
              <a:off x="5710712" y="1835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5" name="pt11545"/>
            <p:cNvSpPr/>
            <p:nvPr/>
          </p:nvSpPr>
          <p:spPr>
            <a:xfrm>
              <a:off x="5750816" y="1809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6" name="pt11546"/>
            <p:cNvSpPr/>
            <p:nvPr/>
          </p:nvSpPr>
          <p:spPr>
            <a:xfrm>
              <a:off x="5597708" y="1880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7" name="pt11547"/>
            <p:cNvSpPr/>
            <p:nvPr/>
          </p:nvSpPr>
          <p:spPr>
            <a:xfrm>
              <a:off x="5375750" y="2037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8" name="pt11548"/>
            <p:cNvSpPr/>
            <p:nvPr/>
          </p:nvSpPr>
          <p:spPr>
            <a:xfrm>
              <a:off x="5053793" y="2705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9" name="pt11549"/>
            <p:cNvSpPr/>
            <p:nvPr/>
          </p:nvSpPr>
          <p:spPr>
            <a:xfrm>
              <a:off x="5440089" y="2019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0" name="pt11550"/>
            <p:cNvSpPr/>
            <p:nvPr/>
          </p:nvSpPr>
          <p:spPr>
            <a:xfrm>
              <a:off x="5413027" y="2176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1" name="pt11551"/>
            <p:cNvSpPr/>
            <p:nvPr/>
          </p:nvSpPr>
          <p:spPr>
            <a:xfrm>
              <a:off x="5087811" y="2234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2" name="pt11552"/>
            <p:cNvSpPr/>
            <p:nvPr/>
          </p:nvSpPr>
          <p:spPr>
            <a:xfrm>
              <a:off x="5329254" y="1883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3" name="pt11553"/>
            <p:cNvSpPr/>
            <p:nvPr/>
          </p:nvSpPr>
          <p:spPr>
            <a:xfrm>
              <a:off x="5106049" y="2163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4" name="pt11554"/>
            <p:cNvSpPr/>
            <p:nvPr/>
          </p:nvSpPr>
          <p:spPr>
            <a:xfrm>
              <a:off x="5265518" y="2294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5" name="pt11555"/>
            <p:cNvSpPr/>
            <p:nvPr/>
          </p:nvSpPr>
          <p:spPr>
            <a:xfrm>
              <a:off x="4691358" y="2530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6" name="pt11556"/>
            <p:cNvSpPr/>
            <p:nvPr/>
          </p:nvSpPr>
          <p:spPr>
            <a:xfrm>
              <a:off x="5337877" y="2182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7" name="pt11557"/>
            <p:cNvSpPr/>
            <p:nvPr/>
          </p:nvSpPr>
          <p:spPr>
            <a:xfrm>
              <a:off x="5764542" y="1635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8" name="pt11558"/>
            <p:cNvSpPr/>
            <p:nvPr/>
          </p:nvSpPr>
          <p:spPr>
            <a:xfrm>
              <a:off x="5205501" y="2035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9" name="pt11559"/>
            <p:cNvSpPr/>
            <p:nvPr/>
          </p:nvSpPr>
          <p:spPr>
            <a:xfrm>
              <a:off x="5090356" y="1982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0" name="pt11560"/>
            <p:cNvSpPr/>
            <p:nvPr/>
          </p:nvSpPr>
          <p:spPr>
            <a:xfrm>
              <a:off x="4968513" y="2436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1" name="pt11561"/>
            <p:cNvSpPr/>
            <p:nvPr/>
          </p:nvSpPr>
          <p:spPr>
            <a:xfrm>
              <a:off x="4938651" y="2427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2" name="pt11562"/>
            <p:cNvSpPr/>
            <p:nvPr/>
          </p:nvSpPr>
          <p:spPr>
            <a:xfrm>
              <a:off x="5663450" y="198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3" name="pt11563"/>
            <p:cNvSpPr/>
            <p:nvPr/>
          </p:nvSpPr>
          <p:spPr>
            <a:xfrm>
              <a:off x="5676573" y="2038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4" name="pt11564"/>
            <p:cNvSpPr/>
            <p:nvPr/>
          </p:nvSpPr>
          <p:spPr>
            <a:xfrm>
              <a:off x="5042740" y="2730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5" name="pt11565"/>
            <p:cNvSpPr/>
            <p:nvPr/>
          </p:nvSpPr>
          <p:spPr>
            <a:xfrm>
              <a:off x="5095235" y="2372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6" name="pt11566"/>
            <p:cNvSpPr/>
            <p:nvPr/>
          </p:nvSpPr>
          <p:spPr>
            <a:xfrm>
              <a:off x="5478052" y="2209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7" name="pt11567"/>
            <p:cNvSpPr/>
            <p:nvPr/>
          </p:nvSpPr>
          <p:spPr>
            <a:xfrm>
              <a:off x="4998890" y="2406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8" name="pt11568"/>
            <p:cNvSpPr/>
            <p:nvPr/>
          </p:nvSpPr>
          <p:spPr>
            <a:xfrm>
              <a:off x="5233916" y="214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9" name="pt11569"/>
            <p:cNvSpPr/>
            <p:nvPr/>
          </p:nvSpPr>
          <p:spPr>
            <a:xfrm>
              <a:off x="5433321" y="2077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0" name="pt11570"/>
            <p:cNvSpPr/>
            <p:nvPr/>
          </p:nvSpPr>
          <p:spPr>
            <a:xfrm>
              <a:off x="5296368" y="2204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1" name="pt11571"/>
            <p:cNvSpPr/>
            <p:nvPr/>
          </p:nvSpPr>
          <p:spPr>
            <a:xfrm>
              <a:off x="5400061" y="205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2" name="pt11572"/>
            <p:cNvSpPr/>
            <p:nvPr/>
          </p:nvSpPr>
          <p:spPr>
            <a:xfrm>
              <a:off x="5470415" y="2163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3" name="pt11573"/>
            <p:cNvSpPr/>
            <p:nvPr/>
          </p:nvSpPr>
          <p:spPr>
            <a:xfrm>
              <a:off x="5424504" y="2285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4" name="pt11574"/>
            <p:cNvSpPr/>
            <p:nvPr/>
          </p:nvSpPr>
          <p:spPr>
            <a:xfrm>
              <a:off x="5066923" y="2489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5" name="pt11575"/>
            <p:cNvSpPr/>
            <p:nvPr/>
          </p:nvSpPr>
          <p:spPr>
            <a:xfrm>
              <a:off x="5131017" y="2074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6" name="pt11576"/>
            <p:cNvSpPr/>
            <p:nvPr/>
          </p:nvSpPr>
          <p:spPr>
            <a:xfrm>
              <a:off x="5155985" y="2108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7" name="pt11577"/>
            <p:cNvSpPr/>
            <p:nvPr/>
          </p:nvSpPr>
          <p:spPr>
            <a:xfrm>
              <a:off x="5238506" y="2159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8" name="pt11578"/>
            <p:cNvSpPr/>
            <p:nvPr/>
          </p:nvSpPr>
          <p:spPr>
            <a:xfrm>
              <a:off x="5360628" y="1952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9" name="pt11579"/>
            <p:cNvSpPr/>
            <p:nvPr/>
          </p:nvSpPr>
          <p:spPr>
            <a:xfrm>
              <a:off x="5244148" y="2143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0" name="pt11580"/>
            <p:cNvSpPr/>
            <p:nvPr/>
          </p:nvSpPr>
          <p:spPr>
            <a:xfrm>
              <a:off x="5097092" y="2090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1" name="pt11581"/>
            <p:cNvSpPr/>
            <p:nvPr/>
          </p:nvSpPr>
          <p:spPr>
            <a:xfrm>
              <a:off x="5697475" y="1902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2" name="pt11582"/>
            <p:cNvSpPr/>
            <p:nvPr/>
          </p:nvSpPr>
          <p:spPr>
            <a:xfrm>
              <a:off x="5633891" y="1742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3" name="pt11583"/>
            <p:cNvSpPr/>
            <p:nvPr/>
          </p:nvSpPr>
          <p:spPr>
            <a:xfrm>
              <a:off x="5333718" y="2065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4" name="pt11584"/>
            <p:cNvSpPr/>
            <p:nvPr/>
          </p:nvSpPr>
          <p:spPr>
            <a:xfrm>
              <a:off x="5831042" y="1593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5" name="pt11585"/>
            <p:cNvSpPr/>
            <p:nvPr/>
          </p:nvSpPr>
          <p:spPr>
            <a:xfrm>
              <a:off x="5577480" y="1689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6" name="pt11586"/>
            <p:cNvSpPr/>
            <p:nvPr/>
          </p:nvSpPr>
          <p:spPr>
            <a:xfrm>
              <a:off x="5420821" y="2198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7" name="pt11587"/>
            <p:cNvSpPr/>
            <p:nvPr/>
          </p:nvSpPr>
          <p:spPr>
            <a:xfrm>
              <a:off x="5215569" y="2203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8" name="pt11588"/>
            <p:cNvSpPr/>
            <p:nvPr/>
          </p:nvSpPr>
          <p:spPr>
            <a:xfrm>
              <a:off x="5242740" y="211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9" name="pt11589"/>
            <p:cNvSpPr/>
            <p:nvPr/>
          </p:nvSpPr>
          <p:spPr>
            <a:xfrm>
              <a:off x="5109749" y="2054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0" name="pt11590"/>
            <p:cNvSpPr/>
            <p:nvPr/>
          </p:nvSpPr>
          <p:spPr>
            <a:xfrm>
              <a:off x="5344002" y="2165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1" name="pt11591"/>
            <p:cNvSpPr/>
            <p:nvPr/>
          </p:nvSpPr>
          <p:spPr>
            <a:xfrm>
              <a:off x="5670327" y="2080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2" name="pt11592"/>
            <p:cNvSpPr/>
            <p:nvPr/>
          </p:nvSpPr>
          <p:spPr>
            <a:xfrm>
              <a:off x="5390561" y="2133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3" name="pt11593"/>
            <p:cNvSpPr/>
            <p:nvPr/>
          </p:nvSpPr>
          <p:spPr>
            <a:xfrm>
              <a:off x="4809231" y="2012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4" name="pt11594"/>
            <p:cNvSpPr/>
            <p:nvPr/>
          </p:nvSpPr>
          <p:spPr>
            <a:xfrm>
              <a:off x="5345364" y="2048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5" name="pt11595"/>
            <p:cNvSpPr/>
            <p:nvPr/>
          </p:nvSpPr>
          <p:spPr>
            <a:xfrm>
              <a:off x="5330585" y="2114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6" name="pt11596"/>
            <p:cNvSpPr/>
            <p:nvPr/>
          </p:nvSpPr>
          <p:spPr>
            <a:xfrm>
              <a:off x="5681085" y="1869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7" name="pt11597"/>
            <p:cNvSpPr/>
            <p:nvPr/>
          </p:nvSpPr>
          <p:spPr>
            <a:xfrm>
              <a:off x="5333275" y="2202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8" name="pt11598"/>
            <p:cNvSpPr/>
            <p:nvPr/>
          </p:nvSpPr>
          <p:spPr>
            <a:xfrm>
              <a:off x="5271941" y="2161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9" name="pt11599"/>
            <p:cNvSpPr/>
            <p:nvPr/>
          </p:nvSpPr>
          <p:spPr>
            <a:xfrm>
              <a:off x="4977034" y="2690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0" name="pt11600"/>
            <p:cNvSpPr/>
            <p:nvPr/>
          </p:nvSpPr>
          <p:spPr>
            <a:xfrm>
              <a:off x="5007254" y="2514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1" name="pt11601"/>
            <p:cNvSpPr/>
            <p:nvPr/>
          </p:nvSpPr>
          <p:spPr>
            <a:xfrm>
              <a:off x="5830901" y="1669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2" name="pt11602"/>
            <p:cNvSpPr/>
            <p:nvPr/>
          </p:nvSpPr>
          <p:spPr>
            <a:xfrm>
              <a:off x="5505280" y="2108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3" name="pt11603"/>
            <p:cNvSpPr/>
            <p:nvPr/>
          </p:nvSpPr>
          <p:spPr>
            <a:xfrm>
              <a:off x="5701844" y="1883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4" name="pt11604"/>
            <p:cNvSpPr/>
            <p:nvPr/>
          </p:nvSpPr>
          <p:spPr>
            <a:xfrm>
              <a:off x="5130125" y="2161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5" name="pt11605"/>
            <p:cNvSpPr/>
            <p:nvPr/>
          </p:nvSpPr>
          <p:spPr>
            <a:xfrm>
              <a:off x="5646826" y="1673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6" name="pt11606"/>
            <p:cNvSpPr/>
            <p:nvPr/>
          </p:nvSpPr>
          <p:spPr>
            <a:xfrm>
              <a:off x="5408516" y="2192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7" name="pt11607"/>
            <p:cNvSpPr/>
            <p:nvPr/>
          </p:nvSpPr>
          <p:spPr>
            <a:xfrm>
              <a:off x="5644035" y="1920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8" name="pt11608"/>
            <p:cNvSpPr/>
            <p:nvPr/>
          </p:nvSpPr>
          <p:spPr>
            <a:xfrm>
              <a:off x="5630645" y="1981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9" name="pt11609"/>
            <p:cNvSpPr/>
            <p:nvPr/>
          </p:nvSpPr>
          <p:spPr>
            <a:xfrm>
              <a:off x="5373436" y="1996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0" name="pt11610"/>
            <p:cNvSpPr/>
            <p:nvPr/>
          </p:nvSpPr>
          <p:spPr>
            <a:xfrm>
              <a:off x="5304273" y="220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1" name="pt11611"/>
            <p:cNvSpPr/>
            <p:nvPr/>
          </p:nvSpPr>
          <p:spPr>
            <a:xfrm>
              <a:off x="5437304" y="2057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2" name="pt11612"/>
            <p:cNvSpPr/>
            <p:nvPr/>
          </p:nvSpPr>
          <p:spPr>
            <a:xfrm>
              <a:off x="5717036" y="181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3" name="pt11613"/>
            <p:cNvSpPr/>
            <p:nvPr/>
          </p:nvSpPr>
          <p:spPr>
            <a:xfrm>
              <a:off x="5297661" y="2210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4" name="pt11614"/>
            <p:cNvSpPr/>
            <p:nvPr/>
          </p:nvSpPr>
          <p:spPr>
            <a:xfrm>
              <a:off x="5516296" y="200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5" name="pt11615"/>
            <p:cNvSpPr/>
            <p:nvPr/>
          </p:nvSpPr>
          <p:spPr>
            <a:xfrm>
              <a:off x="5383174" y="2021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6" name="pt11616"/>
            <p:cNvSpPr/>
            <p:nvPr/>
          </p:nvSpPr>
          <p:spPr>
            <a:xfrm>
              <a:off x="5288241" y="2085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7" name="pt11617"/>
            <p:cNvSpPr/>
            <p:nvPr/>
          </p:nvSpPr>
          <p:spPr>
            <a:xfrm>
              <a:off x="5046689" y="2724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8" name="pt11618"/>
            <p:cNvSpPr/>
            <p:nvPr/>
          </p:nvSpPr>
          <p:spPr>
            <a:xfrm>
              <a:off x="5395512" y="221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9" name="pt11619"/>
            <p:cNvSpPr/>
            <p:nvPr/>
          </p:nvSpPr>
          <p:spPr>
            <a:xfrm>
              <a:off x="5870991" y="1712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0" name="pt11620"/>
            <p:cNvSpPr/>
            <p:nvPr/>
          </p:nvSpPr>
          <p:spPr>
            <a:xfrm>
              <a:off x="5580558" y="1929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1" name="pt11621"/>
            <p:cNvSpPr/>
            <p:nvPr/>
          </p:nvSpPr>
          <p:spPr>
            <a:xfrm>
              <a:off x="5206447" y="2210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2" name="pt11622"/>
            <p:cNvSpPr/>
            <p:nvPr/>
          </p:nvSpPr>
          <p:spPr>
            <a:xfrm>
              <a:off x="5320029" y="2322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3" name="pt11623"/>
            <p:cNvSpPr/>
            <p:nvPr/>
          </p:nvSpPr>
          <p:spPr>
            <a:xfrm>
              <a:off x="5188758" y="2142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4" name="pt11624"/>
            <p:cNvSpPr/>
            <p:nvPr/>
          </p:nvSpPr>
          <p:spPr>
            <a:xfrm>
              <a:off x="5233290" y="2127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5" name="pt11625"/>
            <p:cNvSpPr/>
            <p:nvPr/>
          </p:nvSpPr>
          <p:spPr>
            <a:xfrm>
              <a:off x="4919408" y="1737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6" name="pt11626"/>
            <p:cNvSpPr/>
            <p:nvPr/>
          </p:nvSpPr>
          <p:spPr>
            <a:xfrm>
              <a:off x="5169408" y="2199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7" name="pt11627"/>
            <p:cNvSpPr/>
            <p:nvPr/>
          </p:nvSpPr>
          <p:spPr>
            <a:xfrm>
              <a:off x="5266603" y="2255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8" name="pt11628"/>
            <p:cNvSpPr/>
            <p:nvPr/>
          </p:nvSpPr>
          <p:spPr>
            <a:xfrm>
              <a:off x="5422737" y="2165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9" name="pt11629"/>
            <p:cNvSpPr/>
            <p:nvPr/>
          </p:nvSpPr>
          <p:spPr>
            <a:xfrm>
              <a:off x="5406576" y="2168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0" name="pt11630"/>
            <p:cNvSpPr/>
            <p:nvPr/>
          </p:nvSpPr>
          <p:spPr>
            <a:xfrm>
              <a:off x="5431084" y="2051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1" name="pt11631"/>
            <p:cNvSpPr/>
            <p:nvPr/>
          </p:nvSpPr>
          <p:spPr>
            <a:xfrm>
              <a:off x="5453617" y="2177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2" name="pt11632"/>
            <p:cNvSpPr/>
            <p:nvPr/>
          </p:nvSpPr>
          <p:spPr>
            <a:xfrm>
              <a:off x="5145594" y="2070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3" name="pt11633"/>
            <p:cNvSpPr/>
            <p:nvPr/>
          </p:nvSpPr>
          <p:spPr>
            <a:xfrm>
              <a:off x="5946187" y="2064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4" name="pt11634"/>
            <p:cNvSpPr/>
            <p:nvPr/>
          </p:nvSpPr>
          <p:spPr>
            <a:xfrm>
              <a:off x="5357532" y="2064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5" name="pt11635"/>
            <p:cNvSpPr/>
            <p:nvPr/>
          </p:nvSpPr>
          <p:spPr>
            <a:xfrm>
              <a:off x="5456321" y="2142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6" name="pt11636"/>
            <p:cNvSpPr/>
            <p:nvPr/>
          </p:nvSpPr>
          <p:spPr>
            <a:xfrm>
              <a:off x="5460588" y="213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7" name="pt11637"/>
            <p:cNvSpPr/>
            <p:nvPr/>
          </p:nvSpPr>
          <p:spPr>
            <a:xfrm>
              <a:off x="5321229" y="2214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8" name="pt11638"/>
            <p:cNvSpPr/>
            <p:nvPr/>
          </p:nvSpPr>
          <p:spPr>
            <a:xfrm>
              <a:off x="5246136" y="2130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9" name="pt11639"/>
            <p:cNvSpPr/>
            <p:nvPr/>
          </p:nvSpPr>
          <p:spPr>
            <a:xfrm>
              <a:off x="5229262" y="2168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0" name="pt11640"/>
            <p:cNvSpPr/>
            <p:nvPr/>
          </p:nvSpPr>
          <p:spPr>
            <a:xfrm>
              <a:off x="4668883" y="2569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1" name="pt11641"/>
            <p:cNvSpPr/>
            <p:nvPr/>
          </p:nvSpPr>
          <p:spPr>
            <a:xfrm>
              <a:off x="5485427" y="2197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2" name="pt11642"/>
            <p:cNvSpPr/>
            <p:nvPr/>
          </p:nvSpPr>
          <p:spPr>
            <a:xfrm>
              <a:off x="5464058" y="2139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3" name="pt11643"/>
            <p:cNvSpPr/>
            <p:nvPr/>
          </p:nvSpPr>
          <p:spPr>
            <a:xfrm>
              <a:off x="5364644" y="2001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4" name="pt11644"/>
            <p:cNvSpPr/>
            <p:nvPr/>
          </p:nvSpPr>
          <p:spPr>
            <a:xfrm>
              <a:off x="5194106" y="2062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5" name="pt11645"/>
            <p:cNvSpPr/>
            <p:nvPr/>
          </p:nvSpPr>
          <p:spPr>
            <a:xfrm>
              <a:off x="5246758" y="2191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6" name="pt11646"/>
            <p:cNvSpPr/>
            <p:nvPr/>
          </p:nvSpPr>
          <p:spPr>
            <a:xfrm>
              <a:off x="5624868" y="1746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7" name="pt11647"/>
            <p:cNvSpPr/>
            <p:nvPr/>
          </p:nvSpPr>
          <p:spPr>
            <a:xfrm>
              <a:off x="5063519" y="2462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8" name="pt11648"/>
            <p:cNvSpPr/>
            <p:nvPr/>
          </p:nvSpPr>
          <p:spPr>
            <a:xfrm>
              <a:off x="5509312" y="1981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9" name="pt11649"/>
            <p:cNvSpPr/>
            <p:nvPr/>
          </p:nvSpPr>
          <p:spPr>
            <a:xfrm>
              <a:off x="5129358" y="2118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0" name="pt11650"/>
            <p:cNvSpPr/>
            <p:nvPr/>
          </p:nvSpPr>
          <p:spPr>
            <a:xfrm>
              <a:off x="5132414" y="1865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1" name="pt11651"/>
            <p:cNvSpPr/>
            <p:nvPr/>
          </p:nvSpPr>
          <p:spPr>
            <a:xfrm>
              <a:off x="5199146" y="2115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2" name="pt11652"/>
            <p:cNvSpPr/>
            <p:nvPr/>
          </p:nvSpPr>
          <p:spPr>
            <a:xfrm>
              <a:off x="5416257" y="2045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3" name="pt11653"/>
            <p:cNvSpPr/>
            <p:nvPr/>
          </p:nvSpPr>
          <p:spPr>
            <a:xfrm>
              <a:off x="5555158" y="2001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4" name="pt11654"/>
            <p:cNvSpPr/>
            <p:nvPr/>
          </p:nvSpPr>
          <p:spPr>
            <a:xfrm>
              <a:off x="5794582" y="1921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5" name="pt11655"/>
            <p:cNvSpPr/>
            <p:nvPr/>
          </p:nvSpPr>
          <p:spPr>
            <a:xfrm>
              <a:off x="5117911" y="2124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6" name="pt11656"/>
            <p:cNvSpPr/>
            <p:nvPr/>
          </p:nvSpPr>
          <p:spPr>
            <a:xfrm>
              <a:off x="5656797" y="1758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7" name="pt11657"/>
            <p:cNvSpPr/>
            <p:nvPr/>
          </p:nvSpPr>
          <p:spPr>
            <a:xfrm>
              <a:off x="5557455" y="2060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8" name="pt11658"/>
            <p:cNvSpPr/>
            <p:nvPr/>
          </p:nvSpPr>
          <p:spPr>
            <a:xfrm>
              <a:off x="5553527" y="2078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9" name="pt11659"/>
            <p:cNvSpPr/>
            <p:nvPr/>
          </p:nvSpPr>
          <p:spPr>
            <a:xfrm>
              <a:off x="5167727" y="2188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0" name="pt11660"/>
            <p:cNvSpPr/>
            <p:nvPr/>
          </p:nvSpPr>
          <p:spPr>
            <a:xfrm>
              <a:off x="5554669" y="1982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1" name="pt11661"/>
            <p:cNvSpPr/>
            <p:nvPr/>
          </p:nvSpPr>
          <p:spPr>
            <a:xfrm>
              <a:off x="5268593" y="2310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2" name="pt11662"/>
            <p:cNvSpPr/>
            <p:nvPr/>
          </p:nvSpPr>
          <p:spPr>
            <a:xfrm>
              <a:off x="5424307" y="2073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3" name="pt11663"/>
            <p:cNvSpPr/>
            <p:nvPr/>
          </p:nvSpPr>
          <p:spPr>
            <a:xfrm>
              <a:off x="5743926" y="2002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4" name="pt11664"/>
            <p:cNvSpPr/>
            <p:nvPr/>
          </p:nvSpPr>
          <p:spPr>
            <a:xfrm>
              <a:off x="5293922" y="2194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5" name="pt11665"/>
            <p:cNvSpPr/>
            <p:nvPr/>
          </p:nvSpPr>
          <p:spPr>
            <a:xfrm>
              <a:off x="4803032" y="2230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6" name="pt11666"/>
            <p:cNvSpPr/>
            <p:nvPr/>
          </p:nvSpPr>
          <p:spPr>
            <a:xfrm>
              <a:off x="5174509" y="2154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7" name="pt11667"/>
            <p:cNvSpPr/>
            <p:nvPr/>
          </p:nvSpPr>
          <p:spPr>
            <a:xfrm>
              <a:off x="5231459" y="2198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8" name="pt11668"/>
            <p:cNvSpPr/>
            <p:nvPr/>
          </p:nvSpPr>
          <p:spPr>
            <a:xfrm>
              <a:off x="5494070" y="1955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9" name="pt11669"/>
            <p:cNvSpPr/>
            <p:nvPr/>
          </p:nvSpPr>
          <p:spPr>
            <a:xfrm>
              <a:off x="5614794" y="1955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0" name="pt11670"/>
            <p:cNvSpPr/>
            <p:nvPr/>
          </p:nvSpPr>
          <p:spPr>
            <a:xfrm>
              <a:off x="5613261" y="1944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1" name="pt11671"/>
            <p:cNvSpPr/>
            <p:nvPr/>
          </p:nvSpPr>
          <p:spPr>
            <a:xfrm>
              <a:off x="5163340" y="2071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2" name="pt11672"/>
            <p:cNvSpPr/>
            <p:nvPr/>
          </p:nvSpPr>
          <p:spPr>
            <a:xfrm>
              <a:off x="5493241" y="2265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3" name="pt11673"/>
            <p:cNvSpPr/>
            <p:nvPr/>
          </p:nvSpPr>
          <p:spPr>
            <a:xfrm>
              <a:off x="5201704" y="2151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4" name="pt11674"/>
            <p:cNvSpPr/>
            <p:nvPr/>
          </p:nvSpPr>
          <p:spPr>
            <a:xfrm>
              <a:off x="5529209" y="1939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5" name="pt11675"/>
            <p:cNvSpPr/>
            <p:nvPr/>
          </p:nvSpPr>
          <p:spPr>
            <a:xfrm>
              <a:off x="5481354" y="2188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6" name="pt11676"/>
            <p:cNvSpPr/>
            <p:nvPr/>
          </p:nvSpPr>
          <p:spPr>
            <a:xfrm>
              <a:off x="5289230" y="2178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7" name="pt11677"/>
            <p:cNvSpPr/>
            <p:nvPr/>
          </p:nvSpPr>
          <p:spPr>
            <a:xfrm>
              <a:off x="5361233" y="2013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8" name="pt11678"/>
            <p:cNvSpPr/>
            <p:nvPr/>
          </p:nvSpPr>
          <p:spPr>
            <a:xfrm>
              <a:off x="5700066" y="1947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9" name="pt11679"/>
            <p:cNvSpPr/>
            <p:nvPr/>
          </p:nvSpPr>
          <p:spPr>
            <a:xfrm>
              <a:off x="5465931" y="2204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0" name="pt11680"/>
            <p:cNvSpPr/>
            <p:nvPr/>
          </p:nvSpPr>
          <p:spPr>
            <a:xfrm>
              <a:off x="5551811" y="2003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1" name="pt11681"/>
            <p:cNvSpPr/>
            <p:nvPr/>
          </p:nvSpPr>
          <p:spPr>
            <a:xfrm>
              <a:off x="5152509" y="2089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2" name="pt11682"/>
            <p:cNvSpPr/>
            <p:nvPr/>
          </p:nvSpPr>
          <p:spPr>
            <a:xfrm>
              <a:off x="5099519" y="2314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3" name="pt11683"/>
            <p:cNvSpPr/>
            <p:nvPr/>
          </p:nvSpPr>
          <p:spPr>
            <a:xfrm>
              <a:off x="5669301" y="1858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4" name="pt11684"/>
            <p:cNvSpPr/>
            <p:nvPr/>
          </p:nvSpPr>
          <p:spPr>
            <a:xfrm>
              <a:off x="5461794" y="2256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5" name="pt11685"/>
            <p:cNvSpPr/>
            <p:nvPr/>
          </p:nvSpPr>
          <p:spPr>
            <a:xfrm>
              <a:off x="5641040" y="1796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6" name="pt11686"/>
            <p:cNvSpPr/>
            <p:nvPr/>
          </p:nvSpPr>
          <p:spPr>
            <a:xfrm>
              <a:off x="5372409" y="1894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7" name="pt11687"/>
            <p:cNvSpPr/>
            <p:nvPr/>
          </p:nvSpPr>
          <p:spPr>
            <a:xfrm>
              <a:off x="5253021" y="2275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8" name="pt11688"/>
            <p:cNvSpPr/>
            <p:nvPr/>
          </p:nvSpPr>
          <p:spPr>
            <a:xfrm>
              <a:off x="5390260" y="2154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9" name="pt11689"/>
            <p:cNvSpPr/>
            <p:nvPr/>
          </p:nvSpPr>
          <p:spPr>
            <a:xfrm>
              <a:off x="5487889" y="1950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0" name="pt11690"/>
            <p:cNvSpPr/>
            <p:nvPr/>
          </p:nvSpPr>
          <p:spPr>
            <a:xfrm>
              <a:off x="5503089" y="2063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1" name="pt11691"/>
            <p:cNvSpPr/>
            <p:nvPr/>
          </p:nvSpPr>
          <p:spPr>
            <a:xfrm>
              <a:off x="5344881" y="2200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2" name="pt11692"/>
            <p:cNvSpPr/>
            <p:nvPr/>
          </p:nvSpPr>
          <p:spPr>
            <a:xfrm>
              <a:off x="5309237" y="2127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3" name="pt11693"/>
            <p:cNvSpPr/>
            <p:nvPr/>
          </p:nvSpPr>
          <p:spPr>
            <a:xfrm>
              <a:off x="5459260" y="2156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4" name="pt11694"/>
            <p:cNvSpPr/>
            <p:nvPr/>
          </p:nvSpPr>
          <p:spPr>
            <a:xfrm>
              <a:off x="5072571" y="2224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5" name="pt11695"/>
            <p:cNvSpPr/>
            <p:nvPr/>
          </p:nvSpPr>
          <p:spPr>
            <a:xfrm>
              <a:off x="5770326" y="1782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6" name="pt11696"/>
            <p:cNvSpPr/>
            <p:nvPr/>
          </p:nvSpPr>
          <p:spPr>
            <a:xfrm>
              <a:off x="5020144" y="2511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7" name="pt11697"/>
            <p:cNvSpPr/>
            <p:nvPr/>
          </p:nvSpPr>
          <p:spPr>
            <a:xfrm>
              <a:off x="5354937" y="1881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8" name="pt11698"/>
            <p:cNvSpPr/>
            <p:nvPr/>
          </p:nvSpPr>
          <p:spPr>
            <a:xfrm>
              <a:off x="5455997" y="2176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9" name="pt11699"/>
            <p:cNvSpPr/>
            <p:nvPr/>
          </p:nvSpPr>
          <p:spPr>
            <a:xfrm>
              <a:off x="5281035" y="1986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0" name="pt11700"/>
            <p:cNvSpPr/>
            <p:nvPr/>
          </p:nvSpPr>
          <p:spPr>
            <a:xfrm>
              <a:off x="5623259" y="1792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1" name="pt11701"/>
            <p:cNvSpPr/>
            <p:nvPr/>
          </p:nvSpPr>
          <p:spPr>
            <a:xfrm>
              <a:off x="4949660" y="2455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2" name="pt11702"/>
            <p:cNvSpPr/>
            <p:nvPr/>
          </p:nvSpPr>
          <p:spPr>
            <a:xfrm>
              <a:off x="5358759" y="2089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3" name="pt11703"/>
            <p:cNvSpPr/>
            <p:nvPr/>
          </p:nvSpPr>
          <p:spPr>
            <a:xfrm>
              <a:off x="4556979" y="2606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4" name="pt11704"/>
            <p:cNvSpPr/>
            <p:nvPr/>
          </p:nvSpPr>
          <p:spPr>
            <a:xfrm>
              <a:off x="5244824" y="2104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5" name="pt11705"/>
            <p:cNvSpPr/>
            <p:nvPr/>
          </p:nvSpPr>
          <p:spPr>
            <a:xfrm>
              <a:off x="5741693" y="1813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6" name="pt11706"/>
            <p:cNvSpPr/>
            <p:nvPr/>
          </p:nvSpPr>
          <p:spPr>
            <a:xfrm>
              <a:off x="5051874" y="2756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7" name="pt11707"/>
            <p:cNvSpPr/>
            <p:nvPr/>
          </p:nvSpPr>
          <p:spPr>
            <a:xfrm>
              <a:off x="5508057" y="2163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8" name="pt11708"/>
            <p:cNvSpPr/>
            <p:nvPr/>
          </p:nvSpPr>
          <p:spPr>
            <a:xfrm>
              <a:off x="5477596" y="2237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9" name="pt11709"/>
            <p:cNvSpPr/>
            <p:nvPr/>
          </p:nvSpPr>
          <p:spPr>
            <a:xfrm>
              <a:off x="5340596" y="2197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0" name="pt11710"/>
            <p:cNvSpPr/>
            <p:nvPr/>
          </p:nvSpPr>
          <p:spPr>
            <a:xfrm>
              <a:off x="5181212" y="2084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1" name="pt11711"/>
            <p:cNvSpPr/>
            <p:nvPr/>
          </p:nvSpPr>
          <p:spPr>
            <a:xfrm>
              <a:off x="4874294" y="2946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2" name="pt11712"/>
            <p:cNvSpPr/>
            <p:nvPr/>
          </p:nvSpPr>
          <p:spPr>
            <a:xfrm>
              <a:off x="5427259" y="2291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3" name="pt11713"/>
            <p:cNvSpPr/>
            <p:nvPr/>
          </p:nvSpPr>
          <p:spPr>
            <a:xfrm>
              <a:off x="5190873" y="2216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4" name="pt11714"/>
            <p:cNvSpPr/>
            <p:nvPr/>
          </p:nvSpPr>
          <p:spPr>
            <a:xfrm>
              <a:off x="4966447" y="2431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5" name="pt11715"/>
            <p:cNvSpPr/>
            <p:nvPr/>
          </p:nvSpPr>
          <p:spPr>
            <a:xfrm>
              <a:off x="5519082" y="1865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6" name="pt11716"/>
            <p:cNvSpPr/>
            <p:nvPr/>
          </p:nvSpPr>
          <p:spPr>
            <a:xfrm>
              <a:off x="5396975" y="2117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7" name="pt11717"/>
            <p:cNvSpPr/>
            <p:nvPr/>
          </p:nvSpPr>
          <p:spPr>
            <a:xfrm>
              <a:off x="5797656" y="1982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8" name="pt11718"/>
            <p:cNvSpPr/>
            <p:nvPr/>
          </p:nvSpPr>
          <p:spPr>
            <a:xfrm>
              <a:off x="5360426" y="1947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9" name="pt11719"/>
            <p:cNvSpPr/>
            <p:nvPr/>
          </p:nvSpPr>
          <p:spPr>
            <a:xfrm>
              <a:off x="5680877" y="2012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0" name="pt11720"/>
            <p:cNvSpPr/>
            <p:nvPr/>
          </p:nvSpPr>
          <p:spPr>
            <a:xfrm>
              <a:off x="5517108" y="1992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1" name="pt11721"/>
            <p:cNvSpPr/>
            <p:nvPr/>
          </p:nvSpPr>
          <p:spPr>
            <a:xfrm>
              <a:off x="5435159" y="2206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2" name="pt11722"/>
            <p:cNvSpPr/>
            <p:nvPr/>
          </p:nvSpPr>
          <p:spPr>
            <a:xfrm>
              <a:off x="4967609" y="2644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3" name="pt11723"/>
            <p:cNvSpPr/>
            <p:nvPr/>
          </p:nvSpPr>
          <p:spPr>
            <a:xfrm>
              <a:off x="4969807" y="2322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4" name="pt11724"/>
            <p:cNvSpPr/>
            <p:nvPr/>
          </p:nvSpPr>
          <p:spPr>
            <a:xfrm>
              <a:off x="5175964" y="2148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5" name="pt11725"/>
            <p:cNvSpPr/>
            <p:nvPr/>
          </p:nvSpPr>
          <p:spPr>
            <a:xfrm>
              <a:off x="5334479" y="2127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6" name="pt11726"/>
            <p:cNvSpPr/>
            <p:nvPr/>
          </p:nvSpPr>
          <p:spPr>
            <a:xfrm>
              <a:off x="5626457" y="1802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7" name="pt11727"/>
            <p:cNvSpPr/>
            <p:nvPr/>
          </p:nvSpPr>
          <p:spPr>
            <a:xfrm>
              <a:off x="5076253" y="2303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8" name="pt11728"/>
            <p:cNvSpPr/>
            <p:nvPr/>
          </p:nvSpPr>
          <p:spPr>
            <a:xfrm>
              <a:off x="5463107" y="2066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9" name="pt11729"/>
            <p:cNvSpPr/>
            <p:nvPr/>
          </p:nvSpPr>
          <p:spPr>
            <a:xfrm>
              <a:off x="5344803" y="2120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0" name="pt11730"/>
            <p:cNvSpPr/>
            <p:nvPr/>
          </p:nvSpPr>
          <p:spPr>
            <a:xfrm>
              <a:off x="5379144" y="1781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1" name="pt11731"/>
            <p:cNvSpPr/>
            <p:nvPr/>
          </p:nvSpPr>
          <p:spPr>
            <a:xfrm>
              <a:off x="5252457" y="202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2" name="pt11732"/>
            <p:cNvSpPr/>
            <p:nvPr/>
          </p:nvSpPr>
          <p:spPr>
            <a:xfrm>
              <a:off x="5017799" y="2536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3" name="pt11733"/>
            <p:cNvSpPr/>
            <p:nvPr/>
          </p:nvSpPr>
          <p:spPr>
            <a:xfrm>
              <a:off x="5474610" y="2136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4" name="pt11734"/>
            <p:cNvSpPr/>
            <p:nvPr/>
          </p:nvSpPr>
          <p:spPr>
            <a:xfrm>
              <a:off x="5357030" y="2057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5" name="pt11735"/>
            <p:cNvSpPr/>
            <p:nvPr/>
          </p:nvSpPr>
          <p:spPr>
            <a:xfrm>
              <a:off x="5389796" y="2174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6" name="pt11736"/>
            <p:cNvSpPr/>
            <p:nvPr/>
          </p:nvSpPr>
          <p:spPr>
            <a:xfrm>
              <a:off x="5315583" y="2252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7" name="pt11737"/>
            <p:cNvSpPr/>
            <p:nvPr/>
          </p:nvSpPr>
          <p:spPr>
            <a:xfrm>
              <a:off x="5511688" y="2026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8" name="pt11738"/>
            <p:cNvSpPr/>
            <p:nvPr/>
          </p:nvSpPr>
          <p:spPr>
            <a:xfrm>
              <a:off x="5450752" y="2153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9" name="pt11739"/>
            <p:cNvSpPr/>
            <p:nvPr/>
          </p:nvSpPr>
          <p:spPr>
            <a:xfrm>
              <a:off x="5534302" y="2066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0" name="pt11740"/>
            <p:cNvSpPr/>
            <p:nvPr/>
          </p:nvSpPr>
          <p:spPr>
            <a:xfrm>
              <a:off x="5416393" y="2142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1" name="pt11741"/>
            <p:cNvSpPr/>
            <p:nvPr/>
          </p:nvSpPr>
          <p:spPr>
            <a:xfrm>
              <a:off x="5325214" y="2117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2" name="pt11742"/>
            <p:cNvSpPr/>
            <p:nvPr/>
          </p:nvSpPr>
          <p:spPr>
            <a:xfrm>
              <a:off x="5316438" y="2089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3" name="pt11743"/>
            <p:cNvSpPr/>
            <p:nvPr/>
          </p:nvSpPr>
          <p:spPr>
            <a:xfrm>
              <a:off x="5509040" y="2072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4" name="pt11744"/>
            <p:cNvSpPr/>
            <p:nvPr/>
          </p:nvSpPr>
          <p:spPr>
            <a:xfrm>
              <a:off x="5358085" y="2061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5" name="pt11745"/>
            <p:cNvSpPr/>
            <p:nvPr/>
          </p:nvSpPr>
          <p:spPr>
            <a:xfrm>
              <a:off x="5709444" y="1903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6" name="pt11746"/>
            <p:cNvSpPr/>
            <p:nvPr/>
          </p:nvSpPr>
          <p:spPr>
            <a:xfrm>
              <a:off x="4884408" y="2672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7" name="pt11747"/>
            <p:cNvSpPr/>
            <p:nvPr/>
          </p:nvSpPr>
          <p:spPr>
            <a:xfrm>
              <a:off x="4900410" y="2685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8" name="pt11748"/>
            <p:cNvSpPr/>
            <p:nvPr/>
          </p:nvSpPr>
          <p:spPr>
            <a:xfrm>
              <a:off x="4978292" y="2476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9" name="pt11749"/>
            <p:cNvSpPr/>
            <p:nvPr/>
          </p:nvSpPr>
          <p:spPr>
            <a:xfrm>
              <a:off x="5259840" y="2225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0" name="pt11750"/>
            <p:cNvSpPr/>
            <p:nvPr/>
          </p:nvSpPr>
          <p:spPr>
            <a:xfrm>
              <a:off x="5384557" y="2155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1" name="pt11751"/>
            <p:cNvSpPr/>
            <p:nvPr/>
          </p:nvSpPr>
          <p:spPr>
            <a:xfrm>
              <a:off x="5696352" y="1871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2" name="pt11752"/>
            <p:cNvSpPr/>
            <p:nvPr/>
          </p:nvSpPr>
          <p:spPr>
            <a:xfrm>
              <a:off x="5107416" y="1914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3" name="pt11753"/>
            <p:cNvSpPr/>
            <p:nvPr/>
          </p:nvSpPr>
          <p:spPr>
            <a:xfrm>
              <a:off x="5127138" y="2095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4" name="pt11754"/>
            <p:cNvSpPr/>
            <p:nvPr/>
          </p:nvSpPr>
          <p:spPr>
            <a:xfrm>
              <a:off x="4943870" y="2496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5" name="pt11755"/>
            <p:cNvSpPr/>
            <p:nvPr/>
          </p:nvSpPr>
          <p:spPr>
            <a:xfrm>
              <a:off x="5675619" y="2023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6" name="pt11756"/>
            <p:cNvSpPr/>
            <p:nvPr/>
          </p:nvSpPr>
          <p:spPr>
            <a:xfrm>
              <a:off x="5462743" y="2118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7" name="pt11757"/>
            <p:cNvSpPr/>
            <p:nvPr/>
          </p:nvSpPr>
          <p:spPr>
            <a:xfrm>
              <a:off x="5556233" y="2010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8" name="pt11758"/>
            <p:cNvSpPr/>
            <p:nvPr/>
          </p:nvSpPr>
          <p:spPr>
            <a:xfrm>
              <a:off x="5668650" y="1978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9" name="pt11759"/>
            <p:cNvSpPr/>
            <p:nvPr/>
          </p:nvSpPr>
          <p:spPr>
            <a:xfrm>
              <a:off x="5307709" y="2198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0" name="pt11760"/>
            <p:cNvSpPr/>
            <p:nvPr/>
          </p:nvSpPr>
          <p:spPr>
            <a:xfrm>
              <a:off x="5467683" y="2231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1" name="pt11761"/>
            <p:cNvSpPr/>
            <p:nvPr/>
          </p:nvSpPr>
          <p:spPr>
            <a:xfrm>
              <a:off x="5107360" y="2197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2" name="pt11762"/>
            <p:cNvSpPr/>
            <p:nvPr/>
          </p:nvSpPr>
          <p:spPr>
            <a:xfrm>
              <a:off x="4769472" y="2929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3" name="pt11763"/>
            <p:cNvSpPr/>
            <p:nvPr/>
          </p:nvSpPr>
          <p:spPr>
            <a:xfrm>
              <a:off x="5512208" y="1897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4" name="pt11764"/>
            <p:cNvSpPr/>
            <p:nvPr/>
          </p:nvSpPr>
          <p:spPr>
            <a:xfrm>
              <a:off x="5487021" y="2235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5" name="pt11765"/>
            <p:cNvSpPr/>
            <p:nvPr/>
          </p:nvSpPr>
          <p:spPr>
            <a:xfrm>
              <a:off x="5045495" y="273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6" name="pt11766"/>
            <p:cNvSpPr/>
            <p:nvPr/>
          </p:nvSpPr>
          <p:spPr>
            <a:xfrm>
              <a:off x="5384442" y="2178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7" name="pt11767"/>
            <p:cNvSpPr/>
            <p:nvPr/>
          </p:nvSpPr>
          <p:spPr>
            <a:xfrm>
              <a:off x="5007544" y="2692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8" name="pt11768"/>
            <p:cNvSpPr/>
            <p:nvPr/>
          </p:nvSpPr>
          <p:spPr>
            <a:xfrm>
              <a:off x="5567503" y="1978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9" name="pt11769"/>
            <p:cNvSpPr/>
            <p:nvPr/>
          </p:nvSpPr>
          <p:spPr>
            <a:xfrm>
              <a:off x="5359008" y="2031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0" name="pt11770"/>
            <p:cNvSpPr/>
            <p:nvPr/>
          </p:nvSpPr>
          <p:spPr>
            <a:xfrm>
              <a:off x="5298206" y="2165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1" name="pt11771"/>
            <p:cNvSpPr/>
            <p:nvPr/>
          </p:nvSpPr>
          <p:spPr>
            <a:xfrm>
              <a:off x="5671442" y="2048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2" name="pt11772"/>
            <p:cNvSpPr/>
            <p:nvPr/>
          </p:nvSpPr>
          <p:spPr>
            <a:xfrm>
              <a:off x="5005988" y="2443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3" name="pt11773"/>
            <p:cNvSpPr/>
            <p:nvPr/>
          </p:nvSpPr>
          <p:spPr>
            <a:xfrm>
              <a:off x="5833585" y="1602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4" name="pt11774"/>
            <p:cNvSpPr/>
            <p:nvPr/>
          </p:nvSpPr>
          <p:spPr>
            <a:xfrm>
              <a:off x="5574471" y="1558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5" name="pt11775"/>
            <p:cNvSpPr/>
            <p:nvPr/>
          </p:nvSpPr>
          <p:spPr>
            <a:xfrm>
              <a:off x="4923432" y="223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6" name="pt11776"/>
            <p:cNvSpPr/>
            <p:nvPr/>
          </p:nvSpPr>
          <p:spPr>
            <a:xfrm>
              <a:off x="5345677" y="2047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7" name="pt11777"/>
            <p:cNvSpPr/>
            <p:nvPr/>
          </p:nvSpPr>
          <p:spPr>
            <a:xfrm>
              <a:off x="5539840" y="2122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8" name="pt11778"/>
            <p:cNvSpPr/>
            <p:nvPr/>
          </p:nvSpPr>
          <p:spPr>
            <a:xfrm>
              <a:off x="5307284" y="2228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9" name="pt11779"/>
            <p:cNvSpPr/>
            <p:nvPr/>
          </p:nvSpPr>
          <p:spPr>
            <a:xfrm>
              <a:off x="5679545" y="1947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0" name="pt11780"/>
            <p:cNvSpPr/>
            <p:nvPr/>
          </p:nvSpPr>
          <p:spPr>
            <a:xfrm>
              <a:off x="5201483" y="2102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1" name="pt11781"/>
            <p:cNvSpPr/>
            <p:nvPr/>
          </p:nvSpPr>
          <p:spPr>
            <a:xfrm>
              <a:off x="5098576" y="2247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2" name="pt11782"/>
            <p:cNvSpPr/>
            <p:nvPr/>
          </p:nvSpPr>
          <p:spPr>
            <a:xfrm>
              <a:off x="5841501" y="1896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3" name="pt11783"/>
            <p:cNvSpPr/>
            <p:nvPr/>
          </p:nvSpPr>
          <p:spPr>
            <a:xfrm>
              <a:off x="5245704" y="2142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4" name="pt11784"/>
            <p:cNvSpPr/>
            <p:nvPr/>
          </p:nvSpPr>
          <p:spPr>
            <a:xfrm>
              <a:off x="5462261" y="2095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5" name="pt11785"/>
            <p:cNvSpPr/>
            <p:nvPr/>
          </p:nvSpPr>
          <p:spPr>
            <a:xfrm>
              <a:off x="4663342" y="2774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6" name="pt11786"/>
            <p:cNvSpPr/>
            <p:nvPr/>
          </p:nvSpPr>
          <p:spPr>
            <a:xfrm>
              <a:off x="5530001" y="2101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7" name="pt11787"/>
            <p:cNvSpPr/>
            <p:nvPr/>
          </p:nvSpPr>
          <p:spPr>
            <a:xfrm>
              <a:off x="5400610" y="2100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8" name="pt11788"/>
            <p:cNvSpPr/>
            <p:nvPr/>
          </p:nvSpPr>
          <p:spPr>
            <a:xfrm>
              <a:off x="5376344" y="2097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9" name="pt11789"/>
            <p:cNvSpPr/>
            <p:nvPr/>
          </p:nvSpPr>
          <p:spPr>
            <a:xfrm>
              <a:off x="5234523" y="2290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0" name="pt11790"/>
            <p:cNvSpPr/>
            <p:nvPr/>
          </p:nvSpPr>
          <p:spPr>
            <a:xfrm>
              <a:off x="5437156" y="2071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1" name="pt11791"/>
            <p:cNvSpPr/>
            <p:nvPr/>
          </p:nvSpPr>
          <p:spPr>
            <a:xfrm>
              <a:off x="5235063" y="2198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2" name="pt11792"/>
            <p:cNvSpPr/>
            <p:nvPr/>
          </p:nvSpPr>
          <p:spPr>
            <a:xfrm>
              <a:off x="5053778" y="2684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3" name="pt11793"/>
            <p:cNvSpPr/>
            <p:nvPr/>
          </p:nvSpPr>
          <p:spPr>
            <a:xfrm>
              <a:off x="5224546" y="2208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4" name="pt11794"/>
            <p:cNvSpPr/>
            <p:nvPr/>
          </p:nvSpPr>
          <p:spPr>
            <a:xfrm>
              <a:off x="5242494" y="2131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5" name="pt11795"/>
            <p:cNvSpPr/>
            <p:nvPr/>
          </p:nvSpPr>
          <p:spPr>
            <a:xfrm>
              <a:off x="5377944" y="2058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6" name="pt11796"/>
            <p:cNvSpPr/>
            <p:nvPr/>
          </p:nvSpPr>
          <p:spPr>
            <a:xfrm>
              <a:off x="5609308" y="2045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7" name="pt11797"/>
            <p:cNvSpPr/>
            <p:nvPr/>
          </p:nvSpPr>
          <p:spPr>
            <a:xfrm>
              <a:off x="4992045" y="2021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8" name="pt11798"/>
            <p:cNvSpPr/>
            <p:nvPr/>
          </p:nvSpPr>
          <p:spPr>
            <a:xfrm>
              <a:off x="5224533" y="2125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9" name="pt11799"/>
            <p:cNvSpPr/>
            <p:nvPr/>
          </p:nvSpPr>
          <p:spPr>
            <a:xfrm>
              <a:off x="5273873" y="2002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0" name="pt11800"/>
            <p:cNvSpPr/>
            <p:nvPr/>
          </p:nvSpPr>
          <p:spPr>
            <a:xfrm>
              <a:off x="5588888" y="1737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1" name="pt11801"/>
            <p:cNvSpPr/>
            <p:nvPr/>
          </p:nvSpPr>
          <p:spPr>
            <a:xfrm>
              <a:off x="5051586" y="2702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2" name="pt11802"/>
            <p:cNvSpPr/>
            <p:nvPr/>
          </p:nvSpPr>
          <p:spPr>
            <a:xfrm>
              <a:off x="5734611" y="1763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3" name="pt11803"/>
            <p:cNvSpPr/>
            <p:nvPr/>
          </p:nvSpPr>
          <p:spPr>
            <a:xfrm>
              <a:off x="5607024" y="1975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4" name="pt11804"/>
            <p:cNvSpPr/>
            <p:nvPr/>
          </p:nvSpPr>
          <p:spPr>
            <a:xfrm>
              <a:off x="5104497" y="197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5" name="pt11805"/>
            <p:cNvSpPr/>
            <p:nvPr/>
          </p:nvSpPr>
          <p:spPr>
            <a:xfrm>
              <a:off x="5415367" y="2220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6" name="pt11806"/>
            <p:cNvSpPr/>
            <p:nvPr/>
          </p:nvSpPr>
          <p:spPr>
            <a:xfrm>
              <a:off x="5710464" y="1892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7" name="pt11807"/>
            <p:cNvSpPr/>
            <p:nvPr/>
          </p:nvSpPr>
          <p:spPr>
            <a:xfrm>
              <a:off x="5338801" y="2157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8" name="pt11808"/>
            <p:cNvSpPr/>
            <p:nvPr/>
          </p:nvSpPr>
          <p:spPr>
            <a:xfrm>
              <a:off x="5694930" y="1909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9" name="pt11809"/>
            <p:cNvSpPr/>
            <p:nvPr/>
          </p:nvSpPr>
          <p:spPr>
            <a:xfrm>
              <a:off x="4892391" y="2693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0" name="pt11810"/>
            <p:cNvSpPr/>
            <p:nvPr/>
          </p:nvSpPr>
          <p:spPr>
            <a:xfrm>
              <a:off x="5096215" y="2147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1" name="pt11811"/>
            <p:cNvSpPr/>
            <p:nvPr/>
          </p:nvSpPr>
          <p:spPr>
            <a:xfrm>
              <a:off x="4890153" y="2791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2" name="pt11812"/>
            <p:cNvSpPr/>
            <p:nvPr/>
          </p:nvSpPr>
          <p:spPr>
            <a:xfrm>
              <a:off x="5355571" y="2054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3" name="pt11813"/>
            <p:cNvSpPr/>
            <p:nvPr/>
          </p:nvSpPr>
          <p:spPr>
            <a:xfrm>
              <a:off x="5767994" y="1423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4" name="pt11814"/>
            <p:cNvSpPr/>
            <p:nvPr/>
          </p:nvSpPr>
          <p:spPr>
            <a:xfrm>
              <a:off x="5219798" y="2295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5" name="pt11815"/>
            <p:cNvSpPr/>
            <p:nvPr/>
          </p:nvSpPr>
          <p:spPr>
            <a:xfrm>
              <a:off x="5620384" y="1738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6" name="pt11816"/>
            <p:cNvSpPr/>
            <p:nvPr/>
          </p:nvSpPr>
          <p:spPr>
            <a:xfrm>
              <a:off x="5463637" y="2233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7" name="pt11817"/>
            <p:cNvSpPr/>
            <p:nvPr/>
          </p:nvSpPr>
          <p:spPr>
            <a:xfrm>
              <a:off x="5483851" y="2253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8" name="pt11818"/>
            <p:cNvSpPr/>
            <p:nvPr/>
          </p:nvSpPr>
          <p:spPr>
            <a:xfrm>
              <a:off x="5262783" y="2274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9" name="pt11819"/>
            <p:cNvSpPr/>
            <p:nvPr/>
          </p:nvSpPr>
          <p:spPr>
            <a:xfrm>
              <a:off x="5614563" y="2139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0" name="pt11820"/>
            <p:cNvSpPr/>
            <p:nvPr/>
          </p:nvSpPr>
          <p:spPr>
            <a:xfrm>
              <a:off x="5338163" y="1998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1" name="pt11821"/>
            <p:cNvSpPr/>
            <p:nvPr/>
          </p:nvSpPr>
          <p:spPr>
            <a:xfrm>
              <a:off x="5515280" y="1974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2" name="pt11822"/>
            <p:cNvSpPr/>
            <p:nvPr/>
          </p:nvSpPr>
          <p:spPr>
            <a:xfrm>
              <a:off x="5546484" y="2008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3" name="pt11823"/>
            <p:cNvSpPr/>
            <p:nvPr/>
          </p:nvSpPr>
          <p:spPr>
            <a:xfrm>
              <a:off x="5187810" y="2111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4" name="pt11824"/>
            <p:cNvSpPr/>
            <p:nvPr/>
          </p:nvSpPr>
          <p:spPr>
            <a:xfrm>
              <a:off x="5232943" y="2140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5" name="pt11825"/>
            <p:cNvSpPr/>
            <p:nvPr/>
          </p:nvSpPr>
          <p:spPr>
            <a:xfrm>
              <a:off x="5179956" y="2140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6" name="pt11826"/>
            <p:cNvSpPr/>
            <p:nvPr/>
          </p:nvSpPr>
          <p:spPr>
            <a:xfrm>
              <a:off x="5441573" y="2025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7" name="pt11827"/>
            <p:cNvSpPr/>
            <p:nvPr/>
          </p:nvSpPr>
          <p:spPr>
            <a:xfrm>
              <a:off x="5459114" y="2232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8" name="pt11828"/>
            <p:cNvSpPr/>
            <p:nvPr/>
          </p:nvSpPr>
          <p:spPr>
            <a:xfrm>
              <a:off x="5600989" y="188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9" name="pt11829"/>
            <p:cNvSpPr/>
            <p:nvPr/>
          </p:nvSpPr>
          <p:spPr>
            <a:xfrm>
              <a:off x="5116471" y="2047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0" name="pt11830"/>
            <p:cNvSpPr/>
            <p:nvPr/>
          </p:nvSpPr>
          <p:spPr>
            <a:xfrm>
              <a:off x="4889188" y="229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1" name="pt11831"/>
            <p:cNvSpPr/>
            <p:nvPr/>
          </p:nvSpPr>
          <p:spPr>
            <a:xfrm>
              <a:off x="5344401" y="206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2" name="pt11832"/>
            <p:cNvSpPr/>
            <p:nvPr/>
          </p:nvSpPr>
          <p:spPr>
            <a:xfrm>
              <a:off x="5857809" y="1628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3" name="pt11833"/>
            <p:cNvSpPr/>
            <p:nvPr/>
          </p:nvSpPr>
          <p:spPr>
            <a:xfrm>
              <a:off x="5009808" y="2434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4" name="pt11834"/>
            <p:cNvSpPr/>
            <p:nvPr/>
          </p:nvSpPr>
          <p:spPr>
            <a:xfrm>
              <a:off x="5288941" y="1996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5" name="pt11835"/>
            <p:cNvSpPr/>
            <p:nvPr/>
          </p:nvSpPr>
          <p:spPr>
            <a:xfrm>
              <a:off x="5586695" y="1670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6" name="pt11836"/>
            <p:cNvSpPr/>
            <p:nvPr/>
          </p:nvSpPr>
          <p:spPr>
            <a:xfrm>
              <a:off x="5329324" y="2067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7" name="pt11837"/>
            <p:cNvSpPr/>
            <p:nvPr/>
          </p:nvSpPr>
          <p:spPr>
            <a:xfrm>
              <a:off x="5367425" y="2024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8" name="pt11838"/>
            <p:cNvSpPr/>
            <p:nvPr/>
          </p:nvSpPr>
          <p:spPr>
            <a:xfrm>
              <a:off x="4805169" y="1755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9" name="pt11839"/>
            <p:cNvSpPr/>
            <p:nvPr/>
          </p:nvSpPr>
          <p:spPr>
            <a:xfrm>
              <a:off x="5243071" y="2124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0" name="pt11840"/>
            <p:cNvSpPr/>
            <p:nvPr/>
          </p:nvSpPr>
          <p:spPr>
            <a:xfrm>
              <a:off x="5397966" y="2036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1" name="pt11841"/>
            <p:cNvSpPr/>
            <p:nvPr/>
          </p:nvSpPr>
          <p:spPr>
            <a:xfrm>
              <a:off x="5369707" y="1866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2" name="pt11842"/>
            <p:cNvSpPr/>
            <p:nvPr/>
          </p:nvSpPr>
          <p:spPr>
            <a:xfrm>
              <a:off x="5473978" y="2167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3" name="pt11843"/>
            <p:cNvSpPr/>
            <p:nvPr/>
          </p:nvSpPr>
          <p:spPr>
            <a:xfrm>
              <a:off x="4847588" y="2637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4" name="pt11844"/>
            <p:cNvSpPr/>
            <p:nvPr/>
          </p:nvSpPr>
          <p:spPr>
            <a:xfrm>
              <a:off x="5493559" y="192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5" name="pt11845"/>
            <p:cNvSpPr/>
            <p:nvPr/>
          </p:nvSpPr>
          <p:spPr>
            <a:xfrm>
              <a:off x="5353311" y="2081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6" name="pt11846"/>
            <p:cNvSpPr/>
            <p:nvPr/>
          </p:nvSpPr>
          <p:spPr>
            <a:xfrm>
              <a:off x="5767976" y="1653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7" name="pt11847"/>
            <p:cNvSpPr/>
            <p:nvPr/>
          </p:nvSpPr>
          <p:spPr>
            <a:xfrm>
              <a:off x="5368322" y="1918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8" name="pt11848"/>
            <p:cNvSpPr/>
            <p:nvPr/>
          </p:nvSpPr>
          <p:spPr>
            <a:xfrm>
              <a:off x="4973990" y="2575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9" name="pt11849"/>
            <p:cNvSpPr/>
            <p:nvPr/>
          </p:nvSpPr>
          <p:spPr>
            <a:xfrm>
              <a:off x="5424017" y="2113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0" name="pt11850"/>
            <p:cNvSpPr/>
            <p:nvPr/>
          </p:nvSpPr>
          <p:spPr>
            <a:xfrm>
              <a:off x="5321711" y="2301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1" name="pt11851"/>
            <p:cNvSpPr/>
            <p:nvPr/>
          </p:nvSpPr>
          <p:spPr>
            <a:xfrm>
              <a:off x="5302548" y="2160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2" name="pt11852"/>
            <p:cNvSpPr/>
            <p:nvPr/>
          </p:nvSpPr>
          <p:spPr>
            <a:xfrm>
              <a:off x="5696418" y="1835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3" name="pt11853"/>
            <p:cNvSpPr/>
            <p:nvPr/>
          </p:nvSpPr>
          <p:spPr>
            <a:xfrm>
              <a:off x="5288795" y="2101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4" name="pt11854"/>
            <p:cNvSpPr/>
            <p:nvPr/>
          </p:nvSpPr>
          <p:spPr>
            <a:xfrm>
              <a:off x="5492643" y="2080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5" name="pt11855"/>
            <p:cNvSpPr/>
            <p:nvPr/>
          </p:nvSpPr>
          <p:spPr>
            <a:xfrm>
              <a:off x="5169609" y="217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6" name="pt11856"/>
            <p:cNvSpPr/>
            <p:nvPr/>
          </p:nvSpPr>
          <p:spPr>
            <a:xfrm>
              <a:off x="5395713" y="2127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7" name="pt11857"/>
            <p:cNvSpPr/>
            <p:nvPr/>
          </p:nvSpPr>
          <p:spPr>
            <a:xfrm>
              <a:off x="5330418" y="2123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8" name="pt11858"/>
            <p:cNvSpPr/>
            <p:nvPr/>
          </p:nvSpPr>
          <p:spPr>
            <a:xfrm>
              <a:off x="5026580" y="2640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9" name="pt11859"/>
            <p:cNvSpPr/>
            <p:nvPr/>
          </p:nvSpPr>
          <p:spPr>
            <a:xfrm>
              <a:off x="5088135" y="2061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0" name="pt11860"/>
            <p:cNvSpPr/>
            <p:nvPr/>
          </p:nvSpPr>
          <p:spPr>
            <a:xfrm>
              <a:off x="5421583" y="2049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1" name="pt11861"/>
            <p:cNvSpPr/>
            <p:nvPr/>
          </p:nvSpPr>
          <p:spPr>
            <a:xfrm>
              <a:off x="5224961" y="2146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2" name="pt11862"/>
            <p:cNvSpPr/>
            <p:nvPr/>
          </p:nvSpPr>
          <p:spPr>
            <a:xfrm>
              <a:off x="5276486" y="2048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3" name="pt11863"/>
            <p:cNvSpPr/>
            <p:nvPr/>
          </p:nvSpPr>
          <p:spPr>
            <a:xfrm>
              <a:off x="4894906" y="2572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4" name="pt11864"/>
            <p:cNvSpPr/>
            <p:nvPr/>
          </p:nvSpPr>
          <p:spPr>
            <a:xfrm>
              <a:off x="5597463" y="1945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5" name="pt11865"/>
            <p:cNvSpPr/>
            <p:nvPr/>
          </p:nvSpPr>
          <p:spPr>
            <a:xfrm>
              <a:off x="5510401" y="2022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6" name="pt11866"/>
            <p:cNvSpPr/>
            <p:nvPr/>
          </p:nvSpPr>
          <p:spPr>
            <a:xfrm>
              <a:off x="4889668" y="2555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7" name="pt11867"/>
            <p:cNvSpPr/>
            <p:nvPr/>
          </p:nvSpPr>
          <p:spPr>
            <a:xfrm>
              <a:off x="5060587" y="2510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8" name="pt11868"/>
            <p:cNvSpPr/>
            <p:nvPr/>
          </p:nvSpPr>
          <p:spPr>
            <a:xfrm>
              <a:off x="5331358" y="2084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9" name="pt11869"/>
            <p:cNvSpPr/>
            <p:nvPr/>
          </p:nvSpPr>
          <p:spPr>
            <a:xfrm>
              <a:off x="5399162" y="2122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0" name="pt11870"/>
            <p:cNvSpPr/>
            <p:nvPr/>
          </p:nvSpPr>
          <p:spPr>
            <a:xfrm>
              <a:off x="5313553" y="2198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1" name="pt11871"/>
            <p:cNvSpPr/>
            <p:nvPr/>
          </p:nvSpPr>
          <p:spPr>
            <a:xfrm>
              <a:off x="5337831" y="2163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2" name="pt11872"/>
            <p:cNvSpPr/>
            <p:nvPr/>
          </p:nvSpPr>
          <p:spPr>
            <a:xfrm>
              <a:off x="5081080" y="2354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3" name="pt11873"/>
            <p:cNvSpPr/>
            <p:nvPr/>
          </p:nvSpPr>
          <p:spPr>
            <a:xfrm>
              <a:off x="4992684" y="2082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4" name="pt11874"/>
            <p:cNvSpPr/>
            <p:nvPr/>
          </p:nvSpPr>
          <p:spPr>
            <a:xfrm>
              <a:off x="5924931" y="1769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5" name="pt11875"/>
            <p:cNvSpPr/>
            <p:nvPr/>
          </p:nvSpPr>
          <p:spPr>
            <a:xfrm>
              <a:off x="5199528" y="2139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6" name="pt11876"/>
            <p:cNvSpPr/>
            <p:nvPr/>
          </p:nvSpPr>
          <p:spPr>
            <a:xfrm>
              <a:off x="5405384" y="2157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7" name="pt11877"/>
            <p:cNvSpPr/>
            <p:nvPr/>
          </p:nvSpPr>
          <p:spPr>
            <a:xfrm>
              <a:off x="5448869" y="2183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8" name="pt11878"/>
            <p:cNvSpPr/>
            <p:nvPr/>
          </p:nvSpPr>
          <p:spPr>
            <a:xfrm>
              <a:off x="5274654" y="2092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9" name="pt11879"/>
            <p:cNvSpPr/>
            <p:nvPr/>
          </p:nvSpPr>
          <p:spPr>
            <a:xfrm>
              <a:off x="5522492" y="1889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0" name="pt11880"/>
            <p:cNvSpPr/>
            <p:nvPr/>
          </p:nvSpPr>
          <p:spPr>
            <a:xfrm>
              <a:off x="5428577" y="2161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1" name="pt11881"/>
            <p:cNvSpPr/>
            <p:nvPr/>
          </p:nvSpPr>
          <p:spPr>
            <a:xfrm>
              <a:off x="5654527" y="1891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2" name="pt11882"/>
            <p:cNvSpPr/>
            <p:nvPr/>
          </p:nvSpPr>
          <p:spPr>
            <a:xfrm>
              <a:off x="5534194" y="1961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3" name="pt11883"/>
            <p:cNvSpPr/>
            <p:nvPr/>
          </p:nvSpPr>
          <p:spPr>
            <a:xfrm>
              <a:off x="5280589" y="2137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4" name="pt11884"/>
            <p:cNvSpPr/>
            <p:nvPr/>
          </p:nvSpPr>
          <p:spPr>
            <a:xfrm>
              <a:off x="5134904" y="1793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5" name="pt11885"/>
            <p:cNvSpPr/>
            <p:nvPr/>
          </p:nvSpPr>
          <p:spPr>
            <a:xfrm>
              <a:off x="5091466" y="2079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6" name="pt11886"/>
            <p:cNvSpPr/>
            <p:nvPr/>
          </p:nvSpPr>
          <p:spPr>
            <a:xfrm>
              <a:off x="5300642" y="2217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7" name="pt11887"/>
            <p:cNvSpPr/>
            <p:nvPr/>
          </p:nvSpPr>
          <p:spPr>
            <a:xfrm>
              <a:off x="5514127" y="1911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8" name="pt11888"/>
            <p:cNvSpPr/>
            <p:nvPr/>
          </p:nvSpPr>
          <p:spPr>
            <a:xfrm>
              <a:off x="5321308" y="2229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9" name="pt11889"/>
            <p:cNvSpPr/>
            <p:nvPr/>
          </p:nvSpPr>
          <p:spPr>
            <a:xfrm>
              <a:off x="5075330" y="2318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0" name="pt11890"/>
            <p:cNvSpPr/>
            <p:nvPr/>
          </p:nvSpPr>
          <p:spPr>
            <a:xfrm>
              <a:off x="5096100" y="2189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1" name="pt11891"/>
            <p:cNvSpPr/>
            <p:nvPr/>
          </p:nvSpPr>
          <p:spPr>
            <a:xfrm>
              <a:off x="5280728" y="2081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2" name="pt11892"/>
            <p:cNvSpPr/>
            <p:nvPr/>
          </p:nvSpPr>
          <p:spPr>
            <a:xfrm>
              <a:off x="5535959" y="1936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3" name="pt11893"/>
            <p:cNvSpPr/>
            <p:nvPr/>
          </p:nvSpPr>
          <p:spPr>
            <a:xfrm>
              <a:off x="4773237" y="2595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4" name="pt11894"/>
            <p:cNvSpPr/>
            <p:nvPr/>
          </p:nvSpPr>
          <p:spPr>
            <a:xfrm>
              <a:off x="5410924" y="2255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5" name="pt11895"/>
            <p:cNvSpPr/>
            <p:nvPr/>
          </p:nvSpPr>
          <p:spPr>
            <a:xfrm>
              <a:off x="5428163" y="2064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6" name="pt11896"/>
            <p:cNvSpPr/>
            <p:nvPr/>
          </p:nvSpPr>
          <p:spPr>
            <a:xfrm>
              <a:off x="5498145" y="2186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7" name="pt11897"/>
            <p:cNvSpPr/>
            <p:nvPr/>
          </p:nvSpPr>
          <p:spPr>
            <a:xfrm>
              <a:off x="5259862" y="2184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8" name="pt11898"/>
            <p:cNvSpPr/>
            <p:nvPr/>
          </p:nvSpPr>
          <p:spPr>
            <a:xfrm>
              <a:off x="5402771" y="2177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9" name="pt11899"/>
            <p:cNvSpPr/>
            <p:nvPr/>
          </p:nvSpPr>
          <p:spPr>
            <a:xfrm>
              <a:off x="5039582" y="2452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0" name="pt11900"/>
            <p:cNvSpPr/>
            <p:nvPr/>
          </p:nvSpPr>
          <p:spPr>
            <a:xfrm>
              <a:off x="5388625" y="2235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1" name="pt11901"/>
            <p:cNvSpPr/>
            <p:nvPr/>
          </p:nvSpPr>
          <p:spPr>
            <a:xfrm>
              <a:off x="4953652" y="2747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2" name="pt11902"/>
            <p:cNvSpPr/>
            <p:nvPr/>
          </p:nvSpPr>
          <p:spPr>
            <a:xfrm>
              <a:off x="5539165" y="2102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3" name="pt11903"/>
            <p:cNvSpPr/>
            <p:nvPr/>
          </p:nvSpPr>
          <p:spPr>
            <a:xfrm>
              <a:off x="5610360" y="2012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4" name="pt11904"/>
            <p:cNvSpPr/>
            <p:nvPr/>
          </p:nvSpPr>
          <p:spPr>
            <a:xfrm>
              <a:off x="5106197" y="2281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5" name="pt11905"/>
            <p:cNvSpPr/>
            <p:nvPr/>
          </p:nvSpPr>
          <p:spPr>
            <a:xfrm>
              <a:off x="5299494" y="2208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6" name="pt11906"/>
            <p:cNvSpPr/>
            <p:nvPr/>
          </p:nvSpPr>
          <p:spPr>
            <a:xfrm>
              <a:off x="5814112" y="2106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7" name="pt11907"/>
            <p:cNvSpPr/>
            <p:nvPr/>
          </p:nvSpPr>
          <p:spPr>
            <a:xfrm>
              <a:off x="4926010" y="2407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8" name="pt11908"/>
            <p:cNvSpPr/>
            <p:nvPr/>
          </p:nvSpPr>
          <p:spPr>
            <a:xfrm>
              <a:off x="5731474" y="2163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9" name="pt11909"/>
            <p:cNvSpPr/>
            <p:nvPr/>
          </p:nvSpPr>
          <p:spPr>
            <a:xfrm>
              <a:off x="5233209" y="215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0" name="pt11910"/>
            <p:cNvSpPr/>
            <p:nvPr/>
          </p:nvSpPr>
          <p:spPr>
            <a:xfrm>
              <a:off x="5313748" y="2196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1" name="pt11911"/>
            <p:cNvSpPr/>
            <p:nvPr/>
          </p:nvSpPr>
          <p:spPr>
            <a:xfrm>
              <a:off x="4912561" y="2116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2" name="pt11912"/>
            <p:cNvSpPr/>
            <p:nvPr/>
          </p:nvSpPr>
          <p:spPr>
            <a:xfrm>
              <a:off x="5179631" y="2073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3" name="pt11913"/>
            <p:cNvSpPr/>
            <p:nvPr/>
          </p:nvSpPr>
          <p:spPr>
            <a:xfrm>
              <a:off x="5253093" y="2310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4" name="pt11914"/>
            <p:cNvSpPr/>
            <p:nvPr/>
          </p:nvSpPr>
          <p:spPr>
            <a:xfrm>
              <a:off x="4931343" y="2531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5" name="pt11915"/>
            <p:cNvSpPr/>
            <p:nvPr/>
          </p:nvSpPr>
          <p:spPr>
            <a:xfrm>
              <a:off x="5284585" y="2069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6" name="pt11916"/>
            <p:cNvSpPr/>
            <p:nvPr/>
          </p:nvSpPr>
          <p:spPr>
            <a:xfrm>
              <a:off x="5107012" y="2182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7" name="pt11917"/>
            <p:cNvSpPr/>
            <p:nvPr/>
          </p:nvSpPr>
          <p:spPr>
            <a:xfrm>
              <a:off x="5090832" y="2318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8" name="pt11918"/>
            <p:cNvSpPr/>
            <p:nvPr/>
          </p:nvSpPr>
          <p:spPr>
            <a:xfrm>
              <a:off x="5242521" y="1975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9" name="pt11919"/>
            <p:cNvSpPr/>
            <p:nvPr/>
          </p:nvSpPr>
          <p:spPr>
            <a:xfrm>
              <a:off x="5016756" y="2555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0" name="pt11920"/>
            <p:cNvSpPr/>
            <p:nvPr/>
          </p:nvSpPr>
          <p:spPr>
            <a:xfrm>
              <a:off x="5482213" y="2241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1" name="pt11921"/>
            <p:cNvSpPr/>
            <p:nvPr/>
          </p:nvSpPr>
          <p:spPr>
            <a:xfrm>
              <a:off x="5422919" y="2135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2" name="pt11922"/>
            <p:cNvSpPr/>
            <p:nvPr/>
          </p:nvSpPr>
          <p:spPr>
            <a:xfrm>
              <a:off x="5499126" y="1999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3" name="pt11923"/>
            <p:cNvSpPr/>
            <p:nvPr/>
          </p:nvSpPr>
          <p:spPr>
            <a:xfrm>
              <a:off x="5045625" y="2622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4" name="pt11924"/>
            <p:cNvSpPr/>
            <p:nvPr/>
          </p:nvSpPr>
          <p:spPr>
            <a:xfrm>
              <a:off x="5282539" y="2023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5" name="pt11925"/>
            <p:cNvSpPr/>
            <p:nvPr/>
          </p:nvSpPr>
          <p:spPr>
            <a:xfrm>
              <a:off x="5006067" y="2694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6" name="pt11926"/>
            <p:cNvSpPr/>
            <p:nvPr/>
          </p:nvSpPr>
          <p:spPr>
            <a:xfrm>
              <a:off x="5625183" y="1695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7" name="pt11927"/>
            <p:cNvSpPr/>
            <p:nvPr/>
          </p:nvSpPr>
          <p:spPr>
            <a:xfrm>
              <a:off x="5091236" y="2208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8" name="pt11928"/>
            <p:cNvSpPr/>
            <p:nvPr/>
          </p:nvSpPr>
          <p:spPr>
            <a:xfrm>
              <a:off x="5492933" y="2035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9" name="pt11929"/>
            <p:cNvSpPr/>
            <p:nvPr/>
          </p:nvSpPr>
          <p:spPr>
            <a:xfrm>
              <a:off x="5454675" y="2285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0" name="pt11930"/>
            <p:cNvSpPr/>
            <p:nvPr/>
          </p:nvSpPr>
          <p:spPr>
            <a:xfrm>
              <a:off x="5104323" y="2156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1" name="pt11931"/>
            <p:cNvSpPr/>
            <p:nvPr/>
          </p:nvSpPr>
          <p:spPr>
            <a:xfrm>
              <a:off x="4952469" y="257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2" name="pt11932"/>
            <p:cNvSpPr/>
            <p:nvPr/>
          </p:nvSpPr>
          <p:spPr>
            <a:xfrm>
              <a:off x="5229298" y="2212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3" name="pt11933"/>
            <p:cNvSpPr/>
            <p:nvPr/>
          </p:nvSpPr>
          <p:spPr>
            <a:xfrm>
              <a:off x="5286585" y="2076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4" name="pt11934"/>
            <p:cNvSpPr/>
            <p:nvPr/>
          </p:nvSpPr>
          <p:spPr>
            <a:xfrm>
              <a:off x="5726727" y="1995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5" name="pt11935"/>
            <p:cNvSpPr/>
            <p:nvPr/>
          </p:nvSpPr>
          <p:spPr>
            <a:xfrm>
              <a:off x="5738381" y="1844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6" name="pt11936"/>
            <p:cNvSpPr/>
            <p:nvPr/>
          </p:nvSpPr>
          <p:spPr>
            <a:xfrm>
              <a:off x="5470131" y="2228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7" name="pt11937"/>
            <p:cNvSpPr/>
            <p:nvPr/>
          </p:nvSpPr>
          <p:spPr>
            <a:xfrm>
              <a:off x="5241092" y="2194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8" name="pt11938"/>
            <p:cNvSpPr/>
            <p:nvPr/>
          </p:nvSpPr>
          <p:spPr>
            <a:xfrm>
              <a:off x="5183359" y="2243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9" name="pt11939"/>
            <p:cNvSpPr/>
            <p:nvPr/>
          </p:nvSpPr>
          <p:spPr>
            <a:xfrm>
              <a:off x="5204012" y="2142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0" name="pt11940"/>
            <p:cNvSpPr/>
            <p:nvPr/>
          </p:nvSpPr>
          <p:spPr>
            <a:xfrm>
              <a:off x="4961891" y="2423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1" name="pt11941"/>
            <p:cNvSpPr/>
            <p:nvPr/>
          </p:nvSpPr>
          <p:spPr>
            <a:xfrm>
              <a:off x="5800414" y="1750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2" name="pt11942"/>
            <p:cNvSpPr/>
            <p:nvPr/>
          </p:nvSpPr>
          <p:spPr>
            <a:xfrm>
              <a:off x="5394767" y="2301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3" name="pt11943"/>
            <p:cNvSpPr/>
            <p:nvPr/>
          </p:nvSpPr>
          <p:spPr>
            <a:xfrm>
              <a:off x="5213192" y="2025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4" name="pt11944"/>
            <p:cNvSpPr/>
            <p:nvPr/>
          </p:nvSpPr>
          <p:spPr>
            <a:xfrm>
              <a:off x="5519716" y="1966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5" name="pt11945"/>
            <p:cNvSpPr/>
            <p:nvPr/>
          </p:nvSpPr>
          <p:spPr>
            <a:xfrm>
              <a:off x="5129872" y="2094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6" name="pt11946"/>
            <p:cNvSpPr/>
            <p:nvPr/>
          </p:nvSpPr>
          <p:spPr>
            <a:xfrm>
              <a:off x="4876474" y="2526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7" name="pt11947"/>
            <p:cNvSpPr/>
            <p:nvPr/>
          </p:nvSpPr>
          <p:spPr>
            <a:xfrm>
              <a:off x="5142926" y="2126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8" name="pt11948"/>
            <p:cNvSpPr/>
            <p:nvPr/>
          </p:nvSpPr>
          <p:spPr>
            <a:xfrm>
              <a:off x="5185269" y="2215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9" name="pt11949"/>
            <p:cNvSpPr/>
            <p:nvPr/>
          </p:nvSpPr>
          <p:spPr>
            <a:xfrm>
              <a:off x="5330812" y="2117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0" name="pt11950"/>
            <p:cNvSpPr/>
            <p:nvPr/>
          </p:nvSpPr>
          <p:spPr>
            <a:xfrm>
              <a:off x="5054153" y="2847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1" name="pt11951"/>
            <p:cNvSpPr/>
            <p:nvPr/>
          </p:nvSpPr>
          <p:spPr>
            <a:xfrm>
              <a:off x="5802805" y="1683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2" name="pt11952"/>
            <p:cNvSpPr/>
            <p:nvPr/>
          </p:nvSpPr>
          <p:spPr>
            <a:xfrm>
              <a:off x="5447653" y="2192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3" name="pt11953"/>
            <p:cNvSpPr/>
            <p:nvPr/>
          </p:nvSpPr>
          <p:spPr>
            <a:xfrm>
              <a:off x="5067368" y="2427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4" name="pt11954"/>
            <p:cNvSpPr/>
            <p:nvPr/>
          </p:nvSpPr>
          <p:spPr>
            <a:xfrm>
              <a:off x="5318667" y="2304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5" name="pt11955"/>
            <p:cNvSpPr/>
            <p:nvPr/>
          </p:nvSpPr>
          <p:spPr>
            <a:xfrm>
              <a:off x="5408294" y="2260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6" name="pt11956"/>
            <p:cNvSpPr/>
            <p:nvPr/>
          </p:nvSpPr>
          <p:spPr>
            <a:xfrm>
              <a:off x="5335847" y="2165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7" name="pt11957"/>
            <p:cNvSpPr/>
            <p:nvPr/>
          </p:nvSpPr>
          <p:spPr>
            <a:xfrm>
              <a:off x="4778405" y="3040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8" name="pt11958"/>
            <p:cNvSpPr/>
            <p:nvPr/>
          </p:nvSpPr>
          <p:spPr>
            <a:xfrm>
              <a:off x="5480426" y="2203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9" name="pt11959"/>
            <p:cNvSpPr/>
            <p:nvPr/>
          </p:nvSpPr>
          <p:spPr>
            <a:xfrm>
              <a:off x="5723069" y="2015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0" name="pt11960"/>
            <p:cNvSpPr/>
            <p:nvPr/>
          </p:nvSpPr>
          <p:spPr>
            <a:xfrm>
              <a:off x="5393763" y="2117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1" name="pt11961"/>
            <p:cNvSpPr/>
            <p:nvPr/>
          </p:nvSpPr>
          <p:spPr>
            <a:xfrm>
              <a:off x="5478416" y="2194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2" name="pt11962"/>
            <p:cNvSpPr/>
            <p:nvPr/>
          </p:nvSpPr>
          <p:spPr>
            <a:xfrm>
              <a:off x="5011690" y="2447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3" name="pt11963"/>
            <p:cNvSpPr/>
            <p:nvPr/>
          </p:nvSpPr>
          <p:spPr>
            <a:xfrm>
              <a:off x="5423457" y="2101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4" name="pt11964"/>
            <p:cNvSpPr/>
            <p:nvPr/>
          </p:nvSpPr>
          <p:spPr>
            <a:xfrm>
              <a:off x="5404479" y="2176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5" name="pt11965"/>
            <p:cNvSpPr/>
            <p:nvPr/>
          </p:nvSpPr>
          <p:spPr>
            <a:xfrm>
              <a:off x="5323473" y="2208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6" name="pt11966"/>
            <p:cNvSpPr/>
            <p:nvPr/>
          </p:nvSpPr>
          <p:spPr>
            <a:xfrm>
              <a:off x="5282608" y="1987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7" name="pt11967"/>
            <p:cNvSpPr/>
            <p:nvPr/>
          </p:nvSpPr>
          <p:spPr>
            <a:xfrm>
              <a:off x="4626253" y="2202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8" name="pt11968"/>
            <p:cNvSpPr/>
            <p:nvPr/>
          </p:nvSpPr>
          <p:spPr>
            <a:xfrm>
              <a:off x="5849025" y="1516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9" name="pt11969"/>
            <p:cNvSpPr/>
            <p:nvPr/>
          </p:nvSpPr>
          <p:spPr>
            <a:xfrm>
              <a:off x="5357557" y="1868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0" name="pt11970"/>
            <p:cNvSpPr/>
            <p:nvPr/>
          </p:nvSpPr>
          <p:spPr>
            <a:xfrm>
              <a:off x="5371324" y="1882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1" name="pt11971"/>
            <p:cNvSpPr/>
            <p:nvPr/>
          </p:nvSpPr>
          <p:spPr>
            <a:xfrm>
              <a:off x="4948402" y="2313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2" name="pt11972"/>
            <p:cNvSpPr/>
            <p:nvPr/>
          </p:nvSpPr>
          <p:spPr>
            <a:xfrm>
              <a:off x="5670360" y="1897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3" name="pt11973"/>
            <p:cNvSpPr/>
            <p:nvPr/>
          </p:nvSpPr>
          <p:spPr>
            <a:xfrm>
              <a:off x="5643240" y="1775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4" name="pt11974"/>
            <p:cNvSpPr/>
            <p:nvPr/>
          </p:nvSpPr>
          <p:spPr>
            <a:xfrm>
              <a:off x="5174984" y="2111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5" name="pt11975"/>
            <p:cNvSpPr/>
            <p:nvPr/>
          </p:nvSpPr>
          <p:spPr>
            <a:xfrm>
              <a:off x="5494280" y="1999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6" name="pt11976"/>
            <p:cNvSpPr/>
            <p:nvPr/>
          </p:nvSpPr>
          <p:spPr>
            <a:xfrm>
              <a:off x="5224545" y="2161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7" name="pt11977"/>
            <p:cNvSpPr/>
            <p:nvPr/>
          </p:nvSpPr>
          <p:spPr>
            <a:xfrm>
              <a:off x="5528775" y="2038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8" name="pt11978"/>
            <p:cNvSpPr/>
            <p:nvPr/>
          </p:nvSpPr>
          <p:spPr>
            <a:xfrm>
              <a:off x="5416456" y="2184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9" name="pt11979"/>
            <p:cNvSpPr/>
            <p:nvPr/>
          </p:nvSpPr>
          <p:spPr>
            <a:xfrm>
              <a:off x="5761041" y="1805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0" name="pt11980"/>
            <p:cNvSpPr/>
            <p:nvPr/>
          </p:nvSpPr>
          <p:spPr>
            <a:xfrm>
              <a:off x="5566886" y="1879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1" name="pt11981"/>
            <p:cNvSpPr/>
            <p:nvPr/>
          </p:nvSpPr>
          <p:spPr>
            <a:xfrm>
              <a:off x="5149110" y="2014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2" name="pt11982"/>
            <p:cNvSpPr/>
            <p:nvPr/>
          </p:nvSpPr>
          <p:spPr>
            <a:xfrm>
              <a:off x="5233192" y="2139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3" name="pt11983"/>
            <p:cNvSpPr/>
            <p:nvPr/>
          </p:nvSpPr>
          <p:spPr>
            <a:xfrm>
              <a:off x="5583468" y="1655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4" name="pt11984"/>
            <p:cNvSpPr/>
            <p:nvPr/>
          </p:nvSpPr>
          <p:spPr>
            <a:xfrm>
              <a:off x="5633728" y="1715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5" name="pt11985"/>
            <p:cNvSpPr/>
            <p:nvPr/>
          </p:nvSpPr>
          <p:spPr>
            <a:xfrm>
              <a:off x="5338350" y="2073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6" name="pt11986"/>
            <p:cNvSpPr/>
            <p:nvPr/>
          </p:nvSpPr>
          <p:spPr>
            <a:xfrm>
              <a:off x="5808648" y="1579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7" name="pt11987"/>
            <p:cNvSpPr/>
            <p:nvPr/>
          </p:nvSpPr>
          <p:spPr>
            <a:xfrm>
              <a:off x="5395038" y="2302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8" name="pt11988"/>
            <p:cNvSpPr/>
            <p:nvPr/>
          </p:nvSpPr>
          <p:spPr>
            <a:xfrm>
              <a:off x="5389789" y="2056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9" name="pt11989"/>
            <p:cNvSpPr/>
            <p:nvPr/>
          </p:nvSpPr>
          <p:spPr>
            <a:xfrm>
              <a:off x="5361086" y="2053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0" name="pt11990"/>
            <p:cNvSpPr/>
            <p:nvPr/>
          </p:nvSpPr>
          <p:spPr>
            <a:xfrm>
              <a:off x="4927633" y="2215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1" name="pt11991"/>
            <p:cNvSpPr/>
            <p:nvPr/>
          </p:nvSpPr>
          <p:spPr>
            <a:xfrm>
              <a:off x="5389835" y="2295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2" name="pt11992"/>
            <p:cNvSpPr/>
            <p:nvPr/>
          </p:nvSpPr>
          <p:spPr>
            <a:xfrm>
              <a:off x="5178489" y="2146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3" name="pt11993"/>
            <p:cNvSpPr/>
            <p:nvPr/>
          </p:nvSpPr>
          <p:spPr>
            <a:xfrm>
              <a:off x="5412624" y="2239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4" name="pt11994"/>
            <p:cNvSpPr/>
            <p:nvPr/>
          </p:nvSpPr>
          <p:spPr>
            <a:xfrm>
              <a:off x="5578619" y="1772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5" name="pt11995"/>
            <p:cNvSpPr/>
            <p:nvPr/>
          </p:nvSpPr>
          <p:spPr>
            <a:xfrm>
              <a:off x="4808165" y="185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6" name="pt11996"/>
            <p:cNvSpPr/>
            <p:nvPr/>
          </p:nvSpPr>
          <p:spPr>
            <a:xfrm>
              <a:off x="4977435" y="2656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7" name="pt11997"/>
            <p:cNvSpPr/>
            <p:nvPr/>
          </p:nvSpPr>
          <p:spPr>
            <a:xfrm>
              <a:off x="5121058" y="2118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8" name="pt11998"/>
            <p:cNvSpPr/>
            <p:nvPr/>
          </p:nvSpPr>
          <p:spPr>
            <a:xfrm>
              <a:off x="5074465" y="2340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9" name="pt11999"/>
            <p:cNvSpPr/>
            <p:nvPr/>
          </p:nvSpPr>
          <p:spPr>
            <a:xfrm>
              <a:off x="5776407" y="1688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0" name="pt12000"/>
            <p:cNvSpPr/>
            <p:nvPr/>
          </p:nvSpPr>
          <p:spPr>
            <a:xfrm>
              <a:off x="5711866" y="1848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1" name="pt12001"/>
            <p:cNvSpPr/>
            <p:nvPr/>
          </p:nvSpPr>
          <p:spPr>
            <a:xfrm>
              <a:off x="5366917" y="1986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2" name="pt12002"/>
            <p:cNvSpPr/>
            <p:nvPr/>
          </p:nvSpPr>
          <p:spPr>
            <a:xfrm>
              <a:off x="5085751" y="2218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3" name="pt12003"/>
            <p:cNvSpPr/>
            <p:nvPr/>
          </p:nvSpPr>
          <p:spPr>
            <a:xfrm>
              <a:off x="5395849" y="2297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4" name="pt12004"/>
            <p:cNvSpPr/>
            <p:nvPr/>
          </p:nvSpPr>
          <p:spPr>
            <a:xfrm>
              <a:off x="5367234" y="2061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5" name="pt12005"/>
            <p:cNvSpPr/>
            <p:nvPr/>
          </p:nvSpPr>
          <p:spPr>
            <a:xfrm>
              <a:off x="5567755" y="1804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6" name="pt12006"/>
            <p:cNvSpPr/>
            <p:nvPr/>
          </p:nvSpPr>
          <p:spPr>
            <a:xfrm>
              <a:off x="5398079" y="2125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7" name="pt12007"/>
            <p:cNvSpPr/>
            <p:nvPr/>
          </p:nvSpPr>
          <p:spPr>
            <a:xfrm>
              <a:off x="4815774" y="1741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8" name="pt12008"/>
            <p:cNvSpPr/>
            <p:nvPr/>
          </p:nvSpPr>
          <p:spPr>
            <a:xfrm>
              <a:off x="5443063" y="2064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9" name="pt12009"/>
            <p:cNvSpPr/>
            <p:nvPr/>
          </p:nvSpPr>
          <p:spPr>
            <a:xfrm>
              <a:off x="5449442" y="2152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0" name="pt12010"/>
            <p:cNvSpPr/>
            <p:nvPr/>
          </p:nvSpPr>
          <p:spPr>
            <a:xfrm>
              <a:off x="5899885" y="2199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1" name="pt12011"/>
            <p:cNvSpPr/>
            <p:nvPr/>
          </p:nvSpPr>
          <p:spPr>
            <a:xfrm>
              <a:off x="5544824" y="1949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2" name="pt12012"/>
            <p:cNvSpPr/>
            <p:nvPr/>
          </p:nvSpPr>
          <p:spPr>
            <a:xfrm>
              <a:off x="5470958" y="2173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3" name="pt12013"/>
            <p:cNvSpPr/>
            <p:nvPr/>
          </p:nvSpPr>
          <p:spPr>
            <a:xfrm>
              <a:off x="5616234" y="1951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4" name="pt12014"/>
            <p:cNvSpPr/>
            <p:nvPr/>
          </p:nvSpPr>
          <p:spPr>
            <a:xfrm>
              <a:off x="5693471" y="1985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5" name="pt12015"/>
            <p:cNvSpPr/>
            <p:nvPr/>
          </p:nvSpPr>
          <p:spPr>
            <a:xfrm>
              <a:off x="5284869" y="2049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6" name="pt12016"/>
            <p:cNvSpPr/>
            <p:nvPr/>
          </p:nvSpPr>
          <p:spPr>
            <a:xfrm>
              <a:off x="4861350" y="2629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7" name="pt12017"/>
            <p:cNvSpPr/>
            <p:nvPr/>
          </p:nvSpPr>
          <p:spPr>
            <a:xfrm>
              <a:off x="5007723" y="2494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8" name="pt12018"/>
            <p:cNvSpPr/>
            <p:nvPr/>
          </p:nvSpPr>
          <p:spPr>
            <a:xfrm>
              <a:off x="5441804" y="2047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9" name="pt12019"/>
            <p:cNvSpPr/>
            <p:nvPr/>
          </p:nvSpPr>
          <p:spPr>
            <a:xfrm>
              <a:off x="5512350" y="2027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0" name="pt12020"/>
            <p:cNvSpPr/>
            <p:nvPr/>
          </p:nvSpPr>
          <p:spPr>
            <a:xfrm>
              <a:off x="5593779" y="1984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1" name="pt12021"/>
            <p:cNvSpPr/>
            <p:nvPr/>
          </p:nvSpPr>
          <p:spPr>
            <a:xfrm>
              <a:off x="5168496" y="2186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2" name="pt12022"/>
            <p:cNvSpPr/>
            <p:nvPr/>
          </p:nvSpPr>
          <p:spPr>
            <a:xfrm>
              <a:off x="5220695" y="2176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3" name="pt12023"/>
            <p:cNvSpPr/>
            <p:nvPr/>
          </p:nvSpPr>
          <p:spPr>
            <a:xfrm>
              <a:off x="5335467" y="2114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4" name="pt12024"/>
            <p:cNvSpPr/>
            <p:nvPr/>
          </p:nvSpPr>
          <p:spPr>
            <a:xfrm>
              <a:off x="5736290" y="1909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5" name="pt12025"/>
            <p:cNvSpPr/>
            <p:nvPr/>
          </p:nvSpPr>
          <p:spPr>
            <a:xfrm>
              <a:off x="4965020" y="2582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6" name="pt12026"/>
            <p:cNvSpPr/>
            <p:nvPr/>
          </p:nvSpPr>
          <p:spPr>
            <a:xfrm>
              <a:off x="5373071" y="2030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7" name="pt12027"/>
            <p:cNvSpPr/>
            <p:nvPr/>
          </p:nvSpPr>
          <p:spPr>
            <a:xfrm>
              <a:off x="5451597" y="2147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8" name="pt12028"/>
            <p:cNvSpPr/>
            <p:nvPr/>
          </p:nvSpPr>
          <p:spPr>
            <a:xfrm>
              <a:off x="5813094" y="1860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9" name="pt12029"/>
            <p:cNvSpPr/>
            <p:nvPr/>
          </p:nvSpPr>
          <p:spPr>
            <a:xfrm>
              <a:off x="4944017" y="2662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0" name="pt12030"/>
            <p:cNvSpPr/>
            <p:nvPr/>
          </p:nvSpPr>
          <p:spPr>
            <a:xfrm>
              <a:off x="5571543" y="1887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1" name="pt12031"/>
            <p:cNvSpPr/>
            <p:nvPr/>
          </p:nvSpPr>
          <p:spPr>
            <a:xfrm>
              <a:off x="5305830" y="2261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2" name="pt12032"/>
            <p:cNvSpPr/>
            <p:nvPr/>
          </p:nvSpPr>
          <p:spPr>
            <a:xfrm>
              <a:off x="5001078" y="2615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3" name="pt12033"/>
            <p:cNvSpPr/>
            <p:nvPr/>
          </p:nvSpPr>
          <p:spPr>
            <a:xfrm>
              <a:off x="5305582" y="2209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4" name="pt12034"/>
            <p:cNvSpPr/>
            <p:nvPr/>
          </p:nvSpPr>
          <p:spPr>
            <a:xfrm>
              <a:off x="5102410" y="2022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5" name="pt12035"/>
            <p:cNvSpPr/>
            <p:nvPr/>
          </p:nvSpPr>
          <p:spPr>
            <a:xfrm>
              <a:off x="4914537" y="2023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6" name="pt12036"/>
            <p:cNvSpPr/>
            <p:nvPr/>
          </p:nvSpPr>
          <p:spPr>
            <a:xfrm>
              <a:off x="5101968" y="2037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7" name="pt12037"/>
            <p:cNvSpPr/>
            <p:nvPr/>
          </p:nvSpPr>
          <p:spPr>
            <a:xfrm>
              <a:off x="4919500" y="1987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8" name="pt12038"/>
            <p:cNvSpPr/>
            <p:nvPr/>
          </p:nvSpPr>
          <p:spPr>
            <a:xfrm>
              <a:off x="5607403" y="2046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9" name="pt12039"/>
            <p:cNvSpPr/>
            <p:nvPr/>
          </p:nvSpPr>
          <p:spPr>
            <a:xfrm>
              <a:off x="5255505" y="2225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0" name="pt12040"/>
            <p:cNvSpPr/>
            <p:nvPr/>
          </p:nvSpPr>
          <p:spPr>
            <a:xfrm>
              <a:off x="5574124" y="1549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1" name="pt12041"/>
            <p:cNvSpPr/>
            <p:nvPr/>
          </p:nvSpPr>
          <p:spPr>
            <a:xfrm>
              <a:off x="5176798" y="2106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2" name="pt12042"/>
            <p:cNvSpPr/>
            <p:nvPr/>
          </p:nvSpPr>
          <p:spPr>
            <a:xfrm>
              <a:off x="5339758" y="2168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3" name="pt12043"/>
            <p:cNvSpPr/>
            <p:nvPr/>
          </p:nvSpPr>
          <p:spPr>
            <a:xfrm>
              <a:off x="5425106" y="2268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4" name="pt12044"/>
            <p:cNvSpPr/>
            <p:nvPr/>
          </p:nvSpPr>
          <p:spPr>
            <a:xfrm>
              <a:off x="5333605" y="2123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5" name="pt12045"/>
            <p:cNvSpPr/>
            <p:nvPr/>
          </p:nvSpPr>
          <p:spPr>
            <a:xfrm>
              <a:off x="5309125" y="2194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6" name="pt12046"/>
            <p:cNvSpPr/>
            <p:nvPr/>
          </p:nvSpPr>
          <p:spPr>
            <a:xfrm>
              <a:off x="5326127" y="2151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7" name="pt12047"/>
            <p:cNvSpPr/>
            <p:nvPr/>
          </p:nvSpPr>
          <p:spPr>
            <a:xfrm>
              <a:off x="5574914" y="1769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8" name="pt12048"/>
            <p:cNvSpPr/>
            <p:nvPr/>
          </p:nvSpPr>
          <p:spPr>
            <a:xfrm>
              <a:off x="5004471" y="2450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9" name="pt12049"/>
            <p:cNvSpPr/>
            <p:nvPr/>
          </p:nvSpPr>
          <p:spPr>
            <a:xfrm>
              <a:off x="5136130" y="2078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0" name="pt12050"/>
            <p:cNvSpPr/>
            <p:nvPr/>
          </p:nvSpPr>
          <p:spPr>
            <a:xfrm>
              <a:off x="5033965" y="2631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1" name="pt12051"/>
            <p:cNvSpPr/>
            <p:nvPr/>
          </p:nvSpPr>
          <p:spPr>
            <a:xfrm>
              <a:off x="5493114" y="1939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2" name="pt12052"/>
            <p:cNvSpPr/>
            <p:nvPr/>
          </p:nvSpPr>
          <p:spPr>
            <a:xfrm>
              <a:off x="5643215" y="1965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3" name="pt12053"/>
            <p:cNvSpPr/>
            <p:nvPr/>
          </p:nvSpPr>
          <p:spPr>
            <a:xfrm>
              <a:off x="5332724" y="2118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4" name="pt12054"/>
            <p:cNvSpPr/>
            <p:nvPr/>
          </p:nvSpPr>
          <p:spPr>
            <a:xfrm>
              <a:off x="5380914" y="2040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5" name="pt12055"/>
            <p:cNvSpPr/>
            <p:nvPr/>
          </p:nvSpPr>
          <p:spPr>
            <a:xfrm>
              <a:off x="5487094" y="1929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6" name="pt12056"/>
            <p:cNvSpPr/>
            <p:nvPr/>
          </p:nvSpPr>
          <p:spPr>
            <a:xfrm>
              <a:off x="5302424" y="2234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7" name="pt12057"/>
            <p:cNvSpPr/>
            <p:nvPr/>
          </p:nvSpPr>
          <p:spPr>
            <a:xfrm>
              <a:off x="5222597" y="2193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8" name="pt12058"/>
            <p:cNvSpPr/>
            <p:nvPr/>
          </p:nvSpPr>
          <p:spPr>
            <a:xfrm>
              <a:off x="5447297" y="2145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9" name="pt12059"/>
            <p:cNvSpPr/>
            <p:nvPr/>
          </p:nvSpPr>
          <p:spPr>
            <a:xfrm>
              <a:off x="5073523" y="2194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0" name="pt12060"/>
            <p:cNvSpPr/>
            <p:nvPr/>
          </p:nvSpPr>
          <p:spPr>
            <a:xfrm>
              <a:off x="5211099" y="2210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1" name="pt12061"/>
            <p:cNvSpPr/>
            <p:nvPr/>
          </p:nvSpPr>
          <p:spPr>
            <a:xfrm>
              <a:off x="5426840" y="2101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2" name="pt12062"/>
            <p:cNvSpPr/>
            <p:nvPr/>
          </p:nvSpPr>
          <p:spPr>
            <a:xfrm>
              <a:off x="5207096" y="2219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3" name="pt12063"/>
            <p:cNvSpPr/>
            <p:nvPr/>
          </p:nvSpPr>
          <p:spPr>
            <a:xfrm>
              <a:off x="5618660" y="2035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4" name="pt12064"/>
            <p:cNvSpPr/>
            <p:nvPr/>
          </p:nvSpPr>
          <p:spPr>
            <a:xfrm>
              <a:off x="5204137" y="210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5" name="pt12065"/>
            <p:cNvSpPr/>
            <p:nvPr/>
          </p:nvSpPr>
          <p:spPr>
            <a:xfrm>
              <a:off x="5299386" y="2142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6" name="pt12066"/>
            <p:cNvSpPr/>
            <p:nvPr/>
          </p:nvSpPr>
          <p:spPr>
            <a:xfrm>
              <a:off x="4565175" y="2461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7" name="pt12067"/>
            <p:cNvSpPr/>
            <p:nvPr/>
          </p:nvSpPr>
          <p:spPr>
            <a:xfrm>
              <a:off x="5198807" y="2059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8" name="pt12068"/>
            <p:cNvSpPr/>
            <p:nvPr/>
          </p:nvSpPr>
          <p:spPr>
            <a:xfrm>
              <a:off x="5824893" y="1902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9" name="pt12069"/>
            <p:cNvSpPr/>
            <p:nvPr/>
          </p:nvSpPr>
          <p:spPr>
            <a:xfrm>
              <a:off x="5322475" y="2190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0" name="pt12070"/>
            <p:cNvSpPr/>
            <p:nvPr/>
          </p:nvSpPr>
          <p:spPr>
            <a:xfrm>
              <a:off x="5422298" y="2068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1" name="pt12071"/>
            <p:cNvSpPr/>
            <p:nvPr/>
          </p:nvSpPr>
          <p:spPr>
            <a:xfrm>
              <a:off x="5004314" y="2655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2" name="pt12072"/>
            <p:cNvSpPr/>
            <p:nvPr/>
          </p:nvSpPr>
          <p:spPr>
            <a:xfrm>
              <a:off x="5094708" y="221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3" name="pt12073"/>
            <p:cNvSpPr/>
            <p:nvPr/>
          </p:nvSpPr>
          <p:spPr>
            <a:xfrm>
              <a:off x="4932640" y="2335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4" name="pt12074"/>
            <p:cNvSpPr/>
            <p:nvPr/>
          </p:nvSpPr>
          <p:spPr>
            <a:xfrm>
              <a:off x="5507284" y="2008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5" name="pt12075"/>
            <p:cNvSpPr/>
            <p:nvPr/>
          </p:nvSpPr>
          <p:spPr>
            <a:xfrm>
              <a:off x="5137459" y="1978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6" name="pt12076"/>
            <p:cNvSpPr/>
            <p:nvPr/>
          </p:nvSpPr>
          <p:spPr>
            <a:xfrm>
              <a:off x="5501693" y="1854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7" name="pt12077"/>
            <p:cNvSpPr/>
            <p:nvPr/>
          </p:nvSpPr>
          <p:spPr>
            <a:xfrm>
              <a:off x="5715769" y="1873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8" name="pt12078"/>
            <p:cNvSpPr/>
            <p:nvPr/>
          </p:nvSpPr>
          <p:spPr>
            <a:xfrm>
              <a:off x="5787990" y="1826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9" name="pt12079"/>
            <p:cNvSpPr/>
            <p:nvPr/>
          </p:nvSpPr>
          <p:spPr>
            <a:xfrm>
              <a:off x="5397927" y="2207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0" name="pt12080"/>
            <p:cNvSpPr/>
            <p:nvPr/>
          </p:nvSpPr>
          <p:spPr>
            <a:xfrm>
              <a:off x="5053858" y="2805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1" name="pt12081"/>
            <p:cNvSpPr/>
            <p:nvPr/>
          </p:nvSpPr>
          <p:spPr>
            <a:xfrm>
              <a:off x="5828348" y="1522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2" name="pt12082"/>
            <p:cNvSpPr/>
            <p:nvPr/>
          </p:nvSpPr>
          <p:spPr>
            <a:xfrm>
              <a:off x="5856103" y="1655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3" name="pt12083"/>
            <p:cNvSpPr/>
            <p:nvPr/>
          </p:nvSpPr>
          <p:spPr>
            <a:xfrm>
              <a:off x="5156559" y="2185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4" name="pt12084"/>
            <p:cNvSpPr/>
            <p:nvPr/>
          </p:nvSpPr>
          <p:spPr>
            <a:xfrm>
              <a:off x="5259223" y="2204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5" name="pt12085"/>
            <p:cNvSpPr/>
            <p:nvPr/>
          </p:nvSpPr>
          <p:spPr>
            <a:xfrm>
              <a:off x="5422998" y="2129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6" name="pt12086"/>
            <p:cNvSpPr/>
            <p:nvPr/>
          </p:nvSpPr>
          <p:spPr>
            <a:xfrm>
              <a:off x="5430028" y="2085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7" name="pt12087"/>
            <p:cNvSpPr/>
            <p:nvPr/>
          </p:nvSpPr>
          <p:spPr>
            <a:xfrm>
              <a:off x="5735153" y="1917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8" name="pt12088"/>
            <p:cNvSpPr/>
            <p:nvPr/>
          </p:nvSpPr>
          <p:spPr>
            <a:xfrm>
              <a:off x="4949916" y="2482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9" name="pt12089"/>
            <p:cNvSpPr/>
            <p:nvPr/>
          </p:nvSpPr>
          <p:spPr>
            <a:xfrm>
              <a:off x="5402674" y="2300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0" name="pt12090"/>
            <p:cNvSpPr/>
            <p:nvPr/>
          </p:nvSpPr>
          <p:spPr>
            <a:xfrm>
              <a:off x="5511810" y="2009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1" name="pt12091"/>
            <p:cNvSpPr/>
            <p:nvPr/>
          </p:nvSpPr>
          <p:spPr>
            <a:xfrm>
              <a:off x="5389626" y="2111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2" name="pt12092"/>
            <p:cNvSpPr/>
            <p:nvPr/>
          </p:nvSpPr>
          <p:spPr>
            <a:xfrm>
              <a:off x="5078875" y="2266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3" name="pt12093"/>
            <p:cNvSpPr/>
            <p:nvPr/>
          </p:nvSpPr>
          <p:spPr>
            <a:xfrm>
              <a:off x="5986815" y="2161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4" name="pt12094"/>
            <p:cNvSpPr/>
            <p:nvPr/>
          </p:nvSpPr>
          <p:spPr>
            <a:xfrm>
              <a:off x="5562530" y="1952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5" name="pt12095"/>
            <p:cNvSpPr/>
            <p:nvPr/>
          </p:nvSpPr>
          <p:spPr>
            <a:xfrm>
              <a:off x="5211179" y="2040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6" name="pt12096"/>
            <p:cNvSpPr/>
            <p:nvPr/>
          </p:nvSpPr>
          <p:spPr>
            <a:xfrm>
              <a:off x="5482244" y="2260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7" name="pt12097"/>
            <p:cNvSpPr/>
            <p:nvPr/>
          </p:nvSpPr>
          <p:spPr>
            <a:xfrm>
              <a:off x="5425723" y="2076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8" name="pt12098"/>
            <p:cNvSpPr/>
            <p:nvPr/>
          </p:nvSpPr>
          <p:spPr>
            <a:xfrm>
              <a:off x="5033884" y="2648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9" name="pt12099"/>
            <p:cNvSpPr/>
            <p:nvPr/>
          </p:nvSpPr>
          <p:spPr>
            <a:xfrm>
              <a:off x="4839874" y="2223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0" name="pt12100"/>
            <p:cNvSpPr/>
            <p:nvPr/>
          </p:nvSpPr>
          <p:spPr>
            <a:xfrm>
              <a:off x="5511368" y="1997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1" name="pt12101"/>
            <p:cNvSpPr/>
            <p:nvPr/>
          </p:nvSpPr>
          <p:spPr>
            <a:xfrm>
              <a:off x="5272579" y="2293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2" name="pt12102"/>
            <p:cNvSpPr/>
            <p:nvPr/>
          </p:nvSpPr>
          <p:spPr>
            <a:xfrm>
              <a:off x="5545474" y="1977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3" name="pt12103"/>
            <p:cNvSpPr/>
            <p:nvPr/>
          </p:nvSpPr>
          <p:spPr>
            <a:xfrm>
              <a:off x="5250299" y="2297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4" name="pt12104"/>
            <p:cNvSpPr/>
            <p:nvPr/>
          </p:nvSpPr>
          <p:spPr>
            <a:xfrm>
              <a:off x="5243997" y="2004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5" name="pt12105"/>
            <p:cNvSpPr/>
            <p:nvPr/>
          </p:nvSpPr>
          <p:spPr>
            <a:xfrm>
              <a:off x="5168011" y="2177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6" name="pt12106"/>
            <p:cNvSpPr/>
            <p:nvPr/>
          </p:nvSpPr>
          <p:spPr>
            <a:xfrm>
              <a:off x="5326480" y="2062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7" name="pt12107"/>
            <p:cNvSpPr/>
            <p:nvPr/>
          </p:nvSpPr>
          <p:spPr>
            <a:xfrm>
              <a:off x="5586892" y="1723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8" name="pt12108"/>
            <p:cNvSpPr/>
            <p:nvPr/>
          </p:nvSpPr>
          <p:spPr>
            <a:xfrm>
              <a:off x="5042408" y="2728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9" name="pt12109"/>
            <p:cNvSpPr/>
            <p:nvPr/>
          </p:nvSpPr>
          <p:spPr>
            <a:xfrm>
              <a:off x="5546652" y="1940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0" name="pt12110"/>
            <p:cNvSpPr/>
            <p:nvPr/>
          </p:nvSpPr>
          <p:spPr>
            <a:xfrm>
              <a:off x="5134823" y="1926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1" name="pt12111"/>
            <p:cNvSpPr/>
            <p:nvPr/>
          </p:nvSpPr>
          <p:spPr>
            <a:xfrm>
              <a:off x="5345789" y="2083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2" name="pt12112"/>
            <p:cNvSpPr/>
            <p:nvPr/>
          </p:nvSpPr>
          <p:spPr>
            <a:xfrm>
              <a:off x="4780760" y="2690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3" name="pt12113"/>
            <p:cNvSpPr/>
            <p:nvPr/>
          </p:nvSpPr>
          <p:spPr>
            <a:xfrm>
              <a:off x="5796371" y="1536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4" name="pt12114"/>
            <p:cNvSpPr/>
            <p:nvPr/>
          </p:nvSpPr>
          <p:spPr>
            <a:xfrm>
              <a:off x="5621764" y="1846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5" name="pt12115"/>
            <p:cNvSpPr/>
            <p:nvPr/>
          </p:nvSpPr>
          <p:spPr>
            <a:xfrm>
              <a:off x="5398066" y="2247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6" name="pt12116"/>
            <p:cNvSpPr/>
            <p:nvPr/>
          </p:nvSpPr>
          <p:spPr>
            <a:xfrm>
              <a:off x="5177361" y="2079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7" name="pt12117"/>
            <p:cNvSpPr/>
            <p:nvPr/>
          </p:nvSpPr>
          <p:spPr>
            <a:xfrm>
              <a:off x="5250484" y="2229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8" name="pt12118"/>
            <p:cNvSpPr/>
            <p:nvPr/>
          </p:nvSpPr>
          <p:spPr>
            <a:xfrm>
              <a:off x="5228244" y="2163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9" name="pt12119"/>
            <p:cNvSpPr/>
            <p:nvPr/>
          </p:nvSpPr>
          <p:spPr>
            <a:xfrm>
              <a:off x="5094514" y="2282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0" name="pt12120"/>
            <p:cNvSpPr/>
            <p:nvPr/>
          </p:nvSpPr>
          <p:spPr>
            <a:xfrm>
              <a:off x="4800741" y="2232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1" name="pt12121"/>
            <p:cNvSpPr/>
            <p:nvPr/>
          </p:nvSpPr>
          <p:spPr>
            <a:xfrm>
              <a:off x="5542025" y="2065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2" name="pt12122"/>
            <p:cNvSpPr/>
            <p:nvPr/>
          </p:nvSpPr>
          <p:spPr>
            <a:xfrm>
              <a:off x="5023176" y="2695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3" name="pt12123"/>
            <p:cNvSpPr/>
            <p:nvPr/>
          </p:nvSpPr>
          <p:spPr>
            <a:xfrm>
              <a:off x="5473390" y="2224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4" name="pt12124"/>
            <p:cNvSpPr/>
            <p:nvPr/>
          </p:nvSpPr>
          <p:spPr>
            <a:xfrm>
              <a:off x="5371685" y="1856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5" name="pt12125"/>
            <p:cNvSpPr/>
            <p:nvPr/>
          </p:nvSpPr>
          <p:spPr>
            <a:xfrm>
              <a:off x="5247483" y="2236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6" name="pt12126"/>
            <p:cNvSpPr/>
            <p:nvPr/>
          </p:nvSpPr>
          <p:spPr>
            <a:xfrm>
              <a:off x="5506340" y="192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7" name="pt12127"/>
            <p:cNvSpPr/>
            <p:nvPr/>
          </p:nvSpPr>
          <p:spPr>
            <a:xfrm>
              <a:off x="5046657" y="2792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8" name="pt12128"/>
            <p:cNvSpPr/>
            <p:nvPr/>
          </p:nvSpPr>
          <p:spPr>
            <a:xfrm>
              <a:off x="5717346" y="1851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9" name="pt12129"/>
            <p:cNvSpPr/>
            <p:nvPr/>
          </p:nvSpPr>
          <p:spPr>
            <a:xfrm>
              <a:off x="5154368" y="2116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0" name="pt12130"/>
            <p:cNvSpPr/>
            <p:nvPr/>
          </p:nvSpPr>
          <p:spPr>
            <a:xfrm>
              <a:off x="5455380" y="2218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1" name="pt12131"/>
            <p:cNvSpPr/>
            <p:nvPr/>
          </p:nvSpPr>
          <p:spPr>
            <a:xfrm>
              <a:off x="5114744" y="2239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2" name="pt12132"/>
            <p:cNvSpPr/>
            <p:nvPr/>
          </p:nvSpPr>
          <p:spPr>
            <a:xfrm>
              <a:off x="5230788" y="2187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3" name="pt12133"/>
            <p:cNvSpPr/>
            <p:nvPr/>
          </p:nvSpPr>
          <p:spPr>
            <a:xfrm>
              <a:off x="4978371" y="2480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4" name="pt12134"/>
            <p:cNvSpPr/>
            <p:nvPr/>
          </p:nvSpPr>
          <p:spPr>
            <a:xfrm>
              <a:off x="5031268" y="2803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5" name="pt12135"/>
            <p:cNvSpPr/>
            <p:nvPr/>
          </p:nvSpPr>
          <p:spPr>
            <a:xfrm>
              <a:off x="5106241" y="2117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6" name="pt12136"/>
            <p:cNvSpPr/>
            <p:nvPr/>
          </p:nvSpPr>
          <p:spPr>
            <a:xfrm>
              <a:off x="5401496" y="2179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7" name="pt12137"/>
            <p:cNvSpPr/>
            <p:nvPr/>
          </p:nvSpPr>
          <p:spPr>
            <a:xfrm>
              <a:off x="5071322" y="2127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8" name="pt12138"/>
            <p:cNvSpPr/>
            <p:nvPr/>
          </p:nvSpPr>
          <p:spPr>
            <a:xfrm>
              <a:off x="5428671" y="2208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9" name="pt12139"/>
            <p:cNvSpPr/>
            <p:nvPr/>
          </p:nvSpPr>
          <p:spPr>
            <a:xfrm>
              <a:off x="5414978" y="2238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0" name="pt12140"/>
            <p:cNvSpPr/>
            <p:nvPr/>
          </p:nvSpPr>
          <p:spPr>
            <a:xfrm>
              <a:off x="5355891" y="1967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1" name="pt12141"/>
            <p:cNvSpPr/>
            <p:nvPr/>
          </p:nvSpPr>
          <p:spPr>
            <a:xfrm>
              <a:off x="5292063" y="2220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2" name="pt12142"/>
            <p:cNvSpPr/>
            <p:nvPr/>
          </p:nvSpPr>
          <p:spPr>
            <a:xfrm>
              <a:off x="5880761" y="1605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3" name="pt12143"/>
            <p:cNvSpPr/>
            <p:nvPr/>
          </p:nvSpPr>
          <p:spPr>
            <a:xfrm>
              <a:off x="5416448" y="2060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4" name="pt12144"/>
            <p:cNvSpPr/>
            <p:nvPr/>
          </p:nvSpPr>
          <p:spPr>
            <a:xfrm>
              <a:off x="5488149" y="1887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5" name="pt12145"/>
            <p:cNvSpPr/>
            <p:nvPr/>
          </p:nvSpPr>
          <p:spPr>
            <a:xfrm>
              <a:off x="5350992" y="205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6" name="pt12146"/>
            <p:cNvSpPr/>
            <p:nvPr/>
          </p:nvSpPr>
          <p:spPr>
            <a:xfrm>
              <a:off x="5549956" y="1881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7" name="pt12147"/>
            <p:cNvSpPr/>
            <p:nvPr/>
          </p:nvSpPr>
          <p:spPr>
            <a:xfrm>
              <a:off x="5253887" y="2223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8" name="pt12148"/>
            <p:cNvSpPr/>
            <p:nvPr/>
          </p:nvSpPr>
          <p:spPr>
            <a:xfrm>
              <a:off x="5555811" y="2032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9" name="pt12149"/>
            <p:cNvSpPr/>
            <p:nvPr/>
          </p:nvSpPr>
          <p:spPr>
            <a:xfrm>
              <a:off x="4808280" y="1714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0" name="pt12150"/>
            <p:cNvSpPr/>
            <p:nvPr/>
          </p:nvSpPr>
          <p:spPr>
            <a:xfrm>
              <a:off x="5169693" y="2112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1" name="pt12151"/>
            <p:cNvSpPr/>
            <p:nvPr/>
          </p:nvSpPr>
          <p:spPr>
            <a:xfrm>
              <a:off x="5094931" y="2030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2" name="pt12152"/>
            <p:cNvSpPr/>
            <p:nvPr/>
          </p:nvSpPr>
          <p:spPr>
            <a:xfrm>
              <a:off x="4815376" y="1860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3" name="pt12153"/>
            <p:cNvSpPr/>
            <p:nvPr/>
          </p:nvSpPr>
          <p:spPr>
            <a:xfrm>
              <a:off x="4963076" y="2503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4" name="pt12154"/>
            <p:cNvSpPr/>
            <p:nvPr/>
          </p:nvSpPr>
          <p:spPr>
            <a:xfrm>
              <a:off x="5490923" y="2083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5" name="pt12155"/>
            <p:cNvSpPr/>
            <p:nvPr/>
          </p:nvSpPr>
          <p:spPr>
            <a:xfrm>
              <a:off x="5633513" y="1983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6" name="pt12156"/>
            <p:cNvSpPr/>
            <p:nvPr/>
          </p:nvSpPr>
          <p:spPr>
            <a:xfrm>
              <a:off x="5183908" y="2114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7" name="pt12157"/>
            <p:cNvSpPr/>
            <p:nvPr/>
          </p:nvSpPr>
          <p:spPr>
            <a:xfrm>
              <a:off x="4958583" y="2652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8" name="pt12158"/>
            <p:cNvSpPr/>
            <p:nvPr/>
          </p:nvSpPr>
          <p:spPr>
            <a:xfrm>
              <a:off x="5430486" y="2176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9" name="pt12159"/>
            <p:cNvSpPr/>
            <p:nvPr/>
          </p:nvSpPr>
          <p:spPr>
            <a:xfrm>
              <a:off x="5572218" y="1774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0" name="pt12160"/>
            <p:cNvSpPr/>
            <p:nvPr/>
          </p:nvSpPr>
          <p:spPr>
            <a:xfrm>
              <a:off x="5463893" y="2154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1" name="pt12161"/>
            <p:cNvSpPr/>
            <p:nvPr/>
          </p:nvSpPr>
          <p:spPr>
            <a:xfrm>
              <a:off x="5169551" y="2131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2" name="pt12162"/>
            <p:cNvSpPr/>
            <p:nvPr/>
          </p:nvSpPr>
          <p:spPr>
            <a:xfrm>
              <a:off x="5402893" y="2154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3" name="pt12163"/>
            <p:cNvSpPr/>
            <p:nvPr/>
          </p:nvSpPr>
          <p:spPr>
            <a:xfrm>
              <a:off x="5724666" y="2010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4" name="pt12164"/>
            <p:cNvSpPr/>
            <p:nvPr/>
          </p:nvSpPr>
          <p:spPr>
            <a:xfrm>
              <a:off x="5228044" y="2170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5" name="pt12165"/>
            <p:cNvSpPr/>
            <p:nvPr/>
          </p:nvSpPr>
          <p:spPr>
            <a:xfrm>
              <a:off x="5218627" y="2027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6" name="pt12166"/>
            <p:cNvSpPr/>
            <p:nvPr/>
          </p:nvSpPr>
          <p:spPr>
            <a:xfrm>
              <a:off x="5400831" y="2302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7" name="pt12167"/>
            <p:cNvSpPr/>
            <p:nvPr/>
          </p:nvSpPr>
          <p:spPr>
            <a:xfrm>
              <a:off x="5325743" y="2242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8" name="pt12168"/>
            <p:cNvSpPr/>
            <p:nvPr/>
          </p:nvSpPr>
          <p:spPr>
            <a:xfrm>
              <a:off x="5555270" y="2067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9" name="pt12169"/>
            <p:cNvSpPr/>
            <p:nvPr/>
          </p:nvSpPr>
          <p:spPr>
            <a:xfrm>
              <a:off x="5203814" y="1999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0" name="pt12170"/>
            <p:cNvSpPr/>
            <p:nvPr/>
          </p:nvSpPr>
          <p:spPr>
            <a:xfrm>
              <a:off x="5753814" y="1941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1" name="pt12171"/>
            <p:cNvSpPr/>
            <p:nvPr/>
          </p:nvSpPr>
          <p:spPr>
            <a:xfrm>
              <a:off x="5449214" y="225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2" name="pt12172"/>
            <p:cNvSpPr/>
            <p:nvPr/>
          </p:nvSpPr>
          <p:spPr>
            <a:xfrm>
              <a:off x="5319805" y="2289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3" name="pt12173"/>
            <p:cNvSpPr/>
            <p:nvPr/>
          </p:nvSpPr>
          <p:spPr>
            <a:xfrm>
              <a:off x="5070096" y="2281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4" name="pt12174"/>
            <p:cNvSpPr/>
            <p:nvPr/>
          </p:nvSpPr>
          <p:spPr>
            <a:xfrm>
              <a:off x="5288542" y="200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5" name="pt12175"/>
            <p:cNvSpPr/>
            <p:nvPr/>
          </p:nvSpPr>
          <p:spPr>
            <a:xfrm>
              <a:off x="5268734" y="2212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6" name="pt12176"/>
            <p:cNvSpPr/>
            <p:nvPr/>
          </p:nvSpPr>
          <p:spPr>
            <a:xfrm>
              <a:off x="4972894" y="2576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7" name="pt12177"/>
            <p:cNvSpPr/>
            <p:nvPr/>
          </p:nvSpPr>
          <p:spPr>
            <a:xfrm>
              <a:off x="4662689" y="2638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8" name="pt12178"/>
            <p:cNvSpPr/>
            <p:nvPr/>
          </p:nvSpPr>
          <p:spPr>
            <a:xfrm>
              <a:off x="5456788" y="2218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9" name="pt12179"/>
            <p:cNvSpPr/>
            <p:nvPr/>
          </p:nvSpPr>
          <p:spPr>
            <a:xfrm>
              <a:off x="5017255" y="2565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0" name="pt12180"/>
            <p:cNvSpPr/>
            <p:nvPr/>
          </p:nvSpPr>
          <p:spPr>
            <a:xfrm>
              <a:off x="5242362" y="2064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1" name="pt12181"/>
            <p:cNvSpPr/>
            <p:nvPr/>
          </p:nvSpPr>
          <p:spPr>
            <a:xfrm>
              <a:off x="5255795" y="2266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2" name="pt12182"/>
            <p:cNvSpPr/>
            <p:nvPr/>
          </p:nvSpPr>
          <p:spPr>
            <a:xfrm>
              <a:off x="5230529" y="2225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3" name="pt12183"/>
            <p:cNvSpPr/>
            <p:nvPr/>
          </p:nvSpPr>
          <p:spPr>
            <a:xfrm>
              <a:off x="5802254" y="1938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4" name="pt12184"/>
            <p:cNvSpPr/>
            <p:nvPr/>
          </p:nvSpPr>
          <p:spPr>
            <a:xfrm>
              <a:off x="5417415" y="2201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5" name="pt12185"/>
            <p:cNvSpPr/>
            <p:nvPr/>
          </p:nvSpPr>
          <p:spPr>
            <a:xfrm>
              <a:off x="5622192" y="1681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6" name="pt12186"/>
            <p:cNvSpPr/>
            <p:nvPr/>
          </p:nvSpPr>
          <p:spPr>
            <a:xfrm>
              <a:off x="5584601" y="1616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7" name="pt12187"/>
            <p:cNvSpPr/>
            <p:nvPr/>
          </p:nvSpPr>
          <p:spPr>
            <a:xfrm>
              <a:off x="5278774" y="2047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8" name="pt12188"/>
            <p:cNvSpPr/>
            <p:nvPr/>
          </p:nvSpPr>
          <p:spPr>
            <a:xfrm>
              <a:off x="5275387" y="2031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9" name="pt12189"/>
            <p:cNvSpPr/>
            <p:nvPr/>
          </p:nvSpPr>
          <p:spPr>
            <a:xfrm>
              <a:off x="5625000" y="1816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0" name="pt12190"/>
            <p:cNvSpPr/>
            <p:nvPr/>
          </p:nvSpPr>
          <p:spPr>
            <a:xfrm>
              <a:off x="5400276" y="2193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1" name="pt12191"/>
            <p:cNvSpPr/>
            <p:nvPr/>
          </p:nvSpPr>
          <p:spPr>
            <a:xfrm>
              <a:off x="4951514" y="2381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2" name="pt12192"/>
            <p:cNvSpPr/>
            <p:nvPr/>
          </p:nvSpPr>
          <p:spPr>
            <a:xfrm>
              <a:off x="5559086" y="2048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3" name="pt12193"/>
            <p:cNvSpPr/>
            <p:nvPr/>
          </p:nvSpPr>
          <p:spPr>
            <a:xfrm>
              <a:off x="4938456" y="229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4" name="pt12194"/>
            <p:cNvSpPr/>
            <p:nvPr/>
          </p:nvSpPr>
          <p:spPr>
            <a:xfrm>
              <a:off x="5435600" y="2093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5" name="pt12195"/>
            <p:cNvSpPr/>
            <p:nvPr/>
          </p:nvSpPr>
          <p:spPr>
            <a:xfrm>
              <a:off x="5300393" y="2245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6" name="pt12196"/>
            <p:cNvSpPr/>
            <p:nvPr/>
          </p:nvSpPr>
          <p:spPr>
            <a:xfrm>
              <a:off x="5711354" y="1677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7" name="pt12197"/>
            <p:cNvSpPr/>
            <p:nvPr/>
          </p:nvSpPr>
          <p:spPr>
            <a:xfrm>
              <a:off x="5240953" y="2315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8" name="pt12198"/>
            <p:cNvSpPr/>
            <p:nvPr/>
          </p:nvSpPr>
          <p:spPr>
            <a:xfrm>
              <a:off x="4888272" y="2858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9" name="pt12199"/>
            <p:cNvSpPr/>
            <p:nvPr/>
          </p:nvSpPr>
          <p:spPr>
            <a:xfrm>
              <a:off x="5328581" y="2209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0" name="pt12200"/>
            <p:cNvSpPr/>
            <p:nvPr/>
          </p:nvSpPr>
          <p:spPr>
            <a:xfrm>
              <a:off x="5422366" y="208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1" name="pt12201"/>
            <p:cNvSpPr/>
            <p:nvPr/>
          </p:nvSpPr>
          <p:spPr>
            <a:xfrm>
              <a:off x="4903272" y="2295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2" name="pt12202"/>
            <p:cNvSpPr/>
            <p:nvPr/>
          </p:nvSpPr>
          <p:spPr>
            <a:xfrm>
              <a:off x="5129762" y="2111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3" name="pt12203"/>
            <p:cNvSpPr/>
            <p:nvPr/>
          </p:nvSpPr>
          <p:spPr>
            <a:xfrm>
              <a:off x="5251132" y="2228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4" name="pt12204"/>
            <p:cNvSpPr/>
            <p:nvPr/>
          </p:nvSpPr>
          <p:spPr>
            <a:xfrm>
              <a:off x="5579843" y="1715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5" name="pt12205"/>
            <p:cNvSpPr/>
            <p:nvPr/>
          </p:nvSpPr>
          <p:spPr>
            <a:xfrm>
              <a:off x="5499023" y="1935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6" name="pt12206"/>
            <p:cNvSpPr/>
            <p:nvPr/>
          </p:nvSpPr>
          <p:spPr>
            <a:xfrm>
              <a:off x="5228486" y="2189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7" name="pt12207"/>
            <p:cNvSpPr/>
            <p:nvPr/>
          </p:nvSpPr>
          <p:spPr>
            <a:xfrm>
              <a:off x="5573093" y="167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8" name="pt12208"/>
            <p:cNvSpPr/>
            <p:nvPr/>
          </p:nvSpPr>
          <p:spPr>
            <a:xfrm>
              <a:off x="5361470" y="1946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9" name="pt12209"/>
            <p:cNvSpPr/>
            <p:nvPr/>
          </p:nvSpPr>
          <p:spPr>
            <a:xfrm>
              <a:off x="5446043" y="2270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0" name="pt12210"/>
            <p:cNvSpPr/>
            <p:nvPr/>
          </p:nvSpPr>
          <p:spPr>
            <a:xfrm>
              <a:off x="5471293" y="2250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1" name="pt12211"/>
            <p:cNvSpPr/>
            <p:nvPr/>
          </p:nvSpPr>
          <p:spPr>
            <a:xfrm>
              <a:off x="5716675" y="1913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2" name="pt12212"/>
            <p:cNvSpPr/>
            <p:nvPr/>
          </p:nvSpPr>
          <p:spPr>
            <a:xfrm>
              <a:off x="5336441" y="2103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3" name="pt12213"/>
            <p:cNvSpPr/>
            <p:nvPr/>
          </p:nvSpPr>
          <p:spPr>
            <a:xfrm>
              <a:off x="5522974" y="1894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4" name="pt12214"/>
            <p:cNvSpPr/>
            <p:nvPr/>
          </p:nvSpPr>
          <p:spPr>
            <a:xfrm>
              <a:off x="5601719" y="2013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5" name="pt12215"/>
            <p:cNvSpPr/>
            <p:nvPr/>
          </p:nvSpPr>
          <p:spPr>
            <a:xfrm>
              <a:off x="5362904" y="1878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6" name="pt12216"/>
            <p:cNvSpPr/>
            <p:nvPr/>
          </p:nvSpPr>
          <p:spPr>
            <a:xfrm>
              <a:off x="5393339" y="2211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7" name="pt12217"/>
            <p:cNvSpPr/>
            <p:nvPr/>
          </p:nvSpPr>
          <p:spPr>
            <a:xfrm>
              <a:off x="5319816" y="2279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8" name="pt12218"/>
            <p:cNvSpPr/>
            <p:nvPr/>
          </p:nvSpPr>
          <p:spPr>
            <a:xfrm>
              <a:off x="5247409" y="2071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9" name="pt12219"/>
            <p:cNvSpPr/>
            <p:nvPr/>
          </p:nvSpPr>
          <p:spPr>
            <a:xfrm>
              <a:off x="4718871" y="2443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0" name="pt12220"/>
            <p:cNvSpPr/>
            <p:nvPr/>
          </p:nvSpPr>
          <p:spPr>
            <a:xfrm>
              <a:off x="5464586" y="222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1" name="pt12221"/>
            <p:cNvSpPr/>
            <p:nvPr/>
          </p:nvSpPr>
          <p:spPr>
            <a:xfrm>
              <a:off x="5441345" y="2062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2" name="pt12222"/>
            <p:cNvSpPr/>
            <p:nvPr/>
          </p:nvSpPr>
          <p:spPr>
            <a:xfrm>
              <a:off x="5178739" y="2074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3" name="pt12223"/>
            <p:cNvSpPr/>
            <p:nvPr/>
          </p:nvSpPr>
          <p:spPr>
            <a:xfrm>
              <a:off x="5590520" y="1727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4" name="pt12224"/>
            <p:cNvSpPr/>
            <p:nvPr/>
          </p:nvSpPr>
          <p:spPr>
            <a:xfrm>
              <a:off x="6025311" y="1625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5" name="pt12225"/>
            <p:cNvSpPr/>
            <p:nvPr/>
          </p:nvSpPr>
          <p:spPr>
            <a:xfrm>
              <a:off x="5089019" y="2090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6" name="pt12226"/>
            <p:cNvSpPr/>
            <p:nvPr/>
          </p:nvSpPr>
          <p:spPr>
            <a:xfrm>
              <a:off x="5339127" y="2138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7" name="pt12227"/>
            <p:cNvSpPr/>
            <p:nvPr/>
          </p:nvSpPr>
          <p:spPr>
            <a:xfrm>
              <a:off x="5593067" y="1996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8" name="pt12228"/>
            <p:cNvSpPr/>
            <p:nvPr/>
          </p:nvSpPr>
          <p:spPr>
            <a:xfrm>
              <a:off x="5733276" y="1987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9" name="pt12229"/>
            <p:cNvSpPr/>
            <p:nvPr/>
          </p:nvSpPr>
          <p:spPr>
            <a:xfrm>
              <a:off x="5259759" y="2241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0" name="pt12230"/>
            <p:cNvSpPr/>
            <p:nvPr/>
          </p:nvSpPr>
          <p:spPr>
            <a:xfrm>
              <a:off x="5005196" y="256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1" name="pt12231"/>
            <p:cNvSpPr/>
            <p:nvPr/>
          </p:nvSpPr>
          <p:spPr>
            <a:xfrm>
              <a:off x="5332540" y="2209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2" name="pt12232"/>
            <p:cNvSpPr/>
            <p:nvPr/>
          </p:nvSpPr>
          <p:spPr>
            <a:xfrm>
              <a:off x="5033188" y="2684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3" name="pt12233"/>
            <p:cNvSpPr/>
            <p:nvPr/>
          </p:nvSpPr>
          <p:spPr>
            <a:xfrm>
              <a:off x="5638322" y="1877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4" name="pt12234"/>
            <p:cNvSpPr/>
            <p:nvPr/>
          </p:nvSpPr>
          <p:spPr>
            <a:xfrm>
              <a:off x="5511895" y="2090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5" name="pt12235"/>
            <p:cNvSpPr/>
            <p:nvPr/>
          </p:nvSpPr>
          <p:spPr>
            <a:xfrm>
              <a:off x="5328918" y="2164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6" name="pt12236"/>
            <p:cNvSpPr/>
            <p:nvPr/>
          </p:nvSpPr>
          <p:spPr>
            <a:xfrm>
              <a:off x="5685775" y="1989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7" name="pt12237"/>
            <p:cNvSpPr/>
            <p:nvPr/>
          </p:nvSpPr>
          <p:spPr>
            <a:xfrm>
              <a:off x="5226916" y="2121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8" name="pt12238"/>
            <p:cNvSpPr/>
            <p:nvPr/>
          </p:nvSpPr>
          <p:spPr>
            <a:xfrm>
              <a:off x="5697049" y="1811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9" name="pt12239"/>
            <p:cNvSpPr/>
            <p:nvPr/>
          </p:nvSpPr>
          <p:spPr>
            <a:xfrm>
              <a:off x="5531432" y="2036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0" name="pt12240"/>
            <p:cNvSpPr/>
            <p:nvPr/>
          </p:nvSpPr>
          <p:spPr>
            <a:xfrm>
              <a:off x="5132160" y="1793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1" name="pt12241"/>
            <p:cNvSpPr/>
            <p:nvPr/>
          </p:nvSpPr>
          <p:spPr>
            <a:xfrm>
              <a:off x="5479790" y="2243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2" name="pt12242"/>
            <p:cNvSpPr/>
            <p:nvPr/>
          </p:nvSpPr>
          <p:spPr>
            <a:xfrm>
              <a:off x="5011024" y="2461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3" name="pt12243"/>
            <p:cNvSpPr/>
            <p:nvPr/>
          </p:nvSpPr>
          <p:spPr>
            <a:xfrm>
              <a:off x="5567138" y="1703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4" name="pt12244"/>
            <p:cNvSpPr/>
            <p:nvPr/>
          </p:nvSpPr>
          <p:spPr>
            <a:xfrm>
              <a:off x="5396466" y="2167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5" name="pt12245"/>
            <p:cNvSpPr/>
            <p:nvPr/>
          </p:nvSpPr>
          <p:spPr>
            <a:xfrm>
              <a:off x="5228213" y="229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6" name="pt12246"/>
            <p:cNvSpPr/>
            <p:nvPr/>
          </p:nvSpPr>
          <p:spPr>
            <a:xfrm>
              <a:off x="5349186" y="2061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7" name="pt12247"/>
            <p:cNvSpPr/>
            <p:nvPr/>
          </p:nvSpPr>
          <p:spPr>
            <a:xfrm>
              <a:off x="5438846" y="2106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8" name="pt12248"/>
            <p:cNvSpPr/>
            <p:nvPr/>
          </p:nvSpPr>
          <p:spPr>
            <a:xfrm>
              <a:off x="5007497" y="2619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9" name="pt12249"/>
            <p:cNvSpPr/>
            <p:nvPr/>
          </p:nvSpPr>
          <p:spPr>
            <a:xfrm>
              <a:off x="5394426" y="2090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0" name="pt12250"/>
            <p:cNvSpPr/>
            <p:nvPr/>
          </p:nvSpPr>
          <p:spPr>
            <a:xfrm>
              <a:off x="5404240" y="2310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1" name="pt12251"/>
            <p:cNvSpPr/>
            <p:nvPr/>
          </p:nvSpPr>
          <p:spPr>
            <a:xfrm>
              <a:off x="5095267" y="2107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2" name="pt12252"/>
            <p:cNvSpPr/>
            <p:nvPr/>
          </p:nvSpPr>
          <p:spPr>
            <a:xfrm>
              <a:off x="5038869" y="2592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3" name="pt12253"/>
            <p:cNvSpPr/>
            <p:nvPr/>
          </p:nvSpPr>
          <p:spPr>
            <a:xfrm>
              <a:off x="4780328" y="2628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4" name="pt12254"/>
            <p:cNvSpPr/>
            <p:nvPr/>
          </p:nvSpPr>
          <p:spPr>
            <a:xfrm>
              <a:off x="5698682" y="1933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5" name="pt12255"/>
            <p:cNvSpPr/>
            <p:nvPr/>
          </p:nvSpPr>
          <p:spPr>
            <a:xfrm>
              <a:off x="5566239" y="1792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6" name="pt12256"/>
            <p:cNvSpPr/>
            <p:nvPr/>
          </p:nvSpPr>
          <p:spPr>
            <a:xfrm>
              <a:off x="5133166" y="1809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7" name="pt12257"/>
            <p:cNvSpPr/>
            <p:nvPr/>
          </p:nvSpPr>
          <p:spPr>
            <a:xfrm>
              <a:off x="5988762" y="1993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8" name="pt12258"/>
            <p:cNvSpPr/>
            <p:nvPr/>
          </p:nvSpPr>
          <p:spPr>
            <a:xfrm>
              <a:off x="5437197" y="2058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9" name="pt12259"/>
            <p:cNvSpPr/>
            <p:nvPr/>
          </p:nvSpPr>
          <p:spPr>
            <a:xfrm>
              <a:off x="5090112" y="2209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0" name="pt12260"/>
            <p:cNvSpPr/>
            <p:nvPr/>
          </p:nvSpPr>
          <p:spPr>
            <a:xfrm>
              <a:off x="5073389" y="2325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1" name="pt12261"/>
            <p:cNvSpPr/>
            <p:nvPr/>
          </p:nvSpPr>
          <p:spPr>
            <a:xfrm>
              <a:off x="5583718" y="1586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2" name="pt12262"/>
            <p:cNvSpPr/>
            <p:nvPr/>
          </p:nvSpPr>
          <p:spPr>
            <a:xfrm>
              <a:off x="5624097" y="1816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3" name="pt12263"/>
            <p:cNvSpPr/>
            <p:nvPr/>
          </p:nvSpPr>
          <p:spPr>
            <a:xfrm>
              <a:off x="5375227" y="1985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4" name="pt12264"/>
            <p:cNvSpPr/>
            <p:nvPr/>
          </p:nvSpPr>
          <p:spPr>
            <a:xfrm>
              <a:off x="5001205" y="2549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5" name="pt12265"/>
            <p:cNvSpPr/>
            <p:nvPr/>
          </p:nvSpPr>
          <p:spPr>
            <a:xfrm>
              <a:off x="5625544" y="1713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6" name="pt12266"/>
            <p:cNvSpPr/>
            <p:nvPr/>
          </p:nvSpPr>
          <p:spPr>
            <a:xfrm>
              <a:off x="5360981" y="1879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7" name="pt12267"/>
            <p:cNvSpPr/>
            <p:nvPr/>
          </p:nvSpPr>
          <p:spPr>
            <a:xfrm>
              <a:off x="4925684" y="2518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8" name="pt12268"/>
            <p:cNvSpPr/>
            <p:nvPr/>
          </p:nvSpPr>
          <p:spPr>
            <a:xfrm>
              <a:off x="4611972" y="2529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9" name="pt12269"/>
            <p:cNvSpPr/>
            <p:nvPr/>
          </p:nvSpPr>
          <p:spPr>
            <a:xfrm>
              <a:off x="4768529" y="2722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0" name="pt12270"/>
            <p:cNvSpPr/>
            <p:nvPr/>
          </p:nvSpPr>
          <p:spPr>
            <a:xfrm>
              <a:off x="5394622" y="2180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1" name="pt12271"/>
            <p:cNvSpPr/>
            <p:nvPr/>
          </p:nvSpPr>
          <p:spPr>
            <a:xfrm>
              <a:off x="5471100" y="2207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2" name="pt12272"/>
            <p:cNvSpPr/>
            <p:nvPr/>
          </p:nvSpPr>
          <p:spPr>
            <a:xfrm>
              <a:off x="5195239" y="1897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3" name="pt12273"/>
            <p:cNvSpPr/>
            <p:nvPr/>
          </p:nvSpPr>
          <p:spPr>
            <a:xfrm>
              <a:off x="5216879" y="2085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4" name="pt12274"/>
            <p:cNvSpPr/>
            <p:nvPr/>
          </p:nvSpPr>
          <p:spPr>
            <a:xfrm>
              <a:off x="5433198" y="2090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5" name="pt12275"/>
            <p:cNvSpPr/>
            <p:nvPr/>
          </p:nvSpPr>
          <p:spPr>
            <a:xfrm>
              <a:off x="5491220" y="2056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6" name="pt12276"/>
            <p:cNvSpPr/>
            <p:nvPr/>
          </p:nvSpPr>
          <p:spPr>
            <a:xfrm>
              <a:off x="5374844" y="2111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7" name="pt12277"/>
            <p:cNvSpPr/>
            <p:nvPr/>
          </p:nvSpPr>
          <p:spPr>
            <a:xfrm>
              <a:off x="4843171" y="2123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8" name="pt12278"/>
            <p:cNvSpPr/>
            <p:nvPr/>
          </p:nvSpPr>
          <p:spPr>
            <a:xfrm>
              <a:off x="5150212" y="2088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9" name="pt12279"/>
            <p:cNvSpPr/>
            <p:nvPr/>
          </p:nvSpPr>
          <p:spPr>
            <a:xfrm>
              <a:off x="5273008" y="2266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0" name="pt12280"/>
            <p:cNvSpPr/>
            <p:nvPr/>
          </p:nvSpPr>
          <p:spPr>
            <a:xfrm>
              <a:off x="5266876" y="2250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1" name="pt12281"/>
            <p:cNvSpPr/>
            <p:nvPr/>
          </p:nvSpPr>
          <p:spPr>
            <a:xfrm>
              <a:off x="5286667" y="205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2" name="pt12282"/>
            <p:cNvSpPr/>
            <p:nvPr/>
          </p:nvSpPr>
          <p:spPr>
            <a:xfrm>
              <a:off x="5495629" y="2027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3" name="pt12283"/>
            <p:cNvSpPr/>
            <p:nvPr/>
          </p:nvSpPr>
          <p:spPr>
            <a:xfrm>
              <a:off x="5188888" y="2119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4" name="pt12284"/>
            <p:cNvSpPr/>
            <p:nvPr/>
          </p:nvSpPr>
          <p:spPr>
            <a:xfrm>
              <a:off x="5103917" y="2111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5" name="pt12285"/>
            <p:cNvSpPr/>
            <p:nvPr/>
          </p:nvSpPr>
          <p:spPr>
            <a:xfrm>
              <a:off x="5492280" y="1916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6" name="pt12286"/>
            <p:cNvSpPr/>
            <p:nvPr/>
          </p:nvSpPr>
          <p:spPr>
            <a:xfrm>
              <a:off x="5218416" y="2038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7" name="pt12287"/>
            <p:cNvSpPr/>
            <p:nvPr/>
          </p:nvSpPr>
          <p:spPr>
            <a:xfrm>
              <a:off x="5218226" y="2191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8" name="pt12288"/>
            <p:cNvSpPr/>
            <p:nvPr/>
          </p:nvSpPr>
          <p:spPr>
            <a:xfrm>
              <a:off x="5466459" y="2200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9" name="pt12289"/>
            <p:cNvSpPr/>
            <p:nvPr/>
          </p:nvSpPr>
          <p:spPr>
            <a:xfrm>
              <a:off x="4895659" y="2635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0" name="pt12290"/>
            <p:cNvSpPr/>
            <p:nvPr/>
          </p:nvSpPr>
          <p:spPr>
            <a:xfrm>
              <a:off x="5223160" y="2205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1" name="pt12291"/>
            <p:cNvSpPr/>
            <p:nvPr/>
          </p:nvSpPr>
          <p:spPr>
            <a:xfrm>
              <a:off x="5597821" y="1926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2" name="pt12292"/>
            <p:cNvSpPr/>
            <p:nvPr/>
          </p:nvSpPr>
          <p:spPr>
            <a:xfrm>
              <a:off x="5646406" y="1986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3" name="pt12293"/>
            <p:cNvSpPr/>
            <p:nvPr/>
          </p:nvSpPr>
          <p:spPr>
            <a:xfrm>
              <a:off x="4934137" y="2268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4" name="pt12294"/>
            <p:cNvSpPr/>
            <p:nvPr/>
          </p:nvSpPr>
          <p:spPr>
            <a:xfrm>
              <a:off x="5317533" y="2291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5" name="pt12295"/>
            <p:cNvSpPr/>
            <p:nvPr/>
          </p:nvSpPr>
          <p:spPr>
            <a:xfrm>
              <a:off x="5385686" y="1955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6" name="pt12296"/>
            <p:cNvSpPr/>
            <p:nvPr/>
          </p:nvSpPr>
          <p:spPr>
            <a:xfrm>
              <a:off x="5644786" y="1903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7" name="pt12297"/>
            <p:cNvSpPr/>
            <p:nvPr/>
          </p:nvSpPr>
          <p:spPr>
            <a:xfrm>
              <a:off x="5435213" y="2028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8" name="pt12298"/>
            <p:cNvSpPr/>
            <p:nvPr/>
          </p:nvSpPr>
          <p:spPr>
            <a:xfrm>
              <a:off x="5323902" y="2295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9" name="pt12299"/>
            <p:cNvSpPr/>
            <p:nvPr/>
          </p:nvSpPr>
          <p:spPr>
            <a:xfrm>
              <a:off x="5236520" y="2193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0" name="pt12300"/>
            <p:cNvSpPr/>
            <p:nvPr/>
          </p:nvSpPr>
          <p:spPr>
            <a:xfrm>
              <a:off x="5688416" y="1935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1" name="pt12301"/>
            <p:cNvSpPr/>
            <p:nvPr/>
          </p:nvSpPr>
          <p:spPr>
            <a:xfrm>
              <a:off x="5478509" y="2236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2" name="pt12302"/>
            <p:cNvSpPr/>
            <p:nvPr/>
          </p:nvSpPr>
          <p:spPr>
            <a:xfrm>
              <a:off x="5350457" y="208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3" name="pt12303"/>
            <p:cNvSpPr/>
            <p:nvPr/>
          </p:nvSpPr>
          <p:spPr>
            <a:xfrm>
              <a:off x="5538363" y="1996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4" name="pt12304"/>
            <p:cNvSpPr/>
            <p:nvPr/>
          </p:nvSpPr>
          <p:spPr>
            <a:xfrm>
              <a:off x="5561787" y="2015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5" name="pt12305"/>
            <p:cNvSpPr/>
            <p:nvPr/>
          </p:nvSpPr>
          <p:spPr>
            <a:xfrm>
              <a:off x="5563914" y="1784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6" name="pt12306"/>
            <p:cNvSpPr/>
            <p:nvPr/>
          </p:nvSpPr>
          <p:spPr>
            <a:xfrm>
              <a:off x="5594509" y="1971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7" name="pt12307"/>
            <p:cNvSpPr/>
            <p:nvPr/>
          </p:nvSpPr>
          <p:spPr>
            <a:xfrm>
              <a:off x="5046230" y="2718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8" name="pt12308"/>
            <p:cNvSpPr/>
            <p:nvPr/>
          </p:nvSpPr>
          <p:spPr>
            <a:xfrm>
              <a:off x="5140043" y="2031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9" name="pt12309"/>
            <p:cNvSpPr/>
            <p:nvPr/>
          </p:nvSpPr>
          <p:spPr>
            <a:xfrm>
              <a:off x="5179703" y="2099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0" name="pt12310"/>
            <p:cNvSpPr/>
            <p:nvPr/>
          </p:nvSpPr>
          <p:spPr>
            <a:xfrm>
              <a:off x="5186307" y="2117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1" name="pt12311"/>
            <p:cNvSpPr/>
            <p:nvPr/>
          </p:nvSpPr>
          <p:spPr>
            <a:xfrm>
              <a:off x="5103928" y="2074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2" name="pt12312"/>
            <p:cNvSpPr/>
            <p:nvPr/>
          </p:nvSpPr>
          <p:spPr>
            <a:xfrm>
              <a:off x="5695502" y="1892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3" name="pt12313"/>
            <p:cNvSpPr/>
            <p:nvPr/>
          </p:nvSpPr>
          <p:spPr>
            <a:xfrm>
              <a:off x="5742414" y="1944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4" name="pt12314"/>
            <p:cNvSpPr/>
            <p:nvPr/>
          </p:nvSpPr>
          <p:spPr>
            <a:xfrm>
              <a:off x="5300175" y="2098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5" name="pt12315"/>
            <p:cNvSpPr/>
            <p:nvPr/>
          </p:nvSpPr>
          <p:spPr>
            <a:xfrm>
              <a:off x="5331370" y="2211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6" name="pt12316"/>
            <p:cNvSpPr/>
            <p:nvPr/>
          </p:nvSpPr>
          <p:spPr>
            <a:xfrm>
              <a:off x="5611032" y="1997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7" name="pt12317"/>
            <p:cNvSpPr/>
            <p:nvPr/>
          </p:nvSpPr>
          <p:spPr>
            <a:xfrm>
              <a:off x="4581040" y="2418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8" name="pt12318"/>
            <p:cNvSpPr/>
            <p:nvPr/>
          </p:nvSpPr>
          <p:spPr>
            <a:xfrm>
              <a:off x="5522920" y="1894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9" name="pt12319"/>
            <p:cNvSpPr/>
            <p:nvPr/>
          </p:nvSpPr>
          <p:spPr>
            <a:xfrm>
              <a:off x="5373235" y="2052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0" name="pt12320"/>
            <p:cNvSpPr/>
            <p:nvPr/>
          </p:nvSpPr>
          <p:spPr>
            <a:xfrm>
              <a:off x="5047955" y="2706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1" name="pt12321"/>
            <p:cNvSpPr/>
            <p:nvPr/>
          </p:nvSpPr>
          <p:spPr>
            <a:xfrm>
              <a:off x="5535607" y="2070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2" name="pt12322"/>
            <p:cNvSpPr/>
            <p:nvPr/>
          </p:nvSpPr>
          <p:spPr>
            <a:xfrm>
              <a:off x="5090557" y="2098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3" name="pt12323"/>
            <p:cNvSpPr/>
            <p:nvPr/>
          </p:nvSpPr>
          <p:spPr>
            <a:xfrm>
              <a:off x="5319865" y="2284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4" name="pt12324"/>
            <p:cNvSpPr/>
            <p:nvPr/>
          </p:nvSpPr>
          <p:spPr>
            <a:xfrm>
              <a:off x="5080853" y="2281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5" name="pt12325"/>
            <p:cNvSpPr/>
            <p:nvPr/>
          </p:nvSpPr>
          <p:spPr>
            <a:xfrm>
              <a:off x="5305624" y="2117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6" name="pt12326"/>
            <p:cNvSpPr/>
            <p:nvPr/>
          </p:nvSpPr>
          <p:spPr>
            <a:xfrm>
              <a:off x="5232992" y="2169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7" name="pt12327"/>
            <p:cNvSpPr/>
            <p:nvPr/>
          </p:nvSpPr>
          <p:spPr>
            <a:xfrm>
              <a:off x="5267649" y="2030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8" name="pt12328"/>
            <p:cNvSpPr/>
            <p:nvPr/>
          </p:nvSpPr>
          <p:spPr>
            <a:xfrm>
              <a:off x="5487953" y="2014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9" name="pt12329"/>
            <p:cNvSpPr/>
            <p:nvPr/>
          </p:nvSpPr>
          <p:spPr>
            <a:xfrm>
              <a:off x="5290358" y="2235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0" name="pt12330"/>
            <p:cNvSpPr/>
            <p:nvPr/>
          </p:nvSpPr>
          <p:spPr>
            <a:xfrm>
              <a:off x="5249464" y="2213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1" name="pt12331"/>
            <p:cNvSpPr/>
            <p:nvPr/>
          </p:nvSpPr>
          <p:spPr>
            <a:xfrm>
              <a:off x="5401726" y="2249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2" name="pt12332"/>
            <p:cNvSpPr/>
            <p:nvPr/>
          </p:nvSpPr>
          <p:spPr>
            <a:xfrm>
              <a:off x="5720230" y="1955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3" name="pt12333"/>
            <p:cNvSpPr/>
            <p:nvPr/>
          </p:nvSpPr>
          <p:spPr>
            <a:xfrm>
              <a:off x="5391325" y="2124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4" name="pt12334"/>
            <p:cNvSpPr/>
            <p:nvPr/>
          </p:nvSpPr>
          <p:spPr>
            <a:xfrm>
              <a:off x="5042779" y="2657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5" name="pt12335"/>
            <p:cNvSpPr/>
            <p:nvPr/>
          </p:nvSpPr>
          <p:spPr>
            <a:xfrm>
              <a:off x="5256335" y="2206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6" name="pt12336"/>
            <p:cNvSpPr/>
            <p:nvPr/>
          </p:nvSpPr>
          <p:spPr>
            <a:xfrm>
              <a:off x="4896931" y="2853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7" name="pt12337"/>
            <p:cNvSpPr/>
            <p:nvPr/>
          </p:nvSpPr>
          <p:spPr>
            <a:xfrm>
              <a:off x="5451939" y="2269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8" name="pt12338"/>
            <p:cNvSpPr/>
            <p:nvPr/>
          </p:nvSpPr>
          <p:spPr>
            <a:xfrm>
              <a:off x="5408987" y="2272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9" name="pt12339"/>
            <p:cNvSpPr/>
            <p:nvPr/>
          </p:nvSpPr>
          <p:spPr>
            <a:xfrm>
              <a:off x="5833831" y="1716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0" name="pt12340"/>
            <p:cNvSpPr/>
            <p:nvPr/>
          </p:nvSpPr>
          <p:spPr>
            <a:xfrm>
              <a:off x="5226521" y="2184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1" name="pt12341"/>
            <p:cNvSpPr/>
            <p:nvPr/>
          </p:nvSpPr>
          <p:spPr>
            <a:xfrm>
              <a:off x="5556723" y="2114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2" name="pt12342"/>
            <p:cNvSpPr/>
            <p:nvPr/>
          </p:nvSpPr>
          <p:spPr>
            <a:xfrm>
              <a:off x="5821928" y="1739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3" name="pt12343"/>
            <p:cNvSpPr/>
            <p:nvPr/>
          </p:nvSpPr>
          <p:spPr>
            <a:xfrm>
              <a:off x="5100576" y="2068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4" name="pt12344"/>
            <p:cNvSpPr/>
            <p:nvPr/>
          </p:nvSpPr>
          <p:spPr>
            <a:xfrm>
              <a:off x="5847090" y="1513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5" name="pt12345"/>
            <p:cNvSpPr/>
            <p:nvPr/>
          </p:nvSpPr>
          <p:spPr>
            <a:xfrm>
              <a:off x="5919857" y="1984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6" name="pt12346"/>
            <p:cNvSpPr/>
            <p:nvPr/>
          </p:nvSpPr>
          <p:spPr>
            <a:xfrm>
              <a:off x="5649479" y="1902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7" name="pt12347"/>
            <p:cNvSpPr/>
            <p:nvPr/>
          </p:nvSpPr>
          <p:spPr>
            <a:xfrm>
              <a:off x="5543768" y="2044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8" name="pt12348"/>
            <p:cNvSpPr/>
            <p:nvPr/>
          </p:nvSpPr>
          <p:spPr>
            <a:xfrm>
              <a:off x="5580054" y="1622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9" name="pt12349"/>
            <p:cNvSpPr/>
            <p:nvPr/>
          </p:nvSpPr>
          <p:spPr>
            <a:xfrm>
              <a:off x="5026534" y="2533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0" name="pt12350"/>
            <p:cNvSpPr/>
            <p:nvPr/>
          </p:nvSpPr>
          <p:spPr>
            <a:xfrm>
              <a:off x="5246256" y="211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1" name="pt12351"/>
            <p:cNvSpPr/>
            <p:nvPr/>
          </p:nvSpPr>
          <p:spPr>
            <a:xfrm>
              <a:off x="5397837" y="2285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2" name="pt12352"/>
            <p:cNvSpPr/>
            <p:nvPr/>
          </p:nvSpPr>
          <p:spPr>
            <a:xfrm>
              <a:off x="4801984" y="1803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3" name="pt12353"/>
            <p:cNvSpPr/>
            <p:nvPr/>
          </p:nvSpPr>
          <p:spPr>
            <a:xfrm>
              <a:off x="5453953" y="2087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4" name="pt12354"/>
            <p:cNvSpPr/>
            <p:nvPr/>
          </p:nvSpPr>
          <p:spPr>
            <a:xfrm>
              <a:off x="5730400" y="1847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5" name="pt12355"/>
            <p:cNvSpPr/>
            <p:nvPr/>
          </p:nvSpPr>
          <p:spPr>
            <a:xfrm>
              <a:off x="5085061" y="2271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6" name="pt12356"/>
            <p:cNvSpPr/>
            <p:nvPr/>
          </p:nvSpPr>
          <p:spPr>
            <a:xfrm>
              <a:off x="5481901" y="2181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7" name="pt12357"/>
            <p:cNvSpPr/>
            <p:nvPr/>
          </p:nvSpPr>
          <p:spPr>
            <a:xfrm>
              <a:off x="5476370" y="2183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8" name="pt12358"/>
            <p:cNvSpPr/>
            <p:nvPr/>
          </p:nvSpPr>
          <p:spPr>
            <a:xfrm>
              <a:off x="5606414" y="218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9" name="pt12359"/>
            <p:cNvSpPr/>
            <p:nvPr/>
          </p:nvSpPr>
          <p:spPr>
            <a:xfrm>
              <a:off x="5339405" y="2178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0" name="pt12360"/>
            <p:cNvSpPr/>
            <p:nvPr/>
          </p:nvSpPr>
          <p:spPr>
            <a:xfrm>
              <a:off x="5626782" y="1880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1" name="pt12361"/>
            <p:cNvSpPr/>
            <p:nvPr/>
          </p:nvSpPr>
          <p:spPr>
            <a:xfrm>
              <a:off x="5279060" y="2047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2" name="pt12362"/>
            <p:cNvSpPr/>
            <p:nvPr/>
          </p:nvSpPr>
          <p:spPr>
            <a:xfrm>
              <a:off x="5288146" y="1973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3" name="pt12363"/>
            <p:cNvSpPr/>
            <p:nvPr/>
          </p:nvSpPr>
          <p:spPr>
            <a:xfrm>
              <a:off x="4953287" y="2528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4" name="pt12364"/>
            <p:cNvSpPr/>
            <p:nvPr/>
          </p:nvSpPr>
          <p:spPr>
            <a:xfrm>
              <a:off x="5472243" y="221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5" name="pt12365"/>
            <p:cNvSpPr/>
            <p:nvPr/>
          </p:nvSpPr>
          <p:spPr>
            <a:xfrm>
              <a:off x="5102804" y="1988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6" name="pt12366"/>
            <p:cNvSpPr/>
            <p:nvPr/>
          </p:nvSpPr>
          <p:spPr>
            <a:xfrm>
              <a:off x="5556439" y="2159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7" name="pt12367"/>
            <p:cNvSpPr/>
            <p:nvPr/>
          </p:nvSpPr>
          <p:spPr>
            <a:xfrm>
              <a:off x="4973501" y="2419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8" name="pt12368"/>
            <p:cNvSpPr/>
            <p:nvPr/>
          </p:nvSpPr>
          <p:spPr>
            <a:xfrm>
              <a:off x="5561733" y="2100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9" name="pt12369"/>
            <p:cNvSpPr/>
            <p:nvPr/>
          </p:nvSpPr>
          <p:spPr>
            <a:xfrm>
              <a:off x="5012052" y="2782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0" name="pt12370"/>
            <p:cNvSpPr/>
            <p:nvPr/>
          </p:nvSpPr>
          <p:spPr>
            <a:xfrm>
              <a:off x="5163495" y="2197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1" name="pt12371"/>
            <p:cNvSpPr/>
            <p:nvPr/>
          </p:nvSpPr>
          <p:spPr>
            <a:xfrm>
              <a:off x="5308013" y="2116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2" name="pt12372"/>
            <p:cNvSpPr/>
            <p:nvPr/>
          </p:nvSpPr>
          <p:spPr>
            <a:xfrm>
              <a:off x="5668006" y="2053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3" name="pt12373"/>
            <p:cNvSpPr/>
            <p:nvPr/>
          </p:nvSpPr>
          <p:spPr>
            <a:xfrm>
              <a:off x="5287591" y="2002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4" name="pt12374"/>
            <p:cNvSpPr/>
            <p:nvPr/>
          </p:nvSpPr>
          <p:spPr>
            <a:xfrm>
              <a:off x="5082697" y="2269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5" name="pt12375"/>
            <p:cNvSpPr/>
            <p:nvPr/>
          </p:nvSpPr>
          <p:spPr>
            <a:xfrm>
              <a:off x="5744044" y="1833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6" name="pt12376"/>
            <p:cNvSpPr/>
            <p:nvPr/>
          </p:nvSpPr>
          <p:spPr>
            <a:xfrm>
              <a:off x="5265824" y="2263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7" name="pt12377"/>
            <p:cNvSpPr/>
            <p:nvPr/>
          </p:nvSpPr>
          <p:spPr>
            <a:xfrm>
              <a:off x="5256989" y="2295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8" name="pt12378"/>
            <p:cNvSpPr/>
            <p:nvPr/>
          </p:nvSpPr>
          <p:spPr>
            <a:xfrm>
              <a:off x="5262162" y="2213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9" name="pt12379"/>
            <p:cNvSpPr/>
            <p:nvPr/>
          </p:nvSpPr>
          <p:spPr>
            <a:xfrm>
              <a:off x="5506112" y="1975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0" name="pt12380"/>
            <p:cNvSpPr/>
            <p:nvPr/>
          </p:nvSpPr>
          <p:spPr>
            <a:xfrm>
              <a:off x="5217917" y="2106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1" name="pt12381"/>
            <p:cNvSpPr/>
            <p:nvPr/>
          </p:nvSpPr>
          <p:spPr>
            <a:xfrm>
              <a:off x="5039429" y="2677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2" name="pt12382"/>
            <p:cNvSpPr/>
            <p:nvPr/>
          </p:nvSpPr>
          <p:spPr>
            <a:xfrm>
              <a:off x="4795892" y="1593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3" name="pt12383"/>
            <p:cNvSpPr/>
            <p:nvPr/>
          </p:nvSpPr>
          <p:spPr>
            <a:xfrm>
              <a:off x="5274226" y="1962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4" name="pt12384"/>
            <p:cNvSpPr/>
            <p:nvPr/>
          </p:nvSpPr>
          <p:spPr>
            <a:xfrm>
              <a:off x="5377755" y="2095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5" name="pt12385"/>
            <p:cNvSpPr/>
            <p:nvPr/>
          </p:nvSpPr>
          <p:spPr>
            <a:xfrm>
              <a:off x="5340415" y="2202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6" name="pt12386"/>
            <p:cNvSpPr/>
            <p:nvPr/>
          </p:nvSpPr>
          <p:spPr>
            <a:xfrm>
              <a:off x="5196148" y="1983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7" name="pt12387"/>
            <p:cNvSpPr/>
            <p:nvPr/>
          </p:nvSpPr>
          <p:spPr>
            <a:xfrm>
              <a:off x="5085279" y="2438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8" name="pt12388"/>
            <p:cNvSpPr/>
            <p:nvPr/>
          </p:nvSpPr>
          <p:spPr>
            <a:xfrm>
              <a:off x="5523598" y="192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9" name="pt12389"/>
            <p:cNvSpPr/>
            <p:nvPr/>
          </p:nvSpPr>
          <p:spPr>
            <a:xfrm>
              <a:off x="5465361" y="2253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0" name="pt12390"/>
            <p:cNvSpPr/>
            <p:nvPr/>
          </p:nvSpPr>
          <p:spPr>
            <a:xfrm>
              <a:off x="5379875" y="2019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1" name="pt12391"/>
            <p:cNvSpPr/>
            <p:nvPr/>
          </p:nvSpPr>
          <p:spPr>
            <a:xfrm>
              <a:off x="4987108" y="1697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2" name="pt12392"/>
            <p:cNvSpPr/>
            <p:nvPr/>
          </p:nvSpPr>
          <p:spPr>
            <a:xfrm>
              <a:off x="5781911" y="1954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3" name="pt12393"/>
            <p:cNvSpPr/>
            <p:nvPr/>
          </p:nvSpPr>
          <p:spPr>
            <a:xfrm>
              <a:off x="5469999" y="2218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4" name="pt12394"/>
            <p:cNvSpPr/>
            <p:nvPr/>
          </p:nvSpPr>
          <p:spPr>
            <a:xfrm>
              <a:off x="5320138" y="2280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5" name="pt12395"/>
            <p:cNvSpPr/>
            <p:nvPr/>
          </p:nvSpPr>
          <p:spPr>
            <a:xfrm>
              <a:off x="5434128" y="2074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6" name="pt12396"/>
            <p:cNvSpPr/>
            <p:nvPr/>
          </p:nvSpPr>
          <p:spPr>
            <a:xfrm>
              <a:off x="5381190" y="2094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7" name="pt12397"/>
            <p:cNvSpPr/>
            <p:nvPr/>
          </p:nvSpPr>
          <p:spPr>
            <a:xfrm>
              <a:off x="5580801" y="1659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8" name="pt12398"/>
            <p:cNvSpPr/>
            <p:nvPr/>
          </p:nvSpPr>
          <p:spPr>
            <a:xfrm>
              <a:off x="5626412" y="1847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9" name="pt12399"/>
            <p:cNvSpPr/>
            <p:nvPr/>
          </p:nvSpPr>
          <p:spPr>
            <a:xfrm>
              <a:off x="4968840" y="2486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0" name="pt12400"/>
            <p:cNvSpPr/>
            <p:nvPr/>
          </p:nvSpPr>
          <p:spPr>
            <a:xfrm>
              <a:off x="5761685" y="1614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1" name="pt12401"/>
            <p:cNvSpPr/>
            <p:nvPr/>
          </p:nvSpPr>
          <p:spPr>
            <a:xfrm>
              <a:off x="5297784" y="2100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2" name="pt12402"/>
            <p:cNvSpPr/>
            <p:nvPr/>
          </p:nvSpPr>
          <p:spPr>
            <a:xfrm>
              <a:off x="5193683" y="1882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3" name="pt12403"/>
            <p:cNvSpPr/>
            <p:nvPr/>
          </p:nvSpPr>
          <p:spPr>
            <a:xfrm>
              <a:off x="5078006" y="2371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4" name="pt12404"/>
            <p:cNvSpPr/>
            <p:nvPr/>
          </p:nvSpPr>
          <p:spPr>
            <a:xfrm>
              <a:off x="5718598" y="1894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5" name="pt12405"/>
            <p:cNvSpPr/>
            <p:nvPr/>
          </p:nvSpPr>
          <p:spPr>
            <a:xfrm>
              <a:off x="4929144" y="2003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6" name="pt12406"/>
            <p:cNvSpPr/>
            <p:nvPr/>
          </p:nvSpPr>
          <p:spPr>
            <a:xfrm>
              <a:off x="5442450" y="2042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7" name="pt12407"/>
            <p:cNvSpPr/>
            <p:nvPr/>
          </p:nvSpPr>
          <p:spPr>
            <a:xfrm>
              <a:off x="5486161" y="1920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8" name="pt12408"/>
            <p:cNvSpPr/>
            <p:nvPr/>
          </p:nvSpPr>
          <p:spPr>
            <a:xfrm>
              <a:off x="5419555" y="2110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9" name="pt12409"/>
            <p:cNvSpPr/>
            <p:nvPr/>
          </p:nvSpPr>
          <p:spPr>
            <a:xfrm>
              <a:off x="5532591" y="1996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0" name="pt12410"/>
            <p:cNvSpPr/>
            <p:nvPr/>
          </p:nvSpPr>
          <p:spPr>
            <a:xfrm>
              <a:off x="5626651" y="1759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1" name="pt12411"/>
            <p:cNvSpPr/>
            <p:nvPr/>
          </p:nvSpPr>
          <p:spPr>
            <a:xfrm>
              <a:off x="4931388" y="2062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2" name="pt12412"/>
            <p:cNvSpPr/>
            <p:nvPr/>
          </p:nvSpPr>
          <p:spPr>
            <a:xfrm>
              <a:off x="5199654" y="2053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3" name="pt12413"/>
            <p:cNvSpPr/>
            <p:nvPr/>
          </p:nvSpPr>
          <p:spPr>
            <a:xfrm>
              <a:off x="5588632" y="177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4" name="pt12414"/>
            <p:cNvSpPr/>
            <p:nvPr/>
          </p:nvSpPr>
          <p:spPr>
            <a:xfrm>
              <a:off x="5418207" y="211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5" name="pt12415"/>
            <p:cNvSpPr/>
            <p:nvPr/>
          </p:nvSpPr>
          <p:spPr>
            <a:xfrm>
              <a:off x="4866238" y="2594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6" name="pt12416"/>
            <p:cNvSpPr/>
            <p:nvPr/>
          </p:nvSpPr>
          <p:spPr>
            <a:xfrm>
              <a:off x="4718028" y="2435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7" name="pt12417"/>
            <p:cNvSpPr/>
            <p:nvPr/>
          </p:nvSpPr>
          <p:spPr>
            <a:xfrm>
              <a:off x="5298698" y="2146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8" name="pt12418"/>
            <p:cNvSpPr/>
            <p:nvPr/>
          </p:nvSpPr>
          <p:spPr>
            <a:xfrm>
              <a:off x="5153019" y="2124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9" name="pt12419"/>
            <p:cNvSpPr/>
            <p:nvPr/>
          </p:nvSpPr>
          <p:spPr>
            <a:xfrm>
              <a:off x="5462380" y="2177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0" name="pt12420"/>
            <p:cNvSpPr/>
            <p:nvPr/>
          </p:nvSpPr>
          <p:spPr>
            <a:xfrm>
              <a:off x="5449682" y="2247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1" name="pt12421"/>
            <p:cNvSpPr/>
            <p:nvPr/>
          </p:nvSpPr>
          <p:spPr>
            <a:xfrm>
              <a:off x="5432539" y="2193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2" name="pt12422"/>
            <p:cNvSpPr/>
            <p:nvPr/>
          </p:nvSpPr>
          <p:spPr>
            <a:xfrm>
              <a:off x="5247550" y="227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3" name="pt12423"/>
            <p:cNvSpPr/>
            <p:nvPr/>
          </p:nvSpPr>
          <p:spPr>
            <a:xfrm>
              <a:off x="5038580" y="2534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4" name="pt12424"/>
            <p:cNvSpPr/>
            <p:nvPr/>
          </p:nvSpPr>
          <p:spPr>
            <a:xfrm>
              <a:off x="5344412" y="2053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5" name="pt12425"/>
            <p:cNvSpPr/>
            <p:nvPr/>
          </p:nvSpPr>
          <p:spPr>
            <a:xfrm>
              <a:off x="5076446" y="2289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6" name="pt12426"/>
            <p:cNvSpPr/>
            <p:nvPr/>
          </p:nvSpPr>
          <p:spPr>
            <a:xfrm>
              <a:off x="5556235" y="2111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7" name="pt12427"/>
            <p:cNvSpPr/>
            <p:nvPr/>
          </p:nvSpPr>
          <p:spPr>
            <a:xfrm>
              <a:off x="4988405" y="1811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8" name="pt12428"/>
            <p:cNvSpPr/>
            <p:nvPr/>
          </p:nvSpPr>
          <p:spPr>
            <a:xfrm>
              <a:off x="5420963" y="2014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9" name="pt12429"/>
            <p:cNvSpPr/>
            <p:nvPr/>
          </p:nvSpPr>
          <p:spPr>
            <a:xfrm>
              <a:off x="5273695" y="2023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0" name="pt12430"/>
            <p:cNvSpPr/>
            <p:nvPr/>
          </p:nvSpPr>
          <p:spPr>
            <a:xfrm>
              <a:off x="5298082" y="2155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1" name="pt12431"/>
            <p:cNvSpPr/>
            <p:nvPr/>
          </p:nvSpPr>
          <p:spPr>
            <a:xfrm>
              <a:off x="4924638" y="2355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2" name="pt12432"/>
            <p:cNvSpPr/>
            <p:nvPr/>
          </p:nvSpPr>
          <p:spPr>
            <a:xfrm>
              <a:off x="5050231" y="2676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3" name="pt12433"/>
            <p:cNvSpPr/>
            <p:nvPr/>
          </p:nvSpPr>
          <p:spPr>
            <a:xfrm>
              <a:off x="5621236" y="1861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4" name="pt12434"/>
            <p:cNvSpPr/>
            <p:nvPr/>
          </p:nvSpPr>
          <p:spPr>
            <a:xfrm>
              <a:off x="5058061" y="2517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5" name="pt12435"/>
            <p:cNvSpPr/>
            <p:nvPr/>
          </p:nvSpPr>
          <p:spPr>
            <a:xfrm>
              <a:off x="5381457" y="1911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6" name="pt12436"/>
            <p:cNvSpPr/>
            <p:nvPr/>
          </p:nvSpPr>
          <p:spPr>
            <a:xfrm>
              <a:off x="5112311" y="2203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7" name="pt12437"/>
            <p:cNvSpPr/>
            <p:nvPr/>
          </p:nvSpPr>
          <p:spPr>
            <a:xfrm>
              <a:off x="5384303" y="2073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8" name="pt12438"/>
            <p:cNvSpPr/>
            <p:nvPr/>
          </p:nvSpPr>
          <p:spPr>
            <a:xfrm>
              <a:off x="5593574" y="1882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9" name="pt12439"/>
            <p:cNvSpPr/>
            <p:nvPr/>
          </p:nvSpPr>
          <p:spPr>
            <a:xfrm>
              <a:off x="5253581" y="2227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0" name="pt12440"/>
            <p:cNvSpPr/>
            <p:nvPr/>
          </p:nvSpPr>
          <p:spPr>
            <a:xfrm>
              <a:off x="4993693" y="2013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1" name="pt12441"/>
            <p:cNvSpPr/>
            <p:nvPr/>
          </p:nvSpPr>
          <p:spPr>
            <a:xfrm>
              <a:off x="5366392" y="1874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2" name="pt12442"/>
            <p:cNvSpPr/>
            <p:nvPr/>
          </p:nvSpPr>
          <p:spPr>
            <a:xfrm>
              <a:off x="5366824" y="1925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3" name="pt12443"/>
            <p:cNvSpPr/>
            <p:nvPr/>
          </p:nvSpPr>
          <p:spPr>
            <a:xfrm>
              <a:off x="5404764" y="2142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4" name="pt12444"/>
            <p:cNvSpPr/>
            <p:nvPr/>
          </p:nvSpPr>
          <p:spPr>
            <a:xfrm>
              <a:off x="5892020" y="1855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5" name="pt12445"/>
            <p:cNvSpPr/>
            <p:nvPr/>
          </p:nvSpPr>
          <p:spPr>
            <a:xfrm>
              <a:off x="5176733" y="2151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6" name="pt12446"/>
            <p:cNvSpPr/>
            <p:nvPr/>
          </p:nvSpPr>
          <p:spPr>
            <a:xfrm>
              <a:off x="5055222" y="2568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7" name="pt12447"/>
            <p:cNvSpPr/>
            <p:nvPr/>
          </p:nvSpPr>
          <p:spPr>
            <a:xfrm>
              <a:off x="5509944" y="2076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8" name="pt12448"/>
            <p:cNvSpPr/>
            <p:nvPr/>
          </p:nvSpPr>
          <p:spPr>
            <a:xfrm>
              <a:off x="5335473" y="2064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9" name="pt12449"/>
            <p:cNvSpPr/>
            <p:nvPr/>
          </p:nvSpPr>
          <p:spPr>
            <a:xfrm>
              <a:off x="5384697" y="1862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0" name="pt12450"/>
            <p:cNvSpPr/>
            <p:nvPr/>
          </p:nvSpPr>
          <p:spPr>
            <a:xfrm>
              <a:off x="5103931" y="2165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1" name="pt12451"/>
            <p:cNvSpPr/>
            <p:nvPr/>
          </p:nvSpPr>
          <p:spPr>
            <a:xfrm>
              <a:off x="5722619" y="1744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2" name="pt12452"/>
            <p:cNvSpPr/>
            <p:nvPr/>
          </p:nvSpPr>
          <p:spPr>
            <a:xfrm>
              <a:off x="6078455" y="1615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3" name="pt12453"/>
            <p:cNvSpPr/>
            <p:nvPr/>
          </p:nvSpPr>
          <p:spPr>
            <a:xfrm>
              <a:off x="5268244" y="2278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4" name="pt12454"/>
            <p:cNvSpPr/>
            <p:nvPr/>
          </p:nvSpPr>
          <p:spPr>
            <a:xfrm>
              <a:off x="5365337" y="2006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5" name="pt12455"/>
            <p:cNvSpPr/>
            <p:nvPr/>
          </p:nvSpPr>
          <p:spPr>
            <a:xfrm>
              <a:off x="5395326" y="2169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6" name="pt12456"/>
            <p:cNvSpPr/>
            <p:nvPr/>
          </p:nvSpPr>
          <p:spPr>
            <a:xfrm>
              <a:off x="5533118" y="2123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7" name="pt12457"/>
            <p:cNvSpPr/>
            <p:nvPr/>
          </p:nvSpPr>
          <p:spPr>
            <a:xfrm>
              <a:off x="5200907" y="1998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8" name="pt12458"/>
            <p:cNvSpPr/>
            <p:nvPr/>
          </p:nvSpPr>
          <p:spPr>
            <a:xfrm>
              <a:off x="5608554" y="2043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9" name="pt12459"/>
            <p:cNvSpPr/>
            <p:nvPr/>
          </p:nvSpPr>
          <p:spPr>
            <a:xfrm>
              <a:off x="5224943" y="2119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0" name="pt12460"/>
            <p:cNvSpPr/>
            <p:nvPr/>
          </p:nvSpPr>
          <p:spPr>
            <a:xfrm>
              <a:off x="5403970" y="2146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1" name="pt12461"/>
            <p:cNvSpPr/>
            <p:nvPr/>
          </p:nvSpPr>
          <p:spPr>
            <a:xfrm>
              <a:off x="5267107" y="2285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2" name="pt12462"/>
            <p:cNvSpPr/>
            <p:nvPr/>
          </p:nvSpPr>
          <p:spPr>
            <a:xfrm>
              <a:off x="5422670" y="2115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3" name="pt12463"/>
            <p:cNvSpPr/>
            <p:nvPr/>
          </p:nvSpPr>
          <p:spPr>
            <a:xfrm>
              <a:off x="5469084" y="2186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4" name="pt12464"/>
            <p:cNvSpPr/>
            <p:nvPr/>
          </p:nvSpPr>
          <p:spPr>
            <a:xfrm>
              <a:off x="5295179" y="2222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5" name="pt12465"/>
            <p:cNvSpPr/>
            <p:nvPr/>
          </p:nvSpPr>
          <p:spPr>
            <a:xfrm>
              <a:off x="5657963" y="1988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6" name="pt12466"/>
            <p:cNvSpPr/>
            <p:nvPr/>
          </p:nvSpPr>
          <p:spPr>
            <a:xfrm>
              <a:off x="5792151" y="1616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7" name="pt12467"/>
            <p:cNvSpPr/>
            <p:nvPr/>
          </p:nvSpPr>
          <p:spPr>
            <a:xfrm>
              <a:off x="5589886" y="1777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8" name="pt12468"/>
            <p:cNvSpPr/>
            <p:nvPr/>
          </p:nvSpPr>
          <p:spPr>
            <a:xfrm>
              <a:off x="5459441" y="2244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9" name="pt12469"/>
            <p:cNvSpPr/>
            <p:nvPr/>
          </p:nvSpPr>
          <p:spPr>
            <a:xfrm>
              <a:off x="5400288" y="2220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0" name="pt12470"/>
            <p:cNvSpPr/>
            <p:nvPr/>
          </p:nvSpPr>
          <p:spPr>
            <a:xfrm>
              <a:off x="5187765" y="2128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1" name="pt12471"/>
            <p:cNvSpPr/>
            <p:nvPr/>
          </p:nvSpPr>
          <p:spPr>
            <a:xfrm>
              <a:off x="5495502" y="2149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2" name="pt12472"/>
            <p:cNvSpPr/>
            <p:nvPr/>
          </p:nvSpPr>
          <p:spPr>
            <a:xfrm>
              <a:off x="5333529" y="2141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3" name="pt12473"/>
            <p:cNvSpPr/>
            <p:nvPr/>
          </p:nvSpPr>
          <p:spPr>
            <a:xfrm>
              <a:off x="5437936" y="1992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4" name="pt12474"/>
            <p:cNvSpPr/>
            <p:nvPr/>
          </p:nvSpPr>
          <p:spPr>
            <a:xfrm>
              <a:off x="5455922" y="2139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5" name="pt12475"/>
            <p:cNvSpPr/>
            <p:nvPr/>
          </p:nvSpPr>
          <p:spPr>
            <a:xfrm>
              <a:off x="5229593" y="223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6" name="pt12476"/>
            <p:cNvSpPr/>
            <p:nvPr/>
          </p:nvSpPr>
          <p:spPr>
            <a:xfrm>
              <a:off x="5199126" y="2135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7" name="pt12477"/>
            <p:cNvSpPr/>
            <p:nvPr/>
          </p:nvSpPr>
          <p:spPr>
            <a:xfrm>
              <a:off x="5060057" y="2545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8" name="pt12478"/>
            <p:cNvSpPr/>
            <p:nvPr/>
          </p:nvSpPr>
          <p:spPr>
            <a:xfrm>
              <a:off x="5248198" y="2183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9" name="pt12479"/>
            <p:cNvSpPr/>
            <p:nvPr/>
          </p:nvSpPr>
          <p:spPr>
            <a:xfrm>
              <a:off x="5718636" y="1901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0" name="pt12480"/>
            <p:cNvSpPr/>
            <p:nvPr/>
          </p:nvSpPr>
          <p:spPr>
            <a:xfrm>
              <a:off x="5410685" y="2304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1" name="pt12481"/>
            <p:cNvSpPr/>
            <p:nvPr/>
          </p:nvSpPr>
          <p:spPr>
            <a:xfrm>
              <a:off x="5566988" y="1884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2" name="pt12482"/>
            <p:cNvSpPr/>
            <p:nvPr/>
          </p:nvSpPr>
          <p:spPr>
            <a:xfrm>
              <a:off x="5617614" y="2060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3" name="pt12483"/>
            <p:cNvSpPr/>
            <p:nvPr/>
          </p:nvSpPr>
          <p:spPr>
            <a:xfrm>
              <a:off x="5495079" y="1909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4" name="pt12484"/>
            <p:cNvSpPr/>
            <p:nvPr/>
          </p:nvSpPr>
          <p:spPr>
            <a:xfrm>
              <a:off x="5433702" y="2197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5" name="pt12485"/>
            <p:cNvSpPr/>
            <p:nvPr/>
          </p:nvSpPr>
          <p:spPr>
            <a:xfrm>
              <a:off x="5545804" y="1964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6" name="pt12486"/>
            <p:cNvSpPr/>
            <p:nvPr/>
          </p:nvSpPr>
          <p:spPr>
            <a:xfrm>
              <a:off x="5370996" y="1942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7" name="pt12487"/>
            <p:cNvSpPr/>
            <p:nvPr/>
          </p:nvSpPr>
          <p:spPr>
            <a:xfrm>
              <a:off x="5393315" y="2293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8" name="pt12488"/>
            <p:cNvSpPr/>
            <p:nvPr/>
          </p:nvSpPr>
          <p:spPr>
            <a:xfrm>
              <a:off x="5176339" y="2128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9" name="pt12489"/>
            <p:cNvSpPr/>
            <p:nvPr/>
          </p:nvSpPr>
          <p:spPr>
            <a:xfrm>
              <a:off x="5543768" y="1944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0" name="pt12490"/>
            <p:cNvSpPr/>
            <p:nvPr/>
          </p:nvSpPr>
          <p:spPr>
            <a:xfrm>
              <a:off x="5298947" y="2140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1" name="pt12491"/>
            <p:cNvSpPr/>
            <p:nvPr/>
          </p:nvSpPr>
          <p:spPr>
            <a:xfrm>
              <a:off x="5885747" y="1571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2" name="pt12492"/>
            <p:cNvSpPr/>
            <p:nvPr/>
          </p:nvSpPr>
          <p:spPr>
            <a:xfrm>
              <a:off x="5108322" y="2082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3" name="pt12493"/>
            <p:cNvSpPr/>
            <p:nvPr/>
          </p:nvSpPr>
          <p:spPr>
            <a:xfrm>
              <a:off x="5483139" y="2225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4" name="pt12494"/>
            <p:cNvSpPr/>
            <p:nvPr/>
          </p:nvSpPr>
          <p:spPr>
            <a:xfrm>
              <a:off x="5377732" y="1976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5" name="pt12495"/>
            <p:cNvSpPr/>
            <p:nvPr/>
          </p:nvSpPr>
          <p:spPr>
            <a:xfrm>
              <a:off x="4872140" y="2738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6" name="pt12496"/>
            <p:cNvSpPr/>
            <p:nvPr/>
          </p:nvSpPr>
          <p:spPr>
            <a:xfrm>
              <a:off x="4716433" y="2138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7" name="pt12497"/>
            <p:cNvSpPr/>
            <p:nvPr/>
          </p:nvSpPr>
          <p:spPr>
            <a:xfrm>
              <a:off x="5032440" y="2622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8" name="pt12498"/>
            <p:cNvSpPr/>
            <p:nvPr/>
          </p:nvSpPr>
          <p:spPr>
            <a:xfrm>
              <a:off x="5015987" y="2726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9" name="pt12499"/>
            <p:cNvSpPr/>
            <p:nvPr/>
          </p:nvSpPr>
          <p:spPr>
            <a:xfrm>
              <a:off x="5221146" y="2105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0" name="pt12500"/>
            <p:cNvSpPr/>
            <p:nvPr/>
          </p:nvSpPr>
          <p:spPr>
            <a:xfrm>
              <a:off x="5843865" y="1680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1" name="pt12501"/>
            <p:cNvSpPr/>
            <p:nvPr/>
          </p:nvSpPr>
          <p:spPr>
            <a:xfrm>
              <a:off x="5506577" y="212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2" name="pt12502"/>
            <p:cNvSpPr/>
            <p:nvPr/>
          </p:nvSpPr>
          <p:spPr>
            <a:xfrm>
              <a:off x="5129385" y="2054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3" name="pt12503"/>
            <p:cNvSpPr/>
            <p:nvPr/>
          </p:nvSpPr>
          <p:spPr>
            <a:xfrm>
              <a:off x="5076604" y="2282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4" name="pt12504"/>
            <p:cNvSpPr/>
            <p:nvPr/>
          </p:nvSpPr>
          <p:spPr>
            <a:xfrm>
              <a:off x="5415159" y="2089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5" name="pt12505"/>
            <p:cNvSpPr/>
            <p:nvPr/>
          </p:nvSpPr>
          <p:spPr>
            <a:xfrm>
              <a:off x="5144557" y="2153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6" name="pt12506"/>
            <p:cNvSpPr/>
            <p:nvPr/>
          </p:nvSpPr>
          <p:spPr>
            <a:xfrm>
              <a:off x="5378379" y="2050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7" name="pt12507"/>
            <p:cNvSpPr/>
            <p:nvPr/>
          </p:nvSpPr>
          <p:spPr>
            <a:xfrm>
              <a:off x="4976101" y="2522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8" name="pt12508"/>
            <p:cNvSpPr/>
            <p:nvPr/>
          </p:nvSpPr>
          <p:spPr>
            <a:xfrm>
              <a:off x="5237746" y="217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9" name="pt12509"/>
            <p:cNvSpPr/>
            <p:nvPr/>
          </p:nvSpPr>
          <p:spPr>
            <a:xfrm>
              <a:off x="5132965" y="1839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0" name="pt12510"/>
            <p:cNvSpPr/>
            <p:nvPr/>
          </p:nvSpPr>
          <p:spPr>
            <a:xfrm>
              <a:off x="5703600" y="1792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1" name="pt12511"/>
            <p:cNvSpPr/>
            <p:nvPr/>
          </p:nvSpPr>
          <p:spPr>
            <a:xfrm>
              <a:off x="5238050" y="2151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2" name="pt12512"/>
            <p:cNvSpPr/>
            <p:nvPr/>
          </p:nvSpPr>
          <p:spPr>
            <a:xfrm>
              <a:off x="5319948" y="2281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3" name="pt12513"/>
            <p:cNvSpPr/>
            <p:nvPr/>
          </p:nvSpPr>
          <p:spPr>
            <a:xfrm>
              <a:off x="5319938" y="2182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4" name="pt12514"/>
            <p:cNvSpPr/>
            <p:nvPr/>
          </p:nvSpPr>
          <p:spPr>
            <a:xfrm>
              <a:off x="4941694" y="2360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5" name="pt12515"/>
            <p:cNvSpPr/>
            <p:nvPr/>
          </p:nvSpPr>
          <p:spPr>
            <a:xfrm>
              <a:off x="5278031" y="2100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6" name="pt12516"/>
            <p:cNvSpPr/>
            <p:nvPr/>
          </p:nvSpPr>
          <p:spPr>
            <a:xfrm>
              <a:off x="5608973" y="1930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7" name="pt12517"/>
            <p:cNvSpPr/>
            <p:nvPr/>
          </p:nvSpPr>
          <p:spPr>
            <a:xfrm>
              <a:off x="5448902" y="2208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8" name="pt12518"/>
            <p:cNvSpPr/>
            <p:nvPr/>
          </p:nvSpPr>
          <p:spPr>
            <a:xfrm>
              <a:off x="5553131" y="2125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9" name="pt12519"/>
            <p:cNvSpPr/>
            <p:nvPr/>
          </p:nvSpPr>
          <p:spPr>
            <a:xfrm>
              <a:off x="5395976" y="2097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0" name="pt12520"/>
            <p:cNvSpPr/>
            <p:nvPr/>
          </p:nvSpPr>
          <p:spPr>
            <a:xfrm>
              <a:off x="5541585" y="2026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1" name="pt12521"/>
            <p:cNvSpPr/>
            <p:nvPr/>
          </p:nvSpPr>
          <p:spPr>
            <a:xfrm>
              <a:off x="5397504" y="2119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2" name="pt12522"/>
            <p:cNvSpPr/>
            <p:nvPr/>
          </p:nvSpPr>
          <p:spPr>
            <a:xfrm>
              <a:off x="5645375" y="1886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3" name="pt12523"/>
            <p:cNvSpPr/>
            <p:nvPr/>
          </p:nvSpPr>
          <p:spPr>
            <a:xfrm>
              <a:off x="5647623" y="1964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4" name="pt12524"/>
            <p:cNvSpPr/>
            <p:nvPr/>
          </p:nvSpPr>
          <p:spPr>
            <a:xfrm>
              <a:off x="5380553" y="2035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5" name="pt12525"/>
            <p:cNvSpPr/>
            <p:nvPr/>
          </p:nvSpPr>
          <p:spPr>
            <a:xfrm>
              <a:off x="5035347" y="2719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6" name="pt12526"/>
            <p:cNvSpPr/>
            <p:nvPr/>
          </p:nvSpPr>
          <p:spPr>
            <a:xfrm>
              <a:off x="4858152" y="2551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7" name="pt12527"/>
            <p:cNvSpPr/>
            <p:nvPr/>
          </p:nvSpPr>
          <p:spPr>
            <a:xfrm>
              <a:off x="5194270" y="1993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8" name="pt12528"/>
            <p:cNvSpPr/>
            <p:nvPr/>
          </p:nvSpPr>
          <p:spPr>
            <a:xfrm>
              <a:off x="5515044" y="1876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9" name="pt12529"/>
            <p:cNvSpPr/>
            <p:nvPr/>
          </p:nvSpPr>
          <p:spPr>
            <a:xfrm>
              <a:off x="5139357" y="1991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0" name="pt12530"/>
            <p:cNvSpPr/>
            <p:nvPr/>
          </p:nvSpPr>
          <p:spPr>
            <a:xfrm>
              <a:off x="4940610" y="2165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1" name="pt12531"/>
            <p:cNvSpPr/>
            <p:nvPr/>
          </p:nvSpPr>
          <p:spPr>
            <a:xfrm>
              <a:off x="5265911" y="2210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2" name="pt12532"/>
            <p:cNvSpPr/>
            <p:nvPr/>
          </p:nvSpPr>
          <p:spPr>
            <a:xfrm>
              <a:off x="5853679" y="1446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3" name="pt12533"/>
            <p:cNvSpPr/>
            <p:nvPr/>
          </p:nvSpPr>
          <p:spPr>
            <a:xfrm>
              <a:off x="5166580" y="2198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4" name="pt12534"/>
            <p:cNvSpPr/>
            <p:nvPr/>
          </p:nvSpPr>
          <p:spPr>
            <a:xfrm>
              <a:off x="5394173" y="2250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5" name="pt12535"/>
            <p:cNvSpPr/>
            <p:nvPr/>
          </p:nvSpPr>
          <p:spPr>
            <a:xfrm>
              <a:off x="5306631" y="2262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6" name="pt12536"/>
            <p:cNvSpPr/>
            <p:nvPr/>
          </p:nvSpPr>
          <p:spPr>
            <a:xfrm>
              <a:off x="5224497" y="2045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7" name="pt12537"/>
            <p:cNvSpPr/>
            <p:nvPr/>
          </p:nvSpPr>
          <p:spPr>
            <a:xfrm>
              <a:off x="5996356" y="1961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8" name="pt12538"/>
            <p:cNvSpPr/>
            <p:nvPr/>
          </p:nvSpPr>
          <p:spPr>
            <a:xfrm>
              <a:off x="5618790" y="2101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9" name="pt12539"/>
            <p:cNvSpPr/>
            <p:nvPr/>
          </p:nvSpPr>
          <p:spPr>
            <a:xfrm>
              <a:off x="5231762" y="2148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0" name="pt12540"/>
            <p:cNvSpPr/>
            <p:nvPr/>
          </p:nvSpPr>
          <p:spPr>
            <a:xfrm>
              <a:off x="5372376" y="2103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1" name="pt12541"/>
            <p:cNvSpPr/>
            <p:nvPr/>
          </p:nvSpPr>
          <p:spPr>
            <a:xfrm>
              <a:off x="5296953" y="2198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2" name="pt12542"/>
            <p:cNvSpPr/>
            <p:nvPr/>
          </p:nvSpPr>
          <p:spPr>
            <a:xfrm>
              <a:off x="5135253" y="1861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3" name="pt12543"/>
            <p:cNvSpPr/>
            <p:nvPr/>
          </p:nvSpPr>
          <p:spPr>
            <a:xfrm>
              <a:off x="5108764" y="2143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4" name="pt12544"/>
            <p:cNvSpPr/>
            <p:nvPr/>
          </p:nvSpPr>
          <p:spPr>
            <a:xfrm>
              <a:off x="5362113" y="1908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5" name="pt12545"/>
            <p:cNvSpPr/>
            <p:nvPr/>
          </p:nvSpPr>
          <p:spPr>
            <a:xfrm>
              <a:off x="5157120" y="2069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6" name="pt12546"/>
            <p:cNvSpPr/>
            <p:nvPr/>
          </p:nvSpPr>
          <p:spPr>
            <a:xfrm>
              <a:off x="5405912" y="2162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7" name="pt12547"/>
            <p:cNvSpPr/>
            <p:nvPr/>
          </p:nvSpPr>
          <p:spPr>
            <a:xfrm>
              <a:off x="5357119" y="2063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8" name="pt12548"/>
            <p:cNvSpPr/>
            <p:nvPr/>
          </p:nvSpPr>
          <p:spPr>
            <a:xfrm>
              <a:off x="5466691" y="2186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9" name="pt12549"/>
            <p:cNvSpPr/>
            <p:nvPr/>
          </p:nvSpPr>
          <p:spPr>
            <a:xfrm>
              <a:off x="5146977" y="2102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0" name="pt12550"/>
            <p:cNvSpPr/>
            <p:nvPr/>
          </p:nvSpPr>
          <p:spPr>
            <a:xfrm>
              <a:off x="5537127" y="1960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1" name="pt12551"/>
            <p:cNvSpPr/>
            <p:nvPr/>
          </p:nvSpPr>
          <p:spPr>
            <a:xfrm>
              <a:off x="5230731" y="2112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2" name="pt12552"/>
            <p:cNvSpPr/>
            <p:nvPr/>
          </p:nvSpPr>
          <p:spPr>
            <a:xfrm>
              <a:off x="5330537" y="2165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3" name="pt12553"/>
            <p:cNvSpPr/>
            <p:nvPr/>
          </p:nvSpPr>
          <p:spPr>
            <a:xfrm>
              <a:off x="5511197" y="1956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4" name="pt12554"/>
            <p:cNvSpPr/>
            <p:nvPr/>
          </p:nvSpPr>
          <p:spPr>
            <a:xfrm>
              <a:off x="5444200" y="2136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5" name="pt12555"/>
            <p:cNvSpPr/>
            <p:nvPr/>
          </p:nvSpPr>
          <p:spPr>
            <a:xfrm>
              <a:off x="5169184" y="2129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6" name="pt12556"/>
            <p:cNvSpPr/>
            <p:nvPr/>
          </p:nvSpPr>
          <p:spPr>
            <a:xfrm>
              <a:off x="5358366" y="2089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7" name="pt12557"/>
            <p:cNvSpPr/>
            <p:nvPr/>
          </p:nvSpPr>
          <p:spPr>
            <a:xfrm>
              <a:off x="4979250" y="2526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8" name="pt12558"/>
            <p:cNvSpPr/>
            <p:nvPr/>
          </p:nvSpPr>
          <p:spPr>
            <a:xfrm>
              <a:off x="5456235" y="2201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9" name="pt12559"/>
            <p:cNvSpPr/>
            <p:nvPr/>
          </p:nvSpPr>
          <p:spPr>
            <a:xfrm>
              <a:off x="5165894" y="2281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0" name="pt12560"/>
            <p:cNvSpPr/>
            <p:nvPr/>
          </p:nvSpPr>
          <p:spPr>
            <a:xfrm>
              <a:off x="4987125" y="1705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1" name="pt12561"/>
            <p:cNvSpPr/>
            <p:nvPr/>
          </p:nvSpPr>
          <p:spPr>
            <a:xfrm>
              <a:off x="4590428" y="2758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2" name="pt12562"/>
            <p:cNvSpPr/>
            <p:nvPr/>
          </p:nvSpPr>
          <p:spPr>
            <a:xfrm>
              <a:off x="5463780" y="2134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3" name="pt12563"/>
            <p:cNvSpPr/>
            <p:nvPr/>
          </p:nvSpPr>
          <p:spPr>
            <a:xfrm>
              <a:off x="5495628" y="1883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4" name="pt12564"/>
            <p:cNvSpPr/>
            <p:nvPr/>
          </p:nvSpPr>
          <p:spPr>
            <a:xfrm>
              <a:off x="5280082" y="2065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5" name="pt12565"/>
            <p:cNvSpPr/>
            <p:nvPr/>
          </p:nvSpPr>
          <p:spPr>
            <a:xfrm>
              <a:off x="5424979" y="2319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6" name="pt12566"/>
            <p:cNvSpPr/>
            <p:nvPr/>
          </p:nvSpPr>
          <p:spPr>
            <a:xfrm>
              <a:off x="5747351" y="1933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7" name="pt12567"/>
            <p:cNvSpPr/>
            <p:nvPr/>
          </p:nvSpPr>
          <p:spPr>
            <a:xfrm>
              <a:off x="4925181" y="2248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8" name="pt12568"/>
            <p:cNvSpPr/>
            <p:nvPr/>
          </p:nvSpPr>
          <p:spPr>
            <a:xfrm>
              <a:off x="5222814" y="2030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9" name="pt12569"/>
            <p:cNvSpPr/>
            <p:nvPr/>
          </p:nvSpPr>
          <p:spPr>
            <a:xfrm>
              <a:off x="5285845" y="1999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0" name="pt12570"/>
            <p:cNvSpPr/>
            <p:nvPr/>
          </p:nvSpPr>
          <p:spPr>
            <a:xfrm>
              <a:off x="5330262" y="2102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1" name="pt12571"/>
            <p:cNvSpPr/>
            <p:nvPr/>
          </p:nvSpPr>
          <p:spPr>
            <a:xfrm>
              <a:off x="5896646" y="1790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2" name="pt12572"/>
            <p:cNvSpPr/>
            <p:nvPr/>
          </p:nvSpPr>
          <p:spPr>
            <a:xfrm>
              <a:off x="5589174" y="176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3" name="pt12573"/>
            <p:cNvSpPr/>
            <p:nvPr/>
          </p:nvSpPr>
          <p:spPr>
            <a:xfrm>
              <a:off x="5130473" y="2117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4" name="pt12574"/>
            <p:cNvSpPr/>
            <p:nvPr/>
          </p:nvSpPr>
          <p:spPr>
            <a:xfrm>
              <a:off x="5231786" y="2214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5" name="pt12575"/>
            <p:cNvSpPr/>
            <p:nvPr/>
          </p:nvSpPr>
          <p:spPr>
            <a:xfrm>
              <a:off x="5252552" y="2199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6" name="pt12576"/>
            <p:cNvSpPr/>
            <p:nvPr/>
          </p:nvSpPr>
          <p:spPr>
            <a:xfrm>
              <a:off x="5576491" y="1696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7" name="pt12577"/>
            <p:cNvSpPr/>
            <p:nvPr/>
          </p:nvSpPr>
          <p:spPr>
            <a:xfrm>
              <a:off x="5668462" y="2015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8" name="pt12578"/>
            <p:cNvSpPr/>
            <p:nvPr/>
          </p:nvSpPr>
          <p:spPr>
            <a:xfrm>
              <a:off x="5134712" y="1901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9" name="pt12579"/>
            <p:cNvSpPr/>
            <p:nvPr/>
          </p:nvSpPr>
          <p:spPr>
            <a:xfrm>
              <a:off x="5614279" y="1951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0" name="pt12580"/>
            <p:cNvSpPr/>
            <p:nvPr/>
          </p:nvSpPr>
          <p:spPr>
            <a:xfrm>
              <a:off x="4989739" y="1795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1" name="pt12581"/>
            <p:cNvSpPr/>
            <p:nvPr/>
          </p:nvSpPr>
          <p:spPr>
            <a:xfrm>
              <a:off x="5512961" y="1899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2" name="pt12582"/>
            <p:cNvSpPr/>
            <p:nvPr/>
          </p:nvSpPr>
          <p:spPr>
            <a:xfrm>
              <a:off x="5041478" y="2630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3" name="pt12583"/>
            <p:cNvSpPr/>
            <p:nvPr/>
          </p:nvSpPr>
          <p:spPr>
            <a:xfrm>
              <a:off x="4821810" y="2069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4" name="pt12584"/>
            <p:cNvSpPr/>
            <p:nvPr/>
          </p:nvSpPr>
          <p:spPr>
            <a:xfrm>
              <a:off x="5294376" y="2172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5" name="pt12585"/>
            <p:cNvSpPr/>
            <p:nvPr/>
          </p:nvSpPr>
          <p:spPr>
            <a:xfrm>
              <a:off x="5755975" y="1641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6" name="pt12586"/>
            <p:cNvSpPr/>
            <p:nvPr/>
          </p:nvSpPr>
          <p:spPr>
            <a:xfrm>
              <a:off x="5433365" y="2061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7" name="pt12587"/>
            <p:cNvSpPr/>
            <p:nvPr/>
          </p:nvSpPr>
          <p:spPr>
            <a:xfrm>
              <a:off x="5069224" y="2416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8" name="pt12588"/>
            <p:cNvSpPr/>
            <p:nvPr/>
          </p:nvSpPr>
          <p:spPr>
            <a:xfrm>
              <a:off x="5324883" y="2055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9" name="pt12589"/>
            <p:cNvSpPr/>
            <p:nvPr/>
          </p:nvSpPr>
          <p:spPr>
            <a:xfrm>
              <a:off x="5506197" y="2035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0" name="pt12590"/>
            <p:cNvSpPr/>
            <p:nvPr/>
          </p:nvSpPr>
          <p:spPr>
            <a:xfrm>
              <a:off x="5427622" y="2226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1" name="pt12591"/>
            <p:cNvSpPr/>
            <p:nvPr/>
          </p:nvSpPr>
          <p:spPr>
            <a:xfrm>
              <a:off x="5526079" y="1946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2" name="pt12592"/>
            <p:cNvSpPr/>
            <p:nvPr/>
          </p:nvSpPr>
          <p:spPr>
            <a:xfrm>
              <a:off x="5276853" y="2062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3" name="pt12593"/>
            <p:cNvSpPr/>
            <p:nvPr/>
          </p:nvSpPr>
          <p:spPr>
            <a:xfrm>
              <a:off x="5310402" y="2244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4" name="pt12594"/>
            <p:cNvSpPr/>
            <p:nvPr/>
          </p:nvSpPr>
          <p:spPr>
            <a:xfrm>
              <a:off x="5518694" y="1917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5" name="pt12595"/>
            <p:cNvSpPr/>
            <p:nvPr/>
          </p:nvSpPr>
          <p:spPr>
            <a:xfrm>
              <a:off x="4639761" y="2576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6" name="pt12596"/>
            <p:cNvSpPr/>
            <p:nvPr/>
          </p:nvSpPr>
          <p:spPr>
            <a:xfrm>
              <a:off x="5412111" y="2175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7" name="pt12597"/>
            <p:cNvSpPr/>
            <p:nvPr/>
          </p:nvSpPr>
          <p:spPr>
            <a:xfrm>
              <a:off x="5046960" y="2827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8" name="pt12598"/>
            <p:cNvSpPr/>
            <p:nvPr/>
          </p:nvSpPr>
          <p:spPr>
            <a:xfrm>
              <a:off x="5051204" y="2747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9" name="pt12599"/>
            <p:cNvSpPr/>
            <p:nvPr/>
          </p:nvSpPr>
          <p:spPr>
            <a:xfrm>
              <a:off x="5584914" y="1624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0" name="pt12600"/>
            <p:cNvSpPr/>
            <p:nvPr/>
          </p:nvSpPr>
          <p:spPr>
            <a:xfrm>
              <a:off x="5106613" y="2166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1" name="pt12601"/>
            <p:cNvSpPr/>
            <p:nvPr/>
          </p:nvSpPr>
          <p:spPr>
            <a:xfrm>
              <a:off x="5320263" y="2273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2" name="pt12602"/>
            <p:cNvSpPr/>
            <p:nvPr/>
          </p:nvSpPr>
          <p:spPr>
            <a:xfrm>
              <a:off x="5110951" y="202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3" name="pt12603"/>
            <p:cNvSpPr/>
            <p:nvPr/>
          </p:nvSpPr>
          <p:spPr>
            <a:xfrm>
              <a:off x="4937870" y="2243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4" name="pt12604"/>
            <p:cNvSpPr/>
            <p:nvPr/>
          </p:nvSpPr>
          <p:spPr>
            <a:xfrm>
              <a:off x="5426476" y="2057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5" name="pt12605"/>
            <p:cNvSpPr/>
            <p:nvPr/>
          </p:nvSpPr>
          <p:spPr>
            <a:xfrm>
              <a:off x="5015360" y="2579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6" name="pt12606"/>
            <p:cNvSpPr/>
            <p:nvPr/>
          </p:nvSpPr>
          <p:spPr>
            <a:xfrm>
              <a:off x="5272332" y="2230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7" name="pt12607"/>
            <p:cNvSpPr/>
            <p:nvPr/>
          </p:nvSpPr>
          <p:spPr>
            <a:xfrm>
              <a:off x="5291980" y="2173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8" name="pt12608"/>
            <p:cNvSpPr/>
            <p:nvPr/>
          </p:nvSpPr>
          <p:spPr>
            <a:xfrm>
              <a:off x="5356412" y="2172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9" name="pt12609"/>
            <p:cNvSpPr/>
            <p:nvPr/>
          </p:nvSpPr>
          <p:spPr>
            <a:xfrm>
              <a:off x="5343762" y="2098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0" name="pt12610"/>
            <p:cNvSpPr/>
            <p:nvPr/>
          </p:nvSpPr>
          <p:spPr>
            <a:xfrm>
              <a:off x="4968824" y="2499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1" name="pt12611"/>
            <p:cNvSpPr/>
            <p:nvPr/>
          </p:nvSpPr>
          <p:spPr>
            <a:xfrm>
              <a:off x="5607735" y="1987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2" name="pt12612"/>
            <p:cNvSpPr/>
            <p:nvPr/>
          </p:nvSpPr>
          <p:spPr>
            <a:xfrm>
              <a:off x="5522681" y="1858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3" name="pt12613"/>
            <p:cNvSpPr/>
            <p:nvPr/>
          </p:nvSpPr>
          <p:spPr>
            <a:xfrm>
              <a:off x="5698535" y="1879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4" name="pt12614"/>
            <p:cNvSpPr/>
            <p:nvPr/>
          </p:nvSpPr>
          <p:spPr>
            <a:xfrm>
              <a:off x="5500953" y="1900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5" name="pt12615"/>
            <p:cNvSpPr/>
            <p:nvPr/>
          </p:nvSpPr>
          <p:spPr>
            <a:xfrm>
              <a:off x="5518979" y="1956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6" name="pt12616"/>
            <p:cNvSpPr/>
            <p:nvPr/>
          </p:nvSpPr>
          <p:spPr>
            <a:xfrm>
              <a:off x="5293627" y="2082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7" name="pt12617"/>
            <p:cNvSpPr/>
            <p:nvPr/>
          </p:nvSpPr>
          <p:spPr>
            <a:xfrm>
              <a:off x="5398266" y="2047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8" name="pt12618"/>
            <p:cNvSpPr/>
            <p:nvPr/>
          </p:nvSpPr>
          <p:spPr>
            <a:xfrm>
              <a:off x="5276819" y="1916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9" name="pt12619"/>
            <p:cNvSpPr/>
            <p:nvPr/>
          </p:nvSpPr>
          <p:spPr>
            <a:xfrm>
              <a:off x="5275075" y="2043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0" name="pt12620"/>
            <p:cNvSpPr/>
            <p:nvPr/>
          </p:nvSpPr>
          <p:spPr>
            <a:xfrm>
              <a:off x="5350114" y="2042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1" name="pt12621"/>
            <p:cNvSpPr/>
            <p:nvPr/>
          </p:nvSpPr>
          <p:spPr>
            <a:xfrm>
              <a:off x="5250671" y="2227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2" name="pt12622"/>
            <p:cNvSpPr/>
            <p:nvPr/>
          </p:nvSpPr>
          <p:spPr>
            <a:xfrm>
              <a:off x="5476832" y="2282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3" name="pt12623"/>
            <p:cNvSpPr/>
            <p:nvPr/>
          </p:nvSpPr>
          <p:spPr>
            <a:xfrm>
              <a:off x="5182681" y="2154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4" name="pt12624"/>
            <p:cNvSpPr/>
            <p:nvPr/>
          </p:nvSpPr>
          <p:spPr>
            <a:xfrm>
              <a:off x="5078824" y="2389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5" name="pt12625"/>
            <p:cNvSpPr/>
            <p:nvPr/>
          </p:nvSpPr>
          <p:spPr>
            <a:xfrm>
              <a:off x="4832916" y="1954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6" name="pt12626"/>
            <p:cNvSpPr/>
            <p:nvPr/>
          </p:nvSpPr>
          <p:spPr>
            <a:xfrm>
              <a:off x="5787603" y="2025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7" name="pt12627"/>
            <p:cNvSpPr/>
            <p:nvPr/>
          </p:nvSpPr>
          <p:spPr>
            <a:xfrm>
              <a:off x="5590631" y="1704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8" name="pt12628"/>
            <p:cNvSpPr/>
            <p:nvPr/>
          </p:nvSpPr>
          <p:spPr>
            <a:xfrm>
              <a:off x="5258608" y="2232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9" name="pt12629"/>
            <p:cNvSpPr/>
            <p:nvPr/>
          </p:nvSpPr>
          <p:spPr>
            <a:xfrm>
              <a:off x="5574592" y="1623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0" name="pt12630"/>
            <p:cNvSpPr/>
            <p:nvPr/>
          </p:nvSpPr>
          <p:spPr>
            <a:xfrm>
              <a:off x="5318445" y="2316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1" name="pt12631"/>
            <p:cNvSpPr/>
            <p:nvPr/>
          </p:nvSpPr>
          <p:spPr>
            <a:xfrm>
              <a:off x="5295321" y="2193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2" name="pt12632"/>
            <p:cNvSpPr/>
            <p:nvPr/>
          </p:nvSpPr>
          <p:spPr>
            <a:xfrm>
              <a:off x="5342415" y="2128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3" name="pt12633"/>
            <p:cNvSpPr/>
            <p:nvPr/>
          </p:nvSpPr>
          <p:spPr>
            <a:xfrm>
              <a:off x="5439576" y="2046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4" name="pt12634"/>
            <p:cNvSpPr/>
            <p:nvPr/>
          </p:nvSpPr>
          <p:spPr>
            <a:xfrm>
              <a:off x="5368535" y="1979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5" name="pt12635"/>
            <p:cNvSpPr/>
            <p:nvPr/>
          </p:nvSpPr>
          <p:spPr>
            <a:xfrm>
              <a:off x="4847118" y="2601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6" name="pt12636"/>
            <p:cNvSpPr/>
            <p:nvPr/>
          </p:nvSpPr>
          <p:spPr>
            <a:xfrm>
              <a:off x="5442632" y="2050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7" name="pt12637"/>
            <p:cNvSpPr/>
            <p:nvPr/>
          </p:nvSpPr>
          <p:spPr>
            <a:xfrm>
              <a:off x="5363905" y="1865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8" name="pt12638"/>
            <p:cNvSpPr/>
            <p:nvPr/>
          </p:nvSpPr>
          <p:spPr>
            <a:xfrm>
              <a:off x="5679939" y="1887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9" name="pt12639"/>
            <p:cNvSpPr/>
            <p:nvPr/>
          </p:nvSpPr>
          <p:spPr>
            <a:xfrm>
              <a:off x="4809741" y="1474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0" name="pt12640"/>
            <p:cNvSpPr/>
            <p:nvPr/>
          </p:nvSpPr>
          <p:spPr>
            <a:xfrm>
              <a:off x="5282580" y="2036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1" name="pt12641"/>
            <p:cNvSpPr/>
            <p:nvPr/>
          </p:nvSpPr>
          <p:spPr>
            <a:xfrm>
              <a:off x="5171075" y="2306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2" name="pt12642"/>
            <p:cNvSpPr/>
            <p:nvPr/>
          </p:nvSpPr>
          <p:spPr>
            <a:xfrm>
              <a:off x="5543864" y="1901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3" name="pt12643"/>
            <p:cNvSpPr/>
            <p:nvPr/>
          </p:nvSpPr>
          <p:spPr>
            <a:xfrm>
              <a:off x="5569140" y="1930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4" name="pt12644"/>
            <p:cNvSpPr/>
            <p:nvPr/>
          </p:nvSpPr>
          <p:spPr>
            <a:xfrm>
              <a:off x="5109980" y="2096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5" name="pt12645"/>
            <p:cNvSpPr/>
            <p:nvPr/>
          </p:nvSpPr>
          <p:spPr>
            <a:xfrm>
              <a:off x="5220838" y="2185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6" name="pt12646"/>
            <p:cNvSpPr/>
            <p:nvPr/>
          </p:nvSpPr>
          <p:spPr>
            <a:xfrm>
              <a:off x="4848410" y="2556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7" name="pt12647"/>
            <p:cNvSpPr/>
            <p:nvPr/>
          </p:nvSpPr>
          <p:spPr>
            <a:xfrm>
              <a:off x="5490982" y="1896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8" name="pt12648"/>
            <p:cNvSpPr/>
            <p:nvPr/>
          </p:nvSpPr>
          <p:spPr>
            <a:xfrm>
              <a:off x="5235434" y="2207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9" name="pt12649"/>
            <p:cNvSpPr/>
            <p:nvPr/>
          </p:nvSpPr>
          <p:spPr>
            <a:xfrm>
              <a:off x="5612099" y="1988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0" name="pt12650"/>
            <p:cNvSpPr/>
            <p:nvPr/>
          </p:nvSpPr>
          <p:spPr>
            <a:xfrm>
              <a:off x="5379791" y="2053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1" name="pt12651"/>
            <p:cNvSpPr/>
            <p:nvPr/>
          </p:nvSpPr>
          <p:spPr>
            <a:xfrm>
              <a:off x="5141765" y="2048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2" name="pt12652"/>
            <p:cNvSpPr/>
            <p:nvPr/>
          </p:nvSpPr>
          <p:spPr>
            <a:xfrm>
              <a:off x="4947609" y="2356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3" name="pt12653"/>
            <p:cNvSpPr/>
            <p:nvPr/>
          </p:nvSpPr>
          <p:spPr>
            <a:xfrm>
              <a:off x="5519674" y="1880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4" name="pt12654"/>
            <p:cNvSpPr/>
            <p:nvPr/>
          </p:nvSpPr>
          <p:spPr>
            <a:xfrm>
              <a:off x="5339989" y="2149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5" name="pt12655"/>
            <p:cNvSpPr/>
            <p:nvPr/>
          </p:nvSpPr>
          <p:spPr>
            <a:xfrm>
              <a:off x="5623360" y="1750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6" name="pt12656"/>
            <p:cNvSpPr/>
            <p:nvPr/>
          </p:nvSpPr>
          <p:spPr>
            <a:xfrm>
              <a:off x="5399659" y="2217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7" name="pt12657"/>
            <p:cNvSpPr/>
            <p:nvPr/>
          </p:nvSpPr>
          <p:spPr>
            <a:xfrm>
              <a:off x="5316969" y="2169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8" name="pt12658"/>
            <p:cNvSpPr/>
            <p:nvPr/>
          </p:nvSpPr>
          <p:spPr>
            <a:xfrm>
              <a:off x="5278875" y="2037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9" name="pt12659"/>
            <p:cNvSpPr/>
            <p:nvPr/>
          </p:nvSpPr>
          <p:spPr>
            <a:xfrm>
              <a:off x="5320157" y="2224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0" name="pt12660"/>
            <p:cNvSpPr/>
            <p:nvPr/>
          </p:nvSpPr>
          <p:spPr>
            <a:xfrm>
              <a:off x="5397286" y="2123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1" name="pt12661"/>
            <p:cNvSpPr/>
            <p:nvPr/>
          </p:nvSpPr>
          <p:spPr>
            <a:xfrm>
              <a:off x="5410311" y="2137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2" name="pt12662"/>
            <p:cNvSpPr/>
            <p:nvPr/>
          </p:nvSpPr>
          <p:spPr>
            <a:xfrm>
              <a:off x="5248284" y="2245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3" name="pt12663"/>
            <p:cNvSpPr/>
            <p:nvPr/>
          </p:nvSpPr>
          <p:spPr>
            <a:xfrm>
              <a:off x="5252528" y="2204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4" name="pt12664"/>
            <p:cNvSpPr/>
            <p:nvPr/>
          </p:nvSpPr>
          <p:spPr>
            <a:xfrm>
              <a:off x="5524213" y="1925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5" name="pt12665"/>
            <p:cNvSpPr/>
            <p:nvPr/>
          </p:nvSpPr>
          <p:spPr>
            <a:xfrm>
              <a:off x="5445376" y="2073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6" name="pt12666"/>
            <p:cNvSpPr/>
            <p:nvPr/>
          </p:nvSpPr>
          <p:spPr>
            <a:xfrm>
              <a:off x="5327616" y="2173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7" name="pt12667"/>
            <p:cNvSpPr/>
            <p:nvPr/>
          </p:nvSpPr>
          <p:spPr>
            <a:xfrm>
              <a:off x="5417177" y="2254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8" name="pt12668"/>
            <p:cNvSpPr/>
            <p:nvPr/>
          </p:nvSpPr>
          <p:spPr>
            <a:xfrm>
              <a:off x="5120454" y="2130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9" name="pt12669"/>
            <p:cNvSpPr/>
            <p:nvPr/>
          </p:nvSpPr>
          <p:spPr>
            <a:xfrm>
              <a:off x="5165705" y="2240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0" name="pt12670"/>
            <p:cNvSpPr/>
            <p:nvPr/>
          </p:nvSpPr>
          <p:spPr>
            <a:xfrm>
              <a:off x="5718679" y="1889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1" name="pt12671"/>
            <p:cNvSpPr/>
            <p:nvPr/>
          </p:nvSpPr>
          <p:spPr>
            <a:xfrm>
              <a:off x="5139657" y="2000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2" name="pt12672"/>
            <p:cNvSpPr/>
            <p:nvPr/>
          </p:nvSpPr>
          <p:spPr>
            <a:xfrm>
              <a:off x="4767218" y="2919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3" name="pt12673"/>
            <p:cNvSpPr/>
            <p:nvPr/>
          </p:nvSpPr>
          <p:spPr>
            <a:xfrm>
              <a:off x="5313949" y="2009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4" name="pt12674"/>
            <p:cNvSpPr/>
            <p:nvPr/>
          </p:nvSpPr>
          <p:spPr>
            <a:xfrm>
              <a:off x="4918722" y="2137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5" name="pt12675"/>
            <p:cNvSpPr/>
            <p:nvPr/>
          </p:nvSpPr>
          <p:spPr>
            <a:xfrm>
              <a:off x="5259965" y="2257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6" name="pt12676"/>
            <p:cNvSpPr/>
            <p:nvPr/>
          </p:nvSpPr>
          <p:spPr>
            <a:xfrm>
              <a:off x="5206821" y="2208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7" name="pt12677"/>
            <p:cNvSpPr/>
            <p:nvPr/>
          </p:nvSpPr>
          <p:spPr>
            <a:xfrm>
              <a:off x="5345078" y="2124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8" name="pt12678"/>
            <p:cNvSpPr/>
            <p:nvPr/>
          </p:nvSpPr>
          <p:spPr>
            <a:xfrm>
              <a:off x="5266992" y="2182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9" name="pt12679"/>
            <p:cNvSpPr/>
            <p:nvPr/>
          </p:nvSpPr>
          <p:spPr>
            <a:xfrm>
              <a:off x="5432497" y="2029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0" name="pt12680"/>
            <p:cNvSpPr/>
            <p:nvPr/>
          </p:nvSpPr>
          <p:spPr>
            <a:xfrm>
              <a:off x="5394497" y="2074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1" name="pt12681"/>
            <p:cNvSpPr/>
            <p:nvPr/>
          </p:nvSpPr>
          <p:spPr>
            <a:xfrm>
              <a:off x="5754063" y="1807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2" name="pt12682"/>
            <p:cNvSpPr/>
            <p:nvPr/>
          </p:nvSpPr>
          <p:spPr>
            <a:xfrm>
              <a:off x="5478402" y="2272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3" name="pt12683"/>
            <p:cNvSpPr/>
            <p:nvPr/>
          </p:nvSpPr>
          <p:spPr>
            <a:xfrm>
              <a:off x="5333623" y="2151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4" name="pt12684"/>
            <p:cNvSpPr/>
            <p:nvPr/>
          </p:nvSpPr>
          <p:spPr>
            <a:xfrm>
              <a:off x="4935404" y="2142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5" name="pt12685"/>
            <p:cNvSpPr/>
            <p:nvPr/>
          </p:nvSpPr>
          <p:spPr>
            <a:xfrm>
              <a:off x="5810294" y="1464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6" name="pt12686"/>
            <p:cNvSpPr/>
            <p:nvPr/>
          </p:nvSpPr>
          <p:spPr>
            <a:xfrm>
              <a:off x="4933360" y="2310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7" name="pt12687"/>
            <p:cNvSpPr/>
            <p:nvPr/>
          </p:nvSpPr>
          <p:spPr>
            <a:xfrm>
              <a:off x="5257730" y="2247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8" name="pt12688"/>
            <p:cNvSpPr/>
            <p:nvPr/>
          </p:nvSpPr>
          <p:spPr>
            <a:xfrm>
              <a:off x="5336223" y="2032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9" name="pt12689"/>
            <p:cNvSpPr/>
            <p:nvPr/>
          </p:nvSpPr>
          <p:spPr>
            <a:xfrm>
              <a:off x="5334670" y="2219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0" name="pt12690"/>
            <p:cNvSpPr/>
            <p:nvPr/>
          </p:nvSpPr>
          <p:spPr>
            <a:xfrm>
              <a:off x="5047366" y="2706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1" name="pt12691"/>
            <p:cNvSpPr/>
            <p:nvPr/>
          </p:nvSpPr>
          <p:spPr>
            <a:xfrm>
              <a:off x="4898267" y="2483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2" name="pt12692"/>
            <p:cNvSpPr/>
            <p:nvPr/>
          </p:nvSpPr>
          <p:spPr>
            <a:xfrm>
              <a:off x="5350013" y="1960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3" name="pt12693"/>
            <p:cNvSpPr/>
            <p:nvPr/>
          </p:nvSpPr>
          <p:spPr>
            <a:xfrm>
              <a:off x="5315842" y="2231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4" name="pt12694"/>
            <p:cNvSpPr/>
            <p:nvPr/>
          </p:nvSpPr>
          <p:spPr>
            <a:xfrm>
              <a:off x="5461541" y="2139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5" name="pt12695"/>
            <p:cNvSpPr/>
            <p:nvPr/>
          </p:nvSpPr>
          <p:spPr>
            <a:xfrm>
              <a:off x="4958883" y="2547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6" name="pt12696"/>
            <p:cNvSpPr/>
            <p:nvPr/>
          </p:nvSpPr>
          <p:spPr>
            <a:xfrm>
              <a:off x="5455781" y="2145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7" name="pt12697"/>
            <p:cNvSpPr/>
            <p:nvPr/>
          </p:nvSpPr>
          <p:spPr>
            <a:xfrm>
              <a:off x="5336905" y="2069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8" name="pt12698"/>
            <p:cNvSpPr/>
            <p:nvPr/>
          </p:nvSpPr>
          <p:spPr>
            <a:xfrm>
              <a:off x="5085360" y="2387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9" name="pt12699"/>
            <p:cNvSpPr/>
            <p:nvPr/>
          </p:nvSpPr>
          <p:spPr>
            <a:xfrm>
              <a:off x="5368636" y="2033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0" name="pt12700"/>
            <p:cNvSpPr/>
            <p:nvPr/>
          </p:nvSpPr>
          <p:spPr>
            <a:xfrm>
              <a:off x="5402308" y="2304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1" name="pt12701"/>
            <p:cNvSpPr/>
            <p:nvPr/>
          </p:nvSpPr>
          <p:spPr>
            <a:xfrm>
              <a:off x="5294167" y="2157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2" name="pt12702"/>
            <p:cNvSpPr/>
            <p:nvPr/>
          </p:nvSpPr>
          <p:spPr>
            <a:xfrm>
              <a:off x="5364397" y="1904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3" name="pt12703"/>
            <p:cNvSpPr/>
            <p:nvPr/>
          </p:nvSpPr>
          <p:spPr>
            <a:xfrm>
              <a:off x="5086177" y="2106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4" name="pt12704"/>
            <p:cNvSpPr/>
            <p:nvPr/>
          </p:nvSpPr>
          <p:spPr>
            <a:xfrm>
              <a:off x="5026094" y="2684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5" name="pt12705"/>
            <p:cNvSpPr/>
            <p:nvPr/>
          </p:nvSpPr>
          <p:spPr>
            <a:xfrm>
              <a:off x="5531014" y="1951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6" name="pt12706"/>
            <p:cNvSpPr/>
            <p:nvPr/>
          </p:nvSpPr>
          <p:spPr>
            <a:xfrm>
              <a:off x="5130152" y="2197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7" name="pt12707"/>
            <p:cNvSpPr/>
            <p:nvPr/>
          </p:nvSpPr>
          <p:spPr>
            <a:xfrm>
              <a:off x="5534412" y="2089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8" name="pt12708"/>
            <p:cNvSpPr/>
            <p:nvPr/>
          </p:nvSpPr>
          <p:spPr>
            <a:xfrm>
              <a:off x="5432279" y="2181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9" name="pt12709"/>
            <p:cNvSpPr/>
            <p:nvPr/>
          </p:nvSpPr>
          <p:spPr>
            <a:xfrm>
              <a:off x="4574610" y="2752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0" name="pt12710"/>
            <p:cNvSpPr/>
            <p:nvPr/>
          </p:nvSpPr>
          <p:spPr>
            <a:xfrm>
              <a:off x="5459591" y="2168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1" name="pt12711"/>
            <p:cNvSpPr/>
            <p:nvPr/>
          </p:nvSpPr>
          <p:spPr>
            <a:xfrm>
              <a:off x="5209304" y="2114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2" name="pt12712"/>
            <p:cNvSpPr/>
            <p:nvPr/>
          </p:nvSpPr>
          <p:spPr>
            <a:xfrm>
              <a:off x="5345902" y="2135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3" name="pt12713"/>
            <p:cNvSpPr/>
            <p:nvPr/>
          </p:nvSpPr>
          <p:spPr>
            <a:xfrm>
              <a:off x="5437582" y="2080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4" name="pt12714"/>
            <p:cNvSpPr/>
            <p:nvPr/>
          </p:nvSpPr>
          <p:spPr>
            <a:xfrm>
              <a:off x="5343311" y="2038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5" name="pt12715"/>
            <p:cNvSpPr/>
            <p:nvPr/>
          </p:nvSpPr>
          <p:spPr>
            <a:xfrm>
              <a:off x="5228926" y="2163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6" name="pt12716"/>
            <p:cNvSpPr/>
            <p:nvPr/>
          </p:nvSpPr>
          <p:spPr>
            <a:xfrm>
              <a:off x="4909777" y="2394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7" name="pt12717"/>
            <p:cNvSpPr/>
            <p:nvPr/>
          </p:nvSpPr>
          <p:spPr>
            <a:xfrm>
              <a:off x="5485618" y="1967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8" name="pt12718"/>
            <p:cNvSpPr/>
            <p:nvPr/>
          </p:nvSpPr>
          <p:spPr>
            <a:xfrm>
              <a:off x="5040539" y="2687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9" name="pt12719"/>
            <p:cNvSpPr/>
            <p:nvPr/>
          </p:nvSpPr>
          <p:spPr>
            <a:xfrm>
              <a:off x="5357886" y="2048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0" name="pt12720"/>
            <p:cNvSpPr/>
            <p:nvPr/>
          </p:nvSpPr>
          <p:spPr>
            <a:xfrm>
              <a:off x="5309870" y="2236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1" name="pt12721"/>
            <p:cNvSpPr/>
            <p:nvPr/>
          </p:nvSpPr>
          <p:spPr>
            <a:xfrm>
              <a:off x="5585396" y="1679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2" name="pt12722"/>
            <p:cNvSpPr/>
            <p:nvPr/>
          </p:nvSpPr>
          <p:spPr>
            <a:xfrm>
              <a:off x="5589540" y="1798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3" name="pt12723"/>
            <p:cNvSpPr/>
            <p:nvPr/>
          </p:nvSpPr>
          <p:spPr>
            <a:xfrm>
              <a:off x="5286228" y="194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4" name="pt12724"/>
            <p:cNvSpPr/>
            <p:nvPr/>
          </p:nvSpPr>
          <p:spPr>
            <a:xfrm>
              <a:off x="5307373" y="2171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5" name="pt12725"/>
            <p:cNvSpPr/>
            <p:nvPr/>
          </p:nvSpPr>
          <p:spPr>
            <a:xfrm>
              <a:off x="5085792" y="2245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6" name="pt12726"/>
            <p:cNvSpPr/>
            <p:nvPr/>
          </p:nvSpPr>
          <p:spPr>
            <a:xfrm>
              <a:off x="5558065" y="2084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7" name="pt12727"/>
            <p:cNvSpPr/>
            <p:nvPr/>
          </p:nvSpPr>
          <p:spPr>
            <a:xfrm>
              <a:off x="5461727" y="2099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8" name="pt12728"/>
            <p:cNvSpPr/>
            <p:nvPr/>
          </p:nvSpPr>
          <p:spPr>
            <a:xfrm>
              <a:off x="5433542" y="2014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9" name="pt12729"/>
            <p:cNvSpPr/>
            <p:nvPr/>
          </p:nvSpPr>
          <p:spPr>
            <a:xfrm>
              <a:off x="5487041" y="2023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0" name="pt12730"/>
            <p:cNvSpPr/>
            <p:nvPr/>
          </p:nvSpPr>
          <p:spPr>
            <a:xfrm>
              <a:off x="5362253" y="2053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1" name="pt12731"/>
            <p:cNvSpPr/>
            <p:nvPr/>
          </p:nvSpPr>
          <p:spPr>
            <a:xfrm>
              <a:off x="5193273" y="1928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2" name="pt12732"/>
            <p:cNvSpPr/>
            <p:nvPr/>
          </p:nvSpPr>
          <p:spPr>
            <a:xfrm>
              <a:off x="5234667" y="2181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3" name="pt12733"/>
            <p:cNvSpPr/>
            <p:nvPr/>
          </p:nvSpPr>
          <p:spPr>
            <a:xfrm>
              <a:off x="5478633" y="2308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4" name="pt12734"/>
            <p:cNvSpPr/>
            <p:nvPr/>
          </p:nvSpPr>
          <p:spPr>
            <a:xfrm>
              <a:off x="5255706" y="2190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5" name="pt12735"/>
            <p:cNvSpPr/>
            <p:nvPr/>
          </p:nvSpPr>
          <p:spPr>
            <a:xfrm>
              <a:off x="5316164" y="2132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6" name="pt12736"/>
            <p:cNvSpPr/>
            <p:nvPr/>
          </p:nvSpPr>
          <p:spPr>
            <a:xfrm>
              <a:off x="5219115" y="1954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7" name="pt12737"/>
            <p:cNvSpPr/>
            <p:nvPr/>
          </p:nvSpPr>
          <p:spPr>
            <a:xfrm>
              <a:off x="5725164" y="1926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8" name="pt12738"/>
            <p:cNvSpPr/>
            <p:nvPr/>
          </p:nvSpPr>
          <p:spPr>
            <a:xfrm>
              <a:off x="5657297" y="1998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9" name="pt12739"/>
            <p:cNvSpPr/>
            <p:nvPr/>
          </p:nvSpPr>
          <p:spPr>
            <a:xfrm>
              <a:off x="5530068" y="2054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0" name="pt12740"/>
            <p:cNvSpPr/>
            <p:nvPr/>
          </p:nvSpPr>
          <p:spPr>
            <a:xfrm>
              <a:off x="5153536" y="2133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1" name="pt12741"/>
            <p:cNvSpPr/>
            <p:nvPr/>
          </p:nvSpPr>
          <p:spPr>
            <a:xfrm>
              <a:off x="5406684" y="2121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2" name="pt12742"/>
            <p:cNvSpPr/>
            <p:nvPr/>
          </p:nvSpPr>
          <p:spPr>
            <a:xfrm>
              <a:off x="5586975" y="1777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3" name="pt12743"/>
            <p:cNvSpPr/>
            <p:nvPr/>
          </p:nvSpPr>
          <p:spPr>
            <a:xfrm>
              <a:off x="5450963" y="2115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4" name="pt12744"/>
            <p:cNvSpPr/>
            <p:nvPr/>
          </p:nvSpPr>
          <p:spPr>
            <a:xfrm>
              <a:off x="5734078" y="1641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5" name="pt12745"/>
            <p:cNvSpPr/>
            <p:nvPr/>
          </p:nvSpPr>
          <p:spPr>
            <a:xfrm>
              <a:off x="5343964" y="2135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6" name="pt12746"/>
            <p:cNvSpPr/>
            <p:nvPr/>
          </p:nvSpPr>
          <p:spPr>
            <a:xfrm>
              <a:off x="5483668" y="2199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7" name="pt12747"/>
            <p:cNvSpPr/>
            <p:nvPr/>
          </p:nvSpPr>
          <p:spPr>
            <a:xfrm>
              <a:off x="5295022" y="2064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8" name="pt12748"/>
            <p:cNvSpPr/>
            <p:nvPr/>
          </p:nvSpPr>
          <p:spPr>
            <a:xfrm>
              <a:off x="5132919" y="1868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9" name="pt12749"/>
            <p:cNvSpPr/>
            <p:nvPr/>
          </p:nvSpPr>
          <p:spPr>
            <a:xfrm>
              <a:off x="5388520" y="215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0" name="pt12750"/>
            <p:cNvSpPr/>
            <p:nvPr/>
          </p:nvSpPr>
          <p:spPr>
            <a:xfrm>
              <a:off x="5002866" y="2506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1" name="pt12751"/>
            <p:cNvSpPr/>
            <p:nvPr/>
          </p:nvSpPr>
          <p:spPr>
            <a:xfrm>
              <a:off x="5568321" y="185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2" name="pt12752"/>
            <p:cNvSpPr/>
            <p:nvPr/>
          </p:nvSpPr>
          <p:spPr>
            <a:xfrm>
              <a:off x="5532446" y="204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3" name="pt12753"/>
            <p:cNvSpPr/>
            <p:nvPr/>
          </p:nvSpPr>
          <p:spPr>
            <a:xfrm>
              <a:off x="5056501" y="2458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4" name="pt12754"/>
            <p:cNvSpPr/>
            <p:nvPr/>
          </p:nvSpPr>
          <p:spPr>
            <a:xfrm>
              <a:off x="5306403" y="2138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5" name="pt12755"/>
            <p:cNvSpPr/>
            <p:nvPr/>
          </p:nvSpPr>
          <p:spPr>
            <a:xfrm>
              <a:off x="5286810" y="2019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6" name="pt12756"/>
            <p:cNvSpPr/>
            <p:nvPr/>
          </p:nvSpPr>
          <p:spPr>
            <a:xfrm>
              <a:off x="4862090" y="276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7" name="pt12757"/>
            <p:cNvSpPr/>
            <p:nvPr/>
          </p:nvSpPr>
          <p:spPr>
            <a:xfrm>
              <a:off x="4856462" y="2492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8" name="pt12758"/>
            <p:cNvSpPr/>
            <p:nvPr/>
          </p:nvSpPr>
          <p:spPr>
            <a:xfrm>
              <a:off x="5395769" y="2239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9" name="pt12759"/>
            <p:cNvSpPr/>
            <p:nvPr/>
          </p:nvSpPr>
          <p:spPr>
            <a:xfrm>
              <a:off x="5223294" y="2046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0" name="pt12760"/>
            <p:cNvSpPr/>
            <p:nvPr/>
          </p:nvSpPr>
          <p:spPr>
            <a:xfrm>
              <a:off x="5140151" y="2015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1" name="pt12761"/>
            <p:cNvSpPr/>
            <p:nvPr/>
          </p:nvSpPr>
          <p:spPr>
            <a:xfrm>
              <a:off x="5359179" y="2101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2" name="pt12762"/>
            <p:cNvSpPr/>
            <p:nvPr/>
          </p:nvSpPr>
          <p:spPr>
            <a:xfrm>
              <a:off x="5345331" y="2113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3" name="pt12763"/>
            <p:cNvSpPr/>
            <p:nvPr/>
          </p:nvSpPr>
          <p:spPr>
            <a:xfrm>
              <a:off x="5295696" y="2169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4" name="pt12764"/>
            <p:cNvSpPr/>
            <p:nvPr/>
          </p:nvSpPr>
          <p:spPr>
            <a:xfrm>
              <a:off x="5590937" y="1827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5" name="pt12765"/>
            <p:cNvSpPr/>
            <p:nvPr/>
          </p:nvSpPr>
          <p:spPr>
            <a:xfrm>
              <a:off x="5232660" y="2166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6" name="pt12766"/>
            <p:cNvSpPr/>
            <p:nvPr/>
          </p:nvSpPr>
          <p:spPr>
            <a:xfrm>
              <a:off x="5355592" y="1990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7" name="pt12767"/>
            <p:cNvSpPr/>
            <p:nvPr/>
          </p:nvSpPr>
          <p:spPr>
            <a:xfrm>
              <a:off x="4787010" y="2448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8" name="pt12768"/>
            <p:cNvSpPr/>
            <p:nvPr/>
          </p:nvSpPr>
          <p:spPr>
            <a:xfrm>
              <a:off x="5447202" y="2189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9" name="pt12769"/>
            <p:cNvSpPr/>
            <p:nvPr/>
          </p:nvSpPr>
          <p:spPr>
            <a:xfrm>
              <a:off x="5488375" y="2088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0" name="pt12770"/>
            <p:cNvSpPr/>
            <p:nvPr/>
          </p:nvSpPr>
          <p:spPr>
            <a:xfrm>
              <a:off x="5317961" y="2262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1" name="pt12771"/>
            <p:cNvSpPr/>
            <p:nvPr/>
          </p:nvSpPr>
          <p:spPr>
            <a:xfrm>
              <a:off x="5462011" y="2144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2" name="pt12772"/>
            <p:cNvSpPr/>
            <p:nvPr/>
          </p:nvSpPr>
          <p:spPr>
            <a:xfrm>
              <a:off x="5307126" y="2228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3" name="pt12773"/>
            <p:cNvSpPr/>
            <p:nvPr/>
          </p:nvSpPr>
          <p:spPr>
            <a:xfrm>
              <a:off x="5317553" y="2244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4" name="pt12774"/>
            <p:cNvSpPr/>
            <p:nvPr/>
          </p:nvSpPr>
          <p:spPr>
            <a:xfrm>
              <a:off x="5462020" y="2151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5" name="pt12775"/>
            <p:cNvSpPr/>
            <p:nvPr/>
          </p:nvSpPr>
          <p:spPr>
            <a:xfrm>
              <a:off x="4785025" y="2758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6" name="pt12776"/>
            <p:cNvSpPr/>
            <p:nvPr/>
          </p:nvSpPr>
          <p:spPr>
            <a:xfrm>
              <a:off x="5661689" y="1950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7" name="pt12777"/>
            <p:cNvSpPr/>
            <p:nvPr/>
          </p:nvSpPr>
          <p:spPr>
            <a:xfrm>
              <a:off x="5234762" y="2184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8" name="pt12778"/>
            <p:cNvSpPr/>
            <p:nvPr/>
          </p:nvSpPr>
          <p:spPr>
            <a:xfrm>
              <a:off x="5538898" y="2054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9" name="pt12779"/>
            <p:cNvSpPr/>
            <p:nvPr/>
          </p:nvSpPr>
          <p:spPr>
            <a:xfrm>
              <a:off x="5535959" y="1988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0" name="pt12780"/>
            <p:cNvSpPr/>
            <p:nvPr/>
          </p:nvSpPr>
          <p:spPr>
            <a:xfrm>
              <a:off x="5526010" y="1939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1" name="pt12781"/>
            <p:cNvSpPr/>
            <p:nvPr/>
          </p:nvSpPr>
          <p:spPr>
            <a:xfrm>
              <a:off x="5468504" y="2196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2" name="pt12782"/>
            <p:cNvSpPr/>
            <p:nvPr/>
          </p:nvSpPr>
          <p:spPr>
            <a:xfrm>
              <a:off x="5191676" y="2063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3" name="pt12783"/>
            <p:cNvSpPr/>
            <p:nvPr/>
          </p:nvSpPr>
          <p:spPr>
            <a:xfrm>
              <a:off x="4766106" y="2490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4" name="pt12784"/>
            <p:cNvSpPr/>
            <p:nvPr/>
          </p:nvSpPr>
          <p:spPr>
            <a:xfrm>
              <a:off x="5137827" y="211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5" name="pt12785"/>
            <p:cNvSpPr/>
            <p:nvPr/>
          </p:nvSpPr>
          <p:spPr>
            <a:xfrm>
              <a:off x="5667044" y="1959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6" name="pt12786"/>
            <p:cNvSpPr/>
            <p:nvPr/>
          </p:nvSpPr>
          <p:spPr>
            <a:xfrm>
              <a:off x="5490947" y="2156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7" name="pt12787"/>
            <p:cNvSpPr/>
            <p:nvPr/>
          </p:nvSpPr>
          <p:spPr>
            <a:xfrm>
              <a:off x="5123010" y="2069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8" name="pt12788"/>
            <p:cNvSpPr/>
            <p:nvPr/>
          </p:nvSpPr>
          <p:spPr>
            <a:xfrm>
              <a:off x="5619163" y="1895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9" name="pt12789"/>
            <p:cNvSpPr/>
            <p:nvPr/>
          </p:nvSpPr>
          <p:spPr>
            <a:xfrm>
              <a:off x="5302111" y="2196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0" name="pt12790"/>
            <p:cNvSpPr/>
            <p:nvPr/>
          </p:nvSpPr>
          <p:spPr>
            <a:xfrm>
              <a:off x="5713815" y="1868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1" name="pt12791"/>
            <p:cNvSpPr/>
            <p:nvPr/>
          </p:nvSpPr>
          <p:spPr>
            <a:xfrm>
              <a:off x="5127084" y="2134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2" name="pt12792"/>
            <p:cNvSpPr/>
            <p:nvPr/>
          </p:nvSpPr>
          <p:spPr>
            <a:xfrm>
              <a:off x="5679556" y="2011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3" name="pt12793"/>
            <p:cNvSpPr/>
            <p:nvPr/>
          </p:nvSpPr>
          <p:spPr>
            <a:xfrm>
              <a:off x="5227983" y="2163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4" name="pt12794"/>
            <p:cNvSpPr/>
            <p:nvPr/>
          </p:nvSpPr>
          <p:spPr>
            <a:xfrm>
              <a:off x="5314781" y="2199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5" name="pt12795"/>
            <p:cNvSpPr/>
            <p:nvPr/>
          </p:nvSpPr>
          <p:spPr>
            <a:xfrm>
              <a:off x="5143769" y="2121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6" name="pt12796"/>
            <p:cNvSpPr/>
            <p:nvPr/>
          </p:nvSpPr>
          <p:spPr>
            <a:xfrm>
              <a:off x="5552952" y="2106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7" name="pt12797"/>
            <p:cNvSpPr/>
            <p:nvPr/>
          </p:nvSpPr>
          <p:spPr>
            <a:xfrm>
              <a:off x="5165522" y="2189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8" name="pt12798"/>
            <p:cNvSpPr/>
            <p:nvPr/>
          </p:nvSpPr>
          <p:spPr>
            <a:xfrm>
              <a:off x="5306467" y="2190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9" name="pt12799"/>
            <p:cNvSpPr/>
            <p:nvPr/>
          </p:nvSpPr>
          <p:spPr>
            <a:xfrm>
              <a:off x="5276486" y="1850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0" name="pt12800"/>
            <p:cNvSpPr/>
            <p:nvPr/>
          </p:nvSpPr>
          <p:spPr>
            <a:xfrm>
              <a:off x="5716935" y="1785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1" name="pt12801"/>
            <p:cNvSpPr/>
            <p:nvPr/>
          </p:nvSpPr>
          <p:spPr>
            <a:xfrm>
              <a:off x="5247386" y="2245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2" name="pt12802"/>
            <p:cNvSpPr/>
            <p:nvPr/>
          </p:nvSpPr>
          <p:spPr>
            <a:xfrm>
              <a:off x="4826170" y="1968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3" name="pt12803"/>
            <p:cNvSpPr/>
            <p:nvPr/>
          </p:nvSpPr>
          <p:spPr>
            <a:xfrm>
              <a:off x="5251282" y="2218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4" name="pt12804"/>
            <p:cNvSpPr/>
            <p:nvPr/>
          </p:nvSpPr>
          <p:spPr>
            <a:xfrm>
              <a:off x="5134310" y="1887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5" name="pt12805"/>
            <p:cNvSpPr/>
            <p:nvPr/>
          </p:nvSpPr>
          <p:spPr>
            <a:xfrm>
              <a:off x="5001856" y="2410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6" name="pt12806"/>
            <p:cNvSpPr/>
            <p:nvPr/>
          </p:nvSpPr>
          <p:spPr>
            <a:xfrm>
              <a:off x="5649197" y="2110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7" name="pt12807"/>
            <p:cNvSpPr/>
            <p:nvPr/>
          </p:nvSpPr>
          <p:spPr>
            <a:xfrm>
              <a:off x="5074163" y="2293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8" name="pt12808"/>
            <p:cNvSpPr/>
            <p:nvPr/>
          </p:nvSpPr>
          <p:spPr>
            <a:xfrm>
              <a:off x="4892629" y="2565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9" name="pt12809"/>
            <p:cNvSpPr/>
            <p:nvPr/>
          </p:nvSpPr>
          <p:spPr>
            <a:xfrm>
              <a:off x="5453003" y="2197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0" name="pt12810"/>
            <p:cNvSpPr/>
            <p:nvPr/>
          </p:nvSpPr>
          <p:spPr>
            <a:xfrm>
              <a:off x="5239614" y="215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1" name="pt12811"/>
            <p:cNvSpPr/>
            <p:nvPr/>
          </p:nvSpPr>
          <p:spPr>
            <a:xfrm>
              <a:off x="5488445" y="2072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2" name="pt12812"/>
            <p:cNvSpPr/>
            <p:nvPr/>
          </p:nvSpPr>
          <p:spPr>
            <a:xfrm>
              <a:off x="5007494" y="2676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3" name="pt12813"/>
            <p:cNvSpPr/>
            <p:nvPr/>
          </p:nvSpPr>
          <p:spPr>
            <a:xfrm>
              <a:off x="6058149" y="1524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4" name="pt12814"/>
            <p:cNvSpPr/>
            <p:nvPr/>
          </p:nvSpPr>
          <p:spPr>
            <a:xfrm>
              <a:off x="5476230" y="2230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5" name="pt12815"/>
            <p:cNvSpPr/>
            <p:nvPr/>
          </p:nvSpPr>
          <p:spPr>
            <a:xfrm>
              <a:off x="5490399" y="1922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6" name="pt12816"/>
            <p:cNvSpPr/>
            <p:nvPr/>
          </p:nvSpPr>
          <p:spPr>
            <a:xfrm>
              <a:off x="5510316" y="2039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7" name="pt12817"/>
            <p:cNvSpPr/>
            <p:nvPr/>
          </p:nvSpPr>
          <p:spPr>
            <a:xfrm>
              <a:off x="5081715" y="2388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8" name="pt12818"/>
            <p:cNvSpPr/>
            <p:nvPr/>
          </p:nvSpPr>
          <p:spPr>
            <a:xfrm>
              <a:off x="5604216" y="1889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9" name="pt12819"/>
            <p:cNvSpPr/>
            <p:nvPr/>
          </p:nvSpPr>
          <p:spPr>
            <a:xfrm>
              <a:off x="5756113" y="1844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0" name="pt12820"/>
            <p:cNvSpPr/>
            <p:nvPr/>
          </p:nvSpPr>
          <p:spPr>
            <a:xfrm>
              <a:off x="5419665" y="2082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1" name="pt12821"/>
            <p:cNvSpPr/>
            <p:nvPr/>
          </p:nvSpPr>
          <p:spPr>
            <a:xfrm>
              <a:off x="5406681" y="2281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2" name="pt12822"/>
            <p:cNvSpPr/>
            <p:nvPr/>
          </p:nvSpPr>
          <p:spPr>
            <a:xfrm>
              <a:off x="5225372" y="2039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3" name="pt12823"/>
            <p:cNvSpPr/>
            <p:nvPr/>
          </p:nvSpPr>
          <p:spPr>
            <a:xfrm>
              <a:off x="5435696" y="2045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4" name="pt12824"/>
            <p:cNvSpPr/>
            <p:nvPr/>
          </p:nvSpPr>
          <p:spPr>
            <a:xfrm>
              <a:off x="5446237" y="2099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5" name="pt12825"/>
            <p:cNvSpPr/>
            <p:nvPr/>
          </p:nvSpPr>
          <p:spPr>
            <a:xfrm>
              <a:off x="5339110" y="2107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6" name="pt12826"/>
            <p:cNvSpPr/>
            <p:nvPr/>
          </p:nvSpPr>
          <p:spPr>
            <a:xfrm>
              <a:off x="5267212" y="2265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7" name="pt12827"/>
            <p:cNvSpPr/>
            <p:nvPr/>
          </p:nvSpPr>
          <p:spPr>
            <a:xfrm>
              <a:off x="5686974" y="1996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8" name="pt12828"/>
            <p:cNvSpPr/>
            <p:nvPr/>
          </p:nvSpPr>
          <p:spPr>
            <a:xfrm>
              <a:off x="5455075" y="2230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9" name="pt12829"/>
            <p:cNvSpPr/>
            <p:nvPr/>
          </p:nvSpPr>
          <p:spPr>
            <a:xfrm>
              <a:off x="5123602" y="2113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0" name="pt12830"/>
            <p:cNvSpPr/>
            <p:nvPr/>
          </p:nvSpPr>
          <p:spPr>
            <a:xfrm>
              <a:off x="5301025" y="2299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1" name="pt12831"/>
            <p:cNvSpPr/>
            <p:nvPr/>
          </p:nvSpPr>
          <p:spPr>
            <a:xfrm>
              <a:off x="5237300" y="2159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2" name="pt12832"/>
            <p:cNvSpPr/>
            <p:nvPr/>
          </p:nvSpPr>
          <p:spPr>
            <a:xfrm>
              <a:off x="5472539" y="2231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3" name="pt12833"/>
            <p:cNvSpPr/>
            <p:nvPr/>
          </p:nvSpPr>
          <p:spPr>
            <a:xfrm>
              <a:off x="5506725" y="1889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4" name="pt12834"/>
            <p:cNvSpPr/>
            <p:nvPr/>
          </p:nvSpPr>
          <p:spPr>
            <a:xfrm>
              <a:off x="5149500" y="2150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5" name="pt12835"/>
            <p:cNvSpPr/>
            <p:nvPr/>
          </p:nvSpPr>
          <p:spPr>
            <a:xfrm>
              <a:off x="5274049" y="2049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6" name="pt12836"/>
            <p:cNvSpPr/>
            <p:nvPr/>
          </p:nvSpPr>
          <p:spPr>
            <a:xfrm>
              <a:off x="5471031" y="2188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7" name="pt12837"/>
            <p:cNvSpPr/>
            <p:nvPr/>
          </p:nvSpPr>
          <p:spPr>
            <a:xfrm>
              <a:off x="5401567" y="2183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8" name="pt12838"/>
            <p:cNvSpPr/>
            <p:nvPr/>
          </p:nvSpPr>
          <p:spPr>
            <a:xfrm>
              <a:off x="5392724" y="2191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9" name="pt12839"/>
            <p:cNvSpPr/>
            <p:nvPr/>
          </p:nvSpPr>
          <p:spPr>
            <a:xfrm>
              <a:off x="5247686" y="2207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0" name="pt12840"/>
            <p:cNvSpPr/>
            <p:nvPr/>
          </p:nvSpPr>
          <p:spPr>
            <a:xfrm>
              <a:off x="5443941" y="2244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1" name="pt12841"/>
            <p:cNvSpPr/>
            <p:nvPr/>
          </p:nvSpPr>
          <p:spPr>
            <a:xfrm>
              <a:off x="5537117" y="205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2" name="pt12842"/>
            <p:cNvSpPr/>
            <p:nvPr/>
          </p:nvSpPr>
          <p:spPr>
            <a:xfrm>
              <a:off x="5561915" y="1930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3" name="pt12843"/>
            <p:cNvSpPr/>
            <p:nvPr/>
          </p:nvSpPr>
          <p:spPr>
            <a:xfrm>
              <a:off x="5181868" y="2113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4" name="pt12844"/>
            <p:cNvSpPr/>
            <p:nvPr/>
          </p:nvSpPr>
          <p:spPr>
            <a:xfrm>
              <a:off x="5277764" y="2122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5" name="pt12845"/>
            <p:cNvSpPr/>
            <p:nvPr/>
          </p:nvSpPr>
          <p:spPr>
            <a:xfrm>
              <a:off x="5084815" y="2269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6" name="pt12846"/>
            <p:cNvSpPr/>
            <p:nvPr/>
          </p:nvSpPr>
          <p:spPr>
            <a:xfrm>
              <a:off x="5466857" y="2184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7" name="pt12847"/>
            <p:cNvSpPr/>
            <p:nvPr/>
          </p:nvSpPr>
          <p:spPr>
            <a:xfrm>
              <a:off x="5168390" y="2178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8" name="pt12848"/>
            <p:cNvSpPr/>
            <p:nvPr/>
          </p:nvSpPr>
          <p:spPr>
            <a:xfrm>
              <a:off x="5538870" y="1960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9" name="pt12849"/>
            <p:cNvSpPr/>
            <p:nvPr/>
          </p:nvSpPr>
          <p:spPr>
            <a:xfrm>
              <a:off x="5540033" y="1934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0" name="pt12850"/>
            <p:cNvSpPr/>
            <p:nvPr/>
          </p:nvSpPr>
          <p:spPr>
            <a:xfrm>
              <a:off x="5476954" y="2261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1" name="pt12851"/>
            <p:cNvSpPr/>
            <p:nvPr/>
          </p:nvSpPr>
          <p:spPr>
            <a:xfrm>
              <a:off x="5330464" y="2161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2" name="pt12852"/>
            <p:cNvSpPr/>
            <p:nvPr/>
          </p:nvSpPr>
          <p:spPr>
            <a:xfrm>
              <a:off x="4872836" y="2779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3" name="pt12853"/>
            <p:cNvSpPr/>
            <p:nvPr/>
          </p:nvSpPr>
          <p:spPr>
            <a:xfrm>
              <a:off x="5697951" y="1889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4" name="pt12854"/>
            <p:cNvSpPr/>
            <p:nvPr/>
          </p:nvSpPr>
          <p:spPr>
            <a:xfrm>
              <a:off x="5715515" y="1862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5" name="pt12855"/>
            <p:cNvSpPr/>
            <p:nvPr/>
          </p:nvSpPr>
          <p:spPr>
            <a:xfrm>
              <a:off x="4923840" y="2078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6" name="pt12856"/>
            <p:cNvSpPr/>
            <p:nvPr/>
          </p:nvSpPr>
          <p:spPr>
            <a:xfrm>
              <a:off x="5028062" y="2519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7" name="pt12857"/>
            <p:cNvSpPr/>
            <p:nvPr/>
          </p:nvSpPr>
          <p:spPr>
            <a:xfrm>
              <a:off x="5215587" y="2113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8" name="pt12858"/>
            <p:cNvSpPr/>
            <p:nvPr/>
          </p:nvSpPr>
          <p:spPr>
            <a:xfrm>
              <a:off x="5084269" y="2439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9" name="pt12859"/>
            <p:cNvSpPr/>
            <p:nvPr/>
          </p:nvSpPr>
          <p:spPr>
            <a:xfrm>
              <a:off x="5573675" y="1610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0" name="pt12860"/>
            <p:cNvSpPr/>
            <p:nvPr/>
          </p:nvSpPr>
          <p:spPr>
            <a:xfrm>
              <a:off x="5276624" y="2085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1" name="pt12861"/>
            <p:cNvSpPr/>
            <p:nvPr/>
          </p:nvSpPr>
          <p:spPr>
            <a:xfrm>
              <a:off x="5848553" y="1957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2" name="pt12862"/>
            <p:cNvSpPr/>
            <p:nvPr/>
          </p:nvSpPr>
          <p:spPr>
            <a:xfrm>
              <a:off x="5457907" y="2098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3" name="pt12863"/>
            <p:cNvSpPr/>
            <p:nvPr/>
          </p:nvSpPr>
          <p:spPr>
            <a:xfrm>
              <a:off x="5175075" y="1997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4" name="pt12864"/>
            <p:cNvSpPr/>
            <p:nvPr/>
          </p:nvSpPr>
          <p:spPr>
            <a:xfrm>
              <a:off x="4808523" y="2012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5" name="pt12865"/>
            <p:cNvSpPr/>
            <p:nvPr/>
          </p:nvSpPr>
          <p:spPr>
            <a:xfrm>
              <a:off x="5485815" y="1993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6" name="pt12866"/>
            <p:cNvSpPr/>
            <p:nvPr/>
          </p:nvSpPr>
          <p:spPr>
            <a:xfrm>
              <a:off x="5575144" y="1629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7" name="pt12867"/>
            <p:cNvSpPr/>
            <p:nvPr/>
          </p:nvSpPr>
          <p:spPr>
            <a:xfrm>
              <a:off x="5361142" y="2005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8" name="pt12868"/>
            <p:cNvSpPr/>
            <p:nvPr/>
          </p:nvSpPr>
          <p:spPr>
            <a:xfrm>
              <a:off x="5199875" y="2030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9" name="pt12869"/>
            <p:cNvSpPr/>
            <p:nvPr/>
          </p:nvSpPr>
          <p:spPr>
            <a:xfrm>
              <a:off x="5335786" y="2199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0" name="pt12870"/>
            <p:cNvSpPr/>
            <p:nvPr/>
          </p:nvSpPr>
          <p:spPr>
            <a:xfrm>
              <a:off x="5924969" y="1854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1" name="pt12871"/>
            <p:cNvSpPr/>
            <p:nvPr/>
          </p:nvSpPr>
          <p:spPr>
            <a:xfrm>
              <a:off x="5324093" y="2252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2" name="pt12872"/>
            <p:cNvSpPr/>
            <p:nvPr/>
          </p:nvSpPr>
          <p:spPr>
            <a:xfrm>
              <a:off x="5446408" y="2288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3" name="pt12873"/>
            <p:cNvSpPr/>
            <p:nvPr/>
          </p:nvSpPr>
          <p:spPr>
            <a:xfrm>
              <a:off x="4900541" y="2512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4" name="pt12874"/>
            <p:cNvSpPr/>
            <p:nvPr/>
          </p:nvSpPr>
          <p:spPr>
            <a:xfrm>
              <a:off x="5595857" y="1944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5" name="pt12875"/>
            <p:cNvSpPr/>
            <p:nvPr/>
          </p:nvSpPr>
          <p:spPr>
            <a:xfrm>
              <a:off x="5479448" y="219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6" name="pt12876"/>
            <p:cNvSpPr/>
            <p:nvPr/>
          </p:nvSpPr>
          <p:spPr>
            <a:xfrm>
              <a:off x="5305070" y="2295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7" name="pt12877"/>
            <p:cNvSpPr/>
            <p:nvPr/>
          </p:nvSpPr>
          <p:spPr>
            <a:xfrm>
              <a:off x="5496446" y="1891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8" name="pt12878"/>
            <p:cNvSpPr/>
            <p:nvPr/>
          </p:nvSpPr>
          <p:spPr>
            <a:xfrm>
              <a:off x="5469420" y="2173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9" name="pt12879"/>
            <p:cNvSpPr/>
            <p:nvPr/>
          </p:nvSpPr>
          <p:spPr>
            <a:xfrm>
              <a:off x="5185716" y="2147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0" name="pt12880"/>
            <p:cNvSpPr/>
            <p:nvPr/>
          </p:nvSpPr>
          <p:spPr>
            <a:xfrm>
              <a:off x="5649792" y="187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1" name="pt12881"/>
            <p:cNvSpPr/>
            <p:nvPr/>
          </p:nvSpPr>
          <p:spPr>
            <a:xfrm>
              <a:off x="5080153" y="2247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2" name="pt12882"/>
            <p:cNvSpPr/>
            <p:nvPr/>
          </p:nvSpPr>
          <p:spPr>
            <a:xfrm>
              <a:off x="5092628" y="2341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3" name="pt12883"/>
            <p:cNvSpPr/>
            <p:nvPr/>
          </p:nvSpPr>
          <p:spPr>
            <a:xfrm>
              <a:off x="5458628" y="2237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4" name="pt12884"/>
            <p:cNvSpPr/>
            <p:nvPr/>
          </p:nvSpPr>
          <p:spPr>
            <a:xfrm>
              <a:off x="5067219" y="2347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5" name="pt12885"/>
            <p:cNvSpPr/>
            <p:nvPr/>
          </p:nvSpPr>
          <p:spPr>
            <a:xfrm>
              <a:off x="5282107" y="2080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6" name="pt12886"/>
            <p:cNvSpPr/>
            <p:nvPr/>
          </p:nvSpPr>
          <p:spPr>
            <a:xfrm>
              <a:off x="5164832" y="2160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7" name="pt12887"/>
            <p:cNvSpPr/>
            <p:nvPr/>
          </p:nvSpPr>
          <p:spPr>
            <a:xfrm>
              <a:off x="5335764" y="2171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8" name="pt12888"/>
            <p:cNvSpPr/>
            <p:nvPr/>
          </p:nvSpPr>
          <p:spPr>
            <a:xfrm>
              <a:off x="5218168" y="2100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9" name="pt12889"/>
            <p:cNvSpPr/>
            <p:nvPr/>
          </p:nvSpPr>
          <p:spPr>
            <a:xfrm>
              <a:off x="5500869" y="2055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0" name="pt12890"/>
            <p:cNvSpPr/>
            <p:nvPr/>
          </p:nvSpPr>
          <p:spPr>
            <a:xfrm>
              <a:off x="5268780" y="2269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1" name="pt12891"/>
            <p:cNvSpPr/>
            <p:nvPr/>
          </p:nvSpPr>
          <p:spPr>
            <a:xfrm>
              <a:off x="5167339" y="2164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2" name="pt12892"/>
            <p:cNvSpPr/>
            <p:nvPr/>
          </p:nvSpPr>
          <p:spPr>
            <a:xfrm>
              <a:off x="5431879" y="2162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3" name="pt12893"/>
            <p:cNvSpPr/>
            <p:nvPr/>
          </p:nvSpPr>
          <p:spPr>
            <a:xfrm>
              <a:off x="5774984" y="1378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4" name="pt12894"/>
            <p:cNvSpPr/>
            <p:nvPr/>
          </p:nvSpPr>
          <p:spPr>
            <a:xfrm>
              <a:off x="4921406" y="2355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5" name="pt12895"/>
            <p:cNvSpPr/>
            <p:nvPr/>
          </p:nvSpPr>
          <p:spPr>
            <a:xfrm>
              <a:off x="5270077" y="2227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6" name="pt12896"/>
            <p:cNvSpPr/>
            <p:nvPr/>
          </p:nvSpPr>
          <p:spPr>
            <a:xfrm>
              <a:off x="5215658" y="1989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7" name="pt12897"/>
            <p:cNvSpPr/>
            <p:nvPr/>
          </p:nvSpPr>
          <p:spPr>
            <a:xfrm>
              <a:off x="4995211" y="1841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8" name="pt12898"/>
            <p:cNvSpPr/>
            <p:nvPr/>
          </p:nvSpPr>
          <p:spPr>
            <a:xfrm>
              <a:off x="5476457" y="2239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9" name="pt12899"/>
            <p:cNvSpPr/>
            <p:nvPr/>
          </p:nvSpPr>
          <p:spPr>
            <a:xfrm>
              <a:off x="5359520" y="1918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0" name="pt12900"/>
            <p:cNvSpPr/>
            <p:nvPr/>
          </p:nvSpPr>
          <p:spPr>
            <a:xfrm>
              <a:off x="5154200" y="211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1" name="pt12901"/>
            <p:cNvSpPr/>
            <p:nvPr/>
          </p:nvSpPr>
          <p:spPr>
            <a:xfrm>
              <a:off x="5311298" y="2264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2" name="pt12902"/>
            <p:cNvSpPr/>
            <p:nvPr/>
          </p:nvSpPr>
          <p:spPr>
            <a:xfrm>
              <a:off x="5422108" y="2261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3" name="pt12903"/>
            <p:cNvSpPr/>
            <p:nvPr/>
          </p:nvSpPr>
          <p:spPr>
            <a:xfrm>
              <a:off x="5446304" y="2177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4" name="pt12904"/>
            <p:cNvSpPr/>
            <p:nvPr/>
          </p:nvSpPr>
          <p:spPr>
            <a:xfrm>
              <a:off x="5033060" y="2673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5" name="pt12905"/>
            <p:cNvSpPr/>
            <p:nvPr/>
          </p:nvSpPr>
          <p:spPr>
            <a:xfrm>
              <a:off x="5315136" y="2201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6" name="pt12906"/>
            <p:cNvSpPr/>
            <p:nvPr/>
          </p:nvSpPr>
          <p:spPr>
            <a:xfrm>
              <a:off x="5699020" y="1941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7" name="pt12907"/>
            <p:cNvSpPr/>
            <p:nvPr/>
          </p:nvSpPr>
          <p:spPr>
            <a:xfrm>
              <a:off x="5457188" y="2195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8" name="pt12908"/>
            <p:cNvSpPr/>
            <p:nvPr/>
          </p:nvSpPr>
          <p:spPr>
            <a:xfrm>
              <a:off x="5696083" y="1872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9" name="pt12909"/>
            <p:cNvSpPr/>
            <p:nvPr/>
          </p:nvSpPr>
          <p:spPr>
            <a:xfrm>
              <a:off x="5299169" y="215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0" name="pt12910"/>
            <p:cNvSpPr/>
            <p:nvPr/>
          </p:nvSpPr>
          <p:spPr>
            <a:xfrm>
              <a:off x="5115597" y="2116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1" name="pt12911"/>
            <p:cNvSpPr/>
            <p:nvPr/>
          </p:nvSpPr>
          <p:spPr>
            <a:xfrm>
              <a:off x="5480330" y="2245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2" name="pt12912"/>
            <p:cNvSpPr/>
            <p:nvPr/>
          </p:nvSpPr>
          <p:spPr>
            <a:xfrm>
              <a:off x="5616494" y="2165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3" name="pt12913"/>
            <p:cNvSpPr/>
            <p:nvPr/>
          </p:nvSpPr>
          <p:spPr>
            <a:xfrm>
              <a:off x="5385011" y="2142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4" name="pt12914"/>
            <p:cNvSpPr/>
            <p:nvPr/>
          </p:nvSpPr>
          <p:spPr>
            <a:xfrm>
              <a:off x="5197802" y="2103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5" name="pt12915"/>
            <p:cNvSpPr/>
            <p:nvPr/>
          </p:nvSpPr>
          <p:spPr>
            <a:xfrm>
              <a:off x="5215878" y="1839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6" name="pt12916"/>
            <p:cNvSpPr/>
            <p:nvPr/>
          </p:nvSpPr>
          <p:spPr>
            <a:xfrm>
              <a:off x="4828837" y="2002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7" name="pt12917"/>
            <p:cNvSpPr/>
            <p:nvPr/>
          </p:nvSpPr>
          <p:spPr>
            <a:xfrm>
              <a:off x="5417459" y="2061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8" name="pt12918"/>
            <p:cNvSpPr/>
            <p:nvPr/>
          </p:nvSpPr>
          <p:spPr>
            <a:xfrm>
              <a:off x="5244031" y="2118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9" name="pt12919"/>
            <p:cNvSpPr/>
            <p:nvPr/>
          </p:nvSpPr>
          <p:spPr>
            <a:xfrm>
              <a:off x="5399607" y="2129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0" name="pt12920"/>
            <p:cNvSpPr/>
            <p:nvPr/>
          </p:nvSpPr>
          <p:spPr>
            <a:xfrm>
              <a:off x="5052670" y="2649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1" name="pt12921"/>
            <p:cNvSpPr/>
            <p:nvPr/>
          </p:nvSpPr>
          <p:spPr>
            <a:xfrm>
              <a:off x="5060925" y="2298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2" name="pt12922"/>
            <p:cNvSpPr/>
            <p:nvPr/>
          </p:nvSpPr>
          <p:spPr>
            <a:xfrm>
              <a:off x="5533289" y="1989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3" name="pt12923"/>
            <p:cNvSpPr/>
            <p:nvPr/>
          </p:nvSpPr>
          <p:spPr>
            <a:xfrm>
              <a:off x="5321361" y="2320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4" name="pt12924"/>
            <p:cNvSpPr/>
            <p:nvPr/>
          </p:nvSpPr>
          <p:spPr>
            <a:xfrm>
              <a:off x="5379162" y="2087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5" name="pt12925"/>
            <p:cNvSpPr/>
            <p:nvPr/>
          </p:nvSpPr>
          <p:spPr>
            <a:xfrm>
              <a:off x="5351128" y="2136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6" name="pt12926"/>
            <p:cNvSpPr/>
            <p:nvPr/>
          </p:nvSpPr>
          <p:spPr>
            <a:xfrm>
              <a:off x="5420481" y="2005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7" name="pt12927"/>
            <p:cNvSpPr/>
            <p:nvPr/>
          </p:nvSpPr>
          <p:spPr>
            <a:xfrm>
              <a:off x="5614396" y="1991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8" name="pt12928"/>
            <p:cNvSpPr/>
            <p:nvPr/>
          </p:nvSpPr>
          <p:spPr>
            <a:xfrm>
              <a:off x="5064927" y="2577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9" name="pt12929"/>
            <p:cNvSpPr/>
            <p:nvPr/>
          </p:nvSpPr>
          <p:spPr>
            <a:xfrm>
              <a:off x="5559120" y="2027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0" name="pt12930"/>
            <p:cNvSpPr/>
            <p:nvPr/>
          </p:nvSpPr>
          <p:spPr>
            <a:xfrm>
              <a:off x="5211054" y="2210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1" name="pt12931"/>
            <p:cNvSpPr/>
            <p:nvPr/>
          </p:nvSpPr>
          <p:spPr>
            <a:xfrm>
              <a:off x="5034748" y="2632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2" name="pt12932"/>
            <p:cNvSpPr/>
            <p:nvPr/>
          </p:nvSpPr>
          <p:spPr>
            <a:xfrm>
              <a:off x="5174751" y="2099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3" name="pt12933"/>
            <p:cNvSpPr/>
            <p:nvPr/>
          </p:nvSpPr>
          <p:spPr>
            <a:xfrm>
              <a:off x="4979279" y="2464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4" name="pt12934"/>
            <p:cNvSpPr/>
            <p:nvPr/>
          </p:nvSpPr>
          <p:spPr>
            <a:xfrm>
              <a:off x="5149605" y="2137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5" name="pt12935"/>
            <p:cNvSpPr/>
            <p:nvPr/>
          </p:nvSpPr>
          <p:spPr>
            <a:xfrm>
              <a:off x="5262651" y="2244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6" name="pt12936"/>
            <p:cNvSpPr/>
            <p:nvPr/>
          </p:nvSpPr>
          <p:spPr>
            <a:xfrm>
              <a:off x="5067795" y="2494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7" name="pt12937"/>
            <p:cNvSpPr/>
            <p:nvPr/>
          </p:nvSpPr>
          <p:spPr>
            <a:xfrm>
              <a:off x="5168988" y="2004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8" name="pt12938"/>
            <p:cNvSpPr/>
            <p:nvPr/>
          </p:nvSpPr>
          <p:spPr>
            <a:xfrm>
              <a:off x="5273638" y="1939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9" name="pt12939"/>
            <p:cNvSpPr/>
            <p:nvPr/>
          </p:nvSpPr>
          <p:spPr>
            <a:xfrm>
              <a:off x="5320907" y="2320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0" name="pt12940"/>
            <p:cNvSpPr/>
            <p:nvPr/>
          </p:nvSpPr>
          <p:spPr>
            <a:xfrm>
              <a:off x="5433634" y="2088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1" name="pt12941"/>
            <p:cNvSpPr/>
            <p:nvPr/>
          </p:nvSpPr>
          <p:spPr>
            <a:xfrm>
              <a:off x="4962475" y="2625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2" name="pt12942"/>
            <p:cNvSpPr/>
            <p:nvPr/>
          </p:nvSpPr>
          <p:spPr>
            <a:xfrm>
              <a:off x="5612975" y="1955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3" name="pt12943"/>
            <p:cNvSpPr/>
            <p:nvPr/>
          </p:nvSpPr>
          <p:spPr>
            <a:xfrm>
              <a:off x="4755320" y="2756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4" name="pt12944"/>
            <p:cNvSpPr/>
            <p:nvPr/>
          </p:nvSpPr>
          <p:spPr>
            <a:xfrm>
              <a:off x="5127696" y="2015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5" name="pt12945"/>
            <p:cNvSpPr/>
            <p:nvPr/>
          </p:nvSpPr>
          <p:spPr>
            <a:xfrm>
              <a:off x="4932174" y="2230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6" name="pt12946"/>
            <p:cNvSpPr/>
            <p:nvPr/>
          </p:nvSpPr>
          <p:spPr>
            <a:xfrm>
              <a:off x="5194207" y="1882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7" name="pt12947"/>
            <p:cNvSpPr/>
            <p:nvPr/>
          </p:nvSpPr>
          <p:spPr>
            <a:xfrm>
              <a:off x="5616242" y="1923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8" name="pt12948"/>
            <p:cNvSpPr/>
            <p:nvPr/>
          </p:nvSpPr>
          <p:spPr>
            <a:xfrm>
              <a:off x="4895669" y="2868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9" name="pt12949"/>
            <p:cNvSpPr/>
            <p:nvPr/>
          </p:nvSpPr>
          <p:spPr>
            <a:xfrm>
              <a:off x="5287793" y="2042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0" name="pt12950"/>
            <p:cNvSpPr/>
            <p:nvPr/>
          </p:nvSpPr>
          <p:spPr>
            <a:xfrm>
              <a:off x="5035304" y="2652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1" name="pt12951"/>
            <p:cNvSpPr/>
            <p:nvPr/>
          </p:nvSpPr>
          <p:spPr>
            <a:xfrm>
              <a:off x="5267630" y="2242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2" name="pt12952"/>
            <p:cNvSpPr/>
            <p:nvPr/>
          </p:nvSpPr>
          <p:spPr>
            <a:xfrm>
              <a:off x="5199446" y="2155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3" name="pt12953"/>
            <p:cNvSpPr/>
            <p:nvPr/>
          </p:nvSpPr>
          <p:spPr>
            <a:xfrm>
              <a:off x="5370778" y="2068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4" name="pt12954"/>
            <p:cNvSpPr/>
            <p:nvPr/>
          </p:nvSpPr>
          <p:spPr>
            <a:xfrm>
              <a:off x="5560945" y="2087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5" name="pt12955"/>
            <p:cNvSpPr/>
            <p:nvPr/>
          </p:nvSpPr>
          <p:spPr>
            <a:xfrm>
              <a:off x="5685550" y="1929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6" name="pt12956"/>
            <p:cNvSpPr/>
            <p:nvPr/>
          </p:nvSpPr>
          <p:spPr>
            <a:xfrm>
              <a:off x="5373272" y="2065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7" name="pt12957"/>
            <p:cNvSpPr/>
            <p:nvPr/>
          </p:nvSpPr>
          <p:spPr>
            <a:xfrm>
              <a:off x="5890010" y="1961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8" name="pt12958"/>
            <p:cNvSpPr/>
            <p:nvPr/>
          </p:nvSpPr>
          <p:spPr>
            <a:xfrm>
              <a:off x="4994282" y="1961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9" name="pt12959"/>
            <p:cNvSpPr/>
            <p:nvPr/>
          </p:nvSpPr>
          <p:spPr>
            <a:xfrm>
              <a:off x="5096384" y="1982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0" name="pt12960"/>
            <p:cNvSpPr/>
            <p:nvPr/>
          </p:nvSpPr>
          <p:spPr>
            <a:xfrm>
              <a:off x="5125156" y="2054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1" name="pt12961"/>
            <p:cNvSpPr/>
            <p:nvPr/>
          </p:nvSpPr>
          <p:spPr>
            <a:xfrm>
              <a:off x="5533654" y="1976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2" name="pt12962"/>
            <p:cNvSpPr/>
            <p:nvPr/>
          </p:nvSpPr>
          <p:spPr>
            <a:xfrm>
              <a:off x="5092440" y="2085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3" name="pt12963"/>
            <p:cNvSpPr/>
            <p:nvPr/>
          </p:nvSpPr>
          <p:spPr>
            <a:xfrm>
              <a:off x="5151982" y="2107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4" name="pt12964"/>
            <p:cNvSpPr/>
            <p:nvPr/>
          </p:nvSpPr>
          <p:spPr>
            <a:xfrm>
              <a:off x="4931761" y="2064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5" name="pt12965"/>
            <p:cNvSpPr/>
            <p:nvPr/>
          </p:nvSpPr>
          <p:spPr>
            <a:xfrm>
              <a:off x="5533890" y="2055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6" name="pt12966"/>
            <p:cNvSpPr/>
            <p:nvPr/>
          </p:nvSpPr>
          <p:spPr>
            <a:xfrm>
              <a:off x="5117715" y="2264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7" name="pt12967"/>
            <p:cNvSpPr/>
            <p:nvPr/>
          </p:nvSpPr>
          <p:spPr>
            <a:xfrm>
              <a:off x="5234915" y="219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8" name="pt12968"/>
            <p:cNvSpPr/>
            <p:nvPr/>
          </p:nvSpPr>
          <p:spPr>
            <a:xfrm>
              <a:off x="5197952" y="2215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9" name="pt12969"/>
            <p:cNvSpPr/>
            <p:nvPr/>
          </p:nvSpPr>
          <p:spPr>
            <a:xfrm>
              <a:off x="5327807" y="2177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0" name="pt12970"/>
            <p:cNvSpPr/>
            <p:nvPr/>
          </p:nvSpPr>
          <p:spPr>
            <a:xfrm>
              <a:off x="5520097" y="1874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1" name="pt12971"/>
            <p:cNvSpPr/>
            <p:nvPr/>
          </p:nvSpPr>
          <p:spPr>
            <a:xfrm>
              <a:off x="5304540" y="2221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2" name="pt12972"/>
            <p:cNvSpPr/>
            <p:nvPr/>
          </p:nvSpPr>
          <p:spPr>
            <a:xfrm>
              <a:off x="4975505" y="2388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3" name="pt12973"/>
            <p:cNvSpPr/>
            <p:nvPr/>
          </p:nvSpPr>
          <p:spPr>
            <a:xfrm>
              <a:off x="5190379" y="2163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4" name="pt12974"/>
            <p:cNvSpPr/>
            <p:nvPr/>
          </p:nvSpPr>
          <p:spPr>
            <a:xfrm>
              <a:off x="5232211" y="2061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5" name="pt12975"/>
            <p:cNvSpPr/>
            <p:nvPr/>
          </p:nvSpPr>
          <p:spPr>
            <a:xfrm>
              <a:off x="5458616" y="2172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6" name="pt12976"/>
            <p:cNvSpPr/>
            <p:nvPr/>
          </p:nvSpPr>
          <p:spPr>
            <a:xfrm>
              <a:off x="5350327" y="2082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7" name="pt12977"/>
            <p:cNvSpPr/>
            <p:nvPr/>
          </p:nvSpPr>
          <p:spPr>
            <a:xfrm>
              <a:off x="5236369" y="2173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8" name="pt12978"/>
            <p:cNvSpPr/>
            <p:nvPr/>
          </p:nvSpPr>
          <p:spPr>
            <a:xfrm>
              <a:off x="5380283" y="2157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9" name="pt12979"/>
            <p:cNvSpPr/>
            <p:nvPr/>
          </p:nvSpPr>
          <p:spPr>
            <a:xfrm>
              <a:off x="5411041" y="2172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0" name="pt12980"/>
            <p:cNvSpPr/>
            <p:nvPr/>
          </p:nvSpPr>
          <p:spPr>
            <a:xfrm>
              <a:off x="5417743" y="2054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1" name="pt12981"/>
            <p:cNvSpPr/>
            <p:nvPr/>
          </p:nvSpPr>
          <p:spPr>
            <a:xfrm>
              <a:off x="5397559" y="2100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2" name="pt12982"/>
            <p:cNvSpPr/>
            <p:nvPr/>
          </p:nvSpPr>
          <p:spPr>
            <a:xfrm>
              <a:off x="4938530" y="2273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3" name="pt12983"/>
            <p:cNvSpPr/>
            <p:nvPr/>
          </p:nvSpPr>
          <p:spPr>
            <a:xfrm>
              <a:off x="5442960" y="2275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4" name="pt12984"/>
            <p:cNvSpPr/>
            <p:nvPr/>
          </p:nvSpPr>
          <p:spPr>
            <a:xfrm>
              <a:off x="5759012" y="2054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5" name="pt12985"/>
            <p:cNvSpPr/>
            <p:nvPr/>
          </p:nvSpPr>
          <p:spPr>
            <a:xfrm>
              <a:off x="5558949" y="2127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6" name="pt12986"/>
            <p:cNvSpPr/>
            <p:nvPr/>
          </p:nvSpPr>
          <p:spPr>
            <a:xfrm>
              <a:off x="5026945" y="259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7" name="pt12987"/>
            <p:cNvSpPr/>
            <p:nvPr/>
          </p:nvSpPr>
          <p:spPr>
            <a:xfrm>
              <a:off x="5551172" y="2151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8" name="pt12988"/>
            <p:cNvSpPr/>
            <p:nvPr/>
          </p:nvSpPr>
          <p:spPr>
            <a:xfrm>
              <a:off x="4985468" y="2149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9" name="pt12989"/>
            <p:cNvSpPr/>
            <p:nvPr/>
          </p:nvSpPr>
          <p:spPr>
            <a:xfrm>
              <a:off x="4701806" y="272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0" name="pt12990"/>
            <p:cNvSpPr/>
            <p:nvPr/>
          </p:nvSpPr>
          <p:spPr>
            <a:xfrm>
              <a:off x="5179140" y="2127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1" name="pt12991"/>
            <p:cNvSpPr/>
            <p:nvPr/>
          </p:nvSpPr>
          <p:spPr>
            <a:xfrm>
              <a:off x="5790762" y="1697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2" name="pt12992"/>
            <p:cNvSpPr/>
            <p:nvPr/>
          </p:nvSpPr>
          <p:spPr>
            <a:xfrm>
              <a:off x="5125383" y="2138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3" name="pt12993"/>
            <p:cNvSpPr/>
            <p:nvPr/>
          </p:nvSpPr>
          <p:spPr>
            <a:xfrm>
              <a:off x="5641652" y="1878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4" name="pt12994"/>
            <p:cNvSpPr/>
            <p:nvPr/>
          </p:nvSpPr>
          <p:spPr>
            <a:xfrm>
              <a:off x="5525492" y="1848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5" name="pt12995"/>
            <p:cNvSpPr/>
            <p:nvPr/>
          </p:nvSpPr>
          <p:spPr>
            <a:xfrm>
              <a:off x="5615160" y="1978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6" name="pt12996"/>
            <p:cNvSpPr/>
            <p:nvPr/>
          </p:nvSpPr>
          <p:spPr>
            <a:xfrm>
              <a:off x="4803860" y="1681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7" name="pt12997"/>
            <p:cNvSpPr/>
            <p:nvPr/>
          </p:nvSpPr>
          <p:spPr>
            <a:xfrm>
              <a:off x="5420503" y="2071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8" name="pt12998"/>
            <p:cNvSpPr/>
            <p:nvPr/>
          </p:nvSpPr>
          <p:spPr>
            <a:xfrm>
              <a:off x="4865352" y="2858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9" name="pt12999"/>
            <p:cNvSpPr/>
            <p:nvPr/>
          </p:nvSpPr>
          <p:spPr>
            <a:xfrm>
              <a:off x="5568988" y="1811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0" name="pt13000"/>
            <p:cNvSpPr/>
            <p:nvPr/>
          </p:nvSpPr>
          <p:spPr>
            <a:xfrm>
              <a:off x="5405666" y="2123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1" name="pt13001"/>
            <p:cNvSpPr/>
            <p:nvPr/>
          </p:nvSpPr>
          <p:spPr>
            <a:xfrm>
              <a:off x="4963468" y="2577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2" name="pt13002"/>
            <p:cNvSpPr/>
            <p:nvPr/>
          </p:nvSpPr>
          <p:spPr>
            <a:xfrm>
              <a:off x="5169076" y="2196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3" name="pt13003"/>
            <p:cNvSpPr/>
            <p:nvPr/>
          </p:nvSpPr>
          <p:spPr>
            <a:xfrm>
              <a:off x="5154017" y="2130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4" name="pt13004"/>
            <p:cNvSpPr/>
            <p:nvPr/>
          </p:nvSpPr>
          <p:spPr>
            <a:xfrm>
              <a:off x="5323709" y="2290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5" name="pt13005"/>
            <p:cNvSpPr/>
            <p:nvPr/>
          </p:nvSpPr>
          <p:spPr>
            <a:xfrm>
              <a:off x="5060862" y="2645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6" name="pt13006"/>
            <p:cNvSpPr/>
            <p:nvPr/>
          </p:nvSpPr>
          <p:spPr>
            <a:xfrm>
              <a:off x="5249318" y="2180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7" name="pt13007"/>
            <p:cNvSpPr/>
            <p:nvPr/>
          </p:nvSpPr>
          <p:spPr>
            <a:xfrm>
              <a:off x="5482535" y="2233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8" name="pt13008"/>
            <p:cNvSpPr/>
            <p:nvPr/>
          </p:nvSpPr>
          <p:spPr>
            <a:xfrm>
              <a:off x="5279058" y="2012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9" name="pt13009"/>
            <p:cNvSpPr/>
            <p:nvPr/>
          </p:nvSpPr>
          <p:spPr>
            <a:xfrm>
              <a:off x="4891903" y="2649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0" name="pt13010"/>
            <p:cNvSpPr/>
            <p:nvPr/>
          </p:nvSpPr>
          <p:spPr>
            <a:xfrm>
              <a:off x="5332655" y="2180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1" name="pt13011"/>
            <p:cNvSpPr/>
            <p:nvPr/>
          </p:nvSpPr>
          <p:spPr>
            <a:xfrm>
              <a:off x="5662781" y="1934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2" name="pt13012"/>
            <p:cNvSpPr/>
            <p:nvPr/>
          </p:nvSpPr>
          <p:spPr>
            <a:xfrm>
              <a:off x="5290859" y="2200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3" name="pt13013"/>
            <p:cNvSpPr/>
            <p:nvPr/>
          </p:nvSpPr>
          <p:spPr>
            <a:xfrm>
              <a:off x="5117298" y="2314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4" name="pt13014"/>
            <p:cNvSpPr/>
            <p:nvPr/>
          </p:nvSpPr>
          <p:spPr>
            <a:xfrm>
              <a:off x="5290774" y="2188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5" name="pt13015"/>
            <p:cNvSpPr/>
            <p:nvPr/>
          </p:nvSpPr>
          <p:spPr>
            <a:xfrm>
              <a:off x="5162576" y="2204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6" name="pt13016"/>
            <p:cNvSpPr/>
            <p:nvPr/>
          </p:nvSpPr>
          <p:spPr>
            <a:xfrm>
              <a:off x="4954609" y="2612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7" name="pt13017"/>
            <p:cNvSpPr/>
            <p:nvPr/>
          </p:nvSpPr>
          <p:spPr>
            <a:xfrm>
              <a:off x="5422355" y="2124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8" name="pt13018"/>
            <p:cNvSpPr/>
            <p:nvPr/>
          </p:nvSpPr>
          <p:spPr>
            <a:xfrm>
              <a:off x="5239917" y="2168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9" name="pt13019"/>
            <p:cNvSpPr/>
            <p:nvPr/>
          </p:nvSpPr>
          <p:spPr>
            <a:xfrm>
              <a:off x="5764810" y="1533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0" name="pt13020"/>
            <p:cNvSpPr/>
            <p:nvPr/>
          </p:nvSpPr>
          <p:spPr>
            <a:xfrm>
              <a:off x="5237467" y="2162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1" name="pt13021"/>
            <p:cNvSpPr/>
            <p:nvPr/>
          </p:nvSpPr>
          <p:spPr>
            <a:xfrm>
              <a:off x="5382958" y="2116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2" name="pt13022"/>
            <p:cNvSpPr/>
            <p:nvPr/>
          </p:nvSpPr>
          <p:spPr>
            <a:xfrm>
              <a:off x="5490242" y="2162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3" name="pt13023"/>
            <p:cNvSpPr/>
            <p:nvPr/>
          </p:nvSpPr>
          <p:spPr>
            <a:xfrm>
              <a:off x="5204177" y="2015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4" name="pt13024"/>
            <p:cNvSpPr/>
            <p:nvPr/>
          </p:nvSpPr>
          <p:spPr>
            <a:xfrm>
              <a:off x="5634889" y="1807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5" name="pt13025"/>
            <p:cNvSpPr/>
            <p:nvPr/>
          </p:nvSpPr>
          <p:spPr>
            <a:xfrm>
              <a:off x="4781137" y="2757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6" name="pt13026"/>
            <p:cNvSpPr/>
            <p:nvPr/>
          </p:nvSpPr>
          <p:spPr>
            <a:xfrm>
              <a:off x="5325632" y="2108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7" name="pt13027"/>
            <p:cNvSpPr/>
            <p:nvPr/>
          </p:nvSpPr>
          <p:spPr>
            <a:xfrm>
              <a:off x="5711743" y="1800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8" name="pt13028"/>
            <p:cNvSpPr/>
            <p:nvPr/>
          </p:nvSpPr>
          <p:spPr>
            <a:xfrm>
              <a:off x="5564835" y="1864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9" name="pt13029"/>
            <p:cNvSpPr/>
            <p:nvPr/>
          </p:nvSpPr>
          <p:spPr>
            <a:xfrm>
              <a:off x="4609666" y="2813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0" name="pt13030"/>
            <p:cNvSpPr/>
            <p:nvPr/>
          </p:nvSpPr>
          <p:spPr>
            <a:xfrm>
              <a:off x="5172650" y="2139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1" name="pt13031"/>
            <p:cNvSpPr/>
            <p:nvPr/>
          </p:nvSpPr>
          <p:spPr>
            <a:xfrm>
              <a:off x="5163768" y="2136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2" name="pt13032"/>
            <p:cNvSpPr/>
            <p:nvPr/>
          </p:nvSpPr>
          <p:spPr>
            <a:xfrm>
              <a:off x="5778812" y="198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3" name="pt13033"/>
            <p:cNvSpPr/>
            <p:nvPr/>
          </p:nvSpPr>
          <p:spPr>
            <a:xfrm>
              <a:off x="5328576" y="2245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4" name="pt13034"/>
            <p:cNvSpPr/>
            <p:nvPr/>
          </p:nvSpPr>
          <p:spPr>
            <a:xfrm>
              <a:off x="5777656" y="1890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5" name="pt13035"/>
            <p:cNvSpPr/>
            <p:nvPr/>
          </p:nvSpPr>
          <p:spPr>
            <a:xfrm>
              <a:off x="5429766" y="2236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6" name="pt13036"/>
            <p:cNvSpPr/>
            <p:nvPr/>
          </p:nvSpPr>
          <p:spPr>
            <a:xfrm>
              <a:off x="5267631" y="2242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7" name="pt13037"/>
            <p:cNvSpPr/>
            <p:nvPr/>
          </p:nvSpPr>
          <p:spPr>
            <a:xfrm>
              <a:off x="5338294" y="2087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8" name="pt13038"/>
            <p:cNvSpPr/>
            <p:nvPr/>
          </p:nvSpPr>
          <p:spPr>
            <a:xfrm>
              <a:off x="5208968" y="2042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9" name="pt13039"/>
            <p:cNvSpPr/>
            <p:nvPr/>
          </p:nvSpPr>
          <p:spPr>
            <a:xfrm>
              <a:off x="5623408" y="1977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0" name="pt13040"/>
            <p:cNvSpPr/>
            <p:nvPr/>
          </p:nvSpPr>
          <p:spPr>
            <a:xfrm>
              <a:off x="4783984" y="2519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1" name="pt13041"/>
            <p:cNvSpPr/>
            <p:nvPr/>
          </p:nvSpPr>
          <p:spPr>
            <a:xfrm>
              <a:off x="5172561" y="2154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2" name="pt13042"/>
            <p:cNvSpPr/>
            <p:nvPr/>
          </p:nvSpPr>
          <p:spPr>
            <a:xfrm>
              <a:off x="5245764" y="2159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3" name="pt13043"/>
            <p:cNvSpPr/>
            <p:nvPr/>
          </p:nvSpPr>
          <p:spPr>
            <a:xfrm>
              <a:off x="5403997" y="2208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4" name="pt13044"/>
            <p:cNvSpPr/>
            <p:nvPr/>
          </p:nvSpPr>
          <p:spPr>
            <a:xfrm>
              <a:off x="5126815" y="2058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5" name="pt13045"/>
            <p:cNvSpPr/>
            <p:nvPr/>
          </p:nvSpPr>
          <p:spPr>
            <a:xfrm>
              <a:off x="5409093" y="219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6" name="pt13046"/>
            <p:cNvSpPr/>
            <p:nvPr/>
          </p:nvSpPr>
          <p:spPr>
            <a:xfrm>
              <a:off x="4901078" y="2749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7" name="pt13047"/>
            <p:cNvSpPr/>
            <p:nvPr/>
          </p:nvSpPr>
          <p:spPr>
            <a:xfrm>
              <a:off x="5149971" y="2187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8" name="pt13048"/>
            <p:cNvSpPr/>
            <p:nvPr/>
          </p:nvSpPr>
          <p:spPr>
            <a:xfrm>
              <a:off x="4719298" y="2757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9" name="pt13049"/>
            <p:cNvSpPr/>
            <p:nvPr/>
          </p:nvSpPr>
          <p:spPr>
            <a:xfrm>
              <a:off x="5279369" y="2089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0" name="pt13050"/>
            <p:cNvSpPr/>
            <p:nvPr/>
          </p:nvSpPr>
          <p:spPr>
            <a:xfrm>
              <a:off x="4821511" y="2170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1" name="pt13051"/>
            <p:cNvSpPr/>
            <p:nvPr/>
          </p:nvSpPr>
          <p:spPr>
            <a:xfrm>
              <a:off x="5170505" y="2174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2" name="pt13052"/>
            <p:cNvSpPr/>
            <p:nvPr/>
          </p:nvSpPr>
          <p:spPr>
            <a:xfrm>
              <a:off x="5334088" y="217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3" name="pt13053"/>
            <p:cNvSpPr/>
            <p:nvPr/>
          </p:nvSpPr>
          <p:spPr>
            <a:xfrm>
              <a:off x="5800895" y="160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4" name="pt13054"/>
            <p:cNvSpPr/>
            <p:nvPr/>
          </p:nvSpPr>
          <p:spPr>
            <a:xfrm>
              <a:off x="5149208" y="2133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5" name="pt13055"/>
            <p:cNvSpPr/>
            <p:nvPr/>
          </p:nvSpPr>
          <p:spPr>
            <a:xfrm>
              <a:off x="5074960" y="2217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6" name="pt13056"/>
            <p:cNvSpPr/>
            <p:nvPr/>
          </p:nvSpPr>
          <p:spPr>
            <a:xfrm>
              <a:off x="5204290" y="2169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7" name="pt13057"/>
            <p:cNvSpPr/>
            <p:nvPr/>
          </p:nvSpPr>
          <p:spPr>
            <a:xfrm>
              <a:off x="5034936" y="2491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8" name="pt13058"/>
            <p:cNvSpPr/>
            <p:nvPr/>
          </p:nvSpPr>
          <p:spPr>
            <a:xfrm>
              <a:off x="5525218" y="1846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9" name="pt13059"/>
            <p:cNvSpPr/>
            <p:nvPr/>
          </p:nvSpPr>
          <p:spPr>
            <a:xfrm>
              <a:off x="4990952" y="2101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0" name="pt13060"/>
            <p:cNvSpPr/>
            <p:nvPr/>
          </p:nvSpPr>
          <p:spPr>
            <a:xfrm>
              <a:off x="5613445" y="2018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1" name="pt13061"/>
            <p:cNvSpPr/>
            <p:nvPr/>
          </p:nvSpPr>
          <p:spPr>
            <a:xfrm>
              <a:off x="5856990" y="1270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2" name="pt13062"/>
            <p:cNvSpPr/>
            <p:nvPr/>
          </p:nvSpPr>
          <p:spPr>
            <a:xfrm>
              <a:off x="4977529" y="2433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3" name="pt13063"/>
            <p:cNvSpPr/>
            <p:nvPr/>
          </p:nvSpPr>
          <p:spPr>
            <a:xfrm>
              <a:off x="5363715" y="1867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4" name="pt13064"/>
            <p:cNvSpPr/>
            <p:nvPr/>
          </p:nvSpPr>
          <p:spPr>
            <a:xfrm>
              <a:off x="5478968" y="2214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5" name="pt13065"/>
            <p:cNvSpPr/>
            <p:nvPr/>
          </p:nvSpPr>
          <p:spPr>
            <a:xfrm>
              <a:off x="5147366" y="2157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6" name="pt13066"/>
            <p:cNvSpPr/>
            <p:nvPr/>
          </p:nvSpPr>
          <p:spPr>
            <a:xfrm>
              <a:off x="5332794" y="2140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7" name="pt13067"/>
            <p:cNvSpPr/>
            <p:nvPr/>
          </p:nvSpPr>
          <p:spPr>
            <a:xfrm>
              <a:off x="5171060" y="2186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8" name="pt13068"/>
            <p:cNvSpPr/>
            <p:nvPr/>
          </p:nvSpPr>
          <p:spPr>
            <a:xfrm>
              <a:off x="5513072" y="1896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9" name="pt13069"/>
            <p:cNvSpPr/>
            <p:nvPr/>
          </p:nvSpPr>
          <p:spPr>
            <a:xfrm>
              <a:off x="5866227" y="1524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0" name="pt13070"/>
            <p:cNvSpPr/>
            <p:nvPr/>
          </p:nvSpPr>
          <p:spPr>
            <a:xfrm>
              <a:off x="5590801" y="1650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1" name="pt13071"/>
            <p:cNvSpPr/>
            <p:nvPr/>
          </p:nvSpPr>
          <p:spPr>
            <a:xfrm>
              <a:off x="5163362" y="2133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2" name="pt13072"/>
            <p:cNvSpPr/>
            <p:nvPr/>
          </p:nvSpPr>
          <p:spPr>
            <a:xfrm>
              <a:off x="5055345" y="2690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3" name="pt13073"/>
            <p:cNvSpPr/>
            <p:nvPr/>
          </p:nvSpPr>
          <p:spPr>
            <a:xfrm>
              <a:off x="4834846" y="1817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4" name="pt13074"/>
            <p:cNvSpPr/>
            <p:nvPr/>
          </p:nvSpPr>
          <p:spPr>
            <a:xfrm>
              <a:off x="5567242" y="1797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5" name="pt13075"/>
            <p:cNvSpPr/>
            <p:nvPr/>
          </p:nvSpPr>
          <p:spPr>
            <a:xfrm>
              <a:off x="5132182" y="1899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6" name="pt13076"/>
            <p:cNvSpPr/>
            <p:nvPr/>
          </p:nvSpPr>
          <p:spPr>
            <a:xfrm>
              <a:off x="5675968" y="195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7" name="pt13077"/>
            <p:cNvSpPr/>
            <p:nvPr/>
          </p:nvSpPr>
          <p:spPr>
            <a:xfrm>
              <a:off x="5842113" y="1658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8" name="pt13078"/>
            <p:cNvSpPr/>
            <p:nvPr/>
          </p:nvSpPr>
          <p:spPr>
            <a:xfrm>
              <a:off x="5456617" y="2189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9" name="pt13079"/>
            <p:cNvSpPr/>
            <p:nvPr/>
          </p:nvSpPr>
          <p:spPr>
            <a:xfrm>
              <a:off x="5535096" y="2033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0" name="pt13080"/>
            <p:cNvSpPr/>
            <p:nvPr/>
          </p:nvSpPr>
          <p:spPr>
            <a:xfrm>
              <a:off x="5184155" y="218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1" name="pt13081"/>
            <p:cNvSpPr/>
            <p:nvPr/>
          </p:nvSpPr>
          <p:spPr>
            <a:xfrm>
              <a:off x="5342401" y="2146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2" name="pt13082"/>
            <p:cNvSpPr/>
            <p:nvPr/>
          </p:nvSpPr>
          <p:spPr>
            <a:xfrm>
              <a:off x="5480844" y="2185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3" name="pt13083"/>
            <p:cNvSpPr/>
            <p:nvPr/>
          </p:nvSpPr>
          <p:spPr>
            <a:xfrm>
              <a:off x="5612644" y="2032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4" name="pt13084"/>
            <p:cNvSpPr/>
            <p:nvPr/>
          </p:nvSpPr>
          <p:spPr>
            <a:xfrm>
              <a:off x="5318163" y="2338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5" name="pt13085"/>
            <p:cNvSpPr/>
            <p:nvPr/>
          </p:nvSpPr>
          <p:spPr>
            <a:xfrm>
              <a:off x="5274664" y="1982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6" name="pt13086"/>
            <p:cNvSpPr/>
            <p:nvPr/>
          </p:nvSpPr>
          <p:spPr>
            <a:xfrm>
              <a:off x="5650786" y="1937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7" name="pt13087"/>
            <p:cNvSpPr/>
            <p:nvPr/>
          </p:nvSpPr>
          <p:spPr>
            <a:xfrm>
              <a:off x="4938678" y="2497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8" name="pt13088"/>
            <p:cNvSpPr/>
            <p:nvPr/>
          </p:nvSpPr>
          <p:spPr>
            <a:xfrm>
              <a:off x="5431533" y="2153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9" name="pt13089"/>
            <p:cNvSpPr/>
            <p:nvPr/>
          </p:nvSpPr>
          <p:spPr>
            <a:xfrm>
              <a:off x="5276769" y="2079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0" name="pt13090"/>
            <p:cNvSpPr/>
            <p:nvPr/>
          </p:nvSpPr>
          <p:spPr>
            <a:xfrm>
              <a:off x="5690241" y="1900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1" name="pt13091"/>
            <p:cNvSpPr/>
            <p:nvPr/>
          </p:nvSpPr>
          <p:spPr>
            <a:xfrm>
              <a:off x="5288650" y="2042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2" name="pt13092"/>
            <p:cNvSpPr/>
            <p:nvPr/>
          </p:nvSpPr>
          <p:spPr>
            <a:xfrm>
              <a:off x="5644186" y="1976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3" name="pt13093"/>
            <p:cNvSpPr/>
            <p:nvPr/>
          </p:nvSpPr>
          <p:spPr>
            <a:xfrm>
              <a:off x="4987581" y="1751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4" name="pt13094"/>
            <p:cNvSpPr/>
            <p:nvPr/>
          </p:nvSpPr>
          <p:spPr>
            <a:xfrm>
              <a:off x="5188983" y="2151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5" name="pt13095"/>
            <p:cNvSpPr/>
            <p:nvPr/>
          </p:nvSpPr>
          <p:spPr>
            <a:xfrm>
              <a:off x="5191230" y="1962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6" name="pt13096"/>
            <p:cNvSpPr/>
            <p:nvPr/>
          </p:nvSpPr>
          <p:spPr>
            <a:xfrm>
              <a:off x="5257226" y="2202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7" name="pt13097"/>
            <p:cNvSpPr/>
            <p:nvPr/>
          </p:nvSpPr>
          <p:spPr>
            <a:xfrm>
              <a:off x="5529990" y="1989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8" name="pt13098"/>
            <p:cNvSpPr/>
            <p:nvPr/>
          </p:nvSpPr>
          <p:spPr>
            <a:xfrm>
              <a:off x="5409048" y="2176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9" name="pt13099"/>
            <p:cNvSpPr/>
            <p:nvPr/>
          </p:nvSpPr>
          <p:spPr>
            <a:xfrm>
              <a:off x="5565046" y="1901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0" name="pt13100"/>
            <p:cNvSpPr/>
            <p:nvPr/>
          </p:nvSpPr>
          <p:spPr>
            <a:xfrm>
              <a:off x="5609493" y="2017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1" name="pt13101"/>
            <p:cNvSpPr/>
            <p:nvPr/>
          </p:nvSpPr>
          <p:spPr>
            <a:xfrm>
              <a:off x="5352970" y="2089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2" name="pt13102"/>
            <p:cNvSpPr/>
            <p:nvPr/>
          </p:nvSpPr>
          <p:spPr>
            <a:xfrm>
              <a:off x="5520576" y="1948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3" name="pt13103"/>
            <p:cNvSpPr/>
            <p:nvPr/>
          </p:nvSpPr>
          <p:spPr>
            <a:xfrm>
              <a:off x="5077205" y="2333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4" name="pt13104"/>
            <p:cNvSpPr/>
            <p:nvPr/>
          </p:nvSpPr>
          <p:spPr>
            <a:xfrm>
              <a:off x="5027377" y="2586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5" name="pt13105"/>
            <p:cNvSpPr/>
            <p:nvPr/>
          </p:nvSpPr>
          <p:spPr>
            <a:xfrm>
              <a:off x="5341465" y="2122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6" name="pt13106"/>
            <p:cNvSpPr/>
            <p:nvPr/>
          </p:nvSpPr>
          <p:spPr>
            <a:xfrm>
              <a:off x="5383641" y="2103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7" name="pt13107"/>
            <p:cNvSpPr/>
            <p:nvPr/>
          </p:nvSpPr>
          <p:spPr>
            <a:xfrm>
              <a:off x="4822258" y="1745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8" name="pt13108"/>
            <p:cNvSpPr/>
            <p:nvPr/>
          </p:nvSpPr>
          <p:spPr>
            <a:xfrm>
              <a:off x="5319313" y="2134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9" name="pt13109"/>
            <p:cNvSpPr/>
            <p:nvPr/>
          </p:nvSpPr>
          <p:spPr>
            <a:xfrm>
              <a:off x="5657820" y="1897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0" name="pt13110"/>
            <p:cNvSpPr/>
            <p:nvPr/>
          </p:nvSpPr>
          <p:spPr>
            <a:xfrm>
              <a:off x="5421299" y="2033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1" name="pt13111"/>
            <p:cNvSpPr/>
            <p:nvPr/>
          </p:nvSpPr>
          <p:spPr>
            <a:xfrm>
              <a:off x="5637695" y="1991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2" name="pt13112"/>
            <p:cNvSpPr/>
            <p:nvPr/>
          </p:nvSpPr>
          <p:spPr>
            <a:xfrm>
              <a:off x="5521754" y="1928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3" name="pt13113"/>
            <p:cNvSpPr/>
            <p:nvPr/>
          </p:nvSpPr>
          <p:spPr>
            <a:xfrm>
              <a:off x="5433438" y="2033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4" name="pt13114"/>
            <p:cNvSpPr/>
            <p:nvPr/>
          </p:nvSpPr>
          <p:spPr>
            <a:xfrm>
              <a:off x="4977947" y="2369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5" name="pt13115"/>
            <p:cNvSpPr/>
            <p:nvPr/>
          </p:nvSpPr>
          <p:spPr>
            <a:xfrm>
              <a:off x="5248019" y="2292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6" name="pt13116"/>
            <p:cNvSpPr/>
            <p:nvPr/>
          </p:nvSpPr>
          <p:spPr>
            <a:xfrm>
              <a:off x="5467652" y="2174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7" name="pt13117"/>
            <p:cNvSpPr/>
            <p:nvPr/>
          </p:nvSpPr>
          <p:spPr>
            <a:xfrm>
              <a:off x="5334454" y="2095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8" name="pt13118"/>
            <p:cNvSpPr/>
            <p:nvPr/>
          </p:nvSpPr>
          <p:spPr>
            <a:xfrm>
              <a:off x="5146119" y="2061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9" name="pt13119"/>
            <p:cNvSpPr/>
            <p:nvPr/>
          </p:nvSpPr>
          <p:spPr>
            <a:xfrm>
              <a:off x="5130623" y="2058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0" name="pt13120"/>
            <p:cNvSpPr/>
            <p:nvPr/>
          </p:nvSpPr>
          <p:spPr>
            <a:xfrm>
              <a:off x="4794889" y="2366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1" name="pt13121"/>
            <p:cNvSpPr/>
            <p:nvPr/>
          </p:nvSpPr>
          <p:spPr>
            <a:xfrm>
              <a:off x="5847427" y="1517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2" name="pt13122"/>
            <p:cNvSpPr/>
            <p:nvPr/>
          </p:nvSpPr>
          <p:spPr>
            <a:xfrm>
              <a:off x="5174612" y="2125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3" name="pt13123"/>
            <p:cNvSpPr/>
            <p:nvPr/>
          </p:nvSpPr>
          <p:spPr>
            <a:xfrm>
              <a:off x="5013801" y="2550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4" name="pt13124"/>
            <p:cNvSpPr/>
            <p:nvPr/>
          </p:nvSpPr>
          <p:spPr>
            <a:xfrm>
              <a:off x="4610012" y="2403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5" name="pt13125"/>
            <p:cNvSpPr/>
            <p:nvPr/>
          </p:nvSpPr>
          <p:spPr>
            <a:xfrm>
              <a:off x="4773744" y="298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6" name="pt13126"/>
            <p:cNvSpPr/>
            <p:nvPr/>
          </p:nvSpPr>
          <p:spPr>
            <a:xfrm>
              <a:off x="5257665" y="2269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7" name="pt13127"/>
            <p:cNvSpPr/>
            <p:nvPr/>
          </p:nvSpPr>
          <p:spPr>
            <a:xfrm>
              <a:off x="4838476" y="1807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8" name="pt13128"/>
            <p:cNvSpPr/>
            <p:nvPr/>
          </p:nvSpPr>
          <p:spPr>
            <a:xfrm>
              <a:off x="5053941" y="2678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9" name="pt13129"/>
            <p:cNvSpPr/>
            <p:nvPr/>
          </p:nvSpPr>
          <p:spPr>
            <a:xfrm>
              <a:off x="5278683" y="2046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0" name="pt13130"/>
            <p:cNvSpPr/>
            <p:nvPr/>
          </p:nvSpPr>
          <p:spPr>
            <a:xfrm>
              <a:off x="5216076" y="2124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1" name="pt13131"/>
            <p:cNvSpPr/>
            <p:nvPr/>
          </p:nvSpPr>
          <p:spPr>
            <a:xfrm>
              <a:off x="5388151" y="1994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2" name="pt13132"/>
            <p:cNvSpPr/>
            <p:nvPr/>
          </p:nvSpPr>
          <p:spPr>
            <a:xfrm>
              <a:off x="5241940" y="2147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3" name="pt13133"/>
            <p:cNvSpPr/>
            <p:nvPr/>
          </p:nvSpPr>
          <p:spPr>
            <a:xfrm>
              <a:off x="5307947" y="2199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4" name="pt13134"/>
            <p:cNvSpPr/>
            <p:nvPr/>
          </p:nvSpPr>
          <p:spPr>
            <a:xfrm>
              <a:off x="5377344" y="2078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5" name="pt13135"/>
            <p:cNvSpPr/>
            <p:nvPr/>
          </p:nvSpPr>
          <p:spPr>
            <a:xfrm>
              <a:off x="5094599" y="2090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6" name="pt13136"/>
            <p:cNvSpPr/>
            <p:nvPr/>
          </p:nvSpPr>
          <p:spPr>
            <a:xfrm>
              <a:off x="5530782" y="2076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7" name="pt13137"/>
            <p:cNvSpPr/>
            <p:nvPr/>
          </p:nvSpPr>
          <p:spPr>
            <a:xfrm>
              <a:off x="5629533" y="1908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8" name="pt13138"/>
            <p:cNvSpPr/>
            <p:nvPr/>
          </p:nvSpPr>
          <p:spPr>
            <a:xfrm>
              <a:off x="5755962" y="1873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9" name="pt13139"/>
            <p:cNvSpPr/>
            <p:nvPr/>
          </p:nvSpPr>
          <p:spPr>
            <a:xfrm>
              <a:off x="5466442" y="2224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0" name="pt13140"/>
            <p:cNvSpPr/>
            <p:nvPr/>
          </p:nvSpPr>
          <p:spPr>
            <a:xfrm>
              <a:off x="5576964" y="1858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1" name="pt13141"/>
            <p:cNvSpPr/>
            <p:nvPr/>
          </p:nvSpPr>
          <p:spPr>
            <a:xfrm>
              <a:off x="5524543" y="1884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2" name="pt13142"/>
            <p:cNvSpPr/>
            <p:nvPr/>
          </p:nvSpPr>
          <p:spPr>
            <a:xfrm>
              <a:off x="5607617" y="192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3" name="pt13143"/>
            <p:cNvSpPr/>
            <p:nvPr/>
          </p:nvSpPr>
          <p:spPr>
            <a:xfrm>
              <a:off x="5455732" y="2130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4" name="pt13144"/>
            <p:cNvSpPr/>
            <p:nvPr/>
          </p:nvSpPr>
          <p:spPr>
            <a:xfrm>
              <a:off x="4778251" y="2735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5" name="pt13145"/>
            <p:cNvSpPr/>
            <p:nvPr/>
          </p:nvSpPr>
          <p:spPr>
            <a:xfrm>
              <a:off x="5662735" y="2012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6" name="pt13146"/>
            <p:cNvSpPr/>
            <p:nvPr/>
          </p:nvSpPr>
          <p:spPr>
            <a:xfrm>
              <a:off x="5852771" y="1654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7" name="pt13147"/>
            <p:cNvSpPr/>
            <p:nvPr/>
          </p:nvSpPr>
          <p:spPr>
            <a:xfrm>
              <a:off x="5393880" y="2229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8" name="pt13148"/>
            <p:cNvSpPr/>
            <p:nvPr/>
          </p:nvSpPr>
          <p:spPr>
            <a:xfrm>
              <a:off x="4923336" y="2337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9" name="pt13149"/>
            <p:cNvSpPr/>
            <p:nvPr/>
          </p:nvSpPr>
          <p:spPr>
            <a:xfrm>
              <a:off x="5214196" y="209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0" name="pt13150"/>
            <p:cNvSpPr/>
            <p:nvPr/>
          </p:nvSpPr>
          <p:spPr>
            <a:xfrm>
              <a:off x="4944631" y="2610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1" name="pt13151"/>
            <p:cNvSpPr/>
            <p:nvPr/>
          </p:nvSpPr>
          <p:spPr>
            <a:xfrm>
              <a:off x="5280358" y="2077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2" name="pt13152"/>
            <p:cNvSpPr/>
            <p:nvPr/>
          </p:nvSpPr>
          <p:spPr>
            <a:xfrm>
              <a:off x="5038850" y="2588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3" name="pt13153"/>
            <p:cNvSpPr/>
            <p:nvPr/>
          </p:nvSpPr>
          <p:spPr>
            <a:xfrm>
              <a:off x="5293741" y="2211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4" name="pt13154"/>
            <p:cNvSpPr/>
            <p:nvPr/>
          </p:nvSpPr>
          <p:spPr>
            <a:xfrm>
              <a:off x="5590306" y="1695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5" name="pt13155"/>
            <p:cNvSpPr/>
            <p:nvPr/>
          </p:nvSpPr>
          <p:spPr>
            <a:xfrm>
              <a:off x="5376877" y="206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6" name="pt13156"/>
            <p:cNvSpPr/>
            <p:nvPr/>
          </p:nvSpPr>
          <p:spPr>
            <a:xfrm>
              <a:off x="5354128" y="2058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7" name="pt13157"/>
            <p:cNvSpPr/>
            <p:nvPr/>
          </p:nvSpPr>
          <p:spPr>
            <a:xfrm>
              <a:off x="5662500" y="1941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8" name="pt13158"/>
            <p:cNvSpPr/>
            <p:nvPr/>
          </p:nvSpPr>
          <p:spPr>
            <a:xfrm>
              <a:off x="5418448" y="2123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9" name="pt13159"/>
            <p:cNvSpPr/>
            <p:nvPr/>
          </p:nvSpPr>
          <p:spPr>
            <a:xfrm>
              <a:off x="5143079" y="2208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0" name="pt13160"/>
            <p:cNvSpPr/>
            <p:nvPr/>
          </p:nvSpPr>
          <p:spPr>
            <a:xfrm>
              <a:off x="5417226" y="2183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1" name="pt13161"/>
            <p:cNvSpPr/>
            <p:nvPr/>
          </p:nvSpPr>
          <p:spPr>
            <a:xfrm>
              <a:off x="4662277" y="2191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2" name="pt13162"/>
            <p:cNvSpPr/>
            <p:nvPr/>
          </p:nvSpPr>
          <p:spPr>
            <a:xfrm>
              <a:off x="5124898" y="1987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3" name="pt13163"/>
            <p:cNvSpPr/>
            <p:nvPr/>
          </p:nvSpPr>
          <p:spPr>
            <a:xfrm>
              <a:off x="5251698" y="2245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4" name="pt13164"/>
            <p:cNvSpPr/>
            <p:nvPr/>
          </p:nvSpPr>
          <p:spPr>
            <a:xfrm>
              <a:off x="5328108" y="2216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5" name="pt13165"/>
            <p:cNvSpPr/>
            <p:nvPr/>
          </p:nvSpPr>
          <p:spPr>
            <a:xfrm>
              <a:off x="5599190" y="1990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6" name="pt13166"/>
            <p:cNvSpPr/>
            <p:nvPr/>
          </p:nvSpPr>
          <p:spPr>
            <a:xfrm>
              <a:off x="5825796" y="1875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7" name="pt13167"/>
            <p:cNvSpPr/>
            <p:nvPr/>
          </p:nvSpPr>
          <p:spPr>
            <a:xfrm>
              <a:off x="5687930" y="1815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8" name="pt13168"/>
            <p:cNvSpPr/>
            <p:nvPr/>
          </p:nvSpPr>
          <p:spPr>
            <a:xfrm>
              <a:off x="5573957" y="1687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9" name="pt13169"/>
            <p:cNvSpPr/>
            <p:nvPr/>
          </p:nvSpPr>
          <p:spPr>
            <a:xfrm>
              <a:off x="5391565" y="2163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0" name="pt13170"/>
            <p:cNvSpPr/>
            <p:nvPr/>
          </p:nvSpPr>
          <p:spPr>
            <a:xfrm>
              <a:off x="5342420" y="2142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1" name="pt13171"/>
            <p:cNvSpPr/>
            <p:nvPr/>
          </p:nvSpPr>
          <p:spPr>
            <a:xfrm>
              <a:off x="5369365" y="1955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2" name="pt13172"/>
            <p:cNvSpPr/>
            <p:nvPr/>
          </p:nvSpPr>
          <p:spPr>
            <a:xfrm>
              <a:off x="5271379" y="2243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3" name="pt13173"/>
            <p:cNvSpPr/>
            <p:nvPr/>
          </p:nvSpPr>
          <p:spPr>
            <a:xfrm>
              <a:off x="4594684" y="2505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4" name="pt13174"/>
            <p:cNvSpPr/>
            <p:nvPr/>
          </p:nvSpPr>
          <p:spPr>
            <a:xfrm>
              <a:off x="5530574" y="2019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5" name="pt13175"/>
            <p:cNvSpPr/>
            <p:nvPr/>
          </p:nvSpPr>
          <p:spPr>
            <a:xfrm>
              <a:off x="5723075" y="1774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6" name="pt13176"/>
            <p:cNvSpPr/>
            <p:nvPr/>
          </p:nvSpPr>
          <p:spPr>
            <a:xfrm>
              <a:off x="5296328" y="2209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7" name="pt13177"/>
            <p:cNvSpPr/>
            <p:nvPr/>
          </p:nvSpPr>
          <p:spPr>
            <a:xfrm>
              <a:off x="4728672" y="2654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8" name="pt13178"/>
            <p:cNvSpPr/>
            <p:nvPr/>
          </p:nvSpPr>
          <p:spPr>
            <a:xfrm>
              <a:off x="5786711" y="1573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9" name="pt13179"/>
            <p:cNvSpPr/>
            <p:nvPr/>
          </p:nvSpPr>
          <p:spPr>
            <a:xfrm>
              <a:off x="5381965" y="1971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0" name="pt13180"/>
            <p:cNvSpPr/>
            <p:nvPr/>
          </p:nvSpPr>
          <p:spPr>
            <a:xfrm>
              <a:off x="5687468" y="228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1" name="pt13181"/>
            <p:cNvSpPr/>
            <p:nvPr/>
          </p:nvSpPr>
          <p:spPr>
            <a:xfrm>
              <a:off x="5063912" y="2512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2" name="pt13182"/>
            <p:cNvSpPr/>
            <p:nvPr/>
          </p:nvSpPr>
          <p:spPr>
            <a:xfrm>
              <a:off x="5280806" y="2097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3" name="pt13183"/>
            <p:cNvSpPr/>
            <p:nvPr/>
          </p:nvSpPr>
          <p:spPr>
            <a:xfrm>
              <a:off x="5364606" y="1959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4" name="pt13184"/>
            <p:cNvSpPr/>
            <p:nvPr/>
          </p:nvSpPr>
          <p:spPr>
            <a:xfrm>
              <a:off x="5224938" y="2144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5" name="pt13185"/>
            <p:cNvSpPr/>
            <p:nvPr/>
          </p:nvSpPr>
          <p:spPr>
            <a:xfrm>
              <a:off x="4915282" y="1914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6" name="pt13186"/>
            <p:cNvSpPr/>
            <p:nvPr/>
          </p:nvSpPr>
          <p:spPr>
            <a:xfrm>
              <a:off x="5562264" y="1889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7" name="pt13187"/>
            <p:cNvSpPr/>
            <p:nvPr/>
          </p:nvSpPr>
          <p:spPr>
            <a:xfrm>
              <a:off x="5185897" y="213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8" name="pt13188"/>
            <p:cNvSpPr/>
            <p:nvPr/>
          </p:nvSpPr>
          <p:spPr>
            <a:xfrm>
              <a:off x="5140156" y="2015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9" name="pt13189"/>
            <p:cNvSpPr/>
            <p:nvPr/>
          </p:nvSpPr>
          <p:spPr>
            <a:xfrm>
              <a:off x="5329803" y="2169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0" name="pt13190"/>
            <p:cNvSpPr/>
            <p:nvPr/>
          </p:nvSpPr>
          <p:spPr>
            <a:xfrm>
              <a:off x="5253927" y="2193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1" name="pt13191"/>
            <p:cNvSpPr/>
            <p:nvPr/>
          </p:nvSpPr>
          <p:spPr>
            <a:xfrm>
              <a:off x="5040370" y="2497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2" name="pt13192"/>
            <p:cNvSpPr/>
            <p:nvPr/>
          </p:nvSpPr>
          <p:spPr>
            <a:xfrm>
              <a:off x="5708838" y="2023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3" name="pt13193"/>
            <p:cNvSpPr/>
            <p:nvPr/>
          </p:nvSpPr>
          <p:spPr>
            <a:xfrm>
              <a:off x="5557829" y="2062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4" name="pt13194"/>
            <p:cNvSpPr/>
            <p:nvPr/>
          </p:nvSpPr>
          <p:spPr>
            <a:xfrm>
              <a:off x="5358660" y="2095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5" name="pt13195"/>
            <p:cNvSpPr/>
            <p:nvPr/>
          </p:nvSpPr>
          <p:spPr>
            <a:xfrm>
              <a:off x="5639889" y="175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6" name="pt13196"/>
            <p:cNvSpPr/>
            <p:nvPr/>
          </p:nvSpPr>
          <p:spPr>
            <a:xfrm>
              <a:off x="5069341" y="2264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7" name="pt13197"/>
            <p:cNvSpPr/>
            <p:nvPr/>
          </p:nvSpPr>
          <p:spPr>
            <a:xfrm>
              <a:off x="5318979" y="2144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8" name="pt13198"/>
            <p:cNvSpPr/>
            <p:nvPr/>
          </p:nvSpPr>
          <p:spPr>
            <a:xfrm>
              <a:off x="5574805" y="1719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9" name="pt13199"/>
            <p:cNvSpPr/>
            <p:nvPr/>
          </p:nvSpPr>
          <p:spPr>
            <a:xfrm>
              <a:off x="4778533" y="2824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0" name="pt13200"/>
            <p:cNvSpPr/>
            <p:nvPr/>
          </p:nvSpPr>
          <p:spPr>
            <a:xfrm>
              <a:off x="5459872" y="2133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1" name="pt13201"/>
            <p:cNvSpPr/>
            <p:nvPr/>
          </p:nvSpPr>
          <p:spPr>
            <a:xfrm>
              <a:off x="5197936" y="1990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2" name="pt13202"/>
            <p:cNvSpPr/>
            <p:nvPr/>
          </p:nvSpPr>
          <p:spPr>
            <a:xfrm>
              <a:off x="4846694" y="2601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3" name="pt13203"/>
            <p:cNvSpPr/>
            <p:nvPr/>
          </p:nvSpPr>
          <p:spPr>
            <a:xfrm>
              <a:off x="5333890" y="2150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4" name="pt13204"/>
            <p:cNvSpPr/>
            <p:nvPr/>
          </p:nvSpPr>
          <p:spPr>
            <a:xfrm>
              <a:off x="5307235" y="2142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5" name="pt13205"/>
            <p:cNvSpPr/>
            <p:nvPr/>
          </p:nvSpPr>
          <p:spPr>
            <a:xfrm>
              <a:off x="5016715" y="2781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6" name="pt13206"/>
            <p:cNvSpPr/>
            <p:nvPr/>
          </p:nvSpPr>
          <p:spPr>
            <a:xfrm>
              <a:off x="5419435" y="2218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7" name="pt13207"/>
            <p:cNvSpPr/>
            <p:nvPr/>
          </p:nvSpPr>
          <p:spPr>
            <a:xfrm>
              <a:off x="5346277" y="2136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8" name="pt13208"/>
            <p:cNvSpPr/>
            <p:nvPr/>
          </p:nvSpPr>
          <p:spPr>
            <a:xfrm>
              <a:off x="5161829" y="2172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9" name="pt13209"/>
            <p:cNvSpPr/>
            <p:nvPr/>
          </p:nvSpPr>
          <p:spPr>
            <a:xfrm>
              <a:off x="5525486" y="1943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0" name="pt13210"/>
            <p:cNvSpPr/>
            <p:nvPr/>
          </p:nvSpPr>
          <p:spPr>
            <a:xfrm>
              <a:off x="5309478" y="2251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1" name="pt13211"/>
            <p:cNvSpPr/>
            <p:nvPr/>
          </p:nvSpPr>
          <p:spPr>
            <a:xfrm>
              <a:off x="5315958" y="2281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2" name="pt13212"/>
            <p:cNvSpPr/>
            <p:nvPr/>
          </p:nvSpPr>
          <p:spPr>
            <a:xfrm>
              <a:off x="5380090" y="2089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3" name="pt13213"/>
            <p:cNvSpPr/>
            <p:nvPr/>
          </p:nvSpPr>
          <p:spPr>
            <a:xfrm>
              <a:off x="5479422" y="2156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4" name="pt13214"/>
            <p:cNvSpPr/>
            <p:nvPr/>
          </p:nvSpPr>
          <p:spPr>
            <a:xfrm>
              <a:off x="5471491" y="2225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5" name="pt13215"/>
            <p:cNvSpPr/>
            <p:nvPr/>
          </p:nvSpPr>
          <p:spPr>
            <a:xfrm>
              <a:off x="5301452" y="2219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6" name="pt13216"/>
            <p:cNvSpPr/>
            <p:nvPr/>
          </p:nvSpPr>
          <p:spPr>
            <a:xfrm>
              <a:off x="5442977" y="2223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7" name="pt13217"/>
            <p:cNvSpPr/>
            <p:nvPr/>
          </p:nvSpPr>
          <p:spPr>
            <a:xfrm>
              <a:off x="5556476" y="2124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8" name="pt13218"/>
            <p:cNvSpPr/>
            <p:nvPr/>
          </p:nvSpPr>
          <p:spPr>
            <a:xfrm>
              <a:off x="5512438" y="2042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9" name="pt13219"/>
            <p:cNvSpPr/>
            <p:nvPr/>
          </p:nvSpPr>
          <p:spPr>
            <a:xfrm>
              <a:off x="5126315" y="2069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0" name="pt13220"/>
            <p:cNvSpPr/>
            <p:nvPr/>
          </p:nvSpPr>
          <p:spPr>
            <a:xfrm>
              <a:off x="5383117" y="2137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1" name="pt13221"/>
            <p:cNvSpPr/>
            <p:nvPr/>
          </p:nvSpPr>
          <p:spPr>
            <a:xfrm>
              <a:off x="5440962" y="2205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2" name="pt13222"/>
            <p:cNvSpPr/>
            <p:nvPr/>
          </p:nvSpPr>
          <p:spPr>
            <a:xfrm>
              <a:off x="5446638" y="2294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3" name="pt13223"/>
            <p:cNvSpPr/>
            <p:nvPr/>
          </p:nvSpPr>
          <p:spPr>
            <a:xfrm>
              <a:off x="5353927" y="2031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4" name="pt13224"/>
            <p:cNvSpPr/>
            <p:nvPr/>
          </p:nvSpPr>
          <p:spPr>
            <a:xfrm>
              <a:off x="5253030" y="2224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5" name="pt13225"/>
            <p:cNvSpPr/>
            <p:nvPr/>
          </p:nvSpPr>
          <p:spPr>
            <a:xfrm>
              <a:off x="5044961" y="2682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6" name="pt13226"/>
            <p:cNvSpPr/>
            <p:nvPr/>
          </p:nvSpPr>
          <p:spPr>
            <a:xfrm>
              <a:off x="4895776" y="2663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7" name="pt13227"/>
            <p:cNvSpPr/>
            <p:nvPr/>
          </p:nvSpPr>
          <p:spPr>
            <a:xfrm>
              <a:off x="5106962" y="2237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8" name="pt13228"/>
            <p:cNvSpPr/>
            <p:nvPr/>
          </p:nvSpPr>
          <p:spPr>
            <a:xfrm>
              <a:off x="5466463" y="2164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9" name="pt13229"/>
            <p:cNvSpPr/>
            <p:nvPr/>
          </p:nvSpPr>
          <p:spPr>
            <a:xfrm>
              <a:off x="5073216" y="2178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0" name="pt13230"/>
            <p:cNvSpPr/>
            <p:nvPr/>
          </p:nvSpPr>
          <p:spPr>
            <a:xfrm>
              <a:off x="5211370" y="203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1" name="pt13231"/>
            <p:cNvSpPr/>
            <p:nvPr/>
          </p:nvSpPr>
          <p:spPr>
            <a:xfrm>
              <a:off x="5492747" y="2048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2" name="pt13232"/>
            <p:cNvSpPr/>
            <p:nvPr/>
          </p:nvSpPr>
          <p:spPr>
            <a:xfrm>
              <a:off x="5294472" y="2151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3" name="pt13233"/>
            <p:cNvSpPr/>
            <p:nvPr/>
          </p:nvSpPr>
          <p:spPr>
            <a:xfrm>
              <a:off x="5182513" y="2222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4" name="pt13234"/>
            <p:cNvSpPr/>
            <p:nvPr/>
          </p:nvSpPr>
          <p:spPr>
            <a:xfrm>
              <a:off x="5200534" y="1962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5" name="pt13235"/>
            <p:cNvSpPr/>
            <p:nvPr/>
          </p:nvSpPr>
          <p:spPr>
            <a:xfrm>
              <a:off x="5451778" y="2177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6" name="pt13236"/>
            <p:cNvSpPr/>
            <p:nvPr/>
          </p:nvSpPr>
          <p:spPr>
            <a:xfrm>
              <a:off x="5514547" y="1941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7" name="pt13237"/>
            <p:cNvSpPr/>
            <p:nvPr/>
          </p:nvSpPr>
          <p:spPr>
            <a:xfrm>
              <a:off x="5477281" y="2234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8" name="pt13238"/>
            <p:cNvSpPr/>
            <p:nvPr/>
          </p:nvSpPr>
          <p:spPr>
            <a:xfrm>
              <a:off x="5362868" y="2031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9" name="pt13239"/>
            <p:cNvSpPr/>
            <p:nvPr/>
          </p:nvSpPr>
          <p:spPr>
            <a:xfrm>
              <a:off x="5407976" y="2131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0" name="pt13240"/>
            <p:cNvSpPr/>
            <p:nvPr/>
          </p:nvSpPr>
          <p:spPr>
            <a:xfrm>
              <a:off x="5332767" y="203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1" name="pt13241"/>
            <p:cNvSpPr/>
            <p:nvPr/>
          </p:nvSpPr>
          <p:spPr>
            <a:xfrm>
              <a:off x="4680111" y="2501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2" name="pt13242"/>
            <p:cNvSpPr/>
            <p:nvPr/>
          </p:nvSpPr>
          <p:spPr>
            <a:xfrm>
              <a:off x="4528505" y="2716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3" name="pt13243"/>
            <p:cNvSpPr/>
            <p:nvPr/>
          </p:nvSpPr>
          <p:spPr>
            <a:xfrm>
              <a:off x="5237251" y="2213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4" name="pt13244"/>
            <p:cNvSpPr/>
            <p:nvPr/>
          </p:nvSpPr>
          <p:spPr>
            <a:xfrm>
              <a:off x="5201858" y="2222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5" name="pt13245"/>
            <p:cNvSpPr/>
            <p:nvPr/>
          </p:nvSpPr>
          <p:spPr>
            <a:xfrm>
              <a:off x="5371679" y="1865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6" name="pt13246"/>
            <p:cNvSpPr/>
            <p:nvPr/>
          </p:nvSpPr>
          <p:spPr>
            <a:xfrm>
              <a:off x="5805032" y="1529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7" name="pt13247"/>
            <p:cNvSpPr/>
            <p:nvPr/>
          </p:nvSpPr>
          <p:spPr>
            <a:xfrm>
              <a:off x="5321683" y="2301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8" name="pt13248"/>
            <p:cNvSpPr/>
            <p:nvPr/>
          </p:nvSpPr>
          <p:spPr>
            <a:xfrm>
              <a:off x="5207527" y="2311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9" name="pt13249"/>
            <p:cNvSpPr/>
            <p:nvPr/>
          </p:nvSpPr>
          <p:spPr>
            <a:xfrm>
              <a:off x="4952304" y="2440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0" name="pt13250"/>
            <p:cNvSpPr/>
            <p:nvPr/>
          </p:nvSpPr>
          <p:spPr>
            <a:xfrm>
              <a:off x="5536993" y="2099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1" name="pt13251"/>
            <p:cNvSpPr/>
            <p:nvPr/>
          </p:nvSpPr>
          <p:spPr>
            <a:xfrm>
              <a:off x="5248679" y="2256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2" name="pt13252"/>
            <p:cNvSpPr/>
            <p:nvPr/>
          </p:nvSpPr>
          <p:spPr>
            <a:xfrm>
              <a:off x="5353949" y="2096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3" name="pt13253"/>
            <p:cNvSpPr/>
            <p:nvPr/>
          </p:nvSpPr>
          <p:spPr>
            <a:xfrm>
              <a:off x="5026688" y="2664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4" name="pt13254"/>
            <p:cNvSpPr/>
            <p:nvPr/>
          </p:nvSpPr>
          <p:spPr>
            <a:xfrm>
              <a:off x="5180589" y="1961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5" name="pt13255"/>
            <p:cNvSpPr/>
            <p:nvPr/>
          </p:nvSpPr>
          <p:spPr>
            <a:xfrm>
              <a:off x="5630911" y="1820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6" name="pt13256"/>
            <p:cNvSpPr/>
            <p:nvPr/>
          </p:nvSpPr>
          <p:spPr>
            <a:xfrm>
              <a:off x="5193719" y="1925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7" name="pt13257"/>
            <p:cNvSpPr/>
            <p:nvPr/>
          </p:nvSpPr>
          <p:spPr>
            <a:xfrm>
              <a:off x="5687129" y="1966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8" name="pt13258"/>
            <p:cNvSpPr/>
            <p:nvPr/>
          </p:nvSpPr>
          <p:spPr>
            <a:xfrm>
              <a:off x="5509342" y="204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9" name="pt13259"/>
            <p:cNvSpPr/>
            <p:nvPr/>
          </p:nvSpPr>
          <p:spPr>
            <a:xfrm>
              <a:off x="5295497" y="2142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0" name="pt13260"/>
            <p:cNvSpPr/>
            <p:nvPr/>
          </p:nvSpPr>
          <p:spPr>
            <a:xfrm>
              <a:off x="5457985" y="2278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1" name="pt13261"/>
            <p:cNvSpPr/>
            <p:nvPr/>
          </p:nvSpPr>
          <p:spPr>
            <a:xfrm>
              <a:off x="5249502" y="2162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2" name="pt13262"/>
            <p:cNvSpPr/>
            <p:nvPr/>
          </p:nvSpPr>
          <p:spPr>
            <a:xfrm>
              <a:off x="5059814" y="2615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3" name="pt13263"/>
            <p:cNvSpPr/>
            <p:nvPr/>
          </p:nvSpPr>
          <p:spPr>
            <a:xfrm>
              <a:off x="5642500" y="185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4" name="pt13264"/>
            <p:cNvSpPr/>
            <p:nvPr/>
          </p:nvSpPr>
          <p:spPr>
            <a:xfrm>
              <a:off x="5280734" y="2088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5" name="pt13265"/>
            <p:cNvSpPr/>
            <p:nvPr/>
          </p:nvSpPr>
          <p:spPr>
            <a:xfrm>
              <a:off x="5827073" y="1561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6" name="pt13266"/>
            <p:cNvSpPr/>
            <p:nvPr/>
          </p:nvSpPr>
          <p:spPr>
            <a:xfrm>
              <a:off x="4947804" y="2227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7" name="pt13267"/>
            <p:cNvSpPr/>
            <p:nvPr/>
          </p:nvSpPr>
          <p:spPr>
            <a:xfrm>
              <a:off x="4637424" y="2458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8" name="pt13268"/>
            <p:cNvSpPr/>
            <p:nvPr/>
          </p:nvSpPr>
          <p:spPr>
            <a:xfrm>
              <a:off x="5332821" y="2123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9" name="pt13269"/>
            <p:cNvSpPr/>
            <p:nvPr/>
          </p:nvSpPr>
          <p:spPr>
            <a:xfrm>
              <a:off x="5282691" y="2088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0" name="pt13270"/>
            <p:cNvSpPr/>
            <p:nvPr/>
          </p:nvSpPr>
          <p:spPr>
            <a:xfrm>
              <a:off x="5804607" y="1678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1" name="pt13271"/>
            <p:cNvSpPr/>
            <p:nvPr/>
          </p:nvSpPr>
          <p:spPr>
            <a:xfrm>
              <a:off x="4911629" y="2398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2" name="pt13272"/>
            <p:cNvSpPr/>
            <p:nvPr/>
          </p:nvSpPr>
          <p:spPr>
            <a:xfrm>
              <a:off x="5708816" y="1776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3" name="pt13273"/>
            <p:cNvSpPr/>
            <p:nvPr/>
          </p:nvSpPr>
          <p:spPr>
            <a:xfrm>
              <a:off x="5280394" y="2062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4" name="pt13274"/>
            <p:cNvSpPr/>
            <p:nvPr/>
          </p:nvSpPr>
          <p:spPr>
            <a:xfrm>
              <a:off x="5704362" y="1853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5" name="pt13275"/>
            <p:cNvSpPr/>
            <p:nvPr/>
          </p:nvSpPr>
          <p:spPr>
            <a:xfrm>
              <a:off x="5169782" y="2212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6" name="pt13276"/>
            <p:cNvSpPr/>
            <p:nvPr/>
          </p:nvSpPr>
          <p:spPr>
            <a:xfrm>
              <a:off x="5483712" y="2335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7" name="pt13277"/>
            <p:cNvSpPr/>
            <p:nvPr/>
          </p:nvSpPr>
          <p:spPr>
            <a:xfrm>
              <a:off x="5374421" y="199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8" name="pt13278"/>
            <p:cNvSpPr/>
            <p:nvPr/>
          </p:nvSpPr>
          <p:spPr>
            <a:xfrm>
              <a:off x="4969125" y="2511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9" name="pt13279"/>
            <p:cNvSpPr/>
            <p:nvPr/>
          </p:nvSpPr>
          <p:spPr>
            <a:xfrm>
              <a:off x="5241958" y="2129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0" name="pt13280"/>
            <p:cNvSpPr/>
            <p:nvPr/>
          </p:nvSpPr>
          <p:spPr>
            <a:xfrm>
              <a:off x="5305054" y="2206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1" name="pt13281"/>
            <p:cNvSpPr/>
            <p:nvPr/>
          </p:nvSpPr>
          <p:spPr>
            <a:xfrm>
              <a:off x="5495623" y="1970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2" name="pt13282"/>
            <p:cNvSpPr/>
            <p:nvPr/>
          </p:nvSpPr>
          <p:spPr>
            <a:xfrm>
              <a:off x="5625444" y="1854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3" name="pt13283"/>
            <p:cNvSpPr/>
            <p:nvPr/>
          </p:nvSpPr>
          <p:spPr>
            <a:xfrm>
              <a:off x="5200968" y="1968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4" name="pt13284"/>
            <p:cNvSpPr/>
            <p:nvPr/>
          </p:nvSpPr>
          <p:spPr>
            <a:xfrm>
              <a:off x="5077765" y="2291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5" name="pt13285"/>
            <p:cNvSpPr/>
            <p:nvPr/>
          </p:nvSpPr>
          <p:spPr>
            <a:xfrm>
              <a:off x="5452862" y="2347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6" name="pt13286"/>
            <p:cNvSpPr/>
            <p:nvPr/>
          </p:nvSpPr>
          <p:spPr>
            <a:xfrm>
              <a:off x="5288295" y="2021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7" name="pt13287"/>
            <p:cNvSpPr/>
            <p:nvPr/>
          </p:nvSpPr>
          <p:spPr>
            <a:xfrm>
              <a:off x="5798724" y="1703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8" name="pt13288"/>
            <p:cNvSpPr/>
            <p:nvPr/>
          </p:nvSpPr>
          <p:spPr>
            <a:xfrm>
              <a:off x="5868600" y="1855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9" name="pt13289"/>
            <p:cNvSpPr/>
            <p:nvPr/>
          </p:nvSpPr>
          <p:spPr>
            <a:xfrm>
              <a:off x="4961726" y="2349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0" name="pt13290"/>
            <p:cNvSpPr/>
            <p:nvPr/>
          </p:nvSpPr>
          <p:spPr>
            <a:xfrm>
              <a:off x="5189665" y="2191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1" name="pt13291"/>
            <p:cNvSpPr/>
            <p:nvPr/>
          </p:nvSpPr>
          <p:spPr>
            <a:xfrm>
              <a:off x="5328009" y="2175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2" name="pt13292"/>
            <p:cNvSpPr/>
            <p:nvPr/>
          </p:nvSpPr>
          <p:spPr>
            <a:xfrm>
              <a:off x="5102370" y="2204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3" name="pt13293"/>
            <p:cNvSpPr/>
            <p:nvPr/>
          </p:nvSpPr>
          <p:spPr>
            <a:xfrm>
              <a:off x="5195048" y="1948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4" name="pt13294"/>
            <p:cNvSpPr/>
            <p:nvPr/>
          </p:nvSpPr>
          <p:spPr>
            <a:xfrm>
              <a:off x="5169397" y="2276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5" name="pt13295"/>
            <p:cNvSpPr/>
            <p:nvPr/>
          </p:nvSpPr>
          <p:spPr>
            <a:xfrm>
              <a:off x="4789719" y="2630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6" name="pt13296"/>
            <p:cNvSpPr/>
            <p:nvPr/>
          </p:nvSpPr>
          <p:spPr>
            <a:xfrm>
              <a:off x="5622381" y="1682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7" name="pt13297"/>
            <p:cNvSpPr/>
            <p:nvPr/>
          </p:nvSpPr>
          <p:spPr>
            <a:xfrm>
              <a:off x="5170300" y="2077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8" name="pt13298"/>
            <p:cNvSpPr/>
            <p:nvPr/>
          </p:nvSpPr>
          <p:spPr>
            <a:xfrm>
              <a:off x="4947523" y="2648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9" name="pt13299"/>
            <p:cNvSpPr/>
            <p:nvPr/>
          </p:nvSpPr>
          <p:spPr>
            <a:xfrm>
              <a:off x="5152969" y="2165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0" name="pt13300"/>
            <p:cNvSpPr/>
            <p:nvPr/>
          </p:nvSpPr>
          <p:spPr>
            <a:xfrm>
              <a:off x="4931174" y="2187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1" name="pt13301"/>
            <p:cNvSpPr/>
            <p:nvPr/>
          </p:nvSpPr>
          <p:spPr>
            <a:xfrm>
              <a:off x="4881537" y="2563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2" name="pt13302"/>
            <p:cNvSpPr/>
            <p:nvPr/>
          </p:nvSpPr>
          <p:spPr>
            <a:xfrm>
              <a:off x="5498409" y="1931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3" name="pt13303"/>
            <p:cNvSpPr/>
            <p:nvPr/>
          </p:nvSpPr>
          <p:spPr>
            <a:xfrm>
              <a:off x="5181849" y="2072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4" name="pt13304"/>
            <p:cNvSpPr/>
            <p:nvPr/>
          </p:nvSpPr>
          <p:spPr>
            <a:xfrm>
              <a:off x="5477224" y="2221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5" name="pt13305"/>
            <p:cNvSpPr/>
            <p:nvPr/>
          </p:nvSpPr>
          <p:spPr>
            <a:xfrm>
              <a:off x="5211062" y="2017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6" name="pt13306"/>
            <p:cNvSpPr/>
            <p:nvPr/>
          </p:nvSpPr>
          <p:spPr>
            <a:xfrm>
              <a:off x="5414853" y="2089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7" name="pt13307"/>
            <p:cNvSpPr/>
            <p:nvPr/>
          </p:nvSpPr>
          <p:spPr>
            <a:xfrm>
              <a:off x="5593957" y="1870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8" name="pt13308"/>
            <p:cNvSpPr/>
            <p:nvPr/>
          </p:nvSpPr>
          <p:spPr>
            <a:xfrm>
              <a:off x="4740451" y="2656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9" name="pt13309"/>
            <p:cNvSpPr/>
            <p:nvPr/>
          </p:nvSpPr>
          <p:spPr>
            <a:xfrm>
              <a:off x="5806723" y="1529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0" name="pt13310"/>
            <p:cNvSpPr/>
            <p:nvPr/>
          </p:nvSpPr>
          <p:spPr>
            <a:xfrm>
              <a:off x="5677988" y="1946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1" name="pt13311"/>
            <p:cNvSpPr/>
            <p:nvPr/>
          </p:nvSpPr>
          <p:spPr>
            <a:xfrm>
              <a:off x="5607589" y="190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2" name="pt13312"/>
            <p:cNvSpPr/>
            <p:nvPr/>
          </p:nvSpPr>
          <p:spPr>
            <a:xfrm>
              <a:off x="5436102" y="2055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3" name="pt13313"/>
            <p:cNvSpPr/>
            <p:nvPr/>
          </p:nvSpPr>
          <p:spPr>
            <a:xfrm>
              <a:off x="5719535" y="1835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4" name="pt13314"/>
            <p:cNvSpPr/>
            <p:nvPr/>
          </p:nvSpPr>
          <p:spPr>
            <a:xfrm>
              <a:off x="4729131" y="2402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5" name="pt13315"/>
            <p:cNvSpPr/>
            <p:nvPr/>
          </p:nvSpPr>
          <p:spPr>
            <a:xfrm>
              <a:off x="5223898" y="2142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6" name="pt13316"/>
            <p:cNvSpPr/>
            <p:nvPr/>
          </p:nvSpPr>
          <p:spPr>
            <a:xfrm>
              <a:off x="5512825" y="1965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7" name="pt13317"/>
            <p:cNvSpPr/>
            <p:nvPr/>
          </p:nvSpPr>
          <p:spPr>
            <a:xfrm>
              <a:off x="4918499" y="2111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8" name="pt13318"/>
            <p:cNvSpPr/>
            <p:nvPr/>
          </p:nvSpPr>
          <p:spPr>
            <a:xfrm>
              <a:off x="5020985" y="2547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9" name="pt13319"/>
            <p:cNvSpPr/>
            <p:nvPr/>
          </p:nvSpPr>
          <p:spPr>
            <a:xfrm>
              <a:off x="5244170" y="2172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0" name="pt13320"/>
            <p:cNvSpPr/>
            <p:nvPr/>
          </p:nvSpPr>
          <p:spPr>
            <a:xfrm>
              <a:off x="5443794" y="2108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1" name="pt13321"/>
            <p:cNvSpPr/>
            <p:nvPr/>
          </p:nvSpPr>
          <p:spPr>
            <a:xfrm>
              <a:off x="5289944" y="2196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2" name="pt13322"/>
            <p:cNvSpPr/>
            <p:nvPr/>
          </p:nvSpPr>
          <p:spPr>
            <a:xfrm>
              <a:off x="5523303" y="1923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3" name="pt13323"/>
            <p:cNvSpPr/>
            <p:nvPr/>
          </p:nvSpPr>
          <p:spPr>
            <a:xfrm>
              <a:off x="5234178" y="228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4" name="pt13324"/>
            <p:cNvSpPr/>
            <p:nvPr/>
          </p:nvSpPr>
          <p:spPr>
            <a:xfrm>
              <a:off x="5349128" y="1944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5" name="pt13325"/>
            <p:cNvSpPr/>
            <p:nvPr/>
          </p:nvSpPr>
          <p:spPr>
            <a:xfrm>
              <a:off x="5187789" y="2096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6" name="pt13326"/>
            <p:cNvSpPr/>
            <p:nvPr/>
          </p:nvSpPr>
          <p:spPr>
            <a:xfrm>
              <a:off x="5216395" y="2053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7" name="pt13327"/>
            <p:cNvSpPr/>
            <p:nvPr/>
          </p:nvSpPr>
          <p:spPr>
            <a:xfrm>
              <a:off x="5633796" y="1730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8" name="pt13328"/>
            <p:cNvSpPr/>
            <p:nvPr/>
          </p:nvSpPr>
          <p:spPr>
            <a:xfrm>
              <a:off x="5124286" y="2070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9" name="pt13329"/>
            <p:cNvSpPr/>
            <p:nvPr/>
          </p:nvSpPr>
          <p:spPr>
            <a:xfrm>
              <a:off x="5465412" y="2159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0" name="pt13330"/>
            <p:cNvSpPr/>
            <p:nvPr/>
          </p:nvSpPr>
          <p:spPr>
            <a:xfrm>
              <a:off x="5373703" y="206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1" name="pt13331"/>
            <p:cNvSpPr/>
            <p:nvPr/>
          </p:nvSpPr>
          <p:spPr>
            <a:xfrm>
              <a:off x="5474250" y="2220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2" name="pt13332"/>
            <p:cNvSpPr/>
            <p:nvPr/>
          </p:nvSpPr>
          <p:spPr>
            <a:xfrm>
              <a:off x="5518245" y="1948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3" name="pt13333"/>
            <p:cNvSpPr/>
            <p:nvPr/>
          </p:nvSpPr>
          <p:spPr>
            <a:xfrm>
              <a:off x="5649221" y="1870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4" name="pt13334"/>
            <p:cNvSpPr/>
            <p:nvPr/>
          </p:nvSpPr>
          <p:spPr>
            <a:xfrm>
              <a:off x="5469577" y="2208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5" name="pt13335"/>
            <p:cNvSpPr/>
            <p:nvPr/>
          </p:nvSpPr>
          <p:spPr>
            <a:xfrm>
              <a:off x="5418601" y="2074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6" name="pt13336"/>
            <p:cNvSpPr/>
            <p:nvPr/>
          </p:nvSpPr>
          <p:spPr>
            <a:xfrm>
              <a:off x="5498792" y="2098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7" name="pt13337"/>
            <p:cNvSpPr/>
            <p:nvPr/>
          </p:nvSpPr>
          <p:spPr>
            <a:xfrm>
              <a:off x="5296371" y="2290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8" name="pt13338"/>
            <p:cNvSpPr/>
            <p:nvPr/>
          </p:nvSpPr>
          <p:spPr>
            <a:xfrm>
              <a:off x="5303650" y="2082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9" name="pt13339"/>
            <p:cNvSpPr/>
            <p:nvPr/>
          </p:nvSpPr>
          <p:spPr>
            <a:xfrm>
              <a:off x="5495050" y="2072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0" name="pt13340"/>
            <p:cNvSpPr/>
            <p:nvPr/>
          </p:nvSpPr>
          <p:spPr>
            <a:xfrm>
              <a:off x="5280878" y="2018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1" name="pt13341"/>
            <p:cNvSpPr/>
            <p:nvPr/>
          </p:nvSpPr>
          <p:spPr>
            <a:xfrm>
              <a:off x="5421033" y="1971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2" name="pt13342"/>
            <p:cNvSpPr/>
            <p:nvPr/>
          </p:nvSpPr>
          <p:spPr>
            <a:xfrm>
              <a:off x="5403118" y="2256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3" name="pt13343"/>
            <p:cNvSpPr/>
            <p:nvPr/>
          </p:nvSpPr>
          <p:spPr>
            <a:xfrm>
              <a:off x="5614136" y="2045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4" name="pt13344"/>
            <p:cNvSpPr/>
            <p:nvPr/>
          </p:nvSpPr>
          <p:spPr>
            <a:xfrm>
              <a:off x="5068994" y="2503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5" name="pt13345"/>
            <p:cNvSpPr/>
            <p:nvPr/>
          </p:nvSpPr>
          <p:spPr>
            <a:xfrm>
              <a:off x="4698970" y="2618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6" name="pt13346"/>
            <p:cNvSpPr/>
            <p:nvPr/>
          </p:nvSpPr>
          <p:spPr>
            <a:xfrm>
              <a:off x="4892364" y="2555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7" name="pt13347"/>
            <p:cNvSpPr/>
            <p:nvPr/>
          </p:nvSpPr>
          <p:spPr>
            <a:xfrm>
              <a:off x="5746774" y="1843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8" name="pt13348"/>
            <p:cNvSpPr/>
            <p:nvPr/>
          </p:nvSpPr>
          <p:spPr>
            <a:xfrm>
              <a:off x="5126436" y="2065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9" name="pt13349"/>
            <p:cNvSpPr/>
            <p:nvPr/>
          </p:nvSpPr>
          <p:spPr>
            <a:xfrm>
              <a:off x="5419896" y="2248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0" name="pt13350"/>
            <p:cNvSpPr/>
            <p:nvPr/>
          </p:nvSpPr>
          <p:spPr>
            <a:xfrm>
              <a:off x="5575979" y="1794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1" name="pt13351"/>
            <p:cNvSpPr/>
            <p:nvPr/>
          </p:nvSpPr>
          <p:spPr>
            <a:xfrm>
              <a:off x="4552263" y="2362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2" name="pt13352"/>
            <p:cNvSpPr/>
            <p:nvPr/>
          </p:nvSpPr>
          <p:spPr>
            <a:xfrm>
              <a:off x="5132808" y="1927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3" name="pt13353"/>
            <p:cNvSpPr/>
            <p:nvPr/>
          </p:nvSpPr>
          <p:spPr>
            <a:xfrm>
              <a:off x="5547196" y="2001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4" name="pt13354"/>
            <p:cNvSpPr/>
            <p:nvPr/>
          </p:nvSpPr>
          <p:spPr>
            <a:xfrm>
              <a:off x="5161433" y="2200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5" name="pt13355"/>
            <p:cNvSpPr/>
            <p:nvPr/>
          </p:nvSpPr>
          <p:spPr>
            <a:xfrm>
              <a:off x="5323142" y="219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6" name="pt13356"/>
            <p:cNvSpPr/>
            <p:nvPr/>
          </p:nvSpPr>
          <p:spPr>
            <a:xfrm>
              <a:off x="5751195" y="1904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7" name="pt13357"/>
            <p:cNvSpPr/>
            <p:nvPr/>
          </p:nvSpPr>
          <p:spPr>
            <a:xfrm>
              <a:off x="5427817" y="2039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8" name="pt13358"/>
            <p:cNvSpPr/>
            <p:nvPr/>
          </p:nvSpPr>
          <p:spPr>
            <a:xfrm>
              <a:off x="5426940" y="2146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9" name="pt13359"/>
            <p:cNvSpPr/>
            <p:nvPr/>
          </p:nvSpPr>
          <p:spPr>
            <a:xfrm>
              <a:off x="5313472" y="2095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0" name="pt13360"/>
            <p:cNvSpPr/>
            <p:nvPr/>
          </p:nvSpPr>
          <p:spPr>
            <a:xfrm>
              <a:off x="5517726" y="1955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1" name="pt13361"/>
            <p:cNvSpPr/>
            <p:nvPr/>
          </p:nvSpPr>
          <p:spPr>
            <a:xfrm>
              <a:off x="5086344" y="2441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2" name="pt13362"/>
            <p:cNvSpPr/>
            <p:nvPr/>
          </p:nvSpPr>
          <p:spPr>
            <a:xfrm>
              <a:off x="5069175" y="2466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3" name="pt13363"/>
            <p:cNvSpPr/>
            <p:nvPr/>
          </p:nvSpPr>
          <p:spPr>
            <a:xfrm>
              <a:off x="4961535" y="2419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4" name="pt13364"/>
            <p:cNvSpPr/>
            <p:nvPr/>
          </p:nvSpPr>
          <p:spPr>
            <a:xfrm>
              <a:off x="5615135" y="1970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5" name="pt13365"/>
            <p:cNvSpPr/>
            <p:nvPr/>
          </p:nvSpPr>
          <p:spPr>
            <a:xfrm>
              <a:off x="5378680" y="2113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6" name="pt13366"/>
            <p:cNvSpPr/>
            <p:nvPr/>
          </p:nvSpPr>
          <p:spPr>
            <a:xfrm>
              <a:off x="5549865" y="1964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7" name="pt13367"/>
            <p:cNvSpPr/>
            <p:nvPr/>
          </p:nvSpPr>
          <p:spPr>
            <a:xfrm>
              <a:off x="5252261" y="2290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8" name="pt13368"/>
            <p:cNvSpPr/>
            <p:nvPr/>
          </p:nvSpPr>
          <p:spPr>
            <a:xfrm>
              <a:off x="4744514" y="2243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9" name="pt13369"/>
            <p:cNvSpPr/>
            <p:nvPr/>
          </p:nvSpPr>
          <p:spPr>
            <a:xfrm>
              <a:off x="5295186" y="2160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0" name="pt13370"/>
            <p:cNvSpPr/>
            <p:nvPr/>
          </p:nvSpPr>
          <p:spPr>
            <a:xfrm>
              <a:off x="5876215" y="158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1" name="pt13371"/>
            <p:cNvSpPr/>
            <p:nvPr/>
          </p:nvSpPr>
          <p:spPr>
            <a:xfrm>
              <a:off x="5478337" y="2204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2" name="pt13372"/>
            <p:cNvSpPr/>
            <p:nvPr/>
          </p:nvSpPr>
          <p:spPr>
            <a:xfrm>
              <a:off x="5301083" y="2080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3" name="pt13373"/>
            <p:cNvSpPr/>
            <p:nvPr/>
          </p:nvSpPr>
          <p:spPr>
            <a:xfrm>
              <a:off x="5084778" y="2521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4" name="pt13374"/>
            <p:cNvSpPr/>
            <p:nvPr/>
          </p:nvSpPr>
          <p:spPr>
            <a:xfrm>
              <a:off x="4888566" y="2865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5" name="pt13375"/>
            <p:cNvSpPr/>
            <p:nvPr/>
          </p:nvSpPr>
          <p:spPr>
            <a:xfrm>
              <a:off x="5013691" y="2520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6" name="pt13376"/>
            <p:cNvSpPr/>
            <p:nvPr/>
          </p:nvSpPr>
          <p:spPr>
            <a:xfrm>
              <a:off x="5384239" y="1992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7" name="pt13377"/>
            <p:cNvSpPr/>
            <p:nvPr/>
          </p:nvSpPr>
          <p:spPr>
            <a:xfrm>
              <a:off x="4980888" y="2111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8" name="pt13378"/>
            <p:cNvSpPr/>
            <p:nvPr/>
          </p:nvSpPr>
          <p:spPr>
            <a:xfrm>
              <a:off x="5145626" y="2189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9" name="pt13379"/>
            <p:cNvSpPr/>
            <p:nvPr/>
          </p:nvSpPr>
          <p:spPr>
            <a:xfrm>
              <a:off x="5412686" y="2224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0" name="pt13380"/>
            <p:cNvSpPr/>
            <p:nvPr/>
          </p:nvSpPr>
          <p:spPr>
            <a:xfrm>
              <a:off x="5274786" y="1961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1" name="pt13381"/>
            <p:cNvSpPr/>
            <p:nvPr/>
          </p:nvSpPr>
          <p:spPr>
            <a:xfrm>
              <a:off x="5282233" y="2050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2" name="pt13382"/>
            <p:cNvSpPr/>
            <p:nvPr/>
          </p:nvSpPr>
          <p:spPr>
            <a:xfrm>
              <a:off x="5629314" y="1684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3" name="pt13383"/>
            <p:cNvSpPr/>
            <p:nvPr/>
          </p:nvSpPr>
          <p:spPr>
            <a:xfrm>
              <a:off x="4934808" y="2381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4" name="pt13384"/>
            <p:cNvSpPr/>
            <p:nvPr/>
          </p:nvSpPr>
          <p:spPr>
            <a:xfrm>
              <a:off x="4683542" y="270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5" name="pt13385"/>
            <p:cNvSpPr/>
            <p:nvPr/>
          </p:nvSpPr>
          <p:spPr>
            <a:xfrm>
              <a:off x="5250496" y="2184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6" name="pt13386"/>
            <p:cNvSpPr/>
            <p:nvPr/>
          </p:nvSpPr>
          <p:spPr>
            <a:xfrm>
              <a:off x="5878240" y="1690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7" name="pt13387"/>
            <p:cNvSpPr/>
            <p:nvPr/>
          </p:nvSpPr>
          <p:spPr>
            <a:xfrm>
              <a:off x="5468945" y="2183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8" name="pt13388"/>
            <p:cNvSpPr/>
            <p:nvPr/>
          </p:nvSpPr>
          <p:spPr>
            <a:xfrm>
              <a:off x="5342608" y="2180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9" name="pt13389"/>
            <p:cNvSpPr/>
            <p:nvPr/>
          </p:nvSpPr>
          <p:spPr>
            <a:xfrm>
              <a:off x="5875173" y="1530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0" name="pt13390"/>
            <p:cNvSpPr/>
            <p:nvPr/>
          </p:nvSpPr>
          <p:spPr>
            <a:xfrm>
              <a:off x="5365229" y="1968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1" name="pt13391"/>
            <p:cNvSpPr/>
            <p:nvPr/>
          </p:nvSpPr>
          <p:spPr>
            <a:xfrm>
              <a:off x="5309101" y="2141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2" name="pt13392"/>
            <p:cNvSpPr/>
            <p:nvPr/>
          </p:nvSpPr>
          <p:spPr>
            <a:xfrm>
              <a:off x="5711546" y="1960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3" name="pt13393"/>
            <p:cNvSpPr/>
            <p:nvPr/>
          </p:nvSpPr>
          <p:spPr>
            <a:xfrm>
              <a:off x="5185241" y="2082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4" name="pt13394"/>
            <p:cNvSpPr/>
            <p:nvPr/>
          </p:nvSpPr>
          <p:spPr>
            <a:xfrm>
              <a:off x="4988914" y="1619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5" name="pt13395"/>
            <p:cNvSpPr/>
            <p:nvPr/>
          </p:nvSpPr>
          <p:spPr>
            <a:xfrm>
              <a:off x="5309680" y="2104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6" name="pt13396"/>
            <p:cNvSpPr/>
            <p:nvPr/>
          </p:nvSpPr>
          <p:spPr>
            <a:xfrm>
              <a:off x="5236721" y="2178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7" name="pt13397"/>
            <p:cNvSpPr/>
            <p:nvPr/>
          </p:nvSpPr>
          <p:spPr>
            <a:xfrm>
              <a:off x="5523484" y="1941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8" name="pt13398"/>
            <p:cNvSpPr/>
            <p:nvPr/>
          </p:nvSpPr>
          <p:spPr>
            <a:xfrm>
              <a:off x="5359054" y="2074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9" name="pt13399"/>
            <p:cNvSpPr/>
            <p:nvPr/>
          </p:nvSpPr>
          <p:spPr>
            <a:xfrm>
              <a:off x="4869606" y="2672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0" name="pt13400"/>
            <p:cNvSpPr/>
            <p:nvPr/>
          </p:nvSpPr>
          <p:spPr>
            <a:xfrm>
              <a:off x="5743503" y="1917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1" name="pt13401"/>
            <p:cNvSpPr/>
            <p:nvPr/>
          </p:nvSpPr>
          <p:spPr>
            <a:xfrm>
              <a:off x="5443266" y="2100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2" name="pt13402"/>
            <p:cNvSpPr/>
            <p:nvPr/>
          </p:nvSpPr>
          <p:spPr>
            <a:xfrm>
              <a:off x="5217968" y="2050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3" name="pt13403"/>
            <p:cNvSpPr/>
            <p:nvPr/>
          </p:nvSpPr>
          <p:spPr>
            <a:xfrm>
              <a:off x="5334569" y="2083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4" name="pt13404"/>
            <p:cNvSpPr/>
            <p:nvPr/>
          </p:nvSpPr>
          <p:spPr>
            <a:xfrm>
              <a:off x="5367994" y="1917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5" name="pt13405"/>
            <p:cNvSpPr/>
            <p:nvPr/>
          </p:nvSpPr>
          <p:spPr>
            <a:xfrm>
              <a:off x="5458826" y="2256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6" name="pt13406"/>
            <p:cNvSpPr/>
            <p:nvPr/>
          </p:nvSpPr>
          <p:spPr>
            <a:xfrm>
              <a:off x="5061783" y="2406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7" name="pt13407"/>
            <p:cNvSpPr/>
            <p:nvPr/>
          </p:nvSpPr>
          <p:spPr>
            <a:xfrm>
              <a:off x="5025847" y="2638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8" name="pt13408"/>
            <p:cNvSpPr/>
            <p:nvPr/>
          </p:nvSpPr>
          <p:spPr>
            <a:xfrm>
              <a:off x="5098337" y="2231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9" name="pt13409"/>
            <p:cNvSpPr/>
            <p:nvPr/>
          </p:nvSpPr>
          <p:spPr>
            <a:xfrm>
              <a:off x="5395660" y="2253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0" name="pt13410"/>
            <p:cNvSpPr/>
            <p:nvPr/>
          </p:nvSpPr>
          <p:spPr>
            <a:xfrm>
              <a:off x="5622826" y="1845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1" name="pt13411"/>
            <p:cNvSpPr/>
            <p:nvPr/>
          </p:nvSpPr>
          <p:spPr>
            <a:xfrm>
              <a:off x="4598163" y="3042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2" name="pt13412"/>
            <p:cNvSpPr/>
            <p:nvPr/>
          </p:nvSpPr>
          <p:spPr>
            <a:xfrm>
              <a:off x="5442749" y="2165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3" name="pt13413"/>
            <p:cNvSpPr/>
            <p:nvPr/>
          </p:nvSpPr>
          <p:spPr>
            <a:xfrm>
              <a:off x="5296982" y="2231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4" name="pt13414"/>
            <p:cNvSpPr/>
            <p:nvPr/>
          </p:nvSpPr>
          <p:spPr>
            <a:xfrm>
              <a:off x="5428298" y="2306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5" name="pt13415"/>
            <p:cNvSpPr/>
            <p:nvPr/>
          </p:nvSpPr>
          <p:spPr>
            <a:xfrm>
              <a:off x="4836674" y="2030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6" name="pt13416"/>
            <p:cNvSpPr/>
            <p:nvPr/>
          </p:nvSpPr>
          <p:spPr>
            <a:xfrm>
              <a:off x="5619676" y="1999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7" name="pt13417"/>
            <p:cNvSpPr/>
            <p:nvPr/>
          </p:nvSpPr>
          <p:spPr>
            <a:xfrm>
              <a:off x="5222836" y="2004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8" name="pt13418"/>
            <p:cNvSpPr/>
            <p:nvPr/>
          </p:nvSpPr>
          <p:spPr>
            <a:xfrm>
              <a:off x="5589999" y="1691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9" name="pt13419"/>
            <p:cNvSpPr/>
            <p:nvPr/>
          </p:nvSpPr>
          <p:spPr>
            <a:xfrm>
              <a:off x="4992342" y="1940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0" name="pt13420"/>
            <p:cNvSpPr/>
            <p:nvPr/>
          </p:nvSpPr>
          <p:spPr>
            <a:xfrm>
              <a:off x="5308742" y="2016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1" name="pt13421"/>
            <p:cNvSpPr/>
            <p:nvPr/>
          </p:nvSpPr>
          <p:spPr>
            <a:xfrm>
              <a:off x="4949245" y="2485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2" name="pt13422"/>
            <p:cNvSpPr/>
            <p:nvPr/>
          </p:nvSpPr>
          <p:spPr>
            <a:xfrm>
              <a:off x="5613670" y="1954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3" name="pt13423"/>
            <p:cNvSpPr/>
            <p:nvPr/>
          </p:nvSpPr>
          <p:spPr>
            <a:xfrm>
              <a:off x="5354513" y="196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4" name="pt13424"/>
            <p:cNvSpPr/>
            <p:nvPr/>
          </p:nvSpPr>
          <p:spPr>
            <a:xfrm>
              <a:off x="5052194" y="2803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5" name="pt13425"/>
            <p:cNvSpPr/>
            <p:nvPr/>
          </p:nvSpPr>
          <p:spPr>
            <a:xfrm>
              <a:off x="5910404" y="2107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6" name="pt13426"/>
            <p:cNvSpPr/>
            <p:nvPr/>
          </p:nvSpPr>
          <p:spPr>
            <a:xfrm>
              <a:off x="5476495" y="2185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7" name="pt13427"/>
            <p:cNvSpPr/>
            <p:nvPr/>
          </p:nvSpPr>
          <p:spPr>
            <a:xfrm>
              <a:off x="5408093" y="221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8" name="pt13428"/>
            <p:cNvSpPr/>
            <p:nvPr/>
          </p:nvSpPr>
          <p:spPr>
            <a:xfrm>
              <a:off x="5459582" y="2224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9" name="pt13429"/>
            <p:cNvSpPr/>
            <p:nvPr/>
          </p:nvSpPr>
          <p:spPr>
            <a:xfrm>
              <a:off x="5118695" y="2232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0" name="pt13430"/>
            <p:cNvSpPr/>
            <p:nvPr/>
          </p:nvSpPr>
          <p:spPr>
            <a:xfrm>
              <a:off x="5367545" y="1992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1" name="pt13431"/>
            <p:cNvSpPr/>
            <p:nvPr/>
          </p:nvSpPr>
          <p:spPr>
            <a:xfrm>
              <a:off x="5426925" y="2258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2" name="pt13432"/>
            <p:cNvSpPr/>
            <p:nvPr/>
          </p:nvSpPr>
          <p:spPr>
            <a:xfrm>
              <a:off x="5187989" y="2181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3" name="pt13433"/>
            <p:cNvSpPr/>
            <p:nvPr/>
          </p:nvSpPr>
          <p:spPr>
            <a:xfrm>
              <a:off x="5574650" y="1767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4" name="pt13434"/>
            <p:cNvSpPr/>
            <p:nvPr/>
          </p:nvSpPr>
          <p:spPr>
            <a:xfrm>
              <a:off x="5158668" y="2156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5" name="pt13435"/>
            <p:cNvSpPr/>
            <p:nvPr/>
          </p:nvSpPr>
          <p:spPr>
            <a:xfrm>
              <a:off x="5308090" y="2122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6" name="pt13436"/>
            <p:cNvSpPr/>
            <p:nvPr/>
          </p:nvSpPr>
          <p:spPr>
            <a:xfrm>
              <a:off x="5703910" y="1780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7" name="pt13437"/>
            <p:cNvSpPr/>
            <p:nvPr/>
          </p:nvSpPr>
          <p:spPr>
            <a:xfrm>
              <a:off x="5155942" y="2121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8" name="pt13438"/>
            <p:cNvSpPr/>
            <p:nvPr/>
          </p:nvSpPr>
          <p:spPr>
            <a:xfrm>
              <a:off x="5512610" y="2029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9" name="pt13439"/>
            <p:cNvSpPr/>
            <p:nvPr/>
          </p:nvSpPr>
          <p:spPr>
            <a:xfrm>
              <a:off x="5370557" y="1932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0" name="pt13440"/>
            <p:cNvSpPr/>
            <p:nvPr/>
          </p:nvSpPr>
          <p:spPr>
            <a:xfrm>
              <a:off x="5055229" y="2714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1" name="pt13441"/>
            <p:cNvSpPr/>
            <p:nvPr/>
          </p:nvSpPr>
          <p:spPr>
            <a:xfrm>
              <a:off x="5394285" y="2228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2" name="pt13442"/>
            <p:cNvSpPr/>
            <p:nvPr/>
          </p:nvSpPr>
          <p:spPr>
            <a:xfrm>
              <a:off x="5658794" y="2054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3" name="pt13443"/>
            <p:cNvSpPr/>
            <p:nvPr/>
          </p:nvSpPr>
          <p:spPr>
            <a:xfrm>
              <a:off x="5109658" y="2086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4" name="pt13444"/>
            <p:cNvSpPr/>
            <p:nvPr/>
          </p:nvSpPr>
          <p:spPr>
            <a:xfrm>
              <a:off x="5226647" y="2058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5" name="pt13445"/>
            <p:cNvSpPr/>
            <p:nvPr/>
          </p:nvSpPr>
          <p:spPr>
            <a:xfrm>
              <a:off x="5072185" y="2218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6" name="pt13446"/>
            <p:cNvSpPr/>
            <p:nvPr/>
          </p:nvSpPr>
          <p:spPr>
            <a:xfrm>
              <a:off x="5302193" y="2181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7" name="pt13447"/>
            <p:cNvSpPr/>
            <p:nvPr/>
          </p:nvSpPr>
          <p:spPr>
            <a:xfrm>
              <a:off x="5513075" y="1960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8" name="pt13448"/>
            <p:cNvSpPr/>
            <p:nvPr/>
          </p:nvSpPr>
          <p:spPr>
            <a:xfrm>
              <a:off x="5084133" y="2408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9" name="pt13449"/>
            <p:cNvSpPr/>
            <p:nvPr/>
          </p:nvSpPr>
          <p:spPr>
            <a:xfrm>
              <a:off x="5767799" y="1718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0" name="pt13450"/>
            <p:cNvSpPr/>
            <p:nvPr/>
          </p:nvSpPr>
          <p:spPr>
            <a:xfrm>
              <a:off x="5104508" y="2190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1" name="pt13451"/>
            <p:cNvSpPr/>
            <p:nvPr/>
          </p:nvSpPr>
          <p:spPr>
            <a:xfrm>
              <a:off x="5056362" y="2810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2" name="pt13452"/>
            <p:cNvSpPr/>
            <p:nvPr/>
          </p:nvSpPr>
          <p:spPr>
            <a:xfrm>
              <a:off x="4960051" y="2330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3" name="pt13453"/>
            <p:cNvSpPr/>
            <p:nvPr/>
          </p:nvSpPr>
          <p:spPr>
            <a:xfrm>
              <a:off x="5189447" y="2160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4" name="pt13454"/>
            <p:cNvSpPr/>
            <p:nvPr/>
          </p:nvSpPr>
          <p:spPr>
            <a:xfrm>
              <a:off x="5431435" y="2068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5" name="pt13455"/>
            <p:cNvSpPr/>
            <p:nvPr/>
          </p:nvSpPr>
          <p:spPr>
            <a:xfrm>
              <a:off x="5382454" y="2101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6" name="pt13456"/>
            <p:cNvSpPr/>
            <p:nvPr/>
          </p:nvSpPr>
          <p:spPr>
            <a:xfrm>
              <a:off x="5659749" y="1926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7" name="pt13457"/>
            <p:cNvSpPr/>
            <p:nvPr/>
          </p:nvSpPr>
          <p:spPr>
            <a:xfrm>
              <a:off x="5802820" y="2002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8" name="pt13458"/>
            <p:cNvSpPr/>
            <p:nvPr/>
          </p:nvSpPr>
          <p:spPr>
            <a:xfrm>
              <a:off x="5539516" y="2027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9" name="pt13459"/>
            <p:cNvSpPr/>
            <p:nvPr/>
          </p:nvSpPr>
          <p:spPr>
            <a:xfrm>
              <a:off x="5407417" y="2218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0" name="pt13460"/>
            <p:cNvSpPr/>
            <p:nvPr/>
          </p:nvSpPr>
          <p:spPr>
            <a:xfrm>
              <a:off x="5682993" y="1980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1" name="pt13461"/>
            <p:cNvSpPr/>
            <p:nvPr/>
          </p:nvSpPr>
          <p:spPr>
            <a:xfrm>
              <a:off x="5371596" y="1807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2" name="pt13462"/>
            <p:cNvSpPr/>
            <p:nvPr/>
          </p:nvSpPr>
          <p:spPr>
            <a:xfrm>
              <a:off x="5213234" y="2230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3" name="pt13463"/>
            <p:cNvSpPr/>
            <p:nvPr/>
          </p:nvSpPr>
          <p:spPr>
            <a:xfrm>
              <a:off x="5462475" y="2060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4" name="pt13464"/>
            <p:cNvSpPr/>
            <p:nvPr/>
          </p:nvSpPr>
          <p:spPr>
            <a:xfrm>
              <a:off x="5606070" y="215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5" name="pt13465"/>
            <p:cNvSpPr/>
            <p:nvPr/>
          </p:nvSpPr>
          <p:spPr>
            <a:xfrm>
              <a:off x="4662621" y="2426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6" name="pt13466"/>
            <p:cNvSpPr/>
            <p:nvPr/>
          </p:nvSpPr>
          <p:spPr>
            <a:xfrm>
              <a:off x="5302207" y="2200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7" name="pt13467"/>
            <p:cNvSpPr/>
            <p:nvPr/>
          </p:nvSpPr>
          <p:spPr>
            <a:xfrm>
              <a:off x="5447549" y="2267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8" name="pt13468"/>
            <p:cNvSpPr/>
            <p:nvPr/>
          </p:nvSpPr>
          <p:spPr>
            <a:xfrm>
              <a:off x="5698122" y="1943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9" name="pt13469"/>
            <p:cNvSpPr/>
            <p:nvPr/>
          </p:nvSpPr>
          <p:spPr>
            <a:xfrm>
              <a:off x="5437471" y="225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0" name="pt13470"/>
            <p:cNvSpPr/>
            <p:nvPr/>
          </p:nvSpPr>
          <p:spPr>
            <a:xfrm>
              <a:off x="4838343" y="2140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1" name="pt13471"/>
            <p:cNvSpPr/>
            <p:nvPr/>
          </p:nvSpPr>
          <p:spPr>
            <a:xfrm>
              <a:off x="5611296" y="1744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2" name="pt13472"/>
            <p:cNvSpPr/>
            <p:nvPr/>
          </p:nvSpPr>
          <p:spPr>
            <a:xfrm>
              <a:off x="5440217" y="2101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3" name="pt13473"/>
            <p:cNvSpPr/>
            <p:nvPr/>
          </p:nvSpPr>
          <p:spPr>
            <a:xfrm>
              <a:off x="5740256" y="1633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4" name="pt13474"/>
            <p:cNvSpPr/>
            <p:nvPr/>
          </p:nvSpPr>
          <p:spPr>
            <a:xfrm>
              <a:off x="4626117" y="2674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5" name="pt13475"/>
            <p:cNvSpPr/>
            <p:nvPr/>
          </p:nvSpPr>
          <p:spPr>
            <a:xfrm>
              <a:off x="5464276" y="2118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6" name="pt13476"/>
            <p:cNvSpPr/>
            <p:nvPr/>
          </p:nvSpPr>
          <p:spPr>
            <a:xfrm>
              <a:off x="5212807" y="2219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7" name="pt13477"/>
            <p:cNvSpPr/>
            <p:nvPr/>
          </p:nvSpPr>
          <p:spPr>
            <a:xfrm>
              <a:off x="5428257" y="2204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8" name="pt13478"/>
            <p:cNvSpPr/>
            <p:nvPr/>
          </p:nvSpPr>
          <p:spPr>
            <a:xfrm>
              <a:off x="5678631" y="1989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9" name="pt13479"/>
            <p:cNvSpPr/>
            <p:nvPr/>
          </p:nvSpPr>
          <p:spPr>
            <a:xfrm>
              <a:off x="5586688" y="1501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0" name="pt13480"/>
            <p:cNvSpPr/>
            <p:nvPr/>
          </p:nvSpPr>
          <p:spPr>
            <a:xfrm>
              <a:off x="5029669" y="2686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1" name="pt13481"/>
            <p:cNvSpPr/>
            <p:nvPr/>
          </p:nvSpPr>
          <p:spPr>
            <a:xfrm>
              <a:off x="5244503" y="1988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2" name="pt13482"/>
            <p:cNvSpPr/>
            <p:nvPr/>
          </p:nvSpPr>
          <p:spPr>
            <a:xfrm>
              <a:off x="5459158" y="2236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3" name="pt13483"/>
            <p:cNvSpPr/>
            <p:nvPr/>
          </p:nvSpPr>
          <p:spPr>
            <a:xfrm>
              <a:off x="4819790" y="1560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4" name="pt13484"/>
            <p:cNvSpPr/>
            <p:nvPr/>
          </p:nvSpPr>
          <p:spPr>
            <a:xfrm>
              <a:off x="5252555" y="2186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5" name="pt13485"/>
            <p:cNvSpPr/>
            <p:nvPr/>
          </p:nvSpPr>
          <p:spPr>
            <a:xfrm>
              <a:off x="5407055" y="2289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6" name="pt13486"/>
            <p:cNvSpPr/>
            <p:nvPr/>
          </p:nvSpPr>
          <p:spPr>
            <a:xfrm>
              <a:off x="5023711" y="2573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7" name="pt13487"/>
            <p:cNvSpPr/>
            <p:nvPr/>
          </p:nvSpPr>
          <p:spPr>
            <a:xfrm>
              <a:off x="5454742" y="2204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8" name="pt13488"/>
            <p:cNvSpPr/>
            <p:nvPr/>
          </p:nvSpPr>
          <p:spPr>
            <a:xfrm>
              <a:off x="5958862" y="1663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9" name="pt13489"/>
            <p:cNvSpPr/>
            <p:nvPr/>
          </p:nvSpPr>
          <p:spPr>
            <a:xfrm>
              <a:off x="5017115" y="2683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0" name="pt13490"/>
            <p:cNvSpPr/>
            <p:nvPr/>
          </p:nvSpPr>
          <p:spPr>
            <a:xfrm>
              <a:off x="5520344" y="1868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1" name="pt13491"/>
            <p:cNvSpPr/>
            <p:nvPr/>
          </p:nvSpPr>
          <p:spPr>
            <a:xfrm>
              <a:off x="5535105" y="2064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2" name="pt13492"/>
            <p:cNvSpPr/>
            <p:nvPr/>
          </p:nvSpPr>
          <p:spPr>
            <a:xfrm>
              <a:off x="5331552" y="2073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3" name="pt13493"/>
            <p:cNvSpPr/>
            <p:nvPr/>
          </p:nvSpPr>
          <p:spPr>
            <a:xfrm>
              <a:off x="5352305" y="2021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4" name="pt13494"/>
            <p:cNvSpPr/>
            <p:nvPr/>
          </p:nvSpPr>
          <p:spPr>
            <a:xfrm>
              <a:off x="5144780" y="2082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5" name="pt13495"/>
            <p:cNvSpPr/>
            <p:nvPr/>
          </p:nvSpPr>
          <p:spPr>
            <a:xfrm>
              <a:off x="5428626" y="2134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6" name="pt13496"/>
            <p:cNvSpPr/>
            <p:nvPr/>
          </p:nvSpPr>
          <p:spPr>
            <a:xfrm>
              <a:off x="5520715" y="1962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7" name="pt13497"/>
            <p:cNvSpPr/>
            <p:nvPr/>
          </p:nvSpPr>
          <p:spPr>
            <a:xfrm>
              <a:off x="5033756" y="2744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8" name="pt13498"/>
            <p:cNvSpPr/>
            <p:nvPr/>
          </p:nvSpPr>
          <p:spPr>
            <a:xfrm>
              <a:off x="5018324" y="2690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9" name="pt13499"/>
            <p:cNvSpPr/>
            <p:nvPr/>
          </p:nvSpPr>
          <p:spPr>
            <a:xfrm>
              <a:off x="5267127" y="2155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0" name="pt13500"/>
            <p:cNvSpPr/>
            <p:nvPr/>
          </p:nvSpPr>
          <p:spPr>
            <a:xfrm>
              <a:off x="5614034" y="1976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1" name="pt13501"/>
            <p:cNvSpPr/>
            <p:nvPr/>
          </p:nvSpPr>
          <p:spPr>
            <a:xfrm>
              <a:off x="5697045" y="1888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2" name="pt13502"/>
            <p:cNvSpPr/>
            <p:nvPr/>
          </p:nvSpPr>
          <p:spPr>
            <a:xfrm>
              <a:off x="5317023" y="2142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3" name="pt13503"/>
            <p:cNvSpPr/>
            <p:nvPr/>
          </p:nvSpPr>
          <p:spPr>
            <a:xfrm>
              <a:off x="5161315" y="2221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4" name="pt13504"/>
            <p:cNvSpPr/>
            <p:nvPr/>
          </p:nvSpPr>
          <p:spPr>
            <a:xfrm>
              <a:off x="5379050" y="1876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5" name="pt13505"/>
            <p:cNvSpPr/>
            <p:nvPr/>
          </p:nvSpPr>
          <p:spPr>
            <a:xfrm>
              <a:off x="5049765" y="2748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6" name="pt13506"/>
            <p:cNvSpPr/>
            <p:nvPr/>
          </p:nvSpPr>
          <p:spPr>
            <a:xfrm>
              <a:off x="5537134" y="2050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7" name="pt13507"/>
            <p:cNvSpPr/>
            <p:nvPr/>
          </p:nvSpPr>
          <p:spPr>
            <a:xfrm>
              <a:off x="5166958" y="2198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8" name="pt13508"/>
            <p:cNvSpPr/>
            <p:nvPr/>
          </p:nvSpPr>
          <p:spPr>
            <a:xfrm>
              <a:off x="5295228" y="2179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9" name="pt13509"/>
            <p:cNvSpPr/>
            <p:nvPr/>
          </p:nvSpPr>
          <p:spPr>
            <a:xfrm>
              <a:off x="5352365" y="21290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0" name="pt13510"/>
            <p:cNvSpPr/>
            <p:nvPr/>
          </p:nvSpPr>
          <p:spPr>
            <a:xfrm>
              <a:off x="5050611" y="2806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1" name="pt13511"/>
            <p:cNvSpPr/>
            <p:nvPr/>
          </p:nvSpPr>
          <p:spPr>
            <a:xfrm>
              <a:off x="5560845" y="2070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2" name="pt13512"/>
            <p:cNvSpPr/>
            <p:nvPr/>
          </p:nvSpPr>
          <p:spPr>
            <a:xfrm>
              <a:off x="5118894" y="2211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3" name="pt13513"/>
            <p:cNvSpPr/>
            <p:nvPr/>
          </p:nvSpPr>
          <p:spPr>
            <a:xfrm>
              <a:off x="4803059" y="1729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4" name="pt13514"/>
            <p:cNvSpPr/>
            <p:nvPr/>
          </p:nvSpPr>
          <p:spPr>
            <a:xfrm>
              <a:off x="5473984" y="2236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5" name="pt13515"/>
            <p:cNvSpPr/>
            <p:nvPr/>
          </p:nvSpPr>
          <p:spPr>
            <a:xfrm>
              <a:off x="5344904" y="2114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6" name="pt13516"/>
            <p:cNvSpPr/>
            <p:nvPr/>
          </p:nvSpPr>
          <p:spPr>
            <a:xfrm>
              <a:off x="4972877" y="2563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7" name="pt13517"/>
            <p:cNvSpPr/>
            <p:nvPr/>
          </p:nvSpPr>
          <p:spPr>
            <a:xfrm>
              <a:off x="5093639" y="2120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8" name="pt13518"/>
            <p:cNvSpPr/>
            <p:nvPr/>
          </p:nvSpPr>
          <p:spPr>
            <a:xfrm>
              <a:off x="5385870" y="1866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9" name="pt13519"/>
            <p:cNvSpPr/>
            <p:nvPr/>
          </p:nvSpPr>
          <p:spPr>
            <a:xfrm>
              <a:off x="5415844" y="2262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0" name="pt13520"/>
            <p:cNvSpPr/>
            <p:nvPr/>
          </p:nvSpPr>
          <p:spPr>
            <a:xfrm>
              <a:off x="5292730" y="2129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1" name="pt13521"/>
            <p:cNvSpPr/>
            <p:nvPr/>
          </p:nvSpPr>
          <p:spPr>
            <a:xfrm>
              <a:off x="5349206" y="2013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2" name="pt13522"/>
            <p:cNvSpPr/>
            <p:nvPr/>
          </p:nvSpPr>
          <p:spPr>
            <a:xfrm>
              <a:off x="5159268" y="2144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3" name="pt13523"/>
            <p:cNvSpPr/>
            <p:nvPr/>
          </p:nvSpPr>
          <p:spPr>
            <a:xfrm>
              <a:off x="5103866" y="2174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4" name="pt13524"/>
            <p:cNvSpPr/>
            <p:nvPr/>
          </p:nvSpPr>
          <p:spPr>
            <a:xfrm>
              <a:off x="5373958" y="1963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5" name="pt13525"/>
            <p:cNvSpPr/>
            <p:nvPr/>
          </p:nvSpPr>
          <p:spPr>
            <a:xfrm>
              <a:off x="5123359" y="2008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6" name="pt13526"/>
            <p:cNvSpPr/>
            <p:nvPr/>
          </p:nvSpPr>
          <p:spPr>
            <a:xfrm>
              <a:off x="4803040" y="1727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7" name="pt13527"/>
            <p:cNvSpPr/>
            <p:nvPr/>
          </p:nvSpPr>
          <p:spPr>
            <a:xfrm>
              <a:off x="5435845" y="1966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8" name="pt13528"/>
            <p:cNvSpPr/>
            <p:nvPr/>
          </p:nvSpPr>
          <p:spPr>
            <a:xfrm>
              <a:off x="4595420" y="3002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9" name="pt13529"/>
            <p:cNvSpPr/>
            <p:nvPr/>
          </p:nvSpPr>
          <p:spPr>
            <a:xfrm>
              <a:off x="5213944" y="2110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0" name="pt13530"/>
            <p:cNvSpPr/>
            <p:nvPr/>
          </p:nvSpPr>
          <p:spPr>
            <a:xfrm>
              <a:off x="5181971" y="204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1" name="pt13531"/>
            <p:cNvSpPr/>
            <p:nvPr/>
          </p:nvSpPr>
          <p:spPr>
            <a:xfrm>
              <a:off x="5453985" y="2275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2" name="pt13532"/>
            <p:cNvSpPr/>
            <p:nvPr/>
          </p:nvSpPr>
          <p:spPr>
            <a:xfrm>
              <a:off x="5277582" y="2027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3" name="pt13533"/>
            <p:cNvSpPr/>
            <p:nvPr/>
          </p:nvSpPr>
          <p:spPr>
            <a:xfrm>
              <a:off x="4951484" y="2381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4" name="pt13534"/>
            <p:cNvSpPr/>
            <p:nvPr/>
          </p:nvSpPr>
          <p:spPr>
            <a:xfrm>
              <a:off x="5440534" y="1953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5" name="pt13535"/>
            <p:cNvSpPr/>
            <p:nvPr/>
          </p:nvSpPr>
          <p:spPr>
            <a:xfrm>
              <a:off x="5524104" y="2052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6" name="pt13536"/>
            <p:cNvSpPr/>
            <p:nvPr/>
          </p:nvSpPr>
          <p:spPr>
            <a:xfrm>
              <a:off x="5642563" y="1909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7" name="pt13537"/>
            <p:cNvSpPr/>
            <p:nvPr/>
          </p:nvSpPr>
          <p:spPr>
            <a:xfrm>
              <a:off x="5379189" y="2059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8" name="pt13538"/>
            <p:cNvSpPr/>
            <p:nvPr/>
          </p:nvSpPr>
          <p:spPr>
            <a:xfrm>
              <a:off x="5703147" y="1859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9" name="pt13539"/>
            <p:cNvSpPr/>
            <p:nvPr/>
          </p:nvSpPr>
          <p:spPr>
            <a:xfrm>
              <a:off x="4910274" y="2253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0" name="pt13540"/>
            <p:cNvSpPr/>
            <p:nvPr/>
          </p:nvSpPr>
          <p:spPr>
            <a:xfrm>
              <a:off x="5212579" y="2049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1" name="pt13541"/>
            <p:cNvSpPr/>
            <p:nvPr/>
          </p:nvSpPr>
          <p:spPr>
            <a:xfrm>
              <a:off x="4872288" y="2675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2" name="pt13542"/>
            <p:cNvSpPr/>
            <p:nvPr/>
          </p:nvSpPr>
          <p:spPr>
            <a:xfrm>
              <a:off x="5370956" y="1946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3" name="pt13543"/>
            <p:cNvSpPr/>
            <p:nvPr/>
          </p:nvSpPr>
          <p:spPr>
            <a:xfrm>
              <a:off x="5339313" y="2216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4" name="pt13544"/>
            <p:cNvSpPr/>
            <p:nvPr/>
          </p:nvSpPr>
          <p:spPr>
            <a:xfrm>
              <a:off x="5414277" y="2084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5" name="pt13545"/>
            <p:cNvSpPr/>
            <p:nvPr/>
          </p:nvSpPr>
          <p:spPr>
            <a:xfrm>
              <a:off x="4909570" y="2232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6" name="pt13546"/>
            <p:cNvSpPr/>
            <p:nvPr/>
          </p:nvSpPr>
          <p:spPr>
            <a:xfrm>
              <a:off x="5304099" y="2135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7" name="pt13547"/>
            <p:cNvSpPr/>
            <p:nvPr/>
          </p:nvSpPr>
          <p:spPr>
            <a:xfrm>
              <a:off x="5553764" y="1975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8" name="pt13548"/>
            <p:cNvSpPr/>
            <p:nvPr/>
          </p:nvSpPr>
          <p:spPr>
            <a:xfrm>
              <a:off x="5014825" y="2658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9" name="pt13549"/>
            <p:cNvSpPr/>
            <p:nvPr/>
          </p:nvSpPr>
          <p:spPr>
            <a:xfrm>
              <a:off x="5270922" y="2208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0" name="pt13550"/>
            <p:cNvSpPr/>
            <p:nvPr/>
          </p:nvSpPr>
          <p:spPr>
            <a:xfrm>
              <a:off x="5392301" y="2146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1" name="pt13551"/>
            <p:cNvSpPr/>
            <p:nvPr/>
          </p:nvSpPr>
          <p:spPr>
            <a:xfrm>
              <a:off x="5270195" y="2223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2" name="pt13552"/>
            <p:cNvSpPr/>
            <p:nvPr/>
          </p:nvSpPr>
          <p:spPr>
            <a:xfrm>
              <a:off x="5296981" y="2170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3" name="pt13553"/>
            <p:cNvSpPr/>
            <p:nvPr/>
          </p:nvSpPr>
          <p:spPr>
            <a:xfrm>
              <a:off x="4991088" y="1879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4" name="pt13554"/>
            <p:cNvSpPr/>
            <p:nvPr/>
          </p:nvSpPr>
          <p:spPr>
            <a:xfrm>
              <a:off x="5518571" y="1826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5" name="pt13555"/>
            <p:cNvSpPr/>
            <p:nvPr/>
          </p:nvSpPr>
          <p:spPr>
            <a:xfrm>
              <a:off x="5433427" y="2064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6" name="pt13556"/>
            <p:cNvSpPr/>
            <p:nvPr/>
          </p:nvSpPr>
          <p:spPr>
            <a:xfrm>
              <a:off x="5280226" y="2030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7" name="pt13557"/>
            <p:cNvSpPr/>
            <p:nvPr/>
          </p:nvSpPr>
          <p:spPr>
            <a:xfrm>
              <a:off x="5280458" y="2013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8" name="pt13558"/>
            <p:cNvSpPr/>
            <p:nvPr/>
          </p:nvSpPr>
          <p:spPr>
            <a:xfrm>
              <a:off x="5445103" y="2082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9" name="pt13559"/>
            <p:cNvSpPr/>
            <p:nvPr/>
          </p:nvSpPr>
          <p:spPr>
            <a:xfrm>
              <a:off x="5670650" y="1887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0" name="pt13560"/>
            <p:cNvSpPr/>
            <p:nvPr/>
          </p:nvSpPr>
          <p:spPr>
            <a:xfrm>
              <a:off x="5543782" y="1979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1" name="pt13561"/>
            <p:cNvSpPr/>
            <p:nvPr/>
          </p:nvSpPr>
          <p:spPr>
            <a:xfrm>
              <a:off x="5019617" y="2622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2" name="pt13562"/>
            <p:cNvSpPr/>
            <p:nvPr/>
          </p:nvSpPr>
          <p:spPr>
            <a:xfrm>
              <a:off x="4972613" y="2649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3" name="pt13563"/>
            <p:cNvSpPr/>
            <p:nvPr/>
          </p:nvSpPr>
          <p:spPr>
            <a:xfrm>
              <a:off x="5343392" y="2111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4" name="pt13564"/>
            <p:cNvSpPr/>
            <p:nvPr/>
          </p:nvSpPr>
          <p:spPr>
            <a:xfrm>
              <a:off x="5188163" y="2165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5" name="pt13565"/>
            <p:cNvSpPr/>
            <p:nvPr/>
          </p:nvSpPr>
          <p:spPr>
            <a:xfrm>
              <a:off x="5819186" y="1766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6" name="pt13566"/>
            <p:cNvSpPr/>
            <p:nvPr/>
          </p:nvSpPr>
          <p:spPr>
            <a:xfrm>
              <a:off x="5663967" y="1905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7" name="pt13567"/>
            <p:cNvSpPr/>
            <p:nvPr/>
          </p:nvSpPr>
          <p:spPr>
            <a:xfrm>
              <a:off x="5633562" y="1830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8" name="pt13568"/>
            <p:cNvSpPr/>
            <p:nvPr/>
          </p:nvSpPr>
          <p:spPr>
            <a:xfrm>
              <a:off x="5244975" y="1932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9" name="pt13569"/>
            <p:cNvSpPr/>
            <p:nvPr/>
          </p:nvSpPr>
          <p:spPr>
            <a:xfrm>
              <a:off x="5016401" y="2628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0" name="pt13570"/>
            <p:cNvSpPr/>
            <p:nvPr/>
          </p:nvSpPr>
          <p:spPr>
            <a:xfrm>
              <a:off x="5659316" y="1947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1" name="pt13571"/>
            <p:cNvSpPr/>
            <p:nvPr/>
          </p:nvSpPr>
          <p:spPr>
            <a:xfrm>
              <a:off x="5904392" y="2330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2" name="pt13572"/>
            <p:cNvSpPr/>
            <p:nvPr/>
          </p:nvSpPr>
          <p:spPr>
            <a:xfrm>
              <a:off x="5694980" y="1947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3" name="pt13573"/>
            <p:cNvSpPr/>
            <p:nvPr/>
          </p:nvSpPr>
          <p:spPr>
            <a:xfrm>
              <a:off x="5944395" y="2092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4" name="pt13574"/>
            <p:cNvSpPr/>
            <p:nvPr/>
          </p:nvSpPr>
          <p:spPr>
            <a:xfrm>
              <a:off x="5194877" y="2177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5" name="pt13575"/>
            <p:cNvSpPr/>
            <p:nvPr/>
          </p:nvSpPr>
          <p:spPr>
            <a:xfrm>
              <a:off x="5580939" y="1722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6" name="pt13576"/>
            <p:cNvSpPr/>
            <p:nvPr/>
          </p:nvSpPr>
          <p:spPr>
            <a:xfrm>
              <a:off x="5044296" y="279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7" name="pt13577"/>
            <p:cNvSpPr/>
            <p:nvPr/>
          </p:nvSpPr>
          <p:spPr>
            <a:xfrm>
              <a:off x="5172456" y="2169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8" name="pt13578"/>
            <p:cNvSpPr/>
            <p:nvPr/>
          </p:nvSpPr>
          <p:spPr>
            <a:xfrm>
              <a:off x="5216214" y="2189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9" name="pt13579"/>
            <p:cNvSpPr/>
            <p:nvPr/>
          </p:nvSpPr>
          <p:spPr>
            <a:xfrm>
              <a:off x="5595893" y="1873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0" name="pt13580"/>
            <p:cNvSpPr/>
            <p:nvPr/>
          </p:nvSpPr>
          <p:spPr>
            <a:xfrm>
              <a:off x="5005872" y="2623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1" name="pt13581"/>
            <p:cNvSpPr/>
            <p:nvPr/>
          </p:nvSpPr>
          <p:spPr>
            <a:xfrm>
              <a:off x="5332432" y="2222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2" name="pt13582"/>
            <p:cNvSpPr/>
            <p:nvPr/>
          </p:nvSpPr>
          <p:spPr>
            <a:xfrm>
              <a:off x="5199262" y="2153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3" name="pt13583"/>
            <p:cNvSpPr/>
            <p:nvPr/>
          </p:nvSpPr>
          <p:spPr>
            <a:xfrm>
              <a:off x="5167532" y="2230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4" name="pt13584"/>
            <p:cNvSpPr/>
            <p:nvPr/>
          </p:nvSpPr>
          <p:spPr>
            <a:xfrm>
              <a:off x="4957076" y="2534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5" name="pt13585"/>
            <p:cNvSpPr/>
            <p:nvPr/>
          </p:nvSpPr>
          <p:spPr>
            <a:xfrm>
              <a:off x="5362439" y="1818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6" name="pt13586"/>
            <p:cNvSpPr/>
            <p:nvPr/>
          </p:nvSpPr>
          <p:spPr>
            <a:xfrm>
              <a:off x="5656003" y="1841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7" name="pt13587"/>
            <p:cNvSpPr/>
            <p:nvPr/>
          </p:nvSpPr>
          <p:spPr>
            <a:xfrm>
              <a:off x="5103986" y="2150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8" name="pt13588"/>
            <p:cNvSpPr/>
            <p:nvPr/>
          </p:nvSpPr>
          <p:spPr>
            <a:xfrm>
              <a:off x="5743084" y="1793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9" name="pt13589"/>
            <p:cNvSpPr/>
            <p:nvPr/>
          </p:nvSpPr>
          <p:spPr>
            <a:xfrm>
              <a:off x="4920115" y="2288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0" name="pt13590"/>
            <p:cNvSpPr/>
            <p:nvPr/>
          </p:nvSpPr>
          <p:spPr>
            <a:xfrm>
              <a:off x="5401806" y="2254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1" name="pt13591"/>
            <p:cNvSpPr/>
            <p:nvPr/>
          </p:nvSpPr>
          <p:spPr>
            <a:xfrm>
              <a:off x="5396065" y="2141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2" name="pt13592"/>
            <p:cNvSpPr/>
            <p:nvPr/>
          </p:nvSpPr>
          <p:spPr>
            <a:xfrm>
              <a:off x="5475468" y="2319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3" name="pt13593"/>
            <p:cNvSpPr/>
            <p:nvPr/>
          </p:nvSpPr>
          <p:spPr>
            <a:xfrm>
              <a:off x="5742029" y="178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4" name="pt13594"/>
            <p:cNvSpPr/>
            <p:nvPr/>
          </p:nvSpPr>
          <p:spPr>
            <a:xfrm>
              <a:off x="5647896" y="1905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5" name="pt13595"/>
            <p:cNvSpPr/>
            <p:nvPr/>
          </p:nvSpPr>
          <p:spPr>
            <a:xfrm>
              <a:off x="5196622" y="1840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6" name="pt13596"/>
            <p:cNvSpPr/>
            <p:nvPr/>
          </p:nvSpPr>
          <p:spPr>
            <a:xfrm>
              <a:off x="5398399" y="2149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7" name="pt13597"/>
            <p:cNvSpPr/>
            <p:nvPr/>
          </p:nvSpPr>
          <p:spPr>
            <a:xfrm>
              <a:off x="5339459" y="2169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8" name="pt13598"/>
            <p:cNvSpPr/>
            <p:nvPr/>
          </p:nvSpPr>
          <p:spPr>
            <a:xfrm>
              <a:off x="5852032" y="1606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9" name="pt13599"/>
            <p:cNvSpPr/>
            <p:nvPr/>
          </p:nvSpPr>
          <p:spPr>
            <a:xfrm>
              <a:off x="5127973" y="2000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0" name="pt13600"/>
            <p:cNvSpPr/>
            <p:nvPr/>
          </p:nvSpPr>
          <p:spPr>
            <a:xfrm>
              <a:off x="5343073" y="218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1" name="pt13601"/>
            <p:cNvSpPr/>
            <p:nvPr/>
          </p:nvSpPr>
          <p:spPr>
            <a:xfrm>
              <a:off x="5348197" y="2104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2" name="pt13602"/>
            <p:cNvSpPr/>
            <p:nvPr/>
          </p:nvSpPr>
          <p:spPr>
            <a:xfrm>
              <a:off x="5238934" y="2229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3" name="pt13603"/>
            <p:cNvSpPr/>
            <p:nvPr/>
          </p:nvSpPr>
          <p:spPr>
            <a:xfrm>
              <a:off x="5579414" y="160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4" name="pt13604"/>
            <p:cNvSpPr/>
            <p:nvPr/>
          </p:nvSpPr>
          <p:spPr>
            <a:xfrm>
              <a:off x="5210223" y="2057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5" name="pt13605"/>
            <p:cNvSpPr/>
            <p:nvPr/>
          </p:nvSpPr>
          <p:spPr>
            <a:xfrm>
              <a:off x="5590380" y="1617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6" name="pt13606"/>
            <p:cNvSpPr/>
            <p:nvPr/>
          </p:nvSpPr>
          <p:spPr>
            <a:xfrm>
              <a:off x="5295354" y="2115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7" name="pt13607"/>
            <p:cNvSpPr/>
            <p:nvPr/>
          </p:nvSpPr>
          <p:spPr>
            <a:xfrm>
              <a:off x="4756942" y="2657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8" name="pt13608"/>
            <p:cNvSpPr/>
            <p:nvPr/>
          </p:nvSpPr>
          <p:spPr>
            <a:xfrm>
              <a:off x="5284095" y="1924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9" name="pt13609"/>
            <p:cNvSpPr/>
            <p:nvPr/>
          </p:nvSpPr>
          <p:spPr>
            <a:xfrm>
              <a:off x="5221199" y="2203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0" name="pt13610"/>
            <p:cNvSpPr/>
            <p:nvPr/>
          </p:nvSpPr>
          <p:spPr>
            <a:xfrm>
              <a:off x="5089442" y="2067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1" name="pt13611"/>
            <p:cNvSpPr/>
            <p:nvPr/>
          </p:nvSpPr>
          <p:spPr>
            <a:xfrm>
              <a:off x="5676768" y="1983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2" name="pt13612"/>
            <p:cNvSpPr/>
            <p:nvPr/>
          </p:nvSpPr>
          <p:spPr>
            <a:xfrm>
              <a:off x="5889495" y="1886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3" name="pt13613"/>
            <p:cNvSpPr/>
            <p:nvPr/>
          </p:nvSpPr>
          <p:spPr>
            <a:xfrm>
              <a:off x="4424075" y="2918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4" name="pt13614"/>
            <p:cNvSpPr/>
            <p:nvPr/>
          </p:nvSpPr>
          <p:spPr>
            <a:xfrm>
              <a:off x="5531729" y="2061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5" name="pt13615"/>
            <p:cNvSpPr/>
            <p:nvPr/>
          </p:nvSpPr>
          <p:spPr>
            <a:xfrm>
              <a:off x="5486856" y="2040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6" name="pt13616"/>
            <p:cNvSpPr/>
            <p:nvPr/>
          </p:nvSpPr>
          <p:spPr>
            <a:xfrm>
              <a:off x="4648907" y="2641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7" name="pt13617"/>
            <p:cNvSpPr/>
            <p:nvPr/>
          </p:nvSpPr>
          <p:spPr>
            <a:xfrm>
              <a:off x="5716650" y="1921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8" name="pt13618"/>
            <p:cNvSpPr/>
            <p:nvPr/>
          </p:nvSpPr>
          <p:spPr>
            <a:xfrm>
              <a:off x="5299878" y="2235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9" name="pt13619"/>
            <p:cNvSpPr/>
            <p:nvPr/>
          </p:nvSpPr>
          <p:spPr>
            <a:xfrm>
              <a:off x="4778855" y="2718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0" name="pt13620"/>
            <p:cNvSpPr/>
            <p:nvPr/>
          </p:nvSpPr>
          <p:spPr>
            <a:xfrm>
              <a:off x="5676594" y="1825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1" name="pt13621"/>
            <p:cNvSpPr/>
            <p:nvPr/>
          </p:nvSpPr>
          <p:spPr>
            <a:xfrm>
              <a:off x="4958038" y="2684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2" name="pt13622"/>
            <p:cNvSpPr/>
            <p:nvPr/>
          </p:nvSpPr>
          <p:spPr>
            <a:xfrm>
              <a:off x="5188251" y="2248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3" name="pt13623"/>
            <p:cNvSpPr/>
            <p:nvPr/>
          </p:nvSpPr>
          <p:spPr>
            <a:xfrm>
              <a:off x="5709329" y="1813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4" name="pt13624"/>
            <p:cNvSpPr/>
            <p:nvPr/>
          </p:nvSpPr>
          <p:spPr>
            <a:xfrm>
              <a:off x="4938353" y="2245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5" name="pt13625"/>
            <p:cNvSpPr/>
            <p:nvPr/>
          </p:nvSpPr>
          <p:spPr>
            <a:xfrm>
              <a:off x="5405063" y="2273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6" name="pt13626"/>
            <p:cNvSpPr/>
            <p:nvPr/>
          </p:nvSpPr>
          <p:spPr>
            <a:xfrm>
              <a:off x="5342030" y="2171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7" name="pt13627"/>
            <p:cNvSpPr/>
            <p:nvPr/>
          </p:nvSpPr>
          <p:spPr>
            <a:xfrm>
              <a:off x="5234181" y="2168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8" name="pt13628"/>
            <p:cNvSpPr/>
            <p:nvPr/>
          </p:nvSpPr>
          <p:spPr>
            <a:xfrm>
              <a:off x="5395904" y="2145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9" name="pt13629"/>
            <p:cNvSpPr/>
            <p:nvPr/>
          </p:nvSpPr>
          <p:spPr>
            <a:xfrm>
              <a:off x="5313246" y="2260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0" name="pt13630"/>
            <p:cNvSpPr/>
            <p:nvPr/>
          </p:nvSpPr>
          <p:spPr>
            <a:xfrm>
              <a:off x="5050276" y="2605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1" name="pt13631"/>
            <p:cNvSpPr/>
            <p:nvPr/>
          </p:nvSpPr>
          <p:spPr>
            <a:xfrm>
              <a:off x="5259768" y="2048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2" name="pt13632"/>
            <p:cNvSpPr/>
            <p:nvPr/>
          </p:nvSpPr>
          <p:spPr>
            <a:xfrm>
              <a:off x="5219131" y="2164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3" name="pt13633"/>
            <p:cNvSpPr/>
            <p:nvPr/>
          </p:nvSpPr>
          <p:spPr>
            <a:xfrm>
              <a:off x="5683877" y="2073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4" name="pt13634"/>
            <p:cNvSpPr/>
            <p:nvPr/>
          </p:nvSpPr>
          <p:spPr>
            <a:xfrm>
              <a:off x="4924978" y="2243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5" name="pt13635"/>
            <p:cNvSpPr/>
            <p:nvPr/>
          </p:nvSpPr>
          <p:spPr>
            <a:xfrm>
              <a:off x="5023154" y="2618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6" name="pt13636"/>
            <p:cNvSpPr/>
            <p:nvPr/>
          </p:nvSpPr>
          <p:spPr>
            <a:xfrm>
              <a:off x="5007459" y="2729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7" name="pt13637"/>
            <p:cNvSpPr/>
            <p:nvPr/>
          </p:nvSpPr>
          <p:spPr>
            <a:xfrm>
              <a:off x="5398286" y="2070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8" name="pt13638"/>
            <p:cNvSpPr/>
            <p:nvPr/>
          </p:nvSpPr>
          <p:spPr>
            <a:xfrm>
              <a:off x="5340503" y="2217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9" name="pt13639"/>
            <p:cNvSpPr/>
            <p:nvPr/>
          </p:nvSpPr>
          <p:spPr>
            <a:xfrm>
              <a:off x="5256347" y="2285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0" name="pt13640"/>
            <p:cNvSpPr/>
            <p:nvPr/>
          </p:nvSpPr>
          <p:spPr>
            <a:xfrm>
              <a:off x="5562427" y="1862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1" name="pt13641"/>
            <p:cNvSpPr/>
            <p:nvPr/>
          </p:nvSpPr>
          <p:spPr>
            <a:xfrm>
              <a:off x="5622808" y="175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2" name="pt13642"/>
            <p:cNvSpPr/>
            <p:nvPr/>
          </p:nvSpPr>
          <p:spPr>
            <a:xfrm>
              <a:off x="5109114" y="2125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3" name="pt13643"/>
            <p:cNvSpPr/>
            <p:nvPr/>
          </p:nvSpPr>
          <p:spPr>
            <a:xfrm>
              <a:off x="5880357" y="1692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4" name="pt13644"/>
            <p:cNvSpPr/>
            <p:nvPr/>
          </p:nvSpPr>
          <p:spPr>
            <a:xfrm>
              <a:off x="5045908" y="2782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5" name="pt13645"/>
            <p:cNvSpPr/>
            <p:nvPr/>
          </p:nvSpPr>
          <p:spPr>
            <a:xfrm>
              <a:off x="5330009" y="2062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6" name="pt13646"/>
            <p:cNvSpPr/>
            <p:nvPr/>
          </p:nvSpPr>
          <p:spPr>
            <a:xfrm>
              <a:off x="5588894" y="1838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7" name="pt13647"/>
            <p:cNvSpPr/>
            <p:nvPr/>
          </p:nvSpPr>
          <p:spPr>
            <a:xfrm>
              <a:off x="5291536" y="2145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8" name="pt13648"/>
            <p:cNvSpPr/>
            <p:nvPr/>
          </p:nvSpPr>
          <p:spPr>
            <a:xfrm>
              <a:off x="5304352" y="2217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9" name="pt13649"/>
            <p:cNvSpPr/>
            <p:nvPr/>
          </p:nvSpPr>
          <p:spPr>
            <a:xfrm>
              <a:off x="4811248" y="1642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0" name="pt13650"/>
            <p:cNvSpPr/>
            <p:nvPr/>
          </p:nvSpPr>
          <p:spPr>
            <a:xfrm>
              <a:off x="4730611" y="2390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1" name="pt13651"/>
            <p:cNvSpPr/>
            <p:nvPr/>
          </p:nvSpPr>
          <p:spPr>
            <a:xfrm>
              <a:off x="5000997" y="239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2" name="pt13652"/>
            <p:cNvSpPr/>
            <p:nvPr/>
          </p:nvSpPr>
          <p:spPr>
            <a:xfrm>
              <a:off x="5032303" y="2613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3" name="pt13653"/>
            <p:cNvSpPr/>
            <p:nvPr/>
          </p:nvSpPr>
          <p:spPr>
            <a:xfrm>
              <a:off x="5370679" y="1972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4" name="pt13654"/>
            <p:cNvSpPr/>
            <p:nvPr/>
          </p:nvSpPr>
          <p:spPr>
            <a:xfrm>
              <a:off x="5347314" y="2009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5" name="pt13655"/>
            <p:cNvSpPr/>
            <p:nvPr/>
          </p:nvSpPr>
          <p:spPr>
            <a:xfrm>
              <a:off x="5092267" y="2222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6" name="pt13656"/>
            <p:cNvSpPr/>
            <p:nvPr/>
          </p:nvSpPr>
          <p:spPr>
            <a:xfrm>
              <a:off x="5115849" y="2225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7" name="pt13657"/>
            <p:cNvSpPr/>
            <p:nvPr/>
          </p:nvSpPr>
          <p:spPr>
            <a:xfrm>
              <a:off x="5109553" y="2078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8" name="pt13658"/>
            <p:cNvSpPr/>
            <p:nvPr/>
          </p:nvSpPr>
          <p:spPr>
            <a:xfrm>
              <a:off x="5519834" y="1840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9" name="pt13659"/>
            <p:cNvSpPr/>
            <p:nvPr/>
          </p:nvSpPr>
          <p:spPr>
            <a:xfrm>
              <a:off x="5268031" y="2268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0" name="pt13660"/>
            <p:cNvSpPr/>
            <p:nvPr/>
          </p:nvSpPr>
          <p:spPr>
            <a:xfrm>
              <a:off x="5326508" y="2066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1" name="pt13661"/>
            <p:cNvSpPr/>
            <p:nvPr/>
          </p:nvSpPr>
          <p:spPr>
            <a:xfrm>
              <a:off x="5396175" y="2166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2" name="pt13662"/>
            <p:cNvSpPr/>
            <p:nvPr/>
          </p:nvSpPr>
          <p:spPr>
            <a:xfrm>
              <a:off x="5590174" y="1966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3" name="pt13663"/>
            <p:cNvSpPr/>
            <p:nvPr/>
          </p:nvSpPr>
          <p:spPr>
            <a:xfrm>
              <a:off x="5651832" y="1912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4" name="pt13664"/>
            <p:cNvSpPr/>
            <p:nvPr/>
          </p:nvSpPr>
          <p:spPr>
            <a:xfrm>
              <a:off x="5503894" y="1952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5" name="pt13665"/>
            <p:cNvSpPr/>
            <p:nvPr/>
          </p:nvSpPr>
          <p:spPr>
            <a:xfrm>
              <a:off x="5149239" y="2131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6" name="pt13666"/>
            <p:cNvSpPr/>
            <p:nvPr/>
          </p:nvSpPr>
          <p:spPr>
            <a:xfrm>
              <a:off x="5551460" y="2045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7" name="pt13667"/>
            <p:cNvSpPr/>
            <p:nvPr/>
          </p:nvSpPr>
          <p:spPr>
            <a:xfrm>
              <a:off x="5700039" y="193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8" name="pt13668"/>
            <p:cNvSpPr/>
            <p:nvPr/>
          </p:nvSpPr>
          <p:spPr>
            <a:xfrm>
              <a:off x="5174890" y="2148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9" name="pt13669"/>
            <p:cNvSpPr/>
            <p:nvPr/>
          </p:nvSpPr>
          <p:spPr>
            <a:xfrm>
              <a:off x="5398901" y="2237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0" name="pt13670"/>
            <p:cNvSpPr/>
            <p:nvPr/>
          </p:nvSpPr>
          <p:spPr>
            <a:xfrm>
              <a:off x="5149063" y="2130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1" name="pt13671"/>
            <p:cNvSpPr/>
            <p:nvPr/>
          </p:nvSpPr>
          <p:spPr>
            <a:xfrm>
              <a:off x="4994847" y="2125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2" name="pt13672"/>
            <p:cNvSpPr/>
            <p:nvPr/>
          </p:nvSpPr>
          <p:spPr>
            <a:xfrm>
              <a:off x="5081945" y="2267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3" name="pt13673"/>
            <p:cNvSpPr/>
            <p:nvPr/>
          </p:nvSpPr>
          <p:spPr>
            <a:xfrm>
              <a:off x="5340649" y="2158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4" name="pt13674"/>
            <p:cNvSpPr/>
            <p:nvPr/>
          </p:nvSpPr>
          <p:spPr>
            <a:xfrm>
              <a:off x="5374006" y="2011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5" name="pt13675"/>
            <p:cNvSpPr/>
            <p:nvPr/>
          </p:nvSpPr>
          <p:spPr>
            <a:xfrm>
              <a:off x="5420293" y="2196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6" name="pt13676"/>
            <p:cNvSpPr/>
            <p:nvPr/>
          </p:nvSpPr>
          <p:spPr>
            <a:xfrm>
              <a:off x="5737756" y="1936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7" name="pt13677"/>
            <p:cNvSpPr/>
            <p:nvPr/>
          </p:nvSpPr>
          <p:spPr>
            <a:xfrm>
              <a:off x="5311303" y="2151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8" name="pt13678"/>
            <p:cNvSpPr/>
            <p:nvPr/>
          </p:nvSpPr>
          <p:spPr>
            <a:xfrm>
              <a:off x="5351969" y="1966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9" name="pt13679"/>
            <p:cNvSpPr/>
            <p:nvPr/>
          </p:nvSpPr>
          <p:spPr>
            <a:xfrm>
              <a:off x="4770472" y="2770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0" name="pt13680"/>
            <p:cNvSpPr/>
            <p:nvPr/>
          </p:nvSpPr>
          <p:spPr>
            <a:xfrm>
              <a:off x="5586238" y="1771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1" name="pt13681"/>
            <p:cNvSpPr/>
            <p:nvPr/>
          </p:nvSpPr>
          <p:spPr>
            <a:xfrm>
              <a:off x="5334783" y="2074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2" name="pt13682"/>
            <p:cNvSpPr/>
            <p:nvPr/>
          </p:nvSpPr>
          <p:spPr>
            <a:xfrm>
              <a:off x="5421287" y="2049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3" name="pt13683"/>
            <p:cNvSpPr/>
            <p:nvPr/>
          </p:nvSpPr>
          <p:spPr>
            <a:xfrm>
              <a:off x="5008346" y="2591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4" name="pt13684"/>
            <p:cNvSpPr/>
            <p:nvPr/>
          </p:nvSpPr>
          <p:spPr>
            <a:xfrm>
              <a:off x="5291454" y="2159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5" name="pt13685"/>
            <p:cNvSpPr/>
            <p:nvPr/>
          </p:nvSpPr>
          <p:spPr>
            <a:xfrm>
              <a:off x="5347898" y="2166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6" name="pt13686"/>
            <p:cNvSpPr/>
            <p:nvPr/>
          </p:nvSpPr>
          <p:spPr>
            <a:xfrm>
              <a:off x="5042437" y="2663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7" name="pt13687"/>
            <p:cNvSpPr/>
            <p:nvPr/>
          </p:nvSpPr>
          <p:spPr>
            <a:xfrm>
              <a:off x="5237162" y="2176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8" name="pt13688"/>
            <p:cNvSpPr/>
            <p:nvPr/>
          </p:nvSpPr>
          <p:spPr>
            <a:xfrm>
              <a:off x="5177620" y="2144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9" name="pt13689"/>
            <p:cNvSpPr/>
            <p:nvPr/>
          </p:nvSpPr>
          <p:spPr>
            <a:xfrm>
              <a:off x="5117818" y="2116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0" name="pt13690"/>
            <p:cNvSpPr/>
            <p:nvPr/>
          </p:nvSpPr>
          <p:spPr>
            <a:xfrm>
              <a:off x="5240804" y="2156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1" name="pt13691"/>
            <p:cNvSpPr/>
            <p:nvPr/>
          </p:nvSpPr>
          <p:spPr>
            <a:xfrm>
              <a:off x="5183352" y="217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2" name="pt13692"/>
            <p:cNvSpPr/>
            <p:nvPr/>
          </p:nvSpPr>
          <p:spPr>
            <a:xfrm>
              <a:off x="5170737" y="2166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3" name="pt13693"/>
            <p:cNvSpPr/>
            <p:nvPr/>
          </p:nvSpPr>
          <p:spPr>
            <a:xfrm>
              <a:off x="5301666" y="2209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4" name="pt13694"/>
            <p:cNvSpPr/>
            <p:nvPr/>
          </p:nvSpPr>
          <p:spPr>
            <a:xfrm>
              <a:off x="5083520" y="2538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5" name="pt13695"/>
            <p:cNvSpPr/>
            <p:nvPr/>
          </p:nvSpPr>
          <p:spPr>
            <a:xfrm>
              <a:off x="5298683" y="2181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6" name="pt13696"/>
            <p:cNvSpPr/>
            <p:nvPr/>
          </p:nvSpPr>
          <p:spPr>
            <a:xfrm>
              <a:off x="5336911" y="2202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7" name="pt13697"/>
            <p:cNvSpPr/>
            <p:nvPr/>
          </p:nvSpPr>
          <p:spPr>
            <a:xfrm>
              <a:off x="5156604" y="2171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8" name="pt13698"/>
            <p:cNvSpPr/>
            <p:nvPr/>
          </p:nvSpPr>
          <p:spPr>
            <a:xfrm>
              <a:off x="5474406" y="2220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9" name="pt13699"/>
            <p:cNvSpPr/>
            <p:nvPr/>
          </p:nvSpPr>
          <p:spPr>
            <a:xfrm>
              <a:off x="5652129" y="1717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0" name="pt13700"/>
            <p:cNvSpPr/>
            <p:nvPr/>
          </p:nvSpPr>
          <p:spPr>
            <a:xfrm>
              <a:off x="5918115" y="2223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1" name="pt13701"/>
            <p:cNvSpPr/>
            <p:nvPr/>
          </p:nvSpPr>
          <p:spPr>
            <a:xfrm>
              <a:off x="5157854" y="2124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2" name="pt13702"/>
            <p:cNvSpPr/>
            <p:nvPr/>
          </p:nvSpPr>
          <p:spPr>
            <a:xfrm>
              <a:off x="5370839" y="2059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3" name="pt13703"/>
            <p:cNvSpPr/>
            <p:nvPr/>
          </p:nvSpPr>
          <p:spPr>
            <a:xfrm>
              <a:off x="5165098" y="2168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4" name="pt13704"/>
            <p:cNvSpPr/>
            <p:nvPr/>
          </p:nvSpPr>
          <p:spPr>
            <a:xfrm>
              <a:off x="4506606" y="2385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5" name="pt13705"/>
            <p:cNvSpPr/>
            <p:nvPr/>
          </p:nvSpPr>
          <p:spPr>
            <a:xfrm>
              <a:off x="5205397" y="1857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6" name="pt13706"/>
            <p:cNvSpPr/>
            <p:nvPr/>
          </p:nvSpPr>
          <p:spPr>
            <a:xfrm>
              <a:off x="5284141" y="1961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7" name="pt13707"/>
            <p:cNvSpPr/>
            <p:nvPr/>
          </p:nvSpPr>
          <p:spPr>
            <a:xfrm>
              <a:off x="5552701" y="2081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8" name="pt13708"/>
            <p:cNvSpPr/>
            <p:nvPr/>
          </p:nvSpPr>
          <p:spPr>
            <a:xfrm>
              <a:off x="5497255" y="2085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9" name="pt13709"/>
            <p:cNvSpPr/>
            <p:nvPr/>
          </p:nvSpPr>
          <p:spPr>
            <a:xfrm>
              <a:off x="5451384" y="2336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0" name="pt13710"/>
            <p:cNvSpPr/>
            <p:nvPr/>
          </p:nvSpPr>
          <p:spPr>
            <a:xfrm>
              <a:off x="5389974" y="2105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1" name="pt13711"/>
            <p:cNvSpPr/>
            <p:nvPr/>
          </p:nvSpPr>
          <p:spPr>
            <a:xfrm>
              <a:off x="5260045" y="226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2" name="pt13712"/>
            <p:cNvSpPr/>
            <p:nvPr/>
          </p:nvSpPr>
          <p:spPr>
            <a:xfrm>
              <a:off x="5487366" y="1913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3" name="pt13713"/>
            <p:cNvSpPr/>
            <p:nvPr/>
          </p:nvSpPr>
          <p:spPr>
            <a:xfrm>
              <a:off x="5573687" y="1668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4" name="pt13714"/>
            <p:cNvSpPr/>
            <p:nvPr/>
          </p:nvSpPr>
          <p:spPr>
            <a:xfrm>
              <a:off x="5322547" y="2208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5" name="pt13715"/>
            <p:cNvSpPr/>
            <p:nvPr/>
          </p:nvSpPr>
          <p:spPr>
            <a:xfrm>
              <a:off x="5582640" y="1680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6" name="pt13716"/>
            <p:cNvSpPr/>
            <p:nvPr/>
          </p:nvSpPr>
          <p:spPr>
            <a:xfrm>
              <a:off x="4974073" y="2352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7" name="pt13717"/>
            <p:cNvSpPr/>
            <p:nvPr/>
          </p:nvSpPr>
          <p:spPr>
            <a:xfrm>
              <a:off x="5694223" y="1977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8" name="pt13718"/>
            <p:cNvSpPr/>
            <p:nvPr/>
          </p:nvSpPr>
          <p:spPr>
            <a:xfrm>
              <a:off x="5070420" y="2202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9" name="pt13719"/>
            <p:cNvSpPr/>
            <p:nvPr/>
          </p:nvSpPr>
          <p:spPr>
            <a:xfrm>
              <a:off x="5456273" y="2212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0" name="pt13720"/>
            <p:cNvSpPr/>
            <p:nvPr/>
          </p:nvSpPr>
          <p:spPr>
            <a:xfrm>
              <a:off x="5459030" y="2026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1" name="pt13721"/>
            <p:cNvSpPr/>
            <p:nvPr/>
          </p:nvSpPr>
          <p:spPr>
            <a:xfrm>
              <a:off x="5337253" y="2042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2" name="pt13722"/>
            <p:cNvSpPr/>
            <p:nvPr/>
          </p:nvSpPr>
          <p:spPr>
            <a:xfrm>
              <a:off x="5753924" y="1864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3" name="pt13723"/>
            <p:cNvSpPr/>
            <p:nvPr/>
          </p:nvSpPr>
          <p:spPr>
            <a:xfrm>
              <a:off x="5412047" y="2220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4" name="pt13724"/>
            <p:cNvSpPr/>
            <p:nvPr/>
          </p:nvSpPr>
          <p:spPr>
            <a:xfrm>
              <a:off x="5547775" y="1971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5" name="pt13725"/>
            <p:cNvSpPr/>
            <p:nvPr/>
          </p:nvSpPr>
          <p:spPr>
            <a:xfrm>
              <a:off x="4954481" y="2249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6" name="pt13726"/>
            <p:cNvSpPr/>
            <p:nvPr/>
          </p:nvSpPr>
          <p:spPr>
            <a:xfrm>
              <a:off x="5604997" y="2028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7" name="pt13727"/>
            <p:cNvSpPr/>
            <p:nvPr/>
          </p:nvSpPr>
          <p:spPr>
            <a:xfrm>
              <a:off x="5120218" y="2307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8" name="pt13728"/>
            <p:cNvSpPr/>
            <p:nvPr/>
          </p:nvSpPr>
          <p:spPr>
            <a:xfrm>
              <a:off x="5324381" y="2144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9" name="pt13729"/>
            <p:cNvSpPr/>
            <p:nvPr/>
          </p:nvSpPr>
          <p:spPr>
            <a:xfrm>
              <a:off x="5534826" y="1987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0" name="pt13730"/>
            <p:cNvSpPr/>
            <p:nvPr/>
          </p:nvSpPr>
          <p:spPr>
            <a:xfrm>
              <a:off x="5489789" y="1880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1" name="pt13731"/>
            <p:cNvSpPr/>
            <p:nvPr/>
          </p:nvSpPr>
          <p:spPr>
            <a:xfrm>
              <a:off x="5206720" y="2120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2" name="pt13732"/>
            <p:cNvSpPr/>
            <p:nvPr/>
          </p:nvSpPr>
          <p:spPr>
            <a:xfrm>
              <a:off x="5763935" y="141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3" name="pt13733"/>
            <p:cNvSpPr/>
            <p:nvPr/>
          </p:nvSpPr>
          <p:spPr>
            <a:xfrm>
              <a:off x="5463862" y="2142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4" name="pt13734"/>
            <p:cNvSpPr/>
            <p:nvPr/>
          </p:nvSpPr>
          <p:spPr>
            <a:xfrm>
              <a:off x="5006956" y="2724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5" name="pt13735"/>
            <p:cNvSpPr/>
            <p:nvPr/>
          </p:nvSpPr>
          <p:spPr>
            <a:xfrm>
              <a:off x="5190655" y="2139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6" name="pt13736"/>
            <p:cNvSpPr/>
            <p:nvPr/>
          </p:nvSpPr>
          <p:spPr>
            <a:xfrm>
              <a:off x="5082182" y="2531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7" name="pt13737"/>
            <p:cNvSpPr/>
            <p:nvPr/>
          </p:nvSpPr>
          <p:spPr>
            <a:xfrm>
              <a:off x="5435693" y="202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8" name="pt13738"/>
            <p:cNvSpPr/>
            <p:nvPr/>
          </p:nvSpPr>
          <p:spPr>
            <a:xfrm>
              <a:off x="5358514" y="2064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9" name="pt13739"/>
            <p:cNvSpPr/>
            <p:nvPr/>
          </p:nvSpPr>
          <p:spPr>
            <a:xfrm>
              <a:off x="5554009" y="2084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0" name="pt13740"/>
            <p:cNvSpPr/>
            <p:nvPr/>
          </p:nvSpPr>
          <p:spPr>
            <a:xfrm>
              <a:off x="5125943" y="2134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1" name="pt13741"/>
            <p:cNvSpPr/>
            <p:nvPr/>
          </p:nvSpPr>
          <p:spPr>
            <a:xfrm>
              <a:off x="5726786" y="2039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2" name="pt13742"/>
            <p:cNvSpPr/>
            <p:nvPr/>
          </p:nvSpPr>
          <p:spPr>
            <a:xfrm>
              <a:off x="5226301" y="2081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3" name="pt13743"/>
            <p:cNvSpPr/>
            <p:nvPr/>
          </p:nvSpPr>
          <p:spPr>
            <a:xfrm>
              <a:off x="4986953" y="1807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4" name="pt13744"/>
            <p:cNvSpPr/>
            <p:nvPr/>
          </p:nvSpPr>
          <p:spPr>
            <a:xfrm>
              <a:off x="5659736" y="2004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5" name="pt13745"/>
            <p:cNvSpPr/>
            <p:nvPr/>
          </p:nvSpPr>
          <p:spPr>
            <a:xfrm>
              <a:off x="5373965" y="2041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6" name="pt13746"/>
            <p:cNvSpPr/>
            <p:nvPr/>
          </p:nvSpPr>
          <p:spPr>
            <a:xfrm>
              <a:off x="5426480" y="2259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7" name="pt13747"/>
            <p:cNvSpPr/>
            <p:nvPr/>
          </p:nvSpPr>
          <p:spPr>
            <a:xfrm>
              <a:off x="5487462" y="2046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8" name="pt13748"/>
            <p:cNvSpPr/>
            <p:nvPr/>
          </p:nvSpPr>
          <p:spPr>
            <a:xfrm>
              <a:off x="5530999" y="2036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9" name="pt13749"/>
            <p:cNvSpPr/>
            <p:nvPr/>
          </p:nvSpPr>
          <p:spPr>
            <a:xfrm>
              <a:off x="5239829" y="2105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0" name="pt13750"/>
            <p:cNvSpPr/>
            <p:nvPr/>
          </p:nvSpPr>
          <p:spPr>
            <a:xfrm>
              <a:off x="5362269" y="2025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1" name="pt13751"/>
            <p:cNvSpPr/>
            <p:nvPr/>
          </p:nvSpPr>
          <p:spPr>
            <a:xfrm>
              <a:off x="5388669" y="2178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2" name="pt13752"/>
            <p:cNvSpPr/>
            <p:nvPr/>
          </p:nvSpPr>
          <p:spPr>
            <a:xfrm>
              <a:off x="5592083" y="1485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3" name="pt13753"/>
            <p:cNvSpPr/>
            <p:nvPr/>
          </p:nvSpPr>
          <p:spPr>
            <a:xfrm>
              <a:off x="4858404" y="2475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4" name="pt13754"/>
            <p:cNvSpPr/>
            <p:nvPr/>
          </p:nvSpPr>
          <p:spPr>
            <a:xfrm>
              <a:off x="5104962" y="2132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5" name="pt13755"/>
            <p:cNvSpPr/>
            <p:nvPr/>
          </p:nvSpPr>
          <p:spPr>
            <a:xfrm>
              <a:off x="5085507" y="2484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6" name="pt13756"/>
            <p:cNvSpPr/>
            <p:nvPr/>
          </p:nvSpPr>
          <p:spPr>
            <a:xfrm>
              <a:off x="5323809" y="2329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7" name="pt13757"/>
            <p:cNvSpPr/>
            <p:nvPr/>
          </p:nvSpPr>
          <p:spPr>
            <a:xfrm>
              <a:off x="5493206" y="2000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8" name="pt13758"/>
            <p:cNvSpPr/>
            <p:nvPr/>
          </p:nvSpPr>
          <p:spPr>
            <a:xfrm>
              <a:off x="5357623" y="2042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9" name="pt13759"/>
            <p:cNvSpPr/>
            <p:nvPr/>
          </p:nvSpPr>
          <p:spPr>
            <a:xfrm>
              <a:off x="5384055" y="2101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0" name="pt13760"/>
            <p:cNvSpPr/>
            <p:nvPr/>
          </p:nvSpPr>
          <p:spPr>
            <a:xfrm>
              <a:off x="5799044" y="1571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1" name="pt13761"/>
            <p:cNvSpPr/>
            <p:nvPr/>
          </p:nvSpPr>
          <p:spPr>
            <a:xfrm>
              <a:off x="5195002" y="1911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2" name="pt13762"/>
            <p:cNvSpPr/>
            <p:nvPr/>
          </p:nvSpPr>
          <p:spPr>
            <a:xfrm>
              <a:off x="5380880" y="2037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3" name="pt13763"/>
            <p:cNvSpPr/>
            <p:nvPr/>
          </p:nvSpPr>
          <p:spPr>
            <a:xfrm>
              <a:off x="5221818" y="2124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4" name="pt13764"/>
            <p:cNvSpPr/>
            <p:nvPr/>
          </p:nvSpPr>
          <p:spPr>
            <a:xfrm>
              <a:off x="5594526" y="1912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5" name="pt13765"/>
            <p:cNvSpPr/>
            <p:nvPr/>
          </p:nvSpPr>
          <p:spPr>
            <a:xfrm>
              <a:off x="5456775" y="2168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6" name="pt13766"/>
            <p:cNvSpPr/>
            <p:nvPr/>
          </p:nvSpPr>
          <p:spPr>
            <a:xfrm>
              <a:off x="5379663" y="2004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7" name="pt13767"/>
            <p:cNvSpPr/>
            <p:nvPr/>
          </p:nvSpPr>
          <p:spPr>
            <a:xfrm>
              <a:off x="5233067" y="2144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8" name="pt13768"/>
            <p:cNvSpPr/>
            <p:nvPr/>
          </p:nvSpPr>
          <p:spPr>
            <a:xfrm>
              <a:off x="5419931" y="2151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9" name="pt13769"/>
            <p:cNvSpPr/>
            <p:nvPr/>
          </p:nvSpPr>
          <p:spPr>
            <a:xfrm>
              <a:off x="5168421" y="2151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0" name="pt13770"/>
            <p:cNvSpPr/>
            <p:nvPr/>
          </p:nvSpPr>
          <p:spPr>
            <a:xfrm>
              <a:off x="5432196" y="222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1" name="pt13771"/>
            <p:cNvSpPr/>
            <p:nvPr/>
          </p:nvSpPr>
          <p:spPr>
            <a:xfrm>
              <a:off x="5392293" y="2103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2" name="pt13772"/>
            <p:cNvSpPr/>
            <p:nvPr/>
          </p:nvSpPr>
          <p:spPr>
            <a:xfrm>
              <a:off x="4880180" y="2519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3" name="pt13773"/>
            <p:cNvSpPr/>
            <p:nvPr/>
          </p:nvSpPr>
          <p:spPr>
            <a:xfrm>
              <a:off x="5707551" y="1890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4" name="pt13774"/>
            <p:cNvSpPr/>
            <p:nvPr/>
          </p:nvSpPr>
          <p:spPr>
            <a:xfrm>
              <a:off x="5033694" y="262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5" name="pt13775"/>
            <p:cNvSpPr/>
            <p:nvPr/>
          </p:nvSpPr>
          <p:spPr>
            <a:xfrm>
              <a:off x="5123100" y="2039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6" name="pt13776"/>
            <p:cNvSpPr/>
            <p:nvPr/>
          </p:nvSpPr>
          <p:spPr>
            <a:xfrm>
              <a:off x="5366742" y="1949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7" name="pt13777"/>
            <p:cNvSpPr/>
            <p:nvPr/>
          </p:nvSpPr>
          <p:spPr>
            <a:xfrm>
              <a:off x="5066913" y="2469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8" name="pt13778"/>
            <p:cNvSpPr/>
            <p:nvPr/>
          </p:nvSpPr>
          <p:spPr>
            <a:xfrm>
              <a:off x="4901694" y="2657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9" name="pt13779"/>
            <p:cNvSpPr/>
            <p:nvPr/>
          </p:nvSpPr>
          <p:spPr>
            <a:xfrm>
              <a:off x="5407414" y="2161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0" name="pt13780"/>
            <p:cNvSpPr/>
            <p:nvPr/>
          </p:nvSpPr>
          <p:spPr>
            <a:xfrm>
              <a:off x="5303169" y="2120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1" name="pt13781"/>
            <p:cNvSpPr/>
            <p:nvPr/>
          </p:nvSpPr>
          <p:spPr>
            <a:xfrm>
              <a:off x="5332154" y="2103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2" name="pt13782"/>
            <p:cNvSpPr/>
            <p:nvPr/>
          </p:nvSpPr>
          <p:spPr>
            <a:xfrm>
              <a:off x="5472019" y="2191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3" name="pt13783"/>
            <p:cNvSpPr/>
            <p:nvPr/>
          </p:nvSpPr>
          <p:spPr>
            <a:xfrm>
              <a:off x="5325118" y="2119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4" name="pt13784"/>
            <p:cNvSpPr/>
            <p:nvPr/>
          </p:nvSpPr>
          <p:spPr>
            <a:xfrm>
              <a:off x="5802169" y="1780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5" name="pt13785"/>
            <p:cNvSpPr/>
            <p:nvPr/>
          </p:nvSpPr>
          <p:spPr>
            <a:xfrm>
              <a:off x="5227118" y="2117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6" name="pt13786"/>
            <p:cNvSpPr/>
            <p:nvPr/>
          </p:nvSpPr>
          <p:spPr>
            <a:xfrm>
              <a:off x="5205879" y="2044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7" name="pt13787"/>
            <p:cNvSpPr/>
            <p:nvPr/>
          </p:nvSpPr>
          <p:spPr>
            <a:xfrm>
              <a:off x="5124193" y="2104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8" name="pt13788"/>
            <p:cNvSpPr/>
            <p:nvPr/>
          </p:nvSpPr>
          <p:spPr>
            <a:xfrm>
              <a:off x="5553164" y="2011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9" name="pt13789"/>
            <p:cNvSpPr/>
            <p:nvPr/>
          </p:nvSpPr>
          <p:spPr>
            <a:xfrm>
              <a:off x="5300169" y="2120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0" name="pt13790"/>
            <p:cNvSpPr/>
            <p:nvPr/>
          </p:nvSpPr>
          <p:spPr>
            <a:xfrm>
              <a:off x="5506557" y="1904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1" name="pt13791"/>
            <p:cNvSpPr/>
            <p:nvPr/>
          </p:nvSpPr>
          <p:spPr>
            <a:xfrm>
              <a:off x="5339047" y="2244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2" name="pt13792"/>
            <p:cNvSpPr/>
            <p:nvPr/>
          </p:nvSpPr>
          <p:spPr>
            <a:xfrm>
              <a:off x="5048795" y="2666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3" name="pt13793"/>
            <p:cNvSpPr/>
            <p:nvPr/>
          </p:nvSpPr>
          <p:spPr>
            <a:xfrm>
              <a:off x="4904437" y="2174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4" name="pt13794"/>
            <p:cNvSpPr/>
            <p:nvPr/>
          </p:nvSpPr>
          <p:spPr>
            <a:xfrm>
              <a:off x="5373536" y="1910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5" name="pt13795"/>
            <p:cNvSpPr/>
            <p:nvPr/>
          </p:nvSpPr>
          <p:spPr>
            <a:xfrm>
              <a:off x="5159993" y="2142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6" name="pt13796"/>
            <p:cNvSpPr/>
            <p:nvPr/>
          </p:nvSpPr>
          <p:spPr>
            <a:xfrm>
              <a:off x="5563519" y="1971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7" name="pt13797"/>
            <p:cNvSpPr/>
            <p:nvPr/>
          </p:nvSpPr>
          <p:spPr>
            <a:xfrm>
              <a:off x="4611081" y="2624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8" name="pt13798"/>
            <p:cNvSpPr/>
            <p:nvPr/>
          </p:nvSpPr>
          <p:spPr>
            <a:xfrm>
              <a:off x="5559413" y="2017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9" name="pt13799"/>
            <p:cNvSpPr/>
            <p:nvPr/>
          </p:nvSpPr>
          <p:spPr>
            <a:xfrm>
              <a:off x="5357292" y="1998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0" name="pt13800"/>
            <p:cNvSpPr/>
            <p:nvPr/>
          </p:nvSpPr>
          <p:spPr>
            <a:xfrm>
              <a:off x="5136682" y="2127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1" name="pt13801"/>
            <p:cNvSpPr/>
            <p:nvPr/>
          </p:nvSpPr>
          <p:spPr>
            <a:xfrm>
              <a:off x="5232115" y="2211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2" name="pt13802"/>
            <p:cNvSpPr/>
            <p:nvPr/>
          </p:nvSpPr>
          <p:spPr>
            <a:xfrm>
              <a:off x="5302405" y="2166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3" name="pt13803"/>
            <p:cNvSpPr/>
            <p:nvPr/>
          </p:nvSpPr>
          <p:spPr>
            <a:xfrm>
              <a:off x="5638198" y="1779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4" name="pt13804"/>
            <p:cNvSpPr/>
            <p:nvPr/>
          </p:nvSpPr>
          <p:spPr>
            <a:xfrm>
              <a:off x="5780850" y="1948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5" name="pt13805"/>
            <p:cNvSpPr/>
            <p:nvPr/>
          </p:nvSpPr>
          <p:spPr>
            <a:xfrm>
              <a:off x="5592645" y="1913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6" name="pt13806"/>
            <p:cNvSpPr/>
            <p:nvPr/>
          </p:nvSpPr>
          <p:spPr>
            <a:xfrm>
              <a:off x="5802902" y="1596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7" name="pt13807"/>
            <p:cNvSpPr/>
            <p:nvPr/>
          </p:nvSpPr>
          <p:spPr>
            <a:xfrm>
              <a:off x="5692888" y="1882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8" name="pt13808"/>
            <p:cNvSpPr/>
            <p:nvPr/>
          </p:nvSpPr>
          <p:spPr>
            <a:xfrm>
              <a:off x="5375962" y="1953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9" name="pt13809"/>
            <p:cNvSpPr/>
            <p:nvPr/>
          </p:nvSpPr>
          <p:spPr>
            <a:xfrm>
              <a:off x="5523792" y="1896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0" name="pt13810"/>
            <p:cNvSpPr/>
            <p:nvPr/>
          </p:nvSpPr>
          <p:spPr>
            <a:xfrm>
              <a:off x="5166923" y="2190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1" name="pt13811"/>
            <p:cNvSpPr/>
            <p:nvPr/>
          </p:nvSpPr>
          <p:spPr>
            <a:xfrm>
              <a:off x="5479662" y="2202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2" name="pt13812"/>
            <p:cNvSpPr/>
            <p:nvPr/>
          </p:nvSpPr>
          <p:spPr>
            <a:xfrm>
              <a:off x="5038185" y="2708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3" name="pt13813"/>
            <p:cNvSpPr/>
            <p:nvPr/>
          </p:nvSpPr>
          <p:spPr>
            <a:xfrm>
              <a:off x="5402283" y="2258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4" name="pt13814"/>
            <p:cNvSpPr/>
            <p:nvPr/>
          </p:nvSpPr>
          <p:spPr>
            <a:xfrm>
              <a:off x="5295830" y="2166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5" name="pt13815"/>
            <p:cNvSpPr/>
            <p:nvPr/>
          </p:nvSpPr>
          <p:spPr>
            <a:xfrm>
              <a:off x="5281632" y="2052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6" name="pt13816"/>
            <p:cNvSpPr/>
            <p:nvPr/>
          </p:nvSpPr>
          <p:spPr>
            <a:xfrm>
              <a:off x="5420100" y="2006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7" name="pt13817"/>
            <p:cNvSpPr/>
            <p:nvPr/>
          </p:nvSpPr>
          <p:spPr>
            <a:xfrm>
              <a:off x="5206943" y="224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8" name="pt13818"/>
            <p:cNvSpPr/>
            <p:nvPr/>
          </p:nvSpPr>
          <p:spPr>
            <a:xfrm>
              <a:off x="5172437" y="2200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9" name="pt13819"/>
            <p:cNvSpPr/>
            <p:nvPr/>
          </p:nvSpPr>
          <p:spPr>
            <a:xfrm>
              <a:off x="5699526" y="1870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0" name="pt13820"/>
            <p:cNvSpPr/>
            <p:nvPr/>
          </p:nvSpPr>
          <p:spPr>
            <a:xfrm>
              <a:off x="5570605" y="1824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1" name="pt13821"/>
            <p:cNvSpPr/>
            <p:nvPr/>
          </p:nvSpPr>
          <p:spPr>
            <a:xfrm>
              <a:off x="4842672" y="1980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2" name="pt13822"/>
            <p:cNvSpPr/>
            <p:nvPr/>
          </p:nvSpPr>
          <p:spPr>
            <a:xfrm>
              <a:off x="5353359" y="2085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3" name="pt13823"/>
            <p:cNvSpPr/>
            <p:nvPr/>
          </p:nvSpPr>
          <p:spPr>
            <a:xfrm>
              <a:off x="4919084" y="2116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4" name="pt13824"/>
            <p:cNvSpPr/>
            <p:nvPr/>
          </p:nvSpPr>
          <p:spPr>
            <a:xfrm>
              <a:off x="5542584" y="1949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5" name="pt13825"/>
            <p:cNvSpPr/>
            <p:nvPr/>
          </p:nvSpPr>
          <p:spPr>
            <a:xfrm>
              <a:off x="5514943" y="2041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6" name="pt13826"/>
            <p:cNvSpPr/>
            <p:nvPr/>
          </p:nvSpPr>
          <p:spPr>
            <a:xfrm>
              <a:off x="5081315" y="2379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7" name="pt13827"/>
            <p:cNvSpPr/>
            <p:nvPr/>
          </p:nvSpPr>
          <p:spPr>
            <a:xfrm>
              <a:off x="5432840" y="2040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8" name="pt13828"/>
            <p:cNvSpPr/>
            <p:nvPr/>
          </p:nvSpPr>
          <p:spPr>
            <a:xfrm>
              <a:off x="5741710" y="1748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9" name="pt13829"/>
            <p:cNvSpPr/>
            <p:nvPr/>
          </p:nvSpPr>
          <p:spPr>
            <a:xfrm>
              <a:off x="5156152" y="2026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0" name="pt13830"/>
            <p:cNvSpPr/>
            <p:nvPr/>
          </p:nvSpPr>
          <p:spPr>
            <a:xfrm>
              <a:off x="5474147" y="2212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1" name="pt13831"/>
            <p:cNvSpPr/>
            <p:nvPr/>
          </p:nvSpPr>
          <p:spPr>
            <a:xfrm>
              <a:off x="5651520" y="2118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2" name="pt13832"/>
            <p:cNvSpPr/>
            <p:nvPr/>
          </p:nvSpPr>
          <p:spPr>
            <a:xfrm>
              <a:off x="5613541" y="2110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3" name="pt13833"/>
            <p:cNvSpPr/>
            <p:nvPr/>
          </p:nvSpPr>
          <p:spPr>
            <a:xfrm>
              <a:off x="5235560" y="2069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4" name="pt13834"/>
            <p:cNvSpPr/>
            <p:nvPr/>
          </p:nvSpPr>
          <p:spPr>
            <a:xfrm>
              <a:off x="5266717" y="2369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5" name="pt13835"/>
            <p:cNvSpPr/>
            <p:nvPr/>
          </p:nvSpPr>
          <p:spPr>
            <a:xfrm>
              <a:off x="5664832" y="1931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6" name="pt13836"/>
            <p:cNvSpPr/>
            <p:nvPr/>
          </p:nvSpPr>
          <p:spPr>
            <a:xfrm>
              <a:off x="5658732" y="1932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7" name="pt13837"/>
            <p:cNvSpPr/>
            <p:nvPr/>
          </p:nvSpPr>
          <p:spPr>
            <a:xfrm>
              <a:off x="5294455" y="2144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8" name="pt13838"/>
            <p:cNvSpPr/>
            <p:nvPr/>
          </p:nvSpPr>
          <p:spPr>
            <a:xfrm>
              <a:off x="5687182" y="1985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9" name="pt13839"/>
            <p:cNvSpPr/>
            <p:nvPr/>
          </p:nvSpPr>
          <p:spPr>
            <a:xfrm>
              <a:off x="4894288" y="2741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0" name="pt13840"/>
            <p:cNvSpPr/>
            <p:nvPr/>
          </p:nvSpPr>
          <p:spPr>
            <a:xfrm>
              <a:off x="5561584" y="2068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1" name="pt13841"/>
            <p:cNvSpPr/>
            <p:nvPr/>
          </p:nvSpPr>
          <p:spPr>
            <a:xfrm>
              <a:off x="5134491" y="1986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2" name="pt13842"/>
            <p:cNvSpPr/>
            <p:nvPr/>
          </p:nvSpPr>
          <p:spPr>
            <a:xfrm>
              <a:off x="5522902" y="1840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3" name="pt13843"/>
            <p:cNvSpPr/>
            <p:nvPr/>
          </p:nvSpPr>
          <p:spPr>
            <a:xfrm>
              <a:off x="5284843" y="2022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4" name="pt13844"/>
            <p:cNvSpPr/>
            <p:nvPr/>
          </p:nvSpPr>
          <p:spPr>
            <a:xfrm>
              <a:off x="4983502" y="2142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5" name="pt13845"/>
            <p:cNvSpPr/>
            <p:nvPr/>
          </p:nvSpPr>
          <p:spPr>
            <a:xfrm>
              <a:off x="5367732" y="1963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6" name="pt13846"/>
            <p:cNvSpPr/>
            <p:nvPr/>
          </p:nvSpPr>
          <p:spPr>
            <a:xfrm>
              <a:off x="5491189" y="2214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7" name="pt13847"/>
            <p:cNvSpPr/>
            <p:nvPr/>
          </p:nvSpPr>
          <p:spPr>
            <a:xfrm>
              <a:off x="5403592" y="2133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8" name="pt13848"/>
            <p:cNvSpPr/>
            <p:nvPr/>
          </p:nvSpPr>
          <p:spPr>
            <a:xfrm>
              <a:off x="5336746" y="2178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9" name="pt13849"/>
            <p:cNvSpPr/>
            <p:nvPr/>
          </p:nvSpPr>
          <p:spPr>
            <a:xfrm>
              <a:off x="5455034" y="2150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0" name="pt13850"/>
            <p:cNvSpPr/>
            <p:nvPr/>
          </p:nvSpPr>
          <p:spPr>
            <a:xfrm>
              <a:off x="5277127" y="2131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1" name="pt13851"/>
            <p:cNvSpPr/>
            <p:nvPr/>
          </p:nvSpPr>
          <p:spPr>
            <a:xfrm>
              <a:off x="4744094" y="2357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2" name="pt13852"/>
            <p:cNvSpPr/>
            <p:nvPr/>
          </p:nvSpPr>
          <p:spPr>
            <a:xfrm>
              <a:off x="5156070" y="2109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3" name="pt13853"/>
            <p:cNvSpPr/>
            <p:nvPr/>
          </p:nvSpPr>
          <p:spPr>
            <a:xfrm>
              <a:off x="5498556" y="1998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4" name="pt13854"/>
            <p:cNvSpPr/>
            <p:nvPr/>
          </p:nvSpPr>
          <p:spPr>
            <a:xfrm>
              <a:off x="5685392" y="1933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5" name="pt13855"/>
            <p:cNvSpPr/>
            <p:nvPr/>
          </p:nvSpPr>
          <p:spPr>
            <a:xfrm>
              <a:off x="5170103" y="2133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6" name="pt13856"/>
            <p:cNvSpPr/>
            <p:nvPr/>
          </p:nvSpPr>
          <p:spPr>
            <a:xfrm>
              <a:off x="5489821" y="209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7" name="pt13857"/>
            <p:cNvSpPr/>
            <p:nvPr/>
          </p:nvSpPr>
          <p:spPr>
            <a:xfrm>
              <a:off x="5615682" y="1911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8" name="pt13858"/>
            <p:cNvSpPr/>
            <p:nvPr/>
          </p:nvSpPr>
          <p:spPr>
            <a:xfrm>
              <a:off x="5100753" y="205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9" name="pt13859"/>
            <p:cNvSpPr/>
            <p:nvPr/>
          </p:nvSpPr>
          <p:spPr>
            <a:xfrm>
              <a:off x="5022758" y="2575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0" name="pt13860"/>
            <p:cNvSpPr/>
            <p:nvPr/>
          </p:nvSpPr>
          <p:spPr>
            <a:xfrm>
              <a:off x="5424775" y="2262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1" name="pt13861"/>
            <p:cNvSpPr/>
            <p:nvPr/>
          </p:nvSpPr>
          <p:spPr>
            <a:xfrm>
              <a:off x="5538551" y="1907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2" name="pt13862"/>
            <p:cNvSpPr/>
            <p:nvPr/>
          </p:nvSpPr>
          <p:spPr>
            <a:xfrm>
              <a:off x="5620801" y="1805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3" name="pt13863"/>
            <p:cNvSpPr/>
            <p:nvPr/>
          </p:nvSpPr>
          <p:spPr>
            <a:xfrm>
              <a:off x="5213808" y="2234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4" name="pt13864"/>
            <p:cNvSpPr/>
            <p:nvPr/>
          </p:nvSpPr>
          <p:spPr>
            <a:xfrm>
              <a:off x="5486648" y="2106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5" name="pt13865"/>
            <p:cNvSpPr/>
            <p:nvPr/>
          </p:nvSpPr>
          <p:spPr>
            <a:xfrm>
              <a:off x="5510305" y="2124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6" name="pt13866"/>
            <p:cNvSpPr/>
            <p:nvPr/>
          </p:nvSpPr>
          <p:spPr>
            <a:xfrm>
              <a:off x="5082242" y="2330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7" name="pt13867"/>
            <p:cNvSpPr/>
            <p:nvPr/>
          </p:nvSpPr>
          <p:spPr>
            <a:xfrm>
              <a:off x="5263835" y="2227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8" name="pt13868"/>
            <p:cNvSpPr/>
            <p:nvPr/>
          </p:nvSpPr>
          <p:spPr>
            <a:xfrm>
              <a:off x="4945790" y="2486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9" name="pt13869"/>
            <p:cNvSpPr/>
            <p:nvPr/>
          </p:nvSpPr>
          <p:spPr>
            <a:xfrm>
              <a:off x="5677950" y="2091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0" name="pt13870"/>
            <p:cNvSpPr/>
            <p:nvPr/>
          </p:nvSpPr>
          <p:spPr>
            <a:xfrm>
              <a:off x="5577805" y="1712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1" name="pt13871"/>
            <p:cNvSpPr/>
            <p:nvPr/>
          </p:nvSpPr>
          <p:spPr>
            <a:xfrm>
              <a:off x="5655042" y="1911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2" name="pt13872"/>
            <p:cNvSpPr/>
            <p:nvPr/>
          </p:nvSpPr>
          <p:spPr>
            <a:xfrm>
              <a:off x="5228905" y="218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3" name="pt13873"/>
            <p:cNvSpPr/>
            <p:nvPr/>
          </p:nvSpPr>
          <p:spPr>
            <a:xfrm>
              <a:off x="5074350" y="2211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4" name="pt13874"/>
            <p:cNvSpPr/>
            <p:nvPr/>
          </p:nvSpPr>
          <p:spPr>
            <a:xfrm>
              <a:off x="5489879" y="1926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5" name="pt13875"/>
            <p:cNvSpPr/>
            <p:nvPr/>
          </p:nvSpPr>
          <p:spPr>
            <a:xfrm>
              <a:off x="5340876" y="2091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6" name="pt13876"/>
            <p:cNvSpPr/>
            <p:nvPr/>
          </p:nvSpPr>
          <p:spPr>
            <a:xfrm>
              <a:off x="5088882" y="2340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7" name="pt13877"/>
            <p:cNvSpPr/>
            <p:nvPr/>
          </p:nvSpPr>
          <p:spPr>
            <a:xfrm>
              <a:off x="5012475" y="2654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8" name="pt13878"/>
            <p:cNvSpPr/>
            <p:nvPr/>
          </p:nvSpPr>
          <p:spPr>
            <a:xfrm>
              <a:off x="5388909" y="2217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9" name="pt13879"/>
            <p:cNvSpPr/>
            <p:nvPr/>
          </p:nvSpPr>
          <p:spPr>
            <a:xfrm>
              <a:off x="5313013" y="1929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0" name="pt13880"/>
            <p:cNvSpPr/>
            <p:nvPr/>
          </p:nvSpPr>
          <p:spPr>
            <a:xfrm>
              <a:off x="5472946" y="2195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1" name="pt13881"/>
            <p:cNvSpPr/>
            <p:nvPr/>
          </p:nvSpPr>
          <p:spPr>
            <a:xfrm>
              <a:off x="4813657" y="1533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2" name="pt13882"/>
            <p:cNvSpPr/>
            <p:nvPr/>
          </p:nvSpPr>
          <p:spPr>
            <a:xfrm>
              <a:off x="5611052" y="1961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3" name="pt13883"/>
            <p:cNvSpPr/>
            <p:nvPr/>
          </p:nvSpPr>
          <p:spPr>
            <a:xfrm>
              <a:off x="5544143" y="1863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4" name="pt13884"/>
            <p:cNvSpPr/>
            <p:nvPr/>
          </p:nvSpPr>
          <p:spPr>
            <a:xfrm>
              <a:off x="5075185" y="2189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5" name="pt13885"/>
            <p:cNvSpPr/>
            <p:nvPr/>
          </p:nvSpPr>
          <p:spPr>
            <a:xfrm>
              <a:off x="5664695" y="2074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6" name="pt13886"/>
            <p:cNvSpPr/>
            <p:nvPr/>
          </p:nvSpPr>
          <p:spPr>
            <a:xfrm>
              <a:off x="5315254" y="2234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7" name="pt13887"/>
            <p:cNvSpPr/>
            <p:nvPr/>
          </p:nvSpPr>
          <p:spPr>
            <a:xfrm>
              <a:off x="5658995" y="2026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8" name="pt13888"/>
            <p:cNvSpPr/>
            <p:nvPr/>
          </p:nvSpPr>
          <p:spPr>
            <a:xfrm>
              <a:off x="5168125" y="2190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9" name="pt13889"/>
            <p:cNvSpPr/>
            <p:nvPr/>
          </p:nvSpPr>
          <p:spPr>
            <a:xfrm>
              <a:off x="5417653" y="2058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0" name="pt13890"/>
            <p:cNvSpPr/>
            <p:nvPr/>
          </p:nvSpPr>
          <p:spPr>
            <a:xfrm>
              <a:off x="5448674" y="2240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1" name="pt13891"/>
            <p:cNvSpPr/>
            <p:nvPr/>
          </p:nvSpPr>
          <p:spPr>
            <a:xfrm>
              <a:off x="5328837" y="2063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2" name="pt13892"/>
            <p:cNvSpPr/>
            <p:nvPr/>
          </p:nvSpPr>
          <p:spPr>
            <a:xfrm>
              <a:off x="5357238" y="1945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3" name="pt13893"/>
            <p:cNvSpPr/>
            <p:nvPr/>
          </p:nvSpPr>
          <p:spPr>
            <a:xfrm>
              <a:off x="5133275" y="1768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4" name="pt13894"/>
            <p:cNvSpPr/>
            <p:nvPr/>
          </p:nvSpPr>
          <p:spPr>
            <a:xfrm>
              <a:off x="5692054" y="1888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5" name="pt13895"/>
            <p:cNvSpPr/>
            <p:nvPr/>
          </p:nvSpPr>
          <p:spPr>
            <a:xfrm>
              <a:off x="5045965" y="2769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6" name="pt13896"/>
            <p:cNvSpPr/>
            <p:nvPr/>
          </p:nvSpPr>
          <p:spPr>
            <a:xfrm>
              <a:off x="4936488" y="2450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7" name="pt13897"/>
            <p:cNvSpPr/>
            <p:nvPr/>
          </p:nvSpPr>
          <p:spPr>
            <a:xfrm>
              <a:off x="5307179" y="2281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8" name="pt13898"/>
            <p:cNvSpPr/>
            <p:nvPr/>
          </p:nvSpPr>
          <p:spPr>
            <a:xfrm>
              <a:off x="5242934" y="2047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9" name="pt13899"/>
            <p:cNvSpPr/>
            <p:nvPr/>
          </p:nvSpPr>
          <p:spPr>
            <a:xfrm>
              <a:off x="5611850" y="1890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0" name="pt13900"/>
            <p:cNvSpPr/>
            <p:nvPr/>
          </p:nvSpPr>
          <p:spPr>
            <a:xfrm>
              <a:off x="5184867" y="2145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1" name="pt13901"/>
            <p:cNvSpPr/>
            <p:nvPr/>
          </p:nvSpPr>
          <p:spPr>
            <a:xfrm>
              <a:off x="5225014" y="2096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2" name="pt13902"/>
            <p:cNvSpPr/>
            <p:nvPr/>
          </p:nvSpPr>
          <p:spPr>
            <a:xfrm>
              <a:off x="4798838" y="1873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3" name="pt13903"/>
            <p:cNvSpPr/>
            <p:nvPr/>
          </p:nvSpPr>
          <p:spPr>
            <a:xfrm>
              <a:off x="5395077" y="2193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4" name="pt13904"/>
            <p:cNvSpPr/>
            <p:nvPr/>
          </p:nvSpPr>
          <p:spPr>
            <a:xfrm>
              <a:off x="4498389" y="2604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5" name="pt13905"/>
            <p:cNvSpPr/>
            <p:nvPr/>
          </p:nvSpPr>
          <p:spPr>
            <a:xfrm>
              <a:off x="5863906" y="1632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6" name="pt13906"/>
            <p:cNvSpPr/>
            <p:nvPr/>
          </p:nvSpPr>
          <p:spPr>
            <a:xfrm>
              <a:off x="5200917" y="1933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7" name="pt13907"/>
            <p:cNvSpPr/>
            <p:nvPr/>
          </p:nvSpPr>
          <p:spPr>
            <a:xfrm>
              <a:off x="5422107" y="2248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8" name="pt13908"/>
            <p:cNvSpPr/>
            <p:nvPr/>
          </p:nvSpPr>
          <p:spPr>
            <a:xfrm>
              <a:off x="5407811" y="2224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9" name="pt13909"/>
            <p:cNvSpPr/>
            <p:nvPr/>
          </p:nvSpPr>
          <p:spPr>
            <a:xfrm>
              <a:off x="5321243" y="2184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0" name="pt13910"/>
            <p:cNvSpPr/>
            <p:nvPr/>
          </p:nvSpPr>
          <p:spPr>
            <a:xfrm>
              <a:off x="4904599" y="2552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1" name="pt13911"/>
            <p:cNvSpPr/>
            <p:nvPr/>
          </p:nvSpPr>
          <p:spPr>
            <a:xfrm>
              <a:off x="5327887" y="2176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2" name="pt13912"/>
            <p:cNvSpPr/>
            <p:nvPr/>
          </p:nvSpPr>
          <p:spPr>
            <a:xfrm>
              <a:off x="5458418" y="2162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3" name="pt13913"/>
            <p:cNvSpPr/>
            <p:nvPr/>
          </p:nvSpPr>
          <p:spPr>
            <a:xfrm>
              <a:off x="5313179" y="2190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4" name="pt13914"/>
            <p:cNvSpPr/>
            <p:nvPr/>
          </p:nvSpPr>
          <p:spPr>
            <a:xfrm>
              <a:off x="4801907" y="2186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5" name="pt13915"/>
            <p:cNvSpPr/>
            <p:nvPr/>
          </p:nvSpPr>
          <p:spPr>
            <a:xfrm>
              <a:off x="5428638" y="2245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6" name="pt13916"/>
            <p:cNvSpPr/>
            <p:nvPr/>
          </p:nvSpPr>
          <p:spPr>
            <a:xfrm>
              <a:off x="5597976" y="1913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7" name="pt13917"/>
            <p:cNvSpPr/>
            <p:nvPr/>
          </p:nvSpPr>
          <p:spPr>
            <a:xfrm>
              <a:off x="5213251" y="2204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8" name="pt13918"/>
            <p:cNvSpPr/>
            <p:nvPr/>
          </p:nvSpPr>
          <p:spPr>
            <a:xfrm>
              <a:off x="5457174" y="2193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9" name="pt13919"/>
            <p:cNvSpPr/>
            <p:nvPr/>
          </p:nvSpPr>
          <p:spPr>
            <a:xfrm>
              <a:off x="5419812" y="2272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0" name="pt13920"/>
            <p:cNvSpPr/>
            <p:nvPr/>
          </p:nvSpPr>
          <p:spPr>
            <a:xfrm>
              <a:off x="5734384" y="1866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1" name="pt13921"/>
            <p:cNvSpPr/>
            <p:nvPr/>
          </p:nvSpPr>
          <p:spPr>
            <a:xfrm>
              <a:off x="5131445" y="2066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2" name="pt13922"/>
            <p:cNvSpPr/>
            <p:nvPr/>
          </p:nvSpPr>
          <p:spPr>
            <a:xfrm>
              <a:off x="5162314" y="2141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3" name="pt13923"/>
            <p:cNvSpPr/>
            <p:nvPr/>
          </p:nvSpPr>
          <p:spPr>
            <a:xfrm>
              <a:off x="5009242" y="2629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4" name="pt13924"/>
            <p:cNvSpPr/>
            <p:nvPr/>
          </p:nvSpPr>
          <p:spPr>
            <a:xfrm>
              <a:off x="5096358" y="2175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5" name="pt13925"/>
            <p:cNvSpPr/>
            <p:nvPr/>
          </p:nvSpPr>
          <p:spPr>
            <a:xfrm>
              <a:off x="5316749" y="2268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6" name="pt13926"/>
            <p:cNvSpPr/>
            <p:nvPr/>
          </p:nvSpPr>
          <p:spPr>
            <a:xfrm>
              <a:off x="4976035" y="2722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7" name="pt13927"/>
            <p:cNvSpPr/>
            <p:nvPr/>
          </p:nvSpPr>
          <p:spPr>
            <a:xfrm>
              <a:off x="5235600" y="2166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8" name="pt13928"/>
            <p:cNvSpPr/>
            <p:nvPr/>
          </p:nvSpPr>
          <p:spPr>
            <a:xfrm>
              <a:off x="4901590" y="2652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9" name="pt13929"/>
            <p:cNvSpPr/>
            <p:nvPr/>
          </p:nvSpPr>
          <p:spPr>
            <a:xfrm>
              <a:off x="5442052" y="2279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0" name="pt13930"/>
            <p:cNvSpPr/>
            <p:nvPr/>
          </p:nvSpPr>
          <p:spPr>
            <a:xfrm>
              <a:off x="5216052" y="2149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1" name="pt13931"/>
            <p:cNvSpPr/>
            <p:nvPr/>
          </p:nvSpPr>
          <p:spPr>
            <a:xfrm>
              <a:off x="5433277" y="2276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2" name="pt13932"/>
            <p:cNvSpPr/>
            <p:nvPr/>
          </p:nvSpPr>
          <p:spPr>
            <a:xfrm>
              <a:off x="5347505" y="2104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3" name="pt13933"/>
            <p:cNvSpPr/>
            <p:nvPr/>
          </p:nvSpPr>
          <p:spPr>
            <a:xfrm>
              <a:off x="5584174" y="1728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4" name="pt13934"/>
            <p:cNvSpPr/>
            <p:nvPr/>
          </p:nvSpPr>
          <p:spPr>
            <a:xfrm>
              <a:off x="5603301" y="1851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5" name="pt13935"/>
            <p:cNvSpPr/>
            <p:nvPr/>
          </p:nvSpPr>
          <p:spPr>
            <a:xfrm>
              <a:off x="5225140" y="2089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6" name="pt13936"/>
            <p:cNvSpPr/>
            <p:nvPr/>
          </p:nvSpPr>
          <p:spPr>
            <a:xfrm>
              <a:off x="4890975" y="2728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7" name="pt13937"/>
            <p:cNvSpPr/>
            <p:nvPr/>
          </p:nvSpPr>
          <p:spPr>
            <a:xfrm>
              <a:off x="5666166" y="1987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8" name="pt13938"/>
            <p:cNvSpPr/>
            <p:nvPr/>
          </p:nvSpPr>
          <p:spPr>
            <a:xfrm>
              <a:off x="5485158" y="1924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9" name="pt13939"/>
            <p:cNvSpPr/>
            <p:nvPr/>
          </p:nvSpPr>
          <p:spPr>
            <a:xfrm>
              <a:off x="5109384" y="2165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0" name="pt13940"/>
            <p:cNvSpPr/>
            <p:nvPr/>
          </p:nvSpPr>
          <p:spPr>
            <a:xfrm>
              <a:off x="4772576" y="2931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1" name="pt13941"/>
            <p:cNvSpPr/>
            <p:nvPr/>
          </p:nvSpPr>
          <p:spPr>
            <a:xfrm>
              <a:off x="5481370" y="219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2" name="pt13942"/>
            <p:cNvSpPr/>
            <p:nvPr/>
          </p:nvSpPr>
          <p:spPr>
            <a:xfrm>
              <a:off x="5222473" y="2130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3" name="pt13943"/>
            <p:cNvSpPr/>
            <p:nvPr/>
          </p:nvSpPr>
          <p:spPr>
            <a:xfrm>
              <a:off x="5425555" y="2083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4" name="pt13944"/>
            <p:cNvSpPr/>
            <p:nvPr/>
          </p:nvSpPr>
          <p:spPr>
            <a:xfrm>
              <a:off x="5072782" y="2306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5" name="pt13945"/>
            <p:cNvSpPr/>
            <p:nvPr/>
          </p:nvSpPr>
          <p:spPr>
            <a:xfrm>
              <a:off x="5671655" y="1937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6" name="pt13946"/>
            <p:cNvSpPr/>
            <p:nvPr/>
          </p:nvSpPr>
          <p:spPr>
            <a:xfrm>
              <a:off x="5599401" y="1859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7" name="pt13947"/>
            <p:cNvSpPr/>
            <p:nvPr/>
          </p:nvSpPr>
          <p:spPr>
            <a:xfrm>
              <a:off x="5534836" y="1985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8" name="pt13948"/>
            <p:cNvSpPr/>
            <p:nvPr/>
          </p:nvSpPr>
          <p:spPr>
            <a:xfrm>
              <a:off x="5419759" y="2039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9" name="pt13949"/>
            <p:cNvSpPr/>
            <p:nvPr/>
          </p:nvSpPr>
          <p:spPr>
            <a:xfrm>
              <a:off x="5217740" y="2210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0" name="pt13950"/>
            <p:cNvSpPr/>
            <p:nvPr/>
          </p:nvSpPr>
          <p:spPr>
            <a:xfrm>
              <a:off x="5558014" y="1991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1" name="pt13951"/>
            <p:cNvSpPr/>
            <p:nvPr/>
          </p:nvSpPr>
          <p:spPr>
            <a:xfrm>
              <a:off x="5820558" y="1875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2" name="pt13952"/>
            <p:cNvSpPr/>
            <p:nvPr/>
          </p:nvSpPr>
          <p:spPr>
            <a:xfrm>
              <a:off x="5812244" y="1685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3" name="pt13953"/>
            <p:cNvSpPr/>
            <p:nvPr/>
          </p:nvSpPr>
          <p:spPr>
            <a:xfrm>
              <a:off x="5577386" y="1883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4" name="pt13954"/>
            <p:cNvSpPr/>
            <p:nvPr/>
          </p:nvSpPr>
          <p:spPr>
            <a:xfrm>
              <a:off x="5436412" y="2063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5" name="pt13955"/>
            <p:cNvSpPr/>
            <p:nvPr/>
          </p:nvSpPr>
          <p:spPr>
            <a:xfrm>
              <a:off x="5674222" y="1909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6" name="pt13956"/>
            <p:cNvSpPr/>
            <p:nvPr/>
          </p:nvSpPr>
          <p:spPr>
            <a:xfrm>
              <a:off x="5269900" y="2240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7" name="pt13957"/>
            <p:cNvSpPr/>
            <p:nvPr/>
          </p:nvSpPr>
          <p:spPr>
            <a:xfrm>
              <a:off x="5042648" y="2661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8" name="pt13958"/>
            <p:cNvSpPr/>
            <p:nvPr/>
          </p:nvSpPr>
          <p:spPr>
            <a:xfrm>
              <a:off x="5626769" y="1794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9" name="pt13959"/>
            <p:cNvSpPr/>
            <p:nvPr/>
          </p:nvSpPr>
          <p:spPr>
            <a:xfrm>
              <a:off x="4790679" y="2708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0" name="pt13960"/>
            <p:cNvSpPr/>
            <p:nvPr/>
          </p:nvSpPr>
          <p:spPr>
            <a:xfrm>
              <a:off x="5458054" y="2135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1" name="pt13961"/>
            <p:cNvSpPr/>
            <p:nvPr/>
          </p:nvSpPr>
          <p:spPr>
            <a:xfrm>
              <a:off x="5403291" y="2202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2" name="pt13962"/>
            <p:cNvSpPr/>
            <p:nvPr/>
          </p:nvSpPr>
          <p:spPr>
            <a:xfrm>
              <a:off x="5265961" y="2147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3" name="pt13963"/>
            <p:cNvSpPr/>
            <p:nvPr/>
          </p:nvSpPr>
          <p:spPr>
            <a:xfrm>
              <a:off x="5492617" y="222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4" name="pt13964"/>
            <p:cNvSpPr/>
            <p:nvPr/>
          </p:nvSpPr>
          <p:spPr>
            <a:xfrm>
              <a:off x="5332337" y="2141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5" name="pt13965"/>
            <p:cNvSpPr/>
            <p:nvPr/>
          </p:nvSpPr>
          <p:spPr>
            <a:xfrm>
              <a:off x="4725301" y="2276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6" name="pt13966"/>
            <p:cNvSpPr/>
            <p:nvPr/>
          </p:nvSpPr>
          <p:spPr>
            <a:xfrm>
              <a:off x="5273776" y="2078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7" name="pt13967"/>
            <p:cNvSpPr/>
            <p:nvPr/>
          </p:nvSpPr>
          <p:spPr>
            <a:xfrm>
              <a:off x="5197375" y="2055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8" name="pt13968"/>
            <p:cNvSpPr/>
            <p:nvPr/>
          </p:nvSpPr>
          <p:spPr>
            <a:xfrm>
              <a:off x="5506649" y="1982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9" name="pt13969"/>
            <p:cNvSpPr/>
            <p:nvPr/>
          </p:nvSpPr>
          <p:spPr>
            <a:xfrm>
              <a:off x="5298493" y="2229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0" name="pt13970"/>
            <p:cNvSpPr/>
            <p:nvPr/>
          </p:nvSpPr>
          <p:spPr>
            <a:xfrm>
              <a:off x="5601024" y="1861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1" name="pt13971"/>
            <p:cNvSpPr/>
            <p:nvPr/>
          </p:nvSpPr>
          <p:spPr>
            <a:xfrm>
              <a:off x="4964448" y="2379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2" name="pt13972"/>
            <p:cNvSpPr/>
            <p:nvPr/>
          </p:nvSpPr>
          <p:spPr>
            <a:xfrm>
              <a:off x="5639249" y="1783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3" name="pt13973"/>
            <p:cNvSpPr/>
            <p:nvPr/>
          </p:nvSpPr>
          <p:spPr>
            <a:xfrm>
              <a:off x="5102028" y="2093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4" name="pt13974"/>
            <p:cNvSpPr/>
            <p:nvPr/>
          </p:nvSpPr>
          <p:spPr>
            <a:xfrm>
              <a:off x="5215630" y="2266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5" name="pt13975"/>
            <p:cNvSpPr/>
            <p:nvPr/>
          </p:nvSpPr>
          <p:spPr>
            <a:xfrm>
              <a:off x="5588531" y="1641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6" name="pt13976"/>
            <p:cNvSpPr/>
            <p:nvPr/>
          </p:nvSpPr>
          <p:spPr>
            <a:xfrm>
              <a:off x="4974370" y="2471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7" name="pt13977"/>
            <p:cNvSpPr/>
            <p:nvPr/>
          </p:nvSpPr>
          <p:spPr>
            <a:xfrm>
              <a:off x="5048589" y="2676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8" name="pt13978"/>
            <p:cNvSpPr/>
            <p:nvPr/>
          </p:nvSpPr>
          <p:spPr>
            <a:xfrm>
              <a:off x="5244189" y="2222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9" name="pt13979"/>
            <p:cNvSpPr/>
            <p:nvPr/>
          </p:nvSpPr>
          <p:spPr>
            <a:xfrm>
              <a:off x="5027621" y="2724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0" name="pt13980"/>
            <p:cNvSpPr/>
            <p:nvPr/>
          </p:nvSpPr>
          <p:spPr>
            <a:xfrm>
              <a:off x="5654012" y="1956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1" name="pt13981"/>
            <p:cNvSpPr/>
            <p:nvPr/>
          </p:nvSpPr>
          <p:spPr>
            <a:xfrm>
              <a:off x="5846681" y="1521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2" name="pt13982"/>
            <p:cNvSpPr/>
            <p:nvPr/>
          </p:nvSpPr>
          <p:spPr>
            <a:xfrm>
              <a:off x="5337417" y="1854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3" name="pt13983"/>
            <p:cNvSpPr/>
            <p:nvPr/>
          </p:nvSpPr>
          <p:spPr>
            <a:xfrm>
              <a:off x="5398350" y="2071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4" name="pt13984"/>
            <p:cNvSpPr/>
            <p:nvPr/>
          </p:nvSpPr>
          <p:spPr>
            <a:xfrm>
              <a:off x="5030709" y="2817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5" name="pt13985"/>
            <p:cNvSpPr/>
            <p:nvPr/>
          </p:nvSpPr>
          <p:spPr>
            <a:xfrm>
              <a:off x="5201627" y="2157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6" name="pt13986"/>
            <p:cNvSpPr/>
            <p:nvPr/>
          </p:nvSpPr>
          <p:spPr>
            <a:xfrm>
              <a:off x="5491935" y="1976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7" name="pt13987"/>
            <p:cNvSpPr/>
            <p:nvPr/>
          </p:nvSpPr>
          <p:spPr>
            <a:xfrm>
              <a:off x="5347046" y="2160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8" name="pt13988"/>
            <p:cNvSpPr/>
            <p:nvPr/>
          </p:nvSpPr>
          <p:spPr>
            <a:xfrm>
              <a:off x="5348916" y="2036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9" name="pt13989"/>
            <p:cNvSpPr/>
            <p:nvPr/>
          </p:nvSpPr>
          <p:spPr>
            <a:xfrm>
              <a:off x="5348298" y="2160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0" name="pt13990"/>
            <p:cNvSpPr/>
            <p:nvPr/>
          </p:nvSpPr>
          <p:spPr>
            <a:xfrm>
              <a:off x="5327904" y="1995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1" name="pt13991"/>
            <p:cNvSpPr/>
            <p:nvPr/>
          </p:nvSpPr>
          <p:spPr>
            <a:xfrm>
              <a:off x="5332400" y="2145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2" name="pt13992"/>
            <p:cNvSpPr/>
            <p:nvPr/>
          </p:nvSpPr>
          <p:spPr>
            <a:xfrm>
              <a:off x="5068930" y="2550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3" name="pt13993"/>
            <p:cNvSpPr/>
            <p:nvPr/>
          </p:nvSpPr>
          <p:spPr>
            <a:xfrm>
              <a:off x="5363573" y="1994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4" name="pt13994"/>
            <p:cNvSpPr/>
            <p:nvPr/>
          </p:nvSpPr>
          <p:spPr>
            <a:xfrm>
              <a:off x="5338937" y="2142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5" name="pt13995"/>
            <p:cNvSpPr/>
            <p:nvPr/>
          </p:nvSpPr>
          <p:spPr>
            <a:xfrm>
              <a:off x="5069745" y="2271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6" name="pt13996"/>
            <p:cNvSpPr/>
            <p:nvPr/>
          </p:nvSpPr>
          <p:spPr>
            <a:xfrm>
              <a:off x="5037371" y="2563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7" name="pt13997"/>
            <p:cNvSpPr/>
            <p:nvPr/>
          </p:nvSpPr>
          <p:spPr>
            <a:xfrm>
              <a:off x="5302928" y="2279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8" name="pt13998"/>
            <p:cNvSpPr/>
            <p:nvPr/>
          </p:nvSpPr>
          <p:spPr>
            <a:xfrm>
              <a:off x="5424223" y="2233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9" name="pt13999"/>
            <p:cNvSpPr/>
            <p:nvPr/>
          </p:nvSpPr>
          <p:spPr>
            <a:xfrm>
              <a:off x="5222943" y="2267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0" name="pt14000"/>
            <p:cNvSpPr/>
            <p:nvPr/>
          </p:nvSpPr>
          <p:spPr>
            <a:xfrm>
              <a:off x="5487876" y="2231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1" name="pt14001"/>
            <p:cNvSpPr/>
            <p:nvPr/>
          </p:nvSpPr>
          <p:spPr>
            <a:xfrm>
              <a:off x="5185633" y="2137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2" name="pt14002"/>
            <p:cNvSpPr/>
            <p:nvPr/>
          </p:nvSpPr>
          <p:spPr>
            <a:xfrm>
              <a:off x="5636051" y="1678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3" name="pt14003"/>
            <p:cNvSpPr/>
            <p:nvPr/>
          </p:nvSpPr>
          <p:spPr>
            <a:xfrm>
              <a:off x="5333633" y="2145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4" name="pt14004"/>
            <p:cNvSpPr/>
            <p:nvPr/>
          </p:nvSpPr>
          <p:spPr>
            <a:xfrm>
              <a:off x="5169043" y="2151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5" name="pt14005"/>
            <p:cNvSpPr/>
            <p:nvPr/>
          </p:nvSpPr>
          <p:spPr>
            <a:xfrm>
              <a:off x="5444807" y="2205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6" name="pt14006"/>
            <p:cNvSpPr/>
            <p:nvPr/>
          </p:nvSpPr>
          <p:spPr>
            <a:xfrm>
              <a:off x="5482267" y="2289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7" name="pt14007"/>
            <p:cNvSpPr/>
            <p:nvPr/>
          </p:nvSpPr>
          <p:spPr>
            <a:xfrm>
              <a:off x="5357390" y="2073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8" name="pt14008"/>
            <p:cNvSpPr/>
            <p:nvPr/>
          </p:nvSpPr>
          <p:spPr>
            <a:xfrm>
              <a:off x="5707381" y="1808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9" name="pt14009"/>
            <p:cNvSpPr/>
            <p:nvPr/>
          </p:nvSpPr>
          <p:spPr>
            <a:xfrm>
              <a:off x="5607969" y="1971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0" name="pt14010"/>
            <p:cNvSpPr/>
            <p:nvPr/>
          </p:nvSpPr>
          <p:spPr>
            <a:xfrm>
              <a:off x="5372301" y="1933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1" name="pt14011"/>
            <p:cNvSpPr/>
            <p:nvPr/>
          </p:nvSpPr>
          <p:spPr>
            <a:xfrm>
              <a:off x="5674685" y="1951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2" name="pt14012"/>
            <p:cNvSpPr/>
            <p:nvPr/>
          </p:nvSpPr>
          <p:spPr>
            <a:xfrm>
              <a:off x="5768738" y="171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3" name="pt14013"/>
            <p:cNvSpPr/>
            <p:nvPr/>
          </p:nvSpPr>
          <p:spPr>
            <a:xfrm>
              <a:off x="5037193" y="2648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4" name="pt14014"/>
            <p:cNvSpPr/>
            <p:nvPr/>
          </p:nvSpPr>
          <p:spPr>
            <a:xfrm>
              <a:off x="4965060" y="2482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5" name="pt14015"/>
            <p:cNvSpPr/>
            <p:nvPr/>
          </p:nvSpPr>
          <p:spPr>
            <a:xfrm>
              <a:off x="5280967" y="1947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6" name="pt14016"/>
            <p:cNvSpPr/>
            <p:nvPr/>
          </p:nvSpPr>
          <p:spPr>
            <a:xfrm>
              <a:off x="5355561" y="2022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7" name="pt14017"/>
            <p:cNvSpPr/>
            <p:nvPr/>
          </p:nvSpPr>
          <p:spPr>
            <a:xfrm>
              <a:off x="5447014" y="2187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8" name="pt14018"/>
            <p:cNvSpPr/>
            <p:nvPr/>
          </p:nvSpPr>
          <p:spPr>
            <a:xfrm>
              <a:off x="5482703" y="2174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9" name="pt14019"/>
            <p:cNvSpPr/>
            <p:nvPr/>
          </p:nvSpPr>
          <p:spPr>
            <a:xfrm>
              <a:off x="5020366" y="2547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0" name="pt14020"/>
            <p:cNvSpPr/>
            <p:nvPr/>
          </p:nvSpPr>
          <p:spPr>
            <a:xfrm>
              <a:off x="5443428" y="2149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1" name="pt14021"/>
            <p:cNvSpPr/>
            <p:nvPr/>
          </p:nvSpPr>
          <p:spPr>
            <a:xfrm>
              <a:off x="4990582" y="1669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2" name="pt14022"/>
            <p:cNvSpPr/>
            <p:nvPr/>
          </p:nvSpPr>
          <p:spPr>
            <a:xfrm>
              <a:off x="5248118" y="2150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3" name="pt14023"/>
            <p:cNvSpPr/>
            <p:nvPr/>
          </p:nvSpPr>
          <p:spPr>
            <a:xfrm>
              <a:off x="5188095" y="2090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4" name="pt14024"/>
            <p:cNvSpPr/>
            <p:nvPr/>
          </p:nvSpPr>
          <p:spPr>
            <a:xfrm>
              <a:off x="5734925" y="189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5" name="pt14025"/>
            <p:cNvSpPr/>
            <p:nvPr/>
          </p:nvSpPr>
          <p:spPr>
            <a:xfrm>
              <a:off x="5044067" y="2790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6" name="pt14026"/>
            <p:cNvSpPr/>
            <p:nvPr/>
          </p:nvSpPr>
          <p:spPr>
            <a:xfrm>
              <a:off x="5254402" y="2242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7" name="pt14027"/>
            <p:cNvSpPr/>
            <p:nvPr/>
          </p:nvSpPr>
          <p:spPr>
            <a:xfrm>
              <a:off x="5149593" y="2113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8" name="pt14028"/>
            <p:cNvSpPr/>
            <p:nvPr/>
          </p:nvSpPr>
          <p:spPr>
            <a:xfrm>
              <a:off x="5715153" y="190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9" name="pt14029"/>
            <p:cNvSpPr/>
            <p:nvPr/>
          </p:nvSpPr>
          <p:spPr>
            <a:xfrm>
              <a:off x="5417786" y="1996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0" name="pt14030"/>
            <p:cNvSpPr/>
            <p:nvPr/>
          </p:nvSpPr>
          <p:spPr>
            <a:xfrm>
              <a:off x="5267903" y="2228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1" name="pt14031"/>
            <p:cNvSpPr/>
            <p:nvPr/>
          </p:nvSpPr>
          <p:spPr>
            <a:xfrm>
              <a:off x="4912565" y="1980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2" name="pt14032"/>
            <p:cNvSpPr/>
            <p:nvPr/>
          </p:nvSpPr>
          <p:spPr>
            <a:xfrm>
              <a:off x="5557600" y="1978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3" name="pt14033"/>
            <p:cNvSpPr/>
            <p:nvPr/>
          </p:nvSpPr>
          <p:spPr>
            <a:xfrm>
              <a:off x="4922155" y="2343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4" name="pt14034"/>
            <p:cNvSpPr/>
            <p:nvPr/>
          </p:nvSpPr>
          <p:spPr>
            <a:xfrm>
              <a:off x="5524007" y="1903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5" name="pt14035"/>
            <p:cNvSpPr/>
            <p:nvPr/>
          </p:nvSpPr>
          <p:spPr>
            <a:xfrm>
              <a:off x="5382467" y="2059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6" name="pt14036"/>
            <p:cNvSpPr/>
            <p:nvPr/>
          </p:nvSpPr>
          <p:spPr>
            <a:xfrm>
              <a:off x="5142216" y="202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7" name="pt14037"/>
            <p:cNvSpPr/>
            <p:nvPr/>
          </p:nvSpPr>
          <p:spPr>
            <a:xfrm>
              <a:off x="5314262" y="204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8" name="pt14038"/>
            <p:cNvSpPr/>
            <p:nvPr/>
          </p:nvSpPr>
          <p:spPr>
            <a:xfrm>
              <a:off x="5036415" y="2739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9" name="pt14039"/>
            <p:cNvSpPr/>
            <p:nvPr/>
          </p:nvSpPr>
          <p:spPr>
            <a:xfrm>
              <a:off x="5391405" y="2211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0" name="pt14040"/>
            <p:cNvSpPr/>
            <p:nvPr/>
          </p:nvSpPr>
          <p:spPr>
            <a:xfrm>
              <a:off x="5629966" y="1754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1" name="pt14041"/>
            <p:cNvSpPr/>
            <p:nvPr/>
          </p:nvSpPr>
          <p:spPr>
            <a:xfrm>
              <a:off x="5300372" y="2214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2" name="pt14042"/>
            <p:cNvSpPr/>
            <p:nvPr/>
          </p:nvSpPr>
          <p:spPr>
            <a:xfrm>
              <a:off x="5374543" y="20119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3" name="pt14043"/>
            <p:cNvSpPr/>
            <p:nvPr/>
          </p:nvSpPr>
          <p:spPr>
            <a:xfrm>
              <a:off x="5312361" y="2194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4" name="pt14044"/>
            <p:cNvSpPr/>
            <p:nvPr/>
          </p:nvSpPr>
          <p:spPr>
            <a:xfrm>
              <a:off x="5424002" y="2075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5" name="pt14045"/>
            <p:cNvSpPr/>
            <p:nvPr/>
          </p:nvSpPr>
          <p:spPr>
            <a:xfrm>
              <a:off x="5771608" y="1825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6" name="pt14046"/>
            <p:cNvSpPr/>
            <p:nvPr/>
          </p:nvSpPr>
          <p:spPr>
            <a:xfrm>
              <a:off x="5485656" y="2180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7" name="pt14047"/>
            <p:cNvSpPr/>
            <p:nvPr/>
          </p:nvSpPr>
          <p:spPr>
            <a:xfrm>
              <a:off x="5596876" y="1842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8" name="pt14048"/>
            <p:cNvSpPr/>
            <p:nvPr/>
          </p:nvSpPr>
          <p:spPr>
            <a:xfrm>
              <a:off x="5278155" y="2062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9" name="pt14049"/>
            <p:cNvSpPr/>
            <p:nvPr/>
          </p:nvSpPr>
          <p:spPr>
            <a:xfrm>
              <a:off x="4816784" y="2201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0" name="pt14050"/>
            <p:cNvSpPr/>
            <p:nvPr/>
          </p:nvSpPr>
          <p:spPr>
            <a:xfrm>
              <a:off x="5184672" y="2072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1" name="pt14051"/>
            <p:cNvSpPr/>
            <p:nvPr/>
          </p:nvSpPr>
          <p:spPr>
            <a:xfrm>
              <a:off x="5845552" y="1579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2" name="pt14052"/>
            <p:cNvSpPr/>
            <p:nvPr/>
          </p:nvSpPr>
          <p:spPr>
            <a:xfrm>
              <a:off x="5016320" y="2546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3" name="pt14053"/>
            <p:cNvSpPr/>
            <p:nvPr/>
          </p:nvSpPr>
          <p:spPr>
            <a:xfrm>
              <a:off x="5541352" y="1995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4" name="pt14054"/>
            <p:cNvSpPr/>
            <p:nvPr/>
          </p:nvSpPr>
          <p:spPr>
            <a:xfrm>
              <a:off x="4965244" y="2433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5" name="pt14055"/>
            <p:cNvSpPr/>
            <p:nvPr/>
          </p:nvSpPr>
          <p:spPr>
            <a:xfrm>
              <a:off x="5414185" y="2126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6" name="pt14056"/>
            <p:cNvSpPr/>
            <p:nvPr/>
          </p:nvSpPr>
          <p:spPr>
            <a:xfrm>
              <a:off x="5113177" y="2055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7" name="pt14057"/>
            <p:cNvSpPr/>
            <p:nvPr/>
          </p:nvSpPr>
          <p:spPr>
            <a:xfrm>
              <a:off x="5348612" y="2127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8" name="pt14058"/>
            <p:cNvSpPr/>
            <p:nvPr/>
          </p:nvSpPr>
          <p:spPr>
            <a:xfrm>
              <a:off x="5411367" y="2301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9" name="pt14059"/>
            <p:cNvSpPr/>
            <p:nvPr/>
          </p:nvSpPr>
          <p:spPr>
            <a:xfrm>
              <a:off x="5318166" y="2308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0" name="pt14060"/>
            <p:cNvSpPr/>
            <p:nvPr/>
          </p:nvSpPr>
          <p:spPr>
            <a:xfrm>
              <a:off x="5184667" y="2070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1" name="pt14061"/>
            <p:cNvSpPr/>
            <p:nvPr/>
          </p:nvSpPr>
          <p:spPr>
            <a:xfrm>
              <a:off x="5396199" y="2267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2" name="pt14062"/>
            <p:cNvSpPr/>
            <p:nvPr/>
          </p:nvSpPr>
          <p:spPr>
            <a:xfrm>
              <a:off x="4922018" y="2424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3" name="pt14063"/>
            <p:cNvSpPr/>
            <p:nvPr/>
          </p:nvSpPr>
          <p:spPr>
            <a:xfrm>
              <a:off x="5129135" y="2072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4" name="pt14064"/>
            <p:cNvSpPr/>
            <p:nvPr/>
          </p:nvSpPr>
          <p:spPr>
            <a:xfrm>
              <a:off x="4851164" y="2428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5" name="pt14065"/>
            <p:cNvSpPr/>
            <p:nvPr/>
          </p:nvSpPr>
          <p:spPr>
            <a:xfrm>
              <a:off x="5269210" y="2229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6" name="pt14066"/>
            <p:cNvSpPr/>
            <p:nvPr/>
          </p:nvSpPr>
          <p:spPr>
            <a:xfrm>
              <a:off x="5340485" y="2079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7" name="pt14067"/>
            <p:cNvSpPr/>
            <p:nvPr/>
          </p:nvSpPr>
          <p:spPr>
            <a:xfrm>
              <a:off x="5005610" y="2575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8" name="pt14068"/>
            <p:cNvSpPr/>
            <p:nvPr/>
          </p:nvSpPr>
          <p:spPr>
            <a:xfrm>
              <a:off x="5213307" y="2175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9" name="pt14069"/>
            <p:cNvSpPr/>
            <p:nvPr/>
          </p:nvSpPr>
          <p:spPr>
            <a:xfrm>
              <a:off x="5372336" y="1925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0" name="pt14070"/>
            <p:cNvSpPr/>
            <p:nvPr/>
          </p:nvSpPr>
          <p:spPr>
            <a:xfrm>
              <a:off x="5283905" y="2065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1" name="pt14071"/>
            <p:cNvSpPr/>
            <p:nvPr/>
          </p:nvSpPr>
          <p:spPr>
            <a:xfrm>
              <a:off x="5572186" y="1908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2" name="pt14072"/>
            <p:cNvSpPr/>
            <p:nvPr/>
          </p:nvSpPr>
          <p:spPr>
            <a:xfrm>
              <a:off x="4923461" y="2334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3" name="pt14073"/>
            <p:cNvSpPr/>
            <p:nvPr/>
          </p:nvSpPr>
          <p:spPr>
            <a:xfrm>
              <a:off x="5234921" y="2188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4" name="pt14074"/>
            <p:cNvSpPr/>
            <p:nvPr/>
          </p:nvSpPr>
          <p:spPr>
            <a:xfrm>
              <a:off x="5181611" y="2067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5" name="pt14075"/>
            <p:cNvSpPr/>
            <p:nvPr/>
          </p:nvSpPr>
          <p:spPr>
            <a:xfrm>
              <a:off x="4815377" y="231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6" name="pt14076"/>
            <p:cNvSpPr/>
            <p:nvPr/>
          </p:nvSpPr>
          <p:spPr>
            <a:xfrm>
              <a:off x="4860670" y="2688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7" name="pt14077"/>
            <p:cNvSpPr/>
            <p:nvPr/>
          </p:nvSpPr>
          <p:spPr>
            <a:xfrm>
              <a:off x="5534045" y="2088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8" name="pt14078"/>
            <p:cNvSpPr/>
            <p:nvPr/>
          </p:nvSpPr>
          <p:spPr>
            <a:xfrm>
              <a:off x="5314359" y="2226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9" name="pt14079"/>
            <p:cNvSpPr/>
            <p:nvPr/>
          </p:nvSpPr>
          <p:spPr>
            <a:xfrm>
              <a:off x="5151725" y="2128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0" name="pt14080"/>
            <p:cNvSpPr/>
            <p:nvPr/>
          </p:nvSpPr>
          <p:spPr>
            <a:xfrm>
              <a:off x="5141701" y="2025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1" name="pt14081"/>
            <p:cNvSpPr/>
            <p:nvPr/>
          </p:nvSpPr>
          <p:spPr>
            <a:xfrm>
              <a:off x="5056288" y="2717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2" name="pt14082"/>
            <p:cNvSpPr/>
            <p:nvPr/>
          </p:nvSpPr>
          <p:spPr>
            <a:xfrm>
              <a:off x="5823884" y="1928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3" name="pt14083"/>
            <p:cNvSpPr/>
            <p:nvPr/>
          </p:nvSpPr>
          <p:spPr>
            <a:xfrm>
              <a:off x="5472720" y="2218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4" name="pt14084"/>
            <p:cNvSpPr/>
            <p:nvPr/>
          </p:nvSpPr>
          <p:spPr>
            <a:xfrm>
              <a:off x="5065205" y="2337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5" name="pt14085"/>
            <p:cNvSpPr/>
            <p:nvPr/>
          </p:nvSpPr>
          <p:spPr>
            <a:xfrm>
              <a:off x="5581581" y="1687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6" name="pt14086"/>
            <p:cNvSpPr/>
            <p:nvPr/>
          </p:nvSpPr>
          <p:spPr>
            <a:xfrm>
              <a:off x="5663499" y="1991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7" name="pt14087"/>
            <p:cNvSpPr/>
            <p:nvPr/>
          </p:nvSpPr>
          <p:spPr>
            <a:xfrm>
              <a:off x="5130168" y="2000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8" name="pt14088"/>
            <p:cNvSpPr/>
            <p:nvPr/>
          </p:nvSpPr>
          <p:spPr>
            <a:xfrm>
              <a:off x="5318588" y="2200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9" name="pt14089"/>
            <p:cNvSpPr/>
            <p:nvPr/>
          </p:nvSpPr>
          <p:spPr>
            <a:xfrm>
              <a:off x="5076824" y="2310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0" name="pt14090"/>
            <p:cNvSpPr/>
            <p:nvPr/>
          </p:nvSpPr>
          <p:spPr>
            <a:xfrm>
              <a:off x="5125083" y="2072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1" name="pt14091"/>
            <p:cNvSpPr/>
            <p:nvPr/>
          </p:nvSpPr>
          <p:spPr>
            <a:xfrm>
              <a:off x="5460102" y="2196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2" name="pt14092"/>
            <p:cNvSpPr/>
            <p:nvPr/>
          </p:nvSpPr>
          <p:spPr>
            <a:xfrm>
              <a:off x="5134706" y="1865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3" name="pt14093"/>
            <p:cNvSpPr/>
            <p:nvPr/>
          </p:nvSpPr>
          <p:spPr>
            <a:xfrm>
              <a:off x="5576192" y="1750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4" name="pt14094"/>
            <p:cNvSpPr/>
            <p:nvPr/>
          </p:nvSpPr>
          <p:spPr>
            <a:xfrm>
              <a:off x="5528235" y="2065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5" name="pt14095"/>
            <p:cNvSpPr/>
            <p:nvPr/>
          </p:nvSpPr>
          <p:spPr>
            <a:xfrm>
              <a:off x="5200807" y="1929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6" name="pt14096"/>
            <p:cNvSpPr/>
            <p:nvPr/>
          </p:nvSpPr>
          <p:spPr>
            <a:xfrm>
              <a:off x="4992136" y="1808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7" name="pt14097"/>
            <p:cNvSpPr/>
            <p:nvPr/>
          </p:nvSpPr>
          <p:spPr>
            <a:xfrm>
              <a:off x="5364529" y="1809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8" name="pt14098"/>
            <p:cNvSpPr/>
            <p:nvPr/>
          </p:nvSpPr>
          <p:spPr>
            <a:xfrm>
              <a:off x="5420887" y="1978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9" name="pt14099"/>
            <p:cNvSpPr/>
            <p:nvPr/>
          </p:nvSpPr>
          <p:spPr>
            <a:xfrm>
              <a:off x="5191951" y="1920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0" name="pt14100"/>
            <p:cNvSpPr/>
            <p:nvPr/>
          </p:nvSpPr>
          <p:spPr>
            <a:xfrm>
              <a:off x="5325089" y="211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1" name="pt14101"/>
            <p:cNvSpPr/>
            <p:nvPr/>
          </p:nvSpPr>
          <p:spPr>
            <a:xfrm>
              <a:off x="5227569" y="2186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2" name="pt14102"/>
            <p:cNvSpPr/>
            <p:nvPr/>
          </p:nvSpPr>
          <p:spPr>
            <a:xfrm>
              <a:off x="5311412" y="2232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3" name="pt14103"/>
            <p:cNvSpPr/>
            <p:nvPr/>
          </p:nvSpPr>
          <p:spPr>
            <a:xfrm>
              <a:off x="5554225" y="2099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4" name="pt14104"/>
            <p:cNvSpPr/>
            <p:nvPr/>
          </p:nvSpPr>
          <p:spPr>
            <a:xfrm>
              <a:off x="5652673" y="1990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5" name="pt14105"/>
            <p:cNvSpPr/>
            <p:nvPr/>
          </p:nvSpPr>
          <p:spPr>
            <a:xfrm>
              <a:off x="5368261" y="1931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6" name="pt14106"/>
            <p:cNvSpPr/>
            <p:nvPr/>
          </p:nvSpPr>
          <p:spPr>
            <a:xfrm>
              <a:off x="4790412" y="2822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7" name="pt14107"/>
            <p:cNvSpPr/>
            <p:nvPr/>
          </p:nvSpPr>
          <p:spPr>
            <a:xfrm>
              <a:off x="5407025" y="2271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8" name="pt14108"/>
            <p:cNvSpPr/>
            <p:nvPr/>
          </p:nvSpPr>
          <p:spPr>
            <a:xfrm>
              <a:off x="5297242" y="2231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9" name="pt14109"/>
            <p:cNvSpPr/>
            <p:nvPr/>
          </p:nvSpPr>
          <p:spPr>
            <a:xfrm>
              <a:off x="5002321" y="2625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0" name="pt14110"/>
            <p:cNvSpPr/>
            <p:nvPr/>
          </p:nvSpPr>
          <p:spPr>
            <a:xfrm>
              <a:off x="5407705" y="2264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1" name="pt14111"/>
            <p:cNvSpPr/>
            <p:nvPr/>
          </p:nvSpPr>
          <p:spPr>
            <a:xfrm>
              <a:off x="5627965" y="1551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2" name="pt14112"/>
            <p:cNvSpPr/>
            <p:nvPr/>
          </p:nvSpPr>
          <p:spPr>
            <a:xfrm>
              <a:off x="5790568" y="1688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3" name="pt14113"/>
            <p:cNvSpPr/>
            <p:nvPr/>
          </p:nvSpPr>
          <p:spPr>
            <a:xfrm>
              <a:off x="5435955" y="2291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4" name="pt14114"/>
            <p:cNvSpPr/>
            <p:nvPr/>
          </p:nvSpPr>
          <p:spPr>
            <a:xfrm>
              <a:off x="5151279" y="2060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5" name="pt14115"/>
            <p:cNvSpPr/>
            <p:nvPr/>
          </p:nvSpPr>
          <p:spPr>
            <a:xfrm>
              <a:off x="5561362" y="2165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6" name="pt14116"/>
            <p:cNvSpPr/>
            <p:nvPr/>
          </p:nvSpPr>
          <p:spPr>
            <a:xfrm>
              <a:off x="5075945" y="2494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7" name="pt14117"/>
            <p:cNvSpPr/>
            <p:nvPr/>
          </p:nvSpPr>
          <p:spPr>
            <a:xfrm>
              <a:off x="5721209" y="1810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8" name="pt14118"/>
            <p:cNvSpPr/>
            <p:nvPr/>
          </p:nvSpPr>
          <p:spPr>
            <a:xfrm>
              <a:off x="4980171" y="2081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9" name="pt14119"/>
            <p:cNvSpPr/>
            <p:nvPr/>
          </p:nvSpPr>
          <p:spPr>
            <a:xfrm>
              <a:off x="5353755" y="2030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0" name="pt14120"/>
            <p:cNvSpPr/>
            <p:nvPr/>
          </p:nvSpPr>
          <p:spPr>
            <a:xfrm>
              <a:off x="5174189" y="2141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1" name="pt14121"/>
            <p:cNvSpPr/>
            <p:nvPr/>
          </p:nvSpPr>
          <p:spPr>
            <a:xfrm>
              <a:off x="5314151" y="2139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2" name="pt14122"/>
            <p:cNvSpPr/>
            <p:nvPr/>
          </p:nvSpPr>
          <p:spPr>
            <a:xfrm>
              <a:off x="5146472" y="2114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3" name="pt14123"/>
            <p:cNvSpPr/>
            <p:nvPr/>
          </p:nvSpPr>
          <p:spPr>
            <a:xfrm>
              <a:off x="5315119" y="2158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4" name="pt14124"/>
            <p:cNvSpPr/>
            <p:nvPr/>
          </p:nvSpPr>
          <p:spPr>
            <a:xfrm>
              <a:off x="5428951" y="2231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5" name="pt14125"/>
            <p:cNvSpPr/>
            <p:nvPr/>
          </p:nvSpPr>
          <p:spPr>
            <a:xfrm>
              <a:off x="5507366" y="1913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6" name="pt14126"/>
            <p:cNvSpPr/>
            <p:nvPr/>
          </p:nvSpPr>
          <p:spPr>
            <a:xfrm>
              <a:off x="4744113" y="2285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7" name="pt14127"/>
            <p:cNvSpPr/>
            <p:nvPr/>
          </p:nvSpPr>
          <p:spPr>
            <a:xfrm>
              <a:off x="5255667" y="222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8" name="pt14128"/>
            <p:cNvSpPr/>
            <p:nvPr/>
          </p:nvSpPr>
          <p:spPr>
            <a:xfrm>
              <a:off x="5590964" y="1654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9" name="pt14129"/>
            <p:cNvSpPr/>
            <p:nvPr/>
          </p:nvSpPr>
          <p:spPr>
            <a:xfrm>
              <a:off x="5199114" y="1912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0" name="pt14130"/>
            <p:cNvSpPr/>
            <p:nvPr/>
          </p:nvSpPr>
          <p:spPr>
            <a:xfrm>
              <a:off x="5339370" y="1969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1" name="pt14131"/>
            <p:cNvSpPr/>
            <p:nvPr/>
          </p:nvSpPr>
          <p:spPr>
            <a:xfrm>
              <a:off x="5367701" y="1794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2" name="pt14132"/>
            <p:cNvSpPr/>
            <p:nvPr/>
          </p:nvSpPr>
          <p:spPr>
            <a:xfrm>
              <a:off x="5447725" y="2237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3" name="pt14133"/>
            <p:cNvSpPr/>
            <p:nvPr/>
          </p:nvSpPr>
          <p:spPr>
            <a:xfrm>
              <a:off x="5375155" y="1983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4" name="pt14134"/>
            <p:cNvSpPr/>
            <p:nvPr/>
          </p:nvSpPr>
          <p:spPr>
            <a:xfrm>
              <a:off x="5777916" y="1846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5" name="pt14135"/>
            <p:cNvSpPr/>
            <p:nvPr/>
          </p:nvSpPr>
          <p:spPr>
            <a:xfrm>
              <a:off x="4993740" y="1952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6" name="pt14136"/>
            <p:cNvSpPr/>
            <p:nvPr/>
          </p:nvSpPr>
          <p:spPr>
            <a:xfrm>
              <a:off x="4823018" y="1894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7" name="pt14137"/>
            <p:cNvSpPr/>
            <p:nvPr/>
          </p:nvSpPr>
          <p:spPr>
            <a:xfrm>
              <a:off x="5436226" y="2149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8" name="pt14138"/>
            <p:cNvSpPr/>
            <p:nvPr/>
          </p:nvSpPr>
          <p:spPr>
            <a:xfrm>
              <a:off x="5667329" y="1939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9" name="pt14139"/>
            <p:cNvSpPr/>
            <p:nvPr/>
          </p:nvSpPr>
          <p:spPr>
            <a:xfrm>
              <a:off x="5606962" y="2015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0" name="pt14140"/>
            <p:cNvSpPr/>
            <p:nvPr/>
          </p:nvSpPr>
          <p:spPr>
            <a:xfrm>
              <a:off x="5282278" y="2103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1" name="pt14141"/>
            <p:cNvSpPr/>
            <p:nvPr/>
          </p:nvSpPr>
          <p:spPr>
            <a:xfrm>
              <a:off x="5271152" y="2279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2" name="pt14142"/>
            <p:cNvSpPr/>
            <p:nvPr/>
          </p:nvSpPr>
          <p:spPr>
            <a:xfrm>
              <a:off x="4681460" y="2316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3" name="pt14143"/>
            <p:cNvSpPr/>
            <p:nvPr/>
          </p:nvSpPr>
          <p:spPr>
            <a:xfrm>
              <a:off x="5492855" y="2019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4" name="pt14144"/>
            <p:cNvSpPr/>
            <p:nvPr/>
          </p:nvSpPr>
          <p:spPr>
            <a:xfrm>
              <a:off x="5369590" y="2073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5" name="pt14145"/>
            <p:cNvSpPr/>
            <p:nvPr/>
          </p:nvSpPr>
          <p:spPr>
            <a:xfrm>
              <a:off x="5360144" y="200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6" name="pt14146"/>
            <p:cNvSpPr/>
            <p:nvPr/>
          </p:nvSpPr>
          <p:spPr>
            <a:xfrm>
              <a:off x="5294061" y="2190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7" name="pt14147"/>
            <p:cNvSpPr/>
            <p:nvPr/>
          </p:nvSpPr>
          <p:spPr>
            <a:xfrm>
              <a:off x="5482148" y="2221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8" name="pt14148"/>
            <p:cNvSpPr/>
            <p:nvPr/>
          </p:nvSpPr>
          <p:spPr>
            <a:xfrm>
              <a:off x="5379563" y="2090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9" name="pt14149"/>
            <p:cNvSpPr/>
            <p:nvPr/>
          </p:nvSpPr>
          <p:spPr>
            <a:xfrm>
              <a:off x="5294565" y="2119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0" name="pt14150"/>
            <p:cNvSpPr/>
            <p:nvPr/>
          </p:nvSpPr>
          <p:spPr>
            <a:xfrm>
              <a:off x="5056263" y="2707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1" name="pt14151"/>
            <p:cNvSpPr/>
            <p:nvPr/>
          </p:nvSpPr>
          <p:spPr>
            <a:xfrm>
              <a:off x="5496689" y="1872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2" name="pt14152"/>
            <p:cNvSpPr/>
            <p:nvPr/>
          </p:nvSpPr>
          <p:spPr>
            <a:xfrm>
              <a:off x="5343123" y="2074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3" name="pt14153"/>
            <p:cNvSpPr/>
            <p:nvPr/>
          </p:nvSpPr>
          <p:spPr>
            <a:xfrm>
              <a:off x="5076727" y="2033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4" name="pt14154"/>
            <p:cNvSpPr/>
            <p:nvPr/>
          </p:nvSpPr>
          <p:spPr>
            <a:xfrm>
              <a:off x="5115753" y="2079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5" name="pt14155"/>
            <p:cNvSpPr/>
            <p:nvPr/>
          </p:nvSpPr>
          <p:spPr>
            <a:xfrm>
              <a:off x="5280960" y="1908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6" name="pt14156"/>
            <p:cNvSpPr/>
            <p:nvPr/>
          </p:nvSpPr>
          <p:spPr>
            <a:xfrm>
              <a:off x="5328515" y="218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7" name="pt14157"/>
            <p:cNvSpPr/>
            <p:nvPr/>
          </p:nvSpPr>
          <p:spPr>
            <a:xfrm>
              <a:off x="5375220" y="2084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8" name="pt14158"/>
            <p:cNvSpPr/>
            <p:nvPr/>
          </p:nvSpPr>
          <p:spPr>
            <a:xfrm>
              <a:off x="5420351" y="22181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9" name="pt14159"/>
            <p:cNvSpPr/>
            <p:nvPr/>
          </p:nvSpPr>
          <p:spPr>
            <a:xfrm>
              <a:off x="5526865" y="1983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0" name="pt14160"/>
            <p:cNvSpPr/>
            <p:nvPr/>
          </p:nvSpPr>
          <p:spPr>
            <a:xfrm>
              <a:off x="5331225" y="2155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1" name="pt14161"/>
            <p:cNvSpPr/>
            <p:nvPr/>
          </p:nvSpPr>
          <p:spPr>
            <a:xfrm>
              <a:off x="4937780" y="2241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2" name="pt14162"/>
            <p:cNvSpPr/>
            <p:nvPr/>
          </p:nvSpPr>
          <p:spPr>
            <a:xfrm>
              <a:off x="5371877" y="1854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3" name="pt14163"/>
            <p:cNvSpPr/>
            <p:nvPr/>
          </p:nvSpPr>
          <p:spPr>
            <a:xfrm>
              <a:off x="5140735" y="1982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4" name="pt14164"/>
            <p:cNvSpPr/>
            <p:nvPr/>
          </p:nvSpPr>
          <p:spPr>
            <a:xfrm>
              <a:off x="5758120" y="1641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5" name="pt14165"/>
            <p:cNvSpPr/>
            <p:nvPr/>
          </p:nvSpPr>
          <p:spPr>
            <a:xfrm>
              <a:off x="5397079" y="2145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6" name="pt14166"/>
            <p:cNvSpPr/>
            <p:nvPr/>
          </p:nvSpPr>
          <p:spPr>
            <a:xfrm>
              <a:off x="4995501" y="1792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7" name="pt14167"/>
            <p:cNvSpPr/>
            <p:nvPr/>
          </p:nvSpPr>
          <p:spPr>
            <a:xfrm>
              <a:off x="5171001" y="2180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8" name="pt14168"/>
            <p:cNvSpPr/>
            <p:nvPr/>
          </p:nvSpPr>
          <p:spPr>
            <a:xfrm>
              <a:off x="5302899" y="2237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9" name="pt14169"/>
            <p:cNvSpPr/>
            <p:nvPr/>
          </p:nvSpPr>
          <p:spPr>
            <a:xfrm>
              <a:off x="5332939" y="2079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0" name="pt14170"/>
            <p:cNvSpPr/>
            <p:nvPr/>
          </p:nvSpPr>
          <p:spPr>
            <a:xfrm>
              <a:off x="5406627" y="2250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1" name="pt14171"/>
            <p:cNvSpPr/>
            <p:nvPr/>
          </p:nvSpPr>
          <p:spPr>
            <a:xfrm>
              <a:off x="5298495" y="2146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2" name="pt14172"/>
            <p:cNvSpPr/>
            <p:nvPr/>
          </p:nvSpPr>
          <p:spPr>
            <a:xfrm>
              <a:off x="5206490" y="2073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3" name="pt14173"/>
            <p:cNvSpPr/>
            <p:nvPr/>
          </p:nvSpPr>
          <p:spPr>
            <a:xfrm>
              <a:off x="5225732" y="2049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4" name="pt14174"/>
            <p:cNvSpPr/>
            <p:nvPr/>
          </p:nvSpPr>
          <p:spPr>
            <a:xfrm>
              <a:off x="4931156" y="2130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5" name="pt14175"/>
            <p:cNvSpPr/>
            <p:nvPr/>
          </p:nvSpPr>
          <p:spPr>
            <a:xfrm>
              <a:off x="5147023" y="2051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6" name="pt14176"/>
            <p:cNvSpPr/>
            <p:nvPr/>
          </p:nvSpPr>
          <p:spPr>
            <a:xfrm>
              <a:off x="5034375" y="2801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7" name="pt14177"/>
            <p:cNvSpPr/>
            <p:nvPr/>
          </p:nvSpPr>
          <p:spPr>
            <a:xfrm>
              <a:off x="5161928" y="2213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8" name="pt14178"/>
            <p:cNvSpPr/>
            <p:nvPr/>
          </p:nvSpPr>
          <p:spPr>
            <a:xfrm>
              <a:off x="5516032" y="192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9" name="pt14179"/>
            <p:cNvSpPr/>
            <p:nvPr/>
          </p:nvSpPr>
          <p:spPr>
            <a:xfrm>
              <a:off x="5540649" y="1929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0" name="pt14180"/>
            <p:cNvSpPr/>
            <p:nvPr/>
          </p:nvSpPr>
          <p:spPr>
            <a:xfrm>
              <a:off x="5268891" y="2383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1" name="pt14181"/>
            <p:cNvSpPr/>
            <p:nvPr/>
          </p:nvSpPr>
          <p:spPr>
            <a:xfrm>
              <a:off x="5237562" y="2196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2" name="pt14182"/>
            <p:cNvSpPr/>
            <p:nvPr/>
          </p:nvSpPr>
          <p:spPr>
            <a:xfrm>
              <a:off x="5903349" y="1710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3" name="pt14183"/>
            <p:cNvSpPr/>
            <p:nvPr/>
          </p:nvSpPr>
          <p:spPr>
            <a:xfrm>
              <a:off x="5564090" y="1840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4" name="pt14184"/>
            <p:cNvSpPr/>
            <p:nvPr/>
          </p:nvSpPr>
          <p:spPr>
            <a:xfrm>
              <a:off x="5205232" y="1969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5" name="pt14185"/>
            <p:cNvSpPr/>
            <p:nvPr/>
          </p:nvSpPr>
          <p:spPr>
            <a:xfrm>
              <a:off x="5105333" y="2146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6" name="pt14186"/>
            <p:cNvSpPr/>
            <p:nvPr/>
          </p:nvSpPr>
          <p:spPr>
            <a:xfrm>
              <a:off x="5418048" y="2063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7" name="pt14187"/>
            <p:cNvSpPr/>
            <p:nvPr/>
          </p:nvSpPr>
          <p:spPr>
            <a:xfrm>
              <a:off x="5232166" y="2136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8" name="pt14188"/>
            <p:cNvSpPr/>
            <p:nvPr/>
          </p:nvSpPr>
          <p:spPr>
            <a:xfrm>
              <a:off x="5297969" y="2170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9" name="pt14189"/>
            <p:cNvSpPr/>
            <p:nvPr/>
          </p:nvSpPr>
          <p:spPr>
            <a:xfrm>
              <a:off x="5300850" y="2123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0" name="pt14190"/>
            <p:cNvSpPr/>
            <p:nvPr/>
          </p:nvSpPr>
          <p:spPr>
            <a:xfrm>
              <a:off x="5329496" y="2171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1" name="pt14191"/>
            <p:cNvSpPr/>
            <p:nvPr/>
          </p:nvSpPr>
          <p:spPr>
            <a:xfrm>
              <a:off x="4835331" y="2221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2" name="pt14192"/>
            <p:cNvSpPr/>
            <p:nvPr/>
          </p:nvSpPr>
          <p:spPr>
            <a:xfrm>
              <a:off x="5169435" y="2085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3" name="pt14193"/>
            <p:cNvSpPr/>
            <p:nvPr/>
          </p:nvSpPr>
          <p:spPr>
            <a:xfrm>
              <a:off x="5905790" y="2140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4" name="pt14194"/>
            <p:cNvSpPr/>
            <p:nvPr/>
          </p:nvSpPr>
          <p:spPr>
            <a:xfrm>
              <a:off x="5312812" y="2229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5" name="pt14195"/>
            <p:cNvSpPr/>
            <p:nvPr/>
          </p:nvSpPr>
          <p:spPr>
            <a:xfrm>
              <a:off x="5375835" y="2076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6" name="pt14196"/>
            <p:cNvSpPr/>
            <p:nvPr/>
          </p:nvSpPr>
          <p:spPr>
            <a:xfrm>
              <a:off x="5661484" y="1964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7" name="pt14197"/>
            <p:cNvSpPr/>
            <p:nvPr/>
          </p:nvSpPr>
          <p:spPr>
            <a:xfrm>
              <a:off x="5474747" y="2267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8" name="pt14198"/>
            <p:cNvSpPr/>
            <p:nvPr/>
          </p:nvSpPr>
          <p:spPr>
            <a:xfrm>
              <a:off x="5300274" y="2200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9" name="pt14199"/>
            <p:cNvSpPr/>
            <p:nvPr/>
          </p:nvSpPr>
          <p:spPr>
            <a:xfrm>
              <a:off x="5528282" y="2041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0" name="pt14200"/>
            <p:cNvSpPr/>
            <p:nvPr/>
          </p:nvSpPr>
          <p:spPr>
            <a:xfrm>
              <a:off x="5711047" y="1901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1" name="pt14201"/>
            <p:cNvSpPr/>
            <p:nvPr/>
          </p:nvSpPr>
          <p:spPr>
            <a:xfrm>
              <a:off x="5587710" y="1793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2" name="pt14202"/>
            <p:cNvSpPr/>
            <p:nvPr/>
          </p:nvSpPr>
          <p:spPr>
            <a:xfrm>
              <a:off x="5346716" y="2118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3" name="pt14203"/>
            <p:cNvSpPr/>
            <p:nvPr/>
          </p:nvSpPr>
          <p:spPr>
            <a:xfrm>
              <a:off x="5071461" y="2052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4" name="pt14204"/>
            <p:cNvSpPr/>
            <p:nvPr/>
          </p:nvSpPr>
          <p:spPr>
            <a:xfrm>
              <a:off x="5209333" y="2259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5" name="pt14205"/>
            <p:cNvSpPr/>
            <p:nvPr/>
          </p:nvSpPr>
          <p:spPr>
            <a:xfrm>
              <a:off x="5224242" y="2209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6" name="pt14206"/>
            <p:cNvSpPr/>
            <p:nvPr/>
          </p:nvSpPr>
          <p:spPr>
            <a:xfrm>
              <a:off x="5199011" y="2133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7" name="pt14207"/>
            <p:cNvSpPr/>
            <p:nvPr/>
          </p:nvSpPr>
          <p:spPr>
            <a:xfrm>
              <a:off x="5337920" y="2108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8" name="pt14208"/>
            <p:cNvSpPr/>
            <p:nvPr/>
          </p:nvSpPr>
          <p:spPr>
            <a:xfrm>
              <a:off x="4687304" y="2783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9" name="pt14209"/>
            <p:cNvSpPr/>
            <p:nvPr/>
          </p:nvSpPr>
          <p:spPr>
            <a:xfrm>
              <a:off x="5039142" y="2740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0" name="pt14210"/>
            <p:cNvSpPr/>
            <p:nvPr/>
          </p:nvSpPr>
          <p:spPr>
            <a:xfrm>
              <a:off x="5656986" y="2003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1" name="pt14211"/>
            <p:cNvSpPr/>
            <p:nvPr/>
          </p:nvSpPr>
          <p:spPr>
            <a:xfrm>
              <a:off x="5306092" y="2253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2" name="pt14212"/>
            <p:cNvSpPr/>
            <p:nvPr/>
          </p:nvSpPr>
          <p:spPr>
            <a:xfrm>
              <a:off x="5084746" y="2277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3" name="pt14213"/>
            <p:cNvSpPr/>
            <p:nvPr/>
          </p:nvSpPr>
          <p:spPr>
            <a:xfrm>
              <a:off x="5551020" y="1987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4" name="pt14214"/>
            <p:cNvSpPr/>
            <p:nvPr/>
          </p:nvSpPr>
          <p:spPr>
            <a:xfrm>
              <a:off x="5447813" y="2323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5" name="pt14215"/>
            <p:cNvSpPr/>
            <p:nvPr/>
          </p:nvSpPr>
          <p:spPr>
            <a:xfrm>
              <a:off x="5337987" y="2192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6" name="pt14216"/>
            <p:cNvSpPr/>
            <p:nvPr/>
          </p:nvSpPr>
          <p:spPr>
            <a:xfrm>
              <a:off x="5188483" y="2161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7" name="pt14217"/>
            <p:cNvSpPr/>
            <p:nvPr/>
          </p:nvSpPr>
          <p:spPr>
            <a:xfrm>
              <a:off x="5169370" y="223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8" name="pt14218"/>
            <p:cNvSpPr/>
            <p:nvPr/>
          </p:nvSpPr>
          <p:spPr>
            <a:xfrm>
              <a:off x="5501097" y="2019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9" name="pt14219"/>
            <p:cNvSpPr/>
            <p:nvPr/>
          </p:nvSpPr>
          <p:spPr>
            <a:xfrm>
              <a:off x="5387737" y="2088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0" name="pt14220"/>
            <p:cNvSpPr/>
            <p:nvPr/>
          </p:nvSpPr>
          <p:spPr>
            <a:xfrm>
              <a:off x="5379451" y="1935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1" name="pt14221"/>
            <p:cNvSpPr/>
            <p:nvPr/>
          </p:nvSpPr>
          <p:spPr>
            <a:xfrm>
              <a:off x="5832335" y="1673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2" name="pt14222"/>
            <p:cNvSpPr/>
            <p:nvPr/>
          </p:nvSpPr>
          <p:spPr>
            <a:xfrm>
              <a:off x="5409679" y="2330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3" name="pt14223"/>
            <p:cNvSpPr/>
            <p:nvPr/>
          </p:nvSpPr>
          <p:spPr>
            <a:xfrm>
              <a:off x="5326753" y="2092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4" name="pt14224"/>
            <p:cNvSpPr/>
            <p:nvPr/>
          </p:nvSpPr>
          <p:spPr>
            <a:xfrm>
              <a:off x="5133583" y="1964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5" name="pt14225"/>
            <p:cNvSpPr/>
            <p:nvPr/>
          </p:nvSpPr>
          <p:spPr>
            <a:xfrm>
              <a:off x="5835830" y="1680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6" name="pt14226"/>
            <p:cNvSpPr/>
            <p:nvPr/>
          </p:nvSpPr>
          <p:spPr>
            <a:xfrm>
              <a:off x="5009426" y="2479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7" name="pt14227"/>
            <p:cNvSpPr/>
            <p:nvPr/>
          </p:nvSpPr>
          <p:spPr>
            <a:xfrm>
              <a:off x="5219745" y="2094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8" name="pt14228"/>
            <p:cNvSpPr/>
            <p:nvPr/>
          </p:nvSpPr>
          <p:spPr>
            <a:xfrm>
              <a:off x="5482478" y="2261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9" name="pt14229"/>
            <p:cNvSpPr/>
            <p:nvPr/>
          </p:nvSpPr>
          <p:spPr>
            <a:xfrm>
              <a:off x="5452588" y="227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0" name="pt14230"/>
            <p:cNvSpPr/>
            <p:nvPr/>
          </p:nvSpPr>
          <p:spPr>
            <a:xfrm>
              <a:off x="5195231" y="1970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1" name="pt14231"/>
            <p:cNvSpPr/>
            <p:nvPr/>
          </p:nvSpPr>
          <p:spPr>
            <a:xfrm>
              <a:off x="5321164" y="2215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2" name="pt14232"/>
            <p:cNvSpPr/>
            <p:nvPr/>
          </p:nvSpPr>
          <p:spPr>
            <a:xfrm>
              <a:off x="5232104" y="2210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3" name="pt14233"/>
            <p:cNvSpPr/>
            <p:nvPr/>
          </p:nvSpPr>
          <p:spPr>
            <a:xfrm>
              <a:off x="5384022" y="2079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4" name="pt14234"/>
            <p:cNvSpPr/>
            <p:nvPr/>
          </p:nvSpPr>
          <p:spPr>
            <a:xfrm>
              <a:off x="5278989" y="1943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5" name="pt14235"/>
            <p:cNvSpPr/>
            <p:nvPr/>
          </p:nvSpPr>
          <p:spPr>
            <a:xfrm>
              <a:off x="5644837" y="1762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6" name="pt14236"/>
            <p:cNvSpPr/>
            <p:nvPr/>
          </p:nvSpPr>
          <p:spPr>
            <a:xfrm>
              <a:off x="5072963" y="2237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7" name="pt14237"/>
            <p:cNvSpPr/>
            <p:nvPr/>
          </p:nvSpPr>
          <p:spPr>
            <a:xfrm>
              <a:off x="5417896" y="2002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8" name="pt14238"/>
            <p:cNvSpPr/>
            <p:nvPr/>
          </p:nvSpPr>
          <p:spPr>
            <a:xfrm>
              <a:off x="5164116" y="2188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9" name="pt14239"/>
            <p:cNvSpPr/>
            <p:nvPr/>
          </p:nvSpPr>
          <p:spPr>
            <a:xfrm>
              <a:off x="4726372" y="2203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0" name="pt14240"/>
            <p:cNvSpPr/>
            <p:nvPr/>
          </p:nvSpPr>
          <p:spPr>
            <a:xfrm>
              <a:off x="5162819" y="2186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1" name="pt14241"/>
            <p:cNvSpPr/>
            <p:nvPr/>
          </p:nvSpPr>
          <p:spPr>
            <a:xfrm>
              <a:off x="5481556" y="2292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2" name="pt14242"/>
            <p:cNvSpPr/>
            <p:nvPr/>
          </p:nvSpPr>
          <p:spPr>
            <a:xfrm>
              <a:off x="4991950" y="1937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3" name="pt14243"/>
            <p:cNvSpPr/>
            <p:nvPr/>
          </p:nvSpPr>
          <p:spPr>
            <a:xfrm>
              <a:off x="5606113" y="1966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4" name="pt14244"/>
            <p:cNvSpPr/>
            <p:nvPr/>
          </p:nvSpPr>
          <p:spPr>
            <a:xfrm>
              <a:off x="4874637" y="2540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5" name="pt14245"/>
            <p:cNvSpPr/>
            <p:nvPr/>
          </p:nvSpPr>
          <p:spPr>
            <a:xfrm>
              <a:off x="5906535" y="1830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6" name="pt14246"/>
            <p:cNvSpPr/>
            <p:nvPr/>
          </p:nvSpPr>
          <p:spPr>
            <a:xfrm>
              <a:off x="5301323" y="2153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7" name="pt14247"/>
            <p:cNvSpPr/>
            <p:nvPr/>
          </p:nvSpPr>
          <p:spPr>
            <a:xfrm>
              <a:off x="4973126" y="2419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8" name="pt14248"/>
            <p:cNvSpPr/>
            <p:nvPr/>
          </p:nvSpPr>
          <p:spPr>
            <a:xfrm>
              <a:off x="5283694" y="2023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9" name="pt14249"/>
            <p:cNvSpPr/>
            <p:nvPr/>
          </p:nvSpPr>
          <p:spPr>
            <a:xfrm>
              <a:off x="5342517" y="2091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0" name="pt14250"/>
            <p:cNvSpPr/>
            <p:nvPr/>
          </p:nvSpPr>
          <p:spPr>
            <a:xfrm>
              <a:off x="5117889" y="2222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1" name="pt14251"/>
            <p:cNvSpPr/>
            <p:nvPr/>
          </p:nvSpPr>
          <p:spPr>
            <a:xfrm>
              <a:off x="5186049" y="2117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2" name="pt14252"/>
            <p:cNvSpPr/>
            <p:nvPr/>
          </p:nvSpPr>
          <p:spPr>
            <a:xfrm>
              <a:off x="5329414" y="2170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3" name="pt14253"/>
            <p:cNvSpPr/>
            <p:nvPr/>
          </p:nvSpPr>
          <p:spPr>
            <a:xfrm>
              <a:off x="5252067" y="2154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4" name="pt14254"/>
            <p:cNvSpPr/>
            <p:nvPr/>
          </p:nvSpPr>
          <p:spPr>
            <a:xfrm>
              <a:off x="5304687" y="2233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5" name="pt14255"/>
            <p:cNvSpPr/>
            <p:nvPr/>
          </p:nvSpPr>
          <p:spPr>
            <a:xfrm>
              <a:off x="5409059" y="2167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6" name="pt14256"/>
            <p:cNvSpPr/>
            <p:nvPr/>
          </p:nvSpPr>
          <p:spPr>
            <a:xfrm>
              <a:off x="4900840" y="2757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7" name="pt14257"/>
            <p:cNvSpPr/>
            <p:nvPr/>
          </p:nvSpPr>
          <p:spPr>
            <a:xfrm>
              <a:off x="5316203" y="2270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8" name="pt14258"/>
            <p:cNvSpPr/>
            <p:nvPr/>
          </p:nvSpPr>
          <p:spPr>
            <a:xfrm>
              <a:off x="5084437" y="2514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9" name="pt14259"/>
            <p:cNvSpPr/>
            <p:nvPr/>
          </p:nvSpPr>
          <p:spPr>
            <a:xfrm>
              <a:off x="5297723" y="2168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0" name="pt14260"/>
            <p:cNvSpPr/>
            <p:nvPr/>
          </p:nvSpPr>
          <p:spPr>
            <a:xfrm>
              <a:off x="4915311" y="2106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1" name="pt14261"/>
            <p:cNvSpPr/>
            <p:nvPr/>
          </p:nvSpPr>
          <p:spPr>
            <a:xfrm>
              <a:off x="5455163" y="2198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2" name="pt14262"/>
            <p:cNvSpPr/>
            <p:nvPr/>
          </p:nvSpPr>
          <p:spPr>
            <a:xfrm>
              <a:off x="5481275" y="2229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3" name="pt14263"/>
            <p:cNvSpPr/>
            <p:nvPr/>
          </p:nvSpPr>
          <p:spPr>
            <a:xfrm>
              <a:off x="5410272" y="2289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4" name="pt14264"/>
            <p:cNvSpPr/>
            <p:nvPr/>
          </p:nvSpPr>
          <p:spPr>
            <a:xfrm>
              <a:off x="4961272" y="2193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5" name="pt14265"/>
            <p:cNvSpPr/>
            <p:nvPr/>
          </p:nvSpPr>
          <p:spPr>
            <a:xfrm>
              <a:off x="5429901" y="2190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6" name="pt14266"/>
            <p:cNvSpPr/>
            <p:nvPr/>
          </p:nvSpPr>
          <p:spPr>
            <a:xfrm>
              <a:off x="5499603" y="1897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7" name="pt14267"/>
            <p:cNvSpPr/>
            <p:nvPr/>
          </p:nvSpPr>
          <p:spPr>
            <a:xfrm>
              <a:off x="5937686" y="1810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8" name="pt14268"/>
            <p:cNvSpPr/>
            <p:nvPr/>
          </p:nvSpPr>
          <p:spPr>
            <a:xfrm>
              <a:off x="4926663" y="2234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9" name="pt14269"/>
            <p:cNvSpPr/>
            <p:nvPr/>
          </p:nvSpPr>
          <p:spPr>
            <a:xfrm>
              <a:off x="4958282" y="2455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0" name="pt14270"/>
            <p:cNvSpPr/>
            <p:nvPr/>
          </p:nvSpPr>
          <p:spPr>
            <a:xfrm>
              <a:off x="4652748" y="2576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1" name="pt14271"/>
            <p:cNvSpPr/>
            <p:nvPr/>
          </p:nvSpPr>
          <p:spPr>
            <a:xfrm>
              <a:off x="5172600" y="2140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2" name="pt14272"/>
            <p:cNvSpPr/>
            <p:nvPr/>
          </p:nvSpPr>
          <p:spPr>
            <a:xfrm>
              <a:off x="5650445" y="1887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3" name="pt14273"/>
            <p:cNvSpPr/>
            <p:nvPr/>
          </p:nvSpPr>
          <p:spPr>
            <a:xfrm>
              <a:off x="4973450" y="2450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4" name="pt14274"/>
            <p:cNvSpPr/>
            <p:nvPr/>
          </p:nvSpPr>
          <p:spPr>
            <a:xfrm>
              <a:off x="5533715" y="2084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5" name="pt14275"/>
            <p:cNvSpPr/>
            <p:nvPr/>
          </p:nvSpPr>
          <p:spPr>
            <a:xfrm>
              <a:off x="5647355" y="1760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6" name="pt14276"/>
            <p:cNvSpPr/>
            <p:nvPr/>
          </p:nvSpPr>
          <p:spPr>
            <a:xfrm>
              <a:off x="5775781" y="1552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7" name="pt14277"/>
            <p:cNvSpPr/>
            <p:nvPr/>
          </p:nvSpPr>
          <p:spPr>
            <a:xfrm>
              <a:off x="5163059" y="2132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8" name="pt14278"/>
            <p:cNvSpPr/>
            <p:nvPr/>
          </p:nvSpPr>
          <p:spPr>
            <a:xfrm>
              <a:off x="5600206" y="1950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9" name="pt14279"/>
            <p:cNvSpPr/>
            <p:nvPr/>
          </p:nvSpPr>
          <p:spPr>
            <a:xfrm>
              <a:off x="5359244" y="2113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0" name="pt14280"/>
            <p:cNvSpPr/>
            <p:nvPr/>
          </p:nvSpPr>
          <p:spPr>
            <a:xfrm>
              <a:off x="5189165" y="2204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1" name="pt14281"/>
            <p:cNvSpPr/>
            <p:nvPr/>
          </p:nvSpPr>
          <p:spPr>
            <a:xfrm>
              <a:off x="4842089" y="1998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2" name="pt14282"/>
            <p:cNvSpPr/>
            <p:nvPr/>
          </p:nvSpPr>
          <p:spPr>
            <a:xfrm>
              <a:off x="5360828" y="1878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3" name="pt14283"/>
            <p:cNvSpPr/>
            <p:nvPr/>
          </p:nvSpPr>
          <p:spPr>
            <a:xfrm>
              <a:off x="4868937" y="2401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4" name="pt14284"/>
            <p:cNvSpPr/>
            <p:nvPr/>
          </p:nvSpPr>
          <p:spPr>
            <a:xfrm>
              <a:off x="4834956" y="2262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5" name="pt14285"/>
            <p:cNvSpPr/>
            <p:nvPr/>
          </p:nvSpPr>
          <p:spPr>
            <a:xfrm>
              <a:off x="5480386" y="2353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6" name="pt14286"/>
            <p:cNvSpPr/>
            <p:nvPr/>
          </p:nvSpPr>
          <p:spPr>
            <a:xfrm>
              <a:off x="5182364" y="2092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7" name="pt14287"/>
            <p:cNvSpPr/>
            <p:nvPr/>
          </p:nvSpPr>
          <p:spPr>
            <a:xfrm>
              <a:off x="4882286" y="2464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8" name="pt14288"/>
            <p:cNvSpPr/>
            <p:nvPr/>
          </p:nvSpPr>
          <p:spPr>
            <a:xfrm>
              <a:off x="5415019" y="1999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9" name="pt14289"/>
            <p:cNvSpPr/>
            <p:nvPr/>
          </p:nvSpPr>
          <p:spPr>
            <a:xfrm>
              <a:off x="5061739" y="2462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0" name="pt14290"/>
            <p:cNvSpPr/>
            <p:nvPr/>
          </p:nvSpPr>
          <p:spPr>
            <a:xfrm>
              <a:off x="5697044" y="1860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1" name="pt14291"/>
            <p:cNvSpPr/>
            <p:nvPr/>
          </p:nvSpPr>
          <p:spPr>
            <a:xfrm>
              <a:off x="5361016" y="1993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2" name="pt14292"/>
            <p:cNvSpPr/>
            <p:nvPr/>
          </p:nvSpPr>
          <p:spPr>
            <a:xfrm>
              <a:off x="5396269" y="2203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3" name="pt14293"/>
            <p:cNvSpPr/>
            <p:nvPr/>
          </p:nvSpPr>
          <p:spPr>
            <a:xfrm>
              <a:off x="5065604" y="2455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4" name="pt14294"/>
            <p:cNvSpPr/>
            <p:nvPr/>
          </p:nvSpPr>
          <p:spPr>
            <a:xfrm>
              <a:off x="5208712" y="2062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5" name="pt14295"/>
            <p:cNvSpPr/>
            <p:nvPr/>
          </p:nvSpPr>
          <p:spPr>
            <a:xfrm>
              <a:off x="5452749" y="2335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6" name="pt14296"/>
            <p:cNvSpPr/>
            <p:nvPr/>
          </p:nvSpPr>
          <p:spPr>
            <a:xfrm>
              <a:off x="5480899" y="2198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7" name="pt14297"/>
            <p:cNvSpPr/>
            <p:nvPr/>
          </p:nvSpPr>
          <p:spPr>
            <a:xfrm>
              <a:off x="5228848" y="2243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8" name="pt14298"/>
            <p:cNvSpPr/>
            <p:nvPr/>
          </p:nvSpPr>
          <p:spPr>
            <a:xfrm>
              <a:off x="5412266" y="2137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9" name="pt14299"/>
            <p:cNvSpPr/>
            <p:nvPr/>
          </p:nvSpPr>
          <p:spPr>
            <a:xfrm>
              <a:off x="5398059" y="2101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0" name="pt14300"/>
            <p:cNvSpPr/>
            <p:nvPr/>
          </p:nvSpPr>
          <p:spPr>
            <a:xfrm>
              <a:off x="5564193" y="1861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1" name="pt14301"/>
            <p:cNvSpPr/>
            <p:nvPr/>
          </p:nvSpPr>
          <p:spPr>
            <a:xfrm>
              <a:off x="5398502" y="2169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2" name="pt14302"/>
            <p:cNvSpPr/>
            <p:nvPr/>
          </p:nvSpPr>
          <p:spPr>
            <a:xfrm>
              <a:off x="5404969" y="2231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3" name="pt14303"/>
            <p:cNvSpPr/>
            <p:nvPr/>
          </p:nvSpPr>
          <p:spPr>
            <a:xfrm>
              <a:off x="5398064" y="2272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4" name="pt14304"/>
            <p:cNvSpPr/>
            <p:nvPr/>
          </p:nvSpPr>
          <p:spPr>
            <a:xfrm>
              <a:off x="5701194" y="2093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5" name="pt14305"/>
            <p:cNvSpPr/>
            <p:nvPr/>
          </p:nvSpPr>
          <p:spPr>
            <a:xfrm>
              <a:off x="5313421" y="2126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6" name="pt14306"/>
            <p:cNvSpPr/>
            <p:nvPr/>
          </p:nvSpPr>
          <p:spPr>
            <a:xfrm>
              <a:off x="4998371" y="2392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7" name="pt14307"/>
            <p:cNvSpPr/>
            <p:nvPr/>
          </p:nvSpPr>
          <p:spPr>
            <a:xfrm>
              <a:off x="5507014" y="2010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8" name="pt14308"/>
            <p:cNvSpPr/>
            <p:nvPr/>
          </p:nvSpPr>
          <p:spPr>
            <a:xfrm>
              <a:off x="5395851" y="2205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9" name="pt14309"/>
            <p:cNvSpPr/>
            <p:nvPr/>
          </p:nvSpPr>
          <p:spPr>
            <a:xfrm>
              <a:off x="5616672" y="195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0" name="pt14310"/>
            <p:cNvSpPr/>
            <p:nvPr/>
          </p:nvSpPr>
          <p:spPr>
            <a:xfrm>
              <a:off x="5494852" y="2046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1" name="pt14311"/>
            <p:cNvSpPr/>
            <p:nvPr/>
          </p:nvSpPr>
          <p:spPr>
            <a:xfrm>
              <a:off x="5001048" y="2456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2" name="pt14312"/>
            <p:cNvSpPr/>
            <p:nvPr/>
          </p:nvSpPr>
          <p:spPr>
            <a:xfrm>
              <a:off x="5425796" y="2167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3" name="pt14313"/>
            <p:cNvSpPr/>
            <p:nvPr/>
          </p:nvSpPr>
          <p:spPr>
            <a:xfrm>
              <a:off x="5113397" y="2178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4" name="pt14314"/>
            <p:cNvSpPr/>
            <p:nvPr/>
          </p:nvSpPr>
          <p:spPr>
            <a:xfrm>
              <a:off x="5147149" y="2227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5" name="pt14315"/>
            <p:cNvSpPr/>
            <p:nvPr/>
          </p:nvSpPr>
          <p:spPr>
            <a:xfrm>
              <a:off x="5133077" y="1925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6" name="pt14316"/>
            <p:cNvSpPr/>
            <p:nvPr/>
          </p:nvSpPr>
          <p:spPr>
            <a:xfrm>
              <a:off x="5351592" y="1804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7" name="pt14317"/>
            <p:cNvSpPr/>
            <p:nvPr/>
          </p:nvSpPr>
          <p:spPr>
            <a:xfrm>
              <a:off x="4957012" y="2343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8" name="pt14318"/>
            <p:cNvSpPr/>
            <p:nvPr/>
          </p:nvSpPr>
          <p:spPr>
            <a:xfrm>
              <a:off x="5559648" y="1993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9" name="pt14319"/>
            <p:cNvSpPr/>
            <p:nvPr/>
          </p:nvSpPr>
          <p:spPr>
            <a:xfrm>
              <a:off x="5439540" y="2042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0" name="pt14320"/>
            <p:cNvSpPr/>
            <p:nvPr/>
          </p:nvSpPr>
          <p:spPr>
            <a:xfrm>
              <a:off x="4923972" y="2255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1" name="pt14321"/>
            <p:cNvSpPr/>
            <p:nvPr/>
          </p:nvSpPr>
          <p:spPr>
            <a:xfrm>
              <a:off x="5382702" y="2090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2" name="pt14322"/>
            <p:cNvSpPr/>
            <p:nvPr/>
          </p:nvSpPr>
          <p:spPr>
            <a:xfrm>
              <a:off x="5486197" y="187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3" name="pt14323"/>
            <p:cNvSpPr/>
            <p:nvPr/>
          </p:nvSpPr>
          <p:spPr>
            <a:xfrm>
              <a:off x="5495579" y="2167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4" name="pt14324"/>
            <p:cNvSpPr/>
            <p:nvPr/>
          </p:nvSpPr>
          <p:spPr>
            <a:xfrm>
              <a:off x="5518477" y="1896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5" name="pt14325"/>
            <p:cNvSpPr/>
            <p:nvPr/>
          </p:nvSpPr>
          <p:spPr>
            <a:xfrm>
              <a:off x="5549494" y="196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6" name="pt14326"/>
            <p:cNvSpPr/>
            <p:nvPr/>
          </p:nvSpPr>
          <p:spPr>
            <a:xfrm>
              <a:off x="5430931" y="2101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7" name="pt14327"/>
            <p:cNvSpPr/>
            <p:nvPr/>
          </p:nvSpPr>
          <p:spPr>
            <a:xfrm>
              <a:off x="5096566" y="2228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8" name="pt14328"/>
            <p:cNvSpPr/>
            <p:nvPr/>
          </p:nvSpPr>
          <p:spPr>
            <a:xfrm>
              <a:off x="5315519" y="2181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9" name="pt14329"/>
            <p:cNvSpPr/>
            <p:nvPr/>
          </p:nvSpPr>
          <p:spPr>
            <a:xfrm>
              <a:off x="5445535" y="2189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0" name="pt14330"/>
            <p:cNvSpPr/>
            <p:nvPr/>
          </p:nvSpPr>
          <p:spPr>
            <a:xfrm>
              <a:off x="5581604" y="1642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1" name="pt14331"/>
            <p:cNvSpPr/>
            <p:nvPr/>
          </p:nvSpPr>
          <p:spPr>
            <a:xfrm>
              <a:off x="5533266" y="2060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2" name="pt14332"/>
            <p:cNvSpPr/>
            <p:nvPr/>
          </p:nvSpPr>
          <p:spPr>
            <a:xfrm>
              <a:off x="5230960" y="2135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3" name="pt14333"/>
            <p:cNvSpPr/>
            <p:nvPr/>
          </p:nvSpPr>
          <p:spPr>
            <a:xfrm>
              <a:off x="5547295" y="2061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4" name="pt14334"/>
            <p:cNvSpPr/>
            <p:nvPr/>
          </p:nvSpPr>
          <p:spPr>
            <a:xfrm>
              <a:off x="5175373" y="2102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5" name="pt14335"/>
            <p:cNvSpPr/>
            <p:nvPr/>
          </p:nvSpPr>
          <p:spPr>
            <a:xfrm>
              <a:off x="4905846" y="2147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6" name="pt14336"/>
            <p:cNvSpPr/>
            <p:nvPr/>
          </p:nvSpPr>
          <p:spPr>
            <a:xfrm>
              <a:off x="5044768" y="2745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7" name="pt14337"/>
            <p:cNvSpPr/>
            <p:nvPr/>
          </p:nvSpPr>
          <p:spPr>
            <a:xfrm>
              <a:off x="5432483" y="2085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8" name="pt14338"/>
            <p:cNvSpPr/>
            <p:nvPr/>
          </p:nvSpPr>
          <p:spPr>
            <a:xfrm>
              <a:off x="5198957" y="2005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9" name="pt14339"/>
            <p:cNvSpPr/>
            <p:nvPr/>
          </p:nvSpPr>
          <p:spPr>
            <a:xfrm>
              <a:off x="5379182" y="2002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0" name="pt14340"/>
            <p:cNvSpPr/>
            <p:nvPr/>
          </p:nvSpPr>
          <p:spPr>
            <a:xfrm>
              <a:off x="5005514" y="2605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1" name="pt14341"/>
            <p:cNvSpPr/>
            <p:nvPr/>
          </p:nvSpPr>
          <p:spPr>
            <a:xfrm>
              <a:off x="5394569" y="2188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2" name="pt14342"/>
            <p:cNvSpPr/>
            <p:nvPr/>
          </p:nvSpPr>
          <p:spPr>
            <a:xfrm>
              <a:off x="5338997" y="2221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3" name="pt14343"/>
            <p:cNvSpPr/>
            <p:nvPr/>
          </p:nvSpPr>
          <p:spPr>
            <a:xfrm>
              <a:off x="5279121" y="2056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4" name="pt14344"/>
            <p:cNvSpPr/>
            <p:nvPr/>
          </p:nvSpPr>
          <p:spPr>
            <a:xfrm>
              <a:off x="5450887" y="2165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5" name="pt14345"/>
            <p:cNvSpPr/>
            <p:nvPr/>
          </p:nvSpPr>
          <p:spPr>
            <a:xfrm>
              <a:off x="5022487" y="2650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6" name="pt14346"/>
            <p:cNvSpPr/>
            <p:nvPr/>
          </p:nvSpPr>
          <p:spPr>
            <a:xfrm>
              <a:off x="5294515" y="2140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7" name="pt14347"/>
            <p:cNvSpPr/>
            <p:nvPr/>
          </p:nvSpPr>
          <p:spPr>
            <a:xfrm>
              <a:off x="5291442" y="2168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8" name="pt14348"/>
            <p:cNvSpPr/>
            <p:nvPr/>
          </p:nvSpPr>
          <p:spPr>
            <a:xfrm>
              <a:off x="5619169" y="1997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9" name="pt14349"/>
            <p:cNvSpPr/>
            <p:nvPr/>
          </p:nvSpPr>
          <p:spPr>
            <a:xfrm>
              <a:off x="5317380" y="2205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0" name="pt14350"/>
            <p:cNvSpPr/>
            <p:nvPr/>
          </p:nvSpPr>
          <p:spPr>
            <a:xfrm>
              <a:off x="5347489" y="2120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1" name="pt14351"/>
            <p:cNvSpPr/>
            <p:nvPr/>
          </p:nvSpPr>
          <p:spPr>
            <a:xfrm>
              <a:off x="5635388" y="1608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2" name="pt14352"/>
            <p:cNvSpPr/>
            <p:nvPr/>
          </p:nvSpPr>
          <p:spPr>
            <a:xfrm>
              <a:off x="5217232" y="2154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3" name="pt14353"/>
            <p:cNvSpPr/>
            <p:nvPr/>
          </p:nvSpPr>
          <p:spPr>
            <a:xfrm>
              <a:off x="5340879" y="2127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4" name="pt14354"/>
            <p:cNvSpPr/>
            <p:nvPr/>
          </p:nvSpPr>
          <p:spPr>
            <a:xfrm>
              <a:off x="5358886" y="2070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5" name="pt14355"/>
            <p:cNvSpPr/>
            <p:nvPr/>
          </p:nvSpPr>
          <p:spPr>
            <a:xfrm>
              <a:off x="5222948" y="2189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6" name="pt14356"/>
            <p:cNvSpPr/>
            <p:nvPr/>
          </p:nvSpPr>
          <p:spPr>
            <a:xfrm>
              <a:off x="5468355" y="2160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7" name="pt14357"/>
            <p:cNvSpPr/>
            <p:nvPr/>
          </p:nvSpPr>
          <p:spPr>
            <a:xfrm>
              <a:off x="5125991" y="2054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8" name="pt14358"/>
            <p:cNvSpPr/>
            <p:nvPr/>
          </p:nvSpPr>
          <p:spPr>
            <a:xfrm>
              <a:off x="5555368" y="2118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9" name="pt14359"/>
            <p:cNvSpPr/>
            <p:nvPr/>
          </p:nvSpPr>
          <p:spPr>
            <a:xfrm>
              <a:off x="5519302" y="1936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0" name="pt14360"/>
            <p:cNvSpPr/>
            <p:nvPr/>
          </p:nvSpPr>
          <p:spPr>
            <a:xfrm>
              <a:off x="5686625" y="1930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1" name="pt14361"/>
            <p:cNvSpPr/>
            <p:nvPr/>
          </p:nvSpPr>
          <p:spPr>
            <a:xfrm>
              <a:off x="5372947" y="2039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2" name="pt14362"/>
            <p:cNvSpPr/>
            <p:nvPr/>
          </p:nvSpPr>
          <p:spPr>
            <a:xfrm>
              <a:off x="5017541" y="2609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3" name="pt14363"/>
            <p:cNvSpPr/>
            <p:nvPr/>
          </p:nvSpPr>
          <p:spPr>
            <a:xfrm>
              <a:off x="5308263" y="2223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4" name="pt14364"/>
            <p:cNvSpPr/>
            <p:nvPr/>
          </p:nvSpPr>
          <p:spPr>
            <a:xfrm>
              <a:off x="5509371" y="2003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5" name="pt14365"/>
            <p:cNvSpPr/>
            <p:nvPr/>
          </p:nvSpPr>
          <p:spPr>
            <a:xfrm>
              <a:off x="5151003" y="2086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6" name="pt14366"/>
            <p:cNvSpPr/>
            <p:nvPr/>
          </p:nvSpPr>
          <p:spPr>
            <a:xfrm>
              <a:off x="5792305" y="1689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7" name="pt14367"/>
            <p:cNvSpPr/>
            <p:nvPr/>
          </p:nvSpPr>
          <p:spPr>
            <a:xfrm>
              <a:off x="4932117" y="2127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8" name="pt14368"/>
            <p:cNvSpPr/>
            <p:nvPr/>
          </p:nvSpPr>
          <p:spPr>
            <a:xfrm>
              <a:off x="5344899" y="2096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9" name="pt14369"/>
            <p:cNvSpPr/>
            <p:nvPr/>
          </p:nvSpPr>
          <p:spPr>
            <a:xfrm>
              <a:off x="5169922" y="2183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0" name="pt14370"/>
            <p:cNvSpPr/>
            <p:nvPr/>
          </p:nvSpPr>
          <p:spPr>
            <a:xfrm>
              <a:off x="5564581" y="1810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1" name="pt14371"/>
            <p:cNvSpPr/>
            <p:nvPr/>
          </p:nvSpPr>
          <p:spPr>
            <a:xfrm>
              <a:off x="5253042" y="2215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2" name="pt14372"/>
            <p:cNvSpPr/>
            <p:nvPr/>
          </p:nvSpPr>
          <p:spPr>
            <a:xfrm>
              <a:off x="5594765" y="1853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3" name="pt14373"/>
            <p:cNvSpPr/>
            <p:nvPr/>
          </p:nvSpPr>
          <p:spPr>
            <a:xfrm>
              <a:off x="5255717" y="2337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4" name="pt14374"/>
            <p:cNvSpPr/>
            <p:nvPr/>
          </p:nvSpPr>
          <p:spPr>
            <a:xfrm>
              <a:off x="5977940" y="1612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5" name="pt14375"/>
            <p:cNvSpPr/>
            <p:nvPr/>
          </p:nvSpPr>
          <p:spPr>
            <a:xfrm>
              <a:off x="5307666" y="2216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6" name="pt14376"/>
            <p:cNvSpPr/>
            <p:nvPr/>
          </p:nvSpPr>
          <p:spPr>
            <a:xfrm>
              <a:off x="5475967" y="2275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7" name="pt14377"/>
            <p:cNvSpPr/>
            <p:nvPr/>
          </p:nvSpPr>
          <p:spPr>
            <a:xfrm>
              <a:off x="4960577" y="2498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8" name="pt14378"/>
            <p:cNvSpPr/>
            <p:nvPr/>
          </p:nvSpPr>
          <p:spPr>
            <a:xfrm>
              <a:off x="5192220" y="1968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9" name="pt14379"/>
            <p:cNvSpPr/>
            <p:nvPr/>
          </p:nvSpPr>
          <p:spPr>
            <a:xfrm>
              <a:off x="4459421" y="2535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0" name="pt14380"/>
            <p:cNvSpPr/>
            <p:nvPr/>
          </p:nvSpPr>
          <p:spPr>
            <a:xfrm>
              <a:off x="5529085" y="1954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1" name="pt14381"/>
            <p:cNvSpPr/>
            <p:nvPr/>
          </p:nvSpPr>
          <p:spPr>
            <a:xfrm>
              <a:off x="5455271" y="2192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2" name="pt14382"/>
            <p:cNvSpPr/>
            <p:nvPr/>
          </p:nvSpPr>
          <p:spPr>
            <a:xfrm>
              <a:off x="5412160" y="2221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3" name="pt14383"/>
            <p:cNvSpPr/>
            <p:nvPr/>
          </p:nvSpPr>
          <p:spPr>
            <a:xfrm>
              <a:off x="4853158" y="2777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4" name="pt14384"/>
            <p:cNvSpPr/>
            <p:nvPr/>
          </p:nvSpPr>
          <p:spPr>
            <a:xfrm>
              <a:off x="5384905" y="2039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5" name="pt14385"/>
            <p:cNvSpPr/>
            <p:nvPr/>
          </p:nvSpPr>
          <p:spPr>
            <a:xfrm>
              <a:off x="5081955" y="2352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6" name="pt14386"/>
            <p:cNvSpPr/>
            <p:nvPr/>
          </p:nvSpPr>
          <p:spPr>
            <a:xfrm>
              <a:off x="5294691" y="2220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7" name="pt14387"/>
            <p:cNvSpPr/>
            <p:nvPr/>
          </p:nvSpPr>
          <p:spPr>
            <a:xfrm>
              <a:off x="4923629" y="2230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8" name="pt14388"/>
            <p:cNvSpPr/>
            <p:nvPr/>
          </p:nvSpPr>
          <p:spPr>
            <a:xfrm>
              <a:off x="5307872" y="2234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9" name="pt14389"/>
            <p:cNvSpPr/>
            <p:nvPr/>
          </p:nvSpPr>
          <p:spPr>
            <a:xfrm>
              <a:off x="5605812" y="2106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0" name="pt14390"/>
            <p:cNvSpPr/>
            <p:nvPr/>
          </p:nvSpPr>
          <p:spPr>
            <a:xfrm>
              <a:off x="5619145" y="1995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1" name="pt14391"/>
            <p:cNvSpPr/>
            <p:nvPr/>
          </p:nvSpPr>
          <p:spPr>
            <a:xfrm>
              <a:off x="5061469" y="2490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2" name="pt14392"/>
            <p:cNvSpPr/>
            <p:nvPr/>
          </p:nvSpPr>
          <p:spPr>
            <a:xfrm>
              <a:off x="5152038" y="2045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3" name="pt14393"/>
            <p:cNvSpPr/>
            <p:nvPr/>
          </p:nvSpPr>
          <p:spPr>
            <a:xfrm>
              <a:off x="4816221" y="2101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4" name="pt14394"/>
            <p:cNvSpPr/>
            <p:nvPr/>
          </p:nvSpPr>
          <p:spPr>
            <a:xfrm>
              <a:off x="5483532" y="2271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5" name="pt14395"/>
            <p:cNvSpPr/>
            <p:nvPr/>
          </p:nvSpPr>
          <p:spPr>
            <a:xfrm>
              <a:off x="5110738" y="1999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6" name="pt14396"/>
            <p:cNvSpPr/>
            <p:nvPr/>
          </p:nvSpPr>
          <p:spPr>
            <a:xfrm>
              <a:off x="5610204" y="1992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7" name="pt14397"/>
            <p:cNvSpPr/>
            <p:nvPr/>
          </p:nvSpPr>
          <p:spPr>
            <a:xfrm>
              <a:off x="5494938" y="2033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8" name="pt14398"/>
            <p:cNvSpPr/>
            <p:nvPr/>
          </p:nvSpPr>
          <p:spPr>
            <a:xfrm>
              <a:off x="5365621" y="2023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9" name="pt14399"/>
            <p:cNvSpPr/>
            <p:nvPr/>
          </p:nvSpPr>
          <p:spPr>
            <a:xfrm>
              <a:off x="5622297" y="1844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0" name="pt14400"/>
            <p:cNvSpPr/>
            <p:nvPr/>
          </p:nvSpPr>
          <p:spPr>
            <a:xfrm>
              <a:off x="5189916" y="2129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1" name="pt14401"/>
            <p:cNvSpPr/>
            <p:nvPr/>
          </p:nvSpPr>
          <p:spPr>
            <a:xfrm>
              <a:off x="5293677" y="2224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2" name="pt14402"/>
            <p:cNvSpPr/>
            <p:nvPr/>
          </p:nvSpPr>
          <p:spPr>
            <a:xfrm>
              <a:off x="5063058" y="2592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3" name="pt14403"/>
            <p:cNvSpPr/>
            <p:nvPr/>
          </p:nvSpPr>
          <p:spPr>
            <a:xfrm>
              <a:off x="5389137" y="2144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4" name="pt14404"/>
            <p:cNvSpPr/>
            <p:nvPr/>
          </p:nvSpPr>
          <p:spPr>
            <a:xfrm>
              <a:off x="5495426" y="1974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5" name="pt14405"/>
            <p:cNvSpPr/>
            <p:nvPr/>
          </p:nvSpPr>
          <p:spPr>
            <a:xfrm>
              <a:off x="5483915" y="2193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6" name="pt14406"/>
            <p:cNvSpPr/>
            <p:nvPr/>
          </p:nvSpPr>
          <p:spPr>
            <a:xfrm>
              <a:off x="5594669" y="1835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7" name="pt14407"/>
            <p:cNvSpPr/>
            <p:nvPr/>
          </p:nvSpPr>
          <p:spPr>
            <a:xfrm>
              <a:off x="5390309" y="2181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8" name="pt14408"/>
            <p:cNvSpPr/>
            <p:nvPr/>
          </p:nvSpPr>
          <p:spPr>
            <a:xfrm>
              <a:off x="5331829" y="2159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9" name="pt14409"/>
            <p:cNvSpPr/>
            <p:nvPr/>
          </p:nvSpPr>
          <p:spPr>
            <a:xfrm>
              <a:off x="5414501" y="2082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0" name="pt14410"/>
            <p:cNvSpPr/>
            <p:nvPr/>
          </p:nvSpPr>
          <p:spPr>
            <a:xfrm>
              <a:off x="5194325" y="2004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1" name="pt14411"/>
            <p:cNvSpPr/>
            <p:nvPr/>
          </p:nvSpPr>
          <p:spPr>
            <a:xfrm>
              <a:off x="5082355" y="2344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2" name="pt14412"/>
            <p:cNvSpPr/>
            <p:nvPr/>
          </p:nvSpPr>
          <p:spPr>
            <a:xfrm>
              <a:off x="5314827" y="2210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3" name="pt14413"/>
            <p:cNvSpPr/>
            <p:nvPr/>
          </p:nvSpPr>
          <p:spPr>
            <a:xfrm>
              <a:off x="5267517" y="2176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4" name="pt14414"/>
            <p:cNvSpPr/>
            <p:nvPr/>
          </p:nvSpPr>
          <p:spPr>
            <a:xfrm>
              <a:off x="5343524" y="2063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5" name="pt14415"/>
            <p:cNvSpPr/>
            <p:nvPr/>
          </p:nvSpPr>
          <p:spPr>
            <a:xfrm>
              <a:off x="5442387" y="2078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6" name="pt14416"/>
            <p:cNvSpPr/>
            <p:nvPr/>
          </p:nvSpPr>
          <p:spPr>
            <a:xfrm>
              <a:off x="5359366" y="2039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7" name="pt14417"/>
            <p:cNvSpPr/>
            <p:nvPr/>
          </p:nvSpPr>
          <p:spPr>
            <a:xfrm>
              <a:off x="5273738" y="2091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8" name="pt14418"/>
            <p:cNvSpPr/>
            <p:nvPr/>
          </p:nvSpPr>
          <p:spPr>
            <a:xfrm>
              <a:off x="5320332" y="2241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9" name="pt14419"/>
            <p:cNvSpPr/>
            <p:nvPr/>
          </p:nvSpPr>
          <p:spPr>
            <a:xfrm>
              <a:off x="5314203" y="2249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0" name="pt14420"/>
            <p:cNvSpPr/>
            <p:nvPr/>
          </p:nvSpPr>
          <p:spPr>
            <a:xfrm>
              <a:off x="5233386" y="2224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1" name="pt14421"/>
            <p:cNvSpPr/>
            <p:nvPr/>
          </p:nvSpPr>
          <p:spPr>
            <a:xfrm>
              <a:off x="5609706" y="1954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2" name="pt14422"/>
            <p:cNvSpPr/>
            <p:nvPr/>
          </p:nvSpPr>
          <p:spPr>
            <a:xfrm>
              <a:off x="5278443" y="2095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3" name="pt14423"/>
            <p:cNvSpPr/>
            <p:nvPr/>
          </p:nvSpPr>
          <p:spPr>
            <a:xfrm>
              <a:off x="4947931" y="2708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4" name="pt14424"/>
            <p:cNvSpPr/>
            <p:nvPr/>
          </p:nvSpPr>
          <p:spPr>
            <a:xfrm>
              <a:off x="5461512" y="2173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5" name="pt14425"/>
            <p:cNvSpPr/>
            <p:nvPr/>
          </p:nvSpPr>
          <p:spPr>
            <a:xfrm>
              <a:off x="5438748" y="2077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6" name="pt14426"/>
            <p:cNvSpPr/>
            <p:nvPr/>
          </p:nvSpPr>
          <p:spPr>
            <a:xfrm>
              <a:off x="5601776" y="1891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7" name="pt14427"/>
            <p:cNvSpPr/>
            <p:nvPr/>
          </p:nvSpPr>
          <p:spPr>
            <a:xfrm>
              <a:off x="5022490" y="2539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8" name="pt14428"/>
            <p:cNvSpPr/>
            <p:nvPr/>
          </p:nvSpPr>
          <p:spPr>
            <a:xfrm>
              <a:off x="5502021" y="1983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9" name="pt14429"/>
            <p:cNvSpPr/>
            <p:nvPr/>
          </p:nvSpPr>
          <p:spPr>
            <a:xfrm>
              <a:off x="4966688" y="259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0" name="pt14430"/>
            <p:cNvSpPr/>
            <p:nvPr/>
          </p:nvSpPr>
          <p:spPr>
            <a:xfrm>
              <a:off x="5805797" y="1934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1" name="pt14431"/>
            <p:cNvSpPr/>
            <p:nvPr/>
          </p:nvSpPr>
          <p:spPr>
            <a:xfrm>
              <a:off x="5175306" y="2164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2" name="pt14432"/>
            <p:cNvSpPr/>
            <p:nvPr/>
          </p:nvSpPr>
          <p:spPr>
            <a:xfrm>
              <a:off x="5535772" y="1993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3" name="pt14433"/>
            <p:cNvSpPr/>
            <p:nvPr/>
          </p:nvSpPr>
          <p:spPr>
            <a:xfrm>
              <a:off x="5111736" y="2140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4" name="pt14434"/>
            <p:cNvSpPr/>
            <p:nvPr/>
          </p:nvSpPr>
          <p:spPr>
            <a:xfrm>
              <a:off x="5161975" y="2165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5" name="pt14435"/>
            <p:cNvSpPr/>
            <p:nvPr/>
          </p:nvSpPr>
          <p:spPr>
            <a:xfrm>
              <a:off x="5224149" y="2218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6" name="pt14436"/>
            <p:cNvSpPr/>
            <p:nvPr/>
          </p:nvSpPr>
          <p:spPr>
            <a:xfrm>
              <a:off x="5040844" y="2461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7" name="pt14437"/>
            <p:cNvSpPr/>
            <p:nvPr/>
          </p:nvSpPr>
          <p:spPr>
            <a:xfrm>
              <a:off x="5276140" y="2035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8" name="pt14438"/>
            <p:cNvSpPr/>
            <p:nvPr/>
          </p:nvSpPr>
          <p:spPr>
            <a:xfrm>
              <a:off x="5235025" y="2089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9" name="pt14439"/>
            <p:cNvSpPr/>
            <p:nvPr/>
          </p:nvSpPr>
          <p:spPr>
            <a:xfrm>
              <a:off x="5297239" y="2183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0" name="pt14440"/>
            <p:cNvSpPr/>
            <p:nvPr/>
          </p:nvSpPr>
          <p:spPr>
            <a:xfrm>
              <a:off x="5487902" y="1893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1" name="pt14441"/>
            <p:cNvSpPr/>
            <p:nvPr/>
          </p:nvSpPr>
          <p:spPr>
            <a:xfrm>
              <a:off x="4783054" y="306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2" name="pt14442"/>
            <p:cNvSpPr/>
            <p:nvPr/>
          </p:nvSpPr>
          <p:spPr>
            <a:xfrm>
              <a:off x="5306838" y="2267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3" name="pt14443"/>
            <p:cNvSpPr/>
            <p:nvPr/>
          </p:nvSpPr>
          <p:spPr>
            <a:xfrm>
              <a:off x="4944335" y="2401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4" name="pt14444"/>
            <p:cNvSpPr/>
            <p:nvPr/>
          </p:nvSpPr>
          <p:spPr>
            <a:xfrm>
              <a:off x="5336681" y="2184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5" name="pt14445"/>
            <p:cNvSpPr/>
            <p:nvPr/>
          </p:nvSpPr>
          <p:spPr>
            <a:xfrm>
              <a:off x="5304066" y="2085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6" name="pt14446"/>
            <p:cNvSpPr/>
            <p:nvPr/>
          </p:nvSpPr>
          <p:spPr>
            <a:xfrm>
              <a:off x="5192815" y="201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7" name="pt14447"/>
            <p:cNvSpPr/>
            <p:nvPr/>
          </p:nvSpPr>
          <p:spPr>
            <a:xfrm>
              <a:off x="5532635" y="1973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8" name="pt14448"/>
            <p:cNvSpPr/>
            <p:nvPr/>
          </p:nvSpPr>
          <p:spPr>
            <a:xfrm>
              <a:off x="4903270" y="2353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9" name="pt14449"/>
            <p:cNvSpPr/>
            <p:nvPr/>
          </p:nvSpPr>
          <p:spPr>
            <a:xfrm>
              <a:off x="5511250" y="2033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0" name="pt14450"/>
            <p:cNvSpPr/>
            <p:nvPr/>
          </p:nvSpPr>
          <p:spPr>
            <a:xfrm>
              <a:off x="5673533" y="1941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1" name="pt14451"/>
            <p:cNvSpPr/>
            <p:nvPr/>
          </p:nvSpPr>
          <p:spPr>
            <a:xfrm>
              <a:off x="5083995" y="2436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2" name="pt14452"/>
            <p:cNvSpPr/>
            <p:nvPr/>
          </p:nvSpPr>
          <p:spPr>
            <a:xfrm>
              <a:off x="5361211" y="1908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3" name="pt14453"/>
            <p:cNvSpPr/>
            <p:nvPr/>
          </p:nvSpPr>
          <p:spPr>
            <a:xfrm>
              <a:off x="5236964" y="2217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4" name="pt14454"/>
            <p:cNvSpPr/>
            <p:nvPr/>
          </p:nvSpPr>
          <p:spPr>
            <a:xfrm>
              <a:off x="5583369" y="1757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5" name="pt14455"/>
            <p:cNvSpPr/>
            <p:nvPr/>
          </p:nvSpPr>
          <p:spPr>
            <a:xfrm>
              <a:off x="5569811" y="1837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6" name="pt14456"/>
            <p:cNvSpPr/>
            <p:nvPr/>
          </p:nvSpPr>
          <p:spPr>
            <a:xfrm>
              <a:off x="5647239" y="1760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7" name="pt14457"/>
            <p:cNvSpPr/>
            <p:nvPr/>
          </p:nvSpPr>
          <p:spPr>
            <a:xfrm>
              <a:off x="4768265" y="2626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8" name="pt14458"/>
            <p:cNvSpPr/>
            <p:nvPr/>
          </p:nvSpPr>
          <p:spPr>
            <a:xfrm>
              <a:off x="5447101" y="2162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9" name="pt14459"/>
            <p:cNvSpPr/>
            <p:nvPr/>
          </p:nvSpPr>
          <p:spPr>
            <a:xfrm>
              <a:off x="5784268" y="1828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0" name="pt14460"/>
            <p:cNvSpPr/>
            <p:nvPr/>
          </p:nvSpPr>
          <p:spPr>
            <a:xfrm>
              <a:off x="5561797" y="1663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1" name="pt14461"/>
            <p:cNvSpPr/>
            <p:nvPr/>
          </p:nvSpPr>
          <p:spPr>
            <a:xfrm>
              <a:off x="5613338" y="1987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2" name="pt14462"/>
            <p:cNvSpPr/>
            <p:nvPr/>
          </p:nvSpPr>
          <p:spPr>
            <a:xfrm>
              <a:off x="5424449" y="2206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3" name="pt14463"/>
            <p:cNvSpPr/>
            <p:nvPr/>
          </p:nvSpPr>
          <p:spPr>
            <a:xfrm>
              <a:off x="5277363" y="2037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4" name="pt14464"/>
            <p:cNvSpPr/>
            <p:nvPr/>
          </p:nvSpPr>
          <p:spPr>
            <a:xfrm>
              <a:off x="5468814" y="2233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5" name="pt14465"/>
            <p:cNvSpPr/>
            <p:nvPr/>
          </p:nvSpPr>
          <p:spPr>
            <a:xfrm>
              <a:off x="4975512" y="2365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6" name="pt14466"/>
            <p:cNvSpPr/>
            <p:nvPr/>
          </p:nvSpPr>
          <p:spPr>
            <a:xfrm>
              <a:off x="5487416" y="1878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7" name="pt14467"/>
            <p:cNvSpPr/>
            <p:nvPr/>
          </p:nvSpPr>
          <p:spPr>
            <a:xfrm>
              <a:off x="5569134" y="1968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8" name="pt14468"/>
            <p:cNvSpPr/>
            <p:nvPr/>
          </p:nvSpPr>
          <p:spPr>
            <a:xfrm>
              <a:off x="5301932" y="1941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9" name="pt14469"/>
            <p:cNvSpPr/>
            <p:nvPr/>
          </p:nvSpPr>
          <p:spPr>
            <a:xfrm>
              <a:off x="5478865" y="2237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0" name="pt14470"/>
            <p:cNvSpPr/>
            <p:nvPr/>
          </p:nvSpPr>
          <p:spPr>
            <a:xfrm>
              <a:off x="5140125" y="1965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1" name="pt14471"/>
            <p:cNvSpPr/>
            <p:nvPr/>
          </p:nvSpPr>
          <p:spPr>
            <a:xfrm>
              <a:off x="5319638" y="2282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2" name="pt14472"/>
            <p:cNvSpPr/>
            <p:nvPr/>
          </p:nvSpPr>
          <p:spPr>
            <a:xfrm>
              <a:off x="5575224" y="158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3" name="pt14473"/>
            <p:cNvSpPr/>
            <p:nvPr/>
          </p:nvSpPr>
          <p:spPr>
            <a:xfrm>
              <a:off x="5108161" y="2055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4" name="pt14474"/>
            <p:cNvSpPr/>
            <p:nvPr/>
          </p:nvSpPr>
          <p:spPr>
            <a:xfrm>
              <a:off x="4764546" y="2963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5" name="pt14475"/>
            <p:cNvSpPr/>
            <p:nvPr/>
          </p:nvSpPr>
          <p:spPr>
            <a:xfrm>
              <a:off x="5093689" y="2202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6" name="pt14476"/>
            <p:cNvSpPr/>
            <p:nvPr/>
          </p:nvSpPr>
          <p:spPr>
            <a:xfrm>
              <a:off x="5120335" y="2285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7" name="pt14477"/>
            <p:cNvSpPr/>
            <p:nvPr/>
          </p:nvSpPr>
          <p:spPr>
            <a:xfrm>
              <a:off x="5288723" y="2077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8" name="pt14478"/>
            <p:cNvSpPr/>
            <p:nvPr/>
          </p:nvSpPr>
          <p:spPr>
            <a:xfrm>
              <a:off x="5611116" y="2110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9" name="pt14479"/>
            <p:cNvSpPr/>
            <p:nvPr/>
          </p:nvSpPr>
          <p:spPr>
            <a:xfrm>
              <a:off x="5184271" y="2252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0" name="pt14480"/>
            <p:cNvSpPr/>
            <p:nvPr/>
          </p:nvSpPr>
          <p:spPr>
            <a:xfrm>
              <a:off x="5512865" y="1850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1" name="pt14481"/>
            <p:cNvSpPr/>
            <p:nvPr/>
          </p:nvSpPr>
          <p:spPr>
            <a:xfrm>
              <a:off x="5694420" y="1796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2" name="pt14482"/>
            <p:cNvSpPr/>
            <p:nvPr/>
          </p:nvSpPr>
          <p:spPr>
            <a:xfrm>
              <a:off x="5419008" y="2161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3" name="pt14483"/>
            <p:cNvSpPr/>
            <p:nvPr/>
          </p:nvSpPr>
          <p:spPr>
            <a:xfrm>
              <a:off x="5147536" y="2023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4" name="pt14484"/>
            <p:cNvSpPr/>
            <p:nvPr/>
          </p:nvSpPr>
          <p:spPr>
            <a:xfrm>
              <a:off x="5341653" y="2076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5" name="pt14485"/>
            <p:cNvSpPr/>
            <p:nvPr/>
          </p:nvSpPr>
          <p:spPr>
            <a:xfrm>
              <a:off x="5235044" y="2162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6" name="pt14486"/>
            <p:cNvSpPr/>
            <p:nvPr/>
          </p:nvSpPr>
          <p:spPr>
            <a:xfrm>
              <a:off x="4958256" y="2296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7" name="pt14487"/>
            <p:cNvSpPr/>
            <p:nvPr/>
          </p:nvSpPr>
          <p:spPr>
            <a:xfrm>
              <a:off x="5530432" y="2032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8" name="pt14488"/>
            <p:cNvSpPr/>
            <p:nvPr/>
          </p:nvSpPr>
          <p:spPr>
            <a:xfrm>
              <a:off x="5386296" y="1999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9" name="pt14489"/>
            <p:cNvSpPr/>
            <p:nvPr/>
          </p:nvSpPr>
          <p:spPr>
            <a:xfrm>
              <a:off x="5467389" y="218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0" name="pt14490"/>
            <p:cNvSpPr/>
            <p:nvPr/>
          </p:nvSpPr>
          <p:spPr>
            <a:xfrm>
              <a:off x="5264671" y="2289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1" name="pt14491"/>
            <p:cNvSpPr/>
            <p:nvPr/>
          </p:nvSpPr>
          <p:spPr>
            <a:xfrm>
              <a:off x="5555492" y="2074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2" name="pt14492"/>
            <p:cNvSpPr/>
            <p:nvPr/>
          </p:nvSpPr>
          <p:spPr>
            <a:xfrm>
              <a:off x="4988172" y="1640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3" name="pt14493"/>
            <p:cNvSpPr/>
            <p:nvPr/>
          </p:nvSpPr>
          <p:spPr>
            <a:xfrm>
              <a:off x="5416375" y="205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4" name="pt14494"/>
            <p:cNvSpPr/>
            <p:nvPr/>
          </p:nvSpPr>
          <p:spPr>
            <a:xfrm>
              <a:off x="5229906" y="2134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5" name="pt14495"/>
            <p:cNvSpPr/>
            <p:nvPr/>
          </p:nvSpPr>
          <p:spPr>
            <a:xfrm>
              <a:off x="5305587" y="2125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6" name="pt14496"/>
            <p:cNvSpPr/>
            <p:nvPr/>
          </p:nvSpPr>
          <p:spPr>
            <a:xfrm>
              <a:off x="5228719" y="2148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7" name="pt14497"/>
            <p:cNvSpPr/>
            <p:nvPr/>
          </p:nvSpPr>
          <p:spPr>
            <a:xfrm>
              <a:off x="5407583" y="2156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8" name="pt14498"/>
            <p:cNvSpPr/>
            <p:nvPr/>
          </p:nvSpPr>
          <p:spPr>
            <a:xfrm>
              <a:off x="5913621" y="1825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9" name="pt14499"/>
            <p:cNvSpPr/>
            <p:nvPr/>
          </p:nvSpPr>
          <p:spPr>
            <a:xfrm>
              <a:off x="5103466" y="2049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0" name="pt14500"/>
            <p:cNvSpPr/>
            <p:nvPr/>
          </p:nvSpPr>
          <p:spPr>
            <a:xfrm>
              <a:off x="5852444" y="1629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1" name="pt14501"/>
            <p:cNvSpPr/>
            <p:nvPr/>
          </p:nvSpPr>
          <p:spPr>
            <a:xfrm>
              <a:off x="5450461" y="2173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2" name="pt14502"/>
            <p:cNvSpPr/>
            <p:nvPr/>
          </p:nvSpPr>
          <p:spPr>
            <a:xfrm>
              <a:off x="5751302" y="1695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3" name="pt14503"/>
            <p:cNvSpPr/>
            <p:nvPr/>
          </p:nvSpPr>
          <p:spPr>
            <a:xfrm>
              <a:off x="5121161" y="2078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4" name="pt14504"/>
            <p:cNvSpPr/>
            <p:nvPr/>
          </p:nvSpPr>
          <p:spPr>
            <a:xfrm>
              <a:off x="5254059" y="2265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5" name="pt14505"/>
            <p:cNvSpPr/>
            <p:nvPr/>
          </p:nvSpPr>
          <p:spPr>
            <a:xfrm>
              <a:off x="5177477" y="2151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6" name="pt14506"/>
            <p:cNvSpPr/>
            <p:nvPr/>
          </p:nvSpPr>
          <p:spPr>
            <a:xfrm>
              <a:off x="5178648" y="2135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7" name="pt14507"/>
            <p:cNvSpPr/>
            <p:nvPr/>
          </p:nvSpPr>
          <p:spPr>
            <a:xfrm>
              <a:off x="5343715" y="2070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8" name="pt14508"/>
            <p:cNvSpPr/>
            <p:nvPr/>
          </p:nvSpPr>
          <p:spPr>
            <a:xfrm>
              <a:off x="5054584" y="2645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9" name="pt14509"/>
            <p:cNvSpPr/>
            <p:nvPr/>
          </p:nvSpPr>
          <p:spPr>
            <a:xfrm>
              <a:off x="5538985" y="1981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0" name="pt14510"/>
            <p:cNvSpPr/>
            <p:nvPr/>
          </p:nvSpPr>
          <p:spPr>
            <a:xfrm>
              <a:off x="5239481" y="2129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1" name="pt14511"/>
            <p:cNvSpPr/>
            <p:nvPr/>
          </p:nvSpPr>
          <p:spPr>
            <a:xfrm>
              <a:off x="5363440" y="194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2" name="pt14512"/>
            <p:cNvSpPr/>
            <p:nvPr/>
          </p:nvSpPr>
          <p:spPr>
            <a:xfrm>
              <a:off x="5572051" y="1766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3" name="pt14513"/>
            <p:cNvSpPr/>
            <p:nvPr/>
          </p:nvSpPr>
          <p:spPr>
            <a:xfrm>
              <a:off x="5248936" y="2230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4" name="pt14514"/>
            <p:cNvSpPr/>
            <p:nvPr/>
          </p:nvSpPr>
          <p:spPr>
            <a:xfrm>
              <a:off x="5144681" y="2108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5" name="pt14515"/>
            <p:cNvSpPr/>
            <p:nvPr/>
          </p:nvSpPr>
          <p:spPr>
            <a:xfrm>
              <a:off x="5177776" y="2093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6" name="pt14516"/>
            <p:cNvSpPr/>
            <p:nvPr/>
          </p:nvSpPr>
          <p:spPr>
            <a:xfrm>
              <a:off x="5297475" y="2125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7" name="pt14517"/>
            <p:cNvSpPr/>
            <p:nvPr/>
          </p:nvSpPr>
          <p:spPr>
            <a:xfrm>
              <a:off x="5200055" y="2153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8" name="pt14518"/>
            <p:cNvSpPr/>
            <p:nvPr/>
          </p:nvSpPr>
          <p:spPr>
            <a:xfrm>
              <a:off x="5671222" y="1867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9" name="pt14519"/>
            <p:cNvSpPr/>
            <p:nvPr/>
          </p:nvSpPr>
          <p:spPr>
            <a:xfrm>
              <a:off x="5566504" y="1865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0" name="pt14520"/>
            <p:cNvSpPr/>
            <p:nvPr/>
          </p:nvSpPr>
          <p:spPr>
            <a:xfrm>
              <a:off x="5627606" y="1765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1" name="pt14521"/>
            <p:cNvSpPr/>
            <p:nvPr/>
          </p:nvSpPr>
          <p:spPr>
            <a:xfrm>
              <a:off x="5865994" y="1834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2" name="pt14522"/>
            <p:cNvSpPr/>
            <p:nvPr/>
          </p:nvSpPr>
          <p:spPr>
            <a:xfrm>
              <a:off x="5472658" y="2223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3" name="pt14523"/>
            <p:cNvSpPr/>
            <p:nvPr/>
          </p:nvSpPr>
          <p:spPr>
            <a:xfrm>
              <a:off x="5165636" y="2200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4" name="pt14524"/>
            <p:cNvSpPr/>
            <p:nvPr/>
          </p:nvSpPr>
          <p:spPr>
            <a:xfrm>
              <a:off x="5311531" y="2127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5" name="pt14525"/>
            <p:cNvSpPr/>
            <p:nvPr/>
          </p:nvSpPr>
          <p:spPr>
            <a:xfrm>
              <a:off x="4997076" y="2559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6" name="pt14526"/>
            <p:cNvSpPr/>
            <p:nvPr/>
          </p:nvSpPr>
          <p:spPr>
            <a:xfrm>
              <a:off x="5041450" y="2709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7" name="pt14527"/>
            <p:cNvSpPr/>
            <p:nvPr/>
          </p:nvSpPr>
          <p:spPr>
            <a:xfrm>
              <a:off x="5319799" y="2260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8" name="pt14528"/>
            <p:cNvSpPr/>
            <p:nvPr/>
          </p:nvSpPr>
          <p:spPr>
            <a:xfrm>
              <a:off x="5273552" y="2048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9" name="pt14529"/>
            <p:cNvSpPr/>
            <p:nvPr/>
          </p:nvSpPr>
          <p:spPr>
            <a:xfrm>
              <a:off x="4866134" y="2375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0" name="pt14530"/>
            <p:cNvSpPr/>
            <p:nvPr/>
          </p:nvSpPr>
          <p:spPr>
            <a:xfrm>
              <a:off x="5111757" y="2209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1" name="pt14531"/>
            <p:cNvSpPr/>
            <p:nvPr/>
          </p:nvSpPr>
          <p:spPr>
            <a:xfrm>
              <a:off x="5558304" y="2079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2" name="pt14532"/>
            <p:cNvSpPr/>
            <p:nvPr/>
          </p:nvSpPr>
          <p:spPr>
            <a:xfrm>
              <a:off x="5746059" y="1920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3" name="pt14533"/>
            <p:cNvSpPr/>
            <p:nvPr/>
          </p:nvSpPr>
          <p:spPr>
            <a:xfrm>
              <a:off x="5695515" y="1924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4" name="pt14534"/>
            <p:cNvSpPr/>
            <p:nvPr/>
          </p:nvSpPr>
          <p:spPr>
            <a:xfrm>
              <a:off x="5297083" y="2291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5" name="pt14535"/>
            <p:cNvSpPr/>
            <p:nvPr/>
          </p:nvSpPr>
          <p:spPr>
            <a:xfrm>
              <a:off x="5226142" y="2120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6" name="pt14536"/>
            <p:cNvSpPr/>
            <p:nvPr/>
          </p:nvSpPr>
          <p:spPr>
            <a:xfrm>
              <a:off x="5656600" y="1957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7" name="pt14537"/>
            <p:cNvSpPr/>
            <p:nvPr/>
          </p:nvSpPr>
          <p:spPr>
            <a:xfrm>
              <a:off x="5511667" y="2021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8" name="pt14538"/>
            <p:cNvSpPr/>
            <p:nvPr/>
          </p:nvSpPr>
          <p:spPr>
            <a:xfrm>
              <a:off x="5229228" y="2199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9" name="pt14539"/>
            <p:cNvSpPr/>
            <p:nvPr/>
          </p:nvSpPr>
          <p:spPr>
            <a:xfrm>
              <a:off x="5629927" y="1840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0" name="pt14540"/>
            <p:cNvSpPr/>
            <p:nvPr/>
          </p:nvSpPr>
          <p:spPr>
            <a:xfrm>
              <a:off x="5452290" y="2267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1" name="pt14541"/>
            <p:cNvSpPr/>
            <p:nvPr/>
          </p:nvSpPr>
          <p:spPr>
            <a:xfrm>
              <a:off x="5618026" y="2009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2" name="pt14542"/>
            <p:cNvSpPr/>
            <p:nvPr/>
          </p:nvSpPr>
          <p:spPr>
            <a:xfrm>
              <a:off x="5542194" y="1957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3" name="pt14543"/>
            <p:cNvSpPr/>
            <p:nvPr/>
          </p:nvSpPr>
          <p:spPr>
            <a:xfrm>
              <a:off x="5113905" y="2269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4" name="pt14544"/>
            <p:cNvSpPr/>
            <p:nvPr/>
          </p:nvSpPr>
          <p:spPr>
            <a:xfrm>
              <a:off x="5214546" y="2117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5" name="pt14545"/>
            <p:cNvSpPr/>
            <p:nvPr/>
          </p:nvSpPr>
          <p:spPr>
            <a:xfrm>
              <a:off x="5261596" y="2213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6" name="pt14546"/>
            <p:cNvSpPr/>
            <p:nvPr/>
          </p:nvSpPr>
          <p:spPr>
            <a:xfrm>
              <a:off x="5062773" y="241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7" name="pt14547"/>
            <p:cNvSpPr/>
            <p:nvPr/>
          </p:nvSpPr>
          <p:spPr>
            <a:xfrm>
              <a:off x="5434402" y="2003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8" name="pt14548"/>
            <p:cNvSpPr/>
            <p:nvPr/>
          </p:nvSpPr>
          <p:spPr>
            <a:xfrm>
              <a:off x="5364491" y="1979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9" name="pt14549"/>
            <p:cNvSpPr/>
            <p:nvPr/>
          </p:nvSpPr>
          <p:spPr>
            <a:xfrm>
              <a:off x="5316131" y="2225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0" name="pt14550"/>
            <p:cNvSpPr/>
            <p:nvPr/>
          </p:nvSpPr>
          <p:spPr>
            <a:xfrm>
              <a:off x="5449686" y="2247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1" name="pt14551"/>
            <p:cNvSpPr/>
            <p:nvPr/>
          </p:nvSpPr>
          <p:spPr>
            <a:xfrm>
              <a:off x="5825752" y="1533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2" name="pt14552"/>
            <p:cNvSpPr/>
            <p:nvPr/>
          </p:nvSpPr>
          <p:spPr>
            <a:xfrm>
              <a:off x="5624516" y="1785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3" name="pt14553"/>
            <p:cNvSpPr/>
            <p:nvPr/>
          </p:nvSpPr>
          <p:spPr>
            <a:xfrm>
              <a:off x="5192742" y="1959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4" name="pt14554"/>
            <p:cNvSpPr/>
            <p:nvPr/>
          </p:nvSpPr>
          <p:spPr>
            <a:xfrm>
              <a:off x="5249348" y="2229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5" name="pt14555"/>
            <p:cNvSpPr/>
            <p:nvPr/>
          </p:nvSpPr>
          <p:spPr>
            <a:xfrm>
              <a:off x="5062704" y="2539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6" name="pt14556"/>
            <p:cNvSpPr/>
            <p:nvPr/>
          </p:nvSpPr>
          <p:spPr>
            <a:xfrm>
              <a:off x="5432694" y="223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7" name="pt14557"/>
            <p:cNvSpPr/>
            <p:nvPr/>
          </p:nvSpPr>
          <p:spPr>
            <a:xfrm>
              <a:off x="5147989" y="2107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8" name="pt14558"/>
            <p:cNvSpPr/>
            <p:nvPr/>
          </p:nvSpPr>
          <p:spPr>
            <a:xfrm>
              <a:off x="5560862" y="2165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9" name="pt14559"/>
            <p:cNvSpPr/>
            <p:nvPr/>
          </p:nvSpPr>
          <p:spPr>
            <a:xfrm>
              <a:off x="4893137" y="2808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0" name="pt14560"/>
            <p:cNvSpPr/>
            <p:nvPr/>
          </p:nvSpPr>
          <p:spPr>
            <a:xfrm>
              <a:off x="5098518" y="2387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1" name="pt14561"/>
            <p:cNvSpPr/>
            <p:nvPr/>
          </p:nvSpPr>
          <p:spPr>
            <a:xfrm>
              <a:off x="5825928" y="2086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2" name="pt14562"/>
            <p:cNvSpPr/>
            <p:nvPr/>
          </p:nvSpPr>
          <p:spPr>
            <a:xfrm>
              <a:off x="5574496" y="17900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3" name="pt14563"/>
            <p:cNvSpPr/>
            <p:nvPr/>
          </p:nvSpPr>
          <p:spPr>
            <a:xfrm>
              <a:off x="5190663" y="2132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4" name="pt14564"/>
            <p:cNvSpPr/>
            <p:nvPr/>
          </p:nvSpPr>
          <p:spPr>
            <a:xfrm>
              <a:off x="5382289" y="2076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5" name="pt14565"/>
            <p:cNvSpPr/>
            <p:nvPr/>
          </p:nvSpPr>
          <p:spPr>
            <a:xfrm>
              <a:off x="5479847" y="2353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6" name="pt14566"/>
            <p:cNvSpPr/>
            <p:nvPr/>
          </p:nvSpPr>
          <p:spPr>
            <a:xfrm>
              <a:off x="4909643" y="2290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7" name="pt14567"/>
            <p:cNvSpPr/>
            <p:nvPr/>
          </p:nvSpPr>
          <p:spPr>
            <a:xfrm>
              <a:off x="5303293" y="2266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8" name="pt14568"/>
            <p:cNvSpPr/>
            <p:nvPr/>
          </p:nvSpPr>
          <p:spPr>
            <a:xfrm>
              <a:off x="4747644" y="2285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9" name="pt14569"/>
            <p:cNvSpPr/>
            <p:nvPr/>
          </p:nvSpPr>
          <p:spPr>
            <a:xfrm>
              <a:off x="5326706" y="2139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0" name="pt14570"/>
            <p:cNvSpPr/>
            <p:nvPr/>
          </p:nvSpPr>
          <p:spPr>
            <a:xfrm>
              <a:off x="5164092" y="2179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1" name="pt14571"/>
            <p:cNvSpPr/>
            <p:nvPr/>
          </p:nvSpPr>
          <p:spPr>
            <a:xfrm>
              <a:off x="5123080" y="203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2" name="pt14572"/>
            <p:cNvSpPr/>
            <p:nvPr/>
          </p:nvSpPr>
          <p:spPr>
            <a:xfrm>
              <a:off x="5538794" y="2069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3" name="pt14573"/>
            <p:cNvSpPr/>
            <p:nvPr/>
          </p:nvSpPr>
          <p:spPr>
            <a:xfrm>
              <a:off x="5695974" y="1891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4" name="pt14574"/>
            <p:cNvSpPr/>
            <p:nvPr/>
          </p:nvSpPr>
          <p:spPr>
            <a:xfrm>
              <a:off x="5391135" y="2162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5" name="pt14575"/>
            <p:cNvSpPr/>
            <p:nvPr/>
          </p:nvSpPr>
          <p:spPr>
            <a:xfrm>
              <a:off x="5379783" y="2024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6" name="pt14576"/>
            <p:cNvSpPr/>
            <p:nvPr/>
          </p:nvSpPr>
          <p:spPr>
            <a:xfrm>
              <a:off x="5099997" y="2179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7" name="pt14577"/>
            <p:cNvSpPr/>
            <p:nvPr/>
          </p:nvSpPr>
          <p:spPr>
            <a:xfrm>
              <a:off x="5262234" y="2241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8" name="pt14578"/>
            <p:cNvSpPr/>
            <p:nvPr/>
          </p:nvSpPr>
          <p:spPr>
            <a:xfrm>
              <a:off x="5650480" y="1978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9" name="pt14579"/>
            <p:cNvSpPr/>
            <p:nvPr/>
          </p:nvSpPr>
          <p:spPr>
            <a:xfrm>
              <a:off x="5511168" y="2064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0" name="pt14580"/>
            <p:cNvSpPr/>
            <p:nvPr/>
          </p:nvSpPr>
          <p:spPr>
            <a:xfrm>
              <a:off x="4917538" y="1825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1" name="pt14581"/>
            <p:cNvSpPr/>
            <p:nvPr/>
          </p:nvSpPr>
          <p:spPr>
            <a:xfrm>
              <a:off x="5331736" y="2275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2" name="pt14582"/>
            <p:cNvSpPr/>
            <p:nvPr/>
          </p:nvSpPr>
          <p:spPr>
            <a:xfrm>
              <a:off x="5081221" y="2358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3" name="pt14583"/>
            <p:cNvSpPr/>
            <p:nvPr/>
          </p:nvSpPr>
          <p:spPr>
            <a:xfrm>
              <a:off x="5185863" y="2210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4" name="pt14584"/>
            <p:cNvSpPr/>
            <p:nvPr/>
          </p:nvSpPr>
          <p:spPr>
            <a:xfrm>
              <a:off x="5514590" y="1948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5" name="pt14585"/>
            <p:cNvSpPr/>
            <p:nvPr/>
          </p:nvSpPr>
          <p:spPr>
            <a:xfrm>
              <a:off x="5500587" y="1927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6" name="pt14586"/>
            <p:cNvSpPr/>
            <p:nvPr/>
          </p:nvSpPr>
          <p:spPr>
            <a:xfrm>
              <a:off x="5290842" y="2206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7" name="pt14587"/>
            <p:cNvSpPr/>
            <p:nvPr/>
          </p:nvSpPr>
          <p:spPr>
            <a:xfrm>
              <a:off x="5698483" y="1932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8" name="pt14588"/>
            <p:cNvSpPr/>
            <p:nvPr/>
          </p:nvSpPr>
          <p:spPr>
            <a:xfrm>
              <a:off x="5288684" y="2001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9" name="pt14589"/>
            <p:cNvSpPr/>
            <p:nvPr/>
          </p:nvSpPr>
          <p:spPr>
            <a:xfrm>
              <a:off x="5738693" y="1867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0" name="pt14590"/>
            <p:cNvSpPr/>
            <p:nvPr/>
          </p:nvSpPr>
          <p:spPr>
            <a:xfrm>
              <a:off x="5118147" y="2279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1" name="pt14591"/>
            <p:cNvSpPr/>
            <p:nvPr/>
          </p:nvSpPr>
          <p:spPr>
            <a:xfrm>
              <a:off x="5362770" y="1922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2" name="pt14592"/>
            <p:cNvSpPr/>
            <p:nvPr/>
          </p:nvSpPr>
          <p:spPr>
            <a:xfrm>
              <a:off x="5009057" y="2760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3" name="pt14593"/>
            <p:cNvSpPr/>
            <p:nvPr/>
          </p:nvSpPr>
          <p:spPr>
            <a:xfrm>
              <a:off x="4798440" y="2344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4" name="pt14594"/>
            <p:cNvSpPr/>
            <p:nvPr/>
          </p:nvSpPr>
          <p:spPr>
            <a:xfrm>
              <a:off x="5179669" y="2141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5" name="pt14595"/>
            <p:cNvSpPr/>
            <p:nvPr/>
          </p:nvSpPr>
          <p:spPr>
            <a:xfrm>
              <a:off x="4648608" y="2533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6" name="pt14596"/>
            <p:cNvSpPr/>
            <p:nvPr/>
          </p:nvSpPr>
          <p:spPr>
            <a:xfrm>
              <a:off x="5350015" y="2099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7" name="pt14597"/>
            <p:cNvSpPr/>
            <p:nvPr/>
          </p:nvSpPr>
          <p:spPr>
            <a:xfrm>
              <a:off x="5195553" y="1936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8" name="pt14598"/>
            <p:cNvSpPr/>
            <p:nvPr/>
          </p:nvSpPr>
          <p:spPr>
            <a:xfrm>
              <a:off x="5310307" y="2252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9" name="pt14599"/>
            <p:cNvSpPr/>
            <p:nvPr/>
          </p:nvSpPr>
          <p:spPr>
            <a:xfrm>
              <a:off x="5527819" y="1955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0" name="pt14600"/>
            <p:cNvSpPr/>
            <p:nvPr/>
          </p:nvSpPr>
          <p:spPr>
            <a:xfrm>
              <a:off x="5439140" y="2041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1" name="pt14601"/>
            <p:cNvSpPr/>
            <p:nvPr/>
          </p:nvSpPr>
          <p:spPr>
            <a:xfrm>
              <a:off x="5303150" y="2215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2" name="pt14602"/>
            <p:cNvSpPr/>
            <p:nvPr/>
          </p:nvSpPr>
          <p:spPr>
            <a:xfrm>
              <a:off x="5164050" y="2180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3" name="pt14603"/>
            <p:cNvSpPr/>
            <p:nvPr/>
          </p:nvSpPr>
          <p:spPr>
            <a:xfrm>
              <a:off x="5422298" y="2098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4" name="pt14604"/>
            <p:cNvSpPr/>
            <p:nvPr/>
          </p:nvSpPr>
          <p:spPr>
            <a:xfrm>
              <a:off x="5433162" y="2146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5" name="pt14605"/>
            <p:cNvSpPr/>
            <p:nvPr/>
          </p:nvSpPr>
          <p:spPr>
            <a:xfrm>
              <a:off x="5493851" y="1933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6" name="pt14606"/>
            <p:cNvSpPr/>
            <p:nvPr/>
          </p:nvSpPr>
          <p:spPr>
            <a:xfrm>
              <a:off x="5136517" y="2000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7" name="pt14607"/>
            <p:cNvSpPr/>
            <p:nvPr/>
          </p:nvSpPr>
          <p:spPr>
            <a:xfrm>
              <a:off x="4961326" y="2495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8" name="pt14608"/>
            <p:cNvSpPr/>
            <p:nvPr/>
          </p:nvSpPr>
          <p:spPr>
            <a:xfrm>
              <a:off x="5351934" y="1985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9" name="pt14609"/>
            <p:cNvSpPr/>
            <p:nvPr/>
          </p:nvSpPr>
          <p:spPr>
            <a:xfrm>
              <a:off x="5547452" y="1958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0" name="pt14610"/>
            <p:cNvSpPr/>
            <p:nvPr/>
          </p:nvSpPr>
          <p:spPr>
            <a:xfrm>
              <a:off x="5020464" y="2556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1" name="pt14611"/>
            <p:cNvSpPr/>
            <p:nvPr/>
          </p:nvSpPr>
          <p:spPr>
            <a:xfrm>
              <a:off x="5341254" y="2153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2" name="pt14612"/>
            <p:cNvSpPr/>
            <p:nvPr/>
          </p:nvSpPr>
          <p:spPr>
            <a:xfrm>
              <a:off x="4913105" y="2133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3" name="pt14613"/>
            <p:cNvSpPr/>
            <p:nvPr/>
          </p:nvSpPr>
          <p:spPr>
            <a:xfrm>
              <a:off x="5120281" y="2037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4" name="pt14614"/>
            <p:cNvSpPr/>
            <p:nvPr/>
          </p:nvSpPr>
          <p:spPr>
            <a:xfrm>
              <a:off x="5294510" y="2110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5" name="pt14615"/>
            <p:cNvSpPr/>
            <p:nvPr/>
          </p:nvSpPr>
          <p:spPr>
            <a:xfrm>
              <a:off x="5536787" y="2026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6" name="pt14616"/>
            <p:cNvSpPr/>
            <p:nvPr/>
          </p:nvSpPr>
          <p:spPr>
            <a:xfrm>
              <a:off x="4675933" y="2689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7" name="pt14617"/>
            <p:cNvSpPr/>
            <p:nvPr/>
          </p:nvSpPr>
          <p:spPr>
            <a:xfrm>
              <a:off x="5490947" y="1925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8" name="pt14618"/>
            <p:cNvSpPr/>
            <p:nvPr/>
          </p:nvSpPr>
          <p:spPr>
            <a:xfrm>
              <a:off x="5304403" y="2189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9" name="pt14619"/>
            <p:cNvSpPr/>
            <p:nvPr/>
          </p:nvSpPr>
          <p:spPr>
            <a:xfrm>
              <a:off x="4974264" y="2195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0" name="pt14620"/>
            <p:cNvSpPr/>
            <p:nvPr/>
          </p:nvSpPr>
          <p:spPr>
            <a:xfrm>
              <a:off x="4995448" y="1946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1" name="pt14621"/>
            <p:cNvSpPr/>
            <p:nvPr/>
          </p:nvSpPr>
          <p:spPr>
            <a:xfrm>
              <a:off x="5176293" y="2131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2" name="pt14622"/>
            <p:cNvSpPr/>
            <p:nvPr/>
          </p:nvSpPr>
          <p:spPr>
            <a:xfrm>
              <a:off x="5760660" y="1874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3" name="pt14623"/>
            <p:cNvSpPr/>
            <p:nvPr/>
          </p:nvSpPr>
          <p:spPr>
            <a:xfrm>
              <a:off x="5312331" y="2211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4" name="pt14624"/>
            <p:cNvSpPr/>
            <p:nvPr/>
          </p:nvSpPr>
          <p:spPr>
            <a:xfrm>
              <a:off x="5277506" y="2112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5" name="pt14625"/>
            <p:cNvSpPr/>
            <p:nvPr/>
          </p:nvSpPr>
          <p:spPr>
            <a:xfrm>
              <a:off x="5069484" y="2245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6" name="pt14626"/>
            <p:cNvSpPr/>
            <p:nvPr/>
          </p:nvSpPr>
          <p:spPr>
            <a:xfrm>
              <a:off x="5321825" y="2210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7" name="pt14627"/>
            <p:cNvSpPr/>
            <p:nvPr/>
          </p:nvSpPr>
          <p:spPr>
            <a:xfrm>
              <a:off x="4923600" y="2161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8" name="pt14628"/>
            <p:cNvSpPr/>
            <p:nvPr/>
          </p:nvSpPr>
          <p:spPr>
            <a:xfrm>
              <a:off x="5509909" y="1952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9" name="pt14629"/>
            <p:cNvSpPr/>
            <p:nvPr/>
          </p:nvSpPr>
          <p:spPr>
            <a:xfrm>
              <a:off x="5417624" y="2224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0" name="pt14630"/>
            <p:cNvSpPr/>
            <p:nvPr/>
          </p:nvSpPr>
          <p:spPr>
            <a:xfrm>
              <a:off x="5280013" y="2086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1" name="pt14631"/>
            <p:cNvSpPr/>
            <p:nvPr/>
          </p:nvSpPr>
          <p:spPr>
            <a:xfrm>
              <a:off x="5352062" y="2070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2" name="pt14632"/>
            <p:cNvSpPr/>
            <p:nvPr/>
          </p:nvSpPr>
          <p:spPr>
            <a:xfrm>
              <a:off x="5449191" y="2148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3" name="pt14633"/>
            <p:cNvSpPr/>
            <p:nvPr/>
          </p:nvSpPr>
          <p:spPr>
            <a:xfrm>
              <a:off x="5136197" y="1971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4" name="pt14634"/>
            <p:cNvSpPr/>
            <p:nvPr/>
          </p:nvSpPr>
          <p:spPr>
            <a:xfrm>
              <a:off x="5477791" y="2181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5" name="pt14635"/>
            <p:cNvSpPr/>
            <p:nvPr/>
          </p:nvSpPr>
          <p:spPr>
            <a:xfrm>
              <a:off x="5162956" y="217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6" name="pt14636"/>
            <p:cNvSpPr/>
            <p:nvPr/>
          </p:nvSpPr>
          <p:spPr>
            <a:xfrm>
              <a:off x="5462490" y="2222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7" name="pt14637"/>
            <p:cNvSpPr/>
            <p:nvPr/>
          </p:nvSpPr>
          <p:spPr>
            <a:xfrm>
              <a:off x="5338220" y="2170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8" name="pt14638"/>
            <p:cNvSpPr/>
            <p:nvPr/>
          </p:nvSpPr>
          <p:spPr>
            <a:xfrm>
              <a:off x="5528716" y="2013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9" name="pt14639"/>
            <p:cNvSpPr/>
            <p:nvPr/>
          </p:nvSpPr>
          <p:spPr>
            <a:xfrm>
              <a:off x="5321151" y="2261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0" name="pt14640"/>
            <p:cNvSpPr/>
            <p:nvPr/>
          </p:nvSpPr>
          <p:spPr>
            <a:xfrm>
              <a:off x="5166567" y="2122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1" name="pt14641"/>
            <p:cNvSpPr/>
            <p:nvPr/>
          </p:nvSpPr>
          <p:spPr>
            <a:xfrm>
              <a:off x="5529923" y="1980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2" name="pt14642"/>
            <p:cNvSpPr/>
            <p:nvPr/>
          </p:nvSpPr>
          <p:spPr>
            <a:xfrm>
              <a:off x="5259952" y="2180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3" name="pt14643"/>
            <p:cNvSpPr/>
            <p:nvPr/>
          </p:nvSpPr>
          <p:spPr>
            <a:xfrm>
              <a:off x="4926149" y="2268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4" name="pt14644"/>
            <p:cNvSpPr/>
            <p:nvPr/>
          </p:nvSpPr>
          <p:spPr>
            <a:xfrm>
              <a:off x="5814562" y="1767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5" name="pt14645"/>
            <p:cNvSpPr/>
            <p:nvPr/>
          </p:nvSpPr>
          <p:spPr>
            <a:xfrm>
              <a:off x="4956366" y="2747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6" name="pt14646"/>
            <p:cNvSpPr/>
            <p:nvPr/>
          </p:nvSpPr>
          <p:spPr>
            <a:xfrm>
              <a:off x="4889619" y="2607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7" name="pt14647"/>
            <p:cNvSpPr/>
            <p:nvPr/>
          </p:nvSpPr>
          <p:spPr>
            <a:xfrm>
              <a:off x="5421129" y="2209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8" name="pt14648"/>
            <p:cNvSpPr/>
            <p:nvPr/>
          </p:nvSpPr>
          <p:spPr>
            <a:xfrm>
              <a:off x="4872971" y="2500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9" name="pt14649"/>
            <p:cNvSpPr/>
            <p:nvPr/>
          </p:nvSpPr>
          <p:spPr>
            <a:xfrm>
              <a:off x="5614287" y="2027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0" name="pt14650"/>
            <p:cNvSpPr/>
            <p:nvPr/>
          </p:nvSpPr>
          <p:spPr>
            <a:xfrm>
              <a:off x="5385951" y="2034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1" name="pt14651"/>
            <p:cNvSpPr/>
            <p:nvPr/>
          </p:nvSpPr>
          <p:spPr>
            <a:xfrm>
              <a:off x="5600808" y="1977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2" name="pt14652"/>
            <p:cNvSpPr/>
            <p:nvPr/>
          </p:nvSpPr>
          <p:spPr>
            <a:xfrm>
              <a:off x="5278232" y="2045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3" name="pt14653"/>
            <p:cNvSpPr/>
            <p:nvPr/>
          </p:nvSpPr>
          <p:spPr>
            <a:xfrm>
              <a:off x="5293330" y="2163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4" name="pt14654"/>
            <p:cNvSpPr/>
            <p:nvPr/>
          </p:nvSpPr>
          <p:spPr>
            <a:xfrm>
              <a:off x="5397562" y="2188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5" name="pt14655"/>
            <p:cNvSpPr/>
            <p:nvPr/>
          </p:nvSpPr>
          <p:spPr>
            <a:xfrm>
              <a:off x="5189563" y="2206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6" name="pt14656"/>
            <p:cNvSpPr/>
            <p:nvPr/>
          </p:nvSpPr>
          <p:spPr>
            <a:xfrm>
              <a:off x="5341123" y="2222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7" name="pt14657"/>
            <p:cNvSpPr/>
            <p:nvPr/>
          </p:nvSpPr>
          <p:spPr>
            <a:xfrm>
              <a:off x="5325895" y="2116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8" name="pt14658"/>
            <p:cNvSpPr/>
            <p:nvPr/>
          </p:nvSpPr>
          <p:spPr>
            <a:xfrm>
              <a:off x="5396874" y="2240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9" name="pt14659"/>
            <p:cNvSpPr/>
            <p:nvPr/>
          </p:nvSpPr>
          <p:spPr>
            <a:xfrm>
              <a:off x="5493180" y="2042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0" name="pt14660"/>
            <p:cNvSpPr/>
            <p:nvPr/>
          </p:nvSpPr>
          <p:spPr>
            <a:xfrm>
              <a:off x="5054394" y="2764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1" name="pt14661"/>
            <p:cNvSpPr/>
            <p:nvPr/>
          </p:nvSpPr>
          <p:spPr>
            <a:xfrm>
              <a:off x="5501100" y="2075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2" name="pt14662"/>
            <p:cNvSpPr/>
            <p:nvPr/>
          </p:nvSpPr>
          <p:spPr>
            <a:xfrm>
              <a:off x="5326793" y="2228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3" name="pt14663"/>
            <p:cNvSpPr/>
            <p:nvPr/>
          </p:nvSpPr>
          <p:spPr>
            <a:xfrm>
              <a:off x="5686820" y="198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4" name="pt14664"/>
            <p:cNvSpPr/>
            <p:nvPr/>
          </p:nvSpPr>
          <p:spPr>
            <a:xfrm>
              <a:off x="5111091" y="2068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5" name="pt14665"/>
            <p:cNvSpPr/>
            <p:nvPr/>
          </p:nvSpPr>
          <p:spPr>
            <a:xfrm>
              <a:off x="5278426" y="2044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6" name="pt14666"/>
            <p:cNvSpPr/>
            <p:nvPr/>
          </p:nvSpPr>
          <p:spPr>
            <a:xfrm>
              <a:off x="5049617" y="2785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7" name="pt14667"/>
            <p:cNvSpPr/>
            <p:nvPr/>
          </p:nvSpPr>
          <p:spPr>
            <a:xfrm>
              <a:off x="5223117" y="2173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8" name="pt14668"/>
            <p:cNvSpPr/>
            <p:nvPr/>
          </p:nvSpPr>
          <p:spPr>
            <a:xfrm>
              <a:off x="5307913" y="2195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9" name="pt14669"/>
            <p:cNvSpPr/>
            <p:nvPr/>
          </p:nvSpPr>
          <p:spPr>
            <a:xfrm>
              <a:off x="5559891" y="2155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0" name="pt14670"/>
            <p:cNvSpPr/>
            <p:nvPr/>
          </p:nvSpPr>
          <p:spPr>
            <a:xfrm>
              <a:off x="5064852" y="2544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1" name="pt14671"/>
            <p:cNvSpPr/>
            <p:nvPr/>
          </p:nvSpPr>
          <p:spPr>
            <a:xfrm>
              <a:off x="4991879" y="2032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2" name="pt14672"/>
            <p:cNvSpPr/>
            <p:nvPr/>
          </p:nvSpPr>
          <p:spPr>
            <a:xfrm>
              <a:off x="5485680" y="1914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3" name="pt14673"/>
            <p:cNvSpPr/>
            <p:nvPr/>
          </p:nvSpPr>
          <p:spPr>
            <a:xfrm>
              <a:off x="5060223" y="2594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4" name="pt14674"/>
            <p:cNvSpPr/>
            <p:nvPr/>
          </p:nvSpPr>
          <p:spPr>
            <a:xfrm>
              <a:off x="5709710" y="1870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5" name="pt14675"/>
            <p:cNvSpPr/>
            <p:nvPr/>
          </p:nvSpPr>
          <p:spPr>
            <a:xfrm>
              <a:off x="5310038" y="2268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6" name="pt14676"/>
            <p:cNvSpPr/>
            <p:nvPr/>
          </p:nvSpPr>
          <p:spPr>
            <a:xfrm>
              <a:off x="5641711" y="1895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7" name="pt14677"/>
            <p:cNvSpPr/>
            <p:nvPr/>
          </p:nvSpPr>
          <p:spPr>
            <a:xfrm>
              <a:off x="5297589" y="2125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8" name="pt14678"/>
            <p:cNvSpPr/>
            <p:nvPr/>
          </p:nvSpPr>
          <p:spPr>
            <a:xfrm>
              <a:off x="5275671" y="2081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9" name="pt14679"/>
            <p:cNvSpPr/>
            <p:nvPr/>
          </p:nvSpPr>
          <p:spPr>
            <a:xfrm>
              <a:off x="5214389" y="2162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0" name="pt14680"/>
            <p:cNvSpPr/>
            <p:nvPr/>
          </p:nvSpPr>
          <p:spPr>
            <a:xfrm>
              <a:off x="5578822" y="1591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1" name="pt14681"/>
            <p:cNvSpPr/>
            <p:nvPr/>
          </p:nvSpPr>
          <p:spPr>
            <a:xfrm>
              <a:off x="5298434" y="2216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2" name="pt14682"/>
            <p:cNvSpPr/>
            <p:nvPr/>
          </p:nvSpPr>
          <p:spPr>
            <a:xfrm>
              <a:off x="4857094" y="245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3" name="pt14683"/>
            <p:cNvSpPr/>
            <p:nvPr/>
          </p:nvSpPr>
          <p:spPr>
            <a:xfrm>
              <a:off x="5353324" y="1930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4" name="pt14684"/>
            <p:cNvSpPr/>
            <p:nvPr/>
          </p:nvSpPr>
          <p:spPr>
            <a:xfrm>
              <a:off x="5490261" y="1993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5" name="pt14685"/>
            <p:cNvSpPr/>
            <p:nvPr/>
          </p:nvSpPr>
          <p:spPr>
            <a:xfrm>
              <a:off x="5372591" y="1947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6" name="pt14686"/>
            <p:cNvSpPr/>
            <p:nvPr/>
          </p:nvSpPr>
          <p:spPr>
            <a:xfrm>
              <a:off x="5399826" y="2180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7" name="pt14687"/>
            <p:cNvSpPr/>
            <p:nvPr/>
          </p:nvSpPr>
          <p:spPr>
            <a:xfrm>
              <a:off x="5228455" y="21709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8" name="pt14688"/>
            <p:cNvSpPr/>
            <p:nvPr/>
          </p:nvSpPr>
          <p:spPr>
            <a:xfrm>
              <a:off x="5511621" y="1893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9" name="pt14689"/>
            <p:cNvSpPr/>
            <p:nvPr/>
          </p:nvSpPr>
          <p:spPr>
            <a:xfrm>
              <a:off x="4783631" y="2807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0" name="pt14690"/>
            <p:cNvSpPr/>
            <p:nvPr/>
          </p:nvSpPr>
          <p:spPr>
            <a:xfrm>
              <a:off x="5021907" y="2382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1" name="pt14691"/>
            <p:cNvSpPr/>
            <p:nvPr/>
          </p:nvSpPr>
          <p:spPr>
            <a:xfrm>
              <a:off x="5296846" y="2184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2" name="pt14692"/>
            <p:cNvSpPr/>
            <p:nvPr/>
          </p:nvSpPr>
          <p:spPr>
            <a:xfrm>
              <a:off x="5004563" y="2529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3" name="pt14693"/>
            <p:cNvSpPr/>
            <p:nvPr/>
          </p:nvSpPr>
          <p:spPr>
            <a:xfrm>
              <a:off x="5168634" y="2207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4" name="pt14694"/>
            <p:cNvSpPr/>
            <p:nvPr/>
          </p:nvSpPr>
          <p:spPr>
            <a:xfrm>
              <a:off x="5330184" y="216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5" name="pt14695"/>
            <p:cNvSpPr/>
            <p:nvPr/>
          </p:nvSpPr>
          <p:spPr>
            <a:xfrm>
              <a:off x="5023997" y="262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6" name="pt14696"/>
            <p:cNvSpPr/>
            <p:nvPr/>
          </p:nvSpPr>
          <p:spPr>
            <a:xfrm>
              <a:off x="5384506" y="2043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7" name="pt14697"/>
            <p:cNvSpPr/>
            <p:nvPr/>
          </p:nvSpPr>
          <p:spPr>
            <a:xfrm>
              <a:off x="5654843" y="1869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8" name="pt14698"/>
            <p:cNvSpPr/>
            <p:nvPr/>
          </p:nvSpPr>
          <p:spPr>
            <a:xfrm>
              <a:off x="5327957" y="2055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9" name="pt14699"/>
            <p:cNvSpPr/>
            <p:nvPr/>
          </p:nvSpPr>
          <p:spPr>
            <a:xfrm>
              <a:off x="5202388" y="2083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0" name="pt14700"/>
            <p:cNvSpPr/>
            <p:nvPr/>
          </p:nvSpPr>
          <p:spPr>
            <a:xfrm>
              <a:off x="5640688" y="2010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1" name="pt14701"/>
            <p:cNvSpPr/>
            <p:nvPr/>
          </p:nvSpPr>
          <p:spPr>
            <a:xfrm>
              <a:off x="5260118" y="2197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2" name="pt14702"/>
            <p:cNvSpPr/>
            <p:nvPr/>
          </p:nvSpPr>
          <p:spPr>
            <a:xfrm>
              <a:off x="5659608" y="2016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3" name="pt14703"/>
            <p:cNvSpPr/>
            <p:nvPr/>
          </p:nvSpPr>
          <p:spPr>
            <a:xfrm>
              <a:off x="5071827" y="2348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4" name="pt14704"/>
            <p:cNvSpPr/>
            <p:nvPr/>
          </p:nvSpPr>
          <p:spPr>
            <a:xfrm>
              <a:off x="5698980" y="2037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5" name="pt14705"/>
            <p:cNvSpPr/>
            <p:nvPr/>
          </p:nvSpPr>
          <p:spPr>
            <a:xfrm>
              <a:off x="5384571" y="2107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6" name="pt14706"/>
            <p:cNvSpPr/>
            <p:nvPr/>
          </p:nvSpPr>
          <p:spPr>
            <a:xfrm>
              <a:off x="5076064" y="2313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7" name="pt14707"/>
            <p:cNvSpPr/>
            <p:nvPr/>
          </p:nvSpPr>
          <p:spPr>
            <a:xfrm>
              <a:off x="5185913" y="2256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8" name="pt14708"/>
            <p:cNvSpPr/>
            <p:nvPr/>
          </p:nvSpPr>
          <p:spPr>
            <a:xfrm>
              <a:off x="5203779" y="1981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9" name="pt14709"/>
            <p:cNvSpPr/>
            <p:nvPr/>
          </p:nvSpPr>
          <p:spPr>
            <a:xfrm>
              <a:off x="5444597" y="202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0" name="pt14710"/>
            <p:cNvSpPr/>
            <p:nvPr/>
          </p:nvSpPr>
          <p:spPr>
            <a:xfrm>
              <a:off x="5193197" y="1883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1" name="pt14711"/>
            <p:cNvSpPr/>
            <p:nvPr/>
          </p:nvSpPr>
          <p:spPr>
            <a:xfrm>
              <a:off x="5224152" y="2048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2" name="pt14712"/>
            <p:cNvSpPr/>
            <p:nvPr/>
          </p:nvSpPr>
          <p:spPr>
            <a:xfrm>
              <a:off x="5577033" y="1710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3" name="pt14713"/>
            <p:cNvSpPr/>
            <p:nvPr/>
          </p:nvSpPr>
          <p:spPr>
            <a:xfrm>
              <a:off x="5528046" y="1983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4" name="pt14714"/>
            <p:cNvSpPr/>
            <p:nvPr/>
          </p:nvSpPr>
          <p:spPr>
            <a:xfrm>
              <a:off x="5591048" y="1666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5" name="pt14715"/>
            <p:cNvSpPr/>
            <p:nvPr/>
          </p:nvSpPr>
          <p:spPr>
            <a:xfrm>
              <a:off x="5329557" y="2174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6" name="pt14716"/>
            <p:cNvSpPr/>
            <p:nvPr/>
          </p:nvSpPr>
          <p:spPr>
            <a:xfrm>
              <a:off x="5754416" y="1486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7" name="pt14717"/>
            <p:cNvSpPr/>
            <p:nvPr/>
          </p:nvSpPr>
          <p:spPr>
            <a:xfrm>
              <a:off x="5562774" y="1862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8" name="pt14718"/>
            <p:cNvSpPr/>
            <p:nvPr/>
          </p:nvSpPr>
          <p:spPr>
            <a:xfrm>
              <a:off x="5091823" y="2062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9" name="pt14719"/>
            <p:cNvSpPr/>
            <p:nvPr/>
          </p:nvSpPr>
          <p:spPr>
            <a:xfrm>
              <a:off x="5126981" y="1980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0" name="pt14720"/>
            <p:cNvSpPr/>
            <p:nvPr/>
          </p:nvSpPr>
          <p:spPr>
            <a:xfrm>
              <a:off x="5849607" y="1637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1" name="pt14721"/>
            <p:cNvSpPr/>
            <p:nvPr/>
          </p:nvSpPr>
          <p:spPr>
            <a:xfrm>
              <a:off x="5539390" y="2111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2" name="pt14722"/>
            <p:cNvSpPr/>
            <p:nvPr/>
          </p:nvSpPr>
          <p:spPr>
            <a:xfrm>
              <a:off x="5244851" y="2133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3" name="pt14723"/>
            <p:cNvSpPr/>
            <p:nvPr/>
          </p:nvSpPr>
          <p:spPr>
            <a:xfrm>
              <a:off x="5531840" y="2072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4" name="pt14724"/>
            <p:cNvSpPr/>
            <p:nvPr/>
          </p:nvSpPr>
          <p:spPr>
            <a:xfrm>
              <a:off x="5148268" y="2099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5" name="pt14725"/>
            <p:cNvSpPr/>
            <p:nvPr/>
          </p:nvSpPr>
          <p:spPr>
            <a:xfrm>
              <a:off x="5070958" y="2301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6" name="pt14726"/>
            <p:cNvSpPr/>
            <p:nvPr/>
          </p:nvSpPr>
          <p:spPr>
            <a:xfrm>
              <a:off x="5670439" y="1927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7" name="pt14727"/>
            <p:cNvSpPr/>
            <p:nvPr/>
          </p:nvSpPr>
          <p:spPr>
            <a:xfrm>
              <a:off x="5464156" y="2229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8" name="pt14728"/>
            <p:cNvSpPr/>
            <p:nvPr/>
          </p:nvSpPr>
          <p:spPr>
            <a:xfrm>
              <a:off x="5159934" y="2142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9" name="pt14729"/>
            <p:cNvSpPr/>
            <p:nvPr/>
          </p:nvSpPr>
          <p:spPr>
            <a:xfrm>
              <a:off x="5125821" y="2100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0" name="pt14730"/>
            <p:cNvSpPr/>
            <p:nvPr/>
          </p:nvSpPr>
          <p:spPr>
            <a:xfrm>
              <a:off x="5469553" y="2150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1" name="pt14731"/>
            <p:cNvSpPr/>
            <p:nvPr/>
          </p:nvSpPr>
          <p:spPr>
            <a:xfrm>
              <a:off x="4813465" y="1904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2" name="pt14732"/>
            <p:cNvSpPr/>
            <p:nvPr/>
          </p:nvSpPr>
          <p:spPr>
            <a:xfrm>
              <a:off x="5144096" y="2209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3" name="pt14733"/>
            <p:cNvSpPr/>
            <p:nvPr/>
          </p:nvSpPr>
          <p:spPr>
            <a:xfrm>
              <a:off x="5306781" y="2221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4" name="pt14734"/>
            <p:cNvSpPr/>
            <p:nvPr/>
          </p:nvSpPr>
          <p:spPr>
            <a:xfrm>
              <a:off x="5403129" y="2217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5" name="pt14735"/>
            <p:cNvSpPr/>
            <p:nvPr/>
          </p:nvSpPr>
          <p:spPr>
            <a:xfrm>
              <a:off x="5372477" y="2073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6" name="pt14736"/>
            <p:cNvSpPr/>
            <p:nvPr/>
          </p:nvSpPr>
          <p:spPr>
            <a:xfrm>
              <a:off x="5447894" y="2209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7" name="pt14737"/>
            <p:cNvSpPr/>
            <p:nvPr/>
          </p:nvSpPr>
          <p:spPr>
            <a:xfrm>
              <a:off x="5619142" y="2003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8" name="pt14738"/>
            <p:cNvSpPr/>
            <p:nvPr/>
          </p:nvSpPr>
          <p:spPr>
            <a:xfrm>
              <a:off x="5138254" y="2047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9" name="pt14739"/>
            <p:cNvSpPr/>
            <p:nvPr/>
          </p:nvSpPr>
          <p:spPr>
            <a:xfrm>
              <a:off x="5140872" y="1962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0" name="pt14740"/>
            <p:cNvSpPr/>
            <p:nvPr/>
          </p:nvSpPr>
          <p:spPr>
            <a:xfrm>
              <a:off x="5403288" y="2188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1" name="pt14741"/>
            <p:cNvSpPr/>
            <p:nvPr/>
          </p:nvSpPr>
          <p:spPr>
            <a:xfrm>
              <a:off x="5421584" y="2158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2" name="pt14742"/>
            <p:cNvSpPr/>
            <p:nvPr/>
          </p:nvSpPr>
          <p:spPr>
            <a:xfrm>
              <a:off x="5338189" y="2080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3" name="pt14743"/>
            <p:cNvSpPr/>
            <p:nvPr/>
          </p:nvSpPr>
          <p:spPr>
            <a:xfrm>
              <a:off x="5143296" y="2074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4" name="pt14744"/>
            <p:cNvSpPr/>
            <p:nvPr/>
          </p:nvSpPr>
          <p:spPr>
            <a:xfrm>
              <a:off x="5194781" y="194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5" name="pt14745"/>
            <p:cNvSpPr/>
            <p:nvPr/>
          </p:nvSpPr>
          <p:spPr>
            <a:xfrm>
              <a:off x="5512899" y="1885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6" name="pt14746"/>
            <p:cNvSpPr/>
            <p:nvPr/>
          </p:nvSpPr>
          <p:spPr>
            <a:xfrm>
              <a:off x="5075451" y="2132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7" name="pt14747"/>
            <p:cNvSpPr/>
            <p:nvPr/>
          </p:nvSpPr>
          <p:spPr>
            <a:xfrm>
              <a:off x="5116265" y="2166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8" name="pt14748"/>
            <p:cNvSpPr/>
            <p:nvPr/>
          </p:nvSpPr>
          <p:spPr>
            <a:xfrm>
              <a:off x="5427819" y="2118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9" name="pt14749"/>
            <p:cNvSpPr/>
            <p:nvPr/>
          </p:nvSpPr>
          <p:spPr>
            <a:xfrm>
              <a:off x="5819822" y="151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0" name="pt14750"/>
            <p:cNvSpPr/>
            <p:nvPr/>
          </p:nvSpPr>
          <p:spPr>
            <a:xfrm>
              <a:off x="4926708" y="2253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1" name="pt14751"/>
            <p:cNvSpPr/>
            <p:nvPr/>
          </p:nvSpPr>
          <p:spPr>
            <a:xfrm>
              <a:off x="5091372" y="23270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2" name="pt14752"/>
            <p:cNvSpPr/>
            <p:nvPr/>
          </p:nvSpPr>
          <p:spPr>
            <a:xfrm>
              <a:off x="5688912" y="1987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3" name="pt14753"/>
            <p:cNvSpPr/>
            <p:nvPr/>
          </p:nvSpPr>
          <p:spPr>
            <a:xfrm>
              <a:off x="4894403" y="2792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4" name="pt14754"/>
            <p:cNvSpPr/>
            <p:nvPr/>
          </p:nvSpPr>
          <p:spPr>
            <a:xfrm>
              <a:off x="5496908" y="2072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5" name="pt14755"/>
            <p:cNvSpPr/>
            <p:nvPr/>
          </p:nvSpPr>
          <p:spPr>
            <a:xfrm>
              <a:off x="5284479" y="2028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6" name="pt14756"/>
            <p:cNvSpPr/>
            <p:nvPr/>
          </p:nvSpPr>
          <p:spPr>
            <a:xfrm>
              <a:off x="5658396" y="1799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7" name="pt14757"/>
            <p:cNvSpPr/>
            <p:nvPr/>
          </p:nvSpPr>
          <p:spPr>
            <a:xfrm>
              <a:off x="5313594" y="2173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8" name="pt14758"/>
            <p:cNvSpPr/>
            <p:nvPr/>
          </p:nvSpPr>
          <p:spPr>
            <a:xfrm>
              <a:off x="5407041" y="2128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9" name="pt14759"/>
            <p:cNvSpPr/>
            <p:nvPr/>
          </p:nvSpPr>
          <p:spPr>
            <a:xfrm>
              <a:off x="5396068" y="2135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0" name="pt14760"/>
            <p:cNvSpPr/>
            <p:nvPr/>
          </p:nvSpPr>
          <p:spPr>
            <a:xfrm>
              <a:off x="5679790" y="2077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1" name="pt14761"/>
            <p:cNvSpPr/>
            <p:nvPr/>
          </p:nvSpPr>
          <p:spPr>
            <a:xfrm>
              <a:off x="4878696" y="2652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2" name="pt14762"/>
            <p:cNvSpPr/>
            <p:nvPr/>
          </p:nvSpPr>
          <p:spPr>
            <a:xfrm>
              <a:off x="5123777" y="2082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3" name="pt14763"/>
            <p:cNvSpPr/>
            <p:nvPr/>
          </p:nvSpPr>
          <p:spPr>
            <a:xfrm>
              <a:off x="5286942" y="2086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4" name="pt14764"/>
            <p:cNvSpPr/>
            <p:nvPr/>
          </p:nvSpPr>
          <p:spPr>
            <a:xfrm>
              <a:off x="5347578" y="2145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5" name="pt14765"/>
            <p:cNvSpPr/>
            <p:nvPr/>
          </p:nvSpPr>
          <p:spPr>
            <a:xfrm>
              <a:off x="5432193" y="2105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6" name="pt14766"/>
            <p:cNvSpPr/>
            <p:nvPr/>
          </p:nvSpPr>
          <p:spPr>
            <a:xfrm>
              <a:off x="5006385" y="2514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7" name="pt14767"/>
            <p:cNvSpPr/>
            <p:nvPr/>
          </p:nvSpPr>
          <p:spPr>
            <a:xfrm>
              <a:off x="5135889" y="1981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8" name="pt14768"/>
            <p:cNvSpPr/>
            <p:nvPr/>
          </p:nvSpPr>
          <p:spPr>
            <a:xfrm>
              <a:off x="5848296" y="1592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9" name="pt14769"/>
            <p:cNvSpPr/>
            <p:nvPr/>
          </p:nvSpPr>
          <p:spPr>
            <a:xfrm>
              <a:off x="5354694" y="2062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0" name="pt14770"/>
            <p:cNvSpPr/>
            <p:nvPr/>
          </p:nvSpPr>
          <p:spPr>
            <a:xfrm>
              <a:off x="5695957" y="1741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1" name="pt14771"/>
            <p:cNvSpPr/>
            <p:nvPr/>
          </p:nvSpPr>
          <p:spPr>
            <a:xfrm>
              <a:off x="5312882" y="2071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2" name="pt14772"/>
            <p:cNvSpPr/>
            <p:nvPr/>
          </p:nvSpPr>
          <p:spPr>
            <a:xfrm>
              <a:off x="5038585" y="2571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3" name="pt14773"/>
            <p:cNvSpPr/>
            <p:nvPr/>
          </p:nvSpPr>
          <p:spPr>
            <a:xfrm>
              <a:off x="5713642" y="1773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4" name="pt14774"/>
            <p:cNvSpPr/>
            <p:nvPr/>
          </p:nvSpPr>
          <p:spPr>
            <a:xfrm>
              <a:off x="4892261" y="2645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5" name="pt14775"/>
            <p:cNvSpPr/>
            <p:nvPr/>
          </p:nvSpPr>
          <p:spPr>
            <a:xfrm>
              <a:off x="5427743" y="2115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6" name="pt14776"/>
            <p:cNvSpPr/>
            <p:nvPr/>
          </p:nvSpPr>
          <p:spPr>
            <a:xfrm>
              <a:off x="5312281" y="2247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7" name="pt14777"/>
            <p:cNvSpPr/>
            <p:nvPr/>
          </p:nvSpPr>
          <p:spPr>
            <a:xfrm>
              <a:off x="5548427" y="2036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8" name="pt14778"/>
            <p:cNvSpPr/>
            <p:nvPr/>
          </p:nvSpPr>
          <p:spPr>
            <a:xfrm>
              <a:off x="5544160" y="1925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9" name="pt14779"/>
            <p:cNvSpPr/>
            <p:nvPr/>
          </p:nvSpPr>
          <p:spPr>
            <a:xfrm>
              <a:off x="4907171" y="2110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0" name="pt14780"/>
            <p:cNvSpPr/>
            <p:nvPr/>
          </p:nvSpPr>
          <p:spPr>
            <a:xfrm>
              <a:off x="5500176" y="2153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1" name="pt14781"/>
            <p:cNvSpPr/>
            <p:nvPr/>
          </p:nvSpPr>
          <p:spPr>
            <a:xfrm>
              <a:off x="5273641" y="2079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2" name="pt14782"/>
            <p:cNvSpPr/>
            <p:nvPr/>
          </p:nvSpPr>
          <p:spPr>
            <a:xfrm>
              <a:off x="5142654" y="2136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3" name="pt14783"/>
            <p:cNvSpPr/>
            <p:nvPr/>
          </p:nvSpPr>
          <p:spPr>
            <a:xfrm>
              <a:off x="5658589" y="2139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4" name="pt14784"/>
            <p:cNvSpPr/>
            <p:nvPr/>
          </p:nvSpPr>
          <p:spPr>
            <a:xfrm>
              <a:off x="4974039" y="2510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5" name="pt14785"/>
            <p:cNvSpPr/>
            <p:nvPr/>
          </p:nvSpPr>
          <p:spPr>
            <a:xfrm>
              <a:off x="5373905" y="2013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6" name="pt14786"/>
            <p:cNvSpPr/>
            <p:nvPr/>
          </p:nvSpPr>
          <p:spPr>
            <a:xfrm>
              <a:off x="5747838" y="1932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7" name="pt14787"/>
            <p:cNvSpPr/>
            <p:nvPr/>
          </p:nvSpPr>
          <p:spPr>
            <a:xfrm>
              <a:off x="5598266" y="1848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8" name="pt14788"/>
            <p:cNvSpPr/>
            <p:nvPr/>
          </p:nvSpPr>
          <p:spPr>
            <a:xfrm>
              <a:off x="5389678" y="2134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9" name="pt14789"/>
            <p:cNvSpPr/>
            <p:nvPr/>
          </p:nvSpPr>
          <p:spPr>
            <a:xfrm>
              <a:off x="5322496" y="2182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0" name="pt14790"/>
            <p:cNvSpPr/>
            <p:nvPr/>
          </p:nvSpPr>
          <p:spPr>
            <a:xfrm>
              <a:off x="5810355" y="1552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1" name="pt14791"/>
            <p:cNvSpPr/>
            <p:nvPr/>
          </p:nvSpPr>
          <p:spPr>
            <a:xfrm>
              <a:off x="4997466" y="2548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2" name="pt14792"/>
            <p:cNvSpPr/>
            <p:nvPr/>
          </p:nvSpPr>
          <p:spPr>
            <a:xfrm>
              <a:off x="5377333" y="2017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3" name="pt14793"/>
            <p:cNvSpPr/>
            <p:nvPr/>
          </p:nvSpPr>
          <p:spPr>
            <a:xfrm>
              <a:off x="5290901" y="2222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4" name="pt14794"/>
            <p:cNvSpPr/>
            <p:nvPr/>
          </p:nvSpPr>
          <p:spPr>
            <a:xfrm>
              <a:off x="5334245" y="2183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5" name="pt14795"/>
            <p:cNvSpPr/>
            <p:nvPr/>
          </p:nvSpPr>
          <p:spPr>
            <a:xfrm>
              <a:off x="5245996" y="2141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6" name="pt14796"/>
            <p:cNvSpPr/>
            <p:nvPr/>
          </p:nvSpPr>
          <p:spPr>
            <a:xfrm>
              <a:off x="5517130" y="1821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7" name="pt14797"/>
            <p:cNvSpPr/>
            <p:nvPr/>
          </p:nvSpPr>
          <p:spPr>
            <a:xfrm>
              <a:off x="5034178" y="2648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8" name="pt14798"/>
            <p:cNvSpPr/>
            <p:nvPr/>
          </p:nvSpPr>
          <p:spPr>
            <a:xfrm>
              <a:off x="5538313" y="1964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9" name="pt14799"/>
            <p:cNvSpPr/>
            <p:nvPr/>
          </p:nvSpPr>
          <p:spPr>
            <a:xfrm>
              <a:off x="5296571" y="2196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0" name="pt14800"/>
            <p:cNvSpPr/>
            <p:nvPr/>
          </p:nvSpPr>
          <p:spPr>
            <a:xfrm>
              <a:off x="4662075" y="2781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1" name="pt14801"/>
            <p:cNvSpPr/>
            <p:nvPr/>
          </p:nvSpPr>
          <p:spPr>
            <a:xfrm>
              <a:off x="5398358" y="2096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2" name="pt14802"/>
            <p:cNvSpPr/>
            <p:nvPr/>
          </p:nvSpPr>
          <p:spPr>
            <a:xfrm>
              <a:off x="5448444" y="2203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3" name="pt14803"/>
            <p:cNvSpPr/>
            <p:nvPr/>
          </p:nvSpPr>
          <p:spPr>
            <a:xfrm>
              <a:off x="5301187" y="2230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4" name="pt14804"/>
            <p:cNvSpPr/>
            <p:nvPr/>
          </p:nvSpPr>
          <p:spPr>
            <a:xfrm>
              <a:off x="5205027" y="2061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5" name="pt14805"/>
            <p:cNvSpPr/>
            <p:nvPr/>
          </p:nvSpPr>
          <p:spPr>
            <a:xfrm>
              <a:off x="5017049" y="264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6" name="pt14806"/>
            <p:cNvSpPr/>
            <p:nvPr/>
          </p:nvSpPr>
          <p:spPr>
            <a:xfrm>
              <a:off x="5257045" y="2310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7" name="pt14807"/>
            <p:cNvSpPr/>
            <p:nvPr/>
          </p:nvSpPr>
          <p:spPr>
            <a:xfrm>
              <a:off x="5481226" y="2322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8" name="pt14808"/>
            <p:cNvSpPr/>
            <p:nvPr/>
          </p:nvSpPr>
          <p:spPr>
            <a:xfrm>
              <a:off x="6006644" y="2148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9" name="pt14809"/>
            <p:cNvSpPr/>
            <p:nvPr/>
          </p:nvSpPr>
          <p:spPr>
            <a:xfrm>
              <a:off x="5816924" y="1599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0" name="pt14810"/>
            <p:cNvSpPr/>
            <p:nvPr/>
          </p:nvSpPr>
          <p:spPr>
            <a:xfrm>
              <a:off x="4741254" y="2413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1" name="pt14811"/>
            <p:cNvSpPr/>
            <p:nvPr/>
          </p:nvSpPr>
          <p:spPr>
            <a:xfrm>
              <a:off x="5287961" y="2122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2" name="pt14812"/>
            <p:cNvSpPr/>
            <p:nvPr/>
          </p:nvSpPr>
          <p:spPr>
            <a:xfrm>
              <a:off x="5404936" y="2224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3" name="pt14813"/>
            <p:cNvSpPr/>
            <p:nvPr/>
          </p:nvSpPr>
          <p:spPr>
            <a:xfrm>
              <a:off x="4964212" y="2473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4" name="pt14814"/>
            <p:cNvSpPr/>
            <p:nvPr/>
          </p:nvSpPr>
          <p:spPr>
            <a:xfrm>
              <a:off x="5087074" y="2239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5" name="pt14815"/>
            <p:cNvSpPr/>
            <p:nvPr/>
          </p:nvSpPr>
          <p:spPr>
            <a:xfrm>
              <a:off x="5497487" y="2006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6" name="pt14816"/>
            <p:cNvSpPr/>
            <p:nvPr/>
          </p:nvSpPr>
          <p:spPr>
            <a:xfrm>
              <a:off x="5629141" y="1692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7" name="pt14817"/>
            <p:cNvSpPr/>
            <p:nvPr/>
          </p:nvSpPr>
          <p:spPr>
            <a:xfrm>
              <a:off x="5479032" y="2197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8" name="pt14818"/>
            <p:cNvSpPr/>
            <p:nvPr/>
          </p:nvSpPr>
          <p:spPr>
            <a:xfrm>
              <a:off x="5757374" y="1950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9" name="pt14819"/>
            <p:cNvSpPr/>
            <p:nvPr/>
          </p:nvSpPr>
          <p:spPr>
            <a:xfrm>
              <a:off x="5405774" y="2183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0" name="pt14820"/>
            <p:cNvSpPr/>
            <p:nvPr/>
          </p:nvSpPr>
          <p:spPr>
            <a:xfrm>
              <a:off x="5196431" y="1708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1" name="pt14821"/>
            <p:cNvSpPr/>
            <p:nvPr/>
          </p:nvSpPr>
          <p:spPr>
            <a:xfrm>
              <a:off x="5055355" y="2769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2" name="pt14822"/>
            <p:cNvSpPr/>
            <p:nvPr/>
          </p:nvSpPr>
          <p:spPr>
            <a:xfrm>
              <a:off x="5465687" y="2270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3" name="pt14823"/>
            <p:cNvSpPr/>
            <p:nvPr/>
          </p:nvSpPr>
          <p:spPr>
            <a:xfrm>
              <a:off x="5436841" y="2044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4" name="pt14824"/>
            <p:cNvSpPr/>
            <p:nvPr/>
          </p:nvSpPr>
          <p:spPr>
            <a:xfrm>
              <a:off x="5259642" y="2196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5" name="pt14825"/>
            <p:cNvSpPr/>
            <p:nvPr/>
          </p:nvSpPr>
          <p:spPr>
            <a:xfrm>
              <a:off x="5479893" y="2175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6" name="pt14826"/>
            <p:cNvSpPr/>
            <p:nvPr/>
          </p:nvSpPr>
          <p:spPr>
            <a:xfrm>
              <a:off x="5338467" y="2187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7" name="pt14827"/>
            <p:cNvSpPr/>
            <p:nvPr/>
          </p:nvSpPr>
          <p:spPr>
            <a:xfrm>
              <a:off x="5159508" y="2115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8" name="pt14828"/>
            <p:cNvSpPr/>
            <p:nvPr/>
          </p:nvSpPr>
          <p:spPr>
            <a:xfrm>
              <a:off x="5021619" y="250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9" name="pt14829"/>
            <p:cNvSpPr/>
            <p:nvPr/>
          </p:nvSpPr>
          <p:spPr>
            <a:xfrm>
              <a:off x="5760505" y="1712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0" name="pt14830"/>
            <p:cNvSpPr/>
            <p:nvPr/>
          </p:nvSpPr>
          <p:spPr>
            <a:xfrm>
              <a:off x="5558836" y="2055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1" name="pt14831"/>
            <p:cNvSpPr/>
            <p:nvPr/>
          </p:nvSpPr>
          <p:spPr>
            <a:xfrm>
              <a:off x="5286049" y="2053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2" name="pt14832"/>
            <p:cNvSpPr/>
            <p:nvPr/>
          </p:nvSpPr>
          <p:spPr>
            <a:xfrm>
              <a:off x="5031840" y="2763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3" name="pt14833"/>
            <p:cNvSpPr/>
            <p:nvPr/>
          </p:nvSpPr>
          <p:spPr>
            <a:xfrm>
              <a:off x="5770272" y="2095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4" name="pt14834"/>
            <p:cNvSpPr/>
            <p:nvPr/>
          </p:nvSpPr>
          <p:spPr>
            <a:xfrm>
              <a:off x="5742837" y="1825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5" name="pt14835"/>
            <p:cNvSpPr/>
            <p:nvPr/>
          </p:nvSpPr>
          <p:spPr>
            <a:xfrm>
              <a:off x="5581271" y="1699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6" name="pt14836"/>
            <p:cNvSpPr/>
            <p:nvPr/>
          </p:nvSpPr>
          <p:spPr>
            <a:xfrm>
              <a:off x="5367914" y="2020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7" name="pt14837"/>
            <p:cNvSpPr/>
            <p:nvPr/>
          </p:nvSpPr>
          <p:spPr>
            <a:xfrm>
              <a:off x="4897964" y="2674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8" name="pt14838"/>
            <p:cNvSpPr/>
            <p:nvPr/>
          </p:nvSpPr>
          <p:spPr>
            <a:xfrm>
              <a:off x="5347114" y="2121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9" name="pt14839"/>
            <p:cNvSpPr/>
            <p:nvPr/>
          </p:nvSpPr>
          <p:spPr>
            <a:xfrm>
              <a:off x="5489069" y="2022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0" name="pt14840"/>
            <p:cNvSpPr/>
            <p:nvPr/>
          </p:nvSpPr>
          <p:spPr>
            <a:xfrm>
              <a:off x="4976157" y="2513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1" name="pt14841"/>
            <p:cNvSpPr/>
            <p:nvPr/>
          </p:nvSpPr>
          <p:spPr>
            <a:xfrm>
              <a:off x="5169874" y="2140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2" name="pt14842"/>
            <p:cNvSpPr/>
            <p:nvPr/>
          </p:nvSpPr>
          <p:spPr>
            <a:xfrm>
              <a:off x="5464631" y="2167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3" name="pt14843"/>
            <p:cNvSpPr/>
            <p:nvPr/>
          </p:nvSpPr>
          <p:spPr>
            <a:xfrm>
              <a:off x="5476236" y="2265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4" name="pt14844"/>
            <p:cNvSpPr/>
            <p:nvPr/>
          </p:nvSpPr>
          <p:spPr>
            <a:xfrm>
              <a:off x="5459160" y="2224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5" name="pt14845"/>
            <p:cNvSpPr/>
            <p:nvPr/>
          </p:nvSpPr>
          <p:spPr>
            <a:xfrm>
              <a:off x="5440265" y="2088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6" name="pt14846"/>
            <p:cNvSpPr/>
            <p:nvPr/>
          </p:nvSpPr>
          <p:spPr>
            <a:xfrm>
              <a:off x="5856733" y="1524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7" name="pt14847"/>
            <p:cNvSpPr/>
            <p:nvPr/>
          </p:nvSpPr>
          <p:spPr>
            <a:xfrm>
              <a:off x="4986267" y="1779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8" name="pt14848"/>
            <p:cNvSpPr/>
            <p:nvPr/>
          </p:nvSpPr>
          <p:spPr>
            <a:xfrm>
              <a:off x="5357862" y="2030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9" name="pt14849"/>
            <p:cNvSpPr/>
            <p:nvPr/>
          </p:nvSpPr>
          <p:spPr>
            <a:xfrm>
              <a:off x="5764649" y="1744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0" name="pt14850"/>
            <p:cNvSpPr/>
            <p:nvPr/>
          </p:nvSpPr>
          <p:spPr>
            <a:xfrm>
              <a:off x="5048404" y="272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1" name="pt14851"/>
            <p:cNvSpPr/>
            <p:nvPr/>
          </p:nvSpPr>
          <p:spPr>
            <a:xfrm>
              <a:off x="5293479" y="2172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2" name="pt14852"/>
            <p:cNvSpPr/>
            <p:nvPr/>
          </p:nvSpPr>
          <p:spPr>
            <a:xfrm>
              <a:off x="4663958" y="2560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3" name="pt14853"/>
            <p:cNvSpPr/>
            <p:nvPr/>
          </p:nvSpPr>
          <p:spPr>
            <a:xfrm>
              <a:off x="5212155" y="1968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4" name="pt14854"/>
            <p:cNvSpPr/>
            <p:nvPr/>
          </p:nvSpPr>
          <p:spPr>
            <a:xfrm>
              <a:off x="5254066" y="2220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5" name="pt14855"/>
            <p:cNvSpPr/>
            <p:nvPr/>
          </p:nvSpPr>
          <p:spPr>
            <a:xfrm>
              <a:off x="5192812" y="200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6" name="pt14856"/>
            <p:cNvSpPr/>
            <p:nvPr/>
          </p:nvSpPr>
          <p:spPr>
            <a:xfrm>
              <a:off x="5220467" y="2190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7" name="pt14857"/>
            <p:cNvSpPr/>
            <p:nvPr/>
          </p:nvSpPr>
          <p:spPr>
            <a:xfrm>
              <a:off x="4919793" y="2090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8" name="pt14858"/>
            <p:cNvSpPr/>
            <p:nvPr/>
          </p:nvSpPr>
          <p:spPr>
            <a:xfrm>
              <a:off x="5081906" y="2280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9" name="pt14859"/>
            <p:cNvSpPr/>
            <p:nvPr/>
          </p:nvSpPr>
          <p:spPr>
            <a:xfrm>
              <a:off x="5183034" y="2127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0" name="pt14860"/>
            <p:cNvSpPr/>
            <p:nvPr/>
          </p:nvSpPr>
          <p:spPr>
            <a:xfrm>
              <a:off x="5550900" y="1995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1" name="pt14861"/>
            <p:cNvSpPr/>
            <p:nvPr/>
          </p:nvSpPr>
          <p:spPr>
            <a:xfrm>
              <a:off x="5376588" y="1983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2" name="pt14862"/>
            <p:cNvSpPr/>
            <p:nvPr/>
          </p:nvSpPr>
          <p:spPr>
            <a:xfrm>
              <a:off x="5353008" y="2103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3" name="pt14863"/>
            <p:cNvSpPr/>
            <p:nvPr/>
          </p:nvSpPr>
          <p:spPr>
            <a:xfrm>
              <a:off x="5314167" y="2093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4" name="pt14864"/>
            <p:cNvSpPr/>
            <p:nvPr/>
          </p:nvSpPr>
          <p:spPr>
            <a:xfrm>
              <a:off x="5443494" y="2070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5" name="pt14865"/>
            <p:cNvSpPr/>
            <p:nvPr/>
          </p:nvSpPr>
          <p:spPr>
            <a:xfrm>
              <a:off x="5932813" y="1838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6" name="pt14866"/>
            <p:cNvSpPr/>
            <p:nvPr/>
          </p:nvSpPr>
          <p:spPr>
            <a:xfrm>
              <a:off x="4633222" y="2551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7" name="pt14867"/>
            <p:cNvSpPr/>
            <p:nvPr/>
          </p:nvSpPr>
          <p:spPr>
            <a:xfrm>
              <a:off x="5606344" y="1930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8" name="pt14868"/>
            <p:cNvSpPr/>
            <p:nvPr/>
          </p:nvSpPr>
          <p:spPr>
            <a:xfrm>
              <a:off x="4975773" y="2579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9" name="pt14869"/>
            <p:cNvSpPr/>
            <p:nvPr/>
          </p:nvSpPr>
          <p:spPr>
            <a:xfrm>
              <a:off x="5435681" y="2078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0" name="pt14870"/>
            <p:cNvSpPr/>
            <p:nvPr/>
          </p:nvSpPr>
          <p:spPr>
            <a:xfrm>
              <a:off x="5227295" y="2140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1" name="pt14871"/>
            <p:cNvSpPr/>
            <p:nvPr/>
          </p:nvSpPr>
          <p:spPr>
            <a:xfrm>
              <a:off x="4746005" y="2265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2" name="pt14872"/>
            <p:cNvSpPr/>
            <p:nvPr/>
          </p:nvSpPr>
          <p:spPr>
            <a:xfrm>
              <a:off x="5234213" y="2124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3" name="pt14873"/>
            <p:cNvSpPr/>
            <p:nvPr/>
          </p:nvSpPr>
          <p:spPr>
            <a:xfrm>
              <a:off x="5349273" y="2152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4" name="pt14874"/>
            <p:cNvSpPr/>
            <p:nvPr/>
          </p:nvSpPr>
          <p:spPr>
            <a:xfrm>
              <a:off x="5319065" y="2246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5" name="pt14875"/>
            <p:cNvSpPr/>
            <p:nvPr/>
          </p:nvSpPr>
          <p:spPr>
            <a:xfrm>
              <a:off x="4601745" y="2783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6" name="pt14876"/>
            <p:cNvSpPr/>
            <p:nvPr/>
          </p:nvSpPr>
          <p:spPr>
            <a:xfrm>
              <a:off x="5099622" y="2201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7" name="pt14877"/>
            <p:cNvSpPr/>
            <p:nvPr/>
          </p:nvSpPr>
          <p:spPr>
            <a:xfrm>
              <a:off x="5289861" y="211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8" name="pt14878"/>
            <p:cNvSpPr/>
            <p:nvPr/>
          </p:nvSpPr>
          <p:spPr>
            <a:xfrm>
              <a:off x="5461095" y="2171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9" name="pt14879"/>
            <p:cNvSpPr/>
            <p:nvPr/>
          </p:nvSpPr>
          <p:spPr>
            <a:xfrm>
              <a:off x="5557910" y="2012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0" name="pt14880"/>
            <p:cNvSpPr/>
            <p:nvPr/>
          </p:nvSpPr>
          <p:spPr>
            <a:xfrm>
              <a:off x="5090840" y="2015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1" name="pt14881"/>
            <p:cNvSpPr/>
            <p:nvPr/>
          </p:nvSpPr>
          <p:spPr>
            <a:xfrm>
              <a:off x="4510755" y="2614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2" name="pt14882"/>
            <p:cNvSpPr/>
            <p:nvPr/>
          </p:nvSpPr>
          <p:spPr>
            <a:xfrm>
              <a:off x="5213738" y="2106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3" name="pt14883"/>
            <p:cNvSpPr/>
            <p:nvPr/>
          </p:nvSpPr>
          <p:spPr>
            <a:xfrm>
              <a:off x="5945052" y="1754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4" name="pt14884"/>
            <p:cNvSpPr/>
            <p:nvPr/>
          </p:nvSpPr>
          <p:spPr>
            <a:xfrm>
              <a:off x="5230336" y="2206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5" name="pt14885"/>
            <p:cNvSpPr/>
            <p:nvPr/>
          </p:nvSpPr>
          <p:spPr>
            <a:xfrm>
              <a:off x="5268906" y="2260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6" name="pt14886"/>
            <p:cNvSpPr/>
            <p:nvPr/>
          </p:nvSpPr>
          <p:spPr>
            <a:xfrm>
              <a:off x="5278705" y="2103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7" name="pt14887"/>
            <p:cNvSpPr/>
            <p:nvPr/>
          </p:nvSpPr>
          <p:spPr>
            <a:xfrm>
              <a:off x="5547683" y="1976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8" name="pt14888"/>
            <p:cNvSpPr/>
            <p:nvPr/>
          </p:nvSpPr>
          <p:spPr>
            <a:xfrm>
              <a:off x="5273880" y="2061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9" name="pt14889"/>
            <p:cNvSpPr/>
            <p:nvPr/>
          </p:nvSpPr>
          <p:spPr>
            <a:xfrm>
              <a:off x="5284799" y="2088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0" name="pt14890"/>
            <p:cNvSpPr/>
            <p:nvPr/>
          </p:nvSpPr>
          <p:spPr>
            <a:xfrm>
              <a:off x="5378992" y="1992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1" name="pt14891"/>
            <p:cNvSpPr/>
            <p:nvPr/>
          </p:nvSpPr>
          <p:spPr>
            <a:xfrm>
              <a:off x="5258883" y="2233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2" name="pt14892"/>
            <p:cNvSpPr/>
            <p:nvPr/>
          </p:nvSpPr>
          <p:spPr>
            <a:xfrm>
              <a:off x="5249056" y="2229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3" name="pt14893"/>
            <p:cNvSpPr/>
            <p:nvPr/>
          </p:nvSpPr>
          <p:spPr>
            <a:xfrm>
              <a:off x="5450161" y="2171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4" name="pt14894"/>
            <p:cNvSpPr/>
            <p:nvPr/>
          </p:nvSpPr>
          <p:spPr>
            <a:xfrm>
              <a:off x="5088834" y="2061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5" name="pt14895"/>
            <p:cNvSpPr/>
            <p:nvPr/>
          </p:nvSpPr>
          <p:spPr>
            <a:xfrm>
              <a:off x="5128337" y="2034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6" name="pt14896"/>
            <p:cNvSpPr/>
            <p:nvPr/>
          </p:nvSpPr>
          <p:spPr>
            <a:xfrm>
              <a:off x="5454961" y="2297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7" name="pt14897"/>
            <p:cNvSpPr/>
            <p:nvPr/>
          </p:nvSpPr>
          <p:spPr>
            <a:xfrm>
              <a:off x="5778859" y="156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8" name="pt14898"/>
            <p:cNvSpPr/>
            <p:nvPr/>
          </p:nvSpPr>
          <p:spPr>
            <a:xfrm>
              <a:off x="5441220" y="2204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9" name="pt14899"/>
            <p:cNvSpPr/>
            <p:nvPr/>
          </p:nvSpPr>
          <p:spPr>
            <a:xfrm>
              <a:off x="5142359" y="2050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0" name="pt14900"/>
            <p:cNvSpPr/>
            <p:nvPr/>
          </p:nvSpPr>
          <p:spPr>
            <a:xfrm>
              <a:off x="5209419" y="2209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1" name="pt14901"/>
            <p:cNvSpPr/>
            <p:nvPr/>
          </p:nvSpPr>
          <p:spPr>
            <a:xfrm>
              <a:off x="5628474" y="1665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2" name="pt14902"/>
            <p:cNvSpPr/>
            <p:nvPr/>
          </p:nvSpPr>
          <p:spPr>
            <a:xfrm>
              <a:off x="4910732" y="232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3" name="pt14903"/>
            <p:cNvSpPr/>
            <p:nvPr/>
          </p:nvSpPr>
          <p:spPr>
            <a:xfrm>
              <a:off x="5220229" y="2067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4" name="pt14904"/>
            <p:cNvSpPr/>
            <p:nvPr/>
          </p:nvSpPr>
          <p:spPr>
            <a:xfrm>
              <a:off x="5538578" y="2147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5" name="pt14905"/>
            <p:cNvSpPr/>
            <p:nvPr/>
          </p:nvSpPr>
          <p:spPr>
            <a:xfrm>
              <a:off x="5017554" y="2658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6" name="pt14906"/>
            <p:cNvSpPr/>
            <p:nvPr/>
          </p:nvSpPr>
          <p:spPr>
            <a:xfrm>
              <a:off x="5612478" y="1911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7" name="pt14907"/>
            <p:cNvSpPr/>
            <p:nvPr/>
          </p:nvSpPr>
          <p:spPr>
            <a:xfrm>
              <a:off x="5436376" y="2277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8" name="pt14908"/>
            <p:cNvSpPr/>
            <p:nvPr/>
          </p:nvSpPr>
          <p:spPr>
            <a:xfrm>
              <a:off x="5145694" y="2084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9" name="pt14909"/>
            <p:cNvSpPr/>
            <p:nvPr/>
          </p:nvSpPr>
          <p:spPr>
            <a:xfrm>
              <a:off x="5501897" y="1958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0" name="pt14910"/>
            <p:cNvSpPr/>
            <p:nvPr/>
          </p:nvSpPr>
          <p:spPr>
            <a:xfrm>
              <a:off x="5460069" y="2217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1" name="pt14911"/>
            <p:cNvSpPr/>
            <p:nvPr/>
          </p:nvSpPr>
          <p:spPr>
            <a:xfrm>
              <a:off x="5420507" y="2056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2" name="pt14912"/>
            <p:cNvSpPr/>
            <p:nvPr/>
          </p:nvSpPr>
          <p:spPr>
            <a:xfrm>
              <a:off x="5297317" y="2195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3" name="pt14913"/>
            <p:cNvSpPr/>
            <p:nvPr/>
          </p:nvSpPr>
          <p:spPr>
            <a:xfrm>
              <a:off x="5310855" y="2208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4" name="pt14914"/>
            <p:cNvSpPr/>
            <p:nvPr/>
          </p:nvSpPr>
          <p:spPr>
            <a:xfrm>
              <a:off x="5986045" y="1766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5" name="pt14915"/>
            <p:cNvSpPr/>
            <p:nvPr/>
          </p:nvSpPr>
          <p:spPr>
            <a:xfrm>
              <a:off x="5160524" y="2148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6" name="pt14916"/>
            <p:cNvSpPr/>
            <p:nvPr/>
          </p:nvSpPr>
          <p:spPr>
            <a:xfrm>
              <a:off x="5105696" y="2103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7" name="pt14917"/>
            <p:cNvSpPr/>
            <p:nvPr/>
          </p:nvSpPr>
          <p:spPr>
            <a:xfrm>
              <a:off x="5191520" y="1842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8" name="pt14918"/>
            <p:cNvSpPr/>
            <p:nvPr/>
          </p:nvSpPr>
          <p:spPr>
            <a:xfrm>
              <a:off x="5202688" y="2027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9" name="pt14919"/>
            <p:cNvSpPr/>
            <p:nvPr/>
          </p:nvSpPr>
          <p:spPr>
            <a:xfrm>
              <a:off x="4961339" y="2779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0" name="pt14920"/>
            <p:cNvSpPr/>
            <p:nvPr/>
          </p:nvSpPr>
          <p:spPr>
            <a:xfrm>
              <a:off x="4856572" y="2472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1" name="pt14921"/>
            <p:cNvSpPr/>
            <p:nvPr/>
          </p:nvSpPr>
          <p:spPr>
            <a:xfrm>
              <a:off x="5382840" y="2179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2" name="pt14922"/>
            <p:cNvSpPr/>
            <p:nvPr/>
          </p:nvSpPr>
          <p:spPr>
            <a:xfrm>
              <a:off x="5298916" y="2241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3" name="pt14923"/>
            <p:cNvSpPr/>
            <p:nvPr/>
          </p:nvSpPr>
          <p:spPr>
            <a:xfrm>
              <a:off x="5647239" y="193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4" name="pt14924"/>
            <p:cNvSpPr/>
            <p:nvPr/>
          </p:nvSpPr>
          <p:spPr>
            <a:xfrm>
              <a:off x="5368906" y="1866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5" name="pt14925"/>
            <p:cNvSpPr/>
            <p:nvPr/>
          </p:nvSpPr>
          <p:spPr>
            <a:xfrm>
              <a:off x="5526485" y="2047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6" name="pt14926"/>
            <p:cNvSpPr/>
            <p:nvPr/>
          </p:nvSpPr>
          <p:spPr>
            <a:xfrm>
              <a:off x="5379874" y="1989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7" name="pt14927"/>
            <p:cNvSpPr/>
            <p:nvPr/>
          </p:nvSpPr>
          <p:spPr>
            <a:xfrm>
              <a:off x="5048945" y="2734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8" name="pt14928"/>
            <p:cNvSpPr/>
            <p:nvPr/>
          </p:nvSpPr>
          <p:spPr>
            <a:xfrm>
              <a:off x="5350828" y="2022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9" name="pt14929"/>
            <p:cNvSpPr/>
            <p:nvPr/>
          </p:nvSpPr>
          <p:spPr>
            <a:xfrm>
              <a:off x="5336038" y="2187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0" name="pt14930"/>
            <p:cNvSpPr/>
            <p:nvPr/>
          </p:nvSpPr>
          <p:spPr>
            <a:xfrm>
              <a:off x="5635685" y="1596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1" name="pt14931"/>
            <p:cNvSpPr/>
            <p:nvPr/>
          </p:nvSpPr>
          <p:spPr>
            <a:xfrm>
              <a:off x="5041370" y="2565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2" name="pt14932"/>
            <p:cNvSpPr/>
            <p:nvPr/>
          </p:nvSpPr>
          <p:spPr>
            <a:xfrm>
              <a:off x="5193791" y="1974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3" name="pt14933"/>
            <p:cNvSpPr/>
            <p:nvPr/>
          </p:nvSpPr>
          <p:spPr>
            <a:xfrm>
              <a:off x="5039187" y="2558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4" name="pt14934"/>
            <p:cNvSpPr/>
            <p:nvPr/>
          </p:nvSpPr>
          <p:spPr>
            <a:xfrm>
              <a:off x="5532324" y="2096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5" name="pt14935"/>
            <p:cNvSpPr/>
            <p:nvPr/>
          </p:nvSpPr>
          <p:spPr>
            <a:xfrm>
              <a:off x="5316207" y="2253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6" name="pt14936"/>
            <p:cNvSpPr/>
            <p:nvPr/>
          </p:nvSpPr>
          <p:spPr>
            <a:xfrm>
              <a:off x="5320485" y="2193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7" name="pt14937"/>
            <p:cNvSpPr/>
            <p:nvPr/>
          </p:nvSpPr>
          <p:spPr>
            <a:xfrm>
              <a:off x="5424954" y="2068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8" name="pt14938"/>
            <p:cNvSpPr/>
            <p:nvPr/>
          </p:nvSpPr>
          <p:spPr>
            <a:xfrm>
              <a:off x="5171686" y="2175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9" name="pt14939"/>
            <p:cNvSpPr/>
            <p:nvPr/>
          </p:nvSpPr>
          <p:spPr>
            <a:xfrm>
              <a:off x="5173322" y="2287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0" name="pt14940"/>
            <p:cNvSpPr/>
            <p:nvPr/>
          </p:nvSpPr>
          <p:spPr>
            <a:xfrm>
              <a:off x="5102763" y="2134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1" name="pt14941"/>
            <p:cNvSpPr/>
            <p:nvPr/>
          </p:nvSpPr>
          <p:spPr>
            <a:xfrm>
              <a:off x="5270172" y="2244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2" name="pt14942"/>
            <p:cNvSpPr/>
            <p:nvPr/>
          </p:nvSpPr>
          <p:spPr>
            <a:xfrm>
              <a:off x="5397066" y="2153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3" name="pt14943"/>
            <p:cNvSpPr/>
            <p:nvPr/>
          </p:nvSpPr>
          <p:spPr>
            <a:xfrm>
              <a:off x="5408069" y="2136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4" name="pt14944"/>
            <p:cNvSpPr/>
            <p:nvPr/>
          </p:nvSpPr>
          <p:spPr>
            <a:xfrm>
              <a:off x="5491125" y="2123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5" name="pt14945"/>
            <p:cNvSpPr/>
            <p:nvPr/>
          </p:nvSpPr>
          <p:spPr>
            <a:xfrm>
              <a:off x="4997771" y="2439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6" name="pt14946"/>
            <p:cNvSpPr/>
            <p:nvPr/>
          </p:nvSpPr>
          <p:spPr>
            <a:xfrm>
              <a:off x="5042826" y="2703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7" name="pt14947"/>
            <p:cNvSpPr/>
            <p:nvPr/>
          </p:nvSpPr>
          <p:spPr>
            <a:xfrm>
              <a:off x="5327839" y="2167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8" name="pt14948"/>
            <p:cNvSpPr/>
            <p:nvPr/>
          </p:nvSpPr>
          <p:spPr>
            <a:xfrm>
              <a:off x="5575955" y="1665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9" name="pt14949"/>
            <p:cNvSpPr/>
            <p:nvPr/>
          </p:nvSpPr>
          <p:spPr>
            <a:xfrm>
              <a:off x="5252407" y="225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0" name="pt14950"/>
            <p:cNvSpPr/>
            <p:nvPr/>
          </p:nvSpPr>
          <p:spPr>
            <a:xfrm>
              <a:off x="4626237" y="2718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1" name="pt14951"/>
            <p:cNvSpPr/>
            <p:nvPr/>
          </p:nvSpPr>
          <p:spPr>
            <a:xfrm>
              <a:off x="4938741" y="229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2" name="pt14952"/>
            <p:cNvSpPr/>
            <p:nvPr/>
          </p:nvSpPr>
          <p:spPr>
            <a:xfrm>
              <a:off x="5547091" y="2040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3" name="pt14953"/>
            <p:cNvSpPr/>
            <p:nvPr/>
          </p:nvSpPr>
          <p:spPr>
            <a:xfrm>
              <a:off x="5452664" y="2167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4" name="pt14954"/>
            <p:cNvSpPr/>
            <p:nvPr/>
          </p:nvSpPr>
          <p:spPr>
            <a:xfrm>
              <a:off x="5445615" y="2105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5" name="pt14955"/>
            <p:cNvSpPr/>
            <p:nvPr/>
          </p:nvSpPr>
          <p:spPr>
            <a:xfrm>
              <a:off x="5553211" y="2013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6" name="pt14956"/>
            <p:cNvSpPr/>
            <p:nvPr/>
          </p:nvSpPr>
          <p:spPr>
            <a:xfrm>
              <a:off x="5248819" y="2241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7" name="pt14957"/>
            <p:cNvSpPr/>
            <p:nvPr/>
          </p:nvSpPr>
          <p:spPr>
            <a:xfrm>
              <a:off x="5146273" y="2121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8" name="pt14958"/>
            <p:cNvSpPr/>
            <p:nvPr/>
          </p:nvSpPr>
          <p:spPr>
            <a:xfrm>
              <a:off x="5473411" y="2245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9" name="pt14959"/>
            <p:cNvSpPr/>
            <p:nvPr/>
          </p:nvSpPr>
          <p:spPr>
            <a:xfrm>
              <a:off x="5132235" y="1789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0" name="pt14960"/>
            <p:cNvSpPr/>
            <p:nvPr/>
          </p:nvSpPr>
          <p:spPr>
            <a:xfrm>
              <a:off x="5223390" y="2197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1" name="pt14961"/>
            <p:cNvSpPr/>
            <p:nvPr/>
          </p:nvSpPr>
          <p:spPr>
            <a:xfrm>
              <a:off x="5689197" y="1909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2" name="pt14962"/>
            <p:cNvSpPr/>
            <p:nvPr/>
          </p:nvSpPr>
          <p:spPr>
            <a:xfrm>
              <a:off x="4888518" y="2818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3" name="pt14963"/>
            <p:cNvSpPr/>
            <p:nvPr/>
          </p:nvSpPr>
          <p:spPr>
            <a:xfrm>
              <a:off x="5211077" y="2028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4" name="pt14964"/>
            <p:cNvSpPr/>
            <p:nvPr/>
          </p:nvSpPr>
          <p:spPr>
            <a:xfrm>
              <a:off x="5167032" y="2205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5" name="pt14965"/>
            <p:cNvSpPr/>
            <p:nvPr/>
          </p:nvSpPr>
          <p:spPr>
            <a:xfrm>
              <a:off x="5218079" y="2099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6" name="pt14966"/>
            <p:cNvSpPr/>
            <p:nvPr/>
          </p:nvSpPr>
          <p:spPr>
            <a:xfrm>
              <a:off x="5381530" y="2042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7" name="pt14967"/>
            <p:cNvSpPr/>
            <p:nvPr/>
          </p:nvSpPr>
          <p:spPr>
            <a:xfrm>
              <a:off x="5266245" y="2264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8" name="pt14968"/>
            <p:cNvSpPr/>
            <p:nvPr/>
          </p:nvSpPr>
          <p:spPr>
            <a:xfrm>
              <a:off x="5662870" y="1963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9" name="pt14969"/>
            <p:cNvSpPr/>
            <p:nvPr/>
          </p:nvSpPr>
          <p:spPr>
            <a:xfrm>
              <a:off x="5264777" y="2252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0" name="pt14970"/>
            <p:cNvSpPr/>
            <p:nvPr/>
          </p:nvSpPr>
          <p:spPr>
            <a:xfrm>
              <a:off x="5405287" y="2249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1" name="pt14971"/>
            <p:cNvSpPr/>
            <p:nvPr/>
          </p:nvSpPr>
          <p:spPr>
            <a:xfrm>
              <a:off x="5251821" y="2333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2" name="pt14972"/>
            <p:cNvSpPr/>
            <p:nvPr/>
          </p:nvSpPr>
          <p:spPr>
            <a:xfrm>
              <a:off x="5603449" y="1959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3" name="pt14973"/>
            <p:cNvSpPr/>
            <p:nvPr/>
          </p:nvSpPr>
          <p:spPr>
            <a:xfrm>
              <a:off x="5159171" y="2142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4" name="pt14974"/>
            <p:cNvSpPr/>
            <p:nvPr/>
          </p:nvSpPr>
          <p:spPr>
            <a:xfrm>
              <a:off x="5373660" y="2038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5" name="pt14975"/>
            <p:cNvSpPr/>
            <p:nvPr/>
          </p:nvSpPr>
          <p:spPr>
            <a:xfrm>
              <a:off x="5715753" y="1901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6" name="pt14976"/>
            <p:cNvSpPr/>
            <p:nvPr/>
          </p:nvSpPr>
          <p:spPr>
            <a:xfrm>
              <a:off x="4993564" y="2204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7" name="pt14977"/>
            <p:cNvSpPr/>
            <p:nvPr/>
          </p:nvSpPr>
          <p:spPr>
            <a:xfrm>
              <a:off x="5010603" y="2546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8" name="pt14978"/>
            <p:cNvSpPr/>
            <p:nvPr/>
          </p:nvSpPr>
          <p:spPr>
            <a:xfrm>
              <a:off x="5438276" y="2103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9" name="pt14979"/>
            <p:cNvSpPr/>
            <p:nvPr/>
          </p:nvSpPr>
          <p:spPr>
            <a:xfrm>
              <a:off x="5316876" y="2148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0" name="pt14980"/>
            <p:cNvSpPr/>
            <p:nvPr/>
          </p:nvSpPr>
          <p:spPr>
            <a:xfrm>
              <a:off x="5497446" y="1946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1" name="pt14981"/>
            <p:cNvSpPr/>
            <p:nvPr/>
          </p:nvSpPr>
          <p:spPr>
            <a:xfrm>
              <a:off x="5224758" y="2180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2" name="pt14982"/>
            <p:cNvSpPr/>
            <p:nvPr/>
          </p:nvSpPr>
          <p:spPr>
            <a:xfrm>
              <a:off x="5641285" y="1968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3" name="pt14983"/>
            <p:cNvSpPr/>
            <p:nvPr/>
          </p:nvSpPr>
          <p:spPr>
            <a:xfrm>
              <a:off x="5391567" y="2148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4" name="pt14984"/>
            <p:cNvSpPr/>
            <p:nvPr/>
          </p:nvSpPr>
          <p:spPr>
            <a:xfrm>
              <a:off x="5396897" y="222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5" name="pt14985"/>
            <p:cNvSpPr/>
            <p:nvPr/>
          </p:nvSpPr>
          <p:spPr>
            <a:xfrm>
              <a:off x="5540465" y="1926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6" name="pt14986"/>
            <p:cNvSpPr/>
            <p:nvPr/>
          </p:nvSpPr>
          <p:spPr>
            <a:xfrm>
              <a:off x="5229491" y="2175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7" name="pt14987"/>
            <p:cNvSpPr/>
            <p:nvPr/>
          </p:nvSpPr>
          <p:spPr>
            <a:xfrm>
              <a:off x="4923603" y="2336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8" name="pt14988"/>
            <p:cNvSpPr/>
            <p:nvPr/>
          </p:nvSpPr>
          <p:spPr>
            <a:xfrm>
              <a:off x="5334845" y="2184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9" name="pt14989"/>
            <p:cNvSpPr/>
            <p:nvPr/>
          </p:nvSpPr>
          <p:spPr>
            <a:xfrm>
              <a:off x="5375884" y="2044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0" name="pt14990"/>
            <p:cNvSpPr/>
            <p:nvPr/>
          </p:nvSpPr>
          <p:spPr>
            <a:xfrm>
              <a:off x="5371095" y="1949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1" name="pt14991"/>
            <p:cNvSpPr/>
            <p:nvPr/>
          </p:nvSpPr>
          <p:spPr>
            <a:xfrm>
              <a:off x="5555614" y="2077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2" name="pt14992"/>
            <p:cNvSpPr/>
            <p:nvPr/>
          </p:nvSpPr>
          <p:spPr>
            <a:xfrm>
              <a:off x="5326808" y="2106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3" name="pt14993"/>
            <p:cNvSpPr/>
            <p:nvPr/>
          </p:nvSpPr>
          <p:spPr>
            <a:xfrm>
              <a:off x="5635798" y="1636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4" name="pt14994"/>
            <p:cNvSpPr/>
            <p:nvPr/>
          </p:nvSpPr>
          <p:spPr>
            <a:xfrm>
              <a:off x="5872691" y="1487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5" name="pt14995"/>
            <p:cNvSpPr/>
            <p:nvPr/>
          </p:nvSpPr>
          <p:spPr>
            <a:xfrm>
              <a:off x="4890566" y="2488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6" name="pt14996"/>
            <p:cNvSpPr/>
            <p:nvPr/>
          </p:nvSpPr>
          <p:spPr>
            <a:xfrm>
              <a:off x="4884021" y="2494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7" name="pt14997"/>
            <p:cNvSpPr/>
            <p:nvPr/>
          </p:nvSpPr>
          <p:spPr>
            <a:xfrm>
              <a:off x="5630504" y="1964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8" name="pt14998"/>
            <p:cNvSpPr/>
            <p:nvPr/>
          </p:nvSpPr>
          <p:spPr>
            <a:xfrm>
              <a:off x="5572376" y="1918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9" name="pt14999"/>
            <p:cNvSpPr/>
            <p:nvPr/>
          </p:nvSpPr>
          <p:spPr>
            <a:xfrm>
              <a:off x="5137051" y="1982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0" name="pt15000"/>
            <p:cNvSpPr/>
            <p:nvPr/>
          </p:nvSpPr>
          <p:spPr>
            <a:xfrm>
              <a:off x="5277267" y="2059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1" name="pt15001"/>
            <p:cNvSpPr/>
            <p:nvPr/>
          </p:nvSpPr>
          <p:spPr>
            <a:xfrm>
              <a:off x="4967530" y="2213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2" name="pt15002"/>
            <p:cNvSpPr/>
            <p:nvPr/>
          </p:nvSpPr>
          <p:spPr>
            <a:xfrm>
              <a:off x="5706304" y="1746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3" name="pt15003"/>
            <p:cNvSpPr/>
            <p:nvPr/>
          </p:nvSpPr>
          <p:spPr>
            <a:xfrm>
              <a:off x="5103726" y="2136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4" name="pt15004"/>
            <p:cNvSpPr/>
            <p:nvPr/>
          </p:nvSpPr>
          <p:spPr>
            <a:xfrm>
              <a:off x="5171744" y="2166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5" name="pt15005"/>
            <p:cNvSpPr/>
            <p:nvPr/>
          </p:nvSpPr>
          <p:spPr>
            <a:xfrm>
              <a:off x="5296583" y="2163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6" name="pt15006"/>
            <p:cNvSpPr/>
            <p:nvPr/>
          </p:nvSpPr>
          <p:spPr>
            <a:xfrm>
              <a:off x="5551638" y="2095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7" name="pt15007"/>
            <p:cNvSpPr/>
            <p:nvPr/>
          </p:nvSpPr>
          <p:spPr>
            <a:xfrm>
              <a:off x="5362630" y="1868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8" name="pt15008"/>
            <p:cNvSpPr/>
            <p:nvPr/>
          </p:nvSpPr>
          <p:spPr>
            <a:xfrm>
              <a:off x="5257147" y="2287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9" name="pt15009"/>
            <p:cNvSpPr/>
            <p:nvPr/>
          </p:nvSpPr>
          <p:spPr>
            <a:xfrm>
              <a:off x="4949155" y="2414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0" name="pt15010"/>
            <p:cNvSpPr/>
            <p:nvPr/>
          </p:nvSpPr>
          <p:spPr>
            <a:xfrm>
              <a:off x="4964426" y="2482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1" name="pt15011"/>
            <p:cNvSpPr/>
            <p:nvPr/>
          </p:nvSpPr>
          <p:spPr>
            <a:xfrm>
              <a:off x="5247506" y="2231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2" name="pt15012"/>
            <p:cNvSpPr/>
            <p:nvPr/>
          </p:nvSpPr>
          <p:spPr>
            <a:xfrm>
              <a:off x="5337069" y="2093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3" name="pt15013"/>
            <p:cNvSpPr/>
            <p:nvPr/>
          </p:nvSpPr>
          <p:spPr>
            <a:xfrm>
              <a:off x="5037271" y="253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4" name="pt15014"/>
            <p:cNvSpPr/>
            <p:nvPr/>
          </p:nvSpPr>
          <p:spPr>
            <a:xfrm>
              <a:off x="5375519" y="199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5" name="pt15015"/>
            <p:cNvSpPr/>
            <p:nvPr/>
          </p:nvSpPr>
          <p:spPr>
            <a:xfrm>
              <a:off x="5014933" y="2581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6" name="pt15016"/>
            <p:cNvSpPr/>
            <p:nvPr/>
          </p:nvSpPr>
          <p:spPr>
            <a:xfrm>
              <a:off x="5068891" y="2553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7" name="pt15017"/>
            <p:cNvSpPr/>
            <p:nvPr/>
          </p:nvSpPr>
          <p:spPr>
            <a:xfrm>
              <a:off x="4838346" y="1887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8" name="pt15018"/>
            <p:cNvSpPr/>
            <p:nvPr/>
          </p:nvSpPr>
          <p:spPr>
            <a:xfrm>
              <a:off x="5562566" y="1952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9" name="pt15019"/>
            <p:cNvSpPr/>
            <p:nvPr/>
          </p:nvSpPr>
          <p:spPr>
            <a:xfrm>
              <a:off x="5318035" y="2177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0" name="pt15020"/>
            <p:cNvSpPr/>
            <p:nvPr/>
          </p:nvSpPr>
          <p:spPr>
            <a:xfrm>
              <a:off x="5555952" y="2064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1" name="pt15021"/>
            <p:cNvSpPr/>
            <p:nvPr/>
          </p:nvSpPr>
          <p:spPr>
            <a:xfrm>
              <a:off x="5292144" y="2144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2" name="pt15022"/>
            <p:cNvSpPr/>
            <p:nvPr/>
          </p:nvSpPr>
          <p:spPr>
            <a:xfrm>
              <a:off x="5267812" y="2214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3" name="pt15023"/>
            <p:cNvSpPr/>
            <p:nvPr/>
          </p:nvSpPr>
          <p:spPr>
            <a:xfrm>
              <a:off x="5047959" y="2682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4" name="pt15024"/>
            <p:cNvSpPr/>
            <p:nvPr/>
          </p:nvSpPr>
          <p:spPr>
            <a:xfrm>
              <a:off x="5243668" y="2097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5" name="pt15025"/>
            <p:cNvSpPr/>
            <p:nvPr/>
          </p:nvSpPr>
          <p:spPr>
            <a:xfrm>
              <a:off x="5035600" y="2712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6" name="pt15026"/>
            <p:cNvSpPr/>
            <p:nvPr/>
          </p:nvSpPr>
          <p:spPr>
            <a:xfrm>
              <a:off x="5048590" y="2693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7" name="pt15027"/>
            <p:cNvSpPr/>
            <p:nvPr/>
          </p:nvSpPr>
          <p:spPr>
            <a:xfrm>
              <a:off x="5299036" y="2173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8" name="pt15028"/>
            <p:cNvSpPr/>
            <p:nvPr/>
          </p:nvSpPr>
          <p:spPr>
            <a:xfrm>
              <a:off x="5046124" y="2529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9" name="pt15029"/>
            <p:cNvSpPr/>
            <p:nvPr/>
          </p:nvSpPr>
          <p:spPr>
            <a:xfrm>
              <a:off x="5158703" y="2144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0" name="pt15030"/>
            <p:cNvSpPr/>
            <p:nvPr/>
          </p:nvSpPr>
          <p:spPr>
            <a:xfrm>
              <a:off x="4921926" y="2294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1" name="pt15031"/>
            <p:cNvSpPr/>
            <p:nvPr/>
          </p:nvSpPr>
          <p:spPr>
            <a:xfrm>
              <a:off x="5291632" y="2199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2" name="pt15032"/>
            <p:cNvSpPr/>
            <p:nvPr/>
          </p:nvSpPr>
          <p:spPr>
            <a:xfrm>
              <a:off x="5302788" y="2186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3" name="pt15033"/>
            <p:cNvSpPr/>
            <p:nvPr/>
          </p:nvSpPr>
          <p:spPr>
            <a:xfrm>
              <a:off x="5077237" y="2204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4" name="pt15034"/>
            <p:cNvSpPr/>
            <p:nvPr/>
          </p:nvSpPr>
          <p:spPr>
            <a:xfrm>
              <a:off x="5373103" y="2013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5" name="pt15035"/>
            <p:cNvSpPr/>
            <p:nvPr/>
          </p:nvSpPr>
          <p:spPr>
            <a:xfrm>
              <a:off x="5673120" y="202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6" name="pt15036"/>
            <p:cNvSpPr/>
            <p:nvPr/>
          </p:nvSpPr>
          <p:spPr>
            <a:xfrm>
              <a:off x="5120379" y="2085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7" name="pt15037"/>
            <p:cNvSpPr/>
            <p:nvPr/>
          </p:nvSpPr>
          <p:spPr>
            <a:xfrm>
              <a:off x="5076539" y="2391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8" name="pt15038"/>
            <p:cNvSpPr/>
            <p:nvPr/>
          </p:nvSpPr>
          <p:spPr>
            <a:xfrm>
              <a:off x="5719040" y="1701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9" name="pt15039"/>
            <p:cNvSpPr/>
            <p:nvPr/>
          </p:nvSpPr>
          <p:spPr>
            <a:xfrm>
              <a:off x="4924125" y="223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0" name="pt15040"/>
            <p:cNvSpPr/>
            <p:nvPr/>
          </p:nvSpPr>
          <p:spPr>
            <a:xfrm>
              <a:off x="5089554" y="2233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1" name="pt15041"/>
            <p:cNvSpPr/>
            <p:nvPr/>
          </p:nvSpPr>
          <p:spPr>
            <a:xfrm>
              <a:off x="5358526" y="2043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2" name="pt15042"/>
            <p:cNvSpPr/>
            <p:nvPr/>
          </p:nvSpPr>
          <p:spPr>
            <a:xfrm>
              <a:off x="5294074" y="2146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3" name="pt15043"/>
            <p:cNvSpPr/>
            <p:nvPr/>
          </p:nvSpPr>
          <p:spPr>
            <a:xfrm>
              <a:off x="5673103" y="1940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4" name="pt15044"/>
            <p:cNvSpPr/>
            <p:nvPr/>
          </p:nvSpPr>
          <p:spPr>
            <a:xfrm>
              <a:off x="5486927" y="2006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5" name="pt15045"/>
            <p:cNvSpPr/>
            <p:nvPr/>
          </p:nvSpPr>
          <p:spPr>
            <a:xfrm>
              <a:off x="4775652" y="2722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6" name="pt15046"/>
            <p:cNvSpPr/>
            <p:nvPr/>
          </p:nvSpPr>
          <p:spPr>
            <a:xfrm>
              <a:off x="5484986" y="204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7" name="pt15047"/>
            <p:cNvSpPr/>
            <p:nvPr/>
          </p:nvSpPr>
          <p:spPr>
            <a:xfrm>
              <a:off x="5399932" y="2154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8" name="pt15048"/>
            <p:cNvSpPr/>
            <p:nvPr/>
          </p:nvSpPr>
          <p:spPr>
            <a:xfrm>
              <a:off x="5805278" y="1791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9" name="pt15049"/>
            <p:cNvSpPr/>
            <p:nvPr/>
          </p:nvSpPr>
          <p:spPr>
            <a:xfrm>
              <a:off x="5214984" y="222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0" name="pt15050"/>
            <p:cNvSpPr/>
            <p:nvPr/>
          </p:nvSpPr>
          <p:spPr>
            <a:xfrm>
              <a:off x="5399297" y="2126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1" name="pt15051"/>
            <p:cNvSpPr/>
            <p:nvPr/>
          </p:nvSpPr>
          <p:spPr>
            <a:xfrm>
              <a:off x="5049429" y="2564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2" name="pt15052"/>
            <p:cNvSpPr/>
            <p:nvPr/>
          </p:nvSpPr>
          <p:spPr>
            <a:xfrm>
              <a:off x="4904819" y="2379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3" name="pt15053"/>
            <p:cNvSpPr/>
            <p:nvPr/>
          </p:nvSpPr>
          <p:spPr>
            <a:xfrm>
              <a:off x="5536541" y="1948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4" name="pt15054"/>
            <p:cNvSpPr/>
            <p:nvPr/>
          </p:nvSpPr>
          <p:spPr>
            <a:xfrm>
              <a:off x="5707636" y="1797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5" name="pt15055"/>
            <p:cNvSpPr/>
            <p:nvPr/>
          </p:nvSpPr>
          <p:spPr>
            <a:xfrm>
              <a:off x="4999869" y="2721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6" name="pt15056"/>
            <p:cNvSpPr/>
            <p:nvPr/>
          </p:nvSpPr>
          <p:spPr>
            <a:xfrm>
              <a:off x="4884820" y="2533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7" name="pt15057"/>
            <p:cNvSpPr/>
            <p:nvPr/>
          </p:nvSpPr>
          <p:spPr>
            <a:xfrm>
              <a:off x="5227730" y="219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8" name="pt15058"/>
            <p:cNvSpPr/>
            <p:nvPr/>
          </p:nvSpPr>
          <p:spPr>
            <a:xfrm>
              <a:off x="5616642" y="2019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9" name="pt15059"/>
            <p:cNvSpPr/>
            <p:nvPr/>
          </p:nvSpPr>
          <p:spPr>
            <a:xfrm>
              <a:off x="5186814" y="2144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0" name="pt15060"/>
            <p:cNvSpPr/>
            <p:nvPr/>
          </p:nvSpPr>
          <p:spPr>
            <a:xfrm>
              <a:off x="5230649" y="2177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1" name="pt15061"/>
            <p:cNvSpPr/>
            <p:nvPr/>
          </p:nvSpPr>
          <p:spPr>
            <a:xfrm>
              <a:off x="5377566" y="2092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2" name="pt15062"/>
            <p:cNvSpPr/>
            <p:nvPr/>
          </p:nvSpPr>
          <p:spPr>
            <a:xfrm>
              <a:off x="5481240" y="2275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3" name="pt15063"/>
            <p:cNvSpPr/>
            <p:nvPr/>
          </p:nvSpPr>
          <p:spPr>
            <a:xfrm>
              <a:off x="5664251" y="2134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4" name="pt15064"/>
            <p:cNvSpPr/>
            <p:nvPr/>
          </p:nvSpPr>
          <p:spPr>
            <a:xfrm>
              <a:off x="5526680" y="2057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5" name="pt15065"/>
            <p:cNvSpPr/>
            <p:nvPr/>
          </p:nvSpPr>
          <p:spPr>
            <a:xfrm>
              <a:off x="5166643" y="2189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6" name="pt15066"/>
            <p:cNvSpPr/>
            <p:nvPr/>
          </p:nvSpPr>
          <p:spPr>
            <a:xfrm>
              <a:off x="5665104" y="1798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7" name="pt15067"/>
            <p:cNvSpPr/>
            <p:nvPr/>
          </p:nvSpPr>
          <p:spPr>
            <a:xfrm>
              <a:off x="5626184" y="1897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8" name="pt15068"/>
            <p:cNvSpPr/>
            <p:nvPr/>
          </p:nvSpPr>
          <p:spPr>
            <a:xfrm>
              <a:off x="5221042" y="2046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9" name="pt15069"/>
            <p:cNvSpPr/>
            <p:nvPr/>
          </p:nvSpPr>
          <p:spPr>
            <a:xfrm>
              <a:off x="5276961" y="2054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0" name="pt15070"/>
            <p:cNvSpPr/>
            <p:nvPr/>
          </p:nvSpPr>
          <p:spPr>
            <a:xfrm>
              <a:off x="5271263" y="2270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1" name="pt15071"/>
            <p:cNvSpPr/>
            <p:nvPr/>
          </p:nvSpPr>
          <p:spPr>
            <a:xfrm>
              <a:off x="5482716" y="2257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2" name="pt15072"/>
            <p:cNvSpPr/>
            <p:nvPr/>
          </p:nvSpPr>
          <p:spPr>
            <a:xfrm>
              <a:off x="5353798" y="2032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3" name="pt15073"/>
            <p:cNvSpPr/>
            <p:nvPr/>
          </p:nvSpPr>
          <p:spPr>
            <a:xfrm>
              <a:off x="5390051" y="2143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4" name="pt15074"/>
            <p:cNvSpPr/>
            <p:nvPr/>
          </p:nvSpPr>
          <p:spPr>
            <a:xfrm>
              <a:off x="5014077" y="2587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5" name="pt15075"/>
            <p:cNvSpPr/>
            <p:nvPr/>
          </p:nvSpPr>
          <p:spPr>
            <a:xfrm>
              <a:off x="4841183" y="1862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6" name="pt15076"/>
            <p:cNvSpPr/>
            <p:nvPr/>
          </p:nvSpPr>
          <p:spPr>
            <a:xfrm>
              <a:off x="5123968" y="2156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7" name="pt15077"/>
            <p:cNvSpPr/>
            <p:nvPr/>
          </p:nvSpPr>
          <p:spPr>
            <a:xfrm>
              <a:off x="5183385" y="2140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8" name="pt15078"/>
            <p:cNvSpPr/>
            <p:nvPr/>
          </p:nvSpPr>
          <p:spPr>
            <a:xfrm>
              <a:off x="4817683" y="1857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9" name="pt15079"/>
            <p:cNvSpPr/>
            <p:nvPr/>
          </p:nvSpPr>
          <p:spPr>
            <a:xfrm>
              <a:off x="5463763" y="2112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0" name="pt15080"/>
            <p:cNvSpPr/>
            <p:nvPr/>
          </p:nvSpPr>
          <p:spPr>
            <a:xfrm>
              <a:off x="5110794" y="2191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1" name="pt15081"/>
            <p:cNvSpPr/>
            <p:nvPr/>
          </p:nvSpPr>
          <p:spPr>
            <a:xfrm>
              <a:off x="4923576" y="2588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2" name="pt15082"/>
            <p:cNvSpPr/>
            <p:nvPr/>
          </p:nvSpPr>
          <p:spPr>
            <a:xfrm>
              <a:off x="5625451" y="1754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3" name="pt15083"/>
            <p:cNvSpPr/>
            <p:nvPr/>
          </p:nvSpPr>
          <p:spPr>
            <a:xfrm>
              <a:off x="5506755" y="2077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4" name="pt15084"/>
            <p:cNvSpPr/>
            <p:nvPr/>
          </p:nvSpPr>
          <p:spPr>
            <a:xfrm>
              <a:off x="5820067" y="1472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5" name="pt15085"/>
            <p:cNvSpPr/>
            <p:nvPr/>
          </p:nvSpPr>
          <p:spPr>
            <a:xfrm>
              <a:off x="5167922" y="207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6" name="pt15086"/>
            <p:cNvSpPr/>
            <p:nvPr/>
          </p:nvSpPr>
          <p:spPr>
            <a:xfrm>
              <a:off x="5446272" y="2163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7" name="pt15087"/>
            <p:cNvSpPr/>
            <p:nvPr/>
          </p:nvSpPr>
          <p:spPr>
            <a:xfrm>
              <a:off x="5353889" y="2026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8" name="pt15088"/>
            <p:cNvSpPr/>
            <p:nvPr/>
          </p:nvSpPr>
          <p:spPr>
            <a:xfrm>
              <a:off x="5318819" y="2320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9" name="pt15089"/>
            <p:cNvSpPr/>
            <p:nvPr/>
          </p:nvSpPr>
          <p:spPr>
            <a:xfrm>
              <a:off x="5467620" y="2286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0" name="pt15090"/>
            <p:cNvSpPr/>
            <p:nvPr/>
          </p:nvSpPr>
          <p:spPr>
            <a:xfrm>
              <a:off x="5164159" y="2199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1" name="pt15091"/>
            <p:cNvSpPr/>
            <p:nvPr/>
          </p:nvSpPr>
          <p:spPr>
            <a:xfrm>
              <a:off x="5492719" y="1965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2" name="pt15092"/>
            <p:cNvSpPr/>
            <p:nvPr/>
          </p:nvSpPr>
          <p:spPr>
            <a:xfrm>
              <a:off x="5024210" y="2686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3" name="pt15093"/>
            <p:cNvSpPr/>
            <p:nvPr/>
          </p:nvSpPr>
          <p:spPr>
            <a:xfrm>
              <a:off x="5398544" y="2089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4" name="pt15094"/>
            <p:cNvSpPr/>
            <p:nvPr/>
          </p:nvSpPr>
          <p:spPr>
            <a:xfrm>
              <a:off x="5072087" y="2297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5" name="pt15095"/>
            <p:cNvSpPr/>
            <p:nvPr/>
          </p:nvSpPr>
          <p:spPr>
            <a:xfrm>
              <a:off x="5141428" y="1934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6" name="pt15096"/>
            <p:cNvSpPr/>
            <p:nvPr/>
          </p:nvSpPr>
          <p:spPr>
            <a:xfrm>
              <a:off x="5847688" y="1897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7" name="pt15097"/>
            <p:cNvSpPr/>
            <p:nvPr/>
          </p:nvSpPr>
          <p:spPr>
            <a:xfrm>
              <a:off x="5508358" y="2113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8" name="pt15098"/>
            <p:cNvSpPr/>
            <p:nvPr/>
          </p:nvSpPr>
          <p:spPr>
            <a:xfrm>
              <a:off x="5400069" y="2137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9" name="pt15099"/>
            <p:cNvSpPr/>
            <p:nvPr/>
          </p:nvSpPr>
          <p:spPr>
            <a:xfrm>
              <a:off x="5217369" y="2105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0" name="pt15100"/>
            <p:cNvSpPr/>
            <p:nvPr/>
          </p:nvSpPr>
          <p:spPr>
            <a:xfrm>
              <a:off x="5657066" y="1750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1" name="pt15101"/>
            <p:cNvSpPr/>
            <p:nvPr/>
          </p:nvSpPr>
          <p:spPr>
            <a:xfrm>
              <a:off x="5292315" y="2196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2" name="pt15102"/>
            <p:cNvSpPr/>
            <p:nvPr/>
          </p:nvSpPr>
          <p:spPr>
            <a:xfrm>
              <a:off x="5048088" y="2713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3" name="pt15103"/>
            <p:cNvSpPr/>
            <p:nvPr/>
          </p:nvSpPr>
          <p:spPr>
            <a:xfrm>
              <a:off x="5080928" y="2363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4" name="pt15104"/>
            <p:cNvSpPr/>
            <p:nvPr/>
          </p:nvSpPr>
          <p:spPr>
            <a:xfrm>
              <a:off x="5299819" y="2256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5" name="pt15105"/>
            <p:cNvSpPr/>
            <p:nvPr/>
          </p:nvSpPr>
          <p:spPr>
            <a:xfrm>
              <a:off x="5471283" y="2195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6" name="pt15106"/>
            <p:cNvSpPr/>
            <p:nvPr/>
          </p:nvSpPr>
          <p:spPr>
            <a:xfrm>
              <a:off x="5181437" y="2042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7" name="pt15107"/>
            <p:cNvSpPr/>
            <p:nvPr/>
          </p:nvSpPr>
          <p:spPr>
            <a:xfrm>
              <a:off x="5078632" y="2340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8" name="pt15108"/>
            <p:cNvSpPr/>
            <p:nvPr/>
          </p:nvSpPr>
          <p:spPr>
            <a:xfrm>
              <a:off x="5521853" y="2024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9" name="pt15109"/>
            <p:cNvSpPr/>
            <p:nvPr/>
          </p:nvSpPr>
          <p:spPr>
            <a:xfrm>
              <a:off x="5737037" y="1803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0" name="pt15110"/>
            <p:cNvSpPr/>
            <p:nvPr/>
          </p:nvSpPr>
          <p:spPr>
            <a:xfrm>
              <a:off x="5213439" y="2288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1" name="pt15111"/>
            <p:cNvSpPr/>
            <p:nvPr/>
          </p:nvSpPr>
          <p:spPr>
            <a:xfrm>
              <a:off x="4898167" y="2440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2" name="pt15112"/>
            <p:cNvSpPr/>
            <p:nvPr/>
          </p:nvSpPr>
          <p:spPr>
            <a:xfrm>
              <a:off x="5513735" y="1820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3" name="pt15113"/>
            <p:cNvSpPr/>
            <p:nvPr/>
          </p:nvSpPr>
          <p:spPr>
            <a:xfrm>
              <a:off x="5128739" y="2050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4" name="pt15114"/>
            <p:cNvSpPr/>
            <p:nvPr/>
          </p:nvSpPr>
          <p:spPr>
            <a:xfrm>
              <a:off x="5242649" y="2093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5" name="pt15115"/>
            <p:cNvSpPr/>
            <p:nvPr/>
          </p:nvSpPr>
          <p:spPr>
            <a:xfrm>
              <a:off x="5063103" y="2565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6" name="pt15116"/>
            <p:cNvSpPr/>
            <p:nvPr/>
          </p:nvSpPr>
          <p:spPr>
            <a:xfrm>
              <a:off x="5431042" y="211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7" name="pt15117"/>
            <p:cNvSpPr/>
            <p:nvPr/>
          </p:nvSpPr>
          <p:spPr>
            <a:xfrm>
              <a:off x="4901310" y="260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8" name="pt15118"/>
            <p:cNvSpPr/>
            <p:nvPr/>
          </p:nvSpPr>
          <p:spPr>
            <a:xfrm>
              <a:off x="5198613" y="2128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9" name="pt15119"/>
            <p:cNvSpPr/>
            <p:nvPr/>
          </p:nvSpPr>
          <p:spPr>
            <a:xfrm>
              <a:off x="5373223" y="2008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0" name="pt15120"/>
            <p:cNvSpPr/>
            <p:nvPr/>
          </p:nvSpPr>
          <p:spPr>
            <a:xfrm>
              <a:off x="5535592" y="197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1" name="pt15121"/>
            <p:cNvSpPr/>
            <p:nvPr/>
          </p:nvSpPr>
          <p:spPr>
            <a:xfrm>
              <a:off x="5619200" y="2123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2" name="pt15122"/>
            <p:cNvSpPr/>
            <p:nvPr/>
          </p:nvSpPr>
          <p:spPr>
            <a:xfrm>
              <a:off x="5156043" y="2022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3" name="pt15123"/>
            <p:cNvSpPr/>
            <p:nvPr/>
          </p:nvSpPr>
          <p:spPr>
            <a:xfrm>
              <a:off x="5669151" y="1971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4" name="pt15124"/>
            <p:cNvSpPr/>
            <p:nvPr/>
          </p:nvSpPr>
          <p:spPr>
            <a:xfrm>
              <a:off x="4851859" y="2517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5" name="pt15125"/>
            <p:cNvSpPr/>
            <p:nvPr/>
          </p:nvSpPr>
          <p:spPr>
            <a:xfrm>
              <a:off x="5165740" y="2200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6" name="pt15126"/>
            <p:cNvSpPr/>
            <p:nvPr/>
          </p:nvSpPr>
          <p:spPr>
            <a:xfrm>
              <a:off x="5476796" y="2204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7" name="pt15127"/>
            <p:cNvSpPr/>
            <p:nvPr/>
          </p:nvSpPr>
          <p:spPr>
            <a:xfrm>
              <a:off x="5352362" y="2113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8" name="pt15128"/>
            <p:cNvSpPr/>
            <p:nvPr/>
          </p:nvSpPr>
          <p:spPr>
            <a:xfrm>
              <a:off x="5716497" y="186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9" name="pt15129"/>
            <p:cNvSpPr/>
            <p:nvPr/>
          </p:nvSpPr>
          <p:spPr>
            <a:xfrm>
              <a:off x="5370790" y="1986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0" name="pt15130"/>
            <p:cNvSpPr/>
            <p:nvPr/>
          </p:nvSpPr>
          <p:spPr>
            <a:xfrm>
              <a:off x="5694234" y="1963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1" name="pt15131"/>
            <p:cNvSpPr/>
            <p:nvPr/>
          </p:nvSpPr>
          <p:spPr>
            <a:xfrm>
              <a:off x="5239971" y="2227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2" name="pt15132"/>
            <p:cNvSpPr/>
            <p:nvPr/>
          </p:nvSpPr>
          <p:spPr>
            <a:xfrm>
              <a:off x="5759804" y="1921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3" name="pt15133"/>
            <p:cNvSpPr/>
            <p:nvPr/>
          </p:nvSpPr>
          <p:spPr>
            <a:xfrm>
              <a:off x="5125714" y="2157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4" name="pt15134"/>
            <p:cNvSpPr/>
            <p:nvPr/>
          </p:nvSpPr>
          <p:spPr>
            <a:xfrm>
              <a:off x="5240152" y="2138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5" name="pt15135"/>
            <p:cNvSpPr/>
            <p:nvPr/>
          </p:nvSpPr>
          <p:spPr>
            <a:xfrm>
              <a:off x="5431896" y="2152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6" name="pt15136"/>
            <p:cNvSpPr/>
            <p:nvPr/>
          </p:nvSpPr>
          <p:spPr>
            <a:xfrm>
              <a:off x="5481862" y="2258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7" name="pt15137"/>
            <p:cNvSpPr/>
            <p:nvPr/>
          </p:nvSpPr>
          <p:spPr>
            <a:xfrm>
              <a:off x="5022049" y="2562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8" name="pt15138"/>
            <p:cNvSpPr/>
            <p:nvPr/>
          </p:nvSpPr>
          <p:spPr>
            <a:xfrm>
              <a:off x="5039579" y="2613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9" name="pt15139"/>
            <p:cNvSpPr/>
            <p:nvPr/>
          </p:nvSpPr>
          <p:spPr>
            <a:xfrm>
              <a:off x="5632514" y="1995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0" name="pt15140"/>
            <p:cNvSpPr/>
            <p:nvPr/>
          </p:nvSpPr>
          <p:spPr>
            <a:xfrm>
              <a:off x="5293180" y="2206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1" name="pt15141"/>
            <p:cNvSpPr/>
            <p:nvPr/>
          </p:nvSpPr>
          <p:spPr>
            <a:xfrm>
              <a:off x="5142064" y="2034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2" name="pt15142"/>
            <p:cNvSpPr/>
            <p:nvPr/>
          </p:nvSpPr>
          <p:spPr>
            <a:xfrm>
              <a:off x="5398313" y="2180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3" name="pt15143"/>
            <p:cNvSpPr/>
            <p:nvPr/>
          </p:nvSpPr>
          <p:spPr>
            <a:xfrm>
              <a:off x="5498889" y="1861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4" name="pt15144"/>
            <p:cNvSpPr/>
            <p:nvPr/>
          </p:nvSpPr>
          <p:spPr>
            <a:xfrm>
              <a:off x="5443954" y="2207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5" name="pt15145"/>
            <p:cNvSpPr/>
            <p:nvPr/>
          </p:nvSpPr>
          <p:spPr>
            <a:xfrm>
              <a:off x="5523908" y="1897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6" name="pt15146"/>
            <p:cNvSpPr/>
            <p:nvPr/>
          </p:nvSpPr>
          <p:spPr>
            <a:xfrm>
              <a:off x="5062942" y="2491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7" name="pt15147"/>
            <p:cNvSpPr/>
            <p:nvPr/>
          </p:nvSpPr>
          <p:spPr>
            <a:xfrm>
              <a:off x="5840858" y="1330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8" name="pt15148"/>
            <p:cNvSpPr/>
            <p:nvPr/>
          </p:nvSpPr>
          <p:spPr>
            <a:xfrm>
              <a:off x="5607075" y="1985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9" name="pt15149"/>
            <p:cNvSpPr/>
            <p:nvPr/>
          </p:nvSpPr>
          <p:spPr>
            <a:xfrm>
              <a:off x="5304980" y="2151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0" name="pt15150"/>
            <p:cNvSpPr/>
            <p:nvPr/>
          </p:nvSpPr>
          <p:spPr>
            <a:xfrm>
              <a:off x="5290637" y="2227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1" name="pt15151"/>
            <p:cNvSpPr/>
            <p:nvPr/>
          </p:nvSpPr>
          <p:spPr>
            <a:xfrm>
              <a:off x="5124684" y="2085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2" name="pt15152"/>
            <p:cNvSpPr/>
            <p:nvPr/>
          </p:nvSpPr>
          <p:spPr>
            <a:xfrm>
              <a:off x="5395617" y="2186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3" name="pt15153"/>
            <p:cNvSpPr/>
            <p:nvPr/>
          </p:nvSpPr>
          <p:spPr>
            <a:xfrm>
              <a:off x="5310595" y="2225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4" name="pt15154"/>
            <p:cNvSpPr/>
            <p:nvPr/>
          </p:nvSpPr>
          <p:spPr>
            <a:xfrm>
              <a:off x="4876516" y="2399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5" name="pt15155"/>
            <p:cNvSpPr/>
            <p:nvPr/>
          </p:nvSpPr>
          <p:spPr>
            <a:xfrm>
              <a:off x="5318887" y="2131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6" name="pt15156"/>
            <p:cNvSpPr/>
            <p:nvPr/>
          </p:nvSpPr>
          <p:spPr>
            <a:xfrm>
              <a:off x="5425790" y="2205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7" name="pt15157"/>
            <p:cNvSpPr/>
            <p:nvPr/>
          </p:nvSpPr>
          <p:spPr>
            <a:xfrm>
              <a:off x="5420261" y="2113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8" name="pt15158"/>
            <p:cNvSpPr/>
            <p:nvPr/>
          </p:nvSpPr>
          <p:spPr>
            <a:xfrm>
              <a:off x="5642803" y="1912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9" name="pt15159"/>
            <p:cNvSpPr/>
            <p:nvPr/>
          </p:nvSpPr>
          <p:spPr>
            <a:xfrm>
              <a:off x="4959092" y="2286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0" name="pt15160"/>
            <p:cNvSpPr/>
            <p:nvPr/>
          </p:nvSpPr>
          <p:spPr>
            <a:xfrm>
              <a:off x="5609138" y="1975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1" name="pt15161"/>
            <p:cNvSpPr/>
            <p:nvPr/>
          </p:nvSpPr>
          <p:spPr>
            <a:xfrm>
              <a:off x="4977712" y="2672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2" name="pt15162"/>
            <p:cNvSpPr/>
            <p:nvPr/>
          </p:nvSpPr>
          <p:spPr>
            <a:xfrm>
              <a:off x="5341025" y="2191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3" name="pt15163"/>
            <p:cNvSpPr/>
            <p:nvPr/>
          </p:nvSpPr>
          <p:spPr>
            <a:xfrm>
              <a:off x="5157098" y="2127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4" name="pt15164"/>
            <p:cNvSpPr/>
            <p:nvPr/>
          </p:nvSpPr>
          <p:spPr>
            <a:xfrm>
              <a:off x="5427901" y="2058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5" name="pt15165"/>
            <p:cNvSpPr/>
            <p:nvPr/>
          </p:nvSpPr>
          <p:spPr>
            <a:xfrm>
              <a:off x="5242046" y="2180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6" name="pt15166"/>
            <p:cNvSpPr/>
            <p:nvPr/>
          </p:nvSpPr>
          <p:spPr>
            <a:xfrm>
              <a:off x="4860432" y="2481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7" name="pt15167"/>
            <p:cNvSpPr/>
            <p:nvPr/>
          </p:nvSpPr>
          <p:spPr>
            <a:xfrm>
              <a:off x="5281734" y="2100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8" name="pt15168"/>
            <p:cNvSpPr/>
            <p:nvPr/>
          </p:nvSpPr>
          <p:spPr>
            <a:xfrm>
              <a:off x="5085531" y="2328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9" name="pt15169"/>
            <p:cNvSpPr/>
            <p:nvPr/>
          </p:nvSpPr>
          <p:spPr>
            <a:xfrm>
              <a:off x="5347709" y="2155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0" name="pt15170"/>
            <p:cNvSpPr/>
            <p:nvPr/>
          </p:nvSpPr>
          <p:spPr>
            <a:xfrm>
              <a:off x="5215323" y="2129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1" name="pt15171"/>
            <p:cNvSpPr/>
            <p:nvPr/>
          </p:nvSpPr>
          <p:spPr>
            <a:xfrm>
              <a:off x="5468689" y="2193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2" name="pt15172"/>
            <p:cNvSpPr/>
            <p:nvPr/>
          </p:nvSpPr>
          <p:spPr>
            <a:xfrm>
              <a:off x="5224127" y="2132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3" name="pt15173"/>
            <p:cNvSpPr/>
            <p:nvPr/>
          </p:nvSpPr>
          <p:spPr>
            <a:xfrm>
              <a:off x="5425838" y="2112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4" name="pt15174"/>
            <p:cNvSpPr/>
            <p:nvPr/>
          </p:nvSpPr>
          <p:spPr>
            <a:xfrm>
              <a:off x="5128302" y="2141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5" name="pt15175"/>
            <p:cNvSpPr/>
            <p:nvPr/>
          </p:nvSpPr>
          <p:spPr>
            <a:xfrm>
              <a:off x="5219211" y="2178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6" name="pt15176"/>
            <p:cNvSpPr/>
            <p:nvPr/>
          </p:nvSpPr>
          <p:spPr>
            <a:xfrm>
              <a:off x="5108449" y="2131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7" name="pt15177"/>
            <p:cNvSpPr/>
            <p:nvPr/>
          </p:nvSpPr>
          <p:spPr>
            <a:xfrm>
              <a:off x="5459367" y="2262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8" name="pt15178"/>
            <p:cNvSpPr/>
            <p:nvPr/>
          </p:nvSpPr>
          <p:spPr>
            <a:xfrm>
              <a:off x="5259154" y="2200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9" name="pt15179"/>
            <p:cNvSpPr/>
            <p:nvPr/>
          </p:nvSpPr>
          <p:spPr>
            <a:xfrm>
              <a:off x="5351208" y="2039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0" name="pt15180"/>
            <p:cNvSpPr/>
            <p:nvPr/>
          </p:nvSpPr>
          <p:spPr>
            <a:xfrm>
              <a:off x="5519656" y="1937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1" name="pt15181"/>
            <p:cNvSpPr/>
            <p:nvPr/>
          </p:nvSpPr>
          <p:spPr>
            <a:xfrm>
              <a:off x="5368900" y="1914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2" name="pt15182"/>
            <p:cNvSpPr/>
            <p:nvPr/>
          </p:nvSpPr>
          <p:spPr>
            <a:xfrm>
              <a:off x="5352998" y="2043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3" name="pt15183"/>
            <p:cNvSpPr/>
            <p:nvPr/>
          </p:nvSpPr>
          <p:spPr>
            <a:xfrm>
              <a:off x="5188943" y="2225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4" name="pt15184"/>
            <p:cNvSpPr/>
            <p:nvPr/>
          </p:nvSpPr>
          <p:spPr>
            <a:xfrm>
              <a:off x="5696745" y="1956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5" name="pt15185"/>
            <p:cNvSpPr/>
            <p:nvPr/>
          </p:nvSpPr>
          <p:spPr>
            <a:xfrm>
              <a:off x="5474291" y="2157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6" name="pt15186"/>
            <p:cNvSpPr/>
            <p:nvPr/>
          </p:nvSpPr>
          <p:spPr>
            <a:xfrm>
              <a:off x="5552631" y="2063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7" name="pt15187"/>
            <p:cNvSpPr/>
            <p:nvPr/>
          </p:nvSpPr>
          <p:spPr>
            <a:xfrm>
              <a:off x="5442679" y="2104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8" name="pt15188"/>
            <p:cNvSpPr/>
            <p:nvPr/>
          </p:nvSpPr>
          <p:spPr>
            <a:xfrm>
              <a:off x="5497163" y="2008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9" name="pt15189"/>
            <p:cNvSpPr/>
            <p:nvPr/>
          </p:nvSpPr>
          <p:spPr>
            <a:xfrm>
              <a:off x="5297002" y="2170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0" name="pt15190"/>
            <p:cNvSpPr/>
            <p:nvPr/>
          </p:nvSpPr>
          <p:spPr>
            <a:xfrm>
              <a:off x="5668757" y="2057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1" name="pt15191"/>
            <p:cNvSpPr/>
            <p:nvPr/>
          </p:nvSpPr>
          <p:spPr>
            <a:xfrm>
              <a:off x="5086682" y="1976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2" name="pt15192"/>
            <p:cNvSpPr/>
            <p:nvPr/>
          </p:nvSpPr>
          <p:spPr>
            <a:xfrm>
              <a:off x="5533840" y="2063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3" name="pt15193"/>
            <p:cNvSpPr/>
            <p:nvPr/>
          </p:nvSpPr>
          <p:spPr>
            <a:xfrm>
              <a:off x="5084796" y="2438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4" name="pt15194"/>
            <p:cNvSpPr/>
            <p:nvPr/>
          </p:nvSpPr>
          <p:spPr>
            <a:xfrm>
              <a:off x="5142854" y="2167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5" name="pt15195"/>
            <p:cNvSpPr/>
            <p:nvPr/>
          </p:nvSpPr>
          <p:spPr>
            <a:xfrm>
              <a:off x="5133990" y="1973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6" name="pt15196"/>
            <p:cNvSpPr/>
            <p:nvPr/>
          </p:nvSpPr>
          <p:spPr>
            <a:xfrm>
              <a:off x="5414515" y="2131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7" name="pt15197"/>
            <p:cNvSpPr/>
            <p:nvPr/>
          </p:nvSpPr>
          <p:spPr>
            <a:xfrm>
              <a:off x="5495293" y="1934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8" name="pt15198"/>
            <p:cNvSpPr/>
            <p:nvPr/>
          </p:nvSpPr>
          <p:spPr>
            <a:xfrm>
              <a:off x="5217015" y="2143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9" name="pt15199"/>
            <p:cNvSpPr/>
            <p:nvPr/>
          </p:nvSpPr>
          <p:spPr>
            <a:xfrm>
              <a:off x="5703604" y="1823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0" name="pt15200"/>
            <p:cNvSpPr/>
            <p:nvPr/>
          </p:nvSpPr>
          <p:spPr>
            <a:xfrm>
              <a:off x="5157119" y="2163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1" name="pt15201"/>
            <p:cNvSpPr/>
            <p:nvPr/>
          </p:nvSpPr>
          <p:spPr>
            <a:xfrm>
              <a:off x="5010593" y="2680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2" name="pt15202"/>
            <p:cNvSpPr/>
            <p:nvPr/>
          </p:nvSpPr>
          <p:spPr>
            <a:xfrm>
              <a:off x="5430859" y="2135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3" name="pt15203"/>
            <p:cNvSpPr/>
            <p:nvPr/>
          </p:nvSpPr>
          <p:spPr>
            <a:xfrm>
              <a:off x="5332154" y="2141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4" name="pt15204"/>
            <p:cNvSpPr/>
            <p:nvPr/>
          </p:nvSpPr>
          <p:spPr>
            <a:xfrm>
              <a:off x="5269078" y="2113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5" name="pt15205"/>
            <p:cNvSpPr/>
            <p:nvPr/>
          </p:nvSpPr>
          <p:spPr>
            <a:xfrm>
              <a:off x="5138175" y="2129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6" name="pt15206"/>
            <p:cNvSpPr/>
            <p:nvPr/>
          </p:nvSpPr>
          <p:spPr>
            <a:xfrm>
              <a:off x="5707295" y="1972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7" name="pt15207"/>
            <p:cNvSpPr/>
            <p:nvPr/>
          </p:nvSpPr>
          <p:spPr>
            <a:xfrm>
              <a:off x="5773298" y="1673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8" name="pt15208"/>
            <p:cNvSpPr/>
            <p:nvPr/>
          </p:nvSpPr>
          <p:spPr>
            <a:xfrm>
              <a:off x="5735724" y="1991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9" name="pt15209"/>
            <p:cNvSpPr/>
            <p:nvPr/>
          </p:nvSpPr>
          <p:spPr>
            <a:xfrm>
              <a:off x="5034417" y="2549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0" name="pt15210"/>
            <p:cNvSpPr/>
            <p:nvPr/>
          </p:nvSpPr>
          <p:spPr>
            <a:xfrm>
              <a:off x="5363702" y="1991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1" name="pt15211"/>
            <p:cNvSpPr/>
            <p:nvPr/>
          </p:nvSpPr>
          <p:spPr>
            <a:xfrm>
              <a:off x="5036626" y="2713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2" name="pt15212"/>
            <p:cNvSpPr/>
            <p:nvPr/>
          </p:nvSpPr>
          <p:spPr>
            <a:xfrm>
              <a:off x="5751316" y="1885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3" name="pt15213"/>
            <p:cNvSpPr/>
            <p:nvPr/>
          </p:nvSpPr>
          <p:spPr>
            <a:xfrm>
              <a:off x="5176518" y="2117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4" name="pt15214"/>
            <p:cNvSpPr/>
            <p:nvPr/>
          </p:nvSpPr>
          <p:spPr>
            <a:xfrm>
              <a:off x="5428611" y="2144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5" name="pt15215"/>
            <p:cNvSpPr/>
            <p:nvPr/>
          </p:nvSpPr>
          <p:spPr>
            <a:xfrm>
              <a:off x="5469505" y="2247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6" name="pt15216"/>
            <p:cNvSpPr/>
            <p:nvPr/>
          </p:nvSpPr>
          <p:spPr>
            <a:xfrm>
              <a:off x="5208090" y="2121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7" name="pt15217"/>
            <p:cNvSpPr/>
            <p:nvPr/>
          </p:nvSpPr>
          <p:spPr>
            <a:xfrm>
              <a:off x="5475168" y="2213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8" name="pt15218"/>
            <p:cNvSpPr/>
            <p:nvPr/>
          </p:nvSpPr>
          <p:spPr>
            <a:xfrm>
              <a:off x="5583208" y="1803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9" name="pt15219"/>
            <p:cNvSpPr/>
            <p:nvPr/>
          </p:nvSpPr>
          <p:spPr>
            <a:xfrm>
              <a:off x="5197594" y="190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0" name="pt15220"/>
            <p:cNvSpPr/>
            <p:nvPr/>
          </p:nvSpPr>
          <p:spPr>
            <a:xfrm>
              <a:off x="4996769" y="2593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1" name="pt15221"/>
            <p:cNvSpPr/>
            <p:nvPr/>
          </p:nvSpPr>
          <p:spPr>
            <a:xfrm>
              <a:off x="5358291" y="2080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2" name="pt15222"/>
            <p:cNvSpPr/>
            <p:nvPr/>
          </p:nvSpPr>
          <p:spPr>
            <a:xfrm>
              <a:off x="5495402" y="1904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3" name="pt15223"/>
            <p:cNvSpPr/>
            <p:nvPr/>
          </p:nvSpPr>
          <p:spPr>
            <a:xfrm>
              <a:off x="5133161" y="1834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4" name="pt15224"/>
            <p:cNvSpPr/>
            <p:nvPr/>
          </p:nvSpPr>
          <p:spPr>
            <a:xfrm>
              <a:off x="5437300" y="2167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5" name="pt15225"/>
            <p:cNvSpPr/>
            <p:nvPr/>
          </p:nvSpPr>
          <p:spPr>
            <a:xfrm>
              <a:off x="5630056" y="1734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6" name="pt15226"/>
            <p:cNvSpPr/>
            <p:nvPr/>
          </p:nvSpPr>
          <p:spPr>
            <a:xfrm>
              <a:off x="5168424" y="2225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7" name="pt15227"/>
            <p:cNvSpPr/>
            <p:nvPr/>
          </p:nvSpPr>
          <p:spPr>
            <a:xfrm>
              <a:off x="5527991" y="1951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8" name="pt15228"/>
            <p:cNvSpPr/>
            <p:nvPr/>
          </p:nvSpPr>
          <p:spPr>
            <a:xfrm>
              <a:off x="5236822" y="2170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9" name="pt15229"/>
            <p:cNvSpPr/>
            <p:nvPr/>
          </p:nvSpPr>
          <p:spPr>
            <a:xfrm>
              <a:off x="5429351" y="2084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0" name="pt15230"/>
            <p:cNvSpPr/>
            <p:nvPr/>
          </p:nvSpPr>
          <p:spPr>
            <a:xfrm>
              <a:off x="5137130" y="1993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1" name="pt15231"/>
            <p:cNvSpPr/>
            <p:nvPr/>
          </p:nvSpPr>
          <p:spPr>
            <a:xfrm>
              <a:off x="5097705" y="2350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2" name="pt15232"/>
            <p:cNvSpPr/>
            <p:nvPr/>
          </p:nvSpPr>
          <p:spPr>
            <a:xfrm>
              <a:off x="5261802" y="2253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3" name="pt15233"/>
            <p:cNvSpPr/>
            <p:nvPr/>
          </p:nvSpPr>
          <p:spPr>
            <a:xfrm>
              <a:off x="5153445" y="1869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4" name="pt15234"/>
            <p:cNvSpPr/>
            <p:nvPr/>
          </p:nvSpPr>
          <p:spPr>
            <a:xfrm>
              <a:off x="4969890" y="2443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5" name="pt15235"/>
            <p:cNvSpPr/>
            <p:nvPr/>
          </p:nvSpPr>
          <p:spPr>
            <a:xfrm>
              <a:off x="4968833" y="2571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6" name="pt15236"/>
            <p:cNvSpPr/>
            <p:nvPr/>
          </p:nvSpPr>
          <p:spPr>
            <a:xfrm>
              <a:off x="5130673" y="2091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7" name="pt15237"/>
            <p:cNvSpPr/>
            <p:nvPr/>
          </p:nvSpPr>
          <p:spPr>
            <a:xfrm>
              <a:off x="5271459" y="2225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8" name="pt15238"/>
            <p:cNvSpPr/>
            <p:nvPr/>
          </p:nvSpPr>
          <p:spPr>
            <a:xfrm>
              <a:off x="5472946" y="2232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9" name="pt15239"/>
            <p:cNvSpPr/>
            <p:nvPr/>
          </p:nvSpPr>
          <p:spPr>
            <a:xfrm>
              <a:off x="5032060" y="2727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0" name="pt15240"/>
            <p:cNvSpPr/>
            <p:nvPr/>
          </p:nvSpPr>
          <p:spPr>
            <a:xfrm>
              <a:off x="5522242" y="1872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1" name="pt15241"/>
            <p:cNvSpPr/>
            <p:nvPr/>
          </p:nvSpPr>
          <p:spPr>
            <a:xfrm>
              <a:off x="5599709" y="1708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2" name="pt15242"/>
            <p:cNvSpPr/>
            <p:nvPr/>
          </p:nvSpPr>
          <p:spPr>
            <a:xfrm>
              <a:off x="5450345" y="2171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3" name="pt15243"/>
            <p:cNvSpPr/>
            <p:nvPr/>
          </p:nvSpPr>
          <p:spPr>
            <a:xfrm>
              <a:off x="5655645" y="1804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4" name="pt15244"/>
            <p:cNvSpPr/>
            <p:nvPr/>
          </p:nvSpPr>
          <p:spPr>
            <a:xfrm>
              <a:off x="5382342" y="1991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5" name="pt15245"/>
            <p:cNvSpPr/>
            <p:nvPr/>
          </p:nvSpPr>
          <p:spPr>
            <a:xfrm>
              <a:off x="5300752" y="217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6" name="pt15246"/>
            <p:cNvSpPr/>
            <p:nvPr/>
          </p:nvSpPr>
          <p:spPr>
            <a:xfrm>
              <a:off x="5516016" y="2063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7" name="pt15247"/>
            <p:cNvSpPr/>
            <p:nvPr/>
          </p:nvSpPr>
          <p:spPr>
            <a:xfrm>
              <a:off x="5324357" y="2119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8" name="pt15248"/>
            <p:cNvSpPr/>
            <p:nvPr/>
          </p:nvSpPr>
          <p:spPr>
            <a:xfrm>
              <a:off x="5326242" y="2064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9" name="pt15249"/>
            <p:cNvSpPr/>
            <p:nvPr/>
          </p:nvSpPr>
          <p:spPr>
            <a:xfrm>
              <a:off x="5302244" y="2185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0" name="pt15250"/>
            <p:cNvSpPr/>
            <p:nvPr/>
          </p:nvSpPr>
          <p:spPr>
            <a:xfrm>
              <a:off x="5636769" y="1908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1" name="pt15251"/>
            <p:cNvSpPr/>
            <p:nvPr/>
          </p:nvSpPr>
          <p:spPr>
            <a:xfrm>
              <a:off x="5609865" y="2056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2" name="pt15252"/>
            <p:cNvSpPr/>
            <p:nvPr/>
          </p:nvSpPr>
          <p:spPr>
            <a:xfrm>
              <a:off x="5385128" y="1957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3" name="pt15253"/>
            <p:cNvSpPr/>
            <p:nvPr/>
          </p:nvSpPr>
          <p:spPr>
            <a:xfrm>
              <a:off x="4939532" y="2325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4" name="pt15254"/>
            <p:cNvSpPr/>
            <p:nvPr/>
          </p:nvSpPr>
          <p:spPr>
            <a:xfrm>
              <a:off x="5097473" y="2165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5" name="pt15255"/>
            <p:cNvSpPr/>
            <p:nvPr/>
          </p:nvSpPr>
          <p:spPr>
            <a:xfrm>
              <a:off x="5504385" y="1908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6" name="pt15256"/>
            <p:cNvSpPr/>
            <p:nvPr/>
          </p:nvSpPr>
          <p:spPr>
            <a:xfrm>
              <a:off x="5272866" y="2256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7" name="pt15257"/>
            <p:cNvSpPr/>
            <p:nvPr/>
          </p:nvSpPr>
          <p:spPr>
            <a:xfrm>
              <a:off x="5309856" y="2118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8" name="pt15258"/>
            <p:cNvSpPr/>
            <p:nvPr/>
          </p:nvSpPr>
          <p:spPr>
            <a:xfrm>
              <a:off x="4902651" y="2555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9" name="pt15259"/>
            <p:cNvSpPr/>
            <p:nvPr/>
          </p:nvSpPr>
          <p:spPr>
            <a:xfrm>
              <a:off x="5831677" y="1601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0" name="pt15260"/>
            <p:cNvSpPr/>
            <p:nvPr/>
          </p:nvSpPr>
          <p:spPr>
            <a:xfrm>
              <a:off x="5400341" y="2171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1" name="pt15261"/>
            <p:cNvSpPr/>
            <p:nvPr/>
          </p:nvSpPr>
          <p:spPr>
            <a:xfrm>
              <a:off x="5538221" y="1981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2" name="pt15262"/>
            <p:cNvSpPr/>
            <p:nvPr/>
          </p:nvSpPr>
          <p:spPr>
            <a:xfrm>
              <a:off x="5072910" y="2321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3" name="pt15263"/>
            <p:cNvSpPr/>
            <p:nvPr/>
          </p:nvSpPr>
          <p:spPr>
            <a:xfrm>
              <a:off x="4761959" y="2850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4" name="pt15264"/>
            <p:cNvSpPr/>
            <p:nvPr/>
          </p:nvSpPr>
          <p:spPr>
            <a:xfrm>
              <a:off x="4855610" y="2302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5" name="pt15265"/>
            <p:cNvSpPr/>
            <p:nvPr/>
          </p:nvSpPr>
          <p:spPr>
            <a:xfrm>
              <a:off x="5679416" y="2024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6" name="pt15266"/>
            <p:cNvSpPr/>
            <p:nvPr/>
          </p:nvSpPr>
          <p:spPr>
            <a:xfrm>
              <a:off x="5664896" y="1925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7" name="pt15267"/>
            <p:cNvSpPr/>
            <p:nvPr/>
          </p:nvSpPr>
          <p:spPr>
            <a:xfrm>
              <a:off x="5480080" y="2182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8" name="pt15268"/>
            <p:cNvSpPr/>
            <p:nvPr/>
          </p:nvSpPr>
          <p:spPr>
            <a:xfrm>
              <a:off x="5082111" y="2339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9" name="pt15269"/>
            <p:cNvSpPr/>
            <p:nvPr/>
          </p:nvSpPr>
          <p:spPr>
            <a:xfrm>
              <a:off x="5436847" y="2235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0" name="pt15270"/>
            <p:cNvSpPr/>
            <p:nvPr/>
          </p:nvSpPr>
          <p:spPr>
            <a:xfrm>
              <a:off x="5112507" y="215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1" name="pt15271"/>
            <p:cNvSpPr/>
            <p:nvPr/>
          </p:nvSpPr>
          <p:spPr>
            <a:xfrm>
              <a:off x="5382375" y="1969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2" name="pt15272"/>
            <p:cNvSpPr/>
            <p:nvPr/>
          </p:nvSpPr>
          <p:spPr>
            <a:xfrm>
              <a:off x="5493134" y="2024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3" name="pt15273"/>
            <p:cNvSpPr/>
            <p:nvPr/>
          </p:nvSpPr>
          <p:spPr>
            <a:xfrm>
              <a:off x="5812793" y="1556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4" name="pt15274"/>
            <p:cNvSpPr/>
            <p:nvPr/>
          </p:nvSpPr>
          <p:spPr>
            <a:xfrm>
              <a:off x="5240624" y="2138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5" name="pt15275"/>
            <p:cNvSpPr/>
            <p:nvPr/>
          </p:nvSpPr>
          <p:spPr>
            <a:xfrm>
              <a:off x="5030841" y="2409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6" name="pt15276"/>
            <p:cNvSpPr/>
            <p:nvPr/>
          </p:nvSpPr>
          <p:spPr>
            <a:xfrm>
              <a:off x="5124071" y="2074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7" name="pt15277"/>
            <p:cNvSpPr/>
            <p:nvPr/>
          </p:nvSpPr>
          <p:spPr>
            <a:xfrm>
              <a:off x="5565161" y="1943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8" name="pt15278"/>
            <p:cNvSpPr/>
            <p:nvPr/>
          </p:nvSpPr>
          <p:spPr>
            <a:xfrm>
              <a:off x="5522789" y="1948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9" name="pt15279"/>
            <p:cNvSpPr/>
            <p:nvPr/>
          </p:nvSpPr>
          <p:spPr>
            <a:xfrm>
              <a:off x="5331815" y="2114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0" name="pt15280"/>
            <p:cNvSpPr/>
            <p:nvPr/>
          </p:nvSpPr>
          <p:spPr>
            <a:xfrm>
              <a:off x="5121181" y="2132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1" name="pt15281"/>
            <p:cNvSpPr/>
            <p:nvPr/>
          </p:nvSpPr>
          <p:spPr>
            <a:xfrm>
              <a:off x="5262536" y="2210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2" name="pt15282"/>
            <p:cNvSpPr/>
            <p:nvPr/>
          </p:nvSpPr>
          <p:spPr>
            <a:xfrm>
              <a:off x="5333113" y="2103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3" name="pt15283"/>
            <p:cNvSpPr/>
            <p:nvPr/>
          </p:nvSpPr>
          <p:spPr>
            <a:xfrm>
              <a:off x="5221104" y="2093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4" name="pt15284"/>
            <p:cNvSpPr/>
            <p:nvPr/>
          </p:nvSpPr>
          <p:spPr>
            <a:xfrm>
              <a:off x="5419685" y="2043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5" name="pt15285"/>
            <p:cNvSpPr/>
            <p:nvPr/>
          </p:nvSpPr>
          <p:spPr>
            <a:xfrm>
              <a:off x="4831095" y="1733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6" name="pt15286"/>
            <p:cNvSpPr/>
            <p:nvPr/>
          </p:nvSpPr>
          <p:spPr>
            <a:xfrm>
              <a:off x="4768091" y="2918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7" name="pt15287"/>
            <p:cNvSpPr/>
            <p:nvPr/>
          </p:nvSpPr>
          <p:spPr>
            <a:xfrm>
              <a:off x="5366045" y="1974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8" name="pt15288"/>
            <p:cNvSpPr/>
            <p:nvPr/>
          </p:nvSpPr>
          <p:spPr>
            <a:xfrm>
              <a:off x="5176486" y="2108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9" name="pt15289"/>
            <p:cNvSpPr/>
            <p:nvPr/>
          </p:nvSpPr>
          <p:spPr>
            <a:xfrm>
              <a:off x="5472327" y="2212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0" name="pt15290"/>
            <p:cNvSpPr/>
            <p:nvPr/>
          </p:nvSpPr>
          <p:spPr>
            <a:xfrm>
              <a:off x="5502083" y="1972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1" name="pt15291"/>
            <p:cNvSpPr/>
            <p:nvPr/>
          </p:nvSpPr>
          <p:spPr>
            <a:xfrm>
              <a:off x="5138721" y="1940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2" name="pt15292"/>
            <p:cNvSpPr/>
            <p:nvPr/>
          </p:nvSpPr>
          <p:spPr>
            <a:xfrm>
              <a:off x="5320817" y="2157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3" name="pt15293"/>
            <p:cNvSpPr/>
            <p:nvPr/>
          </p:nvSpPr>
          <p:spPr>
            <a:xfrm>
              <a:off x="5321896" y="2295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4" name="pt15294"/>
            <p:cNvSpPr/>
            <p:nvPr/>
          </p:nvSpPr>
          <p:spPr>
            <a:xfrm>
              <a:off x="5308834" y="2191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5" name="pt15295"/>
            <p:cNvSpPr/>
            <p:nvPr/>
          </p:nvSpPr>
          <p:spPr>
            <a:xfrm>
              <a:off x="5385557" y="2012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6" name="pt15296"/>
            <p:cNvSpPr/>
            <p:nvPr/>
          </p:nvSpPr>
          <p:spPr>
            <a:xfrm>
              <a:off x="5054029" y="2562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7" name="pt15297"/>
            <p:cNvSpPr/>
            <p:nvPr/>
          </p:nvSpPr>
          <p:spPr>
            <a:xfrm>
              <a:off x="5106475" y="1894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8" name="pt15298"/>
            <p:cNvSpPr/>
            <p:nvPr/>
          </p:nvSpPr>
          <p:spPr>
            <a:xfrm>
              <a:off x="5184231" y="2088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9" name="pt15299"/>
            <p:cNvSpPr/>
            <p:nvPr/>
          </p:nvSpPr>
          <p:spPr>
            <a:xfrm>
              <a:off x="5247360" y="2201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0" name="pt15300"/>
            <p:cNvSpPr/>
            <p:nvPr/>
          </p:nvSpPr>
          <p:spPr>
            <a:xfrm>
              <a:off x="5387806" y="2002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1" name="pt15301"/>
            <p:cNvSpPr/>
            <p:nvPr/>
          </p:nvSpPr>
          <p:spPr>
            <a:xfrm>
              <a:off x="5618161" y="1961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2" name="pt15302"/>
            <p:cNvSpPr/>
            <p:nvPr/>
          </p:nvSpPr>
          <p:spPr>
            <a:xfrm>
              <a:off x="4793001" y="3008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3" name="pt15303"/>
            <p:cNvSpPr/>
            <p:nvPr/>
          </p:nvSpPr>
          <p:spPr>
            <a:xfrm>
              <a:off x="5500077" y="1970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4" name="pt15304"/>
            <p:cNvSpPr/>
            <p:nvPr/>
          </p:nvSpPr>
          <p:spPr>
            <a:xfrm>
              <a:off x="5387751" y="1965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5" name="pt15305"/>
            <p:cNvSpPr/>
            <p:nvPr/>
          </p:nvSpPr>
          <p:spPr>
            <a:xfrm>
              <a:off x="4967172" y="2486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6" name="pt15306"/>
            <p:cNvSpPr/>
            <p:nvPr/>
          </p:nvSpPr>
          <p:spPr>
            <a:xfrm>
              <a:off x="5439519" y="2011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7" name="pt15307"/>
            <p:cNvSpPr/>
            <p:nvPr/>
          </p:nvSpPr>
          <p:spPr>
            <a:xfrm>
              <a:off x="5481195" y="2186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8" name="pt15308"/>
            <p:cNvSpPr/>
            <p:nvPr/>
          </p:nvSpPr>
          <p:spPr>
            <a:xfrm>
              <a:off x="5277209" y="2059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9" name="pt15309"/>
            <p:cNvSpPr/>
            <p:nvPr/>
          </p:nvSpPr>
          <p:spPr>
            <a:xfrm>
              <a:off x="5293403" y="2209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0" name="pt15310"/>
            <p:cNvSpPr/>
            <p:nvPr/>
          </p:nvSpPr>
          <p:spPr>
            <a:xfrm>
              <a:off x="5368261" y="1962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1" name="pt15311"/>
            <p:cNvSpPr/>
            <p:nvPr/>
          </p:nvSpPr>
          <p:spPr>
            <a:xfrm>
              <a:off x="4913117" y="2178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2" name="pt15312"/>
            <p:cNvSpPr/>
            <p:nvPr/>
          </p:nvSpPr>
          <p:spPr>
            <a:xfrm>
              <a:off x="5138697" y="2024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3" name="pt15313"/>
            <p:cNvSpPr/>
            <p:nvPr/>
          </p:nvSpPr>
          <p:spPr>
            <a:xfrm>
              <a:off x="5246689" y="2169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4" name="pt15314"/>
            <p:cNvSpPr/>
            <p:nvPr/>
          </p:nvSpPr>
          <p:spPr>
            <a:xfrm>
              <a:off x="5242697" y="2195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5" name="pt15315"/>
            <p:cNvSpPr/>
            <p:nvPr/>
          </p:nvSpPr>
          <p:spPr>
            <a:xfrm>
              <a:off x="5108973" y="2062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6" name="pt15316"/>
            <p:cNvSpPr/>
            <p:nvPr/>
          </p:nvSpPr>
          <p:spPr>
            <a:xfrm>
              <a:off x="5221063" y="2170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7" name="pt15317"/>
            <p:cNvSpPr/>
            <p:nvPr/>
          </p:nvSpPr>
          <p:spPr>
            <a:xfrm>
              <a:off x="5003353" y="2513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8" name="pt15318"/>
            <p:cNvSpPr/>
            <p:nvPr/>
          </p:nvSpPr>
          <p:spPr>
            <a:xfrm>
              <a:off x="5100652" y="1929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9" name="pt15319"/>
            <p:cNvSpPr/>
            <p:nvPr/>
          </p:nvSpPr>
          <p:spPr>
            <a:xfrm>
              <a:off x="5447296" y="2197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0" name="pt15320"/>
            <p:cNvSpPr/>
            <p:nvPr/>
          </p:nvSpPr>
          <p:spPr>
            <a:xfrm>
              <a:off x="5429554" y="230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1" name="pt15321"/>
            <p:cNvSpPr/>
            <p:nvPr/>
          </p:nvSpPr>
          <p:spPr>
            <a:xfrm>
              <a:off x="5216971" y="220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2" name="pt15322"/>
            <p:cNvSpPr/>
            <p:nvPr/>
          </p:nvSpPr>
          <p:spPr>
            <a:xfrm>
              <a:off x="5671664" y="1819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3" name="pt15323"/>
            <p:cNvSpPr/>
            <p:nvPr/>
          </p:nvSpPr>
          <p:spPr>
            <a:xfrm>
              <a:off x="5674035" y="1974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4" name="pt15324"/>
            <p:cNvSpPr/>
            <p:nvPr/>
          </p:nvSpPr>
          <p:spPr>
            <a:xfrm>
              <a:off x="5413917" y="2104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5" name="pt15325"/>
            <p:cNvSpPr/>
            <p:nvPr/>
          </p:nvSpPr>
          <p:spPr>
            <a:xfrm>
              <a:off x="5266061" y="2280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6" name="pt15326"/>
            <p:cNvSpPr/>
            <p:nvPr/>
          </p:nvSpPr>
          <p:spPr>
            <a:xfrm>
              <a:off x="5404940" y="2201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7" name="pt15327"/>
            <p:cNvSpPr/>
            <p:nvPr/>
          </p:nvSpPr>
          <p:spPr>
            <a:xfrm>
              <a:off x="5669850" y="1950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8" name="pt15328"/>
            <p:cNvSpPr/>
            <p:nvPr/>
          </p:nvSpPr>
          <p:spPr>
            <a:xfrm>
              <a:off x="5306928" y="2195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9" name="pt15329"/>
            <p:cNvSpPr/>
            <p:nvPr/>
          </p:nvSpPr>
          <p:spPr>
            <a:xfrm>
              <a:off x="4979006" y="2684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0" name="pt15330"/>
            <p:cNvSpPr/>
            <p:nvPr/>
          </p:nvSpPr>
          <p:spPr>
            <a:xfrm>
              <a:off x="5173914" y="2097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1" name="pt15331"/>
            <p:cNvSpPr/>
            <p:nvPr/>
          </p:nvSpPr>
          <p:spPr>
            <a:xfrm>
              <a:off x="5090469" y="2156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2" name="pt15332"/>
            <p:cNvSpPr/>
            <p:nvPr/>
          </p:nvSpPr>
          <p:spPr>
            <a:xfrm>
              <a:off x="5438759" y="2237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3" name="pt15333"/>
            <p:cNvSpPr/>
            <p:nvPr/>
          </p:nvSpPr>
          <p:spPr>
            <a:xfrm>
              <a:off x="5369914" y="1974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4" name="pt15334"/>
            <p:cNvSpPr/>
            <p:nvPr/>
          </p:nvSpPr>
          <p:spPr>
            <a:xfrm>
              <a:off x="5049675" y="2765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5" name="pt15335"/>
            <p:cNvSpPr/>
            <p:nvPr/>
          </p:nvSpPr>
          <p:spPr>
            <a:xfrm>
              <a:off x="5273440" y="1977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6" name="pt15336"/>
            <p:cNvSpPr/>
            <p:nvPr/>
          </p:nvSpPr>
          <p:spPr>
            <a:xfrm>
              <a:off x="5411894" y="2284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7" name="pt15337"/>
            <p:cNvSpPr/>
            <p:nvPr/>
          </p:nvSpPr>
          <p:spPr>
            <a:xfrm>
              <a:off x="5750814" y="1873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8" name="pt15338"/>
            <p:cNvSpPr/>
            <p:nvPr/>
          </p:nvSpPr>
          <p:spPr>
            <a:xfrm>
              <a:off x="5458046" y="2132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9" name="pt15339"/>
            <p:cNvSpPr/>
            <p:nvPr/>
          </p:nvSpPr>
          <p:spPr>
            <a:xfrm>
              <a:off x="4815959" y="2119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0" name="pt15340"/>
            <p:cNvSpPr/>
            <p:nvPr/>
          </p:nvSpPr>
          <p:spPr>
            <a:xfrm>
              <a:off x="5239350" y="2116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1" name="pt15341"/>
            <p:cNvSpPr/>
            <p:nvPr/>
          </p:nvSpPr>
          <p:spPr>
            <a:xfrm>
              <a:off x="5028490" y="2662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2" name="pt15342"/>
            <p:cNvSpPr/>
            <p:nvPr/>
          </p:nvSpPr>
          <p:spPr>
            <a:xfrm>
              <a:off x="4758303" y="2889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3" name="pt15343"/>
            <p:cNvSpPr/>
            <p:nvPr/>
          </p:nvSpPr>
          <p:spPr>
            <a:xfrm>
              <a:off x="5041733" y="2674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4" name="pt15344"/>
            <p:cNvSpPr/>
            <p:nvPr/>
          </p:nvSpPr>
          <p:spPr>
            <a:xfrm>
              <a:off x="4774042" y="2986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5" name="pt15345"/>
            <p:cNvSpPr/>
            <p:nvPr/>
          </p:nvSpPr>
          <p:spPr>
            <a:xfrm>
              <a:off x="5782025" y="188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6" name="pt15346"/>
            <p:cNvSpPr/>
            <p:nvPr/>
          </p:nvSpPr>
          <p:spPr>
            <a:xfrm>
              <a:off x="5463366" y="2128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7" name="pt15347"/>
            <p:cNvSpPr/>
            <p:nvPr/>
          </p:nvSpPr>
          <p:spPr>
            <a:xfrm>
              <a:off x="5158252" y="2118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8" name="pt15348"/>
            <p:cNvSpPr/>
            <p:nvPr/>
          </p:nvSpPr>
          <p:spPr>
            <a:xfrm>
              <a:off x="4799979" y="2012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9" name="pt15349"/>
            <p:cNvSpPr/>
            <p:nvPr/>
          </p:nvSpPr>
          <p:spPr>
            <a:xfrm>
              <a:off x="5454261" y="2199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0" name="pt15350"/>
            <p:cNvSpPr/>
            <p:nvPr/>
          </p:nvSpPr>
          <p:spPr>
            <a:xfrm>
              <a:off x="4912083" y="2359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1" name="pt15351"/>
            <p:cNvSpPr/>
            <p:nvPr/>
          </p:nvSpPr>
          <p:spPr>
            <a:xfrm>
              <a:off x="5575718" y="1563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2" name="pt15352"/>
            <p:cNvSpPr/>
            <p:nvPr/>
          </p:nvSpPr>
          <p:spPr>
            <a:xfrm>
              <a:off x="4930725" y="2169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3" name="pt15353"/>
            <p:cNvSpPr/>
            <p:nvPr/>
          </p:nvSpPr>
          <p:spPr>
            <a:xfrm>
              <a:off x="5535432" y="2084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4" name="pt15354"/>
            <p:cNvSpPr/>
            <p:nvPr/>
          </p:nvSpPr>
          <p:spPr>
            <a:xfrm>
              <a:off x="5682840" y="1897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5" name="pt15355"/>
            <p:cNvSpPr/>
            <p:nvPr/>
          </p:nvSpPr>
          <p:spPr>
            <a:xfrm>
              <a:off x="5516962" y="1976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6" name="pt15356"/>
            <p:cNvSpPr/>
            <p:nvPr/>
          </p:nvSpPr>
          <p:spPr>
            <a:xfrm>
              <a:off x="5745447" y="182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7" name="pt15357"/>
            <p:cNvSpPr/>
            <p:nvPr/>
          </p:nvSpPr>
          <p:spPr>
            <a:xfrm>
              <a:off x="5448352" y="2237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8" name="pt15358"/>
            <p:cNvSpPr/>
            <p:nvPr/>
          </p:nvSpPr>
          <p:spPr>
            <a:xfrm>
              <a:off x="5321390" y="2242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9" name="pt15359"/>
            <p:cNvSpPr/>
            <p:nvPr/>
          </p:nvSpPr>
          <p:spPr>
            <a:xfrm>
              <a:off x="5240198" y="2205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0" name="pt15360"/>
            <p:cNvSpPr/>
            <p:nvPr/>
          </p:nvSpPr>
          <p:spPr>
            <a:xfrm>
              <a:off x="5365453" y="1833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1" name="pt15361"/>
            <p:cNvSpPr/>
            <p:nvPr/>
          </p:nvSpPr>
          <p:spPr>
            <a:xfrm>
              <a:off x="5501541" y="1979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2" name="pt15362"/>
            <p:cNvSpPr/>
            <p:nvPr/>
          </p:nvSpPr>
          <p:spPr>
            <a:xfrm>
              <a:off x="5139967" y="203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3" name="pt15363"/>
            <p:cNvSpPr/>
            <p:nvPr/>
          </p:nvSpPr>
          <p:spPr>
            <a:xfrm>
              <a:off x="5021565" y="2545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4" name="pt15364"/>
            <p:cNvSpPr/>
            <p:nvPr/>
          </p:nvSpPr>
          <p:spPr>
            <a:xfrm>
              <a:off x="5017473" y="2658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5" name="pt15365"/>
            <p:cNvSpPr/>
            <p:nvPr/>
          </p:nvSpPr>
          <p:spPr>
            <a:xfrm>
              <a:off x="5185720" y="2118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6" name="pt15366"/>
            <p:cNvSpPr/>
            <p:nvPr/>
          </p:nvSpPr>
          <p:spPr>
            <a:xfrm>
              <a:off x="5513727" y="1972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7" name="pt15367"/>
            <p:cNvSpPr/>
            <p:nvPr/>
          </p:nvSpPr>
          <p:spPr>
            <a:xfrm>
              <a:off x="5120544" y="2072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8" name="pt15368"/>
            <p:cNvSpPr/>
            <p:nvPr/>
          </p:nvSpPr>
          <p:spPr>
            <a:xfrm>
              <a:off x="5564432" y="1954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9" name="pt15369"/>
            <p:cNvSpPr/>
            <p:nvPr/>
          </p:nvSpPr>
          <p:spPr>
            <a:xfrm>
              <a:off x="5709117" y="1739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0" name="pt15370"/>
            <p:cNvSpPr/>
            <p:nvPr/>
          </p:nvSpPr>
          <p:spPr>
            <a:xfrm>
              <a:off x="5799225" y="209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1" name="pt15371"/>
            <p:cNvSpPr/>
            <p:nvPr/>
          </p:nvSpPr>
          <p:spPr>
            <a:xfrm>
              <a:off x="5571266" y="1984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2" name="pt15372"/>
            <p:cNvSpPr/>
            <p:nvPr/>
          </p:nvSpPr>
          <p:spPr>
            <a:xfrm>
              <a:off x="5002559" y="2758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3" name="pt15373"/>
            <p:cNvSpPr/>
            <p:nvPr/>
          </p:nvSpPr>
          <p:spPr>
            <a:xfrm>
              <a:off x="5711538" y="1978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4" name="pt15374"/>
            <p:cNvSpPr/>
            <p:nvPr/>
          </p:nvSpPr>
          <p:spPr>
            <a:xfrm>
              <a:off x="5317230" y="2184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5" name="pt15375"/>
            <p:cNvSpPr/>
            <p:nvPr/>
          </p:nvSpPr>
          <p:spPr>
            <a:xfrm>
              <a:off x="4924990" y="2190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6" name="pt15376"/>
            <p:cNvSpPr/>
            <p:nvPr/>
          </p:nvSpPr>
          <p:spPr>
            <a:xfrm>
              <a:off x="4835930" y="2158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7" name="pt15377"/>
            <p:cNvSpPr/>
            <p:nvPr/>
          </p:nvSpPr>
          <p:spPr>
            <a:xfrm>
              <a:off x="5154572" y="2139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8" name="pt15378"/>
            <p:cNvSpPr/>
            <p:nvPr/>
          </p:nvSpPr>
          <p:spPr>
            <a:xfrm>
              <a:off x="5616705" y="2044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9" name="pt15379"/>
            <p:cNvSpPr/>
            <p:nvPr/>
          </p:nvSpPr>
          <p:spPr>
            <a:xfrm>
              <a:off x="5462496" y="2163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0" name="pt15380"/>
            <p:cNvSpPr/>
            <p:nvPr/>
          </p:nvSpPr>
          <p:spPr>
            <a:xfrm>
              <a:off x="5472101" y="2205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1" name="pt15381"/>
            <p:cNvSpPr/>
            <p:nvPr/>
          </p:nvSpPr>
          <p:spPr>
            <a:xfrm>
              <a:off x="5423059" y="2239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2" name="pt15382"/>
            <p:cNvSpPr/>
            <p:nvPr/>
          </p:nvSpPr>
          <p:spPr>
            <a:xfrm>
              <a:off x="5043044" y="2584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3" name="pt15383"/>
            <p:cNvSpPr/>
            <p:nvPr/>
          </p:nvSpPr>
          <p:spPr>
            <a:xfrm>
              <a:off x="4965746" y="2481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4" name="pt15384"/>
            <p:cNvSpPr/>
            <p:nvPr/>
          </p:nvSpPr>
          <p:spPr>
            <a:xfrm>
              <a:off x="5309992" y="2240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5" name="pt15385"/>
            <p:cNvSpPr/>
            <p:nvPr/>
          </p:nvSpPr>
          <p:spPr>
            <a:xfrm>
              <a:off x="5616654" y="1977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6" name="pt15386"/>
            <p:cNvSpPr/>
            <p:nvPr/>
          </p:nvSpPr>
          <p:spPr>
            <a:xfrm>
              <a:off x="5543829" y="1982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7" name="pt15387"/>
            <p:cNvSpPr/>
            <p:nvPr/>
          </p:nvSpPr>
          <p:spPr>
            <a:xfrm>
              <a:off x="5076126" y="2289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8" name="pt15388"/>
            <p:cNvSpPr/>
            <p:nvPr/>
          </p:nvSpPr>
          <p:spPr>
            <a:xfrm>
              <a:off x="5382662" y="2080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9" name="pt15389"/>
            <p:cNvSpPr/>
            <p:nvPr/>
          </p:nvSpPr>
          <p:spPr>
            <a:xfrm>
              <a:off x="5862337" y="157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0" name="pt15390"/>
            <p:cNvSpPr/>
            <p:nvPr/>
          </p:nvSpPr>
          <p:spPr>
            <a:xfrm>
              <a:off x="5225784" y="2091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1" name="pt15391"/>
            <p:cNvSpPr/>
            <p:nvPr/>
          </p:nvSpPr>
          <p:spPr>
            <a:xfrm>
              <a:off x="5054903" y="2767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2" name="pt15392"/>
            <p:cNvSpPr/>
            <p:nvPr/>
          </p:nvSpPr>
          <p:spPr>
            <a:xfrm>
              <a:off x="5772412" y="1696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3" name="pt15393"/>
            <p:cNvSpPr/>
            <p:nvPr/>
          </p:nvSpPr>
          <p:spPr>
            <a:xfrm>
              <a:off x="5340318" y="2160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4" name="pt15394"/>
            <p:cNvSpPr/>
            <p:nvPr/>
          </p:nvSpPr>
          <p:spPr>
            <a:xfrm>
              <a:off x="5168253" y="2219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5" name="pt15395"/>
            <p:cNvSpPr/>
            <p:nvPr/>
          </p:nvSpPr>
          <p:spPr>
            <a:xfrm>
              <a:off x="5407007" y="22559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6" name="pt15396"/>
            <p:cNvSpPr/>
            <p:nvPr/>
          </p:nvSpPr>
          <p:spPr>
            <a:xfrm>
              <a:off x="5292071" y="2145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7" name="pt15397"/>
            <p:cNvSpPr/>
            <p:nvPr/>
          </p:nvSpPr>
          <p:spPr>
            <a:xfrm>
              <a:off x="5778377" y="1748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8" name="pt15398"/>
            <p:cNvSpPr/>
            <p:nvPr/>
          </p:nvSpPr>
          <p:spPr>
            <a:xfrm>
              <a:off x="5313196" y="2204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9" name="pt15399"/>
            <p:cNvSpPr/>
            <p:nvPr/>
          </p:nvSpPr>
          <p:spPr>
            <a:xfrm>
              <a:off x="5474844" y="2181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0" name="pt15400"/>
            <p:cNvSpPr/>
            <p:nvPr/>
          </p:nvSpPr>
          <p:spPr>
            <a:xfrm>
              <a:off x="5260988" y="222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1" name="pt15401"/>
            <p:cNvSpPr/>
            <p:nvPr/>
          </p:nvSpPr>
          <p:spPr>
            <a:xfrm>
              <a:off x="4813269" y="1493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2" name="pt15402"/>
            <p:cNvSpPr/>
            <p:nvPr/>
          </p:nvSpPr>
          <p:spPr>
            <a:xfrm>
              <a:off x="5716606" y="1698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3" name="pt15403"/>
            <p:cNvSpPr/>
            <p:nvPr/>
          </p:nvSpPr>
          <p:spPr>
            <a:xfrm>
              <a:off x="5750638" y="1755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4" name="pt15404"/>
            <p:cNvSpPr/>
            <p:nvPr/>
          </p:nvSpPr>
          <p:spPr>
            <a:xfrm>
              <a:off x="5225494" y="2167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5" name="pt15405"/>
            <p:cNvSpPr/>
            <p:nvPr/>
          </p:nvSpPr>
          <p:spPr>
            <a:xfrm>
              <a:off x="4578690" y="2807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6" name="pt15406"/>
            <p:cNvSpPr/>
            <p:nvPr/>
          </p:nvSpPr>
          <p:spPr>
            <a:xfrm>
              <a:off x="5605794" y="2028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7" name="pt15407"/>
            <p:cNvSpPr/>
            <p:nvPr/>
          </p:nvSpPr>
          <p:spPr>
            <a:xfrm>
              <a:off x="5301780" y="2229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8" name="pt15408"/>
            <p:cNvSpPr/>
            <p:nvPr/>
          </p:nvSpPr>
          <p:spPr>
            <a:xfrm>
              <a:off x="5346547" y="2066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9" name="pt15409"/>
            <p:cNvSpPr/>
            <p:nvPr/>
          </p:nvSpPr>
          <p:spPr>
            <a:xfrm>
              <a:off x="5067392" y="2362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0" name="pt15410"/>
            <p:cNvSpPr/>
            <p:nvPr/>
          </p:nvSpPr>
          <p:spPr>
            <a:xfrm>
              <a:off x="5029124" y="2641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1" name="pt15411"/>
            <p:cNvSpPr/>
            <p:nvPr/>
          </p:nvSpPr>
          <p:spPr>
            <a:xfrm>
              <a:off x="5475699" y="2207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2" name="pt15412"/>
            <p:cNvSpPr/>
            <p:nvPr/>
          </p:nvSpPr>
          <p:spPr>
            <a:xfrm>
              <a:off x="5658410" y="1992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3" name="pt15413"/>
            <p:cNvSpPr/>
            <p:nvPr/>
          </p:nvSpPr>
          <p:spPr>
            <a:xfrm>
              <a:off x="5465102" y="2151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4" name="pt15414"/>
            <p:cNvSpPr/>
            <p:nvPr/>
          </p:nvSpPr>
          <p:spPr>
            <a:xfrm>
              <a:off x="5298589" y="2228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5" name="pt15415"/>
            <p:cNvSpPr/>
            <p:nvPr/>
          </p:nvSpPr>
          <p:spPr>
            <a:xfrm>
              <a:off x="5334874" y="2158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6" name="pt15416"/>
            <p:cNvSpPr/>
            <p:nvPr/>
          </p:nvSpPr>
          <p:spPr>
            <a:xfrm>
              <a:off x="4906492" y="2198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7" name="pt15417"/>
            <p:cNvSpPr/>
            <p:nvPr/>
          </p:nvSpPr>
          <p:spPr>
            <a:xfrm>
              <a:off x="5774537" y="1685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8" name="pt15418"/>
            <p:cNvSpPr/>
            <p:nvPr/>
          </p:nvSpPr>
          <p:spPr>
            <a:xfrm>
              <a:off x="5400932" y="2192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9" name="pt15419"/>
            <p:cNvSpPr/>
            <p:nvPr/>
          </p:nvSpPr>
          <p:spPr>
            <a:xfrm>
              <a:off x="4553852" y="2363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0" name="pt15420"/>
            <p:cNvSpPr/>
            <p:nvPr/>
          </p:nvSpPr>
          <p:spPr>
            <a:xfrm>
              <a:off x="5008114" y="2676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1" name="pt15421"/>
            <p:cNvSpPr/>
            <p:nvPr/>
          </p:nvSpPr>
          <p:spPr>
            <a:xfrm>
              <a:off x="5704200" y="1932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2" name="pt15422"/>
            <p:cNvSpPr/>
            <p:nvPr/>
          </p:nvSpPr>
          <p:spPr>
            <a:xfrm>
              <a:off x="5511807" y="2006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3" name="pt15423"/>
            <p:cNvSpPr/>
            <p:nvPr/>
          </p:nvSpPr>
          <p:spPr>
            <a:xfrm>
              <a:off x="5019267" y="2667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4" name="pt15424"/>
            <p:cNvSpPr/>
            <p:nvPr/>
          </p:nvSpPr>
          <p:spPr>
            <a:xfrm>
              <a:off x="5204585" y="2143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5" name="pt15425"/>
            <p:cNvSpPr/>
            <p:nvPr/>
          </p:nvSpPr>
          <p:spPr>
            <a:xfrm>
              <a:off x="5042481" y="2642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6" name="pt15426"/>
            <p:cNvSpPr/>
            <p:nvPr/>
          </p:nvSpPr>
          <p:spPr>
            <a:xfrm>
              <a:off x="5345154" y="2121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7" name="pt15427"/>
            <p:cNvSpPr/>
            <p:nvPr/>
          </p:nvSpPr>
          <p:spPr>
            <a:xfrm>
              <a:off x="5336096" y="2163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8" name="pt15428"/>
            <p:cNvSpPr/>
            <p:nvPr/>
          </p:nvSpPr>
          <p:spPr>
            <a:xfrm>
              <a:off x="5634362" y="1812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9" name="pt15429"/>
            <p:cNvSpPr/>
            <p:nvPr/>
          </p:nvSpPr>
          <p:spPr>
            <a:xfrm>
              <a:off x="5243342" y="2081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0" name="pt15430"/>
            <p:cNvSpPr/>
            <p:nvPr/>
          </p:nvSpPr>
          <p:spPr>
            <a:xfrm>
              <a:off x="5339199" y="2210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1" name="pt15431"/>
            <p:cNvSpPr/>
            <p:nvPr/>
          </p:nvSpPr>
          <p:spPr>
            <a:xfrm>
              <a:off x="5196884" y="2127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2" name="pt15432"/>
            <p:cNvSpPr/>
            <p:nvPr/>
          </p:nvSpPr>
          <p:spPr>
            <a:xfrm>
              <a:off x="4737817" y="2430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3" name="pt15433"/>
            <p:cNvSpPr/>
            <p:nvPr/>
          </p:nvSpPr>
          <p:spPr>
            <a:xfrm>
              <a:off x="5841219" y="1590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4" name="pt15434"/>
            <p:cNvSpPr/>
            <p:nvPr/>
          </p:nvSpPr>
          <p:spPr>
            <a:xfrm>
              <a:off x="5552798" y="2072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5" name="pt15435"/>
            <p:cNvSpPr/>
            <p:nvPr/>
          </p:nvSpPr>
          <p:spPr>
            <a:xfrm>
              <a:off x="5283905" y="2084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6" name="pt15436"/>
            <p:cNvSpPr/>
            <p:nvPr/>
          </p:nvSpPr>
          <p:spPr>
            <a:xfrm>
              <a:off x="5716173" y="1953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7" name="pt15437"/>
            <p:cNvSpPr/>
            <p:nvPr/>
          </p:nvSpPr>
          <p:spPr>
            <a:xfrm>
              <a:off x="5445328" y="2134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8" name="pt15438"/>
            <p:cNvSpPr/>
            <p:nvPr/>
          </p:nvSpPr>
          <p:spPr>
            <a:xfrm>
              <a:off x="5340759" y="2206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9" name="pt15439"/>
            <p:cNvSpPr/>
            <p:nvPr/>
          </p:nvSpPr>
          <p:spPr>
            <a:xfrm>
              <a:off x="5102371" y="2028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0" name="pt15440"/>
            <p:cNvSpPr/>
            <p:nvPr/>
          </p:nvSpPr>
          <p:spPr>
            <a:xfrm>
              <a:off x="5798118" y="1683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1" name="pt15441"/>
            <p:cNvSpPr/>
            <p:nvPr/>
          </p:nvSpPr>
          <p:spPr>
            <a:xfrm>
              <a:off x="5041625" y="2734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2" name="pt15442"/>
            <p:cNvSpPr/>
            <p:nvPr/>
          </p:nvSpPr>
          <p:spPr>
            <a:xfrm>
              <a:off x="4943643" y="2392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3" name="pt15443"/>
            <p:cNvSpPr/>
            <p:nvPr/>
          </p:nvSpPr>
          <p:spPr>
            <a:xfrm>
              <a:off x="5014390" y="2608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4" name="pt15444"/>
            <p:cNvSpPr/>
            <p:nvPr/>
          </p:nvSpPr>
          <p:spPr>
            <a:xfrm>
              <a:off x="5154045" y="2109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5" name="pt15445"/>
            <p:cNvSpPr/>
            <p:nvPr/>
          </p:nvSpPr>
          <p:spPr>
            <a:xfrm>
              <a:off x="5268729" y="2221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6" name="pt15446"/>
            <p:cNvSpPr/>
            <p:nvPr/>
          </p:nvSpPr>
          <p:spPr>
            <a:xfrm>
              <a:off x="5218529" y="2216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7" name="pt15447"/>
            <p:cNvSpPr/>
            <p:nvPr/>
          </p:nvSpPr>
          <p:spPr>
            <a:xfrm>
              <a:off x="5446345" y="2160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8" name="pt15448"/>
            <p:cNvSpPr/>
            <p:nvPr/>
          </p:nvSpPr>
          <p:spPr>
            <a:xfrm>
              <a:off x="5474815" y="2272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9" name="pt15449"/>
            <p:cNvSpPr/>
            <p:nvPr/>
          </p:nvSpPr>
          <p:spPr>
            <a:xfrm>
              <a:off x="5476576" y="2213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0" name="pt15450"/>
            <p:cNvSpPr/>
            <p:nvPr/>
          </p:nvSpPr>
          <p:spPr>
            <a:xfrm>
              <a:off x="5426843" y="224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1" name="pt15451"/>
            <p:cNvSpPr/>
            <p:nvPr/>
          </p:nvSpPr>
          <p:spPr>
            <a:xfrm>
              <a:off x="4928849" y="2297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2" name="pt15452"/>
            <p:cNvSpPr/>
            <p:nvPr/>
          </p:nvSpPr>
          <p:spPr>
            <a:xfrm>
              <a:off x="4886155" y="2808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3" name="pt15453"/>
            <p:cNvSpPr/>
            <p:nvPr/>
          </p:nvSpPr>
          <p:spPr>
            <a:xfrm>
              <a:off x="5618758" y="2030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4" name="pt15454"/>
            <p:cNvSpPr/>
            <p:nvPr/>
          </p:nvSpPr>
          <p:spPr>
            <a:xfrm>
              <a:off x="5260154" y="2242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5" name="pt15455"/>
            <p:cNvSpPr/>
            <p:nvPr/>
          </p:nvSpPr>
          <p:spPr>
            <a:xfrm>
              <a:off x="5260369" y="2174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6" name="pt15456"/>
            <p:cNvSpPr/>
            <p:nvPr/>
          </p:nvSpPr>
          <p:spPr>
            <a:xfrm>
              <a:off x="5299929" y="2179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7" name="pt15457"/>
            <p:cNvSpPr/>
            <p:nvPr/>
          </p:nvSpPr>
          <p:spPr>
            <a:xfrm>
              <a:off x="5373426" y="1990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8" name="pt15458"/>
            <p:cNvSpPr/>
            <p:nvPr/>
          </p:nvSpPr>
          <p:spPr>
            <a:xfrm>
              <a:off x="5100720" y="2123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9" name="pt15459"/>
            <p:cNvSpPr/>
            <p:nvPr/>
          </p:nvSpPr>
          <p:spPr>
            <a:xfrm>
              <a:off x="5558294" y="2016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0" name="pt15460"/>
            <p:cNvSpPr/>
            <p:nvPr/>
          </p:nvSpPr>
          <p:spPr>
            <a:xfrm>
              <a:off x="5495347" y="1937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1" name="pt15461"/>
            <p:cNvSpPr/>
            <p:nvPr/>
          </p:nvSpPr>
          <p:spPr>
            <a:xfrm>
              <a:off x="5632623" y="1835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2" name="pt15462"/>
            <p:cNvSpPr/>
            <p:nvPr/>
          </p:nvSpPr>
          <p:spPr>
            <a:xfrm>
              <a:off x="5424849" y="2072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3" name="pt15463"/>
            <p:cNvSpPr/>
            <p:nvPr/>
          </p:nvSpPr>
          <p:spPr>
            <a:xfrm>
              <a:off x="5073196" y="2382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4" name="pt15464"/>
            <p:cNvSpPr/>
            <p:nvPr/>
          </p:nvSpPr>
          <p:spPr>
            <a:xfrm>
              <a:off x="5575722" y="1794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5" name="pt15465"/>
            <p:cNvSpPr/>
            <p:nvPr/>
          </p:nvSpPr>
          <p:spPr>
            <a:xfrm>
              <a:off x="5416608" y="2071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6" name="pt15466"/>
            <p:cNvSpPr/>
            <p:nvPr/>
          </p:nvSpPr>
          <p:spPr>
            <a:xfrm>
              <a:off x="5172822" y="2244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7" name="pt15467"/>
            <p:cNvSpPr/>
            <p:nvPr/>
          </p:nvSpPr>
          <p:spPr>
            <a:xfrm>
              <a:off x="5622088" y="1747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8" name="pt15468"/>
            <p:cNvSpPr/>
            <p:nvPr/>
          </p:nvSpPr>
          <p:spPr>
            <a:xfrm>
              <a:off x="5776196" y="1912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9" name="pt15469"/>
            <p:cNvSpPr/>
            <p:nvPr/>
          </p:nvSpPr>
          <p:spPr>
            <a:xfrm>
              <a:off x="5185371" y="2266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0" name="pt15470"/>
            <p:cNvSpPr/>
            <p:nvPr/>
          </p:nvSpPr>
          <p:spPr>
            <a:xfrm>
              <a:off x="5420045" y="2134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1" name="pt15471"/>
            <p:cNvSpPr/>
            <p:nvPr/>
          </p:nvSpPr>
          <p:spPr>
            <a:xfrm>
              <a:off x="4705671" y="2695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2" name="pt15472"/>
            <p:cNvSpPr/>
            <p:nvPr/>
          </p:nvSpPr>
          <p:spPr>
            <a:xfrm>
              <a:off x="4700710" y="2642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3" name="pt15473"/>
            <p:cNvSpPr/>
            <p:nvPr/>
          </p:nvSpPr>
          <p:spPr>
            <a:xfrm>
              <a:off x="4705100" y="2500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4" name="pt15474"/>
            <p:cNvSpPr/>
            <p:nvPr/>
          </p:nvSpPr>
          <p:spPr>
            <a:xfrm>
              <a:off x="5019826" y="2569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5" name="pt15475"/>
            <p:cNvSpPr/>
            <p:nvPr/>
          </p:nvSpPr>
          <p:spPr>
            <a:xfrm>
              <a:off x="5716428" y="1850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6" name="pt15476"/>
            <p:cNvSpPr/>
            <p:nvPr/>
          </p:nvSpPr>
          <p:spPr>
            <a:xfrm>
              <a:off x="5022106" y="2310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7" name="pt15477"/>
            <p:cNvSpPr/>
            <p:nvPr/>
          </p:nvSpPr>
          <p:spPr>
            <a:xfrm>
              <a:off x="5163813" y="2265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8" name="pt15478"/>
            <p:cNvSpPr/>
            <p:nvPr/>
          </p:nvSpPr>
          <p:spPr>
            <a:xfrm>
              <a:off x="5344508" y="2158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9" name="pt15479"/>
            <p:cNvSpPr/>
            <p:nvPr/>
          </p:nvSpPr>
          <p:spPr>
            <a:xfrm>
              <a:off x="5166447" y="22666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0" name="pt15480"/>
            <p:cNvSpPr/>
            <p:nvPr/>
          </p:nvSpPr>
          <p:spPr>
            <a:xfrm>
              <a:off x="5277790" y="2046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1" name="pt15481"/>
            <p:cNvSpPr/>
            <p:nvPr/>
          </p:nvSpPr>
          <p:spPr>
            <a:xfrm>
              <a:off x="5462204" y="2128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2" name="pt15482"/>
            <p:cNvSpPr/>
            <p:nvPr/>
          </p:nvSpPr>
          <p:spPr>
            <a:xfrm>
              <a:off x="5176902" y="2162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3" name="pt15483"/>
            <p:cNvSpPr/>
            <p:nvPr/>
          </p:nvSpPr>
          <p:spPr>
            <a:xfrm>
              <a:off x="5552995" y="1951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4" name="pt15484"/>
            <p:cNvSpPr/>
            <p:nvPr/>
          </p:nvSpPr>
          <p:spPr>
            <a:xfrm>
              <a:off x="5224497" y="2099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5" name="pt15485"/>
            <p:cNvSpPr/>
            <p:nvPr/>
          </p:nvSpPr>
          <p:spPr>
            <a:xfrm>
              <a:off x="5159889" y="2183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6" name="pt15486"/>
            <p:cNvSpPr/>
            <p:nvPr/>
          </p:nvSpPr>
          <p:spPr>
            <a:xfrm>
              <a:off x="5231969" y="2222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7" name="pt15487"/>
            <p:cNvSpPr/>
            <p:nvPr/>
          </p:nvSpPr>
          <p:spPr>
            <a:xfrm>
              <a:off x="5150642" y="2118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8" name="pt15488"/>
            <p:cNvSpPr/>
            <p:nvPr/>
          </p:nvSpPr>
          <p:spPr>
            <a:xfrm>
              <a:off x="5196303" y="1920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9" name="pt15489"/>
            <p:cNvSpPr/>
            <p:nvPr/>
          </p:nvSpPr>
          <p:spPr>
            <a:xfrm>
              <a:off x="5451454" y="2252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0" name="pt15490"/>
            <p:cNvSpPr/>
            <p:nvPr/>
          </p:nvSpPr>
          <p:spPr>
            <a:xfrm>
              <a:off x="5245810" y="2138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1" name="pt15491"/>
            <p:cNvSpPr/>
            <p:nvPr/>
          </p:nvSpPr>
          <p:spPr>
            <a:xfrm>
              <a:off x="5134490" y="1729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2" name="pt15492"/>
            <p:cNvSpPr/>
            <p:nvPr/>
          </p:nvSpPr>
          <p:spPr>
            <a:xfrm>
              <a:off x="5280557" y="1979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3" name="pt15493"/>
            <p:cNvSpPr/>
            <p:nvPr/>
          </p:nvSpPr>
          <p:spPr>
            <a:xfrm>
              <a:off x="5550685" y="2027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4" name="pt15494"/>
            <p:cNvSpPr/>
            <p:nvPr/>
          </p:nvSpPr>
          <p:spPr>
            <a:xfrm>
              <a:off x="5029658" y="2553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5" name="pt15495"/>
            <p:cNvSpPr/>
            <p:nvPr/>
          </p:nvSpPr>
          <p:spPr>
            <a:xfrm>
              <a:off x="5361598" y="1984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6" name="pt15496"/>
            <p:cNvSpPr/>
            <p:nvPr/>
          </p:nvSpPr>
          <p:spPr>
            <a:xfrm>
              <a:off x="5144814" y="2124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7" name="pt15497"/>
            <p:cNvSpPr/>
            <p:nvPr/>
          </p:nvSpPr>
          <p:spPr>
            <a:xfrm>
              <a:off x="4824128" y="1898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8" name="pt15498"/>
            <p:cNvSpPr/>
            <p:nvPr/>
          </p:nvSpPr>
          <p:spPr>
            <a:xfrm>
              <a:off x="5297389" y="2238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9" name="pt15499"/>
            <p:cNvSpPr/>
            <p:nvPr/>
          </p:nvSpPr>
          <p:spPr>
            <a:xfrm>
              <a:off x="5275484" y="2055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0" name="pt15500"/>
            <p:cNvSpPr/>
            <p:nvPr/>
          </p:nvSpPr>
          <p:spPr>
            <a:xfrm>
              <a:off x="5171390" y="2165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1" name="pt15501"/>
            <p:cNvSpPr/>
            <p:nvPr/>
          </p:nvSpPr>
          <p:spPr>
            <a:xfrm>
              <a:off x="5395422" y="2091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2" name="pt15502"/>
            <p:cNvSpPr/>
            <p:nvPr/>
          </p:nvSpPr>
          <p:spPr>
            <a:xfrm>
              <a:off x="5088786" y="2187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3" name="pt15503"/>
            <p:cNvSpPr/>
            <p:nvPr/>
          </p:nvSpPr>
          <p:spPr>
            <a:xfrm>
              <a:off x="5729625" y="1860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4" name="pt15504"/>
            <p:cNvSpPr/>
            <p:nvPr/>
          </p:nvSpPr>
          <p:spPr>
            <a:xfrm>
              <a:off x="5393702" y="2220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5" name="pt15505"/>
            <p:cNvSpPr/>
            <p:nvPr/>
          </p:nvSpPr>
          <p:spPr>
            <a:xfrm>
              <a:off x="5186286" y="2164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6" name="pt15506"/>
            <p:cNvSpPr/>
            <p:nvPr/>
          </p:nvSpPr>
          <p:spPr>
            <a:xfrm>
              <a:off x="5623402" y="177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7" name="pt15507"/>
            <p:cNvSpPr/>
            <p:nvPr/>
          </p:nvSpPr>
          <p:spPr>
            <a:xfrm>
              <a:off x="5531303" y="1955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8" name="pt15508"/>
            <p:cNvSpPr/>
            <p:nvPr/>
          </p:nvSpPr>
          <p:spPr>
            <a:xfrm>
              <a:off x="5445518" y="2051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9" name="pt15509"/>
            <p:cNvSpPr/>
            <p:nvPr/>
          </p:nvSpPr>
          <p:spPr>
            <a:xfrm>
              <a:off x="5111467" y="2211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0" name="pt15510"/>
            <p:cNvSpPr/>
            <p:nvPr/>
          </p:nvSpPr>
          <p:spPr>
            <a:xfrm>
              <a:off x="4959893" y="2516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1" name="pt15511"/>
            <p:cNvSpPr/>
            <p:nvPr/>
          </p:nvSpPr>
          <p:spPr>
            <a:xfrm>
              <a:off x="5275756" y="20438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2" name="pt15512"/>
            <p:cNvSpPr/>
            <p:nvPr/>
          </p:nvSpPr>
          <p:spPr>
            <a:xfrm>
              <a:off x="5242230" y="2196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3" name="pt15513"/>
            <p:cNvSpPr/>
            <p:nvPr/>
          </p:nvSpPr>
          <p:spPr>
            <a:xfrm>
              <a:off x="5420070" y="2282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4" name="pt15514"/>
            <p:cNvSpPr/>
            <p:nvPr/>
          </p:nvSpPr>
          <p:spPr>
            <a:xfrm>
              <a:off x="5310658" y="2147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5" name="pt15515"/>
            <p:cNvSpPr/>
            <p:nvPr/>
          </p:nvSpPr>
          <p:spPr>
            <a:xfrm>
              <a:off x="5058244" y="2611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6" name="pt15516"/>
            <p:cNvSpPr/>
            <p:nvPr/>
          </p:nvSpPr>
          <p:spPr>
            <a:xfrm>
              <a:off x="4825377" y="1453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7" name="pt15517"/>
            <p:cNvSpPr/>
            <p:nvPr/>
          </p:nvSpPr>
          <p:spPr>
            <a:xfrm>
              <a:off x="5032421" y="2733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8" name="pt15518"/>
            <p:cNvSpPr/>
            <p:nvPr/>
          </p:nvSpPr>
          <p:spPr>
            <a:xfrm>
              <a:off x="5102447" y="2135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9" name="pt15519"/>
            <p:cNvSpPr/>
            <p:nvPr/>
          </p:nvSpPr>
          <p:spPr>
            <a:xfrm>
              <a:off x="5651655" y="1934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0" name="pt15520"/>
            <p:cNvSpPr/>
            <p:nvPr/>
          </p:nvSpPr>
          <p:spPr>
            <a:xfrm>
              <a:off x="5584489" y="1732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1" name="pt15521"/>
            <p:cNvSpPr/>
            <p:nvPr/>
          </p:nvSpPr>
          <p:spPr>
            <a:xfrm>
              <a:off x="5285412" y="2128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2" name="pt15522"/>
            <p:cNvSpPr/>
            <p:nvPr/>
          </p:nvSpPr>
          <p:spPr>
            <a:xfrm>
              <a:off x="5887076" y="1320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3" name="pt15523"/>
            <p:cNvSpPr/>
            <p:nvPr/>
          </p:nvSpPr>
          <p:spPr>
            <a:xfrm>
              <a:off x="5398671" y="2231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4" name="pt15524"/>
            <p:cNvSpPr/>
            <p:nvPr/>
          </p:nvSpPr>
          <p:spPr>
            <a:xfrm>
              <a:off x="5085787" y="1943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5" name="pt15525"/>
            <p:cNvSpPr/>
            <p:nvPr/>
          </p:nvSpPr>
          <p:spPr>
            <a:xfrm>
              <a:off x="5354132" y="1907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6" name="pt15526"/>
            <p:cNvSpPr/>
            <p:nvPr/>
          </p:nvSpPr>
          <p:spPr>
            <a:xfrm>
              <a:off x="5443054" y="2189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7" name="pt15527"/>
            <p:cNvSpPr/>
            <p:nvPr/>
          </p:nvSpPr>
          <p:spPr>
            <a:xfrm>
              <a:off x="4923007" y="2335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8" name="pt15528"/>
            <p:cNvSpPr/>
            <p:nvPr/>
          </p:nvSpPr>
          <p:spPr>
            <a:xfrm>
              <a:off x="5380544" y="2155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9" name="pt15529"/>
            <p:cNvSpPr/>
            <p:nvPr/>
          </p:nvSpPr>
          <p:spPr>
            <a:xfrm>
              <a:off x="4832399" y="1920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0" name="pt15530"/>
            <p:cNvSpPr/>
            <p:nvPr/>
          </p:nvSpPr>
          <p:spPr>
            <a:xfrm>
              <a:off x="5299295" y="2116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1" name="pt15531"/>
            <p:cNvSpPr/>
            <p:nvPr/>
          </p:nvSpPr>
          <p:spPr>
            <a:xfrm>
              <a:off x="5063309" y="2317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2" name="pt15532"/>
            <p:cNvSpPr/>
            <p:nvPr/>
          </p:nvSpPr>
          <p:spPr>
            <a:xfrm>
              <a:off x="5626692" y="1819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3" name="pt15533"/>
            <p:cNvSpPr/>
            <p:nvPr/>
          </p:nvSpPr>
          <p:spPr>
            <a:xfrm>
              <a:off x="5334869" y="2175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4" name="pt15534"/>
            <p:cNvSpPr/>
            <p:nvPr/>
          </p:nvSpPr>
          <p:spPr>
            <a:xfrm>
              <a:off x="5279286" y="2150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5" name="pt15535"/>
            <p:cNvSpPr/>
            <p:nvPr/>
          </p:nvSpPr>
          <p:spPr>
            <a:xfrm>
              <a:off x="5583771" y="1645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6" name="pt15536"/>
            <p:cNvSpPr/>
            <p:nvPr/>
          </p:nvSpPr>
          <p:spPr>
            <a:xfrm>
              <a:off x="5737960" y="1865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7" name="pt15537"/>
            <p:cNvSpPr/>
            <p:nvPr/>
          </p:nvSpPr>
          <p:spPr>
            <a:xfrm>
              <a:off x="5486655" y="1958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8" name="pt15538"/>
            <p:cNvSpPr/>
            <p:nvPr/>
          </p:nvSpPr>
          <p:spPr>
            <a:xfrm>
              <a:off x="5659572" y="1866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9" name="pt15539"/>
            <p:cNvSpPr/>
            <p:nvPr/>
          </p:nvSpPr>
          <p:spPr>
            <a:xfrm>
              <a:off x="5014613" y="2710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0" name="pt15540"/>
            <p:cNvSpPr/>
            <p:nvPr/>
          </p:nvSpPr>
          <p:spPr>
            <a:xfrm>
              <a:off x="5939681" y="2202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1" name="pt15541"/>
            <p:cNvSpPr/>
            <p:nvPr/>
          </p:nvSpPr>
          <p:spPr>
            <a:xfrm>
              <a:off x="5732114" y="1861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2" name="pt15542"/>
            <p:cNvSpPr/>
            <p:nvPr/>
          </p:nvSpPr>
          <p:spPr>
            <a:xfrm>
              <a:off x="5347522" y="2113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3" name="pt15543"/>
            <p:cNvSpPr/>
            <p:nvPr/>
          </p:nvSpPr>
          <p:spPr>
            <a:xfrm>
              <a:off x="5706861" y="1955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4" name="pt15544"/>
            <p:cNvSpPr/>
            <p:nvPr/>
          </p:nvSpPr>
          <p:spPr>
            <a:xfrm>
              <a:off x="5287763" y="1997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5" name="pt15545"/>
            <p:cNvSpPr/>
            <p:nvPr/>
          </p:nvSpPr>
          <p:spPr>
            <a:xfrm>
              <a:off x="5076736" y="2067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6" name="pt15546"/>
            <p:cNvSpPr/>
            <p:nvPr/>
          </p:nvSpPr>
          <p:spPr>
            <a:xfrm>
              <a:off x="5350029" y="2075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7" name="pt15547"/>
            <p:cNvSpPr/>
            <p:nvPr/>
          </p:nvSpPr>
          <p:spPr>
            <a:xfrm>
              <a:off x="5465750" y="2171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8" name="pt15548"/>
            <p:cNvSpPr/>
            <p:nvPr/>
          </p:nvSpPr>
          <p:spPr>
            <a:xfrm>
              <a:off x="5468790" y="2217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9" name="pt15549"/>
            <p:cNvSpPr/>
            <p:nvPr/>
          </p:nvSpPr>
          <p:spPr>
            <a:xfrm>
              <a:off x="5558089" y="2032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0" name="pt15550"/>
            <p:cNvSpPr/>
            <p:nvPr/>
          </p:nvSpPr>
          <p:spPr>
            <a:xfrm>
              <a:off x="5328281" y="2127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1" name="pt15551"/>
            <p:cNvSpPr/>
            <p:nvPr/>
          </p:nvSpPr>
          <p:spPr>
            <a:xfrm>
              <a:off x="4782401" y="2721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2" name="pt15552"/>
            <p:cNvSpPr/>
            <p:nvPr/>
          </p:nvSpPr>
          <p:spPr>
            <a:xfrm>
              <a:off x="4974006" y="2373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3" name="pt15553"/>
            <p:cNvSpPr/>
            <p:nvPr/>
          </p:nvSpPr>
          <p:spPr>
            <a:xfrm>
              <a:off x="5525275" y="197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4" name="pt15554"/>
            <p:cNvSpPr/>
            <p:nvPr/>
          </p:nvSpPr>
          <p:spPr>
            <a:xfrm>
              <a:off x="5491530" y="2062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5" name="pt15555"/>
            <p:cNvSpPr/>
            <p:nvPr/>
          </p:nvSpPr>
          <p:spPr>
            <a:xfrm>
              <a:off x="5249749" y="2258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6" name="pt15556"/>
            <p:cNvSpPr/>
            <p:nvPr/>
          </p:nvSpPr>
          <p:spPr>
            <a:xfrm>
              <a:off x="5246248" y="215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7" name="pt15557"/>
            <p:cNvSpPr/>
            <p:nvPr/>
          </p:nvSpPr>
          <p:spPr>
            <a:xfrm>
              <a:off x="5234623" y="2137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8" name="pt15558"/>
            <p:cNvSpPr/>
            <p:nvPr/>
          </p:nvSpPr>
          <p:spPr>
            <a:xfrm>
              <a:off x="4710112" y="2782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9" name="pt15559"/>
            <p:cNvSpPr/>
            <p:nvPr/>
          </p:nvSpPr>
          <p:spPr>
            <a:xfrm>
              <a:off x="5246983" y="2229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0" name="pt15560"/>
            <p:cNvSpPr/>
            <p:nvPr/>
          </p:nvSpPr>
          <p:spPr>
            <a:xfrm>
              <a:off x="5515417" y="2074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1" name="pt15561"/>
            <p:cNvSpPr/>
            <p:nvPr/>
          </p:nvSpPr>
          <p:spPr>
            <a:xfrm>
              <a:off x="5438252" y="1977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2" name="pt15562"/>
            <p:cNvSpPr/>
            <p:nvPr/>
          </p:nvSpPr>
          <p:spPr>
            <a:xfrm>
              <a:off x="5288985" y="2091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3" name="pt15563"/>
            <p:cNvSpPr/>
            <p:nvPr/>
          </p:nvSpPr>
          <p:spPr>
            <a:xfrm>
              <a:off x="5360770" y="1983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4" name="pt15564"/>
            <p:cNvSpPr/>
            <p:nvPr/>
          </p:nvSpPr>
          <p:spPr>
            <a:xfrm>
              <a:off x="5228853" y="2100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5" name="pt15565"/>
            <p:cNvSpPr/>
            <p:nvPr/>
          </p:nvSpPr>
          <p:spPr>
            <a:xfrm>
              <a:off x="5808519" y="1921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6" name="pt15566"/>
            <p:cNvSpPr/>
            <p:nvPr/>
          </p:nvSpPr>
          <p:spPr>
            <a:xfrm>
              <a:off x="4987789" y="186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7" name="pt15567"/>
            <p:cNvSpPr/>
            <p:nvPr/>
          </p:nvSpPr>
          <p:spPr>
            <a:xfrm>
              <a:off x="5621635" y="1778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8" name="pt15568"/>
            <p:cNvSpPr/>
            <p:nvPr/>
          </p:nvSpPr>
          <p:spPr>
            <a:xfrm>
              <a:off x="5305040" y="211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9" name="pt15569"/>
            <p:cNvSpPr/>
            <p:nvPr/>
          </p:nvSpPr>
          <p:spPr>
            <a:xfrm>
              <a:off x="5280956" y="2035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0" name="pt15570"/>
            <p:cNvSpPr/>
            <p:nvPr/>
          </p:nvSpPr>
          <p:spPr>
            <a:xfrm>
              <a:off x="4846305" y="2584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1" name="pt15571"/>
            <p:cNvSpPr/>
            <p:nvPr/>
          </p:nvSpPr>
          <p:spPr>
            <a:xfrm>
              <a:off x="5607826" y="2051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2" name="pt15572"/>
            <p:cNvSpPr/>
            <p:nvPr/>
          </p:nvSpPr>
          <p:spPr>
            <a:xfrm>
              <a:off x="5433388" y="2143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3" name="pt15573"/>
            <p:cNvSpPr/>
            <p:nvPr/>
          </p:nvSpPr>
          <p:spPr>
            <a:xfrm>
              <a:off x="5450274" y="2317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4" name="pt15574"/>
            <p:cNvSpPr/>
            <p:nvPr/>
          </p:nvSpPr>
          <p:spPr>
            <a:xfrm>
              <a:off x="4700547" y="2475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5" name="pt15575"/>
            <p:cNvSpPr/>
            <p:nvPr/>
          </p:nvSpPr>
          <p:spPr>
            <a:xfrm>
              <a:off x="5319799" y="2280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6" name="pt15576"/>
            <p:cNvSpPr/>
            <p:nvPr/>
          </p:nvSpPr>
          <p:spPr>
            <a:xfrm>
              <a:off x="5556928" y="2078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7" name="pt15577"/>
            <p:cNvSpPr/>
            <p:nvPr/>
          </p:nvSpPr>
          <p:spPr>
            <a:xfrm>
              <a:off x="5938311" y="1659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8" name="pt15578"/>
            <p:cNvSpPr/>
            <p:nvPr/>
          </p:nvSpPr>
          <p:spPr>
            <a:xfrm>
              <a:off x="5267333" y="2252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9" name="pt15579"/>
            <p:cNvSpPr/>
            <p:nvPr/>
          </p:nvSpPr>
          <p:spPr>
            <a:xfrm>
              <a:off x="5257993" y="2074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0" name="pt15580"/>
            <p:cNvSpPr/>
            <p:nvPr/>
          </p:nvSpPr>
          <p:spPr>
            <a:xfrm>
              <a:off x="5429361" y="2157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1" name="pt15581"/>
            <p:cNvSpPr/>
            <p:nvPr/>
          </p:nvSpPr>
          <p:spPr>
            <a:xfrm>
              <a:off x="5109823" y="2207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2" name="pt15582"/>
            <p:cNvSpPr/>
            <p:nvPr/>
          </p:nvSpPr>
          <p:spPr>
            <a:xfrm>
              <a:off x="5308039" y="2252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3" name="pt15583"/>
            <p:cNvSpPr/>
            <p:nvPr/>
          </p:nvSpPr>
          <p:spPr>
            <a:xfrm>
              <a:off x="4987442" y="1743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4" name="pt15584"/>
            <p:cNvSpPr/>
            <p:nvPr/>
          </p:nvSpPr>
          <p:spPr>
            <a:xfrm>
              <a:off x="5254047" y="2222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5" name="pt15585"/>
            <p:cNvSpPr/>
            <p:nvPr/>
          </p:nvSpPr>
          <p:spPr>
            <a:xfrm>
              <a:off x="5359628" y="2096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6" name="pt15586"/>
            <p:cNvSpPr/>
            <p:nvPr/>
          </p:nvSpPr>
          <p:spPr>
            <a:xfrm>
              <a:off x="5201113" y="1958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7" name="pt15587"/>
            <p:cNvSpPr/>
            <p:nvPr/>
          </p:nvSpPr>
          <p:spPr>
            <a:xfrm>
              <a:off x="4979663" y="2405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8" name="pt15588"/>
            <p:cNvSpPr/>
            <p:nvPr/>
          </p:nvSpPr>
          <p:spPr>
            <a:xfrm>
              <a:off x="5436992" y="2173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9" name="pt15589"/>
            <p:cNvSpPr/>
            <p:nvPr/>
          </p:nvSpPr>
          <p:spPr>
            <a:xfrm>
              <a:off x="5182328" y="2174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0" name="pt15590"/>
            <p:cNvSpPr/>
            <p:nvPr/>
          </p:nvSpPr>
          <p:spPr>
            <a:xfrm>
              <a:off x="5406155" y="2290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1" name="pt15591"/>
            <p:cNvSpPr/>
            <p:nvPr/>
          </p:nvSpPr>
          <p:spPr>
            <a:xfrm>
              <a:off x="4906070" y="2374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2" name="pt15592"/>
            <p:cNvSpPr/>
            <p:nvPr/>
          </p:nvSpPr>
          <p:spPr>
            <a:xfrm>
              <a:off x="5462166" y="2106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3" name="pt15593"/>
            <p:cNvSpPr/>
            <p:nvPr/>
          </p:nvSpPr>
          <p:spPr>
            <a:xfrm>
              <a:off x="5659213" y="1979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4" name="pt15594"/>
            <p:cNvSpPr/>
            <p:nvPr/>
          </p:nvSpPr>
          <p:spPr>
            <a:xfrm>
              <a:off x="5276823" y="2029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5" name="pt15595"/>
            <p:cNvSpPr/>
            <p:nvPr/>
          </p:nvSpPr>
          <p:spPr>
            <a:xfrm>
              <a:off x="4962117" y="2518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6" name="pt15596"/>
            <p:cNvSpPr/>
            <p:nvPr/>
          </p:nvSpPr>
          <p:spPr>
            <a:xfrm>
              <a:off x="4895796" y="2624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7" name="pt15597"/>
            <p:cNvSpPr/>
            <p:nvPr/>
          </p:nvSpPr>
          <p:spPr>
            <a:xfrm>
              <a:off x="5731207" y="1873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8" name="pt15598"/>
            <p:cNvSpPr/>
            <p:nvPr/>
          </p:nvSpPr>
          <p:spPr>
            <a:xfrm>
              <a:off x="5347009" y="2185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9" name="pt15599"/>
            <p:cNvSpPr/>
            <p:nvPr/>
          </p:nvSpPr>
          <p:spPr>
            <a:xfrm>
              <a:off x="5099527" y="2249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0" name="pt15600"/>
            <p:cNvSpPr/>
            <p:nvPr/>
          </p:nvSpPr>
          <p:spPr>
            <a:xfrm>
              <a:off x="5498718" y="1924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1" name="pt15601"/>
            <p:cNvSpPr/>
            <p:nvPr/>
          </p:nvSpPr>
          <p:spPr>
            <a:xfrm>
              <a:off x="5095080" y="2120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2" name="pt15602"/>
            <p:cNvSpPr/>
            <p:nvPr/>
          </p:nvSpPr>
          <p:spPr>
            <a:xfrm>
              <a:off x="5020117" y="2738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3" name="pt15603"/>
            <p:cNvSpPr/>
            <p:nvPr/>
          </p:nvSpPr>
          <p:spPr>
            <a:xfrm>
              <a:off x="4978137" y="2295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4" name="pt15604"/>
            <p:cNvSpPr/>
            <p:nvPr/>
          </p:nvSpPr>
          <p:spPr>
            <a:xfrm>
              <a:off x="5355839" y="184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5" name="pt15605"/>
            <p:cNvSpPr/>
            <p:nvPr/>
          </p:nvSpPr>
          <p:spPr>
            <a:xfrm>
              <a:off x="5654871" y="1873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6" name="pt15606"/>
            <p:cNvSpPr/>
            <p:nvPr/>
          </p:nvSpPr>
          <p:spPr>
            <a:xfrm>
              <a:off x="5382309" y="2172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7" name="pt15607"/>
            <p:cNvSpPr/>
            <p:nvPr/>
          </p:nvSpPr>
          <p:spPr>
            <a:xfrm>
              <a:off x="5714687" y="1920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8" name="pt15608"/>
            <p:cNvSpPr/>
            <p:nvPr/>
          </p:nvSpPr>
          <p:spPr>
            <a:xfrm>
              <a:off x="4976630" y="2406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9" name="pt15609"/>
            <p:cNvSpPr/>
            <p:nvPr/>
          </p:nvSpPr>
          <p:spPr>
            <a:xfrm>
              <a:off x="5426560" y="2097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0" name="pt15610"/>
            <p:cNvSpPr/>
            <p:nvPr/>
          </p:nvSpPr>
          <p:spPr>
            <a:xfrm>
              <a:off x="5158626" y="2118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1" name="pt15611"/>
            <p:cNvSpPr/>
            <p:nvPr/>
          </p:nvSpPr>
          <p:spPr>
            <a:xfrm>
              <a:off x="5255537" y="2257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2" name="pt15612"/>
            <p:cNvSpPr/>
            <p:nvPr/>
          </p:nvSpPr>
          <p:spPr>
            <a:xfrm>
              <a:off x="5765911" y="1827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3" name="pt15613"/>
            <p:cNvSpPr/>
            <p:nvPr/>
          </p:nvSpPr>
          <p:spPr>
            <a:xfrm>
              <a:off x="5166504" y="2279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4" name="pt15614"/>
            <p:cNvSpPr/>
            <p:nvPr/>
          </p:nvSpPr>
          <p:spPr>
            <a:xfrm>
              <a:off x="5362433" y="2008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5" name="pt15615"/>
            <p:cNvSpPr/>
            <p:nvPr/>
          </p:nvSpPr>
          <p:spPr>
            <a:xfrm>
              <a:off x="5548080" y="2023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6" name="pt15616"/>
            <p:cNvSpPr/>
            <p:nvPr/>
          </p:nvSpPr>
          <p:spPr>
            <a:xfrm>
              <a:off x="5545399" y="2005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7" name="pt15617"/>
            <p:cNvSpPr/>
            <p:nvPr/>
          </p:nvSpPr>
          <p:spPr>
            <a:xfrm>
              <a:off x="5655022" y="2058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8" name="pt15618"/>
            <p:cNvSpPr/>
            <p:nvPr/>
          </p:nvSpPr>
          <p:spPr>
            <a:xfrm>
              <a:off x="4888410" y="2815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9" name="pt15619"/>
            <p:cNvSpPr/>
            <p:nvPr/>
          </p:nvSpPr>
          <p:spPr>
            <a:xfrm>
              <a:off x="5228216" y="2215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0" name="pt15620"/>
            <p:cNvSpPr/>
            <p:nvPr/>
          </p:nvSpPr>
          <p:spPr>
            <a:xfrm>
              <a:off x="5240081" y="2147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1" name="pt15621"/>
            <p:cNvSpPr/>
            <p:nvPr/>
          </p:nvSpPr>
          <p:spPr>
            <a:xfrm>
              <a:off x="4955584" y="2418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2" name="pt15622"/>
            <p:cNvSpPr/>
            <p:nvPr/>
          </p:nvSpPr>
          <p:spPr>
            <a:xfrm>
              <a:off x="5490687" y="2067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3" name="pt15623"/>
            <p:cNvSpPr/>
            <p:nvPr/>
          </p:nvSpPr>
          <p:spPr>
            <a:xfrm>
              <a:off x="5248873" y="2186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4" name="pt15624"/>
            <p:cNvSpPr/>
            <p:nvPr/>
          </p:nvSpPr>
          <p:spPr>
            <a:xfrm>
              <a:off x="5446907" y="2188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5" name="pt15625"/>
            <p:cNvSpPr/>
            <p:nvPr/>
          </p:nvSpPr>
          <p:spPr>
            <a:xfrm>
              <a:off x="5136144" y="2066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6" name="pt15626"/>
            <p:cNvSpPr/>
            <p:nvPr/>
          </p:nvSpPr>
          <p:spPr>
            <a:xfrm>
              <a:off x="4961296" y="2545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7" name="pt15627"/>
            <p:cNvSpPr/>
            <p:nvPr/>
          </p:nvSpPr>
          <p:spPr>
            <a:xfrm>
              <a:off x="5022397" y="2660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8" name="pt15628"/>
            <p:cNvSpPr/>
            <p:nvPr/>
          </p:nvSpPr>
          <p:spPr>
            <a:xfrm>
              <a:off x="5490317" y="1943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9" name="pt15629"/>
            <p:cNvSpPr/>
            <p:nvPr/>
          </p:nvSpPr>
          <p:spPr>
            <a:xfrm>
              <a:off x="4962893" y="2394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0" name="pt15630"/>
            <p:cNvSpPr/>
            <p:nvPr/>
          </p:nvSpPr>
          <p:spPr>
            <a:xfrm>
              <a:off x="5584318" y="1632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1" name="pt15631"/>
            <p:cNvSpPr/>
            <p:nvPr/>
          </p:nvSpPr>
          <p:spPr>
            <a:xfrm>
              <a:off x="5010752" y="2618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2" name="pt15632"/>
            <p:cNvSpPr/>
            <p:nvPr/>
          </p:nvSpPr>
          <p:spPr>
            <a:xfrm>
              <a:off x="5327410" y="2094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3" name="pt15633"/>
            <p:cNvSpPr/>
            <p:nvPr/>
          </p:nvSpPr>
          <p:spPr>
            <a:xfrm>
              <a:off x="5081044" y="2357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4" name="pt15634"/>
            <p:cNvSpPr/>
            <p:nvPr/>
          </p:nvSpPr>
          <p:spPr>
            <a:xfrm>
              <a:off x="5679652" y="1992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5" name="pt15635"/>
            <p:cNvSpPr/>
            <p:nvPr/>
          </p:nvSpPr>
          <p:spPr>
            <a:xfrm>
              <a:off x="5364274" y="1985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6" name="pt15636"/>
            <p:cNvSpPr/>
            <p:nvPr/>
          </p:nvSpPr>
          <p:spPr>
            <a:xfrm>
              <a:off x="5077923" y="2382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7" name="pt15637"/>
            <p:cNvSpPr/>
            <p:nvPr/>
          </p:nvSpPr>
          <p:spPr>
            <a:xfrm>
              <a:off x="5606594" y="2027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8" name="pt15638"/>
            <p:cNvSpPr/>
            <p:nvPr/>
          </p:nvSpPr>
          <p:spPr>
            <a:xfrm>
              <a:off x="5453394" y="2193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9" name="pt15639"/>
            <p:cNvSpPr/>
            <p:nvPr/>
          </p:nvSpPr>
          <p:spPr>
            <a:xfrm>
              <a:off x="4777533" y="2971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0" name="pt15640"/>
            <p:cNvSpPr/>
            <p:nvPr/>
          </p:nvSpPr>
          <p:spPr>
            <a:xfrm>
              <a:off x="5366911" y="1956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1" name="pt15641"/>
            <p:cNvSpPr/>
            <p:nvPr/>
          </p:nvSpPr>
          <p:spPr>
            <a:xfrm>
              <a:off x="5763391" y="1800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2" name="pt15642"/>
            <p:cNvSpPr/>
            <p:nvPr/>
          </p:nvSpPr>
          <p:spPr>
            <a:xfrm>
              <a:off x="5052314" y="2847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3" name="pt15643"/>
            <p:cNvSpPr/>
            <p:nvPr/>
          </p:nvSpPr>
          <p:spPr>
            <a:xfrm>
              <a:off x="5394373" y="2194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4" name="pt15644"/>
            <p:cNvSpPr/>
            <p:nvPr/>
          </p:nvSpPr>
          <p:spPr>
            <a:xfrm>
              <a:off x="5417251" y="2261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5" name="pt15645"/>
            <p:cNvSpPr/>
            <p:nvPr/>
          </p:nvSpPr>
          <p:spPr>
            <a:xfrm>
              <a:off x="5441780" y="2190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6" name="pt15646"/>
            <p:cNvSpPr/>
            <p:nvPr/>
          </p:nvSpPr>
          <p:spPr>
            <a:xfrm>
              <a:off x="5346698" y="2087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7" name="pt15647"/>
            <p:cNvSpPr/>
            <p:nvPr/>
          </p:nvSpPr>
          <p:spPr>
            <a:xfrm>
              <a:off x="5350806" y="2074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8" name="pt15648"/>
            <p:cNvSpPr/>
            <p:nvPr/>
          </p:nvSpPr>
          <p:spPr>
            <a:xfrm>
              <a:off x="5196963" y="2150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9" name="pt15649"/>
            <p:cNvSpPr/>
            <p:nvPr/>
          </p:nvSpPr>
          <p:spPr>
            <a:xfrm>
              <a:off x="5177945" y="2067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0" name="pt15650"/>
            <p:cNvSpPr/>
            <p:nvPr/>
          </p:nvSpPr>
          <p:spPr>
            <a:xfrm>
              <a:off x="5478185" y="2248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1" name="pt15651"/>
            <p:cNvSpPr/>
            <p:nvPr/>
          </p:nvSpPr>
          <p:spPr>
            <a:xfrm>
              <a:off x="5610755" y="1939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2" name="pt15652"/>
            <p:cNvSpPr/>
            <p:nvPr/>
          </p:nvSpPr>
          <p:spPr>
            <a:xfrm>
              <a:off x="5290005" y="2229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3" name="pt15653"/>
            <p:cNvSpPr/>
            <p:nvPr/>
          </p:nvSpPr>
          <p:spPr>
            <a:xfrm>
              <a:off x="5313745" y="2203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4" name="pt15654"/>
            <p:cNvSpPr/>
            <p:nvPr/>
          </p:nvSpPr>
          <p:spPr>
            <a:xfrm>
              <a:off x="5467547" y="2236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5" name="pt15655"/>
            <p:cNvSpPr/>
            <p:nvPr/>
          </p:nvSpPr>
          <p:spPr>
            <a:xfrm>
              <a:off x="5762634" y="2051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6" name="pt15656"/>
            <p:cNvSpPr/>
            <p:nvPr/>
          </p:nvSpPr>
          <p:spPr>
            <a:xfrm>
              <a:off x="5194385" y="2079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7" name="pt15657"/>
            <p:cNvSpPr/>
            <p:nvPr/>
          </p:nvSpPr>
          <p:spPr>
            <a:xfrm>
              <a:off x="5350021" y="2053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8" name="pt15658"/>
            <p:cNvSpPr/>
            <p:nvPr/>
          </p:nvSpPr>
          <p:spPr>
            <a:xfrm>
              <a:off x="5357613" y="2032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9" name="pt15659"/>
            <p:cNvSpPr/>
            <p:nvPr/>
          </p:nvSpPr>
          <p:spPr>
            <a:xfrm>
              <a:off x="5247721" y="2227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0" name="pt15660"/>
            <p:cNvSpPr/>
            <p:nvPr/>
          </p:nvSpPr>
          <p:spPr>
            <a:xfrm>
              <a:off x="5701995" y="1695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1" name="pt15661"/>
            <p:cNvSpPr/>
            <p:nvPr/>
          </p:nvSpPr>
          <p:spPr>
            <a:xfrm>
              <a:off x="5248904" y="2225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2" name="pt15662"/>
            <p:cNvSpPr/>
            <p:nvPr/>
          </p:nvSpPr>
          <p:spPr>
            <a:xfrm>
              <a:off x="5448868" y="2267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3" name="pt15663"/>
            <p:cNvSpPr/>
            <p:nvPr/>
          </p:nvSpPr>
          <p:spPr>
            <a:xfrm>
              <a:off x="5233108" y="2159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4" name="pt15664"/>
            <p:cNvSpPr/>
            <p:nvPr/>
          </p:nvSpPr>
          <p:spPr>
            <a:xfrm>
              <a:off x="4958218" y="2377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5" name="pt15665"/>
            <p:cNvSpPr/>
            <p:nvPr/>
          </p:nvSpPr>
          <p:spPr>
            <a:xfrm>
              <a:off x="5485181" y="1972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6" name="pt15666"/>
            <p:cNvSpPr/>
            <p:nvPr/>
          </p:nvSpPr>
          <p:spPr>
            <a:xfrm>
              <a:off x="5111178" y="22022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7" name="pt15667"/>
            <p:cNvSpPr/>
            <p:nvPr/>
          </p:nvSpPr>
          <p:spPr>
            <a:xfrm>
              <a:off x="4935884" y="2298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8" name="pt15668"/>
            <p:cNvSpPr/>
            <p:nvPr/>
          </p:nvSpPr>
          <p:spPr>
            <a:xfrm>
              <a:off x="5334764" y="2127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9" name="pt15669"/>
            <p:cNvSpPr/>
            <p:nvPr/>
          </p:nvSpPr>
          <p:spPr>
            <a:xfrm>
              <a:off x="5027726" y="2705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0" name="pt15670"/>
            <p:cNvSpPr/>
            <p:nvPr/>
          </p:nvSpPr>
          <p:spPr>
            <a:xfrm>
              <a:off x="5577773" y="1674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1" name="pt15671"/>
            <p:cNvSpPr/>
            <p:nvPr/>
          </p:nvSpPr>
          <p:spPr>
            <a:xfrm>
              <a:off x="4979417" y="2575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2" name="pt15672"/>
            <p:cNvSpPr/>
            <p:nvPr/>
          </p:nvSpPr>
          <p:spPr>
            <a:xfrm>
              <a:off x="5624431" y="1899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3" name="pt15673"/>
            <p:cNvSpPr/>
            <p:nvPr/>
          </p:nvSpPr>
          <p:spPr>
            <a:xfrm>
              <a:off x="5175821" y="208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4" name="pt15674"/>
            <p:cNvSpPr/>
            <p:nvPr/>
          </p:nvSpPr>
          <p:spPr>
            <a:xfrm>
              <a:off x="5421184" y="2231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5" name="pt15675"/>
            <p:cNvSpPr/>
            <p:nvPr/>
          </p:nvSpPr>
          <p:spPr>
            <a:xfrm>
              <a:off x="5309307" y="2218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6" name="pt15676"/>
            <p:cNvSpPr/>
            <p:nvPr/>
          </p:nvSpPr>
          <p:spPr>
            <a:xfrm>
              <a:off x="5344719" y="2145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7" name="pt15677"/>
            <p:cNvSpPr/>
            <p:nvPr/>
          </p:nvSpPr>
          <p:spPr>
            <a:xfrm>
              <a:off x="4971537" y="2434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8" name="pt15678"/>
            <p:cNvSpPr/>
            <p:nvPr/>
          </p:nvSpPr>
          <p:spPr>
            <a:xfrm>
              <a:off x="4781068" y="2501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9" name="pt15679"/>
            <p:cNvSpPr/>
            <p:nvPr/>
          </p:nvSpPr>
          <p:spPr>
            <a:xfrm>
              <a:off x="5006276" y="2815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0" name="pt15680"/>
            <p:cNvSpPr/>
            <p:nvPr/>
          </p:nvSpPr>
          <p:spPr>
            <a:xfrm>
              <a:off x="5502755" y="1920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1" name="pt15681"/>
            <p:cNvSpPr/>
            <p:nvPr/>
          </p:nvSpPr>
          <p:spPr>
            <a:xfrm>
              <a:off x="4877347" y="245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2" name="pt15682"/>
            <p:cNvSpPr/>
            <p:nvPr/>
          </p:nvSpPr>
          <p:spPr>
            <a:xfrm>
              <a:off x="5231808" y="2149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3" name="pt15683"/>
            <p:cNvSpPr/>
            <p:nvPr/>
          </p:nvSpPr>
          <p:spPr>
            <a:xfrm>
              <a:off x="5574280" y="1608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4" name="pt15684"/>
            <p:cNvSpPr/>
            <p:nvPr/>
          </p:nvSpPr>
          <p:spPr>
            <a:xfrm>
              <a:off x="4911557" y="2060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5" name="pt15685"/>
            <p:cNvSpPr/>
            <p:nvPr/>
          </p:nvSpPr>
          <p:spPr>
            <a:xfrm>
              <a:off x="5379085" y="2019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6" name="pt15686"/>
            <p:cNvSpPr/>
            <p:nvPr/>
          </p:nvSpPr>
          <p:spPr>
            <a:xfrm>
              <a:off x="5133607" y="1873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7" name="pt15687"/>
            <p:cNvSpPr/>
            <p:nvPr/>
          </p:nvSpPr>
          <p:spPr>
            <a:xfrm>
              <a:off x="5313601" y="2220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8" name="pt15688"/>
            <p:cNvSpPr/>
            <p:nvPr/>
          </p:nvSpPr>
          <p:spPr>
            <a:xfrm>
              <a:off x="5761648" y="1642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9" name="pt15689"/>
            <p:cNvSpPr/>
            <p:nvPr/>
          </p:nvSpPr>
          <p:spPr>
            <a:xfrm>
              <a:off x="5565800" y="1815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0" name="pt15690"/>
            <p:cNvSpPr/>
            <p:nvPr/>
          </p:nvSpPr>
          <p:spPr>
            <a:xfrm>
              <a:off x="5038003" y="2605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1" name="pt15691"/>
            <p:cNvSpPr/>
            <p:nvPr/>
          </p:nvSpPr>
          <p:spPr>
            <a:xfrm>
              <a:off x="5346029" y="2169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2" name="pt15692"/>
            <p:cNvSpPr/>
            <p:nvPr/>
          </p:nvSpPr>
          <p:spPr>
            <a:xfrm>
              <a:off x="5427996" y="2087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3" name="pt15693"/>
            <p:cNvSpPr/>
            <p:nvPr/>
          </p:nvSpPr>
          <p:spPr>
            <a:xfrm>
              <a:off x="5315587" y="2272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4" name="pt15694"/>
            <p:cNvSpPr/>
            <p:nvPr/>
          </p:nvSpPr>
          <p:spPr>
            <a:xfrm>
              <a:off x="4796113" y="2303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5" name="pt15695"/>
            <p:cNvSpPr/>
            <p:nvPr/>
          </p:nvSpPr>
          <p:spPr>
            <a:xfrm>
              <a:off x="5631692" y="1540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6" name="pt15696"/>
            <p:cNvSpPr/>
            <p:nvPr/>
          </p:nvSpPr>
          <p:spPr>
            <a:xfrm>
              <a:off x="5439942" y="2013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7" name="pt15697"/>
            <p:cNvSpPr/>
            <p:nvPr/>
          </p:nvSpPr>
          <p:spPr>
            <a:xfrm>
              <a:off x="6033281" y="2098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8" name="pt15698"/>
            <p:cNvSpPr/>
            <p:nvPr/>
          </p:nvSpPr>
          <p:spPr>
            <a:xfrm>
              <a:off x="5419131" y="2057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9" name="pt15699"/>
            <p:cNvSpPr/>
            <p:nvPr/>
          </p:nvSpPr>
          <p:spPr>
            <a:xfrm>
              <a:off x="5408554" y="2140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0" name="pt15700"/>
            <p:cNvSpPr/>
            <p:nvPr/>
          </p:nvSpPr>
          <p:spPr>
            <a:xfrm>
              <a:off x="5009955" y="2637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1" name="pt15701"/>
            <p:cNvSpPr/>
            <p:nvPr/>
          </p:nvSpPr>
          <p:spPr>
            <a:xfrm>
              <a:off x="5583659" y="1665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2" name="pt15702"/>
            <p:cNvSpPr/>
            <p:nvPr/>
          </p:nvSpPr>
          <p:spPr>
            <a:xfrm>
              <a:off x="5573482" y="1738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3" name="pt15703"/>
            <p:cNvSpPr/>
            <p:nvPr/>
          </p:nvSpPr>
          <p:spPr>
            <a:xfrm>
              <a:off x="5338695" y="2194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4" name="pt15704"/>
            <p:cNvSpPr/>
            <p:nvPr/>
          </p:nvSpPr>
          <p:spPr>
            <a:xfrm>
              <a:off x="5318619" y="2218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5" name="pt15705"/>
            <p:cNvSpPr/>
            <p:nvPr/>
          </p:nvSpPr>
          <p:spPr>
            <a:xfrm>
              <a:off x="4987773" y="1742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6" name="pt15706"/>
            <p:cNvSpPr/>
            <p:nvPr/>
          </p:nvSpPr>
          <p:spPr>
            <a:xfrm>
              <a:off x="5403971" y="2253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7" name="pt15707"/>
            <p:cNvSpPr/>
            <p:nvPr/>
          </p:nvSpPr>
          <p:spPr>
            <a:xfrm>
              <a:off x="5192618" y="1955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8" name="pt15708"/>
            <p:cNvSpPr/>
            <p:nvPr/>
          </p:nvSpPr>
          <p:spPr>
            <a:xfrm>
              <a:off x="5308370" y="2189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9" name="pt15709"/>
            <p:cNvSpPr/>
            <p:nvPr/>
          </p:nvSpPr>
          <p:spPr>
            <a:xfrm>
              <a:off x="5344273" y="2119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0" name="pt15710"/>
            <p:cNvSpPr/>
            <p:nvPr/>
          </p:nvSpPr>
          <p:spPr>
            <a:xfrm>
              <a:off x="5570592" y="1850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1" name="pt15711"/>
            <p:cNvSpPr/>
            <p:nvPr/>
          </p:nvSpPr>
          <p:spPr>
            <a:xfrm>
              <a:off x="5311122" y="2128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2" name="pt15712"/>
            <p:cNvSpPr/>
            <p:nvPr/>
          </p:nvSpPr>
          <p:spPr>
            <a:xfrm>
              <a:off x="5261852" y="2235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3" name="pt15713"/>
            <p:cNvSpPr/>
            <p:nvPr/>
          </p:nvSpPr>
          <p:spPr>
            <a:xfrm>
              <a:off x="5258411" y="2202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4" name="pt15714"/>
            <p:cNvSpPr/>
            <p:nvPr/>
          </p:nvSpPr>
          <p:spPr>
            <a:xfrm>
              <a:off x="5738425" y="1910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5" name="pt15715"/>
            <p:cNvSpPr/>
            <p:nvPr/>
          </p:nvSpPr>
          <p:spPr>
            <a:xfrm>
              <a:off x="5205702" y="1980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6" name="pt15716"/>
            <p:cNvSpPr/>
            <p:nvPr/>
          </p:nvSpPr>
          <p:spPr>
            <a:xfrm>
              <a:off x="5128110" y="2033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7" name="pt15717"/>
            <p:cNvSpPr/>
            <p:nvPr/>
          </p:nvSpPr>
          <p:spPr>
            <a:xfrm>
              <a:off x="5244067" y="2164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8" name="pt15718"/>
            <p:cNvSpPr/>
            <p:nvPr/>
          </p:nvSpPr>
          <p:spPr>
            <a:xfrm>
              <a:off x="5371349" y="1900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9" name="pt15719"/>
            <p:cNvSpPr/>
            <p:nvPr/>
          </p:nvSpPr>
          <p:spPr>
            <a:xfrm>
              <a:off x="5379971" y="2086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0" name="pt15720"/>
            <p:cNvSpPr/>
            <p:nvPr/>
          </p:nvSpPr>
          <p:spPr>
            <a:xfrm>
              <a:off x="5749906" y="1715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1" name="pt15721"/>
            <p:cNvSpPr/>
            <p:nvPr/>
          </p:nvSpPr>
          <p:spPr>
            <a:xfrm>
              <a:off x="5333485" y="2078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2" name="pt15722"/>
            <p:cNvSpPr/>
            <p:nvPr/>
          </p:nvSpPr>
          <p:spPr>
            <a:xfrm>
              <a:off x="4950046" y="2525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3" name="pt15723"/>
            <p:cNvSpPr/>
            <p:nvPr/>
          </p:nvSpPr>
          <p:spPr>
            <a:xfrm>
              <a:off x="5246994" y="2209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4" name="pt15724"/>
            <p:cNvSpPr/>
            <p:nvPr/>
          </p:nvSpPr>
          <p:spPr>
            <a:xfrm>
              <a:off x="5285878" y="2073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5" name="pt15725"/>
            <p:cNvSpPr/>
            <p:nvPr/>
          </p:nvSpPr>
          <p:spPr>
            <a:xfrm>
              <a:off x="5252107" y="2277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6" name="pt15726"/>
            <p:cNvSpPr/>
            <p:nvPr/>
          </p:nvSpPr>
          <p:spPr>
            <a:xfrm>
              <a:off x="5011697" y="2607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7" name="pt15727"/>
            <p:cNvSpPr/>
            <p:nvPr/>
          </p:nvSpPr>
          <p:spPr>
            <a:xfrm>
              <a:off x="5103515" y="2177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8" name="pt15728"/>
            <p:cNvSpPr/>
            <p:nvPr/>
          </p:nvSpPr>
          <p:spPr>
            <a:xfrm>
              <a:off x="5181971" y="2105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9" name="pt15729"/>
            <p:cNvSpPr/>
            <p:nvPr/>
          </p:nvSpPr>
          <p:spPr>
            <a:xfrm>
              <a:off x="5217658" y="2092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0" name="pt15730"/>
            <p:cNvSpPr/>
            <p:nvPr/>
          </p:nvSpPr>
          <p:spPr>
            <a:xfrm>
              <a:off x="5016509" y="2560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1" name="pt15731"/>
            <p:cNvSpPr/>
            <p:nvPr/>
          </p:nvSpPr>
          <p:spPr>
            <a:xfrm>
              <a:off x="5076103" y="2460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2" name="pt15732"/>
            <p:cNvSpPr/>
            <p:nvPr/>
          </p:nvSpPr>
          <p:spPr>
            <a:xfrm>
              <a:off x="5509094" y="2156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3" name="pt15733"/>
            <p:cNvSpPr/>
            <p:nvPr/>
          </p:nvSpPr>
          <p:spPr>
            <a:xfrm>
              <a:off x="5716713" y="1809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4" name="pt15734"/>
            <p:cNvSpPr/>
            <p:nvPr/>
          </p:nvSpPr>
          <p:spPr>
            <a:xfrm>
              <a:off x="4922189" y="2292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5" name="pt15735"/>
            <p:cNvSpPr/>
            <p:nvPr/>
          </p:nvSpPr>
          <p:spPr>
            <a:xfrm>
              <a:off x="5242159" y="2125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6" name="pt15736"/>
            <p:cNvSpPr/>
            <p:nvPr/>
          </p:nvSpPr>
          <p:spPr>
            <a:xfrm>
              <a:off x="4989168" y="1580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7" name="pt15737"/>
            <p:cNvSpPr/>
            <p:nvPr/>
          </p:nvSpPr>
          <p:spPr>
            <a:xfrm>
              <a:off x="5442769" y="2241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8" name="pt15738"/>
            <p:cNvSpPr/>
            <p:nvPr/>
          </p:nvSpPr>
          <p:spPr>
            <a:xfrm>
              <a:off x="5282517" y="1947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9" name="pt15739"/>
            <p:cNvSpPr/>
            <p:nvPr/>
          </p:nvSpPr>
          <p:spPr>
            <a:xfrm>
              <a:off x="5802232" y="1624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0" name="pt15740"/>
            <p:cNvSpPr/>
            <p:nvPr/>
          </p:nvSpPr>
          <p:spPr>
            <a:xfrm>
              <a:off x="5348358" y="2089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1" name="pt15741"/>
            <p:cNvSpPr/>
            <p:nvPr/>
          </p:nvSpPr>
          <p:spPr>
            <a:xfrm>
              <a:off x="5098831" y="2186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2" name="pt15742"/>
            <p:cNvSpPr/>
            <p:nvPr/>
          </p:nvSpPr>
          <p:spPr>
            <a:xfrm>
              <a:off x="5205958" y="2126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3" name="pt15743"/>
            <p:cNvSpPr/>
            <p:nvPr/>
          </p:nvSpPr>
          <p:spPr>
            <a:xfrm>
              <a:off x="5776874" y="1547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4" name="pt15744"/>
            <p:cNvSpPr/>
            <p:nvPr/>
          </p:nvSpPr>
          <p:spPr>
            <a:xfrm>
              <a:off x="4907578" y="2431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5" name="pt15745"/>
            <p:cNvSpPr/>
            <p:nvPr/>
          </p:nvSpPr>
          <p:spPr>
            <a:xfrm>
              <a:off x="5406441" y="2168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6" name="pt15746"/>
            <p:cNvSpPr/>
            <p:nvPr/>
          </p:nvSpPr>
          <p:spPr>
            <a:xfrm>
              <a:off x="5301955" y="2154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7" name="pt15747"/>
            <p:cNvSpPr/>
            <p:nvPr/>
          </p:nvSpPr>
          <p:spPr>
            <a:xfrm>
              <a:off x="5390389" y="2267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8" name="pt15748"/>
            <p:cNvSpPr/>
            <p:nvPr/>
          </p:nvSpPr>
          <p:spPr>
            <a:xfrm>
              <a:off x="4789315" y="2549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9" name="pt15749"/>
            <p:cNvSpPr/>
            <p:nvPr/>
          </p:nvSpPr>
          <p:spPr>
            <a:xfrm>
              <a:off x="5546106" y="1935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0" name="pt15750"/>
            <p:cNvSpPr/>
            <p:nvPr/>
          </p:nvSpPr>
          <p:spPr>
            <a:xfrm>
              <a:off x="5139403" y="2076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1" name="pt15751"/>
            <p:cNvSpPr/>
            <p:nvPr/>
          </p:nvSpPr>
          <p:spPr>
            <a:xfrm>
              <a:off x="5566453" y="201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2" name="pt15752"/>
            <p:cNvSpPr/>
            <p:nvPr/>
          </p:nvSpPr>
          <p:spPr>
            <a:xfrm>
              <a:off x="5361265" y="2010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3" name="pt15753"/>
            <p:cNvSpPr/>
            <p:nvPr/>
          </p:nvSpPr>
          <p:spPr>
            <a:xfrm>
              <a:off x="5218967" y="2195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4" name="pt15754"/>
            <p:cNvSpPr/>
            <p:nvPr/>
          </p:nvSpPr>
          <p:spPr>
            <a:xfrm>
              <a:off x="5166342" y="2103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5" name="pt15755"/>
            <p:cNvSpPr/>
            <p:nvPr/>
          </p:nvSpPr>
          <p:spPr>
            <a:xfrm>
              <a:off x="5644513" y="1960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6" name="pt15756"/>
            <p:cNvSpPr/>
            <p:nvPr/>
          </p:nvSpPr>
          <p:spPr>
            <a:xfrm>
              <a:off x="5037570" y="258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7" name="pt15757"/>
            <p:cNvSpPr/>
            <p:nvPr/>
          </p:nvSpPr>
          <p:spPr>
            <a:xfrm>
              <a:off x="5510495" y="1969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8" name="pt15758"/>
            <p:cNvSpPr/>
            <p:nvPr/>
          </p:nvSpPr>
          <p:spPr>
            <a:xfrm>
              <a:off x="5701310" y="1796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9" name="pt15759"/>
            <p:cNvSpPr/>
            <p:nvPr/>
          </p:nvSpPr>
          <p:spPr>
            <a:xfrm>
              <a:off x="4885669" y="2584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0" name="pt15760"/>
            <p:cNvSpPr/>
            <p:nvPr/>
          </p:nvSpPr>
          <p:spPr>
            <a:xfrm>
              <a:off x="5353211" y="2078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1" name="pt15761"/>
            <p:cNvSpPr/>
            <p:nvPr/>
          </p:nvSpPr>
          <p:spPr>
            <a:xfrm>
              <a:off x="5441905" y="2042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2" name="pt15762"/>
            <p:cNvSpPr/>
            <p:nvPr/>
          </p:nvSpPr>
          <p:spPr>
            <a:xfrm>
              <a:off x="5487810" y="1866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3" name="pt15763"/>
            <p:cNvSpPr/>
            <p:nvPr/>
          </p:nvSpPr>
          <p:spPr>
            <a:xfrm>
              <a:off x="5118134" y="2115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4" name="pt15764"/>
            <p:cNvSpPr/>
            <p:nvPr/>
          </p:nvSpPr>
          <p:spPr>
            <a:xfrm>
              <a:off x="5561728" y="2019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5" name="pt15765"/>
            <p:cNvSpPr/>
            <p:nvPr/>
          </p:nvSpPr>
          <p:spPr>
            <a:xfrm>
              <a:off x="5348328" y="2171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6" name="pt15766"/>
            <p:cNvSpPr/>
            <p:nvPr/>
          </p:nvSpPr>
          <p:spPr>
            <a:xfrm>
              <a:off x="5190429" y="2169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7" name="pt15767"/>
            <p:cNvSpPr/>
            <p:nvPr/>
          </p:nvSpPr>
          <p:spPr>
            <a:xfrm>
              <a:off x="5416151" y="2269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8" name="pt15768"/>
            <p:cNvSpPr/>
            <p:nvPr/>
          </p:nvSpPr>
          <p:spPr>
            <a:xfrm>
              <a:off x="5719321" y="1884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9" name="pt15769"/>
            <p:cNvSpPr/>
            <p:nvPr/>
          </p:nvSpPr>
          <p:spPr>
            <a:xfrm>
              <a:off x="5216796" y="2209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0" name="pt15770"/>
            <p:cNvSpPr/>
            <p:nvPr/>
          </p:nvSpPr>
          <p:spPr>
            <a:xfrm>
              <a:off x="4991802" y="2048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1" name="pt15771"/>
            <p:cNvSpPr/>
            <p:nvPr/>
          </p:nvSpPr>
          <p:spPr>
            <a:xfrm>
              <a:off x="5241976" y="2195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2" name="pt15772"/>
            <p:cNvSpPr/>
            <p:nvPr/>
          </p:nvSpPr>
          <p:spPr>
            <a:xfrm>
              <a:off x="5378894" y="1949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3" name="pt15773"/>
            <p:cNvSpPr/>
            <p:nvPr/>
          </p:nvSpPr>
          <p:spPr>
            <a:xfrm>
              <a:off x="5207008" y="2255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4" name="pt15774"/>
            <p:cNvSpPr/>
            <p:nvPr/>
          </p:nvSpPr>
          <p:spPr>
            <a:xfrm>
              <a:off x="5095298" y="2300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5" name="pt15775"/>
            <p:cNvSpPr/>
            <p:nvPr/>
          </p:nvSpPr>
          <p:spPr>
            <a:xfrm>
              <a:off x="5306555" y="2260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6" name="pt15776"/>
            <p:cNvSpPr/>
            <p:nvPr/>
          </p:nvSpPr>
          <p:spPr>
            <a:xfrm>
              <a:off x="5150962" y="2160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7" name="pt15777"/>
            <p:cNvSpPr/>
            <p:nvPr/>
          </p:nvSpPr>
          <p:spPr>
            <a:xfrm>
              <a:off x="5116277" y="1998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8" name="pt15778"/>
            <p:cNvSpPr/>
            <p:nvPr/>
          </p:nvSpPr>
          <p:spPr>
            <a:xfrm>
              <a:off x="4938713" y="2420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9" name="pt15779"/>
            <p:cNvSpPr/>
            <p:nvPr/>
          </p:nvSpPr>
          <p:spPr>
            <a:xfrm>
              <a:off x="5480667" y="2294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0" name="pt15780"/>
            <p:cNvSpPr/>
            <p:nvPr/>
          </p:nvSpPr>
          <p:spPr>
            <a:xfrm>
              <a:off x="5265469" y="2214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1" name="pt15781"/>
            <p:cNvSpPr/>
            <p:nvPr/>
          </p:nvSpPr>
          <p:spPr>
            <a:xfrm>
              <a:off x="4804566" y="2105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2" name="pt15782"/>
            <p:cNvSpPr/>
            <p:nvPr/>
          </p:nvSpPr>
          <p:spPr>
            <a:xfrm>
              <a:off x="5379134" y="2080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3" name="pt15783"/>
            <p:cNvSpPr/>
            <p:nvPr/>
          </p:nvSpPr>
          <p:spPr>
            <a:xfrm>
              <a:off x="5101133" y="2346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4" name="pt15784"/>
            <p:cNvSpPr/>
            <p:nvPr/>
          </p:nvSpPr>
          <p:spPr>
            <a:xfrm>
              <a:off x="5423804" y="2184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5" name="pt15785"/>
            <p:cNvSpPr/>
            <p:nvPr/>
          </p:nvSpPr>
          <p:spPr>
            <a:xfrm>
              <a:off x="5067744" y="2560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6" name="pt15786"/>
            <p:cNvSpPr/>
            <p:nvPr/>
          </p:nvSpPr>
          <p:spPr>
            <a:xfrm>
              <a:off x="5342599" y="2201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7" name="pt15787"/>
            <p:cNvSpPr/>
            <p:nvPr/>
          </p:nvSpPr>
          <p:spPr>
            <a:xfrm>
              <a:off x="5387539" y="1973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8" name="pt15788"/>
            <p:cNvSpPr/>
            <p:nvPr/>
          </p:nvSpPr>
          <p:spPr>
            <a:xfrm>
              <a:off x="5457279" y="2095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9" name="pt15789"/>
            <p:cNvSpPr/>
            <p:nvPr/>
          </p:nvSpPr>
          <p:spPr>
            <a:xfrm>
              <a:off x="5026628" y="2686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0" name="pt15790"/>
            <p:cNvSpPr/>
            <p:nvPr/>
          </p:nvSpPr>
          <p:spPr>
            <a:xfrm>
              <a:off x="5794174" y="1655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1" name="pt15791"/>
            <p:cNvSpPr/>
            <p:nvPr/>
          </p:nvSpPr>
          <p:spPr>
            <a:xfrm>
              <a:off x="5372100" y="1973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2" name="pt15792"/>
            <p:cNvSpPr/>
            <p:nvPr/>
          </p:nvSpPr>
          <p:spPr>
            <a:xfrm>
              <a:off x="5758654" y="1758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3" name="pt15793"/>
            <p:cNvSpPr/>
            <p:nvPr/>
          </p:nvSpPr>
          <p:spPr>
            <a:xfrm>
              <a:off x="5801636" y="1722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4" name="pt15794"/>
            <p:cNvSpPr/>
            <p:nvPr/>
          </p:nvSpPr>
          <p:spPr>
            <a:xfrm>
              <a:off x="5401896" y="2214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5" name="pt15795"/>
            <p:cNvSpPr/>
            <p:nvPr/>
          </p:nvSpPr>
          <p:spPr>
            <a:xfrm>
              <a:off x="5454512" y="2293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6" name="pt15796"/>
            <p:cNvSpPr/>
            <p:nvPr/>
          </p:nvSpPr>
          <p:spPr>
            <a:xfrm>
              <a:off x="4839055" y="1609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7" name="pt15797"/>
            <p:cNvSpPr/>
            <p:nvPr/>
          </p:nvSpPr>
          <p:spPr>
            <a:xfrm>
              <a:off x="5385761" y="2048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8" name="pt15798"/>
            <p:cNvSpPr/>
            <p:nvPr/>
          </p:nvSpPr>
          <p:spPr>
            <a:xfrm>
              <a:off x="5192415" y="1913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9" name="pt15799"/>
            <p:cNvSpPr/>
            <p:nvPr/>
          </p:nvSpPr>
          <p:spPr>
            <a:xfrm>
              <a:off x="5225708" y="1990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0" name="pt15800"/>
            <p:cNvSpPr/>
            <p:nvPr/>
          </p:nvSpPr>
          <p:spPr>
            <a:xfrm>
              <a:off x="5285599" y="203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1" name="pt15801"/>
            <p:cNvSpPr/>
            <p:nvPr/>
          </p:nvSpPr>
          <p:spPr>
            <a:xfrm>
              <a:off x="5162811" y="2174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2" name="pt15802"/>
            <p:cNvSpPr/>
            <p:nvPr/>
          </p:nvSpPr>
          <p:spPr>
            <a:xfrm>
              <a:off x="5240370" y="2155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3" name="pt15803"/>
            <p:cNvSpPr/>
            <p:nvPr/>
          </p:nvSpPr>
          <p:spPr>
            <a:xfrm>
              <a:off x="5309046" y="2228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4" name="pt15804"/>
            <p:cNvSpPr/>
            <p:nvPr/>
          </p:nvSpPr>
          <p:spPr>
            <a:xfrm>
              <a:off x="5276880" y="19875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5" name="pt15805"/>
            <p:cNvSpPr/>
            <p:nvPr/>
          </p:nvSpPr>
          <p:spPr>
            <a:xfrm>
              <a:off x="5300398" y="2170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6" name="pt15806"/>
            <p:cNvSpPr/>
            <p:nvPr/>
          </p:nvSpPr>
          <p:spPr>
            <a:xfrm>
              <a:off x="5359085" y="2058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7" name="pt15807"/>
            <p:cNvSpPr/>
            <p:nvPr/>
          </p:nvSpPr>
          <p:spPr>
            <a:xfrm>
              <a:off x="5452495" y="2277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8" name="pt15808"/>
            <p:cNvSpPr/>
            <p:nvPr/>
          </p:nvSpPr>
          <p:spPr>
            <a:xfrm>
              <a:off x="5166368" y="2179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9" name="pt15809"/>
            <p:cNvSpPr/>
            <p:nvPr/>
          </p:nvSpPr>
          <p:spPr>
            <a:xfrm>
              <a:off x="4896853" y="2329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0" name="pt15810"/>
            <p:cNvSpPr/>
            <p:nvPr/>
          </p:nvSpPr>
          <p:spPr>
            <a:xfrm>
              <a:off x="5343056" y="2190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1" name="pt15811"/>
            <p:cNvSpPr/>
            <p:nvPr/>
          </p:nvSpPr>
          <p:spPr>
            <a:xfrm>
              <a:off x="4990543" y="1868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2" name="pt15812"/>
            <p:cNvSpPr/>
            <p:nvPr/>
          </p:nvSpPr>
          <p:spPr>
            <a:xfrm>
              <a:off x="5513073" y="1870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3" name="pt15813"/>
            <p:cNvSpPr/>
            <p:nvPr/>
          </p:nvSpPr>
          <p:spPr>
            <a:xfrm>
              <a:off x="6058782" y="1875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4" name="pt15814"/>
            <p:cNvSpPr/>
            <p:nvPr/>
          </p:nvSpPr>
          <p:spPr>
            <a:xfrm>
              <a:off x="5481316" y="2240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5" name="pt15815"/>
            <p:cNvSpPr/>
            <p:nvPr/>
          </p:nvSpPr>
          <p:spPr>
            <a:xfrm>
              <a:off x="5178253" y="2137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6" name="pt15816"/>
            <p:cNvSpPr/>
            <p:nvPr/>
          </p:nvSpPr>
          <p:spPr>
            <a:xfrm>
              <a:off x="5168581" y="2141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7" name="pt15817"/>
            <p:cNvSpPr/>
            <p:nvPr/>
          </p:nvSpPr>
          <p:spPr>
            <a:xfrm>
              <a:off x="5749568" y="1829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8" name="pt15818"/>
            <p:cNvSpPr/>
            <p:nvPr/>
          </p:nvSpPr>
          <p:spPr>
            <a:xfrm>
              <a:off x="4909966" y="2261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9" name="pt15819"/>
            <p:cNvSpPr/>
            <p:nvPr/>
          </p:nvSpPr>
          <p:spPr>
            <a:xfrm>
              <a:off x="5554381" y="21101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0" name="pt15820"/>
            <p:cNvSpPr/>
            <p:nvPr/>
          </p:nvSpPr>
          <p:spPr>
            <a:xfrm>
              <a:off x="5463695" y="2135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1" name="pt15821"/>
            <p:cNvSpPr/>
            <p:nvPr/>
          </p:nvSpPr>
          <p:spPr>
            <a:xfrm>
              <a:off x="5324251" y="2013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2" name="pt15822"/>
            <p:cNvSpPr/>
            <p:nvPr/>
          </p:nvSpPr>
          <p:spPr>
            <a:xfrm>
              <a:off x="5415412" y="2071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3" name="pt15823"/>
            <p:cNvSpPr/>
            <p:nvPr/>
          </p:nvSpPr>
          <p:spPr>
            <a:xfrm>
              <a:off x="5233058" y="2073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4" name="pt15824"/>
            <p:cNvSpPr/>
            <p:nvPr/>
          </p:nvSpPr>
          <p:spPr>
            <a:xfrm>
              <a:off x="5250352" y="2278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5" name="pt15825"/>
            <p:cNvSpPr/>
            <p:nvPr/>
          </p:nvSpPr>
          <p:spPr>
            <a:xfrm>
              <a:off x="4985137" y="199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6" name="pt15826"/>
            <p:cNvSpPr/>
            <p:nvPr/>
          </p:nvSpPr>
          <p:spPr>
            <a:xfrm>
              <a:off x="5186644" y="2112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7" name="pt15827"/>
            <p:cNvSpPr/>
            <p:nvPr/>
          </p:nvSpPr>
          <p:spPr>
            <a:xfrm>
              <a:off x="5680565" y="1824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8" name="pt15828"/>
            <p:cNvSpPr/>
            <p:nvPr/>
          </p:nvSpPr>
          <p:spPr>
            <a:xfrm>
              <a:off x="5789162" y="18604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9" name="pt15829"/>
            <p:cNvSpPr/>
            <p:nvPr/>
          </p:nvSpPr>
          <p:spPr>
            <a:xfrm>
              <a:off x="5746044" y="2102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0" name="pt15830"/>
            <p:cNvSpPr/>
            <p:nvPr/>
          </p:nvSpPr>
          <p:spPr>
            <a:xfrm>
              <a:off x="4979919" y="2302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1" name="pt15831"/>
            <p:cNvSpPr/>
            <p:nvPr/>
          </p:nvSpPr>
          <p:spPr>
            <a:xfrm>
              <a:off x="5482269" y="2205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2" name="pt15832"/>
            <p:cNvSpPr/>
            <p:nvPr/>
          </p:nvSpPr>
          <p:spPr>
            <a:xfrm>
              <a:off x="5207565" y="2094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3" name="pt15833"/>
            <p:cNvSpPr/>
            <p:nvPr/>
          </p:nvSpPr>
          <p:spPr>
            <a:xfrm>
              <a:off x="4935839" y="2250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4" name="pt15834"/>
            <p:cNvSpPr/>
            <p:nvPr/>
          </p:nvSpPr>
          <p:spPr>
            <a:xfrm>
              <a:off x="5486904" y="1988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5" name="pt15835"/>
            <p:cNvSpPr/>
            <p:nvPr/>
          </p:nvSpPr>
          <p:spPr>
            <a:xfrm>
              <a:off x="5598500" y="1917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6" name="pt15836"/>
            <p:cNvSpPr/>
            <p:nvPr/>
          </p:nvSpPr>
          <p:spPr>
            <a:xfrm>
              <a:off x="5725920" y="192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7" name="pt15837"/>
            <p:cNvSpPr/>
            <p:nvPr/>
          </p:nvSpPr>
          <p:spPr>
            <a:xfrm>
              <a:off x="5088612" y="2056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8" name="pt15838"/>
            <p:cNvSpPr/>
            <p:nvPr/>
          </p:nvSpPr>
          <p:spPr>
            <a:xfrm>
              <a:off x="5355261" y="2074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9" name="pt15839"/>
            <p:cNvSpPr/>
            <p:nvPr/>
          </p:nvSpPr>
          <p:spPr>
            <a:xfrm>
              <a:off x="5396802" y="2078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0" name="pt15840"/>
            <p:cNvSpPr/>
            <p:nvPr/>
          </p:nvSpPr>
          <p:spPr>
            <a:xfrm>
              <a:off x="5478673" y="2282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1" name="pt15841"/>
            <p:cNvSpPr/>
            <p:nvPr/>
          </p:nvSpPr>
          <p:spPr>
            <a:xfrm>
              <a:off x="5634690" y="1827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2" name="pt15842"/>
            <p:cNvSpPr/>
            <p:nvPr/>
          </p:nvSpPr>
          <p:spPr>
            <a:xfrm>
              <a:off x="5404231" y="2207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3" name="pt15843"/>
            <p:cNvSpPr/>
            <p:nvPr/>
          </p:nvSpPr>
          <p:spPr>
            <a:xfrm>
              <a:off x="5373525" y="20453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4" name="pt15844"/>
            <p:cNvSpPr/>
            <p:nvPr/>
          </p:nvSpPr>
          <p:spPr>
            <a:xfrm>
              <a:off x="5659637" y="1936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5" name="pt15845"/>
            <p:cNvSpPr/>
            <p:nvPr/>
          </p:nvSpPr>
          <p:spPr>
            <a:xfrm>
              <a:off x="5507843" y="1947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6" name="pt15846"/>
            <p:cNvSpPr/>
            <p:nvPr/>
          </p:nvSpPr>
          <p:spPr>
            <a:xfrm>
              <a:off x="5532948" y="2117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7" name="pt15847"/>
            <p:cNvSpPr/>
            <p:nvPr/>
          </p:nvSpPr>
          <p:spPr>
            <a:xfrm>
              <a:off x="4925469" y="2614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8" name="pt15848"/>
            <p:cNvSpPr/>
            <p:nvPr/>
          </p:nvSpPr>
          <p:spPr>
            <a:xfrm>
              <a:off x="5273966" y="1895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9" name="pt15849"/>
            <p:cNvSpPr/>
            <p:nvPr/>
          </p:nvSpPr>
          <p:spPr>
            <a:xfrm>
              <a:off x="5517064" y="1859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0" name="pt15850"/>
            <p:cNvSpPr/>
            <p:nvPr/>
          </p:nvSpPr>
          <p:spPr>
            <a:xfrm>
              <a:off x="5615206" y="2002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1" name="pt15851"/>
            <p:cNvSpPr/>
            <p:nvPr/>
          </p:nvSpPr>
          <p:spPr>
            <a:xfrm>
              <a:off x="5174172" y="2129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2" name="pt15852"/>
            <p:cNvSpPr/>
            <p:nvPr/>
          </p:nvSpPr>
          <p:spPr>
            <a:xfrm>
              <a:off x="4926224" y="2206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3" name="pt15853"/>
            <p:cNvSpPr/>
            <p:nvPr/>
          </p:nvSpPr>
          <p:spPr>
            <a:xfrm>
              <a:off x="5547774" y="1991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4" name="pt15854"/>
            <p:cNvSpPr/>
            <p:nvPr/>
          </p:nvSpPr>
          <p:spPr>
            <a:xfrm>
              <a:off x="5247647" y="2206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5" name="pt15855"/>
            <p:cNvSpPr/>
            <p:nvPr/>
          </p:nvSpPr>
          <p:spPr>
            <a:xfrm>
              <a:off x="4973218" y="2231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6" name="pt15856"/>
            <p:cNvSpPr/>
            <p:nvPr/>
          </p:nvSpPr>
          <p:spPr>
            <a:xfrm>
              <a:off x="4988597" y="1878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7" name="pt15857"/>
            <p:cNvSpPr/>
            <p:nvPr/>
          </p:nvSpPr>
          <p:spPr>
            <a:xfrm>
              <a:off x="5059107" y="2551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8" name="pt15858"/>
            <p:cNvSpPr/>
            <p:nvPr/>
          </p:nvSpPr>
          <p:spPr>
            <a:xfrm>
              <a:off x="5011095" y="2635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9" name="pt15859"/>
            <p:cNvSpPr/>
            <p:nvPr/>
          </p:nvSpPr>
          <p:spPr>
            <a:xfrm>
              <a:off x="5072678" y="2226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0" name="pt15860"/>
            <p:cNvSpPr/>
            <p:nvPr/>
          </p:nvSpPr>
          <p:spPr>
            <a:xfrm>
              <a:off x="5597122" y="1915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1" name="pt15861"/>
            <p:cNvSpPr/>
            <p:nvPr/>
          </p:nvSpPr>
          <p:spPr>
            <a:xfrm>
              <a:off x="5369046" y="1982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2" name="pt15862"/>
            <p:cNvSpPr/>
            <p:nvPr/>
          </p:nvSpPr>
          <p:spPr>
            <a:xfrm>
              <a:off x="5618550" y="1959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3" name="pt15863"/>
            <p:cNvSpPr/>
            <p:nvPr/>
          </p:nvSpPr>
          <p:spPr>
            <a:xfrm>
              <a:off x="4965964" y="2411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4" name="pt15864"/>
            <p:cNvSpPr/>
            <p:nvPr/>
          </p:nvSpPr>
          <p:spPr>
            <a:xfrm>
              <a:off x="5628510" y="1526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5" name="pt15865"/>
            <p:cNvSpPr/>
            <p:nvPr/>
          </p:nvSpPr>
          <p:spPr>
            <a:xfrm>
              <a:off x="5459189" y="2259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6" name="pt15866"/>
            <p:cNvSpPr/>
            <p:nvPr/>
          </p:nvSpPr>
          <p:spPr>
            <a:xfrm>
              <a:off x="4643765" y="2726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7" name="pt15867"/>
            <p:cNvSpPr/>
            <p:nvPr/>
          </p:nvSpPr>
          <p:spPr>
            <a:xfrm>
              <a:off x="5419726" y="209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8" name="pt15868"/>
            <p:cNvSpPr/>
            <p:nvPr/>
          </p:nvSpPr>
          <p:spPr>
            <a:xfrm>
              <a:off x="5062075" y="2518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9" name="pt15869"/>
            <p:cNvSpPr/>
            <p:nvPr/>
          </p:nvSpPr>
          <p:spPr>
            <a:xfrm>
              <a:off x="5439355" y="1982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0" name="pt15870"/>
            <p:cNvSpPr/>
            <p:nvPr/>
          </p:nvSpPr>
          <p:spPr>
            <a:xfrm>
              <a:off x="5294166" y="2160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1" name="pt15871"/>
            <p:cNvSpPr/>
            <p:nvPr/>
          </p:nvSpPr>
          <p:spPr>
            <a:xfrm>
              <a:off x="5154743" y="2215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2" name="pt15872"/>
            <p:cNvSpPr/>
            <p:nvPr/>
          </p:nvSpPr>
          <p:spPr>
            <a:xfrm>
              <a:off x="5237997" y="2136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3" name="pt15873"/>
            <p:cNvSpPr/>
            <p:nvPr/>
          </p:nvSpPr>
          <p:spPr>
            <a:xfrm>
              <a:off x="5290212" y="2243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4" name="pt15874"/>
            <p:cNvSpPr/>
            <p:nvPr/>
          </p:nvSpPr>
          <p:spPr>
            <a:xfrm>
              <a:off x="5163871" y="210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5" name="pt15875"/>
            <p:cNvSpPr/>
            <p:nvPr/>
          </p:nvSpPr>
          <p:spPr>
            <a:xfrm>
              <a:off x="4782175" y="2895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6" name="pt15876"/>
            <p:cNvSpPr/>
            <p:nvPr/>
          </p:nvSpPr>
          <p:spPr>
            <a:xfrm>
              <a:off x="5220790" y="2084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7" name="pt15877"/>
            <p:cNvSpPr/>
            <p:nvPr/>
          </p:nvSpPr>
          <p:spPr>
            <a:xfrm>
              <a:off x="4988529" y="1587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8" name="pt15878"/>
            <p:cNvSpPr/>
            <p:nvPr/>
          </p:nvSpPr>
          <p:spPr>
            <a:xfrm>
              <a:off x="5192166" y="2025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9" name="pt15879"/>
            <p:cNvSpPr/>
            <p:nvPr/>
          </p:nvSpPr>
          <p:spPr>
            <a:xfrm>
              <a:off x="4843884" y="1704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0" name="pt15880"/>
            <p:cNvSpPr/>
            <p:nvPr/>
          </p:nvSpPr>
          <p:spPr>
            <a:xfrm>
              <a:off x="5285397" y="2057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1" name="pt15881"/>
            <p:cNvSpPr/>
            <p:nvPr/>
          </p:nvSpPr>
          <p:spPr>
            <a:xfrm>
              <a:off x="5240079" y="2119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2" name="pt15882"/>
            <p:cNvSpPr/>
            <p:nvPr/>
          </p:nvSpPr>
          <p:spPr>
            <a:xfrm>
              <a:off x="5259551" y="2200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3" name="pt15883"/>
            <p:cNvSpPr/>
            <p:nvPr/>
          </p:nvSpPr>
          <p:spPr>
            <a:xfrm>
              <a:off x="5565555" y="1923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4" name="pt15884"/>
            <p:cNvSpPr/>
            <p:nvPr/>
          </p:nvSpPr>
          <p:spPr>
            <a:xfrm>
              <a:off x="5458932" y="2262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5" name="pt15885"/>
            <p:cNvSpPr/>
            <p:nvPr/>
          </p:nvSpPr>
          <p:spPr>
            <a:xfrm>
              <a:off x="5270424" y="2241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6" name="pt15886"/>
            <p:cNvSpPr/>
            <p:nvPr/>
          </p:nvSpPr>
          <p:spPr>
            <a:xfrm>
              <a:off x="5234881" y="2212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7" name="pt15887"/>
            <p:cNvSpPr/>
            <p:nvPr/>
          </p:nvSpPr>
          <p:spPr>
            <a:xfrm>
              <a:off x="4595002" y="2637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8" name="pt15888"/>
            <p:cNvSpPr/>
            <p:nvPr/>
          </p:nvSpPr>
          <p:spPr>
            <a:xfrm>
              <a:off x="5353942" y="1906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9" name="pt15889"/>
            <p:cNvSpPr/>
            <p:nvPr/>
          </p:nvSpPr>
          <p:spPr>
            <a:xfrm>
              <a:off x="5158727" y="2116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0" name="pt15890"/>
            <p:cNvSpPr/>
            <p:nvPr/>
          </p:nvSpPr>
          <p:spPr>
            <a:xfrm>
              <a:off x="5464761" y="214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1" name="pt15891"/>
            <p:cNvSpPr/>
            <p:nvPr/>
          </p:nvSpPr>
          <p:spPr>
            <a:xfrm>
              <a:off x="5260295" y="2264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2" name="pt15892"/>
            <p:cNvSpPr/>
            <p:nvPr/>
          </p:nvSpPr>
          <p:spPr>
            <a:xfrm>
              <a:off x="4984376" y="2116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3" name="pt15893"/>
            <p:cNvSpPr/>
            <p:nvPr/>
          </p:nvSpPr>
          <p:spPr>
            <a:xfrm>
              <a:off x="5446880" y="2162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4" name="pt15894"/>
            <p:cNvSpPr/>
            <p:nvPr/>
          </p:nvSpPr>
          <p:spPr>
            <a:xfrm>
              <a:off x="4949321" y="2540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5" name="pt15895"/>
            <p:cNvSpPr/>
            <p:nvPr/>
          </p:nvSpPr>
          <p:spPr>
            <a:xfrm>
              <a:off x="4633836" y="2470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6" name="pt15896"/>
            <p:cNvSpPr/>
            <p:nvPr/>
          </p:nvSpPr>
          <p:spPr>
            <a:xfrm>
              <a:off x="5158585" y="2012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7" name="pt15897"/>
            <p:cNvSpPr/>
            <p:nvPr/>
          </p:nvSpPr>
          <p:spPr>
            <a:xfrm>
              <a:off x="5016992" y="2626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8" name="pt15898"/>
            <p:cNvSpPr/>
            <p:nvPr/>
          </p:nvSpPr>
          <p:spPr>
            <a:xfrm>
              <a:off x="5740674" y="1926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9" name="pt15899"/>
            <p:cNvSpPr/>
            <p:nvPr/>
          </p:nvSpPr>
          <p:spPr>
            <a:xfrm>
              <a:off x="5311733" y="2206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0" name="pt15900"/>
            <p:cNvSpPr/>
            <p:nvPr/>
          </p:nvSpPr>
          <p:spPr>
            <a:xfrm>
              <a:off x="4854943" y="2517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1" name="pt15901"/>
            <p:cNvSpPr/>
            <p:nvPr/>
          </p:nvSpPr>
          <p:spPr>
            <a:xfrm>
              <a:off x="5136951" y="1985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2" name="pt15902"/>
            <p:cNvSpPr/>
            <p:nvPr/>
          </p:nvSpPr>
          <p:spPr>
            <a:xfrm>
              <a:off x="4993038" y="2181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3" name="pt15903"/>
            <p:cNvSpPr/>
            <p:nvPr/>
          </p:nvSpPr>
          <p:spPr>
            <a:xfrm>
              <a:off x="5746572" y="1965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4" name="pt15904"/>
            <p:cNvSpPr/>
            <p:nvPr/>
          </p:nvSpPr>
          <p:spPr>
            <a:xfrm>
              <a:off x="5356412" y="2006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5" name="pt15905"/>
            <p:cNvSpPr/>
            <p:nvPr/>
          </p:nvSpPr>
          <p:spPr>
            <a:xfrm>
              <a:off x="5538265" y="1992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6" name="pt15906"/>
            <p:cNvSpPr/>
            <p:nvPr/>
          </p:nvSpPr>
          <p:spPr>
            <a:xfrm>
              <a:off x="5190612" y="2098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7" name="pt15907"/>
            <p:cNvSpPr/>
            <p:nvPr/>
          </p:nvSpPr>
          <p:spPr>
            <a:xfrm>
              <a:off x="5705210" y="18454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8" name="pt15908"/>
            <p:cNvSpPr/>
            <p:nvPr/>
          </p:nvSpPr>
          <p:spPr>
            <a:xfrm>
              <a:off x="5424990" y="2226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9" name="pt15909"/>
            <p:cNvSpPr/>
            <p:nvPr/>
          </p:nvSpPr>
          <p:spPr>
            <a:xfrm>
              <a:off x="5319445" y="2261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0" name="pt15910"/>
            <p:cNvSpPr/>
            <p:nvPr/>
          </p:nvSpPr>
          <p:spPr>
            <a:xfrm>
              <a:off x="5135556" y="2016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1" name="pt15911"/>
            <p:cNvSpPr/>
            <p:nvPr/>
          </p:nvSpPr>
          <p:spPr>
            <a:xfrm>
              <a:off x="5651680" y="1845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2" name="pt15912"/>
            <p:cNvSpPr/>
            <p:nvPr/>
          </p:nvSpPr>
          <p:spPr>
            <a:xfrm>
              <a:off x="5113247" y="2111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3" name="pt15913"/>
            <p:cNvSpPr/>
            <p:nvPr/>
          </p:nvSpPr>
          <p:spPr>
            <a:xfrm>
              <a:off x="5907977" y="1962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4" name="pt15914"/>
            <p:cNvSpPr/>
            <p:nvPr/>
          </p:nvSpPr>
          <p:spPr>
            <a:xfrm>
              <a:off x="5134412" y="1745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5" name="pt15915"/>
            <p:cNvSpPr/>
            <p:nvPr/>
          </p:nvSpPr>
          <p:spPr>
            <a:xfrm>
              <a:off x="5152330" y="2013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6" name="pt15916"/>
            <p:cNvSpPr/>
            <p:nvPr/>
          </p:nvSpPr>
          <p:spPr>
            <a:xfrm>
              <a:off x="5007581" y="2750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7" name="pt15917"/>
            <p:cNvSpPr/>
            <p:nvPr/>
          </p:nvSpPr>
          <p:spPr>
            <a:xfrm>
              <a:off x="5322896" y="2287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8" name="pt15918"/>
            <p:cNvSpPr/>
            <p:nvPr/>
          </p:nvSpPr>
          <p:spPr>
            <a:xfrm>
              <a:off x="5639663" y="1725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9" name="pt15919"/>
            <p:cNvSpPr/>
            <p:nvPr/>
          </p:nvSpPr>
          <p:spPr>
            <a:xfrm>
              <a:off x="5435273" y="2271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0" name="pt15920"/>
            <p:cNvSpPr/>
            <p:nvPr/>
          </p:nvSpPr>
          <p:spPr>
            <a:xfrm>
              <a:off x="5352975" y="2045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1" name="pt15921"/>
            <p:cNvSpPr/>
            <p:nvPr/>
          </p:nvSpPr>
          <p:spPr>
            <a:xfrm>
              <a:off x="5726547" y="2101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2" name="pt15922"/>
            <p:cNvSpPr/>
            <p:nvPr/>
          </p:nvSpPr>
          <p:spPr>
            <a:xfrm>
              <a:off x="5327409" y="2142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3" name="pt15923"/>
            <p:cNvSpPr/>
            <p:nvPr/>
          </p:nvSpPr>
          <p:spPr>
            <a:xfrm>
              <a:off x="5778614" y="1856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4" name="pt15924"/>
            <p:cNvSpPr/>
            <p:nvPr/>
          </p:nvSpPr>
          <p:spPr>
            <a:xfrm>
              <a:off x="5297538" y="2165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5" name="pt15925"/>
            <p:cNvSpPr/>
            <p:nvPr/>
          </p:nvSpPr>
          <p:spPr>
            <a:xfrm>
              <a:off x="5642101" y="1850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6" name="pt15926"/>
            <p:cNvSpPr/>
            <p:nvPr/>
          </p:nvSpPr>
          <p:spPr>
            <a:xfrm>
              <a:off x="5061654" y="2610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7" name="pt15927"/>
            <p:cNvSpPr/>
            <p:nvPr/>
          </p:nvSpPr>
          <p:spPr>
            <a:xfrm>
              <a:off x="5021780" y="2553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8" name="pt15928"/>
            <p:cNvSpPr/>
            <p:nvPr/>
          </p:nvSpPr>
          <p:spPr>
            <a:xfrm>
              <a:off x="5189125" y="2169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9" name="pt15929"/>
            <p:cNvSpPr/>
            <p:nvPr/>
          </p:nvSpPr>
          <p:spPr>
            <a:xfrm>
              <a:off x="4809347" y="1913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0" name="pt15930"/>
            <p:cNvSpPr/>
            <p:nvPr/>
          </p:nvSpPr>
          <p:spPr>
            <a:xfrm>
              <a:off x="5876872" y="1950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1" name="pt15931"/>
            <p:cNvSpPr/>
            <p:nvPr/>
          </p:nvSpPr>
          <p:spPr>
            <a:xfrm>
              <a:off x="5651757" y="18947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2" name="pt15932"/>
            <p:cNvSpPr/>
            <p:nvPr/>
          </p:nvSpPr>
          <p:spPr>
            <a:xfrm>
              <a:off x="5343103" y="2195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3" name="pt15933"/>
            <p:cNvSpPr/>
            <p:nvPr/>
          </p:nvSpPr>
          <p:spPr>
            <a:xfrm>
              <a:off x="5448096" y="2275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4" name="pt15934"/>
            <p:cNvSpPr/>
            <p:nvPr/>
          </p:nvSpPr>
          <p:spPr>
            <a:xfrm>
              <a:off x="5246145" y="2164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5" name="pt15935"/>
            <p:cNvSpPr/>
            <p:nvPr/>
          </p:nvSpPr>
          <p:spPr>
            <a:xfrm>
              <a:off x="5417927" y="2036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6" name="pt15936"/>
            <p:cNvSpPr/>
            <p:nvPr/>
          </p:nvSpPr>
          <p:spPr>
            <a:xfrm>
              <a:off x="5358506" y="1894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7" name="pt15937"/>
            <p:cNvSpPr/>
            <p:nvPr/>
          </p:nvSpPr>
          <p:spPr>
            <a:xfrm>
              <a:off x="5370578" y="2024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8" name="pt15938"/>
            <p:cNvSpPr/>
            <p:nvPr/>
          </p:nvSpPr>
          <p:spPr>
            <a:xfrm>
              <a:off x="5537566" y="2038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9" name="pt15939"/>
            <p:cNvSpPr/>
            <p:nvPr/>
          </p:nvSpPr>
          <p:spPr>
            <a:xfrm>
              <a:off x="5307635" y="2111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0" name="pt15940"/>
            <p:cNvSpPr/>
            <p:nvPr/>
          </p:nvSpPr>
          <p:spPr>
            <a:xfrm>
              <a:off x="5727981" y="1841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1" name="pt15941"/>
            <p:cNvSpPr/>
            <p:nvPr/>
          </p:nvSpPr>
          <p:spPr>
            <a:xfrm>
              <a:off x="5314002" y="224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2" name="pt15942"/>
            <p:cNvSpPr/>
            <p:nvPr/>
          </p:nvSpPr>
          <p:spPr>
            <a:xfrm>
              <a:off x="5126412" y="2087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3" name="pt15943"/>
            <p:cNvSpPr/>
            <p:nvPr/>
          </p:nvSpPr>
          <p:spPr>
            <a:xfrm>
              <a:off x="5040673" y="2726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4" name="pt15944"/>
            <p:cNvSpPr/>
            <p:nvPr/>
          </p:nvSpPr>
          <p:spPr>
            <a:xfrm>
              <a:off x="5509128" y="1902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5" name="pt15945"/>
            <p:cNvSpPr/>
            <p:nvPr/>
          </p:nvSpPr>
          <p:spPr>
            <a:xfrm>
              <a:off x="5232787" y="2108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6" name="pt15946"/>
            <p:cNvSpPr/>
            <p:nvPr/>
          </p:nvSpPr>
          <p:spPr>
            <a:xfrm>
              <a:off x="5499522" y="2046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7" name="pt15947"/>
            <p:cNvSpPr/>
            <p:nvPr/>
          </p:nvSpPr>
          <p:spPr>
            <a:xfrm>
              <a:off x="5491332" y="1950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8" name="pt15948"/>
            <p:cNvSpPr/>
            <p:nvPr/>
          </p:nvSpPr>
          <p:spPr>
            <a:xfrm>
              <a:off x="5433478" y="2168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9" name="pt15949"/>
            <p:cNvSpPr/>
            <p:nvPr/>
          </p:nvSpPr>
          <p:spPr>
            <a:xfrm>
              <a:off x="5524460" y="1879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0" name="pt15950"/>
            <p:cNvSpPr/>
            <p:nvPr/>
          </p:nvSpPr>
          <p:spPr>
            <a:xfrm>
              <a:off x="5085600" y="2430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1" name="pt15951"/>
            <p:cNvSpPr/>
            <p:nvPr/>
          </p:nvSpPr>
          <p:spPr>
            <a:xfrm>
              <a:off x="5909196" y="2051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2" name="pt15952"/>
            <p:cNvSpPr/>
            <p:nvPr/>
          </p:nvSpPr>
          <p:spPr>
            <a:xfrm>
              <a:off x="5303877" y="2115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3" name="pt15953"/>
            <p:cNvSpPr/>
            <p:nvPr/>
          </p:nvSpPr>
          <p:spPr>
            <a:xfrm>
              <a:off x="5549058" y="1961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4" name="pt15954"/>
            <p:cNvSpPr/>
            <p:nvPr/>
          </p:nvSpPr>
          <p:spPr>
            <a:xfrm>
              <a:off x="5678651" y="1984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5" name="pt15955"/>
            <p:cNvSpPr/>
            <p:nvPr/>
          </p:nvSpPr>
          <p:spPr>
            <a:xfrm>
              <a:off x="5645424" y="1929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6" name="pt15956"/>
            <p:cNvSpPr/>
            <p:nvPr/>
          </p:nvSpPr>
          <p:spPr>
            <a:xfrm>
              <a:off x="5946314" y="1880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7" name="pt15957"/>
            <p:cNvSpPr/>
            <p:nvPr/>
          </p:nvSpPr>
          <p:spPr>
            <a:xfrm>
              <a:off x="5040020" y="2607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8" name="pt15958"/>
            <p:cNvSpPr/>
            <p:nvPr/>
          </p:nvSpPr>
          <p:spPr>
            <a:xfrm>
              <a:off x="5611002" y="2043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9" name="pt15959"/>
            <p:cNvSpPr/>
            <p:nvPr/>
          </p:nvSpPr>
          <p:spPr>
            <a:xfrm>
              <a:off x="5148246" y="2156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0" name="pt15960"/>
            <p:cNvSpPr/>
            <p:nvPr/>
          </p:nvSpPr>
          <p:spPr>
            <a:xfrm>
              <a:off x="5187817" y="2180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1" name="pt15961"/>
            <p:cNvSpPr/>
            <p:nvPr/>
          </p:nvSpPr>
          <p:spPr>
            <a:xfrm>
              <a:off x="4963987" y="2684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2" name="pt15962"/>
            <p:cNvSpPr/>
            <p:nvPr/>
          </p:nvSpPr>
          <p:spPr>
            <a:xfrm>
              <a:off x="5160444" y="2077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3" name="pt15963"/>
            <p:cNvSpPr/>
            <p:nvPr/>
          </p:nvSpPr>
          <p:spPr>
            <a:xfrm>
              <a:off x="4875173" y="2404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4" name="pt15964"/>
            <p:cNvSpPr/>
            <p:nvPr/>
          </p:nvSpPr>
          <p:spPr>
            <a:xfrm>
              <a:off x="5523326" y="2016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5" name="pt15965"/>
            <p:cNvSpPr/>
            <p:nvPr/>
          </p:nvSpPr>
          <p:spPr>
            <a:xfrm>
              <a:off x="4931534" y="2291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6" name="pt15966"/>
            <p:cNvSpPr/>
            <p:nvPr/>
          </p:nvSpPr>
          <p:spPr>
            <a:xfrm>
              <a:off x="5324358" y="2177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7" name="pt15967"/>
            <p:cNvSpPr/>
            <p:nvPr/>
          </p:nvSpPr>
          <p:spPr>
            <a:xfrm>
              <a:off x="5782389" y="1745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8" name="pt15968"/>
            <p:cNvSpPr/>
            <p:nvPr/>
          </p:nvSpPr>
          <p:spPr>
            <a:xfrm>
              <a:off x="5558496" y="2000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9" name="pt15969"/>
            <p:cNvSpPr/>
            <p:nvPr/>
          </p:nvSpPr>
          <p:spPr>
            <a:xfrm>
              <a:off x="5205024" y="2013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0" name="pt15970"/>
            <p:cNvSpPr/>
            <p:nvPr/>
          </p:nvSpPr>
          <p:spPr>
            <a:xfrm>
              <a:off x="5083209" y="2319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1" name="pt15971"/>
            <p:cNvSpPr/>
            <p:nvPr/>
          </p:nvSpPr>
          <p:spPr>
            <a:xfrm>
              <a:off x="5576144" y="1695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2" name="pt15972"/>
            <p:cNvSpPr/>
            <p:nvPr/>
          </p:nvSpPr>
          <p:spPr>
            <a:xfrm>
              <a:off x="5209044" y="2138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3" name="pt15973"/>
            <p:cNvSpPr/>
            <p:nvPr/>
          </p:nvSpPr>
          <p:spPr>
            <a:xfrm>
              <a:off x="5457143" y="2124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4" name="pt15974"/>
            <p:cNvSpPr/>
            <p:nvPr/>
          </p:nvSpPr>
          <p:spPr>
            <a:xfrm>
              <a:off x="4811000" y="2310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5" name="pt15975"/>
            <p:cNvSpPr/>
            <p:nvPr/>
          </p:nvSpPr>
          <p:spPr>
            <a:xfrm>
              <a:off x="5300396" y="2192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6" name="pt15976"/>
            <p:cNvSpPr/>
            <p:nvPr/>
          </p:nvSpPr>
          <p:spPr>
            <a:xfrm>
              <a:off x="4926716" y="2458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7" name="pt15977"/>
            <p:cNvSpPr/>
            <p:nvPr/>
          </p:nvSpPr>
          <p:spPr>
            <a:xfrm>
              <a:off x="5231569" y="2135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8" name="pt15978"/>
            <p:cNvSpPr/>
            <p:nvPr/>
          </p:nvSpPr>
          <p:spPr>
            <a:xfrm>
              <a:off x="5482440" y="2277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9" name="pt15979"/>
            <p:cNvSpPr/>
            <p:nvPr/>
          </p:nvSpPr>
          <p:spPr>
            <a:xfrm>
              <a:off x="5388552" y="2275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0" name="pt15980"/>
            <p:cNvSpPr/>
            <p:nvPr/>
          </p:nvSpPr>
          <p:spPr>
            <a:xfrm>
              <a:off x="5270573" y="2254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1" name="pt15981"/>
            <p:cNvSpPr/>
            <p:nvPr/>
          </p:nvSpPr>
          <p:spPr>
            <a:xfrm>
              <a:off x="5258119" y="2224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2" name="pt15982"/>
            <p:cNvSpPr/>
            <p:nvPr/>
          </p:nvSpPr>
          <p:spPr>
            <a:xfrm>
              <a:off x="5257817" y="2208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3" name="pt15983"/>
            <p:cNvSpPr/>
            <p:nvPr/>
          </p:nvSpPr>
          <p:spPr>
            <a:xfrm>
              <a:off x="5652690" y="1849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4" name="pt15984"/>
            <p:cNvSpPr/>
            <p:nvPr/>
          </p:nvSpPr>
          <p:spPr>
            <a:xfrm>
              <a:off x="5598249" y="1861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5" name="pt15985"/>
            <p:cNvSpPr/>
            <p:nvPr/>
          </p:nvSpPr>
          <p:spPr>
            <a:xfrm>
              <a:off x="5133386" y="1847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6" name="pt15986"/>
            <p:cNvSpPr/>
            <p:nvPr/>
          </p:nvSpPr>
          <p:spPr>
            <a:xfrm>
              <a:off x="5857418" y="1526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7" name="pt15987"/>
            <p:cNvSpPr/>
            <p:nvPr/>
          </p:nvSpPr>
          <p:spPr>
            <a:xfrm>
              <a:off x="5636593" y="1821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8" name="pt15988"/>
            <p:cNvSpPr/>
            <p:nvPr/>
          </p:nvSpPr>
          <p:spPr>
            <a:xfrm>
              <a:off x="5275141" y="1868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9" name="pt15989"/>
            <p:cNvSpPr/>
            <p:nvPr/>
          </p:nvSpPr>
          <p:spPr>
            <a:xfrm>
              <a:off x="5246566" y="2145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0" name="pt15990"/>
            <p:cNvSpPr/>
            <p:nvPr/>
          </p:nvSpPr>
          <p:spPr>
            <a:xfrm>
              <a:off x="5337043" y="2196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1" name="pt15991"/>
            <p:cNvSpPr/>
            <p:nvPr/>
          </p:nvSpPr>
          <p:spPr>
            <a:xfrm>
              <a:off x="5319952" y="21673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2" name="pt15992"/>
            <p:cNvSpPr/>
            <p:nvPr/>
          </p:nvSpPr>
          <p:spPr>
            <a:xfrm>
              <a:off x="5145010" y="2191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3" name="pt15993"/>
            <p:cNvSpPr/>
            <p:nvPr/>
          </p:nvSpPr>
          <p:spPr>
            <a:xfrm>
              <a:off x="5037187" y="2670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4" name="pt15994"/>
            <p:cNvSpPr/>
            <p:nvPr/>
          </p:nvSpPr>
          <p:spPr>
            <a:xfrm>
              <a:off x="5531467" y="2070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5" name="pt15995"/>
            <p:cNvSpPr/>
            <p:nvPr/>
          </p:nvSpPr>
          <p:spPr>
            <a:xfrm>
              <a:off x="5372128" y="1866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6" name="pt15996"/>
            <p:cNvSpPr/>
            <p:nvPr/>
          </p:nvSpPr>
          <p:spPr>
            <a:xfrm>
              <a:off x="5630762" y="1998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7" name="pt15997"/>
            <p:cNvSpPr/>
            <p:nvPr/>
          </p:nvSpPr>
          <p:spPr>
            <a:xfrm>
              <a:off x="5173755" y="2166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8" name="pt15998"/>
            <p:cNvSpPr/>
            <p:nvPr/>
          </p:nvSpPr>
          <p:spPr>
            <a:xfrm>
              <a:off x="5935025" y="1594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9" name="pt15999"/>
            <p:cNvSpPr/>
            <p:nvPr/>
          </p:nvSpPr>
          <p:spPr>
            <a:xfrm>
              <a:off x="4954444" y="2571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0" name="pt16000"/>
            <p:cNvSpPr/>
            <p:nvPr/>
          </p:nvSpPr>
          <p:spPr>
            <a:xfrm>
              <a:off x="5466079" y="2210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1" name="pt16001"/>
            <p:cNvSpPr/>
            <p:nvPr/>
          </p:nvSpPr>
          <p:spPr>
            <a:xfrm>
              <a:off x="5218329" y="2194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2" name="pt16002"/>
            <p:cNvSpPr/>
            <p:nvPr/>
          </p:nvSpPr>
          <p:spPr>
            <a:xfrm>
              <a:off x="5208047" y="2230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3" name="pt16003"/>
            <p:cNvSpPr/>
            <p:nvPr/>
          </p:nvSpPr>
          <p:spPr>
            <a:xfrm>
              <a:off x="5697200" y="2054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4" name="pt16004"/>
            <p:cNvSpPr/>
            <p:nvPr/>
          </p:nvSpPr>
          <p:spPr>
            <a:xfrm>
              <a:off x="5395354" y="23289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5" name="pt16005"/>
            <p:cNvSpPr/>
            <p:nvPr/>
          </p:nvSpPr>
          <p:spPr>
            <a:xfrm>
              <a:off x="5384348" y="21001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6" name="pt16006"/>
            <p:cNvSpPr/>
            <p:nvPr/>
          </p:nvSpPr>
          <p:spPr>
            <a:xfrm>
              <a:off x="5203307" y="2152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7" name="pt16007"/>
            <p:cNvSpPr/>
            <p:nvPr/>
          </p:nvSpPr>
          <p:spPr>
            <a:xfrm>
              <a:off x="4904840" y="2582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8" name="pt16008"/>
            <p:cNvSpPr/>
            <p:nvPr/>
          </p:nvSpPr>
          <p:spPr>
            <a:xfrm>
              <a:off x="5416611" y="2021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9" name="pt16009"/>
            <p:cNvSpPr/>
            <p:nvPr/>
          </p:nvSpPr>
          <p:spPr>
            <a:xfrm>
              <a:off x="5432277" y="2055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0" name="pt16010"/>
            <p:cNvSpPr/>
            <p:nvPr/>
          </p:nvSpPr>
          <p:spPr>
            <a:xfrm>
              <a:off x="5148349" y="2052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1" name="pt16011"/>
            <p:cNvSpPr/>
            <p:nvPr/>
          </p:nvSpPr>
          <p:spPr>
            <a:xfrm>
              <a:off x="5363062" y="1887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2" name="pt16012"/>
            <p:cNvSpPr/>
            <p:nvPr/>
          </p:nvSpPr>
          <p:spPr>
            <a:xfrm>
              <a:off x="5518521" y="2044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3" name="pt16013"/>
            <p:cNvSpPr/>
            <p:nvPr/>
          </p:nvSpPr>
          <p:spPr>
            <a:xfrm>
              <a:off x="5318416" y="2356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4" name="pt16014"/>
            <p:cNvSpPr/>
            <p:nvPr/>
          </p:nvSpPr>
          <p:spPr>
            <a:xfrm>
              <a:off x="5371117" y="1992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5" name="pt16015"/>
            <p:cNvSpPr/>
            <p:nvPr/>
          </p:nvSpPr>
          <p:spPr>
            <a:xfrm>
              <a:off x="5121429" y="1970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6" name="pt16016"/>
            <p:cNvSpPr/>
            <p:nvPr/>
          </p:nvSpPr>
          <p:spPr>
            <a:xfrm>
              <a:off x="5538975" y="1933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7" name="pt16017"/>
            <p:cNvSpPr/>
            <p:nvPr/>
          </p:nvSpPr>
          <p:spPr>
            <a:xfrm>
              <a:off x="5501238" y="1985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8" name="pt16018"/>
            <p:cNvSpPr/>
            <p:nvPr/>
          </p:nvSpPr>
          <p:spPr>
            <a:xfrm>
              <a:off x="5001779" y="2644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9" name="pt16019"/>
            <p:cNvSpPr/>
            <p:nvPr/>
          </p:nvSpPr>
          <p:spPr>
            <a:xfrm>
              <a:off x="5457536" y="2160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0" name="pt16020"/>
            <p:cNvSpPr/>
            <p:nvPr/>
          </p:nvSpPr>
          <p:spPr>
            <a:xfrm>
              <a:off x="5928200" y="2020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1" name="pt16021"/>
            <p:cNvSpPr/>
            <p:nvPr/>
          </p:nvSpPr>
          <p:spPr>
            <a:xfrm>
              <a:off x="5386567" y="2027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2" name="pt16022"/>
            <p:cNvSpPr/>
            <p:nvPr/>
          </p:nvSpPr>
          <p:spPr>
            <a:xfrm>
              <a:off x="5085951" y="2236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3" name="pt16023"/>
            <p:cNvSpPr/>
            <p:nvPr/>
          </p:nvSpPr>
          <p:spPr>
            <a:xfrm>
              <a:off x="5744442" y="1876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4" name="pt16024"/>
            <p:cNvSpPr/>
            <p:nvPr/>
          </p:nvSpPr>
          <p:spPr>
            <a:xfrm>
              <a:off x="5538852" y="1927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5" name="pt16025"/>
            <p:cNvSpPr/>
            <p:nvPr/>
          </p:nvSpPr>
          <p:spPr>
            <a:xfrm>
              <a:off x="4956329" y="2615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6" name="pt16026"/>
            <p:cNvSpPr/>
            <p:nvPr/>
          </p:nvSpPr>
          <p:spPr>
            <a:xfrm>
              <a:off x="5278038" y="215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7" name="pt16027"/>
            <p:cNvSpPr/>
            <p:nvPr/>
          </p:nvSpPr>
          <p:spPr>
            <a:xfrm>
              <a:off x="5682843" y="1976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8" name="pt16028"/>
            <p:cNvSpPr/>
            <p:nvPr/>
          </p:nvSpPr>
          <p:spPr>
            <a:xfrm>
              <a:off x="5251690" y="2252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9" name="pt16029"/>
            <p:cNvSpPr/>
            <p:nvPr/>
          </p:nvSpPr>
          <p:spPr>
            <a:xfrm>
              <a:off x="5617824" y="2051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0" name="pt16030"/>
            <p:cNvSpPr/>
            <p:nvPr/>
          </p:nvSpPr>
          <p:spPr>
            <a:xfrm>
              <a:off x="5433942" y="2137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1" name="pt16031"/>
            <p:cNvSpPr/>
            <p:nvPr/>
          </p:nvSpPr>
          <p:spPr>
            <a:xfrm>
              <a:off x="5309747" y="226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2" name="pt16032"/>
            <p:cNvSpPr/>
            <p:nvPr/>
          </p:nvSpPr>
          <p:spPr>
            <a:xfrm>
              <a:off x="5276728" y="2115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3" name="pt16033"/>
            <p:cNvSpPr/>
            <p:nvPr/>
          </p:nvSpPr>
          <p:spPr>
            <a:xfrm>
              <a:off x="5607833" y="2037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4" name="pt16034"/>
            <p:cNvSpPr/>
            <p:nvPr/>
          </p:nvSpPr>
          <p:spPr>
            <a:xfrm>
              <a:off x="5352453" y="2047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5" name="pt16035"/>
            <p:cNvSpPr/>
            <p:nvPr/>
          </p:nvSpPr>
          <p:spPr>
            <a:xfrm>
              <a:off x="5184265" y="2138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6" name="pt16036"/>
            <p:cNvSpPr/>
            <p:nvPr/>
          </p:nvSpPr>
          <p:spPr>
            <a:xfrm>
              <a:off x="4955848" y="246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7" name="pt16037"/>
            <p:cNvSpPr/>
            <p:nvPr/>
          </p:nvSpPr>
          <p:spPr>
            <a:xfrm>
              <a:off x="5619295" y="2072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8" name="pt16038"/>
            <p:cNvSpPr/>
            <p:nvPr/>
          </p:nvSpPr>
          <p:spPr>
            <a:xfrm>
              <a:off x="5545619" y="2070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9" name="pt16039"/>
            <p:cNvSpPr/>
            <p:nvPr/>
          </p:nvSpPr>
          <p:spPr>
            <a:xfrm>
              <a:off x="5252647" y="2123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0" name="pt16040"/>
            <p:cNvSpPr/>
            <p:nvPr/>
          </p:nvSpPr>
          <p:spPr>
            <a:xfrm>
              <a:off x="5061864" y="2489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1" name="pt16041"/>
            <p:cNvSpPr/>
            <p:nvPr/>
          </p:nvSpPr>
          <p:spPr>
            <a:xfrm>
              <a:off x="5472600" y="2187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2" name="pt16042"/>
            <p:cNvSpPr/>
            <p:nvPr/>
          </p:nvSpPr>
          <p:spPr>
            <a:xfrm>
              <a:off x="5353778" y="2095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3" name="pt16043"/>
            <p:cNvSpPr/>
            <p:nvPr/>
          </p:nvSpPr>
          <p:spPr>
            <a:xfrm>
              <a:off x="5471879" y="2320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4" name="pt16044"/>
            <p:cNvSpPr/>
            <p:nvPr/>
          </p:nvSpPr>
          <p:spPr>
            <a:xfrm>
              <a:off x="5501836" y="1860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5" name="pt16045"/>
            <p:cNvSpPr/>
            <p:nvPr/>
          </p:nvSpPr>
          <p:spPr>
            <a:xfrm>
              <a:off x="5547713" y="1995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6" name="pt16046"/>
            <p:cNvSpPr/>
            <p:nvPr/>
          </p:nvSpPr>
          <p:spPr>
            <a:xfrm>
              <a:off x="5424582" y="2208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7" name="pt16047"/>
            <p:cNvSpPr/>
            <p:nvPr/>
          </p:nvSpPr>
          <p:spPr>
            <a:xfrm>
              <a:off x="5399508" y="2115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8" name="pt16048"/>
            <p:cNvSpPr/>
            <p:nvPr/>
          </p:nvSpPr>
          <p:spPr>
            <a:xfrm>
              <a:off x="5869319" y="1293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9" name="pt16049"/>
            <p:cNvSpPr/>
            <p:nvPr/>
          </p:nvSpPr>
          <p:spPr>
            <a:xfrm>
              <a:off x="4919212" y="2162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0" name="pt16050"/>
            <p:cNvSpPr/>
            <p:nvPr/>
          </p:nvSpPr>
          <p:spPr>
            <a:xfrm>
              <a:off x="4898275" y="2690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1" name="pt16051"/>
            <p:cNvSpPr/>
            <p:nvPr/>
          </p:nvSpPr>
          <p:spPr>
            <a:xfrm>
              <a:off x="5353372" y="2028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2" name="pt16052"/>
            <p:cNvSpPr/>
            <p:nvPr/>
          </p:nvSpPr>
          <p:spPr>
            <a:xfrm>
              <a:off x="5204934" y="2084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3" name="pt16053"/>
            <p:cNvSpPr/>
            <p:nvPr/>
          </p:nvSpPr>
          <p:spPr>
            <a:xfrm>
              <a:off x="5458586" y="2195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4" name="pt16054"/>
            <p:cNvSpPr/>
            <p:nvPr/>
          </p:nvSpPr>
          <p:spPr>
            <a:xfrm>
              <a:off x="5715530" y="1926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5" name="pt16055"/>
            <p:cNvSpPr/>
            <p:nvPr/>
          </p:nvSpPr>
          <p:spPr>
            <a:xfrm>
              <a:off x="5174989" y="2100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6" name="pt16056"/>
            <p:cNvSpPr/>
            <p:nvPr/>
          </p:nvSpPr>
          <p:spPr>
            <a:xfrm>
              <a:off x="5358818" y="2117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7" name="pt16057"/>
            <p:cNvSpPr/>
            <p:nvPr/>
          </p:nvSpPr>
          <p:spPr>
            <a:xfrm>
              <a:off x="5242125" y="2193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8" name="pt16058"/>
            <p:cNvSpPr/>
            <p:nvPr/>
          </p:nvSpPr>
          <p:spPr>
            <a:xfrm>
              <a:off x="5202419" y="2069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9" name="pt16059"/>
            <p:cNvSpPr/>
            <p:nvPr/>
          </p:nvSpPr>
          <p:spPr>
            <a:xfrm>
              <a:off x="5306119" y="2245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0" name="pt16060"/>
            <p:cNvSpPr/>
            <p:nvPr/>
          </p:nvSpPr>
          <p:spPr>
            <a:xfrm>
              <a:off x="5541579" y="205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1" name="pt16061"/>
            <p:cNvSpPr/>
            <p:nvPr/>
          </p:nvSpPr>
          <p:spPr>
            <a:xfrm>
              <a:off x="5594849" y="2268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2" name="pt16062"/>
            <p:cNvSpPr/>
            <p:nvPr/>
          </p:nvSpPr>
          <p:spPr>
            <a:xfrm>
              <a:off x="4860572" y="2800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3" name="pt16063"/>
            <p:cNvSpPr/>
            <p:nvPr/>
          </p:nvSpPr>
          <p:spPr>
            <a:xfrm>
              <a:off x="5864068" y="1613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4" name="pt16064"/>
            <p:cNvSpPr/>
            <p:nvPr/>
          </p:nvSpPr>
          <p:spPr>
            <a:xfrm>
              <a:off x="5353570" y="1919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5" name="pt16065"/>
            <p:cNvSpPr/>
            <p:nvPr/>
          </p:nvSpPr>
          <p:spPr>
            <a:xfrm>
              <a:off x="5329758" y="2128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6" name="pt16066"/>
            <p:cNvSpPr/>
            <p:nvPr/>
          </p:nvSpPr>
          <p:spPr>
            <a:xfrm>
              <a:off x="5238827" y="2168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7" name="pt16067"/>
            <p:cNvSpPr/>
            <p:nvPr/>
          </p:nvSpPr>
          <p:spPr>
            <a:xfrm>
              <a:off x="5230502" y="2199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8" name="pt16068"/>
            <p:cNvSpPr/>
            <p:nvPr/>
          </p:nvSpPr>
          <p:spPr>
            <a:xfrm>
              <a:off x="5137047" y="2027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9" name="pt16069"/>
            <p:cNvSpPr/>
            <p:nvPr/>
          </p:nvSpPr>
          <p:spPr>
            <a:xfrm>
              <a:off x="5216115" y="2064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0" name="pt16070"/>
            <p:cNvSpPr/>
            <p:nvPr/>
          </p:nvSpPr>
          <p:spPr>
            <a:xfrm>
              <a:off x="5385955" y="2015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1" name="pt16071"/>
            <p:cNvSpPr/>
            <p:nvPr/>
          </p:nvSpPr>
          <p:spPr>
            <a:xfrm>
              <a:off x="5113421" y="2189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2" name="pt16072"/>
            <p:cNvSpPr/>
            <p:nvPr/>
          </p:nvSpPr>
          <p:spPr>
            <a:xfrm>
              <a:off x="5220809" y="2009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3" name="pt16073"/>
            <p:cNvSpPr/>
            <p:nvPr/>
          </p:nvSpPr>
          <p:spPr>
            <a:xfrm>
              <a:off x="5411803" y="2237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4" name="pt16074"/>
            <p:cNvSpPr/>
            <p:nvPr/>
          </p:nvSpPr>
          <p:spPr>
            <a:xfrm>
              <a:off x="4853597" y="2444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5" name="pt16075"/>
            <p:cNvSpPr/>
            <p:nvPr/>
          </p:nvSpPr>
          <p:spPr>
            <a:xfrm>
              <a:off x="5253520" y="2232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6" name="pt16076"/>
            <p:cNvSpPr/>
            <p:nvPr/>
          </p:nvSpPr>
          <p:spPr>
            <a:xfrm>
              <a:off x="5331901" y="2112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7" name="pt16077"/>
            <p:cNvSpPr/>
            <p:nvPr/>
          </p:nvSpPr>
          <p:spPr>
            <a:xfrm>
              <a:off x="5268212" y="22322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8" name="pt16078"/>
            <p:cNvSpPr/>
            <p:nvPr/>
          </p:nvSpPr>
          <p:spPr>
            <a:xfrm>
              <a:off x="4956647" y="2625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9" name="pt16079"/>
            <p:cNvSpPr/>
            <p:nvPr/>
          </p:nvSpPr>
          <p:spPr>
            <a:xfrm>
              <a:off x="5597699" y="1895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0" name="pt16080"/>
            <p:cNvSpPr/>
            <p:nvPr/>
          </p:nvSpPr>
          <p:spPr>
            <a:xfrm>
              <a:off x="5640977" y="1891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1" name="pt16081"/>
            <p:cNvSpPr/>
            <p:nvPr/>
          </p:nvSpPr>
          <p:spPr>
            <a:xfrm>
              <a:off x="5688598" y="1925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2" name="pt16082"/>
            <p:cNvSpPr/>
            <p:nvPr/>
          </p:nvSpPr>
          <p:spPr>
            <a:xfrm>
              <a:off x="5089760" y="21857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3" name="pt16083"/>
            <p:cNvSpPr/>
            <p:nvPr/>
          </p:nvSpPr>
          <p:spPr>
            <a:xfrm>
              <a:off x="5496683" y="2151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4" name="pt16084"/>
            <p:cNvSpPr/>
            <p:nvPr/>
          </p:nvSpPr>
          <p:spPr>
            <a:xfrm>
              <a:off x="5356460" y="2032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5" name="pt16085"/>
            <p:cNvSpPr/>
            <p:nvPr/>
          </p:nvSpPr>
          <p:spPr>
            <a:xfrm>
              <a:off x="5510467" y="1960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6" name="pt16086"/>
            <p:cNvSpPr/>
            <p:nvPr/>
          </p:nvSpPr>
          <p:spPr>
            <a:xfrm>
              <a:off x="5439249" y="2003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7" name="pt16087"/>
            <p:cNvSpPr/>
            <p:nvPr/>
          </p:nvSpPr>
          <p:spPr>
            <a:xfrm>
              <a:off x="4996530" y="2717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8" name="pt16088"/>
            <p:cNvSpPr/>
            <p:nvPr/>
          </p:nvSpPr>
          <p:spPr>
            <a:xfrm>
              <a:off x="5538619" y="1989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9" name="pt16089"/>
            <p:cNvSpPr/>
            <p:nvPr/>
          </p:nvSpPr>
          <p:spPr>
            <a:xfrm>
              <a:off x="5110558" y="2056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0" name="pt16090"/>
            <p:cNvSpPr/>
            <p:nvPr/>
          </p:nvSpPr>
          <p:spPr>
            <a:xfrm>
              <a:off x="5708999" y="1885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1" name="pt16091"/>
            <p:cNvSpPr/>
            <p:nvPr/>
          </p:nvSpPr>
          <p:spPr>
            <a:xfrm>
              <a:off x="5480216" y="2211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2" name="pt16092"/>
            <p:cNvSpPr/>
            <p:nvPr/>
          </p:nvSpPr>
          <p:spPr>
            <a:xfrm>
              <a:off x="5292566" y="2132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3" name="pt16093"/>
            <p:cNvSpPr/>
            <p:nvPr/>
          </p:nvSpPr>
          <p:spPr>
            <a:xfrm>
              <a:off x="5556954" y="2038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4" name="pt16094"/>
            <p:cNvSpPr/>
            <p:nvPr/>
          </p:nvSpPr>
          <p:spPr>
            <a:xfrm>
              <a:off x="5258649" y="2247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5" name="pt16095"/>
            <p:cNvSpPr/>
            <p:nvPr/>
          </p:nvSpPr>
          <p:spPr>
            <a:xfrm>
              <a:off x="4992655" y="20109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6" name="pt16096"/>
            <p:cNvSpPr/>
            <p:nvPr/>
          </p:nvSpPr>
          <p:spPr>
            <a:xfrm>
              <a:off x="5524945" y="1889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7" name="pt16097"/>
            <p:cNvSpPr/>
            <p:nvPr/>
          </p:nvSpPr>
          <p:spPr>
            <a:xfrm>
              <a:off x="5662680" y="1879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8" name="pt16098"/>
            <p:cNvSpPr/>
            <p:nvPr/>
          </p:nvSpPr>
          <p:spPr>
            <a:xfrm>
              <a:off x="5325698" y="2152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9" name="pt16099"/>
            <p:cNvSpPr/>
            <p:nvPr/>
          </p:nvSpPr>
          <p:spPr>
            <a:xfrm>
              <a:off x="5270548" y="2141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0" name="pt16100"/>
            <p:cNvSpPr/>
            <p:nvPr/>
          </p:nvSpPr>
          <p:spPr>
            <a:xfrm>
              <a:off x="5083910" y="2335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1" name="pt16101"/>
            <p:cNvSpPr/>
            <p:nvPr/>
          </p:nvSpPr>
          <p:spPr>
            <a:xfrm>
              <a:off x="5196801" y="2033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2" name="pt16102"/>
            <p:cNvSpPr/>
            <p:nvPr/>
          </p:nvSpPr>
          <p:spPr>
            <a:xfrm>
              <a:off x="5303423" y="2108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3" name="pt16103"/>
            <p:cNvSpPr/>
            <p:nvPr/>
          </p:nvSpPr>
          <p:spPr>
            <a:xfrm>
              <a:off x="5407609" y="2191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4" name="pt16104"/>
            <p:cNvSpPr/>
            <p:nvPr/>
          </p:nvSpPr>
          <p:spPr>
            <a:xfrm>
              <a:off x="5128073" y="1992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5" name="pt16105"/>
            <p:cNvSpPr/>
            <p:nvPr/>
          </p:nvSpPr>
          <p:spPr>
            <a:xfrm>
              <a:off x="5239645" y="2132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6" name="pt16106"/>
            <p:cNvSpPr/>
            <p:nvPr/>
          </p:nvSpPr>
          <p:spPr>
            <a:xfrm>
              <a:off x="5020102" y="251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7" name="pt16107"/>
            <p:cNvSpPr/>
            <p:nvPr/>
          </p:nvSpPr>
          <p:spPr>
            <a:xfrm>
              <a:off x="5388396" y="2183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8" name="pt16108"/>
            <p:cNvSpPr/>
            <p:nvPr/>
          </p:nvSpPr>
          <p:spPr>
            <a:xfrm>
              <a:off x="5540046" y="1959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9" name="pt16109"/>
            <p:cNvSpPr/>
            <p:nvPr/>
          </p:nvSpPr>
          <p:spPr>
            <a:xfrm>
              <a:off x="5392632" y="2077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0" name="pt16110"/>
            <p:cNvSpPr/>
            <p:nvPr/>
          </p:nvSpPr>
          <p:spPr>
            <a:xfrm>
              <a:off x="5092028" y="2223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1" name="pt16111"/>
            <p:cNvSpPr/>
            <p:nvPr/>
          </p:nvSpPr>
          <p:spPr>
            <a:xfrm>
              <a:off x="5006340" y="25514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2" name="pt16112"/>
            <p:cNvSpPr/>
            <p:nvPr/>
          </p:nvSpPr>
          <p:spPr>
            <a:xfrm>
              <a:off x="5396778" y="2243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3" name="pt16113"/>
            <p:cNvSpPr/>
            <p:nvPr/>
          </p:nvSpPr>
          <p:spPr>
            <a:xfrm>
              <a:off x="5299401" y="2290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4" name="pt16114"/>
            <p:cNvSpPr/>
            <p:nvPr/>
          </p:nvSpPr>
          <p:spPr>
            <a:xfrm>
              <a:off x="5177534" y="2095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5" name="pt16115"/>
            <p:cNvSpPr/>
            <p:nvPr/>
          </p:nvSpPr>
          <p:spPr>
            <a:xfrm>
              <a:off x="4946649" y="2632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6" name="pt16116"/>
            <p:cNvSpPr/>
            <p:nvPr/>
          </p:nvSpPr>
          <p:spPr>
            <a:xfrm>
              <a:off x="5356545" y="2023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7" name="pt16117"/>
            <p:cNvSpPr/>
            <p:nvPr/>
          </p:nvSpPr>
          <p:spPr>
            <a:xfrm>
              <a:off x="4949315" y="2538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8" name="pt16118"/>
            <p:cNvSpPr/>
            <p:nvPr/>
          </p:nvSpPr>
          <p:spPr>
            <a:xfrm>
              <a:off x="5493280" y="1891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9" name="pt16119"/>
            <p:cNvSpPr/>
            <p:nvPr/>
          </p:nvSpPr>
          <p:spPr>
            <a:xfrm>
              <a:off x="5320575" y="2313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0" name="pt16120"/>
            <p:cNvSpPr/>
            <p:nvPr/>
          </p:nvSpPr>
          <p:spPr>
            <a:xfrm>
              <a:off x="5456721" y="2159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1" name="pt16121"/>
            <p:cNvSpPr/>
            <p:nvPr/>
          </p:nvSpPr>
          <p:spPr>
            <a:xfrm>
              <a:off x="4947500" y="2347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2" name="pt16122"/>
            <p:cNvSpPr/>
            <p:nvPr/>
          </p:nvSpPr>
          <p:spPr>
            <a:xfrm>
              <a:off x="5142581" y="2139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3" name="pt16123"/>
            <p:cNvSpPr/>
            <p:nvPr/>
          </p:nvSpPr>
          <p:spPr>
            <a:xfrm>
              <a:off x="5243623" y="2091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4" name="pt16124"/>
            <p:cNvSpPr/>
            <p:nvPr/>
          </p:nvSpPr>
          <p:spPr>
            <a:xfrm>
              <a:off x="5032169" y="2731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5" name="pt16125"/>
            <p:cNvSpPr/>
            <p:nvPr/>
          </p:nvSpPr>
          <p:spPr>
            <a:xfrm>
              <a:off x="5267208" y="2270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6" name="pt16126"/>
            <p:cNvSpPr/>
            <p:nvPr/>
          </p:nvSpPr>
          <p:spPr>
            <a:xfrm>
              <a:off x="5277230" y="2052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7" name="pt16127"/>
            <p:cNvSpPr/>
            <p:nvPr/>
          </p:nvSpPr>
          <p:spPr>
            <a:xfrm>
              <a:off x="5317513" y="2306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8" name="pt16128"/>
            <p:cNvSpPr/>
            <p:nvPr/>
          </p:nvSpPr>
          <p:spPr>
            <a:xfrm>
              <a:off x="5385324" y="1999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9" name="pt16129"/>
            <p:cNvSpPr/>
            <p:nvPr/>
          </p:nvSpPr>
          <p:spPr>
            <a:xfrm>
              <a:off x="5375978" y="1946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0" name="pt16130"/>
            <p:cNvSpPr/>
            <p:nvPr/>
          </p:nvSpPr>
          <p:spPr>
            <a:xfrm>
              <a:off x="5169641" y="2198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1" name="pt16131"/>
            <p:cNvSpPr/>
            <p:nvPr/>
          </p:nvSpPr>
          <p:spPr>
            <a:xfrm>
              <a:off x="5375992" y="2054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2" name="pt16132"/>
            <p:cNvSpPr/>
            <p:nvPr/>
          </p:nvSpPr>
          <p:spPr>
            <a:xfrm>
              <a:off x="5374756" y="2002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3" name="pt16133"/>
            <p:cNvSpPr/>
            <p:nvPr/>
          </p:nvSpPr>
          <p:spPr>
            <a:xfrm>
              <a:off x="5194190" y="189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4" name="pt16134"/>
            <p:cNvSpPr/>
            <p:nvPr/>
          </p:nvSpPr>
          <p:spPr>
            <a:xfrm>
              <a:off x="5376591" y="1994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5" name="pt16135"/>
            <p:cNvSpPr/>
            <p:nvPr/>
          </p:nvSpPr>
          <p:spPr>
            <a:xfrm>
              <a:off x="5363838" y="1878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6" name="pt16136"/>
            <p:cNvSpPr/>
            <p:nvPr/>
          </p:nvSpPr>
          <p:spPr>
            <a:xfrm>
              <a:off x="5109270" y="2123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7" name="pt16137"/>
            <p:cNvSpPr/>
            <p:nvPr/>
          </p:nvSpPr>
          <p:spPr>
            <a:xfrm>
              <a:off x="5429203" y="2138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8" name="pt16138"/>
            <p:cNvSpPr/>
            <p:nvPr/>
          </p:nvSpPr>
          <p:spPr>
            <a:xfrm>
              <a:off x="5305445" y="2212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9" name="pt16139"/>
            <p:cNvSpPr/>
            <p:nvPr/>
          </p:nvSpPr>
          <p:spPr>
            <a:xfrm>
              <a:off x="5330209" y="2173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0" name="pt16140"/>
            <p:cNvSpPr/>
            <p:nvPr/>
          </p:nvSpPr>
          <p:spPr>
            <a:xfrm>
              <a:off x="5303692" y="2238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1" name="pt16141"/>
            <p:cNvSpPr/>
            <p:nvPr/>
          </p:nvSpPr>
          <p:spPr>
            <a:xfrm>
              <a:off x="5320305" y="2297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2" name="pt16142"/>
            <p:cNvSpPr/>
            <p:nvPr/>
          </p:nvSpPr>
          <p:spPr>
            <a:xfrm>
              <a:off x="5542448" y="1928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3" name="pt16143"/>
            <p:cNvSpPr/>
            <p:nvPr/>
          </p:nvSpPr>
          <p:spPr>
            <a:xfrm>
              <a:off x="5746406" y="1675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4" name="pt16144"/>
            <p:cNvSpPr/>
            <p:nvPr/>
          </p:nvSpPr>
          <p:spPr>
            <a:xfrm>
              <a:off x="5406699" y="2229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5" name="pt16145"/>
            <p:cNvSpPr/>
            <p:nvPr/>
          </p:nvSpPr>
          <p:spPr>
            <a:xfrm>
              <a:off x="5680453" y="1853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6" name="pt16146"/>
            <p:cNvSpPr/>
            <p:nvPr/>
          </p:nvSpPr>
          <p:spPr>
            <a:xfrm>
              <a:off x="5400093" y="2051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7" name="pt16147"/>
            <p:cNvSpPr/>
            <p:nvPr/>
          </p:nvSpPr>
          <p:spPr>
            <a:xfrm>
              <a:off x="5420201" y="203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8" name="pt16148"/>
            <p:cNvSpPr/>
            <p:nvPr/>
          </p:nvSpPr>
          <p:spPr>
            <a:xfrm>
              <a:off x="5796098" y="1568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9" name="pt16149"/>
            <p:cNvSpPr/>
            <p:nvPr/>
          </p:nvSpPr>
          <p:spPr>
            <a:xfrm>
              <a:off x="5618306" y="2082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0" name="pt16150"/>
            <p:cNvSpPr/>
            <p:nvPr/>
          </p:nvSpPr>
          <p:spPr>
            <a:xfrm>
              <a:off x="5190571" y="2112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1" name="pt16151"/>
            <p:cNvSpPr/>
            <p:nvPr/>
          </p:nvSpPr>
          <p:spPr>
            <a:xfrm>
              <a:off x="5343901" y="2090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2" name="pt16152"/>
            <p:cNvSpPr/>
            <p:nvPr/>
          </p:nvSpPr>
          <p:spPr>
            <a:xfrm>
              <a:off x="4961144" y="254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3" name="pt16153"/>
            <p:cNvSpPr/>
            <p:nvPr/>
          </p:nvSpPr>
          <p:spPr>
            <a:xfrm>
              <a:off x="5309430" y="2188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4" name="pt16154"/>
            <p:cNvSpPr/>
            <p:nvPr/>
          </p:nvSpPr>
          <p:spPr>
            <a:xfrm>
              <a:off x="5201370" y="2099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5" name="pt16155"/>
            <p:cNvSpPr/>
            <p:nvPr/>
          </p:nvSpPr>
          <p:spPr>
            <a:xfrm>
              <a:off x="5177672" y="2187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6" name="pt16156"/>
            <p:cNvSpPr/>
            <p:nvPr/>
          </p:nvSpPr>
          <p:spPr>
            <a:xfrm>
              <a:off x="5513153" y="199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7" name="pt16157"/>
            <p:cNvSpPr/>
            <p:nvPr/>
          </p:nvSpPr>
          <p:spPr>
            <a:xfrm>
              <a:off x="4799175" y="2030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8" name="pt16158"/>
            <p:cNvSpPr/>
            <p:nvPr/>
          </p:nvSpPr>
          <p:spPr>
            <a:xfrm>
              <a:off x="5030432" y="2795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9" name="pt16159"/>
            <p:cNvSpPr/>
            <p:nvPr/>
          </p:nvSpPr>
          <p:spPr>
            <a:xfrm>
              <a:off x="5360605" y="2067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0" name="pt16160"/>
            <p:cNvSpPr/>
            <p:nvPr/>
          </p:nvSpPr>
          <p:spPr>
            <a:xfrm>
              <a:off x="5435993" y="2023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1" name="pt16161"/>
            <p:cNvSpPr/>
            <p:nvPr/>
          </p:nvSpPr>
          <p:spPr>
            <a:xfrm>
              <a:off x="5291640" y="2123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2" name="pt16162"/>
            <p:cNvSpPr/>
            <p:nvPr/>
          </p:nvSpPr>
          <p:spPr>
            <a:xfrm>
              <a:off x="5064428" y="2508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3" name="pt16163"/>
            <p:cNvSpPr/>
            <p:nvPr/>
          </p:nvSpPr>
          <p:spPr>
            <a:xfrm>
              <a:off x="5502219" y="2002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4" name="pt16164"/>
            <p:cNvSpPr/>
            <p:nvPr/>
          </p:nvSpPr>
          <p:spPr>
            <a:xfrm>
              <a:off x="5187979" y="2119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5" name="pt16165"/>
            <p:cNvSpPr/>
            <p:nvPr/>
          </p:nvSpPr>
          <p:spPr>
            <a:xfrm>
              <a:off x="5106411" y="2232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6" name="pt16166"/>
            <p:cNvSpPr/>
            <p:nvPr/>
          </p:nvSpPr>
          <p:spPr>
            <a:xfrm>
              <a:off x="5457074" y="2115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7" name="pt16167"/>
            <p:cNvSpPr/>
            <p:nvPr/>
          </p:nvSpPr>
          <p:spPr>
            <a:xfrm>
              <a:off x="5589275" y="1663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8" name="pt16168"/>
            <p:cNvSpPr/>
            <p:nvPr/>
          </p:nvSpPr>
          <p:spPr>
            <a:xfrm>
              <a:off x="5487397" y="2020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9" name="pt16169"/>
            <p:cNvSpPr/>
            <p:nvPr/>
          </p:nvSpPr>
          <p:spPr>
            <a:xfrm>
              <a:off x="5383875" y="1988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0" name="pt16170"/>
            <p:cNvSpPr/>
            <p:nvPr/>
          </p:nvSpPr>
          <p:spPr>
            <a:xfrm>
              <a:off x="5367908" y="200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1" name="pt16171"/>
            <p:cNvSpPr/>
            <p:nvPr/>
          </p:nvSpPr>
          <p:spPr>
            <a:xfrm>
              <a:off x="5427529" y="2105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2" name="pt16172"/>
            <p:cNvSpPr/>
            <p:nvPr/>
          </p:nvSpPr>
          <p:spPr>
            <a:xfrm>
              <a:off x="5310531" y="2229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3" name="pt16173"/>
            <p:cNvSpPr/>
            <p:nvPr/>
          </p:nvSpPr>
          <p:spPr>
            <a:xfrm>
              <a:off x="5397317" y="2155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4" name="pt16174"/>
            <p:cNvSpPr/>
            <p:nvPr/>
          </p:nvSpPr>
          <p:spPr>
            <a:xfrm>
              <a:off x="5451825" y="2289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5" name="pt16175"/>
            <p:cNvSpPr/>
            <p:nvPr/>
          </p:nvSpPr>
          <p:spPr>
            <a:xfrm>
              <a:off x="5354002" y="2063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6" name="pt16176"/>
            <p:cNvSpPr/>
            <p:nvPr/>
          </p:nvSpPr>
          <p:spPr>
            <a:xfrm>
              <a:off x="5814919" y="1853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7" name="pt16177"/>
            <p:cNvSpPr/>
            <p:nvPr/>
          </p:nvSpPr>
          <p:spPr>
            <a:xfrm>
              <a:off x="4951518" y="2465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8" name="pt16178"/>
            <p:cNvSpPr/>
            <p:nvPr/>
          </p:nvSpPr>
          <p:spPr>
            <a:xfrm>
              <a:off x="5333550" y="2063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9" name="pt16179"/>
            <p:cNvSpPr/>
            <p:nvPr/>
          </p:nvSpPr>
          <p:spPr>
            <a:xfrm>
              <a:off x="5493450" y="1990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0" name="pt16180"/>
            <p:cNvSpPr/>
            <p:nvPr/>
          </p:nvSpPr>
          <p:spPr>
            <a:xfrm>
              <a:off x="5217538" y="2202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1" name="pt16181"/>
            <p:cNvSpPr/>
            <p:nvPr/>
          </p:nvSpPr>
          <p:spPr>
            <a:xfrm>
              <a:off x="5165131" y="2178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2" name="pt16182"/>
            <p:cNvSpPr/>
            <p:nvPr/>
          </p:nvSpPr>
          <p:spPr>
            <a:xfrm>
              <a:off x="4983680" y="2128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3" name="pt16183"/>
            <p:cNvSpPr/>
            <p:nvPr/>
          </p:nvSpPr>
          <p:spPr>
            <a:xfrm>
              <a:off x="4826582" y="2165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4" name="pt16184"/>
            <p:cNvSpPr/>
            <p:nvPr/>
          </p:nvSpPr>
          <p:spPr>
            <a:xfrm>
              <a:off x="5340348" y="2193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5" name="pt16185"/>
            <p:cNvSpPr/>
            <p:nvPr/>
          </p:nvSpPr>
          <p:spPr>
            <a:xfrm>
              <a:off x="5876073" y="1761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6" name="pt16186"/>
            <p:cNvSpPr/>
            <p:nvPr/>
          </p:nvSpPr>
          <p:spPr>
            <a:xfrm>
              <a:off x="5298554" y="2210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7" name="pt16187"/>
            <p:cNvSpPr/>
            <p:nvPr/>
          </p:nvSpPr>
          <p:spPr>
            <a:xfrm>
              <a:off x="5009998" y="2342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8" name="pt16188"/>
            <p:cNvSpPr/>
            <p:nvPr/>
          </p:nvSpPr>
          <p:spPr>
            <a:xfrm>
              <a:off x="5037946" y="2625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9" name="pt16189"/>
            <p:cNvSpPr/>
            <p:nvPr/>
          </p:nvSpPr>
          <p:spPr>
            <a:xfrm>
              <a:off x="5260839" y="2323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0" name="pt16190"/>
            <p:cNvSpPr/>
            <p:nvPr/>
          </p:nvSpPr>
          <p:spPr>
            <a:xfrm>
              <a:off x="5420224" y="208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1" name="pt16191"/>
            <p:cNvSpPr/>
            <p:nvPr/>
          </p:nvSpPr>
          <p:spPr>
            <a:xfrm>
              <a:off x="5443323" y="2103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2" name="pt16192"/>
            <p:cNvSpPr/>
            <p:nvPr/>
          </p:nvSpPr>
          <p:spPr>
            <a:xfrm>
              <a:off x="5448506" y="2174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3" name="pt16193"/>
            <p:cNvSpPr/>
            <p:nvPr/>
          </p:nvSpPr>
          <p:spPr>
            <a:xfrm>
              <a:off x="4903305" y="2381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4" name="pt16194"/>
            <p:cNvSpPr/>
            <p:nvPr/>
          </p:nvSpPr>
          <p:spPr>
            <a:xfrm>
              <a:off x="5153897" y="2096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5" name="pt16195"/>
            <p:cNvSpPr/>
            <p:nvPr/>
          </p:nvSpPr>
          <p:spPr>
            <a:xfrm>
              <a:off x="5344067" y="20686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6" name="pt16196"/>
            <p:cNvSpPr/>
            <p:nvPr/>
          </p:nvSpPr>
          <p:spPr>
            <a:xfrm>
              <a:off x="5477137" y="2294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7" name="pt16197"/>
            <p:cNvSpPr/>
            <p:nvPr/>
          </p:nvSpPr>
          <p:spPr>
            <a:xfrm>
              <a:off x="5373360" y="1990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8" name="pt16198"/>
            <p:cNvSpPr/>
            <p:nvPr/>
          </p:nvSpPr>
          <p:spPr>
            <a:xfrm>
              <a:off x="5064729" y="2575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9" name="pt16199"/>
            <p:cNvSpPr/>
            <p:nvPr/>
          </p:nvSpPr>
          <p:spPr>
            <a:xfrm>
              <a:off x="4735393" y="2356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0" name="pt16200"/>
            <p:cNvSpPr/>
            <p:nvPr/>
          </p:nvSpPr>
          <p:spPr>
            <a:xfrm>
              <a:off x="5593038" y="1917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1" name="pt16201"/>
            <p:cNvSpPr/>
            <p:nvPr/>
          </p:nvSpPr>
          <p:spPr>
            <a:xfrm>
              <a:off x="5571992" y="1886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2" name="pt16202"/>
            <p:cNvSpPr/>
            <p:nvPr/>
          </p:nvSpPr>
          <p:spPr>
            <a:xfrm>
              <a:off x="5711488" y="1943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3" name="pt16203"/>
            <p:cNvSpPr/>
            <p:nvPr/>
          </p:nvSpPr>
          <p:spPr>
            <a:xfrm>
              <a:off x="5188144" y="2266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4" name="pt16204"/>
            <p:cNvSpPr/>
            <p:nvPr/>
          </p:nvSpPr>
          <p:spPr>
            <a:xfrm>
              <a:off x="5550603" y="1938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5" name="pt16205"/>
            <p:cNvSpPr/>
            <p:nvPr/>
          </p:nvSpPr>
          <p:spPr>
            <a:xfrm>
              <a:off x="5631858" y="1829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6" name="pt16206"/>
            <p:cNvSpPr/>
            <p:nvPr/>
          </p:nvSpPr>
          <p:spPr>
            <a:xfrm>
              <a:off x="5250264" y="2239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7" name="pt16207"/>
            <p:cNvSpPr/>
            <p:nvPr/>
          </p:nvSpPr>
          <p:spPr>
            <a:xfrm>
              <a:off x="5033507" y="2725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8" name="pt16208"/>
            <p:cNvSpPr/>
            <p:nvPr/>
          </p:nvSpPr>
          <p:spPr>
            <a:xfrm>
              <a:off x="5101989" y="2019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9" name="pt16209"/>
            <p:cNvSpPr/>
            <p:nvPr/>
          </p:nvSpPr>
          <p:spPr>
            <a:xfrm>
              <a:off x="5508521" y="2161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0" name="pt16210"/>
            <p:cNvSpPr/>
            <p:nvPr/>
          </p:nvSpPr>
          <p:spPr>
            <a:xfrm>
              <a:off x="5412836" y="2134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1" name="pt16211"/>
            <p:cNvSpPr/>
            <p:nvPr/>
          </p:nvSpPr>
          <p:spPr>
            <a:xfrm>
              <a:off x="5310337" y="2110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2" name="pt16212"/>
            <p:cNvSpPr/>
            <p:nvPr/>
          </p:nvSpPr>
          <p:spPr>
            <a:xfrm>
              <a:off x="5411752" y="2171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3" name="pt16213"/>
            <p:cNvSpPr/>
            <p:nvPr/>
          </p:nvSpPr>
          <p:spPr>
            <a:xfrm>
              <a:off x="4819416" y="1736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4" name="pt16214"/>
            <p:cNvSpPr/>
            <p:nvPr/>
          </p:nvSpPr>
          <p:spPr>
            <a:xfrm>
              <a:off x="5729042" y="1817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5" name="pt16215"/>
            <p:cNvSpPr/>
            <p:nvPr/>
          </p:nvSpPr>
          <p:spPr>
            <a:xfrm>
              <a:off x="5256304" y="2036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6" name="pt16216"/>
            <p:cNvSpPr/>
            <p:nvPr/>
          </p:nvSpPr>
          <p:spPr>
            <a:xfrm>
              <a:off x="5243590" y="219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7" name="pt16217"/>
            <p:cNvSpPr/>
            <p:nvPr/>
          </p:nvSpPr>
          <p:spPr>
            <a:xfrm>
              <a:off x="5336938" y="2142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8" name="pt16218"/>
            <p:cNvSpPr/>
            <p:nvPr/>
          </p:nvSpPr>
          <p:spPr>
            <a:xfrm>
              <a:off x="5410477" y="2160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9" name="pt16219"/>
            <p:cNvSpPr/>
            <p:nvPr/>
          </p:nvSpPr>
          <p:spPr>
            <a:xfrm>
              <a:off x="5238755" y="2160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0" name="pt16220"/>
            <p:cNvSpPr/>
            <p:nvPr/>
          </p:nvSpPr>
          <p:spPr>
            <a:xfrm>
              <a:off x="5294364" y="2097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1" name="pt16221"/>
            <p:cNvSpPr/>
            <p:nvPr/>
          </p:nvSpPr>
          <p:spPr>
            <a:xfrm>
              <a:off x="5387566" y="2028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2" name="pt16222"/>
            <p:cNvSpPr/>
            <p:nvPr/>
          </p:nvSpPr>
          <p:spPr>
            <a:xfrm>
              <a:off x="4952548" y="2521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3" name="pt16223"/>
            <p:cNvSpPr/>
            <p:nvPr/>
          </p:nvSpPr>
          <p:spPr>
            <a:xfrm>
              <a:off x="5431457" y="2076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4" name="pt16224"/>
            <p:cNvSpPr/>
            <p:nvPr/>
          </p:nvSpPr>
          <p:spPr>
            <a:xfrm>
              <a:off x="5440248" y="2003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5" name="pt16225"/>
            <p:cNvSpPr/>
            <p:nvPr/>
          </p:nvSpPr>
          <p:spPr>
            <a:xfrm>
              <a:off x="5477516" y="2221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6" name="pt16226"/>
            <p:cNvSpPr/>
            <p:nvPr/>
          </p:nvSpPr>
          <p:spPr>
            <a:xfrm>
              <a:off x="5683963" y="2057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7" name="pt16227"/>
            <p:cNvSpPr/>
            <p:nvPr/>
          </p:nvSpPr>
          <p:spPr>
            <a:xfrm>
              <a:off x="5723446" y="1918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8" name="pt16228"/>
            <p:cNvSpPr/>
            <p:nvPr/>
          </p:nvSpPr>
          <p:spPr>
            <a:xfrm>
              <a:off x="4728268" y="2760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9" name="pt16229"/>
            <p:cNvSpPr/>
            <p:nvPr/>
          </p:nvSpPr>
          <p:spPr>
            <a:xfrm>
              <a:off x="5401758" y="2223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0" name="pt16230"/>
            <p:cNvSpPr/>
            <p:nvPr/>
          </p:nvSpPr>
          <p:spPr>
            <a:xfrm>
              <a:off x="5782839" y="1984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1" name="pt16231"/>
            <p:cNvSpPr/>
            <p:nvPr/>
          </p:nvSpPr>
          <p:spPr>
            <a:xfrm>
              <a:off x="5403024" y="2247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2" name="pt16232"/>
            <p:cNvSpPr/>
            <p:nvPr/>
          </p:nvSpPr>
          <p:spPr>
            <a:xfrm>
              <a:off x="5490609" y="2174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3" name="pt16233"/>
            <p:cNvSpPr/>
            <p:nvPr/>
          </p:nvSpPr>
          <p:spPr>
            <a:xfrm>
              <a:off x="5411382" y="2338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4" name="pt16234"/>
            <p:cNvSpPr/>
            <p:nvPr/>
          </p:nvSpPr>
          <p:spPr>
            <a:xfrm>
              <a:off x="5430541" y="2167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5" name="pt16235"/>
            <p:cNvSpPr/>
            <p:nvPr/>
          </p:nvSpPr>
          <p:spPr>
            <a:xfrm>
              <a:off x="5314046" y="2111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6" name="pt16236"/>
            <p:cNvSpPr/>
            <p:nvPr/>
          </p:nvSpPr>
          <p:spPr>
            <a:xfrm>
              <a:off x="5123177" y="2103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7" name="pt16237"/>
            <p:cNvSpPr/>
            <p:nvPr/>
          </p:nvSpPr>
          <p:spPr>
            <a:xfrm>
              <a:off x="5553177" y="2123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8" name="pt16238"/>
            <p:cNvSpPr/>
            <p:nvPr/>
          </p:nvSpPr>
          <p:spPr>
            <a:xfrm>
              <a:off x="5211156" y="2179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9" name="pt16239"/>
            <p:cNvSpPr/>
            <p:nvPr/>
          </p:nvSpPr>
          <p:spPr>
            <a:xfrm>
              <a:off x="5507008" y="2064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0" name="pt16240"/>
            <p:cNvSpPr/>
            <p:nvPr/>
          </p:nvSpPr>
          <p:spPr>
            <a:xfrm>
              <a:off x="5869159" y="1646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1" name="pt16241"/>
            <p:cNvSpPr/>
            <p:nvPr/>
          </p:nvSpPr>
          <p:spPr>
            <a:xfrm>
              <a:off x="5241218" y="2090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2" name="pt16242"/>
            <p:cNvSpPr/>
            <p:nvPr/>
          </p:nvSpPr>
          <p:spPr>
            <a:xfrm>
              <a:off x="5666323" y="2087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3" name="pt16243"/>
            <p:cNvSpPr/>
            <p:nvPr/>
          </p:nvSpPr>
          <p:spPr>
            <a:xfrm>
              <a:off x="5445843" y="2145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4" name="pt16244"/>
            <p:cNvSpPr/>
            <p:nvPr/>
          </p:nvSpPr>
          <p:spPr>
            <a:xfrm>
              <a:off x="5327665" y="2199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5" name="pt16245"/>
            <p:cNvSpPr/>
            <p:nvPr/>
          </p:nvSpPr>
          <p:spPr>
            <a:xfrm>
              <a:off x="5295340" y="2181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6" name="pt16246"/>
            <p:cNvSpPr/>
            <p:nvPr/>
          </p:nvSpPr>
          <p:spPr>
            <a:xfrm>
              <a:off x="5474905" y="218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7" name="pt16247"/>
            <p:cNvSpPr/>
            <p:nvPr/>
          </p:nvSpPr>
          <p:spPr>
            <a:xfrm>
              <a:off x="5409334" y="22392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8" name="pt16248"/>
            <p:cNvSpPr/>
            <p:nvPr/>
          </p:nvSpPr>
          <p:spPr>
            <a:xfrm>
              <a:off x="5148344" y="212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9" name="pt16249"/>
            <p:cNvSpPr/>
            <p:nvPr/>
          </p:nvSpPr>
          <p:spPr>
            <a:xfrm>
              <a:off x="5198636" y="2068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0" name="pt16250"/>
            <p:cNvSpPr/>
            <p:nvPr/>
          </p:nvSpPr>
          <p:spPr>
            <a:xfrm>
              <a:off x="5336806" y="2231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1" name="pt16251"/>
            <p:cNvSpPr/>
            <p:nvPr/>
          </p:nvSpPr>
          <p:spPr>
            <a:xfrm>
              <a:off x="5763878" y="2001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2" name="pt16252"/>
            <p:cNvSpPr/>
            <p:nvPr/>
          </p:nvSpPr>
          <p:spPr>
            <a:xfrm>
              <a:off x="5485493" y="2070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3" name="pt16253"/>
            <p:cNvSpPr/>
            <p:nvPr/>
          </p:nvSpPr>
          <p:spPr>
            <a:xfrm>
              <a:off x="5536311" y="1927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4" name="pt16254"/>
            <p:cNvSpPr/>
            <p:nvPr/>
          </p:nvSpPr>
          <p:spPr>
            <a:xfrm>
              <a:off x="5037096" y="2594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5" name="pt16255"/>
            <p:cNvSpPr/>
            <p:nvPr/>
          </p:nvSpPr>
          <p:spPr>
            <a:xfrm>
              <a:off x="5524243" y="1926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6" name="pt16256"/>
            <p:cNvSpPr/>
            <p:nvPr/>
          </p:nvSpPr>
          <p:spPr>
            <a:xfrm>
              <a:off x="4623223" y="2479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7" name="pt16257"/>
            <p:cNvSpPr/>
            <p:nvPr/>
          </p:nvSpPr>
          <p:spPr>
            <a:xfrm>
              <a:off x="4652315" y="2815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8" name="pt16258"/>
            <p:cNvSpPr/>
            <p:nvPr/>
          </p:nvSpPr>
          <p:spPr>
            <a:xfrm>
              <a:off x="5570667" y="1754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9" name="pt16259"/>
            <p:cNvSpPr/>
            <p:nvPr/>
          </p:nvSpPr>
          <p:spPr>
            <a:xfrm>
              <a:off x="5819952" y="1850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0" name="pt16260"/>
            <p:cNvSpPr/>
            <p:nvPr/>
          </p:nvSpPr>
          <p:spPr>
            <a:xfrm>
              <a:off x="5338213" y="2129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1" name="pt16261"/>
            <p:cNvSpPr/>
            <p:nvPr/>
          </p:nvSpPr>
          <p:spPr>
            <a:xfrm>
              <a:off x="5302908" y="2144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2" name="pt16262"/>
            <p:cNvSpPr/>
            <p:nvPr/>
          </p:nvSpPr>
          <p:spPr>
            <a:xfrm>
              <a:off x="4927691" y="2010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3" name="pt16263"/>
            <p:cNvSpPr/>
            <p:nvPr/>
          </p:nvSpPr>
          <p:spPr>
            <a:xfrm>
              <a:off x="5508166" y="2025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4" name="pt16264"/>
            <p:cNvSpPr/>
            <p:nvPr/>
          </p:nvSpPr>
          <p:spPr>
            <a:xfrm>
              <a:off x="5397622" y="2145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5" name="pt16265"/>
            <p:cNvSpPr/>
            <p:nvPr/>
          </p:nvSpPr>
          <p:spPr>
            <a:xfrm>
              <a:off x="5400052" y="2232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6" name="pt16266"/>
            <p:cNvSpPr/>
            <p:nvPr/>
          </p:nvSpPr>
          <p:spPr>
            <a:xfrm>
              <a:off x="5363808" y="2010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7" name="pt16267"/>
            <p:cNvSpPr/>
            <p:nvPr/>
          </p:nvSpPr>
          <p:spPr>
            <a:xfrm>
              <a:off x="5158710" y="2136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8" name="pt16268"/>
            <p:cNvSpPr/>
            <p:nvPr/>
          </p:nvSpPr>
          <p:spPr>
            <a:xfrm>
              <a:off x="4957897" y="2551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9" name="pt16269"/>
            <p:cNvSpPr/>
            <p:nvPr/>
          </p:nvSpPr>
          <p:spPr>
            <a:xfrm>
              <a:off x="5147516" y="2112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0" name="pt16270"/>
            <p:cNvSpPr/>
            <p:nvPr/>
          </p:nvSpPr>
          <p:spPr>
            <a:xfrm>
              <a:off x="5206293" y="2111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1" name="pt16271"/>
            <p:cNvSpPr/>
            <p:nvPr/>
          </p:nvSpPr>
          <p:spPr>
            <a:xfrm>
              <a:off x="5182233" y="2082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2" name="pt16272"/>
            <p:cNvSpPr/>
            <p:nvPr/>
          </p:nvSpPr>
          <p:spPr>
            <a:xfrm>
              <a:off x="4665628" y="2553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3" name="pt16273"/>
            <p:cNvSpPr/>
            <p:nvPr/>
          </p:nvSpPr>
          <p:spPr>
            <a:xfrm>
              <a:off x="5571296" y="1867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4" name="pt16274"/>
            <p:cNvSpPr/>
            <p:nvPr/>
          </p:nvSpPr>
          <p:spPr>
            <a:xfrm>
              <a:off x="5510374" y="190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5" name="pt16275"/>
            <p:cNvSpPr/>
            <p:nvPr/>
          </p:nvSpPr>
          <p:spPr>
            <a:xfrm>
              <a:off x="5305526" y="2194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6" name="pt16276"/>
            <p:cNvSpPr/>
            <p:nvPr/>
          </p:nvSpPr>
          <p:spPr>
            <a:xfrm>
              <a:off x="5444057" y="2047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7" name="pt16277"/>
            <p:cNvSpPr/>
            <p:nvPr/>
          </p:nvSpPr>
          <p:spPr>
            <a:xfrm>
              <a:off x="5293410" y="2179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8" name="pt16278"/>
            <p:cNvSpPr/>
            <p:nvPr/>
          </p:nvSpPr>
          <p:spPr>
            <a:xfrm>
              <a:off x="4922231" y="2305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9" name="pt16279"/>
            <p:cNvSpPr/>
            <p:nvPr/>
          </p:nvSpPr>
          <p:spPr>
            <a:xfrm>
              <a:off x="5684875" y="1881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0" name="pt16280"/>
            <p:cNvSpPr/>
            <p:nvPr/>
          </p:nvSpPr>
          <p:spPr>
            <a:xfrm>
              <a:off x="5277417" y="210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1" name="pt16281"/>
            <p:cNvSpPr/>
            <p:nvPr/>
          </p:nvSpPr>
          <p:spPr>
            <a:xfrm>
              <a:off x="5156360" y="2160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2" name="pt16282"/>
            <p:cNvSpPr/>
            <p:nvPr/>
          </p:nvSpPr>
          <p:spPr>
            <a:xfrm>
              <a:off x="5089205" y="2238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3" name="pt16283"/>
            <p:cNvSpPr/>
            <p:nvPr/>
          </p:nvSpPr>
          <p:spPr>
            <a:xfrm>
              <a:off x="5951074" y="2158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4" name="pt16284"/>
            <p:cNvSpPr/>
            <p:nvPr/>
          </p:nvSpPr>
          <p:spPr>
            <a:xfrm>
              <a:off x="5550581" y="1938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5" name="pt16285"/>
            <p:cNvSpPr/>
            <p:nvPr/>
          </p:nvSpPr>
          <p:spPr>
            <a:xfrm>
              <a:off x="5780063" y="1895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6" name="pt16286"/>
            <p:cNvSpPr/>
            <p:nvPr/>
          </p:nvSpPr>
          <p:spPr>
            <a:xfrm>
              <a:off x="5162585" y="2135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7" name="pt16287"/>
            <p:cNvSpPr/>
            <p:nvPr/>
          </p:nvSpPr>
          <p:spPr>
            <a:xfrm>
              <a:off x="5425264" y="2026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8" name="pt16288"/>
            <p:cNvSpPr/>
            <p:nvPr/>
          </p:nvSpPr>
          <p:spPr>
            <a:xfrm>
              <a:off x="5183302" y="2101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9" name="pt16289"/>
            <p:cNvSpPr/>
            <p:nvPr/>
          </p:nvSpPr>
          <p:spPr>
            <a:xfrm>
              <a:off x="5585814" y="1722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0" name="pt16290"/>
            <p:cNvSpPr/>
            <p:nvPr/>
          </p:nvSpPr>
          <p:spPr>
            <a:xfrm>
              <a:off x="5136111" y="2022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1" name="pt16291"/>
            <p:cNvSpPr/>
            <p:nvPr/>
          </p:nvSpPr>
          <p:spPr>
            <a:xfrm>
              <a:off x="5223286" y="2205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2" name="pt16292"/>
            <p:cNvSpPr/>
            <p:nvPr/>
          </p:nvSpPr>
          <p:spPr>
            <a:xfrm>
              <a:off x="5213629" y="2220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3" name="pt16293"/>
            <p:cNvSpPr/>
            <p:nvPr/>
          </p:nvSpPr>
          <p:spPr>
            <a:xfrm>
              <a:off x="5442232" y="2187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4" name="pt16294"/>
            <p:cNvSpPr/>
            <p:nvPr/>
          </p:nvSpPr>
          <p:spPr>
            <a:xfrm>
              <a:off x="5593114" y="1866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5" name="pt16295"/>
            <p:cNvSpPr/>
            <p:nvPr/>
          </p:nvSpPr>
          <p:spPr>
            <a:xfrm>
              <a:off x="5260489" y="2245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6" name="pt16296"/>
            <p:cNvSpPr/>
            <p:nvPr/>
          </p:nvSpPr>
          <p:spPr>
            <a:xfrm>
              <a:off x="5162305" y="2187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7" name="pt16297"/>
            <p:cNvSpPr/>
            <p:nvPr/>
          </p:nvSpPr>
          <p:spPr>
            <a:xfrm>
              <a:off x="5500955" y="2096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8" name="pt16298"/>
            <p:cNvSpPr/>
            <p:nvPr/>
          </p:nvSpPr>
          <p:spPr>
            <a:xfrm>
              <a:off x="5080884" y="23070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9" name="pt16299"/>
            <p:cNvSpPr/>
            <p:nvPr/>
          </p:nvSpPr>
          <p:spPr>
            <a:xfrm>
              <a:off x="5732765" y="1930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0" name="pt16300"/>
            <p:cNvSpPr/>
            <p:nvPr/>
          </p:nvSpPr>
          <p:spPr>
            <a:xfrm>
              <a:off x="5180421" y="2092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1" name="pt16301"/>
            <p:cNvSpPr/>
            <p:nvPr/>
          </p:nvSpPr>
          <p:spPr>
            <a:xfrm>
              <a:off x="5276819" y="20619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2" name="pt16302"/>
            <p:cNvSpPr/>
            <p:nvPr/>
          </p:nvSpPr>
          <p:spPr>
            <a:xfrm>
              <a:off x="5000914" y="2438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3" name="pt16303"/>
            <p:cNvSpPr/>
            <p:nvPr/>
          </p:nvSpPr>
          <p:spPr>
            <a:xfrm>
              <a:off x="5344436" y="2060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4" name="pt16304"/>
            <p:cNvSpPr/>
            <p:nvPr/>
          </p:nvSpPr>
          <p:spPr>
            <a:xfrm>
              <a:off x="5001238" y="2498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5" name="pt16305"/>
            <p:cNvSpPr/>
            <p:nvPr/>
          </p:nvSpPr>
          <p:spPr>
            <a:xfrm>
              <a:off x="4925467" y="2344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6" name="pt16306"/>
            <p:cNvSpPr/>
            <p:nvPr/>
          </p:nvSpPr>
          <p:spPr>
            <a:xfrm>
              <a:off x="4694454" y="2135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7" name="pt16307"/>
            <p:cNvSpPr/>
            <p:nvPr/>
          </p:nvSpPr>
          <p:spPr>
            <a:xfrm>
              <a:off x="5596288" y="2170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8" name="pt16308"/>
            <p:cNvSpPr/>
            <p:nvPr/>
          </p:nvSpPr>
          <p:spPr>
            <a:xfrm>
              <a:off x="5542835" y="1916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9" name="pt16309"/>
            <p:cNvSpPr/>
            <p:nvPr/>
          </p:nvSpPr>
          <p:spPr>
            <a:xfrm>
              <a:off x="5230789" y="2160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0" name="pt16310"/>
            <p:cNvSpPr/>
            <p:nvPr/>
          </p:nvSpPr>
          <p:spPr>
            <a:xfrm>
              <a:off x="5219461" y="2131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1" name="pt16311"/>
            <p:cNvSpPr/>
            <p:nvPr/>
          </p:nvSpPr>
          <p:spPr>
            <a:xfrm>
              <a:off x="5266898" y="2269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2" name="pt16312"/>
            <p:cNvSpPr/>
            <p:nvPr/>
          </p:nvSpPr>
          <p:spPr>
            <a:xfrm>
              <a:off x="5440644" y="2081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3" name="pt16313"/>
            <p:cNvSpPr/>
            <p:nvPr/>
          </p:nvSpPr>
          <p:spPr>
            <a:xfrm>
              <a:off x="5143996" y="2187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4" name="pt16314"/>
            <p:cNvSpPr/>
            <p:nvPr/>
          </p:nvSpPr>
          <p:spPr>
            <a:xfrm>
              <a:off x="5090202" y="2168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5" name="pt16315"/>
            <p:cNvSpPr/>
            <p:nvPr/>
          </p:nvSpPr>
          <p:spPr>
            <a:xfrm>
              <a:off x="5209045" y="2088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6" name="pt16316"/>
            <p:cNvSpPr/>
            <p:nvPr/>
          </p:nvSpPr>
          <p:spPr>
            <a:xfrm>
              <a:off x="5309329" y="2245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7" name="pt16317"/>
            <p:cNvSpPr/>
            <p:nvPr/>
          </p:nvSpPr>
          <p:spPr>
            <a:xfrm>
              <a:off x="5563089" y="1863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8" name="pt16318"/>
            <p:cNvSpPr/>
            <p:nvPr/>
          </p:nvSpPr>
          <p:spPr>
            <a:xfrm>
              <a:off x="4983017" y="2083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9" name="pt16319"/>
            <p:cNvSpPr/>
            <p:nvPr/>
          </p:nvSpPr>
          <p:spPr>
            <a:xfrm>
              <a:off x="5502499" y="1836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0" name="pt16320"/>
            <p:cNvSpPr/>
            <p:nvPr/>
          </p:nvSpPr>
          <p:spPr>
            <a:xfrm>
              <a:off x="5077329" y="218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1" name="pt16321"/>
            <p:cNvSpPr/>
            <p:nvPr/>
          </p:nvSpPr>
          <p:spPr>
            <a:xfrm>
              <a:off x="4946945" y="2362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2" name="pt16322"/>
            <p:cNvSpPr/>
            <p:nvPr/>
          </p:nvSpPr>
          <p:spPr>
            <a:xfrm>
              <a:off x="5247247" y="2192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3" name="pt16323"/>
            <p:cNvSpPr/>
            <p:nvPr/>
          </p:nvSpPr>
          <p:spPr>
            <a:xfrm>
              <a:off x="5287911" y="2056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4" name="pt16324"/>
            <p:cNvSpPr/>
            <p:nvPr/>
          </p:nvSpPr>
          <p:spPr>
            <a:xfrm>
              <a:off x="5442344" y="2068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5" name="pt16325"/>
            <p:cNvSpPr/>
            <p:nvPr/>
          </p:nvSpPr>
          <p:spPr>
            <a:xfrm>
              <a:off x="4814078" y="2034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6" name="pt16326"/>
            <p:cNvSpPr/>
            <p:nvPr/>
          </p:nvSpPr>
          <p:spPr>
            <a:xfrm>
              <a:off x="5643066" y="1861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7" name="pt16327"/>
            <p:cNvSpPr/>
            <p:nvPr/>
          </p:nvSpPr>
          <p:spPr>
            <a:xfrm>
              <a:off x="5156643" y="2132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8" name="pt16328"/>
            <p:cNvSpPr/>
            <p:nvPr/>
          </p:nvSpPr>
          <p:spPr>
            <a:xfrm>
              <a:off x="5022138" y="2561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9" name="pt16329"/>
            <p:cNvSpPr/>
            <p:nvPr/>
          </p:nvSpPr>
          <p:spPr>
            <a:xfrm>
              <a:off x="5301346" y="2106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0" name="pt16330"/>
            <p:cNvSpPr/>
            <p:nvPr/>
          </p:nvSpPr>
          <p:spPr>
            <a:xfrm>
              <a:off x="5768505" y="1832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1" name="pt16331"/>
            <p:cNvSpPr/>
            <p:nvPr/>
          </p:nvSpPr>
          <p:spPr>
            <a:xfrm>
              <a:off x="5481332" y="2182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2" name="pt16332"/>
            <p:cNvSpPr/>
            <p:nvPr/>
          </p:nvSpPr>
          <p:spPr>
            <a:xfrm>
              <a:off x="5737897" y="1827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3" name="pt16333"/>
            <p:cNvSpPr/>
            <p:nvPr/>
          </p:nvSpPr>
          <p:spPr>
            <a:xfrm>
              <a:off x="5418233" y="2282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4" name="pt16334"/>
            <p:cNvSpPr/>
            <p:nvPr/>
          </p:nvSpPr>
          <p:spPr>
            <a:xfrm>
              <a:off x="5171473" y="2151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5" name="pt16335"/>
            <p:cNvSpPr/>
            <p:nvPr/>
          </p:nvSpPr>
          <p:spPr>
            <a:xfrm>
              <a:off x="5923524" y="2042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6" name="pt16336"/>
            <p:cNvSpPr/>
            <p:nvPr/>
          </p:nvSpPr>
          <p:spPr>
            <a:xfrm>
              <a:off x="4981673" y="1847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7" name="pt16337"/>
            <p:cNvSpPr/>
            <p:nvPr/>
          </p:nvSpPr>
          <p:spPr>
            <a:xfrm>
              <a:off x="5038978" y="2649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8" name="pt16338"/>
            <p:cNvSpPr/>
            <p:nvPr/>
          </p:nvSpPr>
          <p:spPr>
            <a:xfrm>
              <a:off x="5213672" y="21501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9" name="pt16339"/>
            <p:cNvSpPr/>
            <p:nvPr/>
          </p:nvSpPr>
          <p:spPr>
            <a:xfrm>
              <a:off x="5289682" y="2240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0" name="pt16340"/>
            <p:cNvSpPr/>
            <p:nvPr/>
          </p:nvSpPr>
          <p:spPr>
            <a:xfrm>
              <a:off x="5094572" y="2332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1" name="pt16341"/>
            <p:cNvSpPr/>
            <p:nvPr/>
          </p:nvSpPr>
          <p:spPr>
            <a:xfrm>
              <a:off x="5413945" y="2227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2" name="pt16342"/>
            <p:cNvSpPr/>
            <p:nvPr/>
          </p:nvSpPr>
          <p:spPr>
            <a:xfrm>
              <a:off x="5305449" y="2194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3" name="pt16343"/>
            <p:cNvSpPr/>
            <p:nvPr/>
          </p:nvSpPr>
          <p:spPr>
            <a:xfrm>
              <a:off x="5110426" y="2147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4" name="pt16344"/>
            <p:cNvSpPr/>
            <p:nvPr/>
          </p:nvSpPr>
          <p:spPr>
            <a:xfrm>
              <a:off x="5667082" y="1974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5" name="pt16345"/>
            <p:cNvSpPr/>
            <p:nvPr/>
          </p:nvSpPr>
          <p:spPr>
            <a:xfrm>
              <a:off x="5505816" y="1878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6" name="pt16346"/>
            <p:cNvSpPr/>
            <p:nvPr/>
          </p:nvSpPr>
          <p:spPr>
            <a:xfrm>
              <a:off x="4965045" y="2475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7" name="pt16347"/>
            <p:cNvSpPr/>
            <p:nvPr/>
          </p:nvSpPr>
          <p:spPr>
            <a:xfrm>
              <a:off x="4998207" y="2562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8" name="pt16348"/>
            <p:cNvSpPr/>
            <p:nvPr/>
          </p:nvSpPr>
          <p:spPr>
            <a:xfrm>
              <a:off x="5042710" y="2434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9" name="pt16349"/>
            <p:cNvSpPr/>
            <p:nvPr/>
          </p:nvSpPr>
          <p:spPr>
            <a:xfrm>
              <a:off x="4990316" y="1658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0" name="pt16350"/>
            <p:cNvSpPr/>
            <p:nvPr/>
          </p:nvSpPr>
          <p:spPr>
            <a:xfrm>
              <a:off x="4790703" y="2591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1" name="pt16351"/>
            <p:cNvSpPr/>
            <p:nvPr/>
          </p:nvSpPr>
          <p:spPr>
            <a:xfrm>
              <a:off x="5449894" y="2184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2" name="pt16352"/>
            <p:cNvSpPr/>
            <p:nvPr/>
          </p:nvSpPr>
          <p:spPr>
            <a:xfrm>
              <a:off x="5370015" y="1907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3" name="pt16353"/>
            <p:cNvSpPr/>
            <p:nvPr/>
          </p:nvSpPr>
          <p:spPr>
            <a:xfrm>
              <a:off x="5191060" y="2208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4" name="pt16354"/>
            <p:cNvSpPr/>
            <p:nvPr/>
          </p:nvSpPr>
          <p:spPr>
            <a:xfrm>
              <a:off x="4555373" y="2818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5" name="pt16355"/>
            <p:cNvSpPr/>
            <p:nvPr/>
          </p:nvSpPr>
          <p:spPr>
            <a:xfrm>
              <a:off x="5303523" y="2155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6" name="pt16356"/>
            <p:cNvSpPr/>
            <p:nvPr/>
          </p:nvSpPr>
          <p:spPr>
            <a:xfrm>
              <a:off x="4868557" y="2378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7" name="pt16357"/>
            <p:cNvSpPr/>
            <p:nvPr/>
          </p:nvSpPr>
          <p:spPr>
            <a:xfrm>
              <a:off x="5651831" y="1921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8" name="pt16358"/>
            <p:cNvSpPr/>
            <p:nvPr/>
          </p:nvSpPr>
          <p:spPr>
            <a:xfrm>
              <a:off x="5369793" y="1785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9" name="pt16359"/>
            <p:cNvSpPr/>
            <p:nvPr/>
          </p:nvSpPr>
          <p:spPr>
            <a:xfrm>
              <a:off x="5321034" y="226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0" name="pt16360"/>
            <p:cNvSpPr/>
            <p:nvPr/>
          </p:nvSpPr>
          <p:spPr>
            <a:xfrm>
              <a:off x="5548524" y="1969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1" name="pt16361"/>
            <p:cNvSpPr/>
            <p:nvPr/>
          </p:nvSpPr>
          <p:spPr>
            <a:xfrm>
              <a:off x="5429351" y="2285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2" name="pt16362"/>
            <p:cNvSpPr/>
            <p:nvPr/>
          </p:nvSpPr>
          <p:spPr>
            <a:xfrm>
              <a:off x="5433254" y="2107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3" name="pt16363"/>
            <p:cNvSpPr/>
            <p:nvPr/>
          </p:nvSpPr>
          <p:spPr>
            <a:xfrm>
              <a:off x="5262580" y="2260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4" name="pt16364"/>
            <p:cNvSpPr/>
            <p:nvPr/>
          </p:nvSpPr>
          <p:spPr>
            <a:xfrm>
              <a:off x="5643575" y="2001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5" name="pt16365"/>
            <p:cNvSpPr/>
            <p:nvPr/>
          </p:nvSpPr>
          <p:spPr>
            <a:xfrm>
              <a:off x="5343607" y="2115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6" name="pt16366"/>
            <p:cNvSpPr/>
            <p:nvPr/>
          </p:nvSpPr>
          <p:spPr>
            <a:xfrm>
              <a:off x="5190547" y="2139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7" name="pt16367"/>
            <p:cNvSpPr/>
            <p:nvPr/>
          </p:nvSpPr>
          <p:spPr>
            <a:xfrm>
              <a:off x="5402837" y="2282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8" name="pt16368"/>
            <p:cNvSpPr/>
            <p:nvPr/>
          </p:nvSpPr>
          <p:spPr>
            <a:xfrm>
              <a:off x="5160667" y="2162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9" name="pt16369"/>
            <p:cNvSpPr/>
            <p:nvPr/>
          </p:nvSpPr>
          <p:spPr>
            <a:xfrm>
              <a:off x="5244900" y="2163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0" name="pt16370"/>
            <p:cNvSpPr/>
            <p:nvPr/>
          </p:nvSpPr>
          <p:spPr>
            <a:xfrm>
              <a:off x="5428009" y="2108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1" name="pt16371"/>
            <p:cNvSpPr/>
            <p:nvPr/>
          </p:nvSpPr>
          <p:spPr>
            <a:xfrm>
              <a:off x="5077695" y="232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2" name="pt16372"/>
            <p:cNvSpPr/>
            <p:nvPr/>
          </p:nvSpPr>
          <p:spPr>
            <a:xfrm>
              <a:off x="4964005" y="2518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3" name="pt16373"/>
            <p:cNvSpPr/>
            <p:nvPr/>
          </p:nvSpPr>
          <p:spPr>
            <a:xfrm>
              <a:off x="4897346" y="2449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4" name="pt16374"/>
            <p:cNvSpPr/>
            <p:nvPr/>
          </p:nvSpPr>
          <p:spPr>
            <a:xfrm>
              <a:off x="5414777" y="2106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5" name="pt16375"/>
            <p:cNvSpPr/>
            <p:nvPr/>
          </p:nvSpPr>
          <p:spPr>
            <a:xfrm>
              <a:off x="4694886" y="2307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6" name="pt16376"/>
            <p:cNvSpPr/>
            <p:nvPr/>
          </p:nvSpPr>
          <p:spPr>
            <a:xfrm>
              <a:off x="5245817" y="2164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7" name="pt16377"/>
            <p:cNvSpPr/>
            <p:nvPr/>
          </p:nvSpPr>
          <p:spPr>
            <a:xfrm>
              <a:off x="4774841" y="2692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8" name="pt16378"/>
            <p:cNvSpPr/>
            <p:nvPr/>
          </p:nvSpPr>
          <p:spPr>
            <a:xfrm>
              <a:off x="5356956" y="2056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9" name="pt16379"/>
            <p:cNvSpPr/>
            <p:nvPr/>
          </p:nvSpPr>
          <p:spPr>
            <a:xfrm>
              <a:off x="4939374" y="2210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0" name="pt16380"/>
            <p:cNvSpPr/>
            <p:nvPr/>
          </p:nvSpPr>
          <p:spPr>
            <a:xfrm>
              <a:off x="5193236" y="2238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1" name="pt16381"/>
            <p:cNvSpPr/>
            <p:nvPr/>
          </p:nvSpPr>
          <p:spPr>
            <a:xfrm>
              <a:off x="4808838" y="2203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2" name="pt16382"/>
            <p:cNvSpPr/>
            <p:nvPr/>
          </p:nvSpPr>
          <p:spPr>
            <a:xfrm>
              <a:off x="5159221" y="2164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3" name="pt16383"/>
            <p:cNvSpPr/>
            <p:nvPr/>
          </p:nvSpPr>
          <p:spPr>
            <a:xfrm>
              <a:off x="5344841" y="2076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4" name="pt16384"/>
            <p:cNvSpPr/>
            <p:nvPr/>
          </p:nvSpPr>
          <p:spPr>
            <a:xfrm>
              <a:off x="5364433" y="1860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5" name="pt16385"/>
            <p:cNvSpPr/>
            <p:nvPr/>
          </p:nvSpPr>
          <p:spPr>
            <a:xfrm>
              <a:off x="5561807" y="1875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6" name="pt16386"/>
            <p:cNvSpPr/>
            <p:nvPr/>
          </p:nvSpPr>
          <p:spPr>
            <a:xfrm>
              <a:off x="5345808" y="2204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7" name="pt16387"/>
            <p:cNvSpPr/>
            <p:nvPr/>
          </p:nvSpPr>
          <p:spPr>
            <a:xfrm>
              <a:off x="5568807" y="1945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8" name="pt16388"/>
            <p:cNvSpPr/>
            <p:nvPr/>
          </p:nvSpPr>
          <p:spPr>
            <a:xfrm>
              <a:off x="5482571" y="2227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9" name="pt16389"/>
            <p:cNvSpPr/>
            <p:nvPr/>
          </p:nvSpPr>
          <p:spPr>
            <a:xfrm>
              <a:off x="5189571" y="218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0" name="pt16390"/>
            <p:cNvSpPr/>
            <p:nvPr/>
          </p:nvSpPr>
          <p:spPr>
            <a:xfrm>
              <a:off x="5516977" y="2059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1" name="pt16391"/>
            <p:cNvSpPr/>
            <p:nvPr/>
          </p:nvSpPr>
          <p:spPr>
            <a:xfrm>
              <a:off x="4891656" y="2507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2" name="pt16392"/>
            <p:cNvSpPr/>
            <p:nvPr/>
          </p:nvSpPr>
          <p:spPr>
            <a:xfrm>
              <a:off x="5110304" y="2107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3" name="pt16393"/>
            <p:cNvSpPr/>
            <p:nvPr/>
          </p:nvSpPr>
          <p:spPr>
            <a:xfrm>
              <a:off x="5447084" y="2250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4" name="pt16394"/>
            <p:cNvSpPr/>
            <p:nvPr/>
          </p:nvSpPr>
          <p:spPr>
            <a:xfrm>
              <a:off x="5284160" y="1896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5" name="pt16395"/>
            <p:cNvSpPr/>
            <p:nvPr/>
          </p:nvSpPr>
          <p:spPr>
            <a:xfrm>
              <a:off x="5285362" y="2066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6" name="pt16396"/>
            <p:cNvSpPr/>
            <p:nvPr/>
          </p:nvSpPr>
          <p:spPr>
            <a:xfrm>
              <a:off x="5307754" y="2209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7" name="pt16397"/>
            <p:cNvSpPr/>
            <p:nvPr/>
          </p:nvSpPr>
          <p:spPr>
            <a:xfrm>
              <a:off x="5370168" y="1860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8" name="pt16398"/>
            <p:cNvSpPr/>
            <p:nvPr/>
          </p:nvSpPr>
          <p:spPr>
            <a:xfrm>
              <a:off x="5522099" y="187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9" name="pt16399"/>
            <p:cNvSpPr/>
            <p:nvPr/>
          </p:nvSpPr>
          <p:spPr>
            <a:xfrm>
              <a:off x="4961164" y="2650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0" name="pt16400"/>
            <p:cNvSpPr/>
            <p:nvPr/>
          </p:nvSpPr>
          <p:spPr>
            <a:xfrm>
              <a:off x="4836007" y="2148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1" name="pt16401"/>
            <p:cNvSpPr/>
            <p:nvPr/>
          </p:nvSpPr>
          <p:spPr>
            <a:xfrm>
              <a:off x="4998654" y="2408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2" name="pt16402"/>
            <p:cNvSpPr/>
            <p:nvPr/>
          </p:nvSpPr>
          <p:spPr>
            <a:xfrm>
              <a:off x="5512908" y="2026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3" name="pt16403"/>
            <p:cNvSpPr/>
            <p:nvPr/>
          </p:nvSpPr>
          <p:spPr>
            <a:xfrm>
              <a:off x="5438835" y="2046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4" name="pt16404"/>
            <p:cNvSpPr/>
            <p:nvPr/>
          </p:nvSpPr>
          <p:spPr>
            <a:xfrm>
              <a:off x="5372253" y="1948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5" name="pt16405"/>
            <p:cNvSpPr/>
            <p:nvPr/>
          </p:nvSpPr>
          <p:spPr>
            <a:xfrm>
              <a:off x="5276552" y="1887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6" name="pt16406"/>
            <p:cNvSpPr/>
            <p:nvPr/>
          </p:nvSpPr>
          <p:spPr>
            <a:xfrm>
              <a:off x="5555725" y="2122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7" name="pt16407"/>
            <p:cNvSpPr/>
            <p:nvPr/>
          </p:nvSpPr>
          <p:spPr>
            <a:xfrm>
              <a:off x="5431536" y="2123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8" name="pt16408"/>
            <p:cNvSpPr/>
            <p:nvPr/>
          </p:nvSpPr>
          <p:spPr>
            <a:xfrm>
              <a:off x="5503672" y="1922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9" name="pt16409"/>
            <p:cNvSpPr/>
            <p:nvPr/>
          </p:nvSpPr>
          <p:spPr>
            <a:xfrm>
              <a:off x="4878471" y="283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0" name="pt16410"/>
            <p:cNvSpPr/>
            <p:nvPr/>
          </p:nvSpPr>
          <p:spPr>
            <a:xfrm>
              <a:off x="5452145" y="2215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1" name="pt16411"/>
            <p:cNvSpPr/>
            <p:nvPr/>
          </p:nvSpPr>
          <p:spPr>
            <a:xfrm>
              <a:off x="5287304" y="2181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2" name="pt16412"/>
            <p:cNvSpPr/>
            <p:nvPr/>
          </p:nvSpPr>
          <p:spPr>
            <a:xfrm>
              <a:off x="5345535" y="2159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3" name="pt16413"/>
            <p:cNvSpPr/>
            <p:nvPr/>
          </p:nvSpPr>
          <p:spPr>
            <a:xfrm>
              <a:off x="5462648" y="2115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4" name="pt16414"/>
            <p:cNvSpPr/>
            <p:nvPr/>
          </p:nvSpPr>
          <p:spPr>
            <a:xfrm>
              <a:off x="5467658" y="2238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5" name="pt16415"/>
            <p:cNvSpPr/>
            <p:nvPr/>
          </p:nvSpPr>
          <p:spPr>
            <a:xfrm>
              <a:off x="5453438" y="2120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6" name="pt16416"/>
            <p:cNvSpPr/>
            <p:nvPr/>
          </p:nvSpPr>
          <p:spPr>
            <a:xfrm>
              <a:off x="5489259" y="2118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7" name="pt16417"/>
            <p:cNvSpPr/>
            <p:nvPr/>
          </p:nvSpPr>
          <p:spPr>
            <a:xfrm>
              <a:off x="5526591" y="1999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8" name="pt16418"/>
            <p:cNvSpPr/>
            <p:nvPr/>
          </p:nvSpPr>
          <p:spPr>
            <a:xfrm>
              <a:off x="5491539" y="2051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9" name="pt16419"/>
            <p:cNvSpPr/>
            <p:nvPr/>
          </p:nvSpPr>
          <p:spPr>
            <a:xfrm>
              <a:off x="5192560" y="1906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0" name="pt16420"/>
            <p:cNvSpPr/>
            <p:nvPr/>
          </p:nvSpPr>
          <p:spPr>
            <a:xfrm>
              <a:off x="5478220" y="2320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1" name="pt16421"/>
            <p:cNvSpPr/>
            <p:nvPr/>
          </p:nvSpPr>
          <p:spPr>
            <a:xfrm>
              <a:off x="5399908" y="22923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2" name="pt16422"/>
            <p:cNvSpPr/>
            <p:nvPr/>
          </p:nvSpPr>
          <p:spPr>
            <a:xfrm>
              <a:off x="5122260" y="2131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3" name="pt16423"/>
            <p:cNvSpPr/>
            <p:nvPr/>
          </p:nvSpPr>
          <p:spPr>
            <a:xfrm>
              <a:off x="5605635" y="195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4" name="pt16424"/>
            <p:cNvSpPr/>
            <p:nvPr/>
          </p:nvSpPr>
          <p:spPr>
            <a:xfrm>
              <a:off x="5207986" y="2197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5" name="pt16425"/>
            <p:cNvSpPr/>
            <p:nvPr/>
          </p:nvSpPr>
          <p:spPr>
            <a:xfrm>
              <a:off x="5437545" y="2024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6" name="pt16426"/>
            <p:cNvSpPr/>
            <p:nvPr/>
          </p:nvSpPr>
          <p:spPr>
            <a:xfrm>
              <a:off x="5361964" y="1919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7" name="pt16427"/>
            <p:cNvSpPr/>
            <p:nvPr/>
          </p:nvSpPr>
          <p:spPr>
            <a:xfrm>
              <a:off x="5025277" y="2644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8" name="pt16428"/>
            <p:cNvSpPr/>
            <p:nvPr/>
          </p:nvSpPr>
          <p:spPr>
            <a:xfrm>
              <a:off x="5051925" y="2604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9" name="pt16429"/>
            <p:cNvSpPr/>
            <p:nvPr/>
          </p:nvSpPr>
          <p:spPr>
            <a:xfrm>
              <a:off x="5384998" y="2046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0" name="pt16430"/>
            <p:cNvSpPr/>
            <p:nvPr/>
          </p:nvSpPr>
          <p:spPr>
            <a:xfrm>
              <a:off x="5336082" y="2172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1" name="pt16431"/>
            <p:cNvSpPr/>
            <p:nvPr/>
          </p:nvSpPr>
          <p:spPr>
            <a:xfrm>
              <a:off x="5198761" y="2122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2" name="pt16432"/>
            <p:cNvSpPr/>
            <p:nvPr/>
          </p:nvSpPr>
          <p:spPr>
            <a:xfrm>
              <a:off x="5077424" y="2264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3" name="pt16433"/>
            <p:cNvSpPr/>
            <p:nvPr/>
          </p:nvSpPr>
          <p:spPr>
            <a:xfrm>
              <a:off x="5296270" y="2193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4" name="pt16434"/>
            <p:cNvSpPr/>
            <p:nvPr/>
          </p:nvSpPr>
          <p:spPr>
            <a:xfrm>
              <a:off x="5178662" y="20518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5" name="pt16435"/>
            <p:cNvSpPr/>
            <p:nvPr/>
          </p:nvSpPr>
          <p:spPr>
            <a:xfrm>
              <a:off x="4801154" y="2247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6" name="pt16436"/>
            <p:cNvSpPr/>
            <p:nvPr/>
          </p:nvSpPr>
          <p:spPr>
            <a:xfrm>
              <a:off x="5713979" y="1877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7" name="pt16437"/>
            <p:cNvSpPr/>
            <p:nvPr/>
          </p:nvSpPr>
          <p:spPr>
            <a:xfrm>
              <a:off x="4897201" y="2833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8" name="pt16438"/>
            <p:cNvSpPr/>
            <p:nvPr/>
          </p:nvSpPr>
          <p:spPr>
            <a:xfrm>
              <a:off x="5265636" y="2037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9" name="pt16439"/>
            <p:cNvSpPr/>
            <p:nvPr/>
          </p:nvSpPr>
          <p:spPr>
            <a:xfrm>
              <a:off x="4949171" y="2566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0" name="pt16440"/>
            <p:cNvSpPr/>
            <p:nvPr/>
          </p:nvSpPr>
          <p:spPr>
            <a:xfrm>
              <a:off x="4915972" y="21027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1" name="pt16441"/>
            <p:cNvSpPr/>
            <p:nvPr/>
          </p:nvSpPr>
          <p:spPr>
            <a:xfrm>
              <a:off x="5574555" y="1661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2" name="pt16442"/>
            <p:cNvSpPr/>
            <p:nvPr/>
          </p:nvSpPr>
          <p:spPr>
            <a:xfrm>
              <a:off x="5277417" y="2090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3" name="pt16443"/>
            <p:cNvSpPr/>
            <p:nvPr/>
          </p:nvSpPr>
          <p:spPr>
            <a:xfrm>
              <a:off x="5563169" y="1831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4" name="pt16444"/>
            <p:cNvSpPr/>
            <p:nvPr/>
          </p:nvSpPr>
          <p:spPr>
            <a:xfrm>
              <a:off x="5344157" y="2085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5" name="pt16445"/>
            <p:cNvSpPr/>
            <p:nvPr/>
          </p:nvSpPr>
          <p:spPr>
            <a:xfrm>
              <a:off x="5287345" y="19395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6" name="pt16446"/>
            <p:cNvSpPr/>
            <p:nvPr/>
          </p:nvSpPr>
          <p:spPr>
            <a:xfrm>
              <a:off x="5164974" y="2131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7" name="pt16447"/>
            <p:cNvSpPr/>
            <p:nvPr/>
          </p:nvSpPr>
          <p:spPr>
            <a:xfrm>
              <a:off x="4873421" y="2930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8" name="pt16448"/>
            <p:cNvSpPr/>
            <p:nvPr/>
          </p:nvSpPr>
          <p:spPr>
            <a:xfrm>
              <a:off x="5148240" y="2210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9" name="pt16449"/>
            <p:cNvSpPr/>
            <p:nvPr/>
          </p:nvSpPr>
          <p:spPr>
            <a:xfrm>
              <a:off x="5216140" y="2100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0" name="pt16450"/>
            <p:cNvSpPr/>
            <p:nvPr/>
          </p:nvSpPr>
          <p:spPr>
            <a:xfrm>
              <a:off x="5392584" y="2119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1" name="pt16451"/>
            <p:cNvSpPr/>
            <p:nvPr/>
          </p:nvSpPr>
          <p:spPr>
            <a:xfrm>
              <a:off x="5293471" y="2212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2" name="pt16452"/>
            <p:cNvSpPr/>
            <p:nvPr/>
          </p:nvSpPr>
          <p:spPr>
            <a:xfrm>
              <a:off x="5082100" y="2261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3" name="pt16453"/>
            <p:cNvSpPr/>
            <p:nvPr/>
          </p:nvSpPr>
          <p:spPr>
            <a:xfrm>
              <a:off x="5167869" y="2212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4" name="pt16454"/>
            <p:cNvSpPr/>
            <p:nvPr/>
          </p:nvSpPr>
          <p:spPr>
            <a:xfrm>
              <a:off x="4909427" y="2192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5" name="pt16455"/>
            <p:cNvSpPr/>
            <p:nvPr/>
          </p:nvSpPr>
          <p:spPr>
            <a:xfrm>
              <a:off x="5893110" y="1996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6" name="pt16456"/>
            <p:cNvSpPr/>
            <p:nvPr/>
          </p:nvSpPr>
          <p:spPr>
            <a:xfrm>
              <a:off x="5084471" y="2408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7" name="pt16457"/>
            <p:cNvSpPr/>
            <p:nvPr/>
          </p:nvSpPr>
          <p:spPr>
            <a:xfrm>
              <a:off x="5223524" y="2060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8" name="pt16458"/>
            <p:cNvSpPr/>
            <p:nvPr/>
          </p:nvSpPr>
          <p:spPr>
            <a:xfrm>
              <a:off x="4784569" y="2733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9" name="pt16459"/>
            <p:cNvSpPr/>
            <p:nvPr/>
          </p:nvSpPr>
          <p:spPr>
            <a:xfrm>
              <a:off x="5612006" y="2048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0" name="pt16460"/>
            <p:cNvSpPr/>
            <p:nvPr/>
          </p:nvSpPr>
          <p:spPr>
            <a:xfrm>
              <a:off x="5598413" y="1960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1" name="pt16461"/>
            <p:cNvSpPr/>
            <p:nvPr/>
          </p:nvSpPr>
          <p:spPr>
            <a:xfrm>
              <a:off x="5153455" y="2167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2" name="pt16462"/>
            <p:cNvSpPr/>
            <p:nvPr/>
          </p:nvSpPr>
          <p:spPr>
            <a:xfrm>
              <a:off x="4836707" y="2372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3" name="pt16463"/>
            <p:cNvSpPr/>
            <p:nvPr/>
          </p:nvSpPr>
          <p:spPr>
            <a:xfrm>
              <a:off x="5374046" y="1964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4" name="pt16464"/>
            <p:cNvSpPr/>
            <p:nvPr/>
          </p:nvSpPr>
          <p:spPr>
            <a:xfrm>
              <a:off x="5314990" y="2186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5" name="pt16465"/>
            <p:cNvSpPr/>
            <p:nvPr/>
          </p:nvSpPr>
          <p:spPr>
            <a:xfrm>
              <a:off x="5337209" y="2181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6" name="pt16466"/>
            <p:cNvSpPr/>
            <p:nvPr/>
          </p:nvSpPr>
          <p:spPr>
            <a:xfrm>
              <a:off x="5358727" y="1923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7" name="pt16467"/>
            <p:cNvSpPr/>
            <p:nvPr/>
          </p:nvSpPr>
          <p:spPr>
            <a:xfrm>
              <a:off x="5639607" y="1874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8" name="pt16468"/>
            <p:cNvSpPr/>
            <p:nvPr/>
          </p:nvSpPr>
          <p:spPr>
            <a:xfrm>
              <a:off x="5270956" y="2233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9" name="pt16469"/>
            <p:cNvSpPr/>
            <p:nvPr/>
          </p:nvSpPr>
          <p:spPr>
            <a:xfrm>
              <a:off x="5710814" y="1892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0" name="pt16470"/>
            <p:cNvSpPr/>
            <p:nvPr/>
          </p:nvSpPr>
          <p:spPr>
            <a:xfrm>
              <a:off x="5556361" y="2118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1" name="pt16471"/>
            <p:cNvSpPr/>
            <p:nvPr/>
          </p:nvSpPr>
          <p:spPr>
            <a:xfrm>
              <a:off x="5055528" y="2713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2" name="pt16472"/>
            <p:cNvSpPr/>
            <p:nvPr/>
          </p:nvSpPr>
          <p:spPr>
            <a:xfrm>
              <a:off x="5653492" y="1915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3" name="pt16473"/>
            <p:cNvSpPr/>
            <p:nvPr/>
          </p:nvSpPr>
          <p:spPr>
            <a:xfrm>
              <a:off x="5424477" y="2153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4" name="pt16474"/>
            <p:cNvSpPr/>
            <p:nvPr/>
          </p:nvSpPr>
          <p:spPr>
            <a:xfrm>
              <a:off x="5356803" y="2041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5" name="pt16475"/>
            <p:cNvSpPr/>
            <p:nvPr/>
          </p:nvSpPr>
          <p:spPr>
            <a:xfrm>
              <a:off x="5503053" y="1818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6" name="pt16476"/>
            <p:cNvSpPr/>
            <p:nvPr/>
          </p:nvSpPr>
          <p:spPr>
            <a:xfrm>
              <a:off x="5276983" y="205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7" name="pt16477"/>
            <p:cNvSpPr/>
            <p:nvPr/>
          </p:nvSpPr>
          <p:spPr>
            <a:xfrm>
              <a:off x="5816019" y="1597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8" name="pt16478"/>
            <p:cNvSpPr/>
            <p:nvPr/>
          </p:nvSpPr>
          <p:spPr>
            <a:xfrm>
              <a:off x="5223020" y="2108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9" name="pt16479"/>
            <p:cNvSpPr/>
            <p:nvPr/>
          </p:nvSpPr>
          <p:spPr>
            <a:xfrm>
              <a:off x="4961856" y="2671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0" name="pt16480"/>
            <p:cNvSpPr/>
            <p:nvPr/>
          </p:nvSpPr>
          <p:spPr>
            <a:xfrm>
              <a:off x="5310959" y="2157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1" name="pt16481"/>
            <p:cNvSpPr/>
            <p:nvPr/>
          </p:nvSpPr>
          <p:spPr>
            <a:xfrm>
              <a:off x="5431239" y="2101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2" name="pt16482"/>
            <p:cNvSpPr/>
            <p:nvPr/>
          </p:nvSpPr>
          <p:spPr>
            <a:xfrm>
              <a:off x="5349157" y="2102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3" name="pt16483"/>
            <p:cNvSpPr/>
            <p:nvPr/>
          </p:nvSpPr>
          <p:spPr>
            <a:xfrm>
              <a:off x="4922991" y="2116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4" name="pt16484"/>
            <p:cNvSpPr/>
            <p:nvPr/>
          </p:nvSpPr>
          <p:spPr>
            <a:xfrm>
              <a:off x="5358805" y="2075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5" name="pt16485"/>
            <p:cNvSpPr/>
            <p:nvPr/>
          </p:nvSpPr>
          <p:spPr>
            <a:xfrm>
              <a:off x="5606076" y="1947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6" name="pt16486"/>
            <p:cNvSpPr/>
            <p:nvPr/>
          </p:nvSpPr>
          <p:spPr>
            <a:xfrm>
              <a:off x="4890078" y="2534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7" name="pt16487"/>
            <p:cNvSpPr/>
            <p:nvPr/>
          </p:nvSpPr>
          <p:spPr>
            <a:xfrm>
              <a:off x="4760396" y="2786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8" name="pt16488"/>
            <p:cNvSpPr/>
            <p:nvPr/>
          </p:nvSpPr>
          <p:spPr>
            <a:xfrm>
              <a:off x="5539081" y="1986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9" name="pt16489"/>
            <p:cNvSpPr/>
            <p:nvPr/>
          </p:nvSpPr>
          <p:spPr>
            <a:xfrm>
              <a:off x="5151404" y="2144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0" name="pt16490"/>
            <p:cNvSpPr/>
            <p:nvPr/>
          </p:nvSpPr>
          <p:spPr>
            <a:xfrm>
              <a:off x="5404548" y="2222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1" name="pt16491"/>
            <p:cNvSpPr/>
            <p:nvPr/>
          </p:nvSpPr>
          <p:spPr>
            <a:xfrm>
              <a:off x="5716401" y="1767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2" name="pt16492"/>
            <p:cNvSpPr/>
            <p:nvPr/>
          </p:nvSpPr>
          <p:spPr>
            <a:xfrm>
              <a:off x="5220635" y="2121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3" name="pt16493"/>
            <p:cNvSpPr/>
            <p:nvPr/>
          </p:nvSpPr>
          <p:spPr>
            <a:xfrm>
              <a:off x="5447287" y="2235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4" name="pt16494"/>
            <p:cNvSpPr/>
            <p:nvPr/>
          </p:nvSpPr>
          <p:spPr>
            <a:xfrm>
              <a:off x="4823773" y="1815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5" name="pt16495"/>
            <p:cNvSpPr/>
            <p:nvPr/>
          </p:nvSpPr>
          <p:spPr>
            <a:xfrm>
              <a:off x="5453086" y="2195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6" name="pt16496"/>
            <p:cNvSpPr/>
            <p:nvPr/>
          </p:nvSpPr>
          <p:spPr>
            <a:xfrm>
              <a:off x="5097173" y="2222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7" name="pt16497"/>
            <p:cNvSpPr/>
            <p:nvPr/>
          </p:nvSpPr>
          <p:spPr>
            <a:xfrm>
              <a:off x="5268080" y="2218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8" name="pt16498"/>
            <p:cNvSpPr/>
            <p:nvPr/>
          </p:nvSpPr>
          <p:spPr>
            <a:xfrm>
              <a:off x="5018703" y="2556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9" name="pt16499"/>
            <p:cNvSpPr/>
            <p:nvPr/>
          </p:nvSpPr>
          <p:spPr>
            <a:xfrm>
              <a:off x="5459386" y="2277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0" name="pt16500"/>
            <p:cNvSpPr/>
            <p:nvPr/>
          </p:nvSpPr>
          <p:spPr>
            <a:xfrm>
              <a:off x="5359921" y="1963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1" name="pt16501"/>
            <p:cNvSpPr/>
            <p:nvPr/>
          </p:nvSpPr>
          <p:spPr>
            <a:xfrm>
              <a:off x="5036051" y="2714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2" name="pt16502"/>
            <p:cNvSpPr/>
            <p:nvPr/>
          </p:nvSpPr>
          <p:spPr>
            <a:xfrm>
              <a:off x="4968637" y="2383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3" name="pt16503"/>
            <p:cNvSpPr/>
            <p:nvPr/>
          </p:nvSpPr>
          <p:spPr>
            <a:xfrm>
              <a:off x="5640356" y="1961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4" name="pt16504"/>
            <p:cNvSpPr/>
            <p:nvPr/>
          </p:nvSpPr>
          <p:spPr>
            <a:xfrm>
              <a:off x="5719725" y="1977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5" name="pt16505"/>
            <p:cNvSpPr/>
            <p:nvPr/>
          </p:nvSpPr>
          <p:spPr>
            <a:xfrm>
              <a:off x="5323708" y="2278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6" name="pt16506"/>
            <p:cNvSpPr/>
            <p:nvPr/>
          </p:nvSpPr>
          <p:spPr>
            <a:xfrm>
              <a:off x="5772334" y="1577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7" name="pt16507"/>
            <p:cNvSpPr/>
            <p:nvPr/>
          </p:nvSpPr>
          <p:spPr>
            <a:xfrm>
              <a:off x="5165658" y="2165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8" name="pt16508"/>
            <p:cNvSpPr/>
            <p:nvPr/>
          </p:nvSpPr>
          <p:spPr>
            <a:xfrm>
              <a:off x="5401346" y="2087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9" name="pt16509"/>
            <p:cNvSpPr/>
            <p:nvPr/>
          </p:nvSpPr>
          <p:spPr>
            <a:xfrm>
              <a:off x="5486318" y="1952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0" name="pt16510"/>
            <p:cNvSpPr/>
            <p:nvPr/>
          </p:nvSpPr>
          <p:spPr>
            <a:xfrm>
              <a:off x="5660194" y="1842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1" name="pt16511"/>
            <p:cNvSpPr/>
            <p:nvPr/>
          </p:nvSpPr>
          <p:spPr>
            <a:xfrm>
              <a:off x="5336756" y="2259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2" name="pt16512"/>
            <p:cNvSpPr/>
            <p:nvPr/>
          </p:nvSpPr>
          <p:spPr>
            <a:xfrm>
              <a:off x="5235295" y="2160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3" name="pt16513"/>
            <p:cNvSpPr/>
            <p:nvPr/>
          </p:nvSpPr>
          <p:spPr>
            <a:xfrm>
              <a:off x="5200161" y="2156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4" name="pt16514"/>
            <p:cNvSpPr/>
            <p:nvPr/>
          </p:nvSpPr>
          <p:spPr>
            <a:xfrm>
              <a:off x="4858014" y="2390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5" name="pt16515"/>
            <p:cNvSpPr/>
            <p:nvPr/>
          </p:nvSpPr>
          <p:spPr>
            <a:xfrm>
              <a:off x="5280780" y="2052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6" name="pt16516"/>
            <p:cNvSpPr/>
            <p:nvPr/>
          </p:nvSpPr>
          <p:spPr>
            <a:xfrm>
              <a:off x="5549300" y="1977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7" name="pt16517"/>
            <p:cNvSpPr/>
            <p:nvPr/>
          </p:nvSpPr>
          <p:spPr>
            <a:xfrm>
              <a:off x="4892760" y="2749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8" name="pt16518"/>
            <p:cNvSpPr/>
            <p:nvPr/>
          </p:nvSpPr>
          <p:spPr>
            <a:xfrm>
              <a:off x="5247290" y="2260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9" name="pt16519"/>
            <p:cNvSpPr/>
            <p:nvPr/>
          </p:nvSpPr>
          <p:spPr>
            <a:xfrm>
              <a:off x="5030781" y="2636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0" name="pt16520"/>
            <p:cNvSpPr/>
            <p:nvPr/>
          </p:nvSpPr>
          <p:spPr>
            <a:xfrm>
              <a:off x="5607761" y="2005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1" name="pt16521"/>
            <p:cNvSpPr/>
            <p:nvPr/>
          </p:nvSpPr>
          <p:spPr>
            <a:xfrm>
              <a:off x="5482406" y="2204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2" name="pt16522"/>
            <p:cNvSpPr/>
            <p:nvPr/>
          </p:nvSpPr>
          <p:spPr>
            <a:xfrm>
              <a:off x="5518672" y="1805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3" name="pt16523"/>
            <p:cNvSpPr/>
            <p:nvPr/>
          </p:nvSpPr>
          <p:spPr>
            <a:xfrm>
              <a:off x="5314735" y="2206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4" name="pt16524"/>
            <p:cNvSpPr/>
            <p:nvPr/>
          </p:nvSpPr>
          <p:spPr>
            <a:xfrm>
              <a:off x="5433940" y="2031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5" name="pt16525"/>
            <p:cNvSpPr/>
            <p:nvPr/>
          </p:nvSpPr>
          <p:spPr>
            <a:xfrm>
              <a:off x="5757956" y="1704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6" name="pt16526"/>
            <p:cNvSpPr/>
            <p:nvPr/>
          </p:nvSpPr>
          <p:spPr>
            <a:xfrm>
              <a:off x="5562213" y="1814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7" name="pt16527"/>
            <p:cNvSpPr/>
            <p:nvPr/>
          </p:nvSpPr>
          <p:spPr>
            <a:xfrm>
              <a:off x="5452028" y="2207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8" name="pt16528"/>
            <p:cNvSpPr/>
            <p:nvPr/>
          </p:nvSpPr>
          <p:spPr>
            <a:xfrm>
              <a:off x="5525269" y="1986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9" name="pt16529"/>
            <p:cNvSpPr/>
            <p:nvPr/>
          </p:nvSpPr>
          <p:spPr>
            <a:xfrm>
              <a:off x="5078847" y="2187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0" name="pt16530"/>
            <p:cNvSpPr/>
            <p:nvPr/>
          </p:nvSpPr>
          <p:spPr>
            <a:xfrm>
              <a:off x="5218146" y="2253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1" name="pt16531"/>
            <p:cNvSpPr/>
            <p:nvPr/>
          </p:nvSpPr>
          <p:spPr>
            <a:xfrm>
              <a:off x="4855951" y="2623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2" name="pt16532"/>
            <p:cNvSpPr/>
            <p:nvPr/>
          </p:nvSpPr>
          <p:spPr>
            <a:xfrm>
              <a:off x="5134457" y="1874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3" name="pt16533"/>
            <p:cNvSpPr/>
            <p:nvPr/>
          </p:nvSpPr>
          <p:spPr>
            <a:xfrm>
              <a:off x="5463903" y="2190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4" name="pt16534"/>
            <p:cNvSpPr/>
            <p:nvPr/>
          </p:nvSpPr>
          <p:spPr>
            <a:xfrm>
              <a:off x="5172782" y="2153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5" name="pt16535"/>
            <p:cNvSpPr/>
            <p:nvPr/>
          </p:nvSpPr>
          <p:spPr>
            <a:xfrm>
              <a:off x="5319396" y="2234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6" name="pt16536"/>
            <p:cNvSpPr/>
            <p:nvPr/>
          </p:nvSpPr>
          <p:spPr>
            <a:xfrm>
              <a:off x="5361832" y="2085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7" name="pt16537"/>
            <p:cNvSpPr/>
            <p:nvPr/>
          </p:nvSpPr>
          <p:spPr>
            <a:xfrm>
              <a:off x="5297600" y="2103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8" name="pt16538"/>
            <p:cNvSpPr/>
            <p:nvPr/>
          </p:nvSpPr>
          <p:spPr>
            <a:xfrm>
              <a:off x="4927053" y="2109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9" name="pt16539"/>
            <p:cNvSpPr/>
            <p:nvPr/>
          </p:nvSpPr>
          <p:spPr>
            <a:xfrm>
              <a:off x="5458770" y="2160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0" name="pt16540"/>
            <p:cNvSpPr/>
            <p:nvPr/>
          </p:nvSpPr>
          <p:spPr>
            <a:xfrm>
              <a:off x="4842949" y="2181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1" name="pt16541"/>
            <p:cNvSpPr/>
            <p:nvPr/>
          </p:nvSpPr>
          <p:spPr>
            <a:xfrm>
              <a:off x="5570434" y="1877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2" name="pt16542"/>
            <p:cNvSpPr/>
            <p:nvPr/>
          </p:nvSpPr>
          <p:spPr>
            <a:xfrm>
              <a:off x="4883390" y="2763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3" name="pt16543"/>
            <p:cNvSpPr/>
            <p:nvPr/>
          </p:nvSpPr>
          <p:spPr>
            <a:xfrm>
              <a:off x="5269758" y="227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4" name="pt16544"/>
            <p:cNvSpPr/>
            <p:nvPr/>
          </p:nvSpPr>
          <p:spPr>
            <a:xfrm>
              <a:off x="5111242" y="2156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5" name="pt16545"/>
            <p:cNvSpPr/>
            <p:nvPr/>
          </p:nvSpPr>
          <p:spPr>
            <a:xfrm>
              <a:off x="5561185" y="2073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6" name="pt16546"/>
            <p:cNvSpPr/>
            <p:nvPr/>
          </p:nvSpPr>
          <p:spPr>
            <a:xfrm>
              <a:off x="5074813" y="2237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7" name="pt16547"/>
            <p:cNvSpPr/>
            <p:nvPr/>
          </p:nvSpPr>
          <p:spPr>
            <a:xfrm>
              <a:off x="5206650" y="2213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8" name="pt16548"/>
            <p:cNvSpPr/>
            <p:nvPr/>
          </p:nvSpPr>
          <p:spPr>
            <a:xfrm>
              <a:off x="5563944" y="1910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9" name="pt16549"/>
            <p:cNvSpPr/>
            <p:nvPr/>
          </p:nvSpPr>
          <p:spPr>
            <a:xfrm>
              <a:off x="5400568" y="2170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0" name="pt16550"/>
            <p:cNvSpPr/>
            <p:nvPr/>
          </p:nvSpPr>
          <p:spPr>
            <a:xfrm>
              <a:off x="5242938" y="2111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1" name="pt16551"/>
            <p:cNvSpPr/>
            <p:nvPr/>
          </p:nvSpPr>
          <p:spPr>
            <a:xfrm>
              <a:off x="5043547" y="2719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2" name="pt16552"/>
            <p:cNvSpPr/>
            <p:nvPr/>
          </p:nvSpPr>
          <p:spPr>
            <a:xfrm>
              <a:off x="5349331" y="2073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3" name="pt16553"/>
            <p:cNvSpPr/>
            <p:nvPr/>
          </p:nvSpPr>
          <p:spPr>
            <a:xfrm>
              <a:off x="5307816" y="2125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4" name="pt16554"/>
            <p:cNvSpPr/>
            <p:nvPr/>
          </p:nvSpPr>
          <p:spPr>
            <a:xfrm>
              <a:off x="5476143" y="2227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5" name="pt16555"/>
            <p:cNvSpPr/>
            <p:nvPr/>
          </p:nvSpPr>
          <p:spPr>
            <a:xfrm>
              <a:off x="5087269" y="2187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6" name="pt16556"/>
            <p:cNvSpPr/>
            <p:nvPr/>
          </p:nvSpPr>
          <p:spPr>
            <a:xfrm>
              <a:off x="5406978" y="2225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7" name="pt16557"/>
            <p:cNvSpPr/>
            <p:nvPr/>
          </p:nvSpPr>
          <p:spPr>
            <a:xfrm>
              <a:off x="5379715" y="1971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8" name="pt16558"/>
            <p:cNvSpPr/>
            <p:nvPr/>
          </p:nvSpPr>
          <p:spPr>
            <a:xfrm>
              <a:off x="5528230" y="1989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9" name="pt16559"/>
            <p:cNvSpPr/>
            <p:nvPr/>
          </p:nvSpPr>
          <p:spPr>
            <a:xfrm>
              <a:off x="5309154" y="2227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0" name="pt16560"/>
            <p:cNvSpPr/>
            <p:nvPr/>
          </p:nvSpPr>
          <p:spPr>
            <a:xfrm>
              <a:off x="5693110" y="1954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1" name="pt16561"/>
            <p:cNvSpPr/>
            <p:nvPr/>
          </p:nvSpPr>
          <p:spPr>
            <a:xfrm>
              <a:off x="5243634" y="2125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2" name="pt16562"/>
            <p:cNvSpPr/>
            <p:nvPr/>
          </p:nvSpPr>
          <p:spPr>
            <a:xfrm>
              <a:off x="4970414" y="2570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3" name="pt16563"/>
            <p:cNvSpPr/>
            <p:nvPr/>
          </p:nvSpPr>
          <p:spPr>
            <a:xfrm>
              <a:off x="5044125" y="2668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4" name="pt16564"/>
            <p:cNvSpPr/>
            <p:nvPr/>
          </p:nvSpPr>
          <p:spPr>
            <a:xfrm>
              <a:off x="5417970" y="20416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5" name="pt16565"/>
            <p:cNvSpPr/>
            <p:nvPr/>
          </p:nvSpPr>
          <p:spPr>
            <a:xfrm>
              <a:off x="5333729" y="2213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6" name="pt16566"/>
            <p:cNvSpPr/>
            <p:nvPr/>
          </p:nvSpPr>
          <p:spPr>
            <a:xfrm>
              <a:off x="5588620" y="1605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7" name="pt16567"/>
            <p:cNvSpPr/>
            <p:nvPr/>
          </p:nvSpPr>
          <p:spPr>
            <a:xfrm>
              <a:off x="5084411" y="2355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8" name="pt16568"/>
            <p:cNvSpPr/>
            <p:nvPr/>
          </p:nvSpPr>
          <p:spPr>
            <a:xfrm>
              <a:off x="4986209" y="1536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9" name="pt16569"/>
            <p:cNvSpPr/>
            <p:nvPr/>
          </p:nvSpPr>
          <p:spPr>
            <a:xfrm>
              <a:off x="5395079" y="2134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0" name="pt16570"/>
            <p:cNvSpPr/>
            <p:nvPr/>
          </p:nvSpPr>
          <p:spPr>
            <a:xfrm>
              <a:off x="5547410" y="2150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1" name="pt16571"/>
            <p:cNvSpPr/>
            <p:nvPr/>
          </p:nvSpPr>
          <p:spPr>
            <a:xfrm>
              <a:off x="5394029" y="2270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2" name="pt16572"/>
            <p:cNvSpPr/>
            <p:nvPr/>
          </p:nvSpPr>
          <p:spPr>
            <a:xfrm>
              <a:off x="5260224" y="2236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3" name="pt16573"/>
            <p:cNvSpPr/>
            <p:nvPr/>
          </p:nvSpPr>
          <p:spPr>
            <a:xfrm>
              <a:off x="5349364" y="2129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4" name="pt16574"/>
            <p:cNvSpPr/>
            <p:nvPr/>
          </p:nvSpPr>
          <p:spPr>
            <a:xfrm>
              <a:off x="5055992" y="2634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5" name="pt16575"/>
            <p:cNvSpPr/>
            <p:nvPr/>
          </p:nvSpPr>
          <p:spPr>
            <a:xfrm>
              <a:off x="5324167" y="2167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6" name="pt16576"/>
            <p:cNvSpPr/>
            <p:nvPr/>
          </p:nvSpPr>
          <p:spPr>
            <a:xfrm>
              <a:off x="5719779" y="2045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7" name="pt16577"/>
            <p:cNvSpPr/>
            <p:nvPr/>
          </p:nvSpPr>
          <p:spPr>
            <a:xfrm>
              <a:off x="5565104" y="2023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8" name="pt16578"/>
            <p:cNvSpPr/>
            <p:nvPr/>
          </p:nvSpPr>
          <p:spPr>
            <a:xfrm>
              <a:off x="5541340" y="1984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9" name="pt16579"/>
            <p:cNvSpPr/>
            <p:nvPr/>
          </p:nvSpPr>
          <p:spPr>
            <a:xfrm>
              <a:off x="5053970" y="269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0" name="pt16580"/>
            <p:cNvSpPr/>
            <p:nvPr/>
          </p:nvSpPr>
          <p:spPr>
            <a:xfrm>
              <a:off x="5126045" y="2168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1" name="pt16581"/>
            <p:cNvSpPr/>
            <p:nvPr/>
          </p:nvSpPr>
          <p:spPr>
            <a:xfrm>
              <a:off x="5593779" y="2000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2" name="pt16582"/>
            <p:cNvSpPr/>
            <p:nvPr/>
          </p:nvSpPr>
          <p:spPr>
            <a:xfrm>
              <a:off x="5821205" y="1367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3" name="pt16583"/>
            <p:cNvSpPr/>
            <p:nvPr/>
          </p:nvSpPr>
          <p:spPr>
            <a:xfrm>
              <a:off x="5670018" y="2111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4" name="pt16584"/>
            <p:cNvSpPr/>
            <p:nvPr/>
          </p:nvSpPr>
          <p:spPr>
            <a:xfrm>
              <a:off x="5163100" y="2181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5" name="pt16585"/>
            <p:cNvSpPr/>
            <p:nvPr/>
          </p:nvSpPr>
          <p:spPr>
            <a:xfrm>
              <a:off x="5057897" y="2483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6" name="pt16586"/>
            <p:cNvSpPr/>
            <p:nvPr/>
          </p:nvSpPr>
          <p:spPr>
            <a:xfrm>
              <a:off x="5079759" y="2532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7" name="pt16587"/>
            <p:cNvSpPr/>
            <p:nvPr/>
          </p:nvSpPr>
          <p:spPr>
            <a:xfrm>
              <a:off x="5166620" y="2233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8" name="pt16588"/>
            <p:cNvSpPr/>
            <p:nvPr/>
          </p:nvSpPr>
          <p:spPr>
            <a:xfrm>
              <a:off x="5433574" y="2225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9" name="pt16589"/>
            <p:cNvSpPr/>
            <p:nvPr/>
          </p:nvSpPr>
          <p:spPr>
            <a:xfrm>
              <a:off x="5334188" y="2144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0" name="pt16590"/>
            <p:cNvSpPr/>
            <p:nvPr/>
          </p:nvSpPr>
          <p:spPr>
            <a:xfrm>
              <a:off x="5459290" y="2122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1" name="pt16591"/>
            <p:cNvSpPr/>
            <p:nvPr/>
          </p:nvSpPr>
          <p:spPr>
            <a:xfrm>
              <a:off x="5344214" y="2142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2" name="pt16592"/>
            <p:cNvSpPr/>
            <p:nvPr/>
          </p:nvSpPr>
          <p:spPr>
            <a:xfrm>
              <a:off x="5784906" y="1745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3" name="pt16593"/>
            <p:cNvSpPr/>
            <p:nvPr/>
          </p:nvSpPr>
          <p:spPr>
            <a:xfrm>
              <a:off x="5443884" y="2083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4" name="pt16594"/>
            <p:cNvSpPr/>
            <p:nvPr/>
          </p:nvSpPr>
          <p:spPr>
            <a:xfrm>
              <a:off x="5283373" y="2058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5" name="pt16595"/>
            <p:cNvSpPr/>
            <p:nvPr/>
          </p:nvSpPr>
          <p:spPr>
            <a:xfrm>
              <a:off x="5022824" y="2560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6" name="pt16596"/>
            <p:cNvSpPr/>
            <p:nvPr/>
          </p:nvSpPr>
          <p:spPr>
            <a:xfrm>
              <a:off x="5456513" y="2152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7" name="pt16597"/>
            <p:cNvSpPr/>
            <p:nvPr/>
          </p:nvSpPr>
          <p:spPr>
            <a:xfrm>
              <a:off x="5545509" y="1865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8" name="pt16598"/>
            <p:cNvSpPr/>
            <p:nvPr/>
          </p:nvSpPr>
          <p:spPr>
            <a:xfrm>
              <a:off x="5414053" y="2313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9" name="pt16599"/>
            <p:cNvSpPr/>
            <p:nvPr/>
          </p:nvSpPr>
          <p:spPr>
            <a:xfrm>
              <a:off x="5366382" y="2025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0" name="pt16600"/>
            <p:cNvSpPr/>
            <p:nvPr/>
          </p:nvSpPr>
          <p:spPr>
            <a:xfrm>
              <a:off x="5121235" y="2084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1" name="pt16601"/>
            <p:cNvSpPr/>
            <p:nvPr/>
          </p:nvSpPr>
          <p:spPr>
            <a:xfrm>
              <a:off x="4615234" y="2418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2" name="pt16602"/>
            <p:cNvSpPr/>
            <p:nvPr/>
          </p:nvSpPr>
          <p:spPr>
            <a:xfrm>
              <a:off x="5114468" y="2132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3" name="pt16603"/>
            <p:cNvSpPr/>
            <p:nvPr/>
          </p:nvSpPr>
          <p:spPr>
            <a:xfrm>
              <a:off x="5032893" y="2531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4" name="pt16604"/>
            <p:cNvSpPr/>
            <p:nvPr/>
          </p:nvSpPr>
          <p:spPr>
            <a:xfrm>
              <a:off x="5409169" y="2291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5" name="pt16605"/>
            <p:cNvSpPr/>
            <p:nvPr/>
          </p:nvSpPr>
          <p:spPr>
            <a:xfrm>
              <a:off x="5236597" y="2145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6" name="pt16606"/>
            <p:cNvSpPr/>
            <p:nvPr/>
          </p:nvSpPr>
          <p:spPr>
            <a:xfrm>
              <a:off x="5185624" y="2130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7" name="pt16607"/>
            <p:cNvSpPr/>
            <p:nvPr/>
          </p:nvSpPr>
          <p:spPr>
            <a:xfrm>
              <a:off x="5570179" y="18895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8" name="pt16608"/>
            <p:cNvSpPr/>
            <p:nvPr/>
          </p:nvSpPr>
          <p:spPr>
            <a:xfrm>
              <a:off x="5639760" y="1938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9" name="pt16609"/>
            <p:cNvSpPr/>
            <p:nvPr/>
          </p:nvSpPr>
          <p:spPr>
            <a:xfrm>
              <a:off x="4903431" y="237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0" name="pt16610"/>
            <p:cNvSpPr/>
            <p:nvPr/>
          </p:nvSpPr>
          <p:spPr>
            <a:xfrm>
              <a:off x="5703106" y="2011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1" name="pt16611"/>
            <p:cNvSpPr/>
            <p:nvPr/>
          </p:nvSpPr>
          <p:spPr>
            <a:xfrm>
              <a:off x="4910657" y="2151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2" name="pt16612"/>
            <p:cNvSpPr/>
            <p:nvPr/>
          </p:nvSpPr>
          <p:spPr>
            <a:xfrm>
              <a:off x="4971321" y="2352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3" name="pt16613"/>
            <p:cNvSpPr/>
            <p:nvPr/>
          </p:nvSpPr>
          <p:spPr>
            <a:xfrm>
              <a:off x="4903143" y="2251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4" name="pt16614"/>
            <p:cNvSpPr/>
            <p:nvPr/>
          </p:nvSpPr>
          <p:spPr>
            <a:xfrm>
              <a:off x="5520887" y="194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5" name="pt16615"/>
            <p:cNvSpPr/>
            <p:nvPr/>
          </p:nvSpPr>
          <p:spPr>
            <a:xfrm>
              <a:off x="5522870" y="1972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6" name="pt16616"/>
            <p:cNvSpPr/>
            <p:nvPr/>
          </p:nvSpPr>
          <p:spPr>
            <a:xfrm>
              <a:off x="5251863" y="2231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7" name="pt16617"/>
            <p:cNvSpPr/>
            <p:nvPr/>
          </p:nvSpPr>
          <p:spPr>
            <a:xfrm>
              <a:off x="5088233" y="2054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8" name="pt16618"/>
            <p:cNvSpPr/>
            <p:nvPr/>
          </p:nvSpPr>
          <p:spPr>
            <a:xfrm>
              <a:off x="5539643" y="2059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9" name="pt16619"/>
            <p:cNvSpPr/>
            <p:nvPr/>
          </p:nvSpPr>
          <p:spPr>
            <a:xfrm>
              <a:off x="5045812" y="2760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0" name="pt16620"/>
            <p:cNvSpPr/>
            <p:nvPr/>
          </p:nvSpPr>
          <p:spPr>
            <a:xfrm>
              <a:off x="5594066" y="1820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1" name="pt16621"/>
            <p:cNvSpPr/>
            <p:nvPr/>
          </p:nvSpPr>
          <p:spPr>
            <a:xfrm>
              <a:off x="4825646" y="2061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2" name="pt16622"/>
            <p:cNvSpPr/>
            <p:nvPr/>
          </p:nvSpPr>
          <p:spPr>
            <a:xfrm>
              <a:off x="5299448" y="2194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3" name="pt16623"/>
            <p:cNvSpPr/>
            <p:nvPr/>
          </p:nvSpPr>
          <p:spPr>
            <a:xfrm>
              <a:off x="5385505" y="1966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4" name="pt16624"/>
            <p:cNvSpPr/>
            <p:nvPr/>
          </p:nvSpPr>
          <p:spPr>
            <a:xfrm>
              <a:off x="5528748" y="2001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5" name="pt16625"/>
            <p:cNvSpPr/>
            <p:nvPr/>
          </p:nvSpPr>
          <p:spPr>
            <a:xfrm>
              <a:off x="5530745" y="2091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6" name="pt16626"/>
            <p:cNvSpPr/>
            <p:nvPr/>
          </p:nvSpPr>
          <p:spPr>
            <a:xfrm>
              <a:off x="5057879" y="2668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7" name="pt16627"/>
            <p:cNvSpPr/>
            <p:nvPr/>
          </p:nvSpPr>
          <p:spPr>
            <a:xfrm>
              <a:off x="5353348" y="2171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8" name="pt16628"/>
            <p:cNvSpPr/>
            <p:nvPr/>
          </p:nvSpPr>
          <p:spPr>
            <a:xfrm>
              <a:off x="5552380" y="2077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9" name="pt16629"/>
            <p:cNvSpPr/>
            <p:nvPr/>
          </p:nvSpPr>
          <p:spPr>
            <a:xfrm>
              <a:off x="5495951" y="1961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0" name="pt16630"/>
            <p:cNvSpPr/>
            <p:nvPr/>
          </p:nvSpPr>
          <p:spPr>
            <a:xfrm>
              <a:off x="5697328" y="1912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1" name="pt16631"/>
            <p:cNvSpPr/>
            <p:nvPr/>
          </p:nvSpPr>
          <p:spPr>
            <a:xfrm>
              <a:off x="5621704" y="1744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2" name="pt16632"/>
            <p:cNvSpPr/>
            <p:nvPr/>
          </p:nvSpPr>
          <p:spPr>
            <a:xfrm>
              <a:off x="4826364" y="2011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3" name="pt16633"/>
            <p:cNvSpPr/>
            <p:nvPr/>
          </p:nvSpPr>
          <p:spPr>
            <a:xfrm>
              <a:off x="5921860" y="2371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4" name="pt16634"/>
            <p:cNvSpPr/>
            <p:nvPr/>
          </p:nvSpPr>
          <p:spPr>
            <a:xfrm>
              <a:off x="5535863" y="1917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5" name="pt16635"/>
            <p:cNvSpPr/>
            <p:nvPr/>
          </p:nvSpPr>
          <p:spPr>
            <a:xfrm>
              <a:off x="5054089" y="2702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6" name="pt16636"/>
            <p:cNvSpPr/>
            <p:nvPr/>
          </p:nvSpPr>
          <p:spPr>
            <a:xfrm>
              <a:off x="5088371" y="2052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7" name="pt16637"/>
            <p:cNvSpPr/>
            <p:nvPr/>
          </p:nvSpPr>
          <p:spPr>
            <a:xfrm>
              <a:off x="5346489" y="2076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8" name="pt16638"/>
            <p:cNvSpPr/>
            <p:nvPr/>
          </p:nvSpPr>
          <p:spPr>
            <a:xfrm>
              <a:off x="5049986" y="2874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9" name="pt16639"/>
            <p:cNvSpPr/>
            <p:nvPr/>
          </p:nvSpPr>
          <p:spPr>
            <a:xfrm>
              <a:off x="5143819" y="2088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0" name="pt16640"/>
            <p:cNvSpPr/>
            <p:nvPr/>
          </p:nvSpPr>
          <p:spPr>
            <a:xfrm>
              <a:off x="5299428" y="2171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1" name="pt16641"/>
            <p:cNvSpPr/>
            <p:nvPr/>
          </p:nvSpPr>
          <p:spPr>
            <a:xfrm>
              <a:off x="5050958" y="2824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2" name="pt16642"/>
            <p:cNvSpPr/>
            <p:nvPr/>
          </p:nvSpPr>
          <p:spPr>
            <a:xfrm>
              <a:off x="5139638" y="1993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3" name="pt16643"/>
            <p:cNvSpPr/>
            <p:nvPr/>
          </p:nvSpPr>
          <p:spPr>
            <a:xfrm>
              <a:off x="5341067" y="2114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4" name="pt16644"/>
            <p:cNvSpPr/>
            <p:nvPr/>
          </p:nvSpPr>
          <p:spPr>
            <a:xfrm>
              <a:off x="5422823" y="2078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5" name="pt16645"/>
            <p:cNvSpPr/>
            <p:nvPr/>
          </p:nvSpPr>
          <p:spPr>
            <a:xfrm>
              <a:off x="5020816" y="2546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6" name="pt16646"/>
            <p:cNvSpPr/>
            <p:nvPr/>
          </p:nvSpPr>
          <p:spPr>
            <a:xfrm>
              <a:off x="4943586" y="2688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7" name="pt16647"/>
            <p:cNvSpPr/>
            <p:nvPr/>
          </p:nvSpPr>
          <p:spPr>
            <a:xfrm>
              <a:off x="5245766" y="2109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8" name="pt16648"/>
            <p:cNvSpPr/>
            <p:nvPr/>
          </p:nvSpPr>
          <p:spPr>
            <a:xfrm>
              <a:off x="5292351" y="2155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9" name="pt16649"/>
            <p:cNvSpPr/>
            <p:nvPr/>
          </p:nvSpPr>
          <p:spPr>
            <a:xfrm>
              <a:off x="5485032" y="2259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0" name="pt16650"/>
            <p:cNvSpPr/>
            <p:nvPr/>
          </p:nvSpPr>
          <p:spPr>
            <a:xfrm>
              <a:off x="5645825" y="1917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1" name="pt16651"/>
            <p:cNvSpPr/>
            <p:nvPr/>
          </p:nvSpPr>
          <p:spPr>
            <a:xfrm>
              <a:off x="5690288" y="1967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2" name="pt16652"/>
            <p:cNvSpPr/>
            <p:nvPr/>
          </p:nvSpPr>
          <p:spPr>
            <a:xfrm>
              <a:off x="5350046" y="2017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3" name="pt16653"/>
            <p:cNvSpPr/>
            <p:nvPr/>
          </p:nvSpPr>
          <p:spPr>
            <a:xfrm>
              <a:off x="5103180" y="2204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4" name="pt16654"/>
            <p:cNvSpPr/>
            <p:nvPr/>
          </p:nvSpPr>
          <p:spPr>
            <a:xfrm>
              <a:off x="5614219" y="2024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5" name="pt16655"/>
            <p:cNvSpPr/>
            <p:nvPr/>
          </p:nvSpPr>
          <p:spPr>
            <a:xfrm>
              <a:off x="5331809" y="2204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6" name="pt16656"/>
            <p:cNvSpPr/>
            <p:nvPr/>
          </p:nvSpPr>
          <p:spPr>
            <a:xfrm>
              <a:off x="5257207" y="2292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7" name="pt16657"/>
            <p:cNvSpPr/>
            <p:nvPr/>
          </p:nvSpPr>
          <p:spPr>
            <a:xfrm>
              <a:off x="5435283" y="2020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8" name="pt16658"/>
            <p:cNvSpPr/>
            <p:nvPr/>
          </p:nvSpPr>
          <p:spPr>
            <a:xfrm>
              <a:off x="5382749" y="2059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9" name="pt16659"/>
            <p:cNvSpPr/>
            <p:nvPr/>
          </p:nvSpPr>
          <p:spPr>
            <a:xfrm>
              <a:off x="5327881" y="2186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0" name="pt16660"/>
            <p:cNvSpPr/>
            <p:nvPr/>
          </p:nvSpPr>
          <p:spPr>
            <a:xfrm>
              <a:off x="5087681" y="2243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1" name="pt16661"/>
            <p:cNvSpPr/>
            <p:nvPr/>
          </p:nvSpPr>
          <p:spPr>
            <a:xfrm>
              <a:off x="5307414" y="2214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2" name="pt16662"/>
            <p:cNvSpPr/>
            <p:nvPr/>
          </p:nvSpPr>
          <p:spPr>
            <a:xfrm>
              <a:off x="5068310" y="2415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3" name="pt16663"/>
            <p:cNvSpPr/>
            <p:nvPr/>
          </p:nvSpPr>
          <p:spPr>
            <a:xfrm>
              <a:off x="5412696" y="2197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4" name="pt16664"/>
            <p:cNvSpPr/>
            <p:nvPr/>
          </p:nvSpPr>
          <p:spPr>
            <a:xfrm>
              <a:off x="5240234" y="2160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5" name="pt16665"/>
            <p:cNvSpPr/>
            <p:nvPr/>
          </p:nvSpPr>
          <p:spPr>
            <a:xfrm>
              <a:off x="5411736" y="2134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6" name="pt16666"/>
            <p:cNvSpPr/>
            <p:nvPr/>
          </p:nvSpPr>
          <p:spPr>
            <a:xfrm>
              <a:off x="5494379" y="1974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7" name="pt16667"/>
            <p:cNvSpPr/>
            <p:nvPr/>
          </p:nvSpPr>
          <p:spPr>
            <a:xfrm>
              <a:off x="5475022" y="2187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8" name="pt16668"/>
            <p:cNvSpPr/>
            <p:nvPr/>
          </p:nvSpPr>
          <p:spPr>
            <a:xfrm>
              <a:off x="4427903" y="2827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9" name="pt16669"/>
            <p:cNvSpPr/>
            <p:nvPr/>
          </p:nvSpPr>
          <p:spPr>
            <a:xfrm>
              <a:off x="5035548" y="2623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0" name="pt16670"/>
            <p:cNvSpPr/>
            <p:nvPr/>
          </p:nvSpPr>
          <p:spPr>
            <a:xfrm>
              <a:off x="4913275" y="2208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1" name="pt16671"/>
            <p:cNvSpPr/>
            <p:nvPr/>
          </p:nvSpPr>
          <p:spPr>
            <a:xfrm>
              <a:off x="5241556" y="2161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2" name="pt16672"/>
            <p:cNvSpPr/>
            <p:nvPr/>
          </p:nvSpPr>
          <p:spPr>
            <a:xfrm>
              <a:off x="5169120" y="2127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3" name="pt16673"/>
            <p:cNvSpPr/>
            <p:nvPr/>
          </p:nvSpPr>
          <p:spPr>
            <a:xfrm>
              <a:off x="5502716" y="1958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4" name="pt16674"/>
            <p:cNvSpPr/>
            <p:nvPr/>
          </p:nvSpPr>
          <p:spPr>
            <a:xfrm>
              <a:off x="5326247" y="2125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5" name="pt16675"/>
            <p:cNvSpPr/>
            <p:nvPr/>
          </p:nvSpPr>
          <p:spPr>
            <a:xfrm>
              <a:off x="5057827" y="2451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6" name="pt16676"/>
            <p:cNvSpPr/>
            <p:nvPr/>
          </p:nvSpPr>
          <p:spPr>
            <a:xfrm>
              <a:off x="5383198" y="1974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7" name="pt16677"/>
            <p:cNvSpPr/>
            <p:nvPr/>
          </p:nvSpPr>
          <p:spPr>
            <a:xfrm>
              <a:off x="5281068" y="2079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8" name="pt16678"/>
            <p:cNvSpPr/>
            <p:nvPr/>
          </p:nvSpPr>
          <p:spPr>
            <a:xfrm>
              <a:off x="4959037" y="2643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9" name="pt16679"/>
            <p:cNvSpPr/>
            <p:nvPr/>
          </p:nvSpPr>
          <p:spPr>
            <a:xfrm>
              <a:off x="5271199" y="2302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0" name="pt16680"/>
            <p:cNvSpPr/>
            <p:nvPr/>
          </p:nvSpPr>
          <p:spPr>
            <a:xfrm>
              <a:off x="5890328" y="2127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1" name="pt16681"/>
            <p:cNvSpPr/>
            <p:nvPr/>
          </p:nvSpPr>
          <p:spPr>
            <a:xfrm>
              <a:off x="5552838" y="2085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2" name="pt16682"/>
            <p:cNvSpPr/>
            <p:nvPr/>
          </p:nvSpPr>
          <p:spPr>
            <a:xfrm>
              <a:off x="5426467" y="2183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3" name="pt16683"/>
            <p:cNvSpPr/>
            <p:nvPr/>
          </p:nvSpPr>
          <p:spPr>
            <a:xfrm>
              <a:off x="4970395" y="2666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4" name="pt16684"/>
            <p:cNvSpPr/>
            <p:nvPr/>
          </p:nvSpPr>
          <p:spPr>
            <a:xfrm>
              <a:off x="4844333" y="2081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5" name="pt16685"/>
            <p:cNvSpPr/>
            <p:nvPr/>
          </p:nvSpPr>
          <p:spPr>
            <a:xfrm>
              <a:off x="5349061" y="1900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6" name="pt16686"/>
            <p:cNvSpPr/>
            <p:nvPr/>
          </p:nvSpPr>
          <p:spPr>
            <a:xfrm>
              <a:off x="5028570" y="2702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7" name="pt16687"/>
            <p:cNvSpPr/>
            <p:nvPr/>
          </p:nvSpPr>
          <p:spPr>
            <a:xfrm>
              <a:off x="5341146" y="2205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8" name="pt16688"/>
            <p:cNvSpPr/>
            <p:nvPr/>
          </p:nvSpPr>
          <p:spPr>
            <a:xfrm>
              <a:off x="5544150" y="1959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9" name="pt16689"/>
            <p:cNvSpPr/>
            <p:nvPr/>
          </p:nvSpPr>
          <p:spPr>
            <a:xfrm>
              <a:off x="5072153" y="2092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0" name="pt16690"/>
            <p:cNvSpPr/>
            <p:nvPr/>
          </p:nvSpPr>
          <p:spPr>
            <a:xfrm>
              <a:off x="5466963" y="2214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1" name="pt16691"/>
            <p:cNvSpPr/>
            <p:nvPr/>
          </p:nvSpPr>
          <p:spPr>
            <a:xfrm>
              <a:off x="5142237" y="2078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2" name="pt16692"/>
            <p:cNvSpPr/>
            <p:nvPr/>
          </p:nvSpPr>
          <p:spPr>
            <a:xfrm>
              <a:off x="5231146" y="1981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3" name="pt16693"/>
            <p:cNvSpPr/>
            <p:nvPr/>
          </p:nvSpPr>
          <p:spPr>
            <a:xfrm>
              <a:off x="5266030" y="2229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4" name="pt16694"/>
            <p:cNvSpPr/>
            <p:nvPr/>
          </p:nvSpPr>
          <p:spPr>
            <a:xfrm>
              <a:off x="5533075" y="2093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5" name="pt16695"/>
            <p:cNvSpPr/>
            <p:nvPr/>
          </p:nvSpPr>
          <p:spPr>
            <a:xfrm>
              <a:off x="5086476" y="2245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6" name="pt16696"/>
            <p:cNvSpPr/>
            <p:nvPr/>
          </p:nvSpPr>
          <p:spPr>
            <a:xfrm>
              <a:off x="5367096" y="2015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7" name="pt16697"/>
            <p:cNvSpPr/>
            <p:nvPr/>
          </p:nvSpPr>
          <p:spPr>
            <a:xfrm>
              <a:off x="5682105" y="1848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8" name="pt16698"/>
            <p:cNvSpPr/>
            <p:nvPr/>
          </p:nvSpPr>
          <p:spPr>
            <a:xfrm>
              <a:off x="4888196" y="2356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9" name="pt16699"/>
            <p:cNvSpPr/>
            <p:nvPr/>
          </p:nvSpPr>
          <p:spPr>
            <a:xfrm>
              <a:off x="5396858" y="2027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0" name="pt16700"/>
            <p:cNvSpPr/>
            <p:nvPr/>
          </p:nvSpPr>
          <p:spPr>
            <a:xfrm>
              <a:off x="5637670" y="1931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1" name="pt16701"/>
            <p:cNvSpPr/>
            <p:nvPr/>
          </p:nvSpPr>
          <p:spPr>
            <a:xfrm>
              <a:off x="5444709" y="2109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2" name="pt16702"/>
            <p:cNvSpPr/>
            <p:nvPr/>
          </p:nvSpPr>
          <p:spPr>
            <a:xfrm>
              <a:off x="5411323" y="2236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3" name="pt16703"/>
            <p:cNvSpPr/>
            <p:nvPr/>
          </p:nvSpPr>
          <p:spPr>
            <a:xfrm>
              <a:off x="5333903" y="2205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4" name="pt16704"/>
            <p:cNvSpPr/>
            <p:nvPr/>
          </p:nvSpPr>
          <p:spPr>
            <a:xfrm>
              <a:off x="5362273" y="1965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5" name="pt16705"/>
            <p:cNvSpPr/>
            <p:nvPr/>
          </p:nvSpPr>
          <p:spPr>
            <a:xfrm>
              <a:off x="5522368" y="1842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6" name="pt16706"/>
            <p:cNvSpPr/>
            <p:nvPr/>
          </p:nvSpPr>
          <p:spPr>
            <a:xfrm>
              <a:off x="5170819" y="2182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7" name="pt16707"/>
            <p:cNvSpPr/>
            <p:nvPr/>
          </p:nvSpPr>
          <p:spPr>
            <a:xfrm>
              <a:off x="5656063" y="1900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8" name="pt16708"/>
            <p:cNvSpPr/>
            <p:nvPr/>
          </p:nvSpPr>
          <p:spPr>
            <a:xfrm>
              <a:off x="5428672" y="2087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9" name="pt16709"/>
            <p:cNvSpPr/>
            <p:nvPr/>
          </p:nvSpPr>
          <p:spPr>
            <a:xfrm>
              <a:off x="5522352" y="1930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0" name="pt16710"/>
            <p:cNvSpPr/>
            <p:nvPr/>
          </p:nvSpPr>
          <p:spPr>
            <a:xfrm>
              <a:off x="4889496" y="2818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1" name="pt16711"/>
            <p:cNvSpPr/>
            <p:nvPr/>
          </p:nvSpPr>
          <p:spPr>
            <a:xfrm>
              <a:off x="5584858" y="1735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2" name="pt16712"/>
            <p:cNvSpPr/>
            <p:nvPr/>
          </p:nvSpPr>
          <p:spPr>
            <a:xfrm>
              <a:off x="5755243" y="1778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3" name="pt16713"/>
            <p:cNvSpPr/>
            <p:nvPr/>
          </p:nvSpPr>
          <p:spPr>
            <a:xfrm>
              <a:off x="4578933" y="2922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4" name="pt16714"/>
            <p:cNvSpPr/>
            <p:nvPr/>
          </p:nvSpPr>
          <p:spPr>
            <a:xfrm>
              <a:off x="4935311" y="2409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5" name="pt16715"/>
            <p:cNvSpPr/>
            <p:nvPr/>
          </p:nvSpPr>
          <p:spPr>
            <a:xfrm>
              <a:off x="5009080" y="2668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6" name="pt16716"/>
            <p:cNvSpPr/>
            <p:nvPr/>
          </p:nvSpPr>
          <p:spPr>
            <a:xfrm>
              <a:off x="5106773" y="1941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7" name="pt16717"/>
            <p:cNvSpPr/>
            <p:nvPr/>
          </p:nvSpPr>
          <p:spPr>
            <a:xfrm>
              <a:off x="5426761" y="2109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8" name="pt16718"/>
            <p:cNvSpPr/>
            <p:nvPr/>
          </p:nvSpPr>
          <p:spPr>
            <a:xfrm>
              <a:off x="5529632" y="2035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9" name="pt16719"/>
            <p:cNvSpPr/>
            <p:nvPr/>
          </p:nvSpPr>
          <p:spPr>
            <a:xfrm>
              <a:off x="5190108" y="2104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0" name="pt16720"/>
            <p:cNvSpPr/>
            <p:nvPr/>
          </p:nvSpPr>
          <p:spPr>
            <a:xfrm>
              <a:off x="5162488" y="2140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1" name="pt16721"/>
            <p:cNvSpPr/>
            <p:nvPr/>
          </p:nvSpPr>
          <p:spPr>
            <a:xfrm>
              <a:off x="5806902" y="1769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2" name="pt16722"/>
            <p:cNvSpPr/>
            <p:nvPr/>
          </p:nvSpPr>
          <p:spPr>
            <a:xfrm>
              <a:off x="4735568" y="2320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3" name="pt16723"/>
            <p:cNvSpPr/>
            <p:nvPr/>
          </p:nvSpPr>
          <p:spPr>
            <a:xfrm>
              <a:off x="5301445" y="2173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4" name="pt16724"/>
            <p:cNvSpPr/>
            <p:nvPr/>
          </p:nvSpPr>
          <p:spPr>
            <a:xfrm>
              <a:off x="5501300" y="2129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5" name="pt16725"/>
            <p:cNvSpPr/>
            <p:nvPr/>
          </p:nvSpPr>
          <p:spPr>
            <a:xfrm>
              <a:off x="5286065" y="2055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6" name="pt16726"/>
            <p:cNvSpPr/>
            <p:nvPr/>
          </p:nvSpPr>
          <p:spPr>
            <a:xfrm>
              <a:off x="4835946" y="1970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7" name="pt16727"/>
            <p:cNvSpPr/>
            <p:nvPr/>
          </p:nvSpPr>
          <p:spPr>
            <a:xfrm>
              <a:off x="5302265" y="21620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8" name="pt16728"/>
            <p:cNvSpPr/>
            <p:nvPr/>
          </p:nvSpPr>
          <p:spPr>
            <a:xfrm>
              <a:off x="5866557" y="1699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9" name="pt16729"/>
            <p:cNvSpPr/>
            <p:nvPr/>
          </p:nvSpPr>
          <p:spPr>
            <a:xfrm>
              <a:off x="5484910" y="2006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0" name="pt16730"/>
            <p:cNvSpPr/>
            <p:nvPr/>
          </p:nvSpPr>
          <p:spPr>
            <a:xfrm>
              <a:off x="5455490" y="2244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1" name="pt16731"/>
            <p:cNvSpPr/>
            <p:nvPr/>
          </p:nvSpPr>
          <p:spPr>
            <a:xfrm>
              <a:off x="5361713" y="2008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2" name="pt16732"/>
            <p:cNvSpPr/>
            <p:nvPr/>
          </p:nvSpPr>
          <p:spPr>
            <a:xfrm>
              <a:off x="4926823" y="2250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3" name="pt16733"/>
            <p:cNvSpPr/>
            <p:nvPr/>
          </p:nvSpPr>
          <p:spPr>
            <a:xfrm>
              <a:off x="5716584" y="1886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4" name="pt16734"/>
            <p:cNvSpPr/>
            <p:nvPr/>
          </p:nvSpPr>
          <p:spPr>
            <a:xfrm>
              <a:off x="5719438" y="1906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5" name="pt16735"/>
            <p:cNvSpPr/>
            <p:nvPr/>
          </p:nvSpPr>
          <p:spPr>
            <a:xfrm>
              <a:off x="5469072" y="2245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6" name="pt16736"/>
            <p:cNvSpPr/>
            <p:nvPr/>
          </p:nvSpPr>
          <p:spPr>
            <a:xfrm>
              <a:off x="4735961" y="2346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7" name="pt16737"/>
            <p:cNvSpPr/>
            <p:nvPr/>
          </p:nvSpPr>
          <p:spPr>
            <a:xfrm>
              <a:off x="5089318" y="22613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8" name="pt16738"/>
            <p:cNvSpPr/>
            <p:nvPr/>
          </p:nvSpPr>
          <p:spPr>
            <a:xfrm>
              <a:off x="5469415" y="2153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9" name="pt16739"/>
            <p:cNvSpPr/>
            <p:nvPr/>
          </p:nvSpPr>
          <p:spPr>
            <a:xfrm>
              <a:off x="5242762" y="2127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0" name="pt16740"/>
            <p:cNvSpPr/>
            <p:nvPr/>
          </p:nvSpPr>
          <p:spPr>
            <a:xfrm>
              <a:off x="5896475" y="1951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1" name="pt16741"/>
            <p:cNvSpPr/>
            <p:nvPr/>
          </p:nvSpPr>
          <p:spPr>
            <a:xfrm>
              <a:off x="4968923" y="2467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2" name="pt16742"/>
            <p:cNvSpPr/>
            <p:nvPr/>
          </p:nvSpPr>
          <p:spPr>
            <a:xfrm>
              <a:off x="5506779" y="1939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3" name="pt16743"/>
            <p:cNvSpPr/>
            <p:nvPr/>
          </p:nvSpPr>
          <p:spPr>
            <a:xfrm>
              <a:off x="5278684" y="2125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4" name="pt16744"/>
            <p:cNvSpPr/>
            <p:nvPr/>
          </p:nvSpPr>
          <p:spPr>
            <a:xfrm>
              <a:off x="5493388" y="1944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5" name="pt16745"/>
            <p:cNvSpPr/>
            <p:nvPr/>
          </p:nvSpPr>
          <p:spPr>
            <a:xfrm>
              <a:off x="4982814" y="2187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6" name="pt16746"/>
            <p:cNvSpPr/>
            <p:nvPr/>
          </p:nvSpPr>
          <p:spPr>
            <a:xfrm>
              <a:off x="5523146" y="1899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7" name="pt16747"/>
            <p:cNvSpPr/>
            <p:nvPr/>
          </p:nvSpPr>
          <p:spPr>
            <a:xfrm>
              <a:off x="5399990" y="2117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8" name="pt16748"/>
            <p:cNvSpPr/>
            <p:nvPr/>
          </p:nvSpPr>
          <p:spPr>
            <a:xfrm>
              <a:off x="5536276" y="2031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9" name="pt16749"/>
            <p:cNvSpPr/>
            <p:nvPr/>
          </p:nvSpPr>
          <p:spPr>
            <a:xfrm>
              <a:off x="5098205" y="2215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0" name="pt16750"/>
            <p:cNvSpPr/>
            <p:nvPr/>
          </p:nvSpPr>
          <p:spPr>
            <a:xfrm>
              <a:off x="5075820" y="2319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1" name="pt16751"/>
            <p:cNvSpPr/>
            <p:nvPr/>
          </p:nvSpPr>
          <p:spPr>
            <a:xfrm>
              <a:off x="5318040" y="2296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2" name="pt16752"/>
            <p:cNvSpPr/>
            <p:nvPr/>
          </p:nvSpPr>
          <p:spPr>
            <a:xfrm>
              <a:off x="5017394" y="2660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3" name="pt16753"/>
            <p:cNvSpPr/>
            <p:nvPr/>
          </p:nvSpPr>
          <p:spPr>
            <a:xfrm>
              <a:off x="5625576" y="1778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4" name="pt16754"/>
            <p:cNvSpPr/>
            <p:nvPr/>
          </p:nvSpPr>
          <p:spPr>
            <a:xfrm>
              <a:off x="5391971" y="22792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5" name="pt16755"/>
            <p:cNvSpPr/>
            <p:nvPr/>
          </p:nvSpPr>
          <p:spPr>
            <a:xfrm>
              <a:off x="5243478" y="2165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6" name="pt16756"/>
            <p:cNvSpPr/>
            <p:nvPr/>
          </p:nvSpPr>
          <p:spPr>
            <a:xfrm>
              <a:off x="4843333" y="2105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7" name="pt16757"/>
            <p:cNvSpPr/>
            <p:nvPr/>
          </p:nvSpPr>
          <p:spPr>
            <a:xfrm>
              <a:off x="5372714" y="1932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8" name="pt16758"/>
            <p:cNvSpPr/>
            <p:nvPr/>
          </p:nvSpPr>
          <p:spPr>
            <a:xfrm>
              <a:off x="5589943" y="1658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9" name="pt16759"/>
            <p:cNvSpPr/>
            <p:nvPr/>
          </p:nvSpPr>
          <p:spPr>
            <a:xfrm>
              <a:off x="5197707" y="2084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0" name="pt16760"/>
            <p:cNvSpPr/>
            <p:nvPr/>
          </p:nvSpPr>
          <p:spPr>
            <a:xfrm>
              <a:off x="5190353" y="2091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1" name="pt16761"/>
            <p:cNvSpPr/>
            <p:nvPr/>
          </p:nvSpPr>
          <p:spPr>
            <a:xfrm>
              <a:off x="5034166" y="2655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2" name="pt16762"/>
            <p:cNvSpPr/>
            <p:nvPr/>
          </p:nvSpPr>
          <p:spPr>
            <a:xfrm>
              <a:off x="5108782" y="2206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3" name="pt16763"/>
            <p:cNvSpPr/>
            <p:nvPr/>
          </p:nvSpPr>
          <p:spPr>
            <a:xfrm>
              <a:off x="5175366" y="2127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4" name="pt16764"/>
            <p:cNvSpPr/>
            <p:nvPr/>
          </p:nvSpPr>
          <p:spPr>
            <a:xfrm>
              <a:off x="5519096" y="1978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5" name="pt16765"/>
            <p:cNvSpPr/>
            <p:nvPr/>
          </p:nvSpPr>
          <p:spPr>
            <a:xfrm>
              <a:off x="5567212" y="1852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6" name="pt16766"/>
            <p:cNvSpPr/>
            <p:nvPr/>
          </p:nvSpPr>
          <p:spPr>
            <a:xfrm>
              <a:off x="4995001" y="1880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7" name="pt16767"/>
            <p:cNvSpPr/>
            <p:nvPr/>
          </p:nvSpPr>
          <p:spPr>
            <a:xfrm>
              <a:off x="5422733" y="2088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8" name="pt16768"/>
            <p:cNvSpPr/>
            <p:nvPr/>
          </p:nvSpPr>
          <p:spPr>
            <a:xfrm>
              <a:off x="5312862" y="22246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9" name="pt16769"/>
            <p:cNvSpPr/>
            <p:nvPr/>
          </p:nvSpPr>
          <p:spPr>
            <a:xfrm>
              <a:off x="5601632" y="1875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0" name="pt16770"/>
            <p:cNvSpPr/>
            <p:nvPr/>
          </p:nvSpPr>
          <p:spPr>
            <a:xfrm>
              <a:off x="5042597" y="2743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1" name="pt16771"/>
            <p:cNvSpPr/>
            <p:nvPr/>
          </p:nvSpPr>
          <p:spPr>
            <a:xfrm>
              <a:off x="4699659" y="2257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2" name="pt16772"/>
            <p:cNvSpPr/>
            <p:nvPr/>
          </p:nvSpPr>
          <p:spPr>
            <a:xfrm>
              <a:off x="5135080" y="1817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3" name="pt16773"/>
            <p:cNvSpPr/>
            <p:nvPr/>
          </p:nvSpPr>
          <p:spPr>
            <a:xfrm>
              <a:off x="5118926" y="2160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4" name="pt16774"/>
            <p:cNvSpPr/>
            <p:nvPr/>
          </p:nvSpPr>
          <p:spPr>
            <a:xfrm>
              <a:off x="5237413" y="2254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5" name="pt16775"/>
            <p:cNvSpPr/>
            <p:nvPr/>
          </p:nvSpPr>
          <p:spPr>
            <a:xfrm>
              <a:off x="4916704" y="1844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6" name="pt16776"/>
            <p:cNvSpPr/>
            <p:nvPr/>
          </p:nvSpPr>
          <p:spPr>
            <a:xfrm>
              <a:off x="5250075" y="2208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7" name="pt16777"/>
            <p:cNvSpPr/>
            <p:nvPr/>
          </p:nvSpPr>
          <p:spPr>
            <a:xfrm>
              <a:off x="5354837" y="1979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8" name="pt16778"/>
            <p:cNvSpPr/>
            <p:nvPr/>
          </p:nvSpPr>
          <p:spPr>
            <a:xfrm>
              <a:off x="5531850" y="1984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9" name="pt16779"/>
            <p:cNvSpPr/>
            <p:nvPr/>
          </p:nvSpPr>
          <p:spPr>
            <a:xfrm>
              <a:off x="5808596" y="1774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0" name="pt16780"/>
            <p:cNvSpPr/>
            <p:nvPr/>
          </p:nvSpPr>
          <p:spPr>
            <a:xfrm>
              <a:off x="5253059" y="2119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1" name="pt16781"/>
            <p:cNvSpPr/>
            <p:nvPr/>
          </p:nvSpPr>
          <p:spPr>
            <a:xfrm>
              <a:off x="5359871" y="1937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2" name="pt16782"/>
            <p:cNvSpPr/>
            <p:nvPr/>
          </p:nvSpPr>
          <p:spPr>
            <a:xfrm>
              <a:off x="4968460" y="2322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3" name="pt16783"/>
            <p:cNvSpPr/>
            <p:nvPr/>
          </p:nvSpPr>
          <p:spPr>
            <a:xfrm>
              <a:off x="5159022" y="2026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4" name="pt16784"/>
            <p:cNvSpPr/>
            <p:nvPr/>
          </p:nvSpPr>
          <p:spPr>
            <a:xfrm>
              <a:off x="5623271" y="1971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5" name="pt16785"/>
            <p:cNvSpPr/>
            <p:nvPr/>
          </p:nvSpPr>
          <p:spPr>
            <a:xfrm>
              <a:off x="5039028" y="2824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6" name="pt16786"/>
            <p:cNvSpPr/>
            <p:nvPr/>
          </p:nvSpPr>
          <p:spPr>
            <a:xfrm>
              <a:off x="5089302" y="2211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7" name="pt16787"/>
            <p:cNvSpPr/>
            <p:nvPr/>
          </p:nvSpPr>
          <p:spPr>
            <a:xfrm>
              <a:off x="5312900" y="2239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8" name="pt16788"/>
            <p:cNvSpPr/>
            <p:nvPr/>
          </p:nvSpPr>
          <p:spPr>
            <a:xfrm>
              <a:off x="5216417" y="2216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9" name="pt16789"/>
            <p:cNvSpPr/>
            <p:nvPr/>
          </p:nvSpPr>
          <p:spPr>
            <a:xfrm>
              <a:off x="4953380" y="2401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0" name="pt16790"/>
            <p:cNvSpPr/>
            <p:nvPr/>
          </p:nvSpPr>
          <p:spPr>
            <a:xfrm>
              <a:off x="5303959" y="2161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1" name="pt16791"/>
            <p:cNvSpPr/>
            <p:nvPr/>
          </p:nvSpPr>
          <p:spPr>
            <a:xfrm>
              <a:off x="5199012" y="20034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2" name="pt16792"/>
            <p:cNvSpPr/>
            <p:nvPr/>
          </p:nvSpPr>
          <p:spPr>
            <a:xfrm>
              <a:off x="5006149" y="2658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3" name="pt16793"/>
            <p:cNvSpPr/>
            <p:nvPr/>
          </p:nvSpPr>
          <p:spPr>
            <a:xfrm>
              <a:off x="4833166" y="2054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4" name="pt16794"/>
            <p:cNvSpPr/>
            <p:nvPr/>
          </p:nvSpPr>
          <p:spPr>
            <a:xfrm>
              <a:off x="4942039" y="2462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5" name="pt16795"/>
            <p:cNvSpPr/>
            <p:nvPr/>
          </p:nvSpPr>
          <p:spPr>
            <a:xfrm>
              <a:off x="5550952" y="2044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6" name="pt16796"/>
            <p:cNvSpPr/>
            <p:nvPr/>
          </p:nvSpPr>
          <p:spPr>
            <a:xfrm>
              <a:off x="5123499" y="2164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7" name="pt16797"/>
            <p:cNvSpPr/>
            <p:nvPr/>
          </p:nvSpPr>
          <p:spPr>
            <a:xfrm>
              <a:off x="4891202" y="26969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8" name="pt16798"/>
            <p:cNvSpPr/>
            <p:nvPr/>
          </p:nvSpPr>
          <p:spPr>
            <a:xfrm>
              <a:off x="5309770" y="2240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9" name="pt16799"/>
            <p:cNvSpPr/>
            <p:nvPr/>
          </p:nvSpPr>
          <p:spPr>
            <a:xfrm>
              <a:off x="5361674" y="1793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0" name="pt16800"/>
            <p:cNvSpPr/>
            <p:nvPr/>
          </p:nvSpPr>
          <p:spPr>
            <a:xfrm>
              <a:off x="5457768" y="2216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1" name="pt16801"/>
            <p:cNvSpPr/>
            <p:nvPr/>
          </p:nvSpPr>
          <p:spPr>
            <a:xfrm>
              <a:off x="5766234" y="1729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2" name="pt16802"/>
            <p:cNvSpPr/>
            <p:nvPr/>
          </p:nvSpPr>
          <p:spPr>
            <a:xfrm>
              <a:off x="4904739" y="2103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3" name="pt16803"/>
            <p:cNvSpPr/>
            <p:nvPr/>
          </p:nvSpPr>
          <p:spPr>
            <a:xfrm>
              <a:off x="5763378" y="1661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4" name="pt16804"/>
            <p:cNvSpPr/>
            <p:nvPr/>
          </p:nvSpPr>
          <p:spPr>
            <a:xfrm>
              <a:off x="4754773" y="2782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5" name="pt16805"/>
            <p:cNvSpPr/>
            <p:nvPr/>
          </p:nvSpPr>
          <p:spPr>
            <a:xfrm>
              <a:off x="5170568" y="22589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6" name="pt16806"/>
            <p:cNvSpPr/>
            <p:nvPr/>
          </p:nvSpPr>
          <p:spPr>
            <a:xfrm>
              <a:off x="5363848" y="1995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7" name="pt16807"/>
            <p:cNvSpPr/>
            <p:nvPr/>
          </p:nvSpPr>
          <p:spPr>
            <a:xfrm>
              <a:off x="5521649" y="1942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8" name="pt16808"/>
            <p:cNvSpPr/>
            <p:nvPr/>
          </p:nvSpPr>
          <p:spPr>
            <a:xfrm>
              <a:off x="4927262" y="2312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9" name="pt16809"/>
            <p:cNvSpPr/>
            <p:nvPr/>
          </p:nvSpPr>
          <p:spPr>
            <a:xfrm>
              <a:off x="4970301" y="2762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0" name="pt16810"/>
            <p:cNvSpPr/>
            <p:nvPr/>
          </p:nvSpPr>
          <p:spPr>
            <a:xfrm>
              <a:off x="5496892" y="2114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1" name="pt16811"/>
            <p:cNvSpPr/>
            <p:nvPr/>
          </p:nvSpPr>
          <p:spPr>
            <a:xfrm>
              <a:off x="5312496" y="2197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2" name="pt16812"/>
            <p:cNvSpPr/>
            <p:nvPr/>
          </p:nvSpPr>
          <p:spPr>
            <a:xfrm>
              <a:off x="5213047" y="21608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3" name="pt16813"/>
            <p:cNvSpPr/>
            <p:nvPr/>
          </p:nvSpPr>
          <p:spPr>
            <a:xfrm>
              <a:off x="5520771" y="1835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4" name="pt16814"/>
            <p:cNvSpPr/>
            <p:nvPr/>
          </p:nvSpPr>
          <p:spPr>
            <a:xfrm>
              <a:off x="5078194" y="2204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5" name="pt16815"/>
            <p:cNvSpPr/>
            <p:nvPr/>
          </p:nvSpPr>
          <p:spPr>
            <a:xfrm>
              <a:off x="5069685" y="2376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6" name="pt16816"/>
            <p:cNvSpPr/>
            <p:nvPr/>
          </p:nvSpPr>
          <p:spPr>
            <a:xfrm>
              <a:off x="5080363" y="2387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7" name="pt16817"/>
            <p:cNvSpPr/>
            <p:nvPr/>
          </p:nvSpPr>
          <p:spPr>
            <a:xfrm>
              <a:off x="5378381" y="2069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8" name="pt16818"/>
            <p:cNvSpPr/>
            <p:nvPr/>
          </p:nvSpPr>
          <p:spPr>
            <a:xfrm>
              <a:off x="5109439" y="2215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9" name="pt16819"/>
            <p:cNvSpPr/>
            <p:nvPr/>
          </p:nvSpPr>
          <p:spPr>
            <a:xfrm>
              <a:off x="5159987" y="2180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0" name="pt16820"/>
            <p:cNvSpPr/>
            <p:nvPr/>
          </p:nvSpPr>
          <p:spPr>
            <a:xfrm>
              <a:off x="5059446" y="2689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1" name="pt16821"/>
            <p:cNvSpPr/>
            <p:nvPr/>
          </p:nvSpPr>
          <p:spPr>
            <a:xfrm>
              <a:off x="5536095" y="2020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2" name="pt16822"/>
            <p:cNvSpPr/>
            <p:nvPr/>
          </p:nvSpPr>
          <p:spPr>
            <a:xfrm>
              <a:off x="5115413" y="2128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3" name="pt16823"/>
            <p:cNvSpPr/>
            <p:nvPr/>
          </p:nvSpPr>
          <p:spPr>
            <a:xfrm>
              <a:off x="5350984" y="1858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4" name="pt16824"/>
            <p:cNvSpPr/>
            <p:nvPr/>
          </p:nvSpPr>
          <p:spPr>
            <a:xfrm>
              <a:off x="4945182" y="2259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5" name="pt16825"/>
            <p:cNvSpPr/>
            <p:nvPr/>
          </p:nvSpPr>
          <p:spPr>
            <a:xfrm>
              <a:off x="5581441" y="1632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6" name="pt16826"/>
            <p:cNvSpPr/>
            <p:nvPr/>
          </p:nvSpPr>
          <p:spPr>
            <a:xfrm>
              <a:off x="5337832" y="2182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7" name="pt16827"/>
            <p:cNvSpPr/>
            <p:nvPr/>
          </p:nvSpPr>
          <p:spPr>
            <a:xfrm>
              <a:off x="5220994" y="2015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8" name="pt16828"/>
            <p:cNvSpPr/>
            <p:nvPr/>
          </p:nvSpPr>
          <p:spPr>
            <a:xfrm>
              <a:off x="5371021" y="1916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9" name="pt16829"/>
            <p:cNvSpPr/>
            <p:nvPr/>
          </p:nvSpPr>
          <p:spPr>
            <a:xfrm>
              <a:off x="5504983" y="2185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0" name="pt16830"/>
            <p:cNvSpPr/>
            <p:nvPr/>
          </p:nvSpPr>
          <p:spPr>
            <a:xfrm>
              <a:off x="5208955" y="2319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1" name="pt16831"/>
            <p:cNvSpPr/>
            <p:nvPr/>
          </p:nvSpPr>
          <p:spPr>
            <a:xfrm>
              <a:off x="5190345" y="2189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2" name="pt16832"/>
            <p:cNvSpPr/>
            <p:nvPr/>
          </p:nvSpPr>
          <p:spPr>
            <a:xfrm>
              <a:off x="5244242" y="2121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3" name="pt16833"/>
            <p:cNvSpPr/>
            <p:nvPr/>
          </p:nvSpPr>
          <p:spPr>
            <a:xfrm>
              <a:off x="5487018" y="1938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4" name="pt16834"/>
            <p:cNvSpPr/>
            <p:nvPr/>
          </p:nvSpPr>
          <p:spPr>
            <a:xfrm>
              <a:off x="5075453" y="2441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5" name="pt16835"/>
            <p:cNvSpPr/>
            <p:nvPr/>
          </p:nvSpPr>
          <p:spPr>
            <a:xfrm>
              <a:off x="5132926" y="1891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6" name="pt16836"/>
            <p:cNvSpPr/>
            <p:nvPr/>
          </p:nvSpPr>
          <p:spPr>
            <a:xfrm>
              <a:off x="5156288" y="2109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7" name="pt16837"/>
            <p:cNvSpPr/>
            <p:nvPr/>
          </p:nvSpPr>
          <p:spPr>
            <a:xfrm>
              <a:off x="5113223" y="2172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8" name="pt16838"/>
            <p:cNvSpPr/>
            <p:nvPr/>
          </p:nvSpPr>
          <p:spPr>
            <a:xfrm>
              <a:off x="5346764" y="2023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9" name="pt16839"/>
            <p:cNvSpPr/>
            <p:nvPr/>
          </p:nvSpPr>
          <p:spPr>
            <a:xfrm>
              <a:off x="5152170" y="2115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0" name="pt16840"/>
            <p:cNvSpPr/>
            <p:nvPr/>
          </p:nvSpPr>
          <p:spPr>
            <a:xfrm>
              <a:off x="5195609" y="2124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1" name="pt16841"/>
            <p:cNvSpPr/>
            <p:nvPr/>
          </p:nvSpPr>
          <p:spPr>
            <a:xfrm>
              <a:off x="5416355" y="2131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2" name="pt16842"/>
            <p:cNvSpPr/>
            <p:nvPr/>
          </p:nvSpPr>
          <p:spPr>
            <a:xfrm>
              <a:off x="5059974" y="2451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3" name="pt16843"/>
            <p:cNvSpPr/>
            <p:nvPr/>
          </p:nvSpPr>
          <p:spPr>
            <a:xfrm>
              <a:off x="5074829" y="241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4" name="pt16844"/>
            <p:cNvSpPr/>
            <p:nvPr/>
          </p:nvSpPr>
          <p:spPr>
            <a:xfrm>
              <a:off x="5499309" y="1895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5" name="pt16845"/>
            <p:cNvSpPr/>
            <p:nvPr/>
          </p:nvSpPr>
          <p:spPr>
            <a:xfrm>
              <a:off x="5643788" y="1871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6" name="pt16846"/>
            <p:cNvSpPr/>
            <p:nvPr/>
          </p:nvSpPr>
          <p:spPr>
            <a:xfrm>
              <a:off x="5575756" y="1724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7" name="pt16847"/>
            <p:cNvSpPr/>
            <p:nvPr/>
          </p:nvSpPr>
          <p:spPr>
            <a:xfrm>
              <a:off x="5022072" y="2640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8" name="pt16848"/>
            <p:cNvSpPr/>
            <p:nvPr/>
          </p:nvSpPr>
          <p:spPr>
            <a:xfrm>
              <a:off x="5355574" y="2072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9" name="pt16849"/>
            <p:cNvSpPr/>
            <p:nvPr/>
          </p:nvSpPr>
          <p:spPr>
            <a:xfrm>
              <a:off x="5245478" y="221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0" name="pt16850"/>
            <p:cNvSpPr/>
            <p:nvPr/>
          </p:nvSpPr>
          <p:spPr>
            <a:xfrm>
              <a:off x="5505456" y="2035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1" name="pt16851"/>
            <p:cNvSpPr/>
            <p:nvPr/>
          </p:nvSpPr>
          <p:spPr>
            <a:xfrm>
              <a:off x="5127719" y="2010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2" name="pt16852"/>
            <p:cNvSpPr/>
            <p:nvPr/>
          </p:nvSpPr>
          <p:spPr>
            <a:xfrm>
              <a:off x="5181596" y="2068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3" name="pt16853"/>
            <p:cNvSpPr/>
            <p:nvPr/>
          </p:nvSpPr>
          <p:spPr>
            <a:xfrm>
              <a:off x="5275445" y="2086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4" name="pt16854"/>
            <p:cNvSpPr/>
            <p:nvPr/>
          </p:nvSpPr>
          <p:spPr>
            <a:xfrm>
              <a:off x="5187812" y="2128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5" name="pt16855"/>
            <p:cNvSpPr/>
            <p:nvPr/>
          </p:nvSpPr>
          <p:spPr>
            <a:xfrm>
              <a:off x="5043429" y="2438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6" name="pt16856"/>
            <p:cNvSpPr/>
            <p:nvPr/>
          </p:nvSpPr>
          <p:spPr>
            <a:xfrm>
              <a:off x="5470255" y="2161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7" name="pt16857"/>
            <p:cNvSpPr/>
            <p:nvPr/>
          </p:nvSpPr>
          <p:spPr>
            <a:xfrm>
              <a:off x="5415674" y="22438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8" name="pt16858"/>
            <p:cNvSpPr/>
            <p:nvPr/>
          </p:nvSpPr>
          <p:spPr>
            <a:xfrm>
              <a:off x="5057680" y="2583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9" name="pt16859"/>
            <p:cNvSpPr/>
            <p:nvPr/>
          </p:nvSpPr>
          <p:spPr>
            <a:xfrm>
              <a:off x="5073305" y="2090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0" name="pt16860"/>
            <p:cNvSpPr/>
            <p:nvPr/>
          </p:nvSpPr>
          <p:spPr>
            <a:xfrm>
              <a:off x="5282769" y="20647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1" name="pt16861"/>
            <p:cNvSpPr/>
            <p:nvPr/>
          </p:nvSpPr>
          <p:spPr>
            <a:xfrm>
              <a:off x="5156980" y="2124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2" name="pt16862"/>
            <p:cNvSpPr/>
            <p:nvPr/>
          </p:nvSpPr>
          <p:spPr>
            <a:xfrm>
              <a:off x="5467732" y="2189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3" name="pt16863"/>
            <p:cNvSpPr/>
            <p:nvPr/>
          </p:nvSpPr>
          <p:spPr>
            <a:xfrm>
              <a:off x="5745945" y="1653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4" name="pt16864"/>
            <p:cNvSpPr/>
            <p:nvPr/>
          </p:nvSpPr>
          <p:spPr>
            <a:xfrm>
              <a:off x="5345914" y="2106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5" name="pt16865"/>
            <p:cNvSpPr/>
            <p:nvPr/>
          </p:nvSpPr>
          <p:spPr>
            <a:xfrm>
              <a:off x="5516789" y="1901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6" name="pt16866"/>
            <p:cNvSpPr/>
            <p:nvPr/>
          </p:nvSpPr>
          <p:spPr>
            <a:xfrm>
              <a:off x="5220560" y="219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7" name="pt16867"/>
            <p:cNvSpPr/>
            <p:nvPr/>
          </p:nvSpPr>
          <p:spPr>
            <a:xfrm>
              <a:off x="4943853" y="2436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8" name="pt16868"/>
            <p:cNvSpPr/>
            <p:nvPr/>
          </p:nvSpPr>
          <p:spPr>
            <a:xfrm>
              <a:off x="5600396" y="1845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9" name="pt16869"/>
            <p:cNvSpPr/>
            <p:nvPr/>
          </p:nvSpPr>
          <p:spPr>
            <a:xfrm>
              <a:off x="5136815" y="2010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0" name="pt16870"/>
            <p:cNvSpPr/>
            <p:nvPr/>
          </p:nvSpPr>
          <p:spPr>
            <a:xfrm>
              <a:off x="5248238" y="2222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1" name="pt16871"/>
            <p:cNvSpPr/>
            <p:nvPr/>
          </p:nvSpPr>
          <p:spPr>
            <a:xfrm>
              <a:off x="5177868" y="2161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2" name="pt16872"/>
            <p:cNvSpPr/>
            <p:nvPr/>
          </p:nvSpPr>
          <p:spPr>
            <a:xfrm>
              <a:off x="5458608" y="2167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3" name="pt16873"/>
            <p:cNvSpPr/>
            <p:nvPr/>
          </p:nvSpPr>
          <p:spPr>
            <a:xfrm>
              <a:off x="5315893" y="2301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4" name="pt16874"/>
            <p:cNvSpPr/>
            <p:nvPr/>
          </p:nvSpPr>
          <p:spPr>
            <a:xfrm>
              <a:off x="5400784" y="2260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5" name="pt16875"/>
            <p:cNvSpPr/>
            <p:nvPr/>
          </p:nvSpPr>
          <p:spPr>
            <a:xfrm>
              <a:off x="5593678" y="1885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6" name="pt16876"/>
            <p:cNvSpPr/>
            <p:nvPr/>
          </p:nvSpPr>
          <p:spPr>
            <a:xfrm>
              <a:off x="4791187" y="2560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7" name="pt16877"/>
            <p:cNvSpPr/>
            <p:nvPr/>
          </p:nvSpPr>
          <p:spPr>
            <a:xfrm>
              <a:off x="5352154" y="1907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8" name="pt16878"/>
            <p:cNvSpPr/>
            <p:nvPr/>
          </p:nvSpPr>
          <p:spPr>
            <a:xfrm>
              <a:off x="5231838" y="2224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9" name="pt16879"/>
            <p:cNvSpPr/>
            <p:nvPr/>
          </p:nvSpPr>
          <p:spPr>
            <a:xfrm>
              <a:off x="5573858" y="1710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0" name="pt16880"/>
            <p:cNvSpPr/>
            <p:nvPr/>
          </p:nvSpPr>
          <p:spPr>
            <a:xfrm>
              <a:off x="5608457" y="2001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1" name="pt16881"/>
            <p:cNvSpPr/>
            <p:nvPr/>
          </p:nvSpPr>
          <p:spPr>
            <a:xfrm>
              <a:off x="5367907" y="20700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2" name="pt16882"/>
            <p:cNvSpPr/>
            <p:nvPr/>
          </p:nvSpPr>
          <p:spPr>
            <a:xfrm>
              <a:off x="5382444" y="2112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3" name="pt16883"/>
            <p:cNvSpPr/>
            <p:nvPr/>
          </p:nvSpPr>
          <p:spPr>
            <a:xfrm>
              <a:off x="5487981" y="1901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4" name="pt16884"/>
            <p:cNvSpPr/>
            <p:nvPr/>
          </p:nvSpPr>
          <p:spPr>
            <a:xfrm>
              <a:off x="5094623" y="2096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5" name="pt16885"/>
            <p:cNvSpPr/>
            <p:nvPr/>
          </p:nvSpPr>
          <p:spPr>
            <a:xfrm>
              <a:off x="5509511" y="1996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6" name="pt16886"/>
            <p:cNvSpPr/>
            <p:nvPr/>
          </p:nvSpPr>
          <p:spPr>
            <a:xfrm>
              <a:off x="5120512" y="2176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7" name="pt16887"/>
            <p:cNvSpPr/>
            <p:nvPr/>
          </p:nvSpPr>
          <p:spPr>
            <a:xfrm>
              <a:off x="5087107" y="2215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8" name="pt16888"/>
            <p:cNvSpPr/>
            <p:nvPr/>
          </p:nvSpPr>
          <p:spPr>
            <a:xfrm>
              <a:off x="5265958" y="2240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9" name="pt16889"/>
            <p:cNvSpPr/>
            <p:nvPr/>
          </p:nvSpPr>
          <p:spPr>
            <a:xfrm>
              <a:off x="5363288" y="1908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0" name="pt16890"/>
            <p:cNvSpPr/>
            <p:nvPr/>
          </p:nvSpPr>
          <p:spPr>
            <a:xfrm>
              <a:off x="5130192" y="1996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1" name="pt16891"/>
            <p:cNvSpPr/>
            <p:nvPr/>
          </p:nvSpPr>
          <p:spPr>
            <a:xfrm>
              <a:off x="5527571" y="2031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2" name="pt16892"/>
            <p:cNvSpPr/>
            <p:nvPr/>
          </p:nvSpPr>
          <p:spPr>
            <a:xfrm>
              <a:off x="5610126" y="2215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3" name="pt16893"/>
            <p:cNvSpPr/>
            <p:nvPr/>
          </p:nvSpPr>
          <p:spPr>
            <a:xfrm>
              <a:off x="5526932" y="2104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4" name="pt16894"/>
            <p:cNvSpPr/>
            <p:nvPr/>
          </p:nvSpPr>
          <p:spPr>
            <a:xfrm>
              <a:off x="4854476" y="2460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5" name="pt16895"/>
            <p:cNvSpPr/>
            <p:nvPr/>
          </p:nvSpPr>
          <p:spPr>
            <a:xfrm>
              <a:off x="5177781" y="2119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6" name="pt16896"/>
            <p:cNvSpPr/>
            <p:nvPr/>
          </p:nvSpPr>
          <p:spPr>
            <a:xfrm>
              <a:off x="5441620" y="2020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7" name="pt16897"/>
            <p:cNvSpPr/>
            <p:nvPr/>
          </p:nvSpPr>
          <p:spPr>
            <a:xfrm>
              <a:off x="5126692" y="2109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8" name="pt16898"/>
            <p:cNvSpPr/>
            <p:nvPr/>
          </p:nvSpPr>
          <p:spPr>
            <a:xfrm>
              <a:off x="5296480" y="2152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9" name="pt16899"/>
            <p:cNvSpPr/>
            <p:nvPr/>
          </p:nvSpPr>
          <p:spPr>
            <a:xfrm>
              <a:off x="5594922" y="2133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0" name="pt16900"/>
            <p:cNvSpPr/>
            <p:nvPr/>
          </p:nvSpPr>
          <p:spPr>
            <a:xfrm>
              <a:off x="5323045" y="2052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1" name="pt16901"/>
            <p:cNvSpPr/>
            <p:nvPr/>
          </p:nvSpPr>
          <p:spPr>
            <a:xfrm>
              <a:off x="5213688" y="2210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2" name="pt16902"/>
            <p:cNvSpPr/>
            <p:nvPr/>
          </p:nvSpPr>
          <p:spPr>
            <a:xfrm>
              <a:off x="4831451" y="1705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3" name="pt16903"/>
            <p:cNvSpPr/>
            <p:nvPr/>
          </p:nvSpPr>
          <p:spPr>
            <a:xfrm>
              <a:off x="5499131" y="2037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4" name="pt16904"/>
            <p:cNvSpPr/>
            <p:nvPr/>
          </p:nvSpPr>
          <p:spPr>
            <a:xfrm>
              <a:off x="5297203" y="1955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5" name="pt16905"/>
            <p:cNvSpPr/>
            <p:nvPr/>
          </p:nvSpPr>
          <p:spPr>
            <a:xfrm>
              <a:off x="5369738" y="1905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6" name="pt16906"/>
            <p:cNvSpPr/>
            <p:nvPr/>
          </p:nvSpPr>
          <p:spPr>
            <a:xfrm>
              <a:off x="5411888" y="2150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7" name="pt16907"/>
            <p:cNvSpPr/>
            <p:nvPr/>
          </p:nvSpPr>
          <p:spPr>
            <a:xfrm>
              <a:off x="5193155" y="1903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8" name="pt16908"/>
            <p:cNvSpPr/>
            <p:nvPr/>
          </p:nvSpPr>
          <p:spPr>
            <a:xfrm>
              <a:off x="4883001" y="2542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9" name="pt16909"/>
            <p:cNvSpPr/>
            <p:nvPr/>
          </p:nvSpPr>
          <p:spPr>
            <a:xfrm>
              <a:off x="4896869" y="2403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0" name="pt16910"/>
            <p:cNvSpPr/>
            <p:nvPr/>
          </p:nvSpPr>
          <p:spPr>
            <a:xfrm>
              <a:off x="5105915" y="2139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1" name="pt16911"/>
            <p:cNvSpPr/>
            <p:nvPr/>
          </p:nvSpPr>
          <p:spPr>
            <a:xfrm>
              <a:off x="5111676" y="2057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2" name="pt16912"/>
            <p:cNvSpPr/>
            <p:nvPr/>
          </p:nvSpPr>
          <p:spPr>
            <a:xfrm>
              <a:off x="5476683" y="2290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3" name="pt16913"/>
            <p:cNvSpPr/>
            <p:nvPr/>
          </p:nvSpPr>
          <p:spPr>
            <a:xfrm>
              <a:off x="5699883" y="1847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4" name="pt16914"/>
            <p:cNvSpPr/>
            <p:nvPr/>
          </p:nvSpPr>
          <p:spPr>
            <a:xfrm>
              <a:off x="4769831" y="3058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5" name="pt16915"/>
            <p:cNvSpPr/>
            <p:nvPr/>
          </p:nvSpPr>
          <p:spPr>
            <a:xfrm>
              <a:off x="5075186" y="2244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6" name="pt16916"/>
            <p:cNvSpPr/>
            <p:nvPr/>
          </p:nvSpPr>
          <p:spPr>
            <a:xfrm>
              <a:off x="5221846" y="2121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7" name="pt16917"/>
            <p:cNvSpPr/>
            <p:nvPr/>
          </p:nvSpPr>
          <p:spPr>
            <a:xfrm>
              <a:off x="5533148" y="1973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8" name="pt16918"/>
            <p:cNvSpPr/>
            <p:nvPr/>
          </p:nvSpPr>
          <p:spPr>
            <a:xfrm>
              <a:off x="5356964" y="1985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9" name="pt16919"/>
            <p:cNvSpPr/>
            <p:nvPr/>
          </p:nvSpPr>
          <p:spPr>
            <a:xfrm>
              <a:off x="5307556" y="2195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0" name="pt16920"/>
            <p:cNvSpPr/>
            <p:nvPr/>
          </p:nvSpPr>
          <p:spPr>
            <a:xfrm>
              <a:off x="5418594" y="2123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1" name="pt16921"/>
            <p:cNvSpPr/>
            <p:nvPr/>
          </p:nvSpPr>
          <p:spPr>
            <a:xfrm>
              <a:off x="5044176" y="2501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2" name="pt16922"/>
            <p:cNvSpPr/>
            <p:nvPr/>
          </p:nvSpPr>
          <p:spPr>
            <a:xfrm>
              <a:off x="5357462" y="194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3" name="pt16923"/>
            <p:cNvSpPr/>
            <p:nvPr/>
          </p:nvSpPr>
          <p:spPr>
            <a:xfrm>
              <a:off x="4982477" y="2203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4" name="pt16924"/>
            <p:cNvSpPr/>
            <p:nvPr/>
          </p:nvSpPr>
          <p:spPr>
            <a:xfrm>
              <a:off x="4883042" y="2581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5" name="pt16925"/>
            <p:cNvSpPr/>
            <p:nvPr/>
          </p:nvSpPr>
          <p:spPr>
            <a:xfrm>
              <a:off x="5057256" y="2531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6" name="pt16926"/>
            <p:cNvSpPr/>
            <p:nvPr/>
          </p:nvSpPr>
          <p:spPr>
            <a:xfrm>
              <a:off x="5395566" y="2208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7" name="pt16927"/>
            <p:cNvSpPr/>
            <p:nvPr/>
          </p:nvSpPr>
          <p:spPr>
            <a:xfrm>
              <a:off x="5354051" y="20644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8" name="pt16928"/>
            <p:cNvSpPr/>
            <p:nvPr/>
          </p:nvSpPr>
          <p:spPr>
            <a:xfrm>
              <a:off x="5369660" y="2039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9" name="pt16929"/>
            <p:cNvSpPr/>
            <p:nvPr/>
          </p:nvSpPr>
          <p:spPr>
            <a:xfrm>
              <a:off x="5881669" y="1601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0" name="pt16930"/>
            <p:cNvSpPr/>
            <p:nvPr/>
          </p:nvSpPr>
          <p:spPr>
            <a:xfrm>
              <a:off x="5660960" y="1967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1" name="pt16931"/>
            <p:cNvSpPr/>
            <p:nvPr/>
          </p:nvSpPr>
          <p:spPr>
            <a:xfrm>
              <a:off x="5431730" y="2246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2" name="pt16932"/>
            <p:cNvSpPr/>
            <p:nvPr/>
          </p:nvSpPr>
          <p:spPr>
            <a:xfrm>
              <a:off x="5584015" y="1768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3" name="pt16933"/>
            <p:cNvSpPr/>
            <p:nvPr/>
          </p:nvSpPr>
          <p:spPr>
            <a:xfrm>
              <a:off x="5619200" y="1883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4" name="pt16934"/>
            <p:cNvSpPr/>
            <p:nvPr/>
          </p:nvSpPr>
          <p:spPr>
            <a:xfrm>
              <a:off x="4960587" y="2569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5" name="pt16935"/>
            <p:cNvSpPr/>
            <p:nvPr/>
          </p:nvSpPr>
          <p:spPr>
            <a:xfrm>
              <a:off x="5171108" y="2210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6" name="pt16936"/>
            <p:cNvSpPr/>
            <p:nvPr/>
          </p:nvSpPr>
          <p:spPr>
            <a:xfrm>
              <a:off x="5200809" y="2090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7" name="pt16937"/>
            <p:cNvSpPr/>
            <p:nvPr/>
          </p:nvSpPr>
          <p:spPr>
            <a:xfrm>
              <a:off x="5505887" y="2007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8" name="pt16938"/>
            <p:cNvSpPr/>
            <p:nvPr/>
          </p:nvSpPr>
          <p:spPr>
            <a:xfrm>
              <a:off x="5467244" y="2141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9" name="pt16939"/>
            <p:cNvSpPr/>
            <p:nvPr/>
          </p:nvSpPr>
          <p:spPr>
            <a:xfrm>
              <a:off x="5529993" y="2064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0" name="pt16940"/>
            <p:cNvSpPr/>
            <p:nvPr/>
          </p:nvSpPr>
          <p:spPr>
            <a:xfrm>
              <a:off x="5114218" y="2234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1" name="pt16941"/>
            <p:cNvSpPr/>
            <p:nvPr/>
          </p:nvSpPr>
          <p:spPr>
            <a:xfrm>
              <a:off x="5733813" y="2025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2" name="pt16942"/>
            <p:cNvSpPr/>
            <p:nvPr/>
          </p:nvSpPr>
          <p:spPr>
            <a:xfrm>
              <a:off x="5529308" y="2130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3" name="pt16943"/>
            <p:cNvSpPr/>
            <p:nvPr/>
          </p:nvSpPr>
          <p:spPr>
            <a:xfrm>
              <a:off x="5172952" y="2102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4" name="pt16944"/>
            <p:cNvSpPr/>
            <p:nvPr/>
          </p:nvSpPr>
          <p:spPr>
            <a:xfrm>
              <a:off x="5275448" y="1897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5" name="pt16945"/>
            <p:cNvSpPr/>
            <p:nvPr/>
          </p:nvSpPr>
          <p:spPr>
            <a:xfrm>
              <a:off x="5171780" y="2165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6" name="pt16946"/>
            <p:cNvSpPr/>
            <p:nvPr/>
          </p:nvSpPr>
          <p:spPr>
            <a:xfrm>
              <a:off x="5510982" y="1897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7" name="pt16947"/>
            <p:cNvSpPr/>
            <p:nvPr/>
          </p:nvSpPr>
          <p:spPr>
            <a:xfrm>
              <a:off x="5443355" y="2056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8" name="pt16948"/>
            <p:cNvSpPr/>
            <p:nvPr/>
          </p:nvSpPr>
          <p:spPr>
            <a:xfrm>
              <a:off x="5223809" y="2083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9" name="pt16949"/>
            <p:cNvSpPr/>
            <p:nvPr/>
          </p:nvSpPr>
          <p:spPr>
            <a:xfrm>
              <a:off x="5402367" y="2224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0" name="pt16950"/>
            <p:cNvSpPr/>
            <p:nvPr/>
          </p:nvSpPr>
          <p:spPr>
            <a:xfrm>
              <a:off x="5602873" y="2015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1" name="pt16951"/>
            <p:cNvSpPr/>
            <p:nvPr/>
          </p:nvSpPr>
          <p:spPr>
            <a:xfrm>
              <a:off x="5074932" y="2295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2" name="pt16952"/>
            <p:cNvSpPr/>
            <p:nvPr/>
          </p:nvSpPr>
          <p:spPr>
            <a:xfrm>
              <a:off x="5593798" y="1985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3" name="pt16953"/>
            <p:cNvSpPr/>
            <p:nvPr/>
          </p:nvSpPr>
          <p:spPr>
            <a:xfrm>
              <a:off x="4921134" y="2226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4" name="pt16954"/>
            <p:cNvSpPr/>
            <p:nvPr/>
          </p:nvSpPr>
          <p:spPr>
            <a:xfrm>
              <a:off x="5745360" y="1752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5" name="pt16955"/>
            <p:cNvSpPr/>
            <p:nvPr/>
          </p:nvSpPr>
          <p:spPr>
            <a:xfrm>
              <a:off x="5253451" y="2236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6" name="pt16956"/>
            <p:cNvSpPr/>
            <p:nvPr/>
          </p:nvSpPr>
          <p:spPr>
            <a:xfrm>
              <a:off x="5178522" y="2106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7" name="pt16957"/>
            <p:cNvSpPr/>
            <p:nvPr/>
          </p:nvSpPr>
          <p:spPr>
            <a:xfrm>
              <a:off x="5390247" y="2093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8" name="pt16958"/>
            <p:cNvSpPr/>
            <p:nvPr/>
          </p:nvSpPr>
          <p:spPr>
            <a:xfrm>
              <a:off x="5220143" y="2189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9" name="pt16959"/>
            <p:cNvSpPr/>
            <p:nvPr/>
          </p:nvSpPr>
          <p:spPr>
            <a:xfrm>
              <a:off x="5261051" y="2248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0" name="pt16960"/>
            <p:cNvSpPr/>
            <p:nvPr/>
          </p:nvSpPr>
          <p:spPr>
            <a:xfrm>
              <a:off x="5029868" y="2766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1" name="pt16961"/>
            <p:cNvSpPr/>
            <p:nvPr/>
          </p:nvSpPr>
          <p:spPr>
            <a:xfrm>
              <a:off x="4956156" y="2596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2" name="pt16962"/>
            <p:cNvSpPr/>
            <p:nvPr/>
          </p:nvSpPr>
          <p:spPr>
            <a:xfrm>
              <a:off x="5341290" y="2079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3" name="pt16963"/>
            <p:cNvSpPr/>
            <p:nvPr/>
          </p:nvSpPr>
          <p:spPr>
            <a:xfrm>
              <a:off x="5343825" y="2151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4" name="pt16964"/>
            <p:cNvSpPr/>
            <p:nvPr/>
          </p:nvSpPr>
          <p:spPr>
            <a:xfrm>
              <a:off x="5120469" y="2186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5" name="pt16965"/>
            <p:cNvSpPr/>
            <p:nvPr/>
          </p:nvSpPr>
          <p:spPr>
            <a:xfrm>
              <a:off x="5334571" y="2226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6" name="pt16966"/>
            <p:cNvSpPr/>
            <p:nvPr/>
          </p:nvSpPr>
          <p:spPr>
            <a:xfrm>
              <a:off x="5414124" y="2331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7" name="pt16967"/>
            <p:cNvSpPr/>
            <p:nvPr/>
          </p:nvSpPr>
          <p:spPr>
            <a:xfrm>
              <a:off x="5379760" y="1974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8" name="pt16968"/>
            <p:cNvSpPr/>
            <p:nvPr/>
          </p:nvSpPr>
          <p:spPr>
            <a:xfrm>
              <a:off x="5166750" y="2148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9" name="pt16969"/>
            <p:cNvSpPr/>
            <p:nvPr/>
          </p:nvSpPr>
          <p:spPr>
            <a:xfrm>
              <a:off x="5129699" y="2110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0" name="pt16970"/>
            <p:cNvSpPr/>
            <p:nvPr/>
          </p:nvSpPr>
          <p:spPr>
            <a:xfrm>
              <a:off x="5308697" y="2127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1" name="pt16971"/>
            <p:cNvSpPr/>
            <p:nvPr/>
          </p:nvSpPr>
          <p:spPr>
            <a:xfrm>
              <a:off x="5304957" y="2204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2" name="pt16972"/>
            <p:cNvSpPr/>
            <p:nvPr/>
          </p:nvSpPr>
          <p:spPr>
            <a:xfrm>
              <a:off x="4935606" y="2518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3" name="pt16973"/>
            <p:cNvSpPr/>
            <p:nvPr/>
          </p:nvSpPr>
          <p:spPr>
            <a:xfrm>
              <a:off x="5400227" y="2263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4" name="pt16974"/>
            <p:cNvSpPr/>
            <p:nvPr/>
          </p:nvSpPr>
          <p:spPr>
            <a:xfrm>
              <a:off x="5308675" y="2157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5" name="pt16975"/>
            <p:cNvSpPr/>
            <p:nvPr/>
          </p:nvSpPr>
          <p:spPr>
            <a:xfrm>
              <a:off x="5193364" y="1918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6" name="pt16976"/>
            <p:cNvSpPr/>
            <p:nvPr/>
          </p:nvSpPr>
          <p:spPr>
            <a:xfrm>
              <a:off x="5249455" y="2227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7" name="pt16977"/>
            <p:cNvSpPr/>
            <p:nvPr/>
          </p:nvSpPr>
          <p:spPr>
            <a:xfrm>
              <a:off x="5573555" y="1621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8" name="pt16978"/>
            <p:cNvSpPr/>
            <p:nvPr/>
          </p:nvSpPr>
          <p:spPr>
            <a:xfrm>
              <a:off x="5587409" y="1540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9" name="pt16979"/>
            <p:cNvSpPr/>
            <p:nvPr/>
          </p:nvSpPr>
          <p:spPr>
            <a:xfrm>
              <a:off x="5187107" y="2166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0" name="pt16980"/>
            <p:cNvSpPr/>
            <p:nvPr/>
          </p:nvSpPr>
          <p:spPr>
            <a:xfrm>
              <a:off x="5651019" y="1802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1" name="pt16981"/>
            <p:cNvSpPr/>
            <p:nvPr/>
          </p:nvSpPr>
          <p:spPr>
            <a:xfrm>
              <a:off x="4898047" y="2754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2" name="pt16982"/>
            <p:cNvSpPr/>
            <p:nvPr/>
          </p:nvSpPr>
          <p:spPr>
            <a:xfrm>
              <a:off x="5741577" y="1861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3" name="pt16983"/>
            <p:cNvSpPr/>
            <p:nvPr/>
          </p:nvSpPr>
          <p:spPr>
            <a:xfrm>
              <a:off x="5033677" y="2671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4" name="pt16984"/>
            <p:cNvSpPr/>
            <p:nvPr/>
          </p:nvSpPr>
          <p:spPr>
            <a:xfrm>
              <a:off x="5317101" y="2300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5" name="pt16985"/>
            <p:cNvSpPr/>
            <p:nvPr/>
          </p:nvSpPr>
          <p:spPr>
            <a:xfrm>
              <a:off x="5388129" y="2071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6" name="pt16986"/>
            <p:cNvSpPr/>
            <p:nvPr/>
          </p:nvSpPr>
          <p:spPr>
            <a:xfrm>
              <a:off x="5607211" y="1979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7" name="pt16987"/>
            <p:cNvSpPr/>
            <p:nvPr/>
          </p:nvSpPr>
          <p:spPr>
            <a:xfrm>
              <a:off x="4545171" y="2779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8" name="pt16988"/>
            <p:cNvSpPr/>
            <p:nvPr/>
          </p:nvSpPr>
          <p:spPr>
            <a:xfrm>
              <a:off x="5259747" y="22698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9" name="pt16989"/>
            <p:cNvSpPr/>
            <p:nvPr/>
          </p:nvSpPr>
          <p:spPr>
            <a:xfrm>
              <a:off x="5503230" y="1926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0" name="pt16990"/>
            <p:cNvSpPr/>
            <p:nvPr/>
          </p:nvSpPr>
          <p:spPr>
            <a:xfrm>
              <a:off x="5223617" y="2193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1" name="pt16991"/>
            <p:cNvSpPr/>
            <p:nvPr/>
          </p:nvSpPr>
          <p:spPr>
            <a:xfrm>
              <a:off x="5196010" y="1900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2" name="pt16992"/>
            <p:cNvSpPr/>
            <p:nvPr/>
          </p:nvSpPr>
          <p:spPr>
            <a:xfrm>
              <a:off x="5321234" y="2099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3" name="pt16993"/>
            <p:cNvSpPr/>
            <p:nvPr/>
          </p:nvSpPr>
          <p:spPr>
            <a:xfrm>
              <a:off x="5148825" y="2136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4" name="pt16994"/>
            <p:cNvSpPr/>
            <p:nvPr/>
          </p:nvSpPr>
          <p:spPr>
            <a:xfrm>
              <a:off x="5879811" y="1505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5" name="pt16995"/>
            <p:cNvSpPr/>
            <p:nvPr/>
          </p:nvSpPr>
          <p:spPr>
            <a:xfrm>
              <a:off x="5569586" y="1811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6" name="pt16996"/>
            <p:cNvSpPr/>
            <p:nvPr/>
          </p:nvSpPr>
          <p:spPr>
            <a:xfrm>
              <a:off x="5018000" y="2742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7" name="pt16997"/>
            <p:cNvSpPr/>
            <p:nvPr/>
          </p:nvSpPr>
          <p:spPr>
            <a:xfrm>
              <a:off x="5453651" y="2190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8" name="pt16998"/>
            <p:cNvSpPr/>
            <p:nvPr/>
          </p:nvSpPr>
          <p:spPr>
            <a:xfrm>
              <a:off x="5823120" y="1573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9" name="pt16999"/>
            <p:cNvSpPr/>
            <p:nvPr/>
          </p:nvSpPr>
          <p:spPr>
            <a:xfrm>
              <a:off x="5003457" y="2316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0" name="pt17000"/>
            <p:cNvSpPr/>
            <p:nvPr/>
          </p:nvSpPr>
          <p:spPr>
            <a:xfrm>
              <a:off x="5200368" y="21141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1" name="pt17001"/>
            <p:cNvSpPr/>
            <p:nvPr/>
          </p:nvSpPr>
          <p:spPr>
            <a:xfrm>
              <a:off x="5327608" y="211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2" name="pt17002"/>
            <p:cNvSpPr/>
            <p:nvPr/>
          </p:nvSpPr>
          <p:spPr>
            <a:xfrm>
              <a:off x="5349750" y="2050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3" name="pt17003"/>
            <p:cNvSpPr/>
            <p:nvPr/>
          </p:nvSpPr>
          <p:spPr>
            <a:xfrm>
              <a:off x="5657599" y="2028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4" name="pt17004"/>
            <p:cNvSpPr/>
            <p:nvPr/>
          </p:nvSpPr>
          <p:spPr>
            <a:xfrm>
              <a:off x="5323464" y="2178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5" name="pt17005"/>
            <p:cNvSpPr/>
            <p:nvPr/>
          </p:nvSpPr>
          <p:spPr>
            <a:xfrm>
              <a:off x="5662486" y="1963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6" name="pt17006"/>
            <p:cNvSpPr/>
            <p:nvPr/>
          </p:nvSpPr>
          <p:spPr>
            <a:xfrm>
              <a:off x="5161008" y="2149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7" name="pt17007"/>
            <p:cNvSpPr/>
            <p:nvPr/>
          </p:nvSpPr>
          <p:spPr>
            <a:xfrm>
              <a:off x="5230555" y="2198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8" name="pt17008"/>
            <p:cNvSpPr/>
            <p:nvPr/>
          </p:nvSpPr>
          <p:spPr>
            <a:xfrm>
              <a:off x="5364240" y="1855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9" name="pt17009"/>
            <p:cNvSpPr/>
            <p:nvPr/>
          </p:nvSpPr>
          <p:spPr>
            <a:xfrm>
              <a:off x="5073473" y="2248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0" name="pt17010"/>
            <p:cNvSpPr/>
            <p:nvPr/>
          </p:nvSpPr>
          <p:spPr>
            <a:xfrm>
              <a:off x="5309203" y="2177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1" name="pt17011"/>
            <p:cNvSpPr/>
            <p:nvPr/>
          </p:nvSpPr>
          <p:spPr>
            <a:xfrm>
              <a:off x="5381937" y="2042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2" name="pt17012"/>
            <p:cNvSpPr/>
            <p:nvPr/>
          </p:nvSpPr>
          <p:spPr>
            <a:xfrm>
              <a:off x="4943003" y="25323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3" name="pt17013"/>
            <p:cNvSpPr/>
            <p:nvPr/>
          </p:nvSpPr>
          <p:spPr>
            <a:xfrm>
              <a:off x="5238785" y="2088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4" name="pt17014"/>
            <p:cNvSpPr/>
            <p:nvPr/>
          </p:nvSpPr>
          <p:spPr>
            <a:xfrm>
              <a:off x="5332099" y="2213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5" name="pt17015"/>
            <p:cNvSpPr/>
            <p:nvPr/>
          </p:nvSpPr>
          <p:spPr>
            <a:xfrm>
              <a:off x="5687013" y="1956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6" name="pt17016"/>
            <p:cNvSpPr/>
            <p:nvPr/>
          </p:nvSpPr>
          <p:spPr>
            <a:xfrm>
              <a:off x="6007419" y="1726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7" name="pt17017"/>
            <p:cNvSpPr/>
            <p:nvPr/>
          </p:nvSpPr>
          <p:spPr>
            <a:xfrm>
              <a:off x="5463423" y="2107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8" name="pt17018"/>
            <p:cNvSpPr/>
            <p:nvPr/>
          </p:nvSpPr>
          <p:spPr>
            <a:xfrm>
              <a:off x="5565349" y="1959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9" name="pt17019"/>
            <p:cNvSpPr/>
            <p:nvPr/>
          </p:nvSpPr>
          <p:spPr>
            <a:xfrm>
              <a:off x="5308319" y="2226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0" name="pt17020"/>
            <p:cNvSpPr/>
            <p:nvPr/>
          </p:nvSpPr>
          <p:spPr>
            <a:xfrm>
              <a:off x="5393619" y="2201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1" name="pt17021"/>
            <p:cNvSpPr/>
            <p:nvPr/>
          </p:nvSpPr>
          <p:spPr>
            <a:xfrm>
              <a:off x="5488280" y="2177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2" name="pt17022"/>
            <p:cNvSpPr/>
            <p:nvPr/>
          </p:nvSpPr>
          <p:spPr>
            <a:xfrm>
              <a:off x="5122744" y="2054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3" name="pt17023"/>
            <p:cNvSpPr/>
            <p:nvPr/>
          </p:nvSpPr>
          <p:spPr>
            <a:xfrm>
              <a:off x="5300679" y="2229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4" name="pt17024"/>
            <p:cNvSpPr/>
            <p:nvPr/>
          </p:nvSpPr>
          <p:spPr>
            <a:xfrm>
              <a:off x="5637689" y="1957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5" name="pt17025"/>
            <p:cNvSpPr/>
            <p:nvPr/>
          </p:nvSpPr>
          <p:spPr>
            <a:xfrm>
              <a:off x="5504286" y="1843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6" name="pt17026"/>
            <p:cNvSpPr/>
            <p:nvPr/>
          </p:nvSpPr>
          <p:spPr>
            <a:xfrm>
              <a:off x="5384601" y="2054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7" name="pt17027"/>
            <p:cNvSpPr/>
            <p:nvPr/>
          </p:nvSpPr>
          <p:spPr>
            <a:xfrm>
              <a:off x="5549691" y="1963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8" name="pt17028"/>
            <p:cNvSpPr/>
            <p:nvPr/>
          </p:nvSpPr>
          <p:spPr>
            <a:xfrm>
              <a:off x="5375428" y="2115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9" name="pt17029"/>
            <p:cNvSpPr/>
            <p:nvPr/>
          </p:nvSpPr>
          <p:spPr>
            <a:xfrm>
              <a:off x="4704510" y="25079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0" name="pt17030"/>
            <p:cNvSpPr/>
            <p:nvPr/>
          </p:nvSpPr>
          <p:spPr>
            <a:xfrm>
              <a:off x="5303490" y="2209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1" name="pt17031"/>
            <p:cNvSpPr/>
            <p:nvPr/>
          </p:nvSpPr>
          <p:spPr>
            <a:xfrm>
              <a:off x="5530504" y="2005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2" name="pt17032"/>
            <p:cNvSpPr/>
            <p:nvPr/>
          </p:nvSpPr>
          <p:spPr>
            <a:xfrm>
              <a:off x="5250320" y="2287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3" name="pt17033"/>
            <p:cNvSpPr/>
            <p:nvPr/>
          </p:nvSpPr>
          <p:spPr>
            <a:xfrm>
              <a:off x="5297795" y="21347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4" name="pt17034"/>
            <p:cNvSpPr/>
            <p:nvPr/>
          </p:nvSpPr>
          <p:spPr>
            <a:xfrm>
              <a:off x="5554478" y="2103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5" name="pt17035"/>
            <p:cNvSpPr/>
            <p:nvPr/>
          </p:nvSpPr>
          <p:spPr>
            <a:xfrm>
              <a:off x="5587538" y="1618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6" name="pt17036"/>
            <p:cNvSpPr/>
            <p:nvPr/>
          </p:nvSpPr>
          <p:spPr>
            <a:xfrm>
              <a:off x="5513191" y="1986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7" name="pt17037"/>
            <p:cNvSpPr/>
            <p:nvPr/>
          </p:nvSpPr>
          <p:spPr>
            <a:xfrm>
              <a:off x="5321150" y="2210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8" name="pt17038"/>
            <p:cNvSpPr/>
            <p:nvPr/>
          </p:nvSpPr>
          <p:spPr>
            <a:xfrm>
              <a:off x="5351465" y="2100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9" name="pt17039"/>
            <p:cNvSpPr/>
            <p:nvPr/>
          </p:nvSpPr>
          <p:spPr>
            <a:xfrm>
              <a:off x="5016887" y="2636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0" name="pt17040"/>
            <p:cNvSpPr/>
            <p:nvPr/>
          </p:nvSpPr>
          <p:spPr>
            <a:xfrm>
              <a:off x="5297594" y="2142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1" name="pt17041"/>
            <p:cNvSpPr/>
            <p:nvPr/>
          </p:nvSpPr>
          <p:spPr>
            <a:xfrm>
              <a:off x="5492699" y="2204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2" name="pt17042"/>
            <p:cNvSpPr/>
            <p:nvPr/>
          </p:nvSpPr>
          <p:spPr>
            <a:xfrm>
              <a:off x="5260790" y="2244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3" name="pt17043"/>
            <p:cNvSpPr/>
            <p:nvPr/>
          </p:nvSpPr>
          <p:spPr>
            <a:xfrm>
              <a:off x="4796801" y="1923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4" name="pt17044"/>
            <p:cNvSpPr/>
            <p:nvPr/>
          </p:nvSpPr>
          <p:spPr>
            <a:xfrm>
              <a:off x="5253841" y="2248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5" name="pt17045"/>
            <p:cNvSpPr/>
            <p:nvPr/>
          </p:nvSpPr>
          <p:spPr>
            <a:xfrm>
              <a:off x="4961250" y="2616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6" name="pt17046"/>
            <p:cNvSpPr/>
            <p:nvPr/>
          </p:nvSpPr>
          <p:spPr>
            <a:xfrm>
              <a:off x="5136138" y="1862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7" name="pt17047"/>
            <p:cNvSpPr/>
            <p:nvPr/>
          </p:nvSpPr>
          <p:spPr>
            <a:xfrm>
              <a:off x="4764258" y="2754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8" name="pt17048"/>
            <p:cNvSpPr/>
            <p:nvPr/>
          </p:nvSpPr>
          <p:spPr>
            <a:xfrm>
              <a:off x="5194999" y="2101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9" name="pt17049"/>
            <p:cNvSpPr/>
            <p:nvPr/>
          </p:nvSpPr>
          <p:spPr>
            <a:xfrm>
              <a:off x="4929168" y="21774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0" name="pt17050"/>
            <p:cNvSpPr/>
            <p:nvPr/>
          </p:nvSpPr>
          <p:spPr>
            <a:xfrm>
              <a:off x="5255981" y="2215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1" name="pt17051"/>
            <p:cNvSpPr/>
            <p:nvPr/>
          </p:nvSpPr>
          <p:spPr>
            <a:xfrm>
              <a:off x="5564630" y="1963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2" name="pt17052"/>
            <p:cNvSpPr/>
            <p:nvPr/>
          </p:nvSpPr>
          <p:spPr>
            <a:xfrm>
              <a:off x="5226263" y="2087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3" name="pt17053"/>
            <p:cNvSpPr/>
            <p:nvPr/>
          </p:nvSpPr>
          <p:spPr>
            <a:xfrm>
              <a:off x="5224144" y="2134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4" name="pt17054"/>
            <p:cNvSpPr/>
            <p:nvPr/>
          </p:nvSpPr>
          <p:spPr>
            <a:xfrm>
              <a:off x="5556244" y="2105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5" name="pt17055"/>
            <p:cNvSpPr/>
            <p:nvPr/>
          </p:nvSpPr>
          <p:spPr>
            <a:xfrm>
              <a:off x="5368442" y="1856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6" name="pt17056"/>
            <p:cNvSpPr/>
            <p:nvPr/>
          </p:nvSpPr>
          <p:spPr>
            <a:xfrm>
              <a:off x="5016869" y="252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7" name="pt17057"/>
            <p:cNvSpPr/>
            <p:nvPr/>
          </p:nvSpPr>
          <p:spPr>
            <a:xfrm>
              <a:off x="5575765" y="1678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8" name="pt17058"/>
            <p:cNvSpPr/>
            <p:nvPr/>
          </p:nvSpPr>
          <p:spPr>
            <a:xfrm>
              <a:off x="5450174" y="2345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9" name="pt17059"/>
            <p:cNvSpPr/>
            <p:nvPr/>
          </p:nvSpPr>
          <p:spPr>
            <a:xfrm>
              <a:off x="4607138" y="2757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0" name="pt17060"/>
            <p:cNvSpPr/>
            <p:nvPr/>
          </p:nvSpPr>
          <p:spPr>
            <a:xfrm>
              <a:off x="5063563" y="2556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1" name="pt17061"/>
            <p:cNvSpPr/>
            <p:nvPr/>
          </p:nvSpPr>
          <p:spPr>
            <a:xfrm>
              <a:off x="5048824" y="2681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2" name="pt17062"/>
            <p:cNvSpPr/>
            <p:nvPr/>
          </p:nvSpPr>
          <p:spPr>
            <a:xfrm>
              <a:off x="5360228" y="2117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3" name="pt17063"/>
            <p:cNvSpPr/>
            <p:nvPr/>
          </p:nvSpPr>
          <p:spPr>
            <a:xfrm>
              <a:off x="5718870" y="1827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4" name="pt17064"/>
            <p:cNvSpPr/>
            <p:nvPr/>
          </p:nvSpPr>
          <p:spPr>
            <a:xfrm>
              <a:off x="5570417" y="188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5" name="pt17065"/>
            <p:cNvSpPr/>
            <p:nvPr/>
          </p:nvSpPr>
          <p:spPr>
            <a:xfrm>
              <a:off x="5755352" y="1590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6" name="pt17066"/>
            <p:cNvSpPr/>
            <p:nvPr/>
          </p:nvSpPr>
          <p:spPr>
            <a:xfrm>
              <a:off x="5355569" y="1937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7" name="pt17067"/>
            <p:cNvSpPr/>
            <p:nvPr/>
          </p:nvSpPr>
          <p:spPr>
            <a:xfrm>
              <a:off x="5451211" y="217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8" name="pt17068"/>
            <p:cNvSpPr/>
            <p:nvPr/>
          </p:nvSpPr>
          <p:spPr>
            <a:xfrm>
              <a:off x="5552343" y="2053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9" name="pt17069"/>
            <p:cNvSpPr/>
            <p:nvPr/>
          </p:nvSpPr>
          <p:spPr>
            <a:xfrm>
              <a:off x="5489266" y="2025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0" name="pt17070"/>
            <p:cNvSpPr/>
            <p:nvPr/>
          </p:nvSpPr>
          <p:spPr>
            <a:xfrm>
              <a:off x="5232743" y="2140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1" name="pt17071"/>
            <p:cNvSpPr/>
            <p:nvPr/>
          </p:nvSpPr>
          <p:spPr>
            <a:xfrm>
              <a:off x="5209116" y="2207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2" name="pt17072"/>
            <p:cNvSpPr/>
            <p:nvPr/>
          </p:nvSpPr>
          <p:spPr>
            <a:xfrm>
              <a:off x="5312586" y="2246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3" name="pt17073"/>
            <p:cNvSpPr/>
            <p:nvPr/>
          </p:nvSpPr>
          <p:spPr>
            <a:xfrm>
              <a:off x="5269807" y="2328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4" name="pt17074"/>
            <p:cNvSpPr/>
            <p:nvPr/>
          </p:nvSpPr>
          <p:spPr>
            <a:xfrm>
              <a:off x="5362342" y="1905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5" name="pt17075"/>
            <p:cNvSpPr/>
            <p:nvPr/>
          </p:nvSpPr>
          <p:spPr>
            <a:xfrm>
              <a:off x="5293947" y="21563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6" name="pt17076"/>
            <p:cNvSpPr/>
            <p:nvPr/>
          </p:nvSpPr>
          <p:spPr>
            <a:xfrm>
              <a:off x="5454329" y="2303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7" name="pt17077"/>
            <p:cNvSpPr/>
            <p:nvPr/>
          </p:nvSpPr>
          <p:spPr>
            <a:xfrm>
              <a:off x="5483112" y="2228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8" name="pt17078"/>
            <p:cNvSpPr/>
            <p:nvPr/>
          </p:nvSpPr>
          <p:spPr>
            <a:xfrm>
              <a:off x="4849384" y="264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9" name="pt17079"/>
            <p:cNvSpPr/>
            <p:nvPr/>
          </p:nvSpPr>
          <p:spPr>
            <a:xfrm>
              <a:off x="5460730" y="2124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0" name="pt17080"/>
            <p:cNvSpPr/>
            <p:nvPr/>
          </p:nvSpPr>
          <p:spPr>
            <a:xfrm>
              <a:off x="5367502" y="1982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1" name="pt17081"/>
            <p:cNvSpPr/>
            <p:nvPr/>
          </p:nvSpPr>
          <p:spPr>
            <a:xfrm>
              <a:off x="5367259" y="2027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2" name="pt17082"/>
            <p:cNvSpPr/>
            <p:nvPr/>
          </p:nvSpPr>
          <p:spPr>
            <a:xfrm>
              <a:off x="5462465" y="2190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3" name="pt17083"/>
            <p:cNvSpPr/>
            <p:nvPr/>
          </p:nvSpPr>
          <p:spPr>
            <a:xfrm>
              <a:off x="5140585" y="1943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4" name="pt17084"/>
            <p:cNvSpPr/>
            <p:nvPr/>
          </p:nvSpPr>
          <p:spPr>
            <a:xfrm>
              <a:off x="5271385" y="2249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5" name="pt17085"/>
            <p:cNvSpPr/>
            <p:nvPr/>
          </p:nvSpPr>
          <p:spPr>
            <a:xfrm>
              <a:off x="5003286" y="2543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6" name="pt17086"/>
            <p:cNvSpPr/>
            <p:nvPr/>
          </p:nvSpPr>
          <p:spPr>
            <a:xfrm>
              <a:off x="4700562" y="2581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7" name="pt17087"/>
            <p:cNvSpPr/>
            <p:nvPr/>
          </p:nvSpPr>
          <p:spPr>
            <a:xfrm>
              <a:off x="5543319" y="20393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8" name="pt17088"/>
            <p:cNvSpPr/>
            <p:nvPr/>
          </p:nvSpPr>
          <p:spPr>
            <a:xfrm>
              <a:off x="5670421" y="1906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9" name="pt17089"/>
            <p:cNvSpPr/>
            <p:nvPr/>
          </p:nvSpPr>
          <p:spPr>
            <a:xfrm>
              <a:off x="5367500" y="1996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0" name="pt17090"/>
            <p:cNvSpPr/>
            <p:nvPr/>
          </p:nvSpPr>
          <p:spPr>
            <a:xfrm>
              <a:off x="5456142" y="2276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1" name="pt17091"/>
            <p:cNvSpPr/>
            <p:nvPr/>
          </p:nvSpPr>
          <p:spPr>
            <a:xfrm>
              <a:off x="5350179" y="2066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2" name="pt17092"/>
            <p:cNvSpPr/>
            <p:nvPr/>
          </p:nvSpPr>
          <p:spPr>
            <a:xfrm>
              <a:off x="5418337" y="2078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3" name="pt17093"/>
            <p:cNvSpPr/>
            <p:nvPr/>
          </p:nvSpPr>
          <p:spPr>
            <a:xfrm>
              <a:off x="5173969" y="2065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4" name="pt17094"/>
            <p:cNvSpPr/>
            <p:nvPr/>
          </p:nvSpPr>
          <p:spPr>
            <a:xfrm>
              <a:off x="5699197" y="1885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5" name="pt17095"/>
            <p:cNvSpPr/>
            <p:nvPr/>
          </p:nvSpPr>
          <p:spPr>
            <a:xfrm>
              <a:off x="5400846" y="2227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6" name="pt17096"/>
            <p:cNvSpPr/>
            <p:nvPr/>
          </p:nvSpPr>
          <p:spPr>
            <a:xfrm>
              <a:off x="5615565" y="1976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7" name="pt17097"/>
            <p:cNvSpPr/>
            <p:nvPr/>
          </p:nvSpPr>
          <p:spPr>
            <a:xfrm>
              <a:off x="5457056" y="2129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8" name="pt17098"/>
            <p:cNvSpPr/>
            <p:nvPr/>
          </p:nvSpPr>
          <p:spPr>
            <a:xfrm>
              <a:off x="5256031" y="2289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9" name="pt17099"/>
            <p:cNvSpPr/>
            <p:nvPr/>
          </p:nvSpPr>
          <p:spPr>
            <a:xfrm>
              <a:off x="5328670" y="2077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0" name="pt17100"/>
            <p:cNvSpPr/>
            <p:nvPr/>
          </p:nvSpPr>
          <p:spPr>
            <a:xfrm>
              <a:off x="5211500" y="2083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1" name="pt17101"/>
            <p:cNvSpPr/>
            <p:nvPr/>
          </p:nvSpPr>
          <p:spPr>
            <a:xfrm>
              <a:off x="4966131" y="2581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2" name="pt17102"/>
            <p:cNvSpPr/>
            <p:nvPr/>
          </p:nvSpPr>
          <p:spPr>
            <a:xfrm>
              <a:off x="4671688" y="2759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3" name="pt17103"/>
            <p:cNvSpPr/>
            <p:nvPr/>
          </p:nvSpPr>
          <p:spPr>
            <a:xfrm>
              <a:off x="5418579" y="1999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4" name="pt17104"/>
            <p:cNvSpPr/>
            <p:nvPr/>
          </p:nvSpPr>
          <p:spPr>
            <a:xfrm>
              <a:off x="5593128" y="2041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5" name="pt17105"/>
            <p:cNvSpPr/>
            <p:nvPr/>
          </p:nvSpPr>
          <p:spPr>
            <a:xfrm>
              <a:off x="5178014" y="2004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6" name="pt17106"/>
            <p:cNvSpPr/>
            <p:nvPr/>
          </p:nvSpPr>
          <p:spPr>
            <a:xfrm>
              <a:off x="5205594" y="21011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7" name="pt17107"/>
            <p:cNvSpPr/>
            <p:nvPr/>
          </p:nvSpPr>
          <p:spPr>
            <a:xfrm>
              <a:off x="5074710" y="2394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8" name="pt17108"/>
            <p:cNvSpPr/>
            <p:nvPr/>
          </p:nvSpPr>
          <p:spPr>
            <a:xfrm>
              <a:off x="5056510" y="2453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9" name="pt17109"/>
            <p:cNvSpPr/>
            <p:nvPr/>
          </p:nvSpPr>
          <p:spPr>
            <a:xfrm>
              <a:off x="5447791" y="2198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0" name="pt17110"/>
            <p:cNvSpPr/>
            <p:nvPr/>
          </p:nvSpPr>
          <p:spPr>
            <a:xfrm>
              <a:off x="5126500" y="2100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1" name="pt17111"/>
            <p:cNvSpPr/>
            <p:nvPr/>
          </p:nvSpPr>
          <p:spPr>
            <a:xfrm>
              <a:off x="5739756" y="201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2" name="pt17112"/>
            <p:cNvSpPr/>
            <p:nvPr/>
          </p:nvSpPr>
          <p:spPr>
            <a:xfrm>
              <a:off x="5242846" y="1975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3" name="pt17113"/>
            <p:cNvSpPr/>
            <p:nvPr/>
          </p:nvSpPr>
          <p:spPr>
            <a:xfrm>
              <a:off x="5417949" y="2128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4" name="pt17114"/>
            <p:cNvSpPr/>
            <p:nvPr/>
          </p:nvSpPr>
          <p:spPr>
            <a:xfrm>
              <a:off x="5524002" y="1867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5" name="pt17115"/>
            <p:cNvSpPr/>
            <p:nvPr/>
          </p:nvSpPr>
          <p:spPr>
            <a:xfrm>
              <a:off x="5705228" y="2029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6" name="pt17116"/>
            <p:cNvSpPr/>
            <p:nvPr/>
          </p:nvSpPr>
          <p:spPr>
            <a:xfrm>
              <a:off x="5539831" y="1945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7" name="pt17117"/>
            <p:cNvSpPr/>
            <p:nvPr/>
          </p:nvSpPr>
          <p:spPr>
            <a:xfrm>
              <a:off x="5321527" y="2256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8" name="pt17118"/>
            <p:cNvSpPr/>
            <p:nvPr/>
          </p:nvSpPr>
          <p:spPr>
            <a:xfrm>
              <a:off x="5237268" y="2141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9" name="pt17119"/>
            <p:cNvSpPr/>
            <p:nvPr/>
          </p:nvSpPr>
          <p:spPr>
            <a:xfrm>
              <a:off x="5403630" y="2216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0" name="pt17120"/>
            <p:cNvSpPr/>
            <p:nvPr/>
          </p:nvSpPr>
          <p:spPr>
            <a:xfrm>
              <a:off x="5082364" y="2423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1" name="pt17121"/>
            <p:cNvSpPr/>
            <p:nvPr/>
          </p:nvSpPr>
          <p:spPr>
            <a:xfrm>
              <a:off x="5158303" y="21085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2" name="pt17122"/>
            <p:cNvSpPr/>
            <p:nvPr/>
          </p:nvSpPr>
          <p:spPr>
            <a:xfrm>
              <a:off x="5309819" y="2195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3" name="pt17123"/>
            <p:cNvSpPr/>
            <p:nvPr/>
          </p:nvSpPr>
          <p:spPr>
            <a:xfrm>
              <a:off x="5373350" y="200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4" name="pt17124"/>
            <p:cNvSpPr/>
            <p:nvPr/>
          </p:nvSpPr>
          <p:spPr>
            <a:xfrm>
              <a:off x="5648268" y="175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5" name="pt17125"/>
            <p:cNvSpPr/>
            <p:nvPr/>
          </p:nvSpPr>
          <p:spPr>
            <a:xfrm>
              <a:off x="4952726" y="2575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6" name="pt17126"/>
            <p:cNvSpPr/>
            <p:nvPr/>
          </p:nvSpPr>
          <p:spPr>
            <a:xfrm>
              <a:off x="5575540" y="1662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7" name="pt17127"/>
            <p:cNvSpPr/>
            <p:nvPr/>
          </p:nvSpPr>
          <p:spPr>
            <a:xfrm>
              <a:off x="5517716" y="1998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8" name="pt17128"/>
            <p:cNvSpPr/>
            <p:nvPr/>
          </p:nvSpPr>
          <p:spPr>
            <a:xfrm>
              <a:off x="5523145" y="1828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9" name="pt17129"/>
            <p:cNvSpPr/>
            <p:nvPr/>
          </p:nvSpPr>
          <p:spPr>
            <a:xfrm>
              <a:off x="5440058" y="207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0" name="pt17130"/>
            <p:cNvSpPr/>
            <p:nvPr/>
          </p:nvSpPr>
          <p:spPr>
            <a:xfrm>
              <a:off x="5495309" y="1870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1" name="pt17131"/>
            <p:cNvSpPr/>
            <p:nvPr/>
          </p:nvSpPr>
          <p:spPr>
            <a:xfrm>
              <a:off x="5255377" y="2036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2" name="pt17132"/>
            <p:cNvSpPr/>
            <p:nvPr/>
          </p:nvSpPr>
          <p:spPr>
            <a:xfrm>
              <a:off x="5521228" y="1873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3" name="pt17133"/>
            <p:cNvSpPr/>
            <p:nvPr/>
          </p:nvSpPr>
          <p:spPr>
            <a:xfrm>
              <a:off x="5015401" y="2718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4" name="pt17134"/>
            <p:cNvSpPr/>
            <p:nvPr/>
          </p:nvSpPr>
          <p:spPr>
            <a:xfrm>
              <a:off x="5353584" y="2082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5" name="pt17135"/>
            <p:cNvSpPr/>
            <p:nvPr/>
          </p:nvSpPr>
          <p:spPr>
            <a:xfrm>
              <a:off x="5882779" y="1404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6" name="pt17136"/>
            <p:cNvSpPr/>
            <p:nvPr/>
          </p:nvSpPr>
          <p:spPr>
            <a:xfrm>
              <a:off x="5544579" y="18970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7" name="pt17137"/>
            <p:cNvSpPr/>
            <p:nvPr/>
          </p:nvSpPr>
          <p:spPr>
            <a:xfrm>
              <a:off x="5747114" y="1579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8" name="pt17138"/>
            <p:cNvSpPr/>
            <p:nvPr/>
          </p:nvSpPr>
          <p:spPr>
            <a:xfrm>
              <a:off x="5290080" y="2159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9" name="pt17139"/>
            <p:cNvSpPr/>
            <p:nvPr/>
          </p:nvSpPr>
          <p:spPr>
            <a:xfrm>
              <a:off x="5640189" y="1844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0" name="pt17140"/>
            <p:cNvSpPr/>
            <p:nvPr/>
          </p:nvSpPr>
          <p:spPr>
            <a:xfrm>
              <a:off x="5302609" y="2218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1" name="pt17141"/>
            <p:cNvSpPr/>
            <p:nvPr/>
          </p:nvSpPr>
          <p:spPr>
            <a:xfrm>
              <a:off x="5410987" y="2180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2" name="pt17142"/>
            <p:cNvSpPr/>
            <p:nvPr/>
          </p:nvSpPr>
          <p:spPr>
            <a:xfrm>
              <a:off x="5472985" y="2169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3" name="pt17143"/>
            <p:cNvSpPr/>
            <p:nvPr/>
          </p:nvSpPr>
          <p:spPr>
            <a:xfrm>
              <a:off x="5138738" y="1952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4" name="pt17144"/>
            <p:cNvSpPr/>
            <p:nvPr/>
          </p:nvSpPr>
          <p:spPr>
            <a:xfrm>
              <a:off x="5036784" y="2575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5" name="pt17145"/>
            <p:cNvSpPr/>
            <p:nvPr/>
          </p:nvSpPr>
          <p:spPr>
            <a:xfrm>
              <a:off x="4941727" y="2310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6" name="pt17146"/>
            <p:cNvSpPr/>
            <p:nvPr/>
          </p:nvSpPr>
          <p:spPr>
            <a:xfrm>
              <a:off x="5340621" y="2129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7" name="pt17147"/>
            <p:cNvSpPr/>
            <p:nvPr/>
          </p:nvSpPr>
          <p:spPr>
            <a:xfrm>
              <a:off x="5475106" y="2255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8" name="pt17148"/>
            <p:cNvSpPr/>
            <p:nvPr/>
          </p:nvSpPr>
          <p:spPr>
            <a:xfrm>
              <a:off x="5085772" y="2207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9" name="pt17149"/>
            <p:cNvSpPr/>
            <p:nvPr/>
          </p:nvSpPr>
          <p:spPr>
            <a:xfrm>
              <a:off x="5576155" y="1598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0" name="pt17150"/>
            <p:cNvSpPr/>
            <p:nvPr/>
          </p:nvSpPr>
          <p:spPr>
            <a:xfrm>
              <a:off x="5285997" y="2040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1" name="pt17151"/>
            <p:cNvSpPr/>
            <p:nvPr/>
          </p:nvSpPr>
          <p:spPr>
            <a:xfrm>
              <a:off x="5198414" y="2118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2" name="pt17152"/>
            <p:cNvSpPr/>
            <p:nvPr/>
          </p:nvSpPr>
          <p:spPr>
            <a:xfrm>
              <a:off x="5758185" y="1378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3" name="pt17153"/>
            <p:cNvSpPr/>
            <p:nvPr/>
          </p:nvSpPr>
          <p:spPr>
            <a:xfrm>
              <a:off x="5370713" y="1949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4" name="pt17154"/>
            <p:cNvSpPr/>
            <p:nvPr/>
          </p:nvSpPr>
          <p:spPr>
            <a:xfrm>
              <a:off x="5693135" y="1967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5" name="pt17155"/>
            <p:cNvSpPr/>
            <p:nvPr/>
          </p:nvSpPr>
          <p:spPr>
            <a:xfrm>
              <a:off x="5316041" y="2179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6" name="pt17156"/>
            <p:cNvSpPr/>
            <p:nvPr/>
          </p:nvSpPr>
          <p:spPr>
            <a:xfrm>
              <a:off x="5405381" y="2273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7" name="pt17157"/>
            <p:cNvSpPr/>
            <p:nvPr/>
          </p:nvSpPr>
          <p:spPr>
            <a:xfrm>
              <a:off x="5434281" y="2199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8" name="pt17158"/>
            <p:cNvSpPr/>
            <p:nvPr/>
          </p:nvSpPr>
          <p:spPr>
            <a:xfrm>
              <a:off x="5437441" y="1935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9" name="pt17159"/>
            <p:cNvSpPr/>
            <p:nvPr/>
          </p:nvSpPr>
          <p:spPr>
            <a:xfrm>
              <a:off x="5803297" y="20192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0" name="pt17160"/>
            <p:cNvSpPr/>
            <p:nvPr/>
          </p:nvSpPr>
          <p:spPr>
            <a:xfrm>
              <a:off x="5059132" y="2375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1" name="pt17161"/>
            <p:cNvSpPr/>
            <p:nvPr/>
          </p:nvSpPr>
          <p:spPr>
            <a:xfrm>
              <a:off x="5240222" y="2128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2" name="pt17162"/>
            <p:cNvSpPr/>
            <p:nvPr/>
          </p:nvSpPr>
          <p:spPr>
            <a:xfrm>
              <a:off x="5573001" y="1940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3" name="pt17163"/>
            <p:cNvSpPr/>
            <p:nvPr/>
          </p:nvSpPr>
          <p:spPr>
            <a:xfrm>
              <a:off x="5303387" y="2153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4" name="pt17164"/>
            <p:cNvSpPr/>
            <p:nvPr/>
          </p:nvSpPr>
          <p:spPr>
            <a:xfrm>
              <a:off x="5497346" y="21205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5" name="pt17165"/>
            <p:cNvSpPr/>
            <p:nvPr/>
          </p:nvSpPr>
          <p:spPr>
            <a:xfrm>
              <a:off x="5005853" y="268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6" name="pt17166"/>
            <p:cNvSpPr/>
            <p:nvPr/>
          </p:nvSpPr>
          <p:spPr>
            <a:xfrm>
              <a:off x="4558303" y="2744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7" name="pt17167"/>
            <p:cNvSpPr/>
            <p:nvPr/>
          </p:nvSpPr>
          <p:spPr>
            <a:xfrm>
              <a:off x="5608645" y="1988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8" name="pt17168"/>
            <p:cNvSpPr/>
            <p:nvPr/>
          </p:nvSpPr>
          <p:spPr>
            <a:xfrm>
              <a:off x="5338077" y="2261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9" name="pt17169"/>
            <p:cNvSpPr/>
            <p:nvPr/>
          </p:nvSpPr>
          <p:spPr>
            <a:xfrm>
              <a:off x="5492269" y="2075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0" name="pt17170"/>
            <p:cNvSpPr/>
            <p:nvPr/>
          </p:nvSpPr>
          <p:spPr>
            <a:xfrm>
              <a:off x="5098846" y="2181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1" name="pt17171"/>
            <p:cNvSpPr/>
            <p:nvPr/>
          </p:nvSpPr>
          <p:spPr>
            <a:xfrm>
              <a:off x="5105013" y="2045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2" name="pt17172"/>
            <p:cNvSpPr/>
            <p:nvPr/>
          </p:nvSpPr>
          <p:spPr>
            <a:xfrm>
              <a:off x="5529218" y="2015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3" name="pt17173"/>
            <p:cNvSpPr/>
            <p:nvPr/>
          </p:nvSpPr>
          <p:spPr>
            <a:xfrm>
              <a:off x="5385997" y="2041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4" name="pt17174"/>
            <p:cNvSpPr/>
            <p:nvPr/>
          </p:nvSpPr>
          <p:spPr>
            <a:xfrm>
              <a:off x="5471680" y="219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5" name="pt17175"/>
            <p:cNvSpPr/>
            <p:nvPr/>
          </p:nvSpPr>
          <p:spPr>
            <a:xfrm>
              <a:off x="4885449" y="2595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6" name="pt17176"/>
            <p:cNvSpPr/>
            <p:nvPr/>
          </p:nvSpPr>
          <p:spPr>
            <a:xfrm>
              <a:off x="5453327" y="2208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7" name="pt17177"/>
            <p:cNvSpPr/>
            <p:nvPr/>
          </p:nvSpPr>
          <p:spPr>
            <a:xfrm>
              <a:off x="5272476" y="2210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8" name="pt17178"/>
            <p:cNvSpPr/>
            <p:nvPr/>
          </p:nvSpPr>
          <p:spPr>
            <a:xfrm>
              <a:off x="5510365" y="2126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9" name="pt17179"/>
            <p:cNvSpPr/>
            <p:nvPr/>
          </p:nvSpPr>
          <p:spPr>
            <a:xfrm>
              <a:off x="5653203" y="1853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0" name="pt17180"/>
            <p:cNvSpPr/>
            <p:nvPr/>
          </p:nvSpPr>
          <p:spPr>
            <a:xfrm>
              <a:off x="5456315" y="2190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1" name="pt17181"/>
            <p:cNvSpPr/>
            <p:nvPr/>
          </p:nvSpPr>
          <p:spPr>
            <a:xfrm>
              <a:off x="5024963" y="24711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2" name="pt17182"/>
            <p:cNvSpPr/>
            <p:nvPr/>
          </p:nvSpPr>
          <p:spPr>
            <a:xfrm>
              <a:off x="4927268" y="1997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3" name="pt17183"/>
            <p:cNvSpPr/>
            <p:nvPr/>
          </p:nvSpPr>
          <p:spPr>
            <a:xfrm>
              <a:off x="5226974" y="2260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4" name="pt17184"/>
            <p:cNvSpPr/>
            <p:nvPr/>
          </p:nvSpPr>
          <p:spPr>
            <a:xfrm>
              <a:off x="5255002" y="23165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5" name="pt17185"/>
            <p:cNvSpPr/>
            <p:nvPr/>
          </p:nvSpPr>
          <p:spPr>
            <a:xfrm>
              <a:off x="5207028" y="2043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6" name="pt17186"/>
            <p:cNvSpPr/>
            <p:nvPr/>
          </p:nvSpPr>
          <p:spPr>
            <a:xfrm>
              <a:off x="5166758" y="2197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7" name="pt17187"/>
            <p:cNvSpPr/>
            <p:nvPr/>
          </p:nvSpPr>
          <p:spPr>
            <a:xfrm>
              <a:off x="5262495" y="2291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8" name="pt17188"/>
            <p:cNvSpPr/>
            <p:nvPr/>
          </p:nvSpPr>
          <p:spPr>
            <a:xfrm>
              <a:off x="4885373" y="2773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9" name="pt17189"/>
            <p:cNvSpPr/>
            <p:nvPr/>
          </p:nvSpPr>
          <p:spPr>
            <a:xfrm>
              <a:off x="5035741" y="2549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0" name="pt17190"/>
            <p:cNvSpPr/>
            <p:nvPr/>
          </p:nvSpPr>
          <p:spPr>
            <a:xfrm>
              <a:off x="5194176" y="2168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1" name="pt17191"/>
            <p:cNvSpPr/>
            <p:nvPr/>
          </p:nvSpPr>
          <p:spPr>
            <a:xfrm>
              <a:off x="5081829" y="2269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2" name="pt17192"/>
            <p:cNvSpPr/>
            <p:nvPr/>
          </p:nvSpPr>
          <p:spPr>
            <a:xfrm>
              <a:off x="5139815" y="2002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3" name="pt17193"/>
            <p:cNvSpPr/>
            <p:nvPr/>
          </p:nvSpPr>
          <p:spPr>
            <a:xfrm>
              <a:off x="5265290" y="2275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4" name="pt17194"/>
            <p:cNvSpPr/>
            <p:nvPr/>
          </p:nvSpPr>
          <p:spPr>
            <a:xfrm>
              <a:off x="5233321" y="2141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5" name="pt17195"/>
            <p:cNvSpPr/>
            <p:nvPr/>
          </p:nvSpPr>
          <p:spPr>
            <a:xfrm>
              <a:off x="5267375" y="2282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6" name="pt17196"/>
            <p:cNvSpPr/>
            <p:nvPr/>
          </p:nvSpPr>
          <p:spPr>
            <a:xfrm>
              <a:off x="5311482" y="2225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7" name="pt17197"/>
            <p:cNvSpPr/>
            <p:nvPr/>
          </p:nvSpPr>
          <p:spPr>
            <a:xfrm>
              <a:off x="5759896" y="1878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8" name="pt17198"/>
            <p:cNvSpPr/>
            <p:nvPr/>
          </p:nvSpPr>
          <p:spPr>
            <a:xfrm>
              <a:off x="5293042" y="2212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9" name="pt17199"/>
            <p:cNvSpPr/>
            <p:nvPr/>
          </p:nvSpPr>
          <p:spPr>
            <a:xfrm>
              <a:off x="4859724" y="2736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0" name="pt17200"/>
            <p:cNvSpPr/>
            <p:nvPr/>
          </p:nvSpPr>
          <p:spPr>
            <a:xfrm>
              <a:off x="5432546" y="2063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1" name="pt17201"/>
            <p:cNvSpPr/>
            <p:nvPr/>
          </p:nvSpPr>
          <p:spPr>
            <a:xfrm>
              <a:off x="5834318" y="19006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2" name="pt17202"/>
            <p:cNvSpPr/>
            <p:nvPr/>
          </p:nvSpPr>
          <p:spPr>
            <a:xfrm>
              <a:off x="5566095" y="1889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3" name="pt17203"/>
            <p:cNvSpPr/>
            <p:nvPr/>
          </p:nvSpPr>
          <p:spPr>
            <a:xfrm>
              <a:off x="5119889" y="2161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4" name="pt17204"/>
            <p:cNvSpPr/>
            <p:nvPr/>
          </p:nvSpPr>
          <p:spPr>
            <a:xfrm>
              <a:off x="5584545" y="1691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5" name="pt17205"/>
            <p:cNvSpPr/>
            <p:nvPr/>
          </p:nvSpPr>
          <p:spPr>
            <a:xfrm>
              <a:off x="4689301" y="2366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6" name="pt17206"/>
            <p:cNvSpPr/>
            <p:nvPr/>
          </p:nvSpPr>
          <p:spPr>
            <a:xfrm>
              <a:off x="5348801" y="2054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7" name="pt17207"/>
            <p:cNvSpPr/>
            <p:nvPr/>
          </p:nvSpPr>
          <p:spPr>
            <a:xfrm>
              <a:off x="5189628" y="2162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8" name="pt17208"/>
            <p:cNvSpPr/>
            <p:nvPr/>
          </p:nvSpPr>
          <p:spPr>
            <a:xfrm>
              <a:off x="5578580" y="1684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9" name="pt17209"/>
            <p:cNvSpPr/>
            <p:nvPr/>
          </p:nvSpPr>
          <p:spPr>
            <a:xfrm>
              <a:off x="4889801" y="2749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0" name="pt17210"/>
            <p:cNvSpPr/>
            <p:nvPr/>
          </p:nvSpPr>
          <p:spPr>
            <a:xfrm>
              <a:off x="5136723" y="2053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1" name="pt17211"/>
            <p:cNvSpPr/>
            <p:nvPr/>
          </p:nvSpPr>
          <p:spPr>
            <a:xfrm>
              <a:off x="5411217" y="2344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2" name="pt17212"/>
            <p:cNvSpPr/>
            <p:nvPr/>
          </p:nvSpPr>
          <p:spPr>
            <a:xfrm>
              <a:off x="5122664" y="2072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3" name="pt17213"/>
            <p:cNvSpPr/>
            <p:nvPr/>
          </p:nvSpPr>
          <p:spPr>
            <a:xfrm>
              <a:off x="5295836" y="2214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4" name="pt17214"/>
            <p:cNvSpPr/>
            <p:nvPr/>
          </p:nvSpPr>
          <p:spPr>
            <a:xfrm>
              <a:off x="5108468" y="2113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5" name="pt17215"/>
            <p:cNvSpPr/>
            <p:nvPr/>
          </p:nvSpPr>
          <p:spPr>
            <a:xfrm>
              <a:off x="5432505" y="2001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6" name="pt17216"/>
            <p:cNvSpPr/>
            <p:nvPr/>
          </p:nvSpPr>
          <p:spPr>
            <a:xfrm>
              <a:off x="4772421" y="2796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7" name="pt17217"/>
            <p:cNvSpPr/>
            <p:nvPr/>
          </p:nvSpPr>
          <p:spPr>
            <a:xfrm>
              <a:off x="5480300" y="2218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8" name="pt17218"/>
            <p:cNvSpPr/>
            <p:nvPr/>
          </p:nvSpPr>
          <p:spPr>
            <a:xfrm>
              <a:off x="5539423" y="20376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9" name="pt17219"/>
            <p:cNvSpPr/>
            <p:nvPr/>
          </p:nvSpPr>
          <p:spPr>
            <a:xfrm>
              <a:off x="5665702" y="2026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0" name="pt17220"/>
            <p:cNvSpPr/>
            <p:nvPr/>
          </p:nvSpPr>
          <p:spPr>
            <a:xfrm>
              <a:off x="5218924" y="2063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1" name="pt17221"/>
            <p:cNvSpPr/>
            <p:nvPr/>
          </p:nvSpPr>
          <p:spPr>
            <a:xfrm>
              <a:off x="5085054" y="2378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2" name="pt17222"/>
            <p:cNvSpPr/>
            <p:nvPr/>
          </p:nvSpPr>
          <p:spPr>
            <a:xfrm>
              <a:off x="5383427" y="1963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3" name="pt17223"/>
            <p:cNvSpPr/>
            <p:nvPr/>
          </p:nvSpPr>
          <p:spPr>
            <a:xfrm>
              <a:off x="4957618" y="2577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4" name="pt17224"/>
            <p:cNvSpPr/>
            <p:nvPr/>
          </p:nvSpPr>
          <p:spPr>
            <a:xfrm>
              <a:off x="5253992" y="22608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5" name="pt17225"/>
            <p:cNvSpPr/>
            <p:nvPr/>
          </p:nvSpPr>
          <p:spPr>
            <a:xfrm>
              <a:off x="5353477" y="2026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6" name="pt17226"/>
            <p:cNvSpPr/>
            <p:nvPr/>
          </p:nvSpPr>
          <p:spPr>
            <a:xfrm>
              <a:off x="5411420" y="2119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7" name="pt17227"/>
            <p:cNvSpPr/>
            <p:nvPr/>
          </p:nvSpPr>
          <p:spPr>
            <a:xfrm>
              <a:off x="4745999" y="1963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8" name="pt17228"/>
            <p:cNvSpPr/>
            <p:nvPr/>
          </p:nvSpPr>
          <p:spPr>
            <a:xfrm>
              <a:off x="5436993" y="204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9" name="pt17229"/>
            <p:cNvSpPr/>
            <p:nvPr/>
          </p:nvSpPr>
          <p:spPr>
            <a:xfrm>
              <a:off x="5295929" y="218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0" name="pt17230"/>
            <p:cNvSpPr/>
            <p:nvPr/>
          </p:nvSpPr>
          <p:spPr>
            <a:xfrm>
              <a:off x="5156380" y="2120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1" name="pt17231"/>
            <p:cNvSpPr/>
            <p:nvPr/>
          </p:nvSpPr>
          <p:spPr>
            <a:xfrm>
              <a:off x="5332939" y="2154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2" name="pt17232"/>
            <p:cNvSpPr/>
            <p:nvPr/>
          </p:nvSpPr>
          <p:spPr>
            <a:xfrm>
              <a:off x="5438788" y="2244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3" name="pt17233"/>
            <p:cNvSpPr/>
            <p:nvPr/>
          </p:nvSpPr>
          <p:spPr>
            <a:xfrm>
              <a:off x="5204238" y="2080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4" name="pt17234"/>
            <p:cNvSpPr/>
            <p:nvPr/>
          </p:nvSpPr>
          <p:spPr>
            <a:xfrm>
              <a:off x="5471723" y="2293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5" name="pt17235"/>
            <p:cNvSpPr/>
            <p:nvPr/>
          </p:nvSpPr>
          <p:spPr>
            <a:xfrm>
              <a:off x="5426939" y="2074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6" name="pt17236"/>
            <p:cNvSpPr/>
            <p:nvPr/>
          </p:nvSpPr>
          <p:spPr>
            <a:xfrm>
              <a:off x="4803133" y="1996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7" name="pt17237"/>
            <p:cNvSpPr/>
            <p:nvPr/>
          </p:nvSpPr>
          <p:spPr>
            <a:xfrm>
              <a:off x="5457671" y="2278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8" name="pt17238"/>
            <p:cNvSpPr/>
            <p:nvPr/>
          </p:nvSpPr>
          <p:spPr>
            <a:xfrm>
              <a:off x="5193826" y="1878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9" name="pt17239"/>
            <p:cNvSpPr/>
            <p:nvPr/>
          </p:nvSpPr>
          <p:spPr>
            <a:xfrm>
              <a:off x="5161721" y="2122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0" name="pt17240"/>
            <p:cNvSpPr/>
            <p:nvPr/>
          </p:nvSpPr>
          <p:spPr>
            <a:xfrm>
              <a:off x="4766552" y="2612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1" name="pt17241"/>
            <p:cNvSpPr/>
            <p:nvPr/>
          </p:nvSpPr>
          <p:spPr>
            <a:xfrm>
              <a:off x="5210129" y="2124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2" name="pt17242"/>
            <p:cNvSpPr/>
            <p:nvPr/>
          </p:nvSpPr>
          <p:spPr>
            <a:xfrm>
              <a:off x="5366069" y="196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3" name="pt17243"/>
            <p:cNvSpPr/>
            <p:nvPr/>
          </p:nvSpPr>
          <p:spPr>
            <a:xfrm>
              <a:off x="5289215" y="2172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4" name="pt17244"/>
            <p:cNvSpPr/>
            <p:nvPr/>
          </p:nvSpPr>
          <p:spPr>
            <a:xfrm>
              <a:off x="4917787" y="1879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5" name="pt17245"/>
            <p:cNvSpPr/>
            <p:nvPr/>
          </p:nvSpPr>
          <p:spPr>
            <a:xfrm>
              <a:off x="5531427" y="2050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6" name="pt17246"/>
            <p:cNvSpPr/>
            <p:nvPr/>
          </p:nvSpPr>
          <p:spPr>
            <a:xfrm>
              <a:off x="5741276" y="1812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7" name="pt17247"/>
            <p:cNvSpPr/>
            <p:nvPr/>
          </p:nvSpPr>
          <p:spPr>
            <a:xfrm>
              <a:off x="5198544" y="2132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8" name="pt17248"/>
            <p:cNvSpPr/>
            <p:nvPr/>
          </p:nvSpPr>
          <p:spPr>
            <a:xfrm>
              <a:off x="5479341" y="2242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9" name="pt17249"/>
            <p:cNvSpPr/>
            <p:nvPr/>
          </p:nvSpPr>
          <p:spPr>
            <a:xfrm>
              <a:off x="5597699" y="18966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0" name="pt17250"/>
            <p:cNvSpPr/>
            <p:nvPr/>
          </p:nvSpPr>
          <p:spPr>
            <a:xfrm>
              <a:off x="5367721" y="1938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1" name="pt17251"/>
            <p:cNvSpPr/>
            <p:nvPr/>
          </p:nvSpPr>
          <p:spPr>
            <a:xfrm>
              <a:off x="5556527" y="21325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2" name="pt17252"/>
            <p:cNvSpPr/>
            <p:nvPr/>
          </p:nvSpPr>
          <p:spPr>
            <a:xfrm>
              <a:off x="5289206" y="2206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3" name="pt17253"/>
            <p:cNvSpPr/>
            <p:nvPr/>
          </p:nvSpPr>
          <p:spPr>
            <a:xfrm>
              <a:off x="5264809" y="2237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4" name="pt17254"/>
            <p:cNvSpPr/>
            <p:nvPr/>
          </p:nvSpPr>
          <p:spPr>
            <a:xfrm>
              <a:off x="5470605" y="2164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5" name="pt17255"/>
            <p:cNvSpPr/>
            <p:nvPr/>
          </p:nvSpPr>
          <p:spPr>
            <a:xfrm>
              <a:off x="5232543" y="2176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6" name="pt17256"/>
            <p:cNvSpPr/>
            <p:nvPr/>
          </p:nvSpPr>
          <p:spPr>
            <a:xfrm>
              <a:off x="5373931" y="1946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7" name="pt17257"/>
            <p:cNvSpPr/>
            <p:nvPr/>
          </p:nvSpPr>
          <p:spPr>
            <a:xfrm>
              <a:off x="5150855" y="2036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8" name="pt17258"/>
            <p:cNvSpPr/>
            <p:nvPr/>
          </p:nvSpPr>
          <p:spPr>
            <a:xfrm>
              <a:off x="5973772" y="2234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9" name="pt17259"/>
            <p:cNvSpPr/>
            <p:nvPr/>
          </p:nvSpPr>
          <p:spPr>
            <a:xfrm>
              <a:off x="5317504" y="2187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0" name="pt17260"/>
            <p:cNvSpPr/>
            <p:nvPr/>
          </p:nvSpPr>
          <p:spPr>
            <a:xfrm>
              <a:off x="5446301" y="2220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1" name="pt17261"/>
            <p:cNvSpPr/>
            <p:nvPr/>
          </p:nvSpPr>
          <p:spPr>
            <a:xfrm>
              <a:off x="5480492" y="21933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2" name="pt17262"/>
            <p:cNvSpPr/>
            <p:nvPr/>
          </p:nvSpPr>
          <p:spPr>
            <a:xfrm>
              <a:off x="5227564" y="2074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3" name="pt17263"/>
            <p:cNvSpPr/>
            <p:nvPr/>
          </p:nvSpPr>
          <p:spPr>
            <a:xfrm>
              <a:off x="5264710" y="2253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4" name="pt17264"/>
            <p:cNvSpPr/>
            <p:nvPr/>
          </p:nvSpPr>
          <p:spPr>
            <a:xfrm>
              <a:off x="5123614" y="2138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5" name="pt17265"/>
            <p:cNvSpPr/>
            <p:nvPr/>
          </p:nvSpPr>
          <p:spPr>
            <a:xfrm>
              <a:off x="5052617" y="2636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6" name="pt17266"/>
            <p:cNvSpPr/>
            <p:nvPr/>
          </p:nvSpPr>
          <p:spPr>
            <a:xfrm>
              <a:off x="4992422" y="2008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7" name="pt17267"/>
            <p:cNvSpPr/>
            <p:nvPr/>
          </p:nvSpPr>
          <p:spPr>
            <a:xfrm>
              <a:off x="5178170" y="2024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8" name="pt17268"/>
            <p:cNvSpPr/>
            <p:nvPr/>
          </p:nvSpPr>
          <p:spPr>
            <a:xfrm>
              <a:off x="5046964" y="2579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9" name="pt17269"/>
            <p:cNvSpPr/>
            <p:nvPr/>
          </p:nvSpPr>
          <p:spPr>
            <a:xfrm>
              <a:off x="4940500" y="2552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0" name="pt17270"/>
            <p:cNvSpPr/>
            <p:nvPr/>
          </p:nvSpPr>
          <p:spPr>
            <a:xfrm>
              <a:off x="5102563" y="2198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1" name="pt17271"/>
            <p:cNvSpPr/>
            <p:nvPr/>
          </p:nvSpPr>
          <p:spPr>
            <a:xfrm>
              <a:off x="5065217" y="2625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2" name="pt17272"/>
            <p:cNvSpPr/>
            <p:nvPr/>
          </p:nvSpPr>
          <p:spPr>
            <a:xfrm>
              <a:off x="4784986" y="28721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3" name="pt17273"/>
            <p:cNvSpPr/>
            <p:nvPr/>
          </p:nvSpPr>
          <p:spPr>
            <a:xfrm>
              <a:off x="5545616" y="1894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4" name="pt17274"/>
            <p:cNvSpPr/>
            <p:nvPr/>
          </p:nvSpPr>
          <p:spPr>
            <a:xfrm>
              <a:off x="5299962" y="2193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5" name="pt17275"/>
            <p:cNvSpPr/>
            <p:nvPr/>
          </p:nvSpPr>
          <p:spPr>
            <a:xfrm>
              <a:off x="4572577" y="2773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6" name="pt17276"/>
            <p:cNvSpPr/>
            <p:nvPr/>
          </p:nvSpPr>
          <p:spPr>
            <a:xfrm>
              <a:off x="5004108" y="2707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7" name="pt17277"/>
            <p:cNvSpPr/>
            <p:nvPr/>
          </p:nvSpPr>
          <p:spPr>
            <a:xfrm>
              <a:off x="5201572" y="2090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8" name="pt17278"/>
            <p:cNvSpPr/>
            <p:nvPr/>
          </p:nvSpPr>
          <p:spPr>
            <a:xfrm>
              <a:off x="5535640" y="1966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9" name="pt17279"/>
            <p:cNvSpPr/>
            <p:nvPr/>
          </p:nvSpPr>
          <p:spPr>
            <a:xfrm>
              <a:off x="5600135" y="1833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0" name="pt17280"/>
            <p:cNvSpPr/>
            <p:nvPr/>
          </p:nvSpPr>
          <p:spPr>
            <a:xfrm>
              <a:off x="5593145" y="1959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1" name="pt17281"/>
            <p:cNvSpPr/>
            <p:nvPr/>
          </p:nvSpPr>
          <p:spPr>
            <a:xfrm>
              <a:off x="4869931" y="2799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2" name="pt17282"/>
            <p:cNvSpPr/>
            <p:nvPr/>
          </p:nvSpPr>
          <p:spPr>
            <a:xfrm>
              <a:off x="4798089" y="1804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3" name="pt17283"/>
            <p:cNvSpPr/>
            <p:nvPr/>
          </p:nvSpPr>
          <p:spPr>
            <a:xfrm>
              <a:off x="5371912" y="2012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4" name="pt17284"/>
            <p:cNvSpPr/>
            <p:nvPr/>
          </p:nvSpPr>
          <p:spPr>
            <a:xfrm>
              <a:off x="5403298" y="2118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5" name="pt17285"/>
            <p:cNvSpPr/>
            <p:nvPr/>
          </p:nvSpPr>
          <p:spPr>
            <a:xfrm>
              <a:off x="5392514" y="2167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6" name="pt17286"/>
            <p:cNvSpPr/>
            <p:nvPr/>
          </p:nvSpPr>
          <p:spPr>
            <a:xfrm>
              <a:off x="5562268" y="1813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7" name="pt17287"/>
            <p:cNvSpPr/>
            <p:nvPr/>
          </p:nvSpPr>
          <p:spPr>
            <a:xfrm>
              <a:off x="4762393" y="26051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8" name="pt17288"/>
            <p:cNvSpPr/>
            <p:nvPr/>
          </p:nvSpPr>
          <p:spPr>
            <a:xfrm>
              <a:off x="5834198" y="1524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9" name="pt17289"/>
            <p:cNvSpPr/>
            <p:nvPr/>
          </p:nvSpPr>
          <p:spPr>
            <a:xfrm>
              <a:off x="5347984" y="2112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0" name="pt17290"/>
            <p:cNvSpPr/>
            <p:nvPr/>
          </p:nvSpPr>
          <p:spPr>
            <a:xfrm>
              <a:off x="5308243" y="2167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1" name="pt17291"/>
            <p:cNvSpPr/>
            <p:nvPr/>
          </p:nvSpPr>
          <p:spPr>
            <a:xfrm>
              <a:off x="4635478" y="2456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2" name="pt17292"/>
            <p:cNvSpPr/>
            <p:nvPr/>
          </p:nvSpPr>
          <p:spPr>
            <a:xfrm>
              <a:off x="5206316" y="1913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3" name="pt17293"/>
            <p:cNvSpPr/>
            <p:nvPr/>
          </p:nvSpPr>
          <p:spPr>
            <a:xfrm>
              <a:off x="5058378" y="2584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4" name="pt17294"/>
            <p:cNvSpPr/>
            <p:nvPr/>
          </p:nvSpPr>
          <p:spPr>
            <a:xfrm>
              <a:off x="5070836" y="2428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5" name="pt17295"/>
            <p:cNvSpPr/>
            <p:nvPr/>
          </p:nvSpPr>
          <p:spPr>
            <a:xfrm>
              <a:off x="5043225" y="2575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6" name="pt17296"/>
            <p:cNvSpPr/>
            <p:nvPr/>
          </p:nvSpPr>
          <p:spPr>
            <a:xfrm>
              <a:off x="4997273" y="2650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7" name="pt17297"/>
            <p:cNvSpPr/>
            <p:nvPr/>
          </p:nvSpPr>
          <p:spPr>
            <a:xfrm>
              <a:off x="5213150" y="2122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8" name="pt17298"/>
            <p:cNvSpPr/>
            <p:nvPr/>
          </p:nvSpPr>
          <p:spPr>
            <a:xfrm>
              <a:off x="5201433" y="1991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9" name="pt17299"/>
            <p:cNvSpPr/>
            <p:nvPr/>
          </p:nvSpPr>
          <p:spPr>
            <a:xfrm>
              <a:off x="5447234" y="22286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0" name="pt17300"/>
            <p:cNvSpPr/>
            <p:nvPr/>
          </p:nvSpPr>
          <p:spPr>
            <a:xfrm>
              <a:off x="5458448" y="2141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1" name="pt17301"/>
            <p:cNvSpPr/>
            <p:nvPr/>
          </p:nvSpPr>
          <p:spPr>
            <a:xfrm>
              <a:off x="5452855" y="2309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2" name="pt17302"/>
            <p:cNvSpPr/>
            <p:nvPr/>
          </p:nvSpPr>
          <p:spPr>
            <a:xfrm>
              <a:off x="5240889" y="2151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3" name="pt17303"/>
            <p:cNvSpPr/>
            <p:nvPr/>
          </p:nvSpPr>
          <p:spPr>
            <a:xfrm>
              <a:off x="5346388" y="2140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4" name="pt17304"/>
            <p:cNvSpPr/>
            <p:nvPr/>
          </p:nvSpPr>
          <p:spPr>
            <a:xfrm>
              <a:off x="5056135" y="2610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5" name="pt17305"/>
            <p:cNvSpPr/>
            <p:nvPr/>
          </p:nvSpPr>
          <p:spPr>
            <a:xfrm>
              <a:off x="5342904" y="1984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6" name="pt17306"/>
            <p:cNvSpPr/>
            <p:nvPr/>
          </p:nvSpPr>
          <p:spPr>
            <a:xfrm>
              <a:off x="5937661" y="2015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7" name="pt17307"/>
            <p:cNvSpPr/>
            <p:nvPr/>
          </p:nvSpPr>
          <p:spPr>
            <a:xfrm>
              <a:off x="5548821" y="1957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8" name="pt17308"/>
            <p:cNvSpPr/>
            <p:nvPr/>
          </p:nvSpPr>
          <p:spPr>
            <a:xfrm>
              <a:off x="4937436" y="2408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9" name="pt17309"/>
            <p:cNvSpPr/>
            <p:nvPr/>
          </p:nvSpPr>
          <p:spPr>
            <a:xfrm>
              <a:off x="5360565" y="1890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0" name="pt17310"/>
            <p:cNvSpPr/>
            <p:nvPr/>
          </p:nvSpPr>
          <p:spPr>
            <a:xfrm>
              <a:off x="5017006" y="2542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1" name="pt17311"/>
            <p:cNvSpPr/>
            <p:nvPr/>
          </p:nvSpPr>
          <p:spPr>
            <a:xfrm>
              <a:off x="5645468" y="1892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2" name="pt17312"/>
            <p:cNvSpPr/>
            <p:nvPr/>
          </p:nvSpPr>
          <p:spPr>
            <a:xfrm>
              <a:off x="5266484" y="2201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3" name="pt17313"/>
            <p:cNvSpPr/>
            <p:nvPr/>
          </p:nvSpPr>
          <p:spPr>
            <a:xfrm>
              <a:off x="5176724" y="2112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4" name="pt17314"/>
            <p:cNvSpPr/>
            <p:nvPr/>
          </p:nvSpPr>
          <p:spPr>
            <a:xfrm>
              <a:off x="5759003" y="2057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5" name="pt17315"/>
            <p:cNvSpPr/>
            <p:nvPr/>
          </p:nvSpPr>
          <p:spPr>
            <a:xfrm>
              <a:off x="5662007" y="19847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6" name="pt17316"/>
            <p:cNvSpPr/>
            <p:nvPr/>
          </p:nvSpPr>
          <p:spPr>
            <a:xfrm>
              <a:off x="5463801" y="21181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7" name="pt17317"/>
            <p:cNvSpPr/>
            <p:nvPr/>
          </p:nvSpPr>
          <p:spPr>
            <a:xfrm>
              <a:off x="5574094" y="1519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8" name="pt17318"/>
            <p:cNvSpPr/>
            <p:nvPr/>
          </p:nvSpPr>
          <p:spPr>
            <a:xfrm>
              <a:off x="5552058" y="2115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9" name="pt17319"/>
            <p:cNvSpPr/>
            <p:nvPr/>
          </p:nvSpPr>
          <p:spPr>
            <a:xfrm>
              <a:off x="4588008" y="2434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0" name="pt17320"/>
            <p:cNvSpPr/>
            <p:nvPr/>
          </p:nvSpPr>
          <p:spPr>
            <a:xfrm>
              <a:off x="5112095" y="2194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1" name="pt17321"/>
            <p:cNvSpPr/>
            <p:nvPr/>
          </p:nvSpPr>
          <p:spPr>
            <a:xfrm>
              <a:off x="4992092" y="2087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2" name="pt17322"/>
            <p:cNvSpPr/>
            <p:nvPr/>
          </p:nvSpPr>
          <p:spPr>
            <a:xfrm>
              <a:off x="5494468" y="1932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3" name="pt17323"/>
            <p:cNvSpPr/>
            <p:nvPr/>
          </p:nvSpPr>
          <p:spPr>
            <a:xfrm>
              <a:off x="5432306" y="22039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4" name="pt17324"/>
            <p:cNvSpPr/>
            <p:nvPr/>
          </p:nvSpPr>
          <p:spPr>
            <a:xfrm>
              <a:off x="5083721" y="2303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5" name="pt17325"/>
            <p:cNvSpPr/>
            <p:nvPr/>
          </p:nvSpPr>
          <p:spPr>
            <a:xfrm>
              <a:off x="5117466" y="2256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6" name="pt17326"/>
            <p:cNvSpPr/>
            <p:nvPr/>
          </p:nvSpPr>
          <p:spPr>
            <a:xfrm>
              <a:off x="5156432" y="2179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7" name="pt17327"/>
            <p:cNvSpPr/>
            <p:nvPr/>
          </p:nvSpPr>
          <p:spPr>
            <a:xfrm>
              <a:off x="5065334" y="2357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8" name="pt17328"/>
            <p:cNvSpPr/>
            <p:nvPr/>
          </p:nvSpPr>
          <p:spPr>
            <a:xfrm>
              <a:off x="4853866" y="2692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9" name="pt17329"/>
            <p:cNvSpPr/>
            <p:nvPr/>
          </p:nvSpPr>
          <p:spPr>
            <a:xfrm>
              <a:off x="5189838" y="21243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0" name="pt17330"/>
            <p:cNvSpPr/>
            <p:nvPr/>
          </p:nvSpPr>
          <p:spPr>
            <a:xfrm>
              <a:off x="5462321" y="2070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1" name="pt17331"/>
            <p:cNvSpPr/>
            <p:nvPr/>
          </p:nvSpPr>
          <p:spPr>
            <a:xfrm>
              <a:off x="5061898" y="2409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2" name="pt17332"/>
            <p:cNvSpPr/>
            <p:nvPr/>
          </p:nvSpPr>
          <p:spPr>
            <a:xfrm>
              <a:off x="5268281" y="2295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3" name="pt17333"/>
            <p:cNvSpPr/>
            <p:nvPr/>
          </p:nvSpPr>
          <p:spPr>
            <a:xfrm>
              <a:off x="5321863" y="2130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4" name="pt17334"/>
            <p:cNvSpPr/>
            <p:nvPr/>
          </p:nvSpPr>
          <p:spPr>
            <a:xfrm>
              <a:off x="5422968" y="2283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5" name="pt17335"/>
            <p:cNvSpPr/>
            <p:nvPr/>
          </p:nvSpPr>
          <p:spPr>
            <a:xfrm>
              <a:off x="5315918" y="2196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6" name="pt17336"/>
            <p:cNvSpPr/>
            <p:nvPr/>
          </p:nvSpPr>
          <p:spPr>
            <a:xfrm>
              <a:off x="5474894" y="2159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7" name="pt17337"/>
            <p:cNvSpPr/>
            <p:nvPr/>
          </p:nvSpPr>
          <p:spPr>
            <a:xfrm>
              <a:off x="5112317" y="2022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8" name="pt17338"/>
            <p:cNvSpPr/>
            <p:nvPr/>
          </p:nvSpPr>
          <p:spPr>
            <a:xfrm>
              <a:off x="4958626" y="2364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9" name="pt17339"/>
            <p:cNvSpPr/>
            <p:nvPr/>
          </p:nvSpPr>
          <p:spPr>
            <a:xfrm>
              <a:off x="5614812" y="1937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0" name="pt17340"/>
            <p:cNvSpPr/>
            <p:nvPr/>
          </p:nvSpPr>
          <p:spPr>
            <a:xfrm>
              <a:off x="5343022" y="2209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1" name="pt17341"/>
            <p:cNvSpPr/>
            <p:nvPr/>
          </p:nvSpPr>
          <p:spPr>
            <a:xfrm>
              <a:off x="5252556" y="2262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2" name="pt17342"/>
            <p:cNvSpPr/>
            <p:nvPr/>
          </p:nvSpPr>
          <p:spPr>
            <a:xfrm>
              <a:off x="5386744" y="2042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3" name="pt17343"/>
            <p:cNvSpPr/>
            <p:nvPr/>
          </p:nvSpPr>
          <p:spPr>
            <a:xfrm>
              <a:off x="5327279" y="2113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4" name="pt17344"/>
            <p:cNvSpPr/>
            <p:nvPr/>
          </p:nvSpPr>
          <p:spPr>
            <a:xfrm>
              <a:off x="5430517" y="2093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5" name="pt17345"/>
            <p:cNvSpPr/>
            <p:nvPr/>
          </p:nvSpPr>
          <p:spPr>
            <a:xfrm>
              <a:off x="5383173" y="20672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6" name="pt17346"/>
            <p:cNvSpPr/>
            <p:nvPr/>
          </p:nvSpPr>
          <p:spPr>
            <a:xfrm>
              <a:off x="5329228" y="2270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7" name="pt17347"/>
            <p:cNvSpPr/>
            <p:nvPr/>
          </p:nvSpPr>
          <p:spPr>
            <a:xfrm>
              <a:off x="5462436" y="2029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8" name="pt17348"/>
            <p:cNvSpPr/>
            <p:nvPr/>
          </p:nvSpPr>
          <p:spPr>
            <a:xfrm>
              <a:off x="5616360" y="1896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9" name="pt17349"/>
            <p:cNvSpPr/>
            <p:nvPr/>
          </p:nvSpPr>
          <p:spPr>
            <a:xfrm>
              <a:off x="5726451" y="1908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0" name="pt17350"/>
            <p:cNvSpPr/>
            <p:nvPr/>
          </p:nvSpPr>
          <p:spPr>
            <a:xfrm>
              <a:off x="5477093" y="2262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1" name="pt17351"/>
            <p:cNvSpPr/>
            <p:nvPr/>
          </p:nvSpPr>
          <p:spPr>
            <a:xfrm>
              <a:off x="5217709" y="2218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2" name="pt17352"/>
            <p:cNvSpPr/>
            <p:nvPr/>
          </p:nvSpPr>
          <p:spPr>
            <a:xfrm>
              <a:off x="5372994" y="2032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3" name="pt17353"/>
            <p:cNvSpPr/>
            <p:nvPr/>
          </p:nvSpPr>
          <p:spPr>
            <a:xfrm>
              <a:off x="5188476" y="21062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4" name="pt17354"/>
            <p:cNvSpPr/>
            <p:nvPr/>
          </p:nvSpPr>
          <p:spPr>
            <a:xfrm>
              <a:off x="5424201" y="2041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5" name="pt17355"/>
            <p:cNvSpPr/>
            <p:nvPr/>
          </p:nvSpPr>
          <p:spPr>
            <a:xfrm>
              <a:off x="5230057" y="2174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6" name="pt17356"/>
            <p:cNvSpPr/>
            <p:nvPr/>
          </p:nvSpPr>
          <p:spPr>
            <a:xfrm>
              <a:off x="5108520" y="2282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7" name="pt17357"/>
            <p:cNvSpPr/>
            <p:nvPr/>
          </p:nvSpPr>
          <p:spPr>
            <a:xfrm>
              <a:off x="5533113" y="1933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8" name="pt17358"/>
            <p:cNvSpPr/>
            <p:nvPr/>
          </p:nvSpPr>
          <p:spPr>
            <a:xfrm>
              <a:off x="5322764" y="2310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9" name="pt17359"/>
            <p:cNvSpPr/>
            <p:nvPr/>
          </p:nvSpPr>
          <p:spPr>
            <a:xfrm>
              <a:off x="5201044" y="2111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0" name="pt17360"/>
            <p:cNvSpPr/>
            <p:nvPr/>
          </p:nvSpPr>
          <p:spPr>
            <a:xfrm>
              <a:off x="5345380" y="2100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1" name="pt17361"/>
            <p:cNvSpPr/>
            <p:nvPr/>
          </p:nvSpPr>
          <p:spPr>
            <a:xfrm>
              <a:off x="5279697" y="2135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2" name="pt17362"/>
            <p:cNvSpPr/>
            <p:nvPr/>
          </p:nvSpPr>
          <p:spPr>
            <a:xfrm>
              <a:off x="5171996" y="2183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3" name="pt17363"/>
            <p:cNvSpPr/>
            <p:nvPr/>
          </p:nvSpPr>
          <p:spPr>
            <a:xfrm>
              <a:off x="5850725" y="1461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4" name="pt17364"/>
            <p:cNvSpPr/>
            <p:nvPr/>
          </p:nvSpPr>
          <p:spPr>
            <a:xfrm>
              <a:off x="4805555" y="2310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5" name="pt17365"/>
            <p:cNvSpPr/>
            <p:nvPr/>
          </p:nvSpPr>
          <p:spPr>
            <a:xfrm>
              <a:off x="5019972" y="2707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6" name="pt17366"/>
            <p:cNvSpPr/>
            <p:nvPr/>
          </p:nvSpPr>
          <p:spPr>
            <a:xfrm>
              <a:off x="5741544" y="1813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7" name="pt17367"/>
            <p:cNvSpPr/>
            <p:nvPr/>
          </p:nvSpPr>
          <p:spPr>
            <a:xfrm>
              <a:off x="4824494" y="1652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8" name="pt17368"/>
            <p:cNvSpPr/>
            <p:nvPr/>
          </p:nvSpPr>
          <p:spPr>
            <a:xfrm>
              <a:off x="4932852" y="2076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9" name="pt17369"/>
            <p:cNvSpPr/>
            <p:nvPr/>
          </p:nvSpPr>
          <p:spPr>
            <a:xfrm>
              <a:off x="5419930" y="2069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0" name="pt17370"/>
            <p:cNvSpPr/>
            <p:nvPr/>
          </p:nvSpPr>
          <p:spPr>
            <a:xfrm>
              <a:off x="5406638" y="2139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1" name="pt17371"/>
            <p:cNvSpPr/>
            <p:nvPr/>
          </p:nvSpPr>
          <p:spPr>
            <a:xfrm>
              <a:off x="5362350" y="197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2" name="pt17372"/>
            <p:cNvSpPr/>
            <p:nvPr/>
          </p:nvSpPr>
          <p:spPr>
            <a:xfrm>
              <a:off x="5661573" y="1938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3" name="pt17373"/>
            <p:cNvSpPr/>
            <p:nvPr/>
          </p:nvSpPr>
          <p:spPr>
            <a:xfrm>
              <a:off x="5707814" y="1978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4" name="pt17374"/>
            <p:cNvSpPr/>
            <p:nvPr/>
          </p:nvSpPr>
          <p:spPr>
            <a:xfrm>
              <a:off x="4973999" y="2616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5" name="pt17375"/>
            <p:cNvSpPr/>
            <p:nvPr/>
          </p:nvSpPr>
          <p:spPr>
            <a:xfrm>
              <a:off x="5239212" y="2015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6" name="pt17376"/>
            <p:cNvSpPr/>
            <p:nvPr/>
          </p:nvSpPr>
          <p:spPr>
            <a:xfrm>
              <a:off x="4934795" y="2236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7" name="pt17377"/>
            <p:cNvSpPr/>
            <p:nvPr/>
          </p:nvSpPr>
          <p:spPr>
            <a:xfrm>
              <a:off x="5447398" y="22452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8" name="pt17378"/>
            <p:cNvSpPr/>
            <p:nvPr/>
          </p:nvSpPr>
          <p:spPr>
            <a:xfrm>
              <a:off x="5183227" y="2144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9" name="pt17379"/>
            <p:cNvSpPr/>
            <p:nvPr/>
          </p:nvSpPr>
          <p:spPr>
            <a:xfrm>
              <a:off x="5299667" y="2203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0" name="pt17380"/>
            <p:cNvSpPr/>
            <p:nvPr/>
          </p:nvSpPr>
          <p:spPr>
            <a:xfrm>
              <a:off x="5624023" y="1737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1" name="pt17381"/>
            <p:cNvSpPr/>
            <p:nvPr/>
          </p:nvSpPr>
          <p:spPr>
            <a:xfrm>
              <a:off x="5486194" y="2070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2" name="pt17382"/>
            <p:cNvSpPr/>
            <p:nvPr/>
          </p:nvSpPr>
          <p:spPr>
            <a:xfrm>
              <a:off x="4993023" y="209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3" name="pt17383"/>
            <p:cNvSpPr/>
            <p:nvPr/>
          </p:nvSpPr>
          <p:spPr>
            <a:xfrm>
              <a:off x="5383103" y="1986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4" name="pt17384"/>
            <p:cNvSpPr/>
            <p:nvPr/>
          </p:nvSpPr>
          <p:spPr>
            <a:xfrm>
              <a:off x="4737091" y="2701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5" name="pt17385"/>
            <p:cNvSpPr/>
            <p:nvPr/>
          </p:nvSpPr>
          <p:spPr>
            <a:xfrm>
              <a:off x="5244646" y="1983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6" name="pt17386"/>
            <p:cNvSpPr/>
            <p:nvPr/>
          </p:nvSpPr>
          <p:spPr>
            <a:xfrm>
              <a:off x="5559207" y="2077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7" name="pt17387"/>
            <p:cNvSpPr/>
            <p:nvPr/>
          </p:nvSpPr>
          <p:spPr>
            <a:xfrm>
              <a:off x="5606615" y="1974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8" name="pt17388"/>
            <p:cNvSpPr/>
            <p:nvPr/>
          </p:nvSpPr>
          <p:spPr>
            <a:xfrm>
              <a:off x="5708932" y="2054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9" name="pt17389"/>
            <p:cNvSpPr/>
            <p:nvPr/>
          </p:nvSpPr>
          <p:spPr>
            <a:xfrm>
              <a:off x="5498074" y="2129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0" name="pt17390"/>
            <p:cNvSpPr/>
            <p:nvPr/>
          </p:nvSpPr>
          <p:spPr>
            <a:xfrm>
              <a:off x="5386759" y="1985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1" name="pt17391"/>
            <p:cNvSpPr/>
            <p:nvPr/>
          </p:nvSpPr>
          <p:spPr>
            <a:xfrm>
              <a:off x="5296073" y="2216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2" name="pt17392"/>
            <p:cNvSpPr/>
            <p:nvPr/>
          </p:nvSpPr>
          <p:spPr>
            <a:xfrm>
              <a:off x="5506992" y="1983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3" name="pt17393"/>
            <p:cNvSpPr/>
            <p:nvPr/>
          </p:nvSpPr>
          <p:spPr>
            <a:xfrm>
              <a:off x="5238110" y="2081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4" name="pt17394"/>
            <p:cNvSpPr/>
            <p:nvPr/>
          </p:nvSpPr>
          <p:spPr>
            <a:xfrm>
              <a:off x="5343935" y="2011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5" name="pt17395"/>
            <p:cNvSpPr/>
            <p:nvPr/>
          </p:nvSpPr>
          <p:spPr>
            <a:xfrm>
              <a:off x="5529497" y="2060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6" name="pt17396"/>
            <p:cNvSpPr/>
            <p:nvPr/>
          </p:nvSpPr>
          <p:spPr>
            <a:xfrm>
              <a:off x="5293743" y="2221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7" name="pt17397"/>
            <p:cNvSpPr/>
            <p:nvPr/>
          </p:nvSpPr>
          <p:spPr>
            <a:xfrm>
              <a:off x="5272605" y="2046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8" name="pt17398"/>
            <p:cNvSpPr/>
            <p:nvPr/>
          </p:nvSpPr>
          <p:spPr>
            <a:xfrm>
              <a:off x="5216020" y="2078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9" name="pt17399"/>
            <p:cNvSpPr/>
            <p:nvPr/>
          </p:nvSpPr>
          <p:spPr>
            <a:xfrm>
              <a:off x="5199209" y="1919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0" name="pt17400"/>
            <p:cNvSpPr/>
            <p:nvPr/>
          </p:nvSpPr>
          <p:spPr>
            <a:xfrm>
              <a:off x="5048193" y="269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1" name="pt17401"/>
            <p:cNvSpPr/>
            <p:nvPr/>
          </p:nvSpPr>
          <p:spPr>
            <a:xfrm>
              <a:off x="5053648" y="2689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2" name="pt17402"/>
            <p:cNvSpPr/>
            <p:nvPr/>
          </p:nvSpPr>
          <p:spPr>
            <a:xfrm>
              <a:off x="5576992" y="1842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3" name="pt17403"/>
            <p:cNvSpPr/>
            <p:nvPr/>
          </p:nvSpPr>
          <p:spPr>
            <a:xfrm>
              <a:off x="5296925" y="2185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4" name="pt17404"/>
            <p:cNvSpPr/>
            <p:nvPr/>
          </p:nvSpPr>
          <p:spPr>
            <a:xfrm>
              <a:off x="4965822" y="2264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5" name="pt17405"/>
            <p:cNvSpPr/>
            <p:nvPr/>
          </p:nvSpPr>
          <p:spPr>
            <a:xfrm>
              <a:off x="5369111" y="2077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6" name="pt17406"/>
            <p:cNvSpPr/>
            <p:nvPr/>
          </p:nvSpPr>
          <p:spPr>
            <a:xfrm>
              <a:off x="4988807" y="1615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7" name="pt17407"/>
            <p:cNvSpPr/>
            <p:nvPr/>
          </p:nvSpPr>
          <p:spPr>
            <a:xfrm>
              <a:off x="5525923" y="2116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8" name="pt17408"/>
            <p:cNvSpPr/>
            <p:nvPr/>
          </p:nvSpPr>
          <p:spPr>
            <a:xfrm>
              <a:off x="5317220" y="2199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9" name="pt17409"/>
            <p:cNvSpPr/>
            <p:nvPr/>
          </p:nvSpPr>
          <p:spPr>
            <a:xfrm>
              <a:off x="5644851" y="2029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0" name="pt17410"/>
            <p:cNvSpPr/>
            <p:nvPr/>
          </p:nvSpPr>
          <p:spPr>
            <a:xfrm>
              <a:off x="5574250" y="1591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1" name="pt17411"/>
            <p:cNvSpPr/>
            <p:nvPr/>
          </p:nvSpPr>
          <p:spPr>
            <a:xfrm>
              <a:off x="5046816" y="2670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2" name="pt17412"/>
            <p:cNvSpPr/>
            <p:nvPr/>
          </p:nvSpPr>
          <p:spPr>
            <a:xfrm>
              <a:off x="5405937" y="2235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3" name="pt17413"/>
            <p:cNvSpPr/>
            <p:nvPr/>
          </p:nvSpPr>
          <p:spPr>
            <a:xfrm>
              <a:off x="5885473" y="1692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4" name="pt17414"/>
            <p:cNvSpPr/>
            <p:nvPr/>
          </p:nvSpPr>
          <p:spPr>
            <a:xfrm>
              <a:off x="5156395" y="2130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5" name="pt17415"/>
            <p:cNvSpPr/>
            <p:nvPr/>
          </p:nvSpPr>
          <p:spPr>
            <a:xfrm>
              <a:off x="5406834" y="2289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6" name="pt17416"/>
            <p:cNvSpPr/>
            <p:nvPr/>
          </p:nvSpPr>
          <p:spPr>
            <a:xfrm>
              <a:off x="5059240" y="2689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7" name="pt17417"/>
            <p:cNvSpPr/>
            <p:nvPr/>
          </p:nvSpPr>
          <p:spPr>
            <a:xfrm>
              <a:off x="5177338" y="2180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8" name="pt17418"/>
            <p:cNvSpPr/>
            <p:nvPr/>
          </p:nvSpPr>
          <p:spPr>
            <a:xfrm>
              <a:off x="5180568" y="2175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9" name="pt17419"/>
            <p:cNvSpPr/>
            <p:nvPr/>
          </p:nvSpPr>
          <p:spPr>
            <a:xfrm>
              <a:off x="5234906" y="2151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0" name="pt17420"/>
            <p:cNvSpPr/>
            <p:nvPr/>
          </p:nvSpPr>
          <p:spPr>
            <a:xfrm>
              <a:off x="5057104" y="2513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1" name="pt17421"/>
            <p:cNvSpPr/>
            <p:nvPr/>
          </p:nvSpPr>
          <p:spPr>
            <a:xfrm>
              <a:off x="5047485" y="2688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2" name="pt17422"/>
            <p:cNvSpPr/>
            <p:nvPr/>
          </p:nvSpPr>
          <p:spPr>
            <a:xfrm>
              <a:off x="4806091" y="2111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3" name="pt17423"/>
            <p:cNvSpPr/>
            <p:nvPr/>
          </p:nvSpPr>
          <p:spPr>
            <a:xfrm>
              <a:off x="5536899" y="20964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4" name="pt17424"/>
            <p:cNvSpPr/>
            <p:nvPr/>
          </p:nvSpPr>
          <p:spPr>
            <a:xfrm>
              <a:off x="5257813" y="22164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5" name="pt17425"/>
            <p:cNvSpPr/>
            <p:nvPr/>
          </p:nvSpPr>
          <p:spPr>
            <a:xfrm>
              <a:off x="5441896" y="21547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6" name="pt17426"/>
            <p:cNvSpPr/>
            <p:nvPr/>
          </p:nvSpPr>
          <p:spPr>
            <a:xfrm>
              <a:off x="5562302" y="1817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7" name="pt17427"/>
            <p:cNvSpPr/>
            <p:nvPr/>
          </p:nvSpPr>
          <p:spPr>
            <a:xfrm>
              <a:off x="5679361" y="2054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8" name="pt17428"/>
            <p:cNvSpPr/>
            <p:nvPr/>
          </p:nvSpPr>
          <p:spPr>
            <a:xfrm>
              <a:off x="4997197" y="2385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9" name="pt17429"/>
            <p:cNvSpPr/>
            <p:nvPr/>
          </p:nvSpPr>
          <p:spPr>
            <a:xfrm>
              <a:off x="5393369" y="2164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0" name="pt17430"/>
            <p:cNvSpPr/>
            <p:nvPr/>
          </p:nvSpPr>
          <p:spPr>
            <a:xfrm>
              <a:off x="5674766" y="1885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1" name="pt17431"/>
            <p:cNvSpPr/>
            <p:nvPr/>
          </p:nvSpPr>
          <p:spPr>
            <a:xfrm>
              <a:off x="5306317" y="2157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2" name="pt17432"/>
            <p:cNvSpPr/>
            <p:nvPr/>
          </p:nvSpPr>
          <p:spPr>
            <a:xfrm>
              <a:off x="5378533" y="20789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3" name="pt17433"/>
            <p:cNvSpPr/>
            <p:nvPr/>
          </p:nvSpPr>
          <p:spPr>
            <a:xfrm>
              <a:off x="5065299" y="2528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4" name="pt17434"/>
            <p:cNvSpPr/>
            <p:nvPr/>
          </p:nvSpPr>
          <p:spPr>
            <a:xfrm>
              <a:off x="5551588" y="2028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5" name="pt17435"/>
            <p:cNvSpPr/>
            <p:nvPr/>
          </p:nvSpPr>
          <p:spPr>
            <a:xfrm>
              <a:off x="5640624" y="19469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6" name="pt17436"/>
            <p:cNvSpPr/>
            <p:nvPr/>
          </p:nvSpPr>
          <p:spPr>
            <a:xfrm>
              <a:off x="5573983" y="169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7" name="pt17437"/>
            <p:cNvSpPr/>
            <p:nvPr/>
          </p:nvSpPr>
          <p:spPr>
            <a:xfrm>
              <a:off x="5478176" y="2149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8" name="pt17438"/>
            <p:cNvSpPr/>
            <p:nvPr/>
          </p:nvSpPr>
          <p:spPr>
            <a:xfrm>
              <a:off x="5167551" y="2084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9" name="pt17439"/>
            <p:cNvSpPr/>
            <p:nvPr/>
          </p:nvSpPr>
          <p:spPr>
            <a:xfrm>
              <a:off x="5623882" y="1878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0" name="pt17440"/>
            <p:cNvSpPr/>
            <p:nvPr/>
          </p:nvSpPr>
          <p:spPr>
            <a:xfrm>
              <a:off x="5262884" y="2250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1" name="pt17441"/>
            <p:cNvSpPr/>
            <p:nvPr/>
          </p:nvSpPr>
          <p:spPr>
            <a:xfrm>
              <a:off x="5356463" y="2153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2" name="pt17442"/>
            <p:cNvSpPr/>
            <p:nvPr/>
          </p:nvSpPr>
          <p:spPr>
            <a:xfrm>
              <a:off x="5173352" y="2115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3" name="pt17443"/>
            <p:cNvSpPr/>
            <p:nvPr/>
          </p:nvSpPr>
          <p:spPr>
            <a:xfrm>
              <a:off x="5465851" y="2106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4" name="pt17444"/>
            <p:cNvSpPr/>
            <p:nvPr/>
          </p:nvSpPr>
          <p:spPr>
            <a:xfrm>
              <a:off x="5192107" y="1971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5" name="pt17445"/>
            <p:cNvSpPr/>
            <p:nvPr/>
          </p:nvSpPr>
          <p:spPr>
            <a:xfrm>
              <a:off x="5515993" y="1906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6" name="pt17446"/>
            <p:cNvSpPr/>
            <p:nvPr/>
          </p:nvSpPr>
          <p:spPr>
            <a:xfrm>
              <a:off x="4903729" y="195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7" name="pt17447"/>
            <p:cNvSpPr/>
            <p:nvPr/>
          </p:nvSpPr>
          <p:spPr>
            <a:xfrm>
              <a:off x="5383454" y="2172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8" name="pt17448"/>
            <p:cNvSpPr/>
            <p:nvPr/>
          </p:nvSpPr>
          <p:spPr>
            <a:xfrm>
              <a:off x="5595166" y="1869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9" name="pt17449"/>
            <p:cNvSpPr/>
            <p:nvPr/>
          </p:nvSpPr>
          <p:spPr>
            <a:xfrm>
              <a:off x="5443348" y="2108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0" name="pt17450"/>
            <p:cNvSpPr/>
            <p:nvPr/>
          </p:nvSpPr>
          <p:spPr>
            <a:xfrm>
              <a:off x="5440139" y="2015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1" name="pt17451"/>
            <p:cNvSpPr/>
            <p:nvPr/>
          </p:nvSpPr>
          <p:spPr>
            <a:xfrm>
              <a:off x="5407539" y="2231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2" name="pt17452"/>
            <p:cNvSpPr/>
            <p:nvPr/>
          </p:nvSpPr>
          <p:spPr>
            <a:xfrm>
              <a:off x="5675060" y="1937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3" name="pt17453"/>
            <p:cNvSpPr/>
            <p:nvPr/>
          </p:nvSpPr>
          <p:spPr>
            <a:xfrm>
              <a:off x="5515505" y="18044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4" name="pt17454"/>
            <p:cNvSpPr/>
            <p:nvPr/>
          </p:nvSpPr>
          <p:spPr>
            <a:xfrm>
              <a:off x="5288921" y="1984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5" name="pt17455"/>
            <p:cNvSpPr/>
            <p:nvPr/>
          </p:nvSpPr>
          <p:spPr>
            <a:xfrm>
              <a:off x="5089215" y="21660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6" name="pt17456"/>
            <p:cNvSpPr/>
            <p:nvPr/>
          </p:nvSpPr>
          <p:spPr>
            <a:xfrm>
              <a:off x="4989181" y="1651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7" name="pt17457"/>
            <p:cNvSpPr/>
            <p:nvPr/>
          </p:nvSpPr>
          <p:spPr>
            <a:xfrm>
              <a:off x="5347954" y="2099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8" name="pt17458"/>
            <p:cNvSpPr/>
            <p:nvPr/>
          </p:nvSpPr>
          <p:spPr>
            <a:xfrm>
              <a:off x="4601874" y="2498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9" name="pt17459"/>
            <p:cNvSpPr/>
            <p:nvPr/>
          </p:nvSpPr>
          <p:spPr>
            <a:xfrm>
              <a:off x="5222807" y="2212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0" name="pt17460"/>
            <p:cNvSpPr/>
            <p:nvPr/>
          </p:nvSpPr>
          <p:spPr>
            <a:xfrm>
              <a:off x="5003638" y="2643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1" name="pt17461"/>
            <p:cNvSpPr/>
            <p:nvPr/>
          </p:nvSpPr>
          <p:spPr>
            <a:xfrm>
              <a:off x="5326753" y="2193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2" name="pt17462"/>
            <p:cNvSpPr/>
            <p:nvPr/>
          </p:nvSpPr>
          <p:spPr>
            <a:xfrm>
              <a:off x="5313308" y="1983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3" name="pt17463"/>
            <p:cNvSpPr/>
            <p:nvPr/>
          </p:nvSpPr>
          <p:spPr>
            <a:xfrm>
              <a:off x="5116687" y="2072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4" name="pt17464"/>
            <p:cNvSpPr/>
            <p:nvPr/>
          </p:nvSpPr>
          <p:spPr>
            <a:xfrm>
              <a:off x="5649251" y="1947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5" name="pt17465"/>
            <p:cNvSpPr/>
            <p:nvPr/>
          </p:nvSpPr>
          <p:spPr>
            <a:xfrm>
              <a:off x="5604915" y="1881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6" name="pt17466"/>
            <p:cNvSpPr/>
            <p:nvPr/>
          </p:nvSpPr>
          <p:spPr>
            <a:xfrm>
              <a:off x="4888725" y="26936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7" name="pt17467"/>
            <p:cNvSpPr/>
            <p:nvPr/>
          </p:nvSpPr>
          <p:spPr>
            <a:xfrm>
              <a:off x="5222332" y="2094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8" name="pt17468"/>
            <p:cNvSpPr/>
            <p:nvPr/>
          </p:nvSpPr>
          <p:spPr>
            <a:xfrm>
              <a:off x="5327597" y="2081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9" name="pt17469"/>
            <p:cNvSpPr/>
            <p:nvPr/>
          </p:nvSpPr>
          <p:spPr>
            <a:xfrm>
              <a:off x="5548043" y="19357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0" name="pt17470"/>
            <p:cNvSpPr/>
            <p:nvPr/>
          </p:nvSpPr>
          <p:spPr>
            <a:xfrm>
              <a:off x="5385265" y="1943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1" name="pt17471"/>
            <p:cNvSpPr/>
            <p:nvPr/>
          </p:nvSpPr>
          <p:spPr>
            <a:xfrm>
              <a:off x="5662274" y="1954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2" name="pt17472"/>
            <p:cNvSpPr/>
            <p:nvPr/>
          </p:nvSpPr>
          <p:spPr>
            <a:xfrm>
              <a:off x="5710166" y="1803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3" name="pt17473"/>
            <p:cNvSpPr/>
            <p:nvPr/>
          </p:nvSpPr>
          <p:spPr>
            <a:xfrm>
              <a:off x="5225172" y="22151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4" name="pt17474"/>
            <p:cNvSpPr/>
            <p:nvPr/>
          </p:nvSpPr>
          <p:spPr>
            <a:xfrm>
              <a:off x="5312009" y="2132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5" name="pt17475"/>
            <p:cNvSpPr/>
            <p:nvPr/>
          </p:nvSpPr>
          <p:spPr>
            <a:xfrm>
              <a:off x="5169461" y="22082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6" name="pt17476"/>
            <p:cNvSpPr/>
            <p:nvPr/>
          </p:nvSpPr>
          <p:spPr>
            <a:xfrm>
              <a:off x="5265122" y="22636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7" name="pt17477"/>
            <p:cNvSpPr/>
            <p:nvPr/>
          </p:nvSpPr>
          <p:spPr>
            <a:xfrm>
              <a:off x="5290203" y="2181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8" name="pt17478"/>
            <p:cNvSpPr/>
            <p:nvPr/>
          </p:nvSpPr>
          <p:spPr>
            <a:xfrm>
              <a:off x="5517508" y="1851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9" name="pt17479"/>
            <p:cNvSpPr/>
            <p:nvPr/>
          </p:nvSpPr>
          <p:spPr>
            <a:xfrm>
              <a:off x="5022417" y="2585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0" name="pt17480"/>
            <p:cNvSpPr/>
            <p:nvPr/>
          </p:nvSpPr>
          <p:spPr>
            <a:xfrm>
              <a:off x="5147888" y="211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1" name="pt17481"/>
            <p:cNvSpPr/>
            <p:nvPr/>
          </p:nvSpPr>
          <p:spPr>
            <a:xfrm>
              <a:off x="5475214" y="2180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2" name="pt17482"/>
            <p:cNvSpPr/>
            <p:nvPr/>
          </p:nvSpPr>
          <p:spPr>
            <a:xfrm>
              <a:off x="5642624" y="1961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3" name="pt17483"/>
            <p:cNvSpPr/>
            <p:nvPr/>
          </p:nvSpPr>
          <p:spPr>
            <a:xfrm>
              <a:off x="5559559" y="2082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4" name="pt17484"/>
            <p:cNvSpPr/>
            <p:nvPr/>
          </p:nvSpPr>
          <p:spPr>
            <a:xfrm>
              <a:off x="5074485" y="22843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5" name="pt17485"/>
            <p:cNvSpPr/>
            <p:nvPr/>
          </p:nvSpPr>
          <p:spPr>
            <a:xfrm>
              <a:off x="5715949" y="1910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6" name="pt17486"/>
            <p:cNvSpPr/>
            <p:nvPr/>
          </p:nvSpPr>
          <p:spPr>
            <a:xfrm>
              <a:off x="5494466" y="1911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7" name="pt17487"/>
            <p:cNvSpPr/>
            <p:nvPr/>
          </p:nvSpPr>
          <p:spPr>
            <a:xfrm>
              <a:off x="5322203" y="2377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8" name="pt17488"/>
            <p:cNvSpPr/>
            <p:nvPr/>
          </p:nvSpPr>
          <p:spPr>
            <a:xfrm>
              <a:off x="4944380" y="2463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9" name="pt17489"/>
            <p:cNvSpPr/>
            <p:nvPr/>
          </p:nvSpPr>
          <p:spPr>
            <a:xfrm>
              <a:off x="5388346" y="2154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0" name="pt17490"/>
            <p:cNvSpPr/>
            <p:nvPr/>
          </p:nvSpPr>
          <p:spPr>
            <a:xfrm>
              <a:off x="5324443" y="2168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1" name="pt17491"/>
            <p:cNvSpPr/>
            <p:nvPr/>
          </p:nvSpPr>
          <p:spPr>
            <a:xfrm>
              <a:off x="5024884" y="2533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2" name="pt17492"/>
            <p:cNvSpPr/>
            <p:nvPr/>
          </p:nvSpPr>
          <p:spPr>
            <a:xfrm>
              <a:off x="5535182" y="1925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3" name="pt17493"/>
            <p:cNvSpPr/>
            <p:nvPr/>
          </p:nvSpPr>
          <p:spPr>
            <a:xfrm>
              <a:off x="5184448" y="2111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4" name="pt17494"/>
            <p:cNvSpPr/>
            <p:nvPr/>
          </p:nvSpPr>
          <p:spPr>
            <a:xfrm>
              <a:off x="5533070" y="1931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5" name="pt17495"/>
            <p:cNvSpPr/>
            <p:nvPr/>
          </p:nvSpPr>
          <p:spPr>
            <a:xfrm>
              <a:off x="5632092" y="1840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6" name="pt17496"/>
            <p:cNvSpPr/>
            <p:nvPr/>
          </p:nvSpPr>
          <p:spPr>
            <a:xfrm>
              <a:off x="5127486" y="2064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7" name="pt17497"/>
            <p:cNvSpPr/>
            <p:nvPr/>
          </p:nvSpPr>
          <p:spPr>
            <a:xfrm>
              <a:off x="5458175" y="22558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8" name="pt17498"/>
            <p:cNvSpPr/>
            <p:nvPr/>
          </p:nvSpPr>
          <p:spPr>
            <a:xfrm>
              <a:off x="5403093" y="2158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9" name="pt17499"/>
            <p:cNvSpPr/>
            <p:nvPr/>
          </p:nvSpPr>
          <p:spPr>
            <a:xfrm>
              <a:off x="5492436" y="2112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0" name="pt17500"/>
            <p:cNvSpPr/>
            <p:nvPr/>
          </p:nvSpPr>
          <p:spPr>
            <a:xfrm>
              <a:off x="5450318" y="22364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1" name="pt17501"/>
            <p:cNvSpPr/>
            <p:nvPr/>
          </p:nvSpPr>
          <p:spPr>
            <a:xfrm>
              <a:off x="5071746" y="2205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2" name="pt17502"/>
            <p:cNvSpPr/>
            <p:nvPr/>
          </p:nvSpPr>
          <p:spPr>
            <a:xfrm>
              <a:off x="4884361" y="2576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3" name="pt17503"/>
            <p:cNvSpPr/>
            <p:nvPr/>
          </p:nvSpPr>
          <p:spPr>
            <a:xfrm>
              <a:off x="5522584" y="2004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4" name="pt17504"/>
            <p:cNvSpPr/>
            <p:nvPr/>
          </p:nvSpPr>
          <p:spPr>
            <a:xfrm>
              <a:off x="5437140" y="1982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5" name="pt17505"/>
            <p:cNvSpPr/>
            <p:nvPr/>
          </p:nvSpPr>
          <p:spPr>
            <a:xfrm>
              <a:off x="5095876" y="2160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6" name="pt17506"/>
            <p:cNvSpPr/>
            <p:nvPr/>
          </p:nvSpPr>
          <p:spPr>
            <a:xfrm>
              <a:off x="5711819" y="1887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7" name="pt17507"/>
            <p:cNvSpPr/>
            <p:nvPr/>
          </p:nvSpPr>
          <p:spPr>
            <a:xfrm>
              <a:off x="5259103" y="2208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8" name="pt17508"/>
            <p:cNvSpPr/>
            <p:nvPr/>
          </p:nvSpPr>
          <p:spPr>
            <a:xfrm>
              <a:off x="5013670" y="2535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9" name="pt17509"/>
            <p:cNvSpPr/>
            <p:nvPr/>
          </p:nvSpPr>
          <p:spPr>
            <a:xfrm>
              <a:off x="5577731" y="1624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0" name="pt17510"/>
            <p:cNvSpPr/>
            <p:nvPr/>
          </p:nvSpPr>
          <p:spPr>
            <a:xfrm>
              <a:off x="5011979" y="2859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1" name="pt17511"/>
            <p:cNvSpPr/>
            <p:nvPr/>
          </p:nvSpPr>
          <p:spPr>
            <a:xfrm>
              <a:off x="5664838" y="2032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2" name="pt17512"/>
            <p:cNvSpPr/>
            <p:nvPr/>
          </p:nvSpPr>
          <p:spPr>
            <a:xfrm>
              <a:off x="5343344" y="20743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3" name="pt17513"/>
            <p:cNvSpPr/>
            <p:nvPr/>
          </p:nvSpPr>
          <p:spPr>
            <a:xfrm>
              <a:off x="5695398" y="2157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4" name="pt17514"/>
            <p:cNvSpPr/>
            <p:nvPr/>
          </p:nvSpPr>
          <p:spPr>
            <a:xfrm>
              <a:off x="5085767" y="2293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5" name="pt17515"/>
            <p:cNvSpPr/>
            <p:nvPr/>
          </p:nvSpPr>
          <p:spPr>
            <a:xfrm>
              <a:off x="5053660" y="2703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6" name="pt17516"/>
            <p:cNvSpPr/>
            <p:nvPr/>
          </p:nvSpPr>
          <p:spPr>
            <a:xfrm>
              <a:off x="5714757" y="1732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7" name="pt17517"/>
            <p:cNvSpPr/>
            <p:nvPr/>
          </p:nvSpPr>
          <p:spPr>
            <a:xfrm>
              <a:off x="5820975" y="1886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8" name="pt17518"/>
            <p:cNvSpPr/>
            <p:nvPr/>
          </p:nvSpPr>
          <p:spPr>
            <a:xfrm>
              <a:off x="4962318" y="2409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9" name="pt17519"/>
            <p:cNvSpPr/>
            <p:nvPr/>
          </p:nvSpPr>
          <p:spPr>
            <a:xfrm>
              <a:off x="5184970" y="2156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0" name="pt17520"/>
            <p:cNvSpPr/>
            <p:nvPr/>
          </p:nvSpPr>
          <p:spPr>
            <a:xfrm>
              <a:off x="5344818" y="2094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1" name="pt17521"/>
            <p:cNvSpPr/>
            <p:nvPr/>
          </p:nvSpPr>
          <p:spPr>
            <a:xfrm>
              <a:off x="5191337" y="2038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2" name="pt17522"/>
            <p:cNvSpPr/>
            <p:nvPr/>
          </p:nvSpPr>
          <p:spPr>
            <a:xfrm>
              <a:off x="4807974" y="20451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3" name="pt17523"/>
            <p:cNvSpPr/>
            <p:nvPr/>
          </p:nvSpPr>
          <p:spPr>
            <a:xfrm>
              <a:off x="5290257" y="2177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4" name="pt17524"/>
            <p:cNvSpPr/>
            <p:nvPr/>
          </p:nvSpPr>
          <p:spPr>
            <a:xfrm>
              <a:off x="4876285" y="2502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5" name="pt17525"/>
            <p:cNvSpPr/>
            <p:nvPr/>
          </p:nvSpPr>
          <p:spPr>
            <a:xfrm>
              <a:off x="4836536" y="2153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6" name="pt17526"/>
            <p:cNvSpPr/>
            <p:nvPr/>
          </p:nvSpPr>
          <p:spPr>
            <a:xfrm>
              <a:off x="5002647" y="2462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7" name="pt17527"/>
            <p:cNvSpPr/>
            <p:nvPr/>
          </p:nvSpPr>
          <p:spPr>
            <a:xfrm>
              <a:off x="5410489" y="2110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8" name="pt17528"/>
            <p:cNvSpPr/>
            <p:nvPr/>
          </p:nvSpPr>
          <p:spPr>
            <a:xfrm>
              <a:off x="5240396" y="2198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9" name="pt17529"/>
            <p:cNvSpPr/>
            <p:nvPr/>
          </p:nvSpPr>
          <p:spPr>
            <a:xfrm>
              <a:off x="5543818" y="2048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0" name="pt17530"/>
            <p:cNvSpPr/>
            <p:nvPr/>
          </p:nvSpPr>
          <p:spPr>
            <a:xfrm>
              <a:off x="5237609" y="2056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1" name="pt17531"/>
            <p:cNvSpPr/>
            <p:nvPr/>
          </p:nvSpPr>
          <p:spPr>
            <a:xfrm>
              <a:off x="5396442" y="2149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2" name="pt17532"/>
            <p:cNvSpPr/>
            <p:nvPr/>
          </p:nvSpPr>
          <p:spPr>
            <a:xfrm>
              <a:off x="5312487" y="2153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3" name="pt17533"/>
            <p:cNvSpPr/>
            <p:nvPr/>
          </p:nvSpPr>
          <p:spPr>
            <a:xfrm>
              <a:off x="4917882" y="2025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4" name="pt17534"/>
            <p:cNvSpPr/>
            <p:nvPr/>
          </p:nvSpPr>
          <p:spPr>
            <a:xfrm>
              <a:off x="5231034" y="2149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5" name="pt17535"/>
            <p:cNvSpPr/>
            <p:nvPr/>
          </p:nvSpPr>
          <p:spPr>
            <a:xfrm>
              <a:off x="5591462" y="1739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6" name="pt17536"/>
            <p:cNvSpPr/>
            <p:nvPr/>
          </p:nvSpPr>
          <p:spPr>
            <a:xfrm>
              <a:off x="5429684" y="2146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7" name="pt17537"/>
            <p:cNvSpPr/>
            <p:nvPr/>
          </p:nvSpPr>
          <p:spPr>
            <a:xfrm>
              <a:off x="4910703" y="2220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8" name="pt17538"/>
            <p:cNvSpPr/>
            <p:nvPr/>
          </p:nvSpPr>
          <p:spPr>
            <a:xfrm>
              <a:off x="5347379" y="2032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9" name="pt17539"/>
            <p:cNvSpPr/>
            <p:nvPr/>
          </p:nvSpPr>
          <p:spPr>
            <a:xfrm>
              <a:off x="4935315" y="2229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0" name="pt17540"/>
            <p:cNvSpPr/>
            <p:nvPr/>
          </p:nvSpPr>
          <p:spPr>
            <a:xfrm>
              <a:off x="5447925" y="2334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1" name="pt17541"/>
            <p:cNvSpPr/>
            <p:nvPr/>
          </p:nvSpPr>
          <p:spPr>
            <a:xfrm>
              <a:off x="5904992" y="2029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2" name="pt17542"/>
            <p:cNvSpPr/>
            <p:nvPr/>
          </p:nvSpPr>
          <p:spPr>
            <a:xfrm>
              <a:off x="5119748" y="2062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3" name="pt17543"/>
            <p:cNvSpPr/>
            <p:nvPr/>
          </p:nvSpPr>
          <p:spPr>
            <a:xfrm>
              <a:off x="5373184" y="1998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4" name="pt17544"/>
            <p:cNvSpPr/>
            <p:nvPr/>
          </p:nvSpPr>
          <p:spPr>
            <a:xfrm>
              <a:off x="5688982" y="1957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5" name="pt17545"/>
            <p:cNvSpPr/>
            <p:nvPr/>
          </p:nvSpPr>
          <p:spPr>
            <a:xfrm>
              <a:off x="5700653" y="1801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6" name="pt17546"/>
            <p:cNvSpPr/>
            <p:nvPr/>
          </p:nvSpPr>
          <p:spPr>
            <a:xfrm>
              <a:off x="5237040" y="2206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7" name="pt17547"/>
            <p:cNvSpPr/>
            <p:nvPr/>
          </p:nvSpPr>
          <p:spPr>
            <a:xfrm>
              <a:off x="5204183" y="2112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8" name="pt17548"/>
            <p:cNvSpPr/>
            <p:nvPr/>
          </p:nvSpPr>
          <p:spPr>
            <a:xfrm>
              <a:off x="5622506" y="178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9" name="pt17549"/>
            <p:cNvSpPr/>
            <p:nvPr/>
          </p:nvSpPr>
          <p:spPr>
            <a:xfrm>
              <a:off x="5100388" y="2089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0" name="pt17550"/>
            <p:cNvSpPr/>
            <p:nvPr/>
          </p:nvSpPr>
          <p:spPr>
            <a:xfrm>
              <a:off x="5039748" y="2585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1" name="pt17551"/>
            <p:cNvSpPr/>
            <p:nvPr/>
          </p:nvSpPr>
          <p:spPr>
            <a:xfrm>
              <a:off x="5323338" y="2292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2" name="pt17552"/>
            <p:cNvSpPr/>
            <p:nvPr/>
          </p:nvSpPr>
          <p:spPr>
            <a:xfrm>
              <a:off x="5372422" y="2009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3" name="pt17553"/>
            <p:cNvSpPr/>
            <p:nvPr/>
          </p:nvSpPr>
          <p:spPr>
            <a:xfrm>
              <a:off x="5662851" y="19441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4" name="pt17554"/>
            <p:cNvSpPr/>
            <p:nvPr/>
          </p:nvSpPr>
          <p:spPr>
            <a:xfrm>
              <a:off x="5175652" y="2052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5" name="pt17555"/>
            <p:cNvSpPr/>
            <p:nvPr/>
          </p:nvSpPr>
          <p:spPr>
            <a:xfrm>
              <a:off x="5326463" y="2155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6" name="pt17556"/>
            <p:cNvSpPr/>
            <p:nvPr/>
          </p:nvSpPr>
          <p:spPr>
            <a:xfrm>
              <a:off x="5449652" y="2248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7" name="pt17557"/>
            <p:cNvSpPr/>
            <p:nvPr/>
          </p:nvSpPr>
          <p:spPr>
            <a:xfrm>
              <a:off x="5740015" y="1874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8" name="pt17558"/>
            <p:cNvSpPr/>
            <p:nvPr/>
          </p:nvSpPr>
          <p:spPr>
            <a:xfrm>
              <a:off x="5062008" y="2394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9" name="pt17559"/>
            <p:cNvSpPr/>
            <p:nvPr/>
          </p:nvSpPr>
          <p:spPr>
            <a:xfrm>
              <a:off x="5565979" y="1883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0" name="pt17560"/>
            <p:cNvSpPr/>
            <p:nvPr/>
          </p:nvSpPr>
          <p:spPr>
            <a:xfrm>
              <a:off x="5167131" y="2188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1" name="pt17561"/>
            <p:cNvSpPr/>
            <p:nvPr/>
          </p:nvSpPr>
          <p:spPr>
            <a:xfrm>
              <a:off x="5537051" y="2125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2" name="pt17562"/>
            <p:cNvSpPr/>
            <p:nvPr/>
          </p:nvSpPr>
          <p:spPr>
            <a:xfrm>
              <a:off x="5212829" y="2251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3" name="pt17563"/>
            <p:cNvSpPr/>
            <p:nvPr/>
          </p:nvSpPr>
          <p:spPr>
            <a:xfrm>
              <a:off x="4977159" y="2647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4" name="pt17564"/>
            <p:cNvSpPr/>
            <p:nvPr/>
          </p:nvSpPr>
          <p:spPr>
            <a:xfrm>
              <a:off x="4961579" y="2366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5" name="pt17565"/>
            <p:cNvSpPr/>
            <p:nvPr/>
          </p:nvSpPr>
          <p:spPr>
            <a:xfrm>
              <a:off x="5474020" y="219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6" name="pt17566"/>
            <p:cNvSpPr/>
            <p:nvPr/>
          </p:nvSpPr>
          <p:spPr>
            <a:xfrm>
              <a:off x="5657665" y="1895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7" name="pt17567"/>
            <p:cNvSpPr/>
            <p:nvPr/>
          </p:nvSpPr>
          <p:spPr>
            <a:xfrm>
              <a:off x="4949836" y="2363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8" name="pt17568"/>
            <p:cNvSpPr/>
            <p:nvPr/>
          </p:nvSpPr>
          <p:spPr>
            <a:xfrm>
              <a:off x="5378060" y="2049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9" name="pt17569"/>
            <p:cNvSpPr/>
            <p:nvPr/>
          </p:nvSpPr>
          <p:spPr>
            <a:xfrm>
              <a:off x="5788547" y="1559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0" name="pt17570"/>
            <p:cNvSpPr/>
            <p:nvPr/>
          </p:nvSpPr>
          <p:spPr>
            <a:xfrm>
              <a:off x="4874822" y="2711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1" name="pt17571"/>
            <p:cNvSpPr/>
            <p:nvPr/>
          </p:nvSpPr>
          <p:spPr>
            <a:xfrm>
              <a:off x="5397826" y="2249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2" name="pt17572"/>
            <p:cNvSpPr/>
            <p:nvPr/>
          </p:nvSpPr>
          <p:spPr>
            <a:xfrm>
              <a:off x="4941394" y="2211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3" name="pt17573"/>
            <p:cNvSpPr/>
            <p:nvPr/>
          </p:nvSpPr>
          <p:spPr>
            <a:xfrm>
              <a:off x="5507440" y="19622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4" name="pt17574"/>
            <p:cNvSpPr/>
            <p:nvPr/>
          </p:nvSpPr>
          <p:spPr>
            <a:xfrm>
              <a:off x="5599316" y="1865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5" name="pt17575"/>
            <p:cNvSpPr/>
            <p:nvPr/>
          </p:nvSpPr>
          <p:spPr>
            <a:xfrm>
              <a:off x="4973046" y="238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6" name="pt17576"/>
            <p:cNvSpPr/>
            <p:nvPr/>
          </p:nvSpPr>
          <p:spPr>
            <a:xfrm>
              <a:off x="5401904" y="2162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7" name="pt17577"/>
            <p:cNvSpPr/>
            <p:nvPr/>
          </p:nvSpPr>
          <p:spPr>
            <a:xfrm>
              <a:off x="5618098" y="2135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8" name="pt17578"/>
            <p:cNvSpPr/>
            <p:nvPr/>
          </p:nvSpPr>
          <p:spPr>
            <a:xfrm>
              <a:off x="5285963" y="2067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9" name="pt17579"/>
            <p:cNvSpPr/>
            <p:nvPr/>
          </p:nvSpPr>
          <p:spPr>
            <a:xfrm>
              <a:off x="5047648" y="2772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0" name="pt17580"/>
            <p:cNvSpPr/>
            <p:nvPr/>
          </p:nvSpPr>
          <p:spPr>
            <a:xfrm>
              <a:off x="5170339" y="2174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1" name="pt17581"/>
            <p:cNvSpPr/>
            <p:nvPr/>
          </p:nvSpPr>
          <p:spPr>
            <a:xfrm>
              <a:off x="5341047" y="2212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2" name="pt17582"/>
            <p:cNvSpPr/>
            <p:nvPr/>
          </p:nvSpPr>
          <p:spPr>
            <a:xfrm>
              <a:off x="5012805" y="2617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3" name="pt17583"/>
            <p:cNvSpPr/>
            <p:nvPr/>
          </p:nvSpPr>
          <p:spPr>
            <a:xfrm>
              <a:off x="5060644" y="2590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4" name="pt17584"/>
            <p:cNvSpPr/>
            <p:nvPr/>
          </p:nvSpPr>
          <p:spPr>
            <a:xfrm>
              <a:off x="5336521" y="2168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5" name="pt17585"/>
            <p:cNvSpPr/>
            <p:nvPr/>
          </p:nvSpPr>
          <p:spPr>
            <a:xfrm>
              <a:off x="5378061" y="2003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6" name="pt17586"/>
            <p:cNvSpPr/>
            <p:nvPr/>
          </p:nvSpPr>
          <p:spPr>
            <a:xfrm>
              <a:off x="4995030" y="1895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7" name="pt17587"/>
            <p:cNvSpPr/>
            <p:nvPr/>
          </p:nvSpPr>
          <p:spPr>
            <a:xfrm>
              <a:off x="5634231" y="1880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8" name="pt17588"/>
            <p:cNvSpPr/>
            <p:nvPr/>
          </p:nvSpPr>
          <p:spPr>
            <a:xfrm>
              <a:off x="5293707" y="2221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9" name="pt17589"/>
            <p:cNvSpPr/>
            <p:nvPr/>
          </p:nvSpPr>
          <p:spPr>
            <a:xfrm>
              <a:off x="5325752" y="2107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0" name="pt17590"/>
            <p:cNvSpPr/>
            <p:nvPr/>
          </p:nvSpPr>
          <p:spPr>
            <a:xfrm>
              <a:off x="5594820" y="1846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1" name="pt17591"/>
            <p:cNvSpPr/>
            <p:nvPr/>
          </p:nvSpPr>
          <p:spPr>
            <a:xfrm>
              <a:off x="5709691" y="1803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2" name="pt17592"/>
            <p:cNvSpPr/>
            <p:nvPr/>
          </p:nvSpPr>
          <p:spPr>
            <a:xfrm>
              <a:off x="5446348" y="2159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3" name="pt17593"/>
            <p:cNvSpPr/>
            <p:nvPr/>
          </p:nvSpPr>
          <p:spPr>
            <a:xfrm>
              <a:off x="5182063" y="2090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4" name="pt17594"/>
            <p:cNvSpPr/>
            <p:nvPr/>
          </p:nvSpPr>
          <p:spPr>
            <a:xfrm>
              <a:off x="5082776" y="2375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5" name="pt17595"/>
            <p:cNvSpPr/>
            <p:nvPr/>
          </p:nvSpPr>
          <p:spPr>
            <a:xfrm>
              <a:off x="4740302" y="2257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6" name="pt17596"/>
            <p:cNvSpPr/>
            <p:nvPr/>
          </p:nvSpPr>
          <p:spPr>
            <a:xfrm>
              <a:off x="5527392" y="1983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7" name="pt17597"/>
            <p:cNvSpPr/>
            <p:nvPr/>
          </p:nvSpPr>
          <p:spPr>
            <a:xfrm>
              <a:off x="5441584" y="2165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8" name="pt17598"/>
            <p:cNvSpPr/>
            <p:nvPr/>
          </p:nvSpPr>
          <p:spPr>
            <a:xfrm>
              <a:off x="5282645" y="1967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9" name="pt17599"/>
            <p:cNvSpPr/>
            <p:nvPr/>
          </p:nvSpPr>
          <p:spPr>
            <a:xfrm>
              <a:off x="5460952" y="2233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0" name="pt17600"/>
            <p:cNvSpPr/>
            <p:nvPr/>
          </p:nvSpPr>
          <p:spPr>
            <a:xfrm>
              <a:off x="5257175" y="2286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1" name="pt17601"/>
            <p:cNvSpPr/>
            <p:nvPr/>
          </p:nvSpPr>
          <p:spPr>
            <a:xfrm>
              <a:off x="5181609" y="2109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2" name="pt17602"/>
            <p:cNvSpPr/>
            <p:nvPr/>
          </p:nvSpPr>
          <p:spPr>
            <a:xfrm>
              <a:off x="4967030" y="2499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3" name="pt17603"/>
            <p:cNvSpPr/>
            <p:nvPr/>
          </p:nvSpPr>
          <p:spPr>
            <a:xfrm>
              <a:off x="5338241" y="2045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4" name="pt17604"/>
            <p:cNvSpPr/>
            <p:nvPr/>
          </p:nvSpPr>
          <p:spPr>
            <a:xfrm>
              <a:off x="5708800" y="1905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5" name="pt17605"/>
            <p:cNvSpPr/>
            <p:nvPr/>
          </p:nvSpPr>
          <p:spPr>
            <a:xfrm>
              <a:off x="5270742" y="22283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6" name="pt17606"/>
            <p:cNvSpPr/>
            <p:nvPr/>
          </p:nvSpPr>
          <p:spPr>
            <a:xfrm>
              <a:off x="4846869" y="2751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7" name="pt17607"/>
            <p:cNvSpPr/>
            <p:nvPr/>
          </p:nvSpPr>
          <p:spPr>
            <a:xfrm>
              <a:off x="5181240" y="2124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8" name="pt17608"/>
            <p:cNvSpPr/>
            <p:nvPr/>
          </p:nvSpPr>
          <p:spPr>
            <a:xfrm>
              <a:off x="5266177" y="2283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9" name="pt17609"/>
            <p:cNvSpPr/>
            <p:nvPr/>
          </p:nvSpPr>
          <p:spPr>
            <a:xfrm>
              <a:off x="5063430" y="2520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0" name="pt17610"/>
            <p:cNvSpPr/>
            <p:nvPr/>
          </p:nvSpPr>
          <p:spPr>
            <a:xfrm>
              <a:off x="4697480" y="24562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1" name="pt17611"/>
            <p:cNvSpPr/>
            <p:nvPr/>
          </p:nvSpPr>
          <p:spPr>
            <a:xfrm>
              <a:off x="5577225" y="1674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2" name="pt17612"/>
            <p:cNvSpPr/>
            <p:nvPr/>
          </p:nvSpPr>
          <p:spPr>
            <a:xfrm>
              <a:off x="5290785" y="2144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3" name="pt17613"/>
            <p:cNvSpPr/>
            <p:nvPr/>
          </p:nvSpPr>
          <p:spPr>
            <a:xfrm>
              <a:off x="5280025" y="2121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4" name="pt17614"/>
            <p:cNvSpPr/>
            <p:nvPr/>
          </p:nvSpPr>
          <p:spPr>
            <a:xfrm>
              <a:off x="5348707" y="21495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5" name="pt17615"/>
            <p:cNvSpPr/>
            <p:nvPr/>
          </p:nvSpPr>
          <p:spPr>
            <a:xfrm>
              <a:off x="5479977" y="2268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6" name="pt17616"/>
            <p:cNvSpPr/>
            <p:nvPr/>
          </p:nvSpPr>
          <p:spPr>
            <a:xfrm>
              <a:off x="5472509" y="2196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7" name="pt17617"/>
            <p:cNvSpPr/>
            <p:nvPr/>
          </p:nvSpPr>
          <p:spPr>
            <a:xfrm>
              <a:off x="5646931" y="1838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8" name="pt17618"/>
            <p:cNvSpPr/>
            <p:nvPr/>
          </p:nvSpPr>
          <p:spPr>
            <a:xfrm>
              <a:off x="5217737" y="2112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9" name="pt17619"/>
            <p:cNvSpPr/>
            <p:nvPr/>
          </p:nvSpPr>
          <p:spPr>
            <a:xfrm>
              <a:off x="5813752" y="1888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0" name="pt17620"/>
            <p:cNvSpPr/>
            <p:nvPr/>
          </p:nvSpPr>
          <p:spPr>
            <a:xfrm>
              <a:off x="4851151" y="25872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1" name="pt17621"/>
            <p:cNvSpPr/>
            <p:nvPr/>
          </p:nvSpPr>
          <p:spPr>
            <a:xfrm>
              <a:off x="5705168" y="1784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2" name="pt17622"/>
            <p:cNvSpPr/>
            <p:nvPr/>
          </p:nvSpPr>
          <p:spPr>
            <a:xfrm>
              <a:off x="5293881" y="2176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3" name="pt17623"/>
            <p:cNvSpPr/>
            <p:nvPr/>
          </p:nvSpPr>
          <p:spPr>
            <a:xfrm>
              <a:off x="5583096" y="1647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4" name="pt17624"/>
            <p:cNvSpPr/>
            <p:nvPr/>
          </p:nvSpPr>
          <p:spPr>
            <a:xfrm>
              <a:off x="5675577" y="2004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5" name="pt17625"/>
            <p:cNvSpPr/>
            <p:nvPr/>
          </p:nvSpPr>
          <p:spPr>
            <a:xfrm>
              <a:off x="5264095" y="2232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6" name="pt17626"/>
            <p:cNvSpPr/>
            <p:nvPr/>
          </p:nvSpPr>
          <p:spPr>
            <a:xfrm>
              <a:off x="5309966" y="2098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7" name="pt17627"/>
            <p:cNvSpPr/>
            <p:nvPr/>
          </p:nvSpPr>
          <p:spPr>
            <a:xfrm>
              <a:off x="5199588" y="2155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8" name="pt17628"/>
            <p:cNvSpPr/>
            <p:nvPr/>
          </p:nvSpPr>
          <p:spPr>
            <a:xfrm>
              <a:off x="5212950" y="2039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9" name="pt17629"/>
            <p:cNvSpPr/>
            <p:nvPr/>
          </p:nvSpPr>
          <p:spPr>
            <a:xfrm>
              <a:off x="5149984" y="2088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0" name="pt17630"/>
            <p:cNvSpPr/>
            <p:nvPr/>
          </p:nvSpPr>
          <p:spPr>
            <a:xfrm>
              <a:off x="5438710" y="2251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1" name="pt17631"/>
            <p:cNvSpPr/>
            <p:nvPr/>
          </p:nvSpPr>
          <p:spPr>
            <a:xfrm>
              <a:off x="5267088" y="2269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2" name="pt17632"/>
            <p:cNvSpPr/>
            <p:nvPr/>
          </p:nvSpPr>
          <p:spPr>
            <a:xfrm>
              <a:off x="5415060" y="2265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3" name="pt17633"/>
            <p:cNvSpPr/>
            <p:nvPr/>
          </p:nvSpPr>
          <p:spPr>
            <a:xfrm>
              <a:off x="5327287" y="2035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4" name="pt17634"/>
            <p:cNvSpPr/>
            <p:nvPr/>
          </p:nvSpPr>
          <p:spPr>
            <a:xfrm>
              <a:off x="5299396" y="2150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5" name="pt17635"/>
            <p:cNvSpPr/>
            <p:nvPr/>
          </p:nvSpPr>
          <p:spPr>
            <a:xfrm>
              <a:off x="5820826" y="1694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6" name="pt17636"/>
            <p:cNvSpPr/>
            <p:nvPr/>
          </p:nvSpPr>
          <p:spPr>
            <a:xfrm>
              <a:off x="5197651" y="2101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7" name="pt17637"/>
            <p:cNvSpPr/>
            <p:nvPr/>
          </p:nvSpPr>
          <p:spPr>
            <a:xfrm>
              <a:off x="5672545" y="1894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8" name="pt17638"/>
            <p:cNvSpPr/>
            <p:nvPr/>
          </p:nvSpPr>
          <p:spPr>
            <a:xfrm>
              <a:off x="5227621" y="2209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9" name="pt17639"/>
            <p:cNvSpPr/>
            <p:nvPr/>
          </p:nvSpPr>
          <p:spPr>
            <a:xfrm>
              <a:off x="5131307" y="2113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0" name="pt17640"/>
            <p:cNvSpPr/>
            <p:nvPr/>
          </p:nvSpPr>
          <p:spPr>
            <a:xfrm>
              <a:off x="5431939" y="2003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1" name="pt17641"/>
            <p:cNvSpPr/>
            <p:nvPr/>
          </p:nvSpPr>
          <p:spPr>
            <a:xfrm>
              <a:off x="5260203" y="2200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2" name="pt17642"/>
            <p:cNvSpPr/>
            <p:nvPr/>
          </p:nvSpPr>
          <p:spPr>
            <a:xfrm>
              <a:off x="5258881" y="22259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3" name="pt17643"/>
            <p:cNvSpPr/>
            <p:nvPr/>
          </p:nvSpPr>
          <p:spPr>
            <a:xfrm>
              <a:off x="5853634" y="1427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4" name="pt17644"/>
            <p:cNvSpPr/>
            <p:nvPr/>
          </p:nvSpPr>
          <p:spPr>
            <a:xfrm>
              <a:off x="5122858" y="22576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5" name="pt17645"/>
            <p:cNvSpPr/>
            <p:nvPr/>
          </p:nvSpPr>
          <p:spPr>
            <a:xfrm>
              <a:off x="5099660" y="2078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6" name="pt17646"/>
            <p:cNvSpPr/>
            <p:nvPr/>
          </p:nvSpPr>
          <p:spPr>
            <a:xfrm>
              <a:off x="5099834" y="2174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7" name="pt17647"/>
            <p:cNvSpPr/>
            <p:nvPr/>
          </p:nvSpPr>
          <p:spPr>
            <a:xfrm>
              <a:off x="5519147" y="19411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8" name="pt17648"/>
            <p:cNvSpPr/>
            <p:nvPr/>
          </p:nvSpPr>
          <p:spPr>
            <a:xfrm>
              <a:off x="4810949" y="1756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9" name="pt17649"/>
            <p:cNvSpPr/>
            <p:nvPr/>
          </p:nvSpPr>
          <p:spPr>
            <a:xfrm>
              <a:off x="4769224" y="2773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0" name="pt17650"/>
            <p:cNvSpPr/>
            <p:nvPr/>
          </p:nvSpPr>
          <p:spPr>
            <a:xfrm>
              <a:off x="5809758" y="2026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1" name="pt17651"/>
            <p:cNvSpPr/>
            <p:nvPr/>
          </p:nvSpPr>
          <p:spPr>
            <a:xfrm>
              <a:off x="5721551" y="2052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2" name="pt17652"/>
            <p:cNvSpPr/>
            <p:nvPr/>
          </p:nvSpPr>
          <p:spPr>
            <a:xfrm>
              <a:off x="4932169" y="2160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3" name="pt17653"/>
            <p:cNvSpPr/>
            <p:nvPr/>
          </p:nvSpPr>
          <p:spPr>
            <a:xfrm>
              <a:off x="5697866" y="18189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4" name="pt17654"/>
            <p:cNvSpPr/>
            <p:nvPr/>
          </p:nvSpPr>
          <p:spPr>
            <a:xfrm>
              <a:off x="5211213" y="2274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5" name="pt17655"/>
            <p:cNvSpPr/>
            <p:nvPr/>
          </p:nvSpPr>
          <p:spPr>
            <a:xfrm>
              <a:off x="5427598" y="2278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6" name="pt17656"/>
            <p:cNvSpPr/>
            <p:nvPr/>
          </p:nvSpPr>
          <p:spPr>
            <a:xfrm>
              <a:off x="5614001" y="2083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7" name="pt17657"/>
            <p:cNvSpPr/>
            <p:nvPr/>
          </p:nvSpPr>
          <p:spPr>
            <a:xfrm>
              <a:off x="5455615" y="2189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8" name="pt17658"/>
            <p:cNvSpPr/>
            <p:nvPr/>
          </p:nvSpPr>
          <p:spPr>
            <a:xfrm>
              <a:off x="5180978" y="2138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9" name="pt17659"/>
            <p:cNvSpPr/>
            <p:nvPr/>
          </p:nvSpPr>
          <p:spPr>
            <a:xfrm>
              <a:off x="5106298" y="2033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0" name="pt17660"/>
            <p:cNvSpPr/>
            <p:nvPr/>
          </p:nvSpPr>
          <p:spPr>
            <a:xfrm>
              <a:off x="5542680" y="20047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1" name="pt17661"/>
            <p:cNvSpPr/>
            <p:nvPr/>
          </p:nvSpPr>
          <p:spPr>
            <a:xfrm>
              <a:off x="5540763" y="1982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2" name="pt17662"/>
            <p:cNvSpPr/>
            <p:nvPr/>
          </p:nvSpPr>
          <p:spPr>
            <a:xfrm>
              <a:off x="5307671" y="2180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3" name="pt17663"/>
            <p:cNvSpPr/>
            <p:nvPr/>
          </p:nvSpPr>
          <p:spPr>
            <a:xfrm>
              <a:off x="5506299" y="2045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4" name="pt17664"/>
            <p:cNvSpPr/>
            <p:nvPr/>
          </p:nvSpPr>
          <p:spPr>
            <a:xfrm>
              <a:off x="5532321" y="1985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5" name="pt17665"/>
            <p:cNvSpPr/>
            <p:nvPr/>
          </p:nvSpPr>
          <p:spPr>
            <a:xfrm>
              <a:off x="5361571" y="2009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6" name="pt17666"/>
            <p:cNvSpPr/>
            <p:nvPr/>
          </p:nvSpPr>
          <p:spPr>
            <a:xfrm>
              <a:off x="5216722" y="228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7" name="pt17667"/>
            <p:cNvSpPr/>
            <p:nvPr/>
          </p:nvSpPr>
          <p:spPr>
            <a:xfrm>
              <a:off x="5143050" y="2164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8" name="pt17668"/>
            <p:cNvSpPr/>
            <p:nvPr/>
          </p:nvSpPr>
          <p:spPr>
            <a:xfrm>
              <a:off x="5178466" y="2108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9" name="pt17669"/>
            <p:cNvSpPr/>
            <p:nvPr/>
          </p:nvSpPr>
          <p:spPr>
            <a:xfrm>
              <a:off x="5561370" y="2140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0" name="pt17670"/>
            <p:cNvSpPr/>
            <p:nvPr/>
          </p:nvSpPr>
          <p:spPr>
            <a:xfrm>
              <a:off x="5233544" y="21767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1" name="pt17671"/>
            <p:cNvSpPr/>
            <p:nvPr/>
          </p:nvSpPr>
          <p:spPr>
            <a:xfrm>
              <a:off x="5493704" y="2001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2" name="pt17672"/>
            <p:cNvSpPr/>
            <p:nvPr/>
          </p:nvSpPr>
          <p:spPr>
            <a:xfrm>
              <a:off x="5388524" y="2175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3" name="pt17673"/>
            <p:cNvSpPr/>
            <p:nvPr/>
          </p:nvSpPr>
          <p:spPr>
            <a:xfrm>
              <a:off x="4901074" y="2659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4" name="pt17674"/>
            <p:cNvSpPr/>
            <p:nvPr/>
          </p:nvSpPr>
          <p:spPr>
            <a:xfrm>
              <a:off x="5425378" y="2054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5" name="pt17675"/>
            <p:cNvSpPr/>
            <p:nvPr/>
          </p:nvSpPr>
          <p:spPr>
            <a:xfrm>
              <a:off x="5345222" y="2143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6" name="pt17676"/>
            <p:cNvSpPr/>
            <p:nvPr/>
          </p:nvSpPr>
          <p:spPr>
            <a:xfrm>
              <a:off x="5194868" y="2058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7" name="pt17677"/>
            <p:cNvSpPr/>
            <p:nvPr/>
          </p:nvSpPr>
          <p:spPr>
            <a:xfrm>
              <a:off x="5881093" y="1682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8" name="pt17678"/>
            <p:cNvSpPr/>
            <p:nvPr/>
          </p:nvSpPr>
          <p:spPr>
            <a:xfrm>
              <a:off x="4882850" y="2701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9" name="pt17679"/>
            <p:cNvSpPr/>
            <p:nvPr/>
          </p:nvSpPr>
          <p:spPr>
            <a:xfrm>
              <a:off x="5088718" y="2112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0" name="pt17680"/>
            <p:cNvSpPr/>
            <p:nvPr/>
          </p:nvSpPr>
          <p:spPr>
            <a:xfrm>
              <a:off x="5855321" y="14061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1" name="pt17681"/>
            <p:cNvSpPr/>
            <p:nvPr/>
          </p:nvSpPr>
          <p:spPr>
            <a:xfrm>
              <a:off x="4995408" y="2013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2" name="pt17682"/>
            <p:cNvSpPr/>
            <p:nvPr/>
          </p:nvSpPr>
          <p:spPr>
            <a:xfrm>
              <a:off x="5581401" y="17594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3" name="pt17683"/>
            <p:cNvSpPr/>
            <p:nvPr/>
          </p:nvSpPr>
          <p:spPr>
            <a:xfrm>
              <a:off x="5153730" y="2174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4" name="pt17684"/>
            <p:cNvSpPr/>
            <p:nvPr/>
          </p:nvSpPr>
          <p:spPr>
            <a:xfrm>
              <a:off x="5404653" y="2131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5" name="pt17685"/>
            <p:cNvSpPr/>
            <p:nvPr/>
          </p:nvSpPr>
          <p:spPr>
            <a:xfrm>
              <a:off x="5125646" y="2030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6" name="pt17686"/>
            <p:cNvSpPr/>
            <p:nvPr/>
          </p:nvSpPr>
          <p:spPr>
            <a:xfrm>
              <a:off x="5066582" y="2538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7" name="pt17687"/>
            <p:cNvSpPr/>
            <p:nvPr/>
          </p:nvSpPr>
          <p:spPr>
            <a:xfrm>
              <a:off x="5337306" y="2106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8" name="pt17688"/>
            <p:cNvSpPr/>
            <p:nvPr/>
          </p:nvSpPr>
          <p:spPr>
            <a:xfrm>
              <a:off x="5618389" y="1969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9" name="pt17689"/>
            <p:cNvSpPr/>
            <p:nvPr/>
          </p:nvSpPr>
          <p:spPr>
            <a:xfrm>
              <a:off x="5372449" y="2051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0" name="pt17690"/>
            <p:cNvSpPr/>
            <p:nvPr/>
          </p:nvSpPr>
          <p:spPr>
            <a:xfrm>
              <a:off x="5078477" y="23916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1" name="pt17691"/>
            <p:cNvSpPr/>
            <p:nvPr/>
          </p:nvSpPr>
          <p:spPr>
            <a:xfrm>
              <a:off x="5554799" y="2000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2" name="pt17692"/>
            <p:cNvSpPr/>
            <p:nvPr/>
          </p:nvSpPr>
          <p:spPr>
            <a:xfrm>
              <a:off x="5562461" y="2047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3" name="pt17693"/>
            <p:cNvSpPr/>
            <p:nvPr/>
          </p:nvSpPr>
          <p:spPr>
            <a:xfrm>
              <a:off x="5341361" y="2088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4" name="pt17694"/>
            <p:cNvSpPr/>
            <p:nvPr/>
          </p:nvSpPr>
          <p:spPr>
            <a:xfrm>
              <a:off x="5563805" y="1791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5" name="pt17695"/>
            <p:cNvSpPr/>
            <p:nvPr/>
          </p:nvSpPr>
          <p:spPr>
            <a:xfrm>
              <a:off x="5383487" y="2096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6" name="pt17696"/>
            <p:cNvSpPr/>
            <p:nvPr/>
          </p:nvSpPr>
          <p:spPr>
            <a:xfrm>
              <a:off x="4922080" y="2245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7" name="pt17697"/>
            <p:cNvSpPr/>
            <p:nvPr/>
          </p:nvSpPr>
          <p:spPr>
            <a:xfrm>
              <a:off x="5526007" y="195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8" name="pt17698"/>
            <p:cNvSpPr/>
            <p:nvPr/>
          </p:nvSpPr>
          <p:spPr>
            <a:xfrm>
              <a:off x="5365416" y="2050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9" name="pt17699"/>
            <p:cNvSpPr/>
            <p:nvPr/>
          </p:nvSpPr>
          <p:spPr>
            <a:xfrm>
              <a:off x="5324138" y="2239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0" name="pt17700"/>
            <p:cNvSpPr/>
            <p:nvPr/>
          </p:nvSpPr>
          <p:spPr>
            <a:xfrm>
              <a:off x="5490799" y="1898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1" name="pt17701"/>
            <p:cNvSpPr/>
            <p:nvPr/>
          </p:nvSpPr>
          <p:spPr>
            <a:xfrm>
              <a:off x="5374772" y="2010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2" name="pt17702"/>
            <p:cNvSpPr/>
            <p:nvPr/>
          </p:nvSpPr>
          <p:spPr>
            <a:xfrm>
              <a:off x="5328115" y="2182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3" name="pt17703"/>
            <p:cNvSpPr/>
            <p:nvPr/>
          </p:nvSpPr>
          <p:spPr>
            <a:xfrm>
              <a:off x="5368778" y="2000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4" name="pt17704"/>
            <p:cNvSpPr/>
            <p:nvPr/>
          </p:nvSpPr>
          <p:spPr>
            <a:xfrm>
              <a:off x="4963915" y="2604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5" name="pt17705"/>
            <p:cNvSpPr/>
            <p:nvPr/>
          </p:nvSpPr>
          <p:spPr>
            <a:xfrm>
              <a:off x="5028343" y="26583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6" name="pt17706"/>
            <p:cNvSpPr/>
            <p:nvPr/>
          </p:nvSpPr>
          <p:spPr>
            <a:xfrm>
              <a:off x="5295218" y="2206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7" name="pt17707"/>
            <p:cNvSpPr/>
            <p:nvPr/>
          </p:nvSpPr>
          <p:spPr>
            <a:xfrm>
              <a:off x="5226799" y="2060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8" name="pt17708"/>
            <p:cNvSpPr/>
            <p:nvPr/>
          </p:nvSpPr>
          <p:spPr>
            <a:xfrm>
              <a:off x="5088032" y="2081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9" name="pt17709"/>
            <p:cNvSpPr/>
            <p:nvPr/>
          </p:nvSpPr>
          <p:spPr>
            <a:xfrm>
              <a:off x="5596335" y="18160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0" name="pt17710"/>
            <p:cNvSpPr/>
            <p:nvPr/>
          </p:nvSpPr>
          <p:spPr>
            <a:xfrm>
              <a:off x="5585678" y="1920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1" name="pt17711"/>
            <p:cNvSpPr/>
            <p:nvPr/>
          </p:nvSpPr>
          <p:spPr>
            <a:xfrm>
              <a:off x="5630878" y="1740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2" name="pt17712"/>
            <p:cNvSpPr/>
            <p:nvPr/>
          </p:nvSpPr>
          <p:spPr>
            <a:xfrm>
              <a:off x="4935005" y="2361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3" name="pt17713"/>
            <p:cNvSpPr/>
            <p:nvPr/>
          </p:nvSpPr>
          <p:spPr>
            <a:xfrm>
              <a:off x="5499248" y="1923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4" name="pt17714"/>
            <p:cNvSpPr/>
            <p:nvPr/>
          </p:nvSpPr>
          <p:spPr>
            <a:xfrm>
              <a:off x="5587077" y="1763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5" name="pt17715"/>
            <p:cNvSpPr/>
            <p:nvPr/>
          </p:nvSpPr>
          <p:spPr>
            <a:xfrm>
              <a:off x="5374911" y="1934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6" name="pt17716"/>
            <p:cNvSpPr/>
            <p:nvPr/>
          </p:nvSpPr>
          <p:spPr>
            <a:xfrm>
              <a:off x="5764864" y="1679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7" name="pt17717"/>
            <p:cNvSpPr/>
            <p:nvPr/>
          </p:nvSpPr>
          <p:spPr>
            <a:xfrm>
              <a:off x="5238929" y="21011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8" name="pt17718"/>
            <p:cNvSpPr/>
            <p:nvPr/>
          </p:nvSpPr>
          <p:spPr>
            <a:xfrm>
              <a:off x="5050830" y="26281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9" name="pt17719"/>
            <p:cNvSpPr/>
            <p:nvPr/>
          </p:nvSpPr>
          <p:spPr>
            <a:xfrm>
              <a:off x="5323089" y="2292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0" name="pt17720"/>
            <p:cNvSpPr/>
            <p:nvPr/>
          </p:nvSpPr>
          <p:spPr>
            <a:xfrm>
              <a:off x="5101077" y="2258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1" name="pt17721"/>
            <p:cNvSpPr/>
            <p:nvPr/>
          </p:nvSpPr>
          <p:spPr>
            <a:xfrm>
              <a:off x="5830861" y="1589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2" name="pt17722"/>
            <p:cNvSpPr/>
            <p:nvPr/>
          </p:nvSpPr>
          <p:spPr>
            <a:xfrm>
              <a:off x="5047523" y="2721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3" name="pt17723"/>
            <p:cNvSpPr/>
            <p:nvPr/>
          </p:nvSpPr>
          <p:spPr>
            <a:xfrm>
              <a:off x="5397809" y="21091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4" name="pt17724"/>
            <p:cNvSpPr/>
            <p:nvPr/>
          </p:nvSpPr>
          <p:spPr>
            <a:xfrm>
              <a:off x="5077488" y="2296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5" name="pt17725"/>
            <p:cNvSpPr/>
            <p:nvPr/>
          </p:nvSpPr>
          <p:spPr>
            <a:xfrm>
              <a:off x="5150246" y="2132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6" name="pt17726"/>
            <p:cNvSpPr/>
            <p:nvPr/>
          </p:nvSpPr>
          <p:spPr>
            <a:xfrm>
              <a:off x="5451837" y="2186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7" name="pt17727"/>
            <p:cNvSpPr/>
            <p:nvPr/>
          </p:nvSpPr>
          <p:spPr>
            <a:xfrm>
              <a:off x="5209060" y="2077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8" name="pt17728"/>
            <p:cNvSpPr/>
            <p:nvPr/>
          </p:nvSpPr>
          <p:spPr>
            <a:xfrm>
              <a:off x="5464493" y="2106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9" name="pt17729"/>
            <p:cNvSpPr/>
            <p:nvPr/>
          </p:nvSpPr>
          <p:spPr>
            <a:xfrm>
              <a:off x="5271203" y="223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0" name="pt17730"/>
            <p:cNvSpPr/>
            <p:nvPr/>
          </p:nvSpPr>
          <p:spPr>
            <a:xfrm>
              <a:off x="5211187" y="2188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1" name="pt17731"/>
            <p:cNvSpPr/>
            <p:nvPr/>
          </p:nvSpPr>
          <p:spPr>
            <a:xfrm>
              <a:off x="5169263" y="2159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2" name="pt17732"/>
            <p:cNvSpPr/>
            <p:nvPr/>
          </p:nvSpPr>
          <p:spPr>
            <a:xfrm>
              <a:off x="5338891" y="1934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3" name="pt17733"/>
            <p:cNvSpPr/>
            <p:nvPr/>
          </p:nvSpPr>
          <p:spPr>
            <a:xfrm>
              <a:off x="5130708" y="2093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4" name="pt17734"/>
            <p:cNvSpPr/>
            <p:nvPr/>
          </p:nvSpPr>
          <p:spPr>
            <a:xfrm>
              <a:off x="5376543" y="2064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5" name="pt17735"/>
            <p:cNvSpPr/>
            <p:nvPr/>
          </p:nvSpPr>
          <p:spPr>
            <a:xfrm>
              <a:off x="5430977" y="2090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6" name="pt17736"/>
            <p:cNvSpPr/>
            <p:nvPr/>
          </p:nvSpPr>
          <p:spPr>
            <a:xfrm>
              <a:off x="5398985" y="2186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7" name="pt17737"/>
            <p:cNvSpPr/>
            <p:nvPr/>
          </p:nvSpPr>
          <p:spPr>
            <a:xfrm>
              <a:off x="5381758" y="2058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8" name="pt17738"/>
            <p:cNvSpPr/>
            <p:nvPr/>
          </p:nvSpPr>
          <p:spPr>
            <a:xfrm>
              <a:off x="5400068" y="2195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9" name="pt17739"/>
            <p:cNvSpPr/>
            <p:nvPr/>
          </p:nvSpPr>
          <p:spPr>
            <a:xfrm>
              <a:off x="4924878" y="2113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0" name="pt17740"/>
            <p:cNvSpPr/>
            <p:nvPr/>
          </p:nvSpPr>
          <p:spPr>
            <a:xfrm>
              <a:off x="4868480" y="2524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1" name="pt17741"/>
            <p:cNvSpPr/>
            <p:nvPr/>
          </p:nvSpPr>
          <p:spPr>
            <a:xfrm>
              <a:off x="4857989" y="2557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2" name="pt17742"/>
            <p:cNvSpPr/>
            <p:nvPr/>
          </p:nvSpPr>
          <p:spPr>
            <a:xfrm>
              <a:off x="5367045" y="1986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3" name="pt17743"/>
            <p:cNvSpPr/>
            <p:nvPr/>
          </p:nvSpPr>
          <p:spPr>
            <a:xfrm>
              <a:off x="5285161" y="2082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4" name="pt17744"/>
            <p:cNvSpPr/>
            <p:nvPr/>
          </p:nvSpPr>
          <p:spPr>
            <a:xfrm>
              <a:off x="5383371" y="1976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5" name="pt17745"/>
            <p:cNvSpPr/>
            <p:nvPr/>
          </p:nvSpPr>
          <p:spPr>
            <a:xfrm>
              <a:off x="5001932" y="2666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6" name="pt17746"/>
            <p:cNvSpPr/>
            <p:nvPr/>
          </p:nvSpPr>
          <p:spPr>
            <a:xfrm>
              <a:off x="5539743" y="1917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7" name="pt17747"/>
            <p:cNvSpPr/>
            <p:nvPr/>
          </p:nvSpPr>
          <p:spPr>
            <a:xfrm>
              <a:off x="4981853" y="2165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8" name="pt17748"/>
            <p:cNvSpPr/>
            <p:nvPr/>
          </p:nvSpPr>
          <p:spPr>
            <a:xfrm>
              <a:off x="5076430" y="2132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9" name="pt17749"/>
            <p:cNvSpPr/>
            <p:nvPr/>
          </p:nvSpPr>
          <p:spPr>
            <a:xfrm>
              <a:off x="5577773" y="17104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0" name="pt17750"/>
            <p:cNvSpPr/>
            <p:nvPr/>
          </p:nvSpPr>
          <p:spPr>
            <a:xfrm>
              <a:off x="5078097" y="2318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1" name="pt17751"/>
            <p:cNvSpPr/>
            <p:nvPr/>
          </p:nvSpPr>
          <p:spPr>
            <a:xfrm>
              <a:off x="5417586" y="2024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2" name="pt17752"/>
            <p:cNvSpPr/>
            <p:nvPr/>
          </p:nvSpPr>
          <p:spPr>
            <a:xfrm>
              <a:off x="4993821" y="1943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3" name="pt17753"/>
            <p:cNvSpPr/>
            <p:nvPr/>
          </p:nvSpPr>
          <p:spPr>
            <a:xfrm>
              <a:off x="4990828" y="1911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4" name="pt17754"/>
            <p:cNvSpPr/>
            <p:nvPr/>
          </p:nvSpPr>
          <p:spPr>
            <a:xfrm>
              <a:off x="5511128" y="21243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5" name="pt17755"/>
            <p:cNvSpPr/>
            <p:nvPr/>
          </p:nvSpPr>
          <p:spPr>
            <a:xfrm>
              <a:off x="5193855" y="2125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6" name="pt17756"/>
            <p:cNvSpPr/>
            <p:nvPr/>
          </p:nvSpPr>
          <p:spPr>
            <a:xfrm>
              <a:off x="4926356" y="2238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7" name="pt17757"/>
            <p:cNvSpPr/>
            <p:nvPr/>
          </p:nvSpPr>
          <p:spPr>
            <a:xfrm>
              <a:off x="5291769" y="2235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8" name="pt17758"/>
            <p:cNvSpPr/>
            <p:nvPr/>
          </p:nvSpPr>
          <p:spPr>
            <a:xfrm>
              <a:off x="5955113" y="2094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9" name="pt17759"/>
            <p:cNvSpPr/>
            <p:nvPr/>
          </p:nvSpPr>
          <p:spPr>
            <a:xfrm>
              <a:off x="5395009" y="2255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0" name="pt17760"/>
            <p:cNvSpPr/>
            <p:nvPr/>
          </p:nvSpPr>
          <p:spPr>
            <a:xfrm>
              <a:off x="4665989" y="2537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1" name="pt17761"/>
            <p:cNvSpPr/>
            <p:nvPr/>
          </p:nvSpPr>
          <p:spPr>
            <a:xfrm>
              <a:off x="5636161" y="1896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2" name="pt17762"/>
            <p:cNvSpPr/>
            <p:nvPr/>
          </p:nvSpPr>
          <p:spPr>
            <a:xfrm>
              <a:off x="4837849" y="1915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3" name="pt17763"/>
            <p:cNvSpPr/>
            <p:nvPr/>
          </p:nvSpPr>
          <p:spPr>
            <a:xfrm>
              <a:off x="5559720" y="2015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4" name="pt17764"/>
            <p:cNvSpPr/>
            <p:nvPr/>
          </p:nvSpPr>
          <p:spPr>
            <a:xfrm>
              <a:off x="5575739" y="1624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5" name="pt17765"/>
            <p:cNvSpPr/>
            <p:nvPr/>
          </p:nvSpPr>
          <p:spPr>
            <a:xfrm>
              <a:off x="5257261" y="22853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6" name="pt17766"/>
            <p:cNvSpPr/>
            <p:nvPr/>
          </p:nvSpPr>
          <p:spPr>
            <a:xfrm>
              <a:off x="5107946" y="2144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7" name="pt17767"/>
            <p:cNvSpPr/>
            <p:nvPr/>
          </p:nvSpPr>
          <p:spPr>
            <a:xfrm>
              <a:off x="5449243" y="22046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8" name="pt17768"/>
            <p:cNvSpPr/>
            <p:nvPr/>
          </p:nvSpPr>
          <p:spPr>
            <a:xfrm>
              <a:off x="5256796" y="2064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9" name="pt17769"/>
            <p:cNvSpPr/>
            <p:nvPr/>
          </p:nvSpPr>
          <p:spPr>
            <a:xfrm>
              <a:off x="5249679" y="2201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0" name="pt17770"/>
            <p:cNvSpPr/>
            <p:nvPr/>
          </p:nvSpPr>
          <p:spPr>
            <a:xfrm>
              <a:off x="5381855" y="2068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1" name="pt17771"/>
            <p:cNvSpPr/>
            <p:nvPr/>
          </p:nvSpPr>
          <p:spPr>
            <a:xfrm>
              <a:off x="5499490" y="2029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2" name="pt17772"/>
            <p:cNvSpPr/>
            <p:nvPr/>
          </p:nvSpPr>
          <p:spPr>
            <a:xfrm>
              <a:off x="5180905" y="2154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3" name="pt17773"/>
            <p:cNvSpPr/>
            <p:nvPr/>
          </p:nvSpPr>
          <p:spPr>
            <a:xfrm>
              <a:off x="5110432" y="2124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4" name="pt17774"/>
            <p:cNvSpPr/>
            <p:nvPr/>
          </p:nvSpPr>
          <p:spPr>
            <a:xfrm>
              <a:off x="5655717" y="1880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5" name="pt17775"/>
            <p:cNvSpPr/>
            <p:nvPr/>
          </p:nvSpPr>
          <p:spPr>
            <a:xfrm>
              <a:off x="5621040" y="1789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6" name="pt17776"/>
            <p:cNvSpPr/>
            <p:nvPr/>
          </p:nvSpPr>
          <p:spPr>
            <a:xfrm>
              <a:off x="5249822" y="2178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7" name="pt17777"/>
            <p:cNvSpPr/>
            <p:nvPr/>
          </p:nvSpPr>
          <p:spPr>
            <a:xfrm>
              <a:off x="5560858" y="2090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8" name="pt17778"/>
            <p:cNvSpPr/>
            <p:nvPr/>
          </p:nvSpPr>
          <p:spPr>
            <a:xfrm>
              <a:off x="5021451" y="2401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9" name="pt17779"/>
            <p:cNvSpPr/>
            <p:nvPr/>
          </p:nvSpPr>
          <p:spPr>
            <a:xfrm>
              <a:off x="5570264" y="1879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0" name="pt17780"/>
            <p:cNvSpPr/>
            <p:nvPr/>
          </p:nvSpPr>
          <p:spPr>
            <a:xfrm>
              <a:off x="5350265" y="2070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1" name="pt17781"/>
            <p:cNvSpPr/>
            <p:nvPr/>
          </p:nvSpPr>
          <p:spPr>
            <a:xfrm>
              <a:off x="5573507" y="1784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2" name="pt17782"/>
            <p:cNvSpPr/>
            <p:nvPr/>
          </p:nvSpPr>
          <p:spPr>
            <a:xfrm>
              <a:off x="5787905" y="1878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3" name="pt17783"/>
            <p:cNvSpPr/>
            <p:nvPr/>
          </p:nvSpPr>
          <p:spPr>
            <a:xfrm>
              <a:off x="5596984" y="1844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4" name="pt17784"/>
            <p:cNvSpPr/>
            <p:nvPr/>
          </p:nvSpPr>
          <p:spPr>
            <a:xfrm>
              <a:off x="5188124" y="2115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5" name="pt17785"/>
            <p:cNvSpPr/>
            <p:nvPr/>
          </p:nvSpPr>
          <p:spPr>
            <a:xfrm>
              <a:off x="5507685" y="1993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6" name="pt17786"/>
            <p:cNvSpPr/>
            <p:nvPr/>
          </p:nvSpPr>
          <p:spPr>
            <a:xfrm>
              <a:off x="5261246" y="220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7" name="pt17787"/>
            <p:cNvSpPr/>
            <p:nvPr/>
          </p:nvSpPr>
          <p:spPr>
            <a:xfrm>
              <a:off x="5223819" y="21374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8" name="pt17788"/>
            <p:cNvSpPr/>
            <p:nvPr/>
          </p:nvSpPr>
          <p:spPr>
            <a:xfrm>
              <a:off x="5456605" y="2075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9" name="pt17789"/>
            <p:cNvSpPr/>
            <p:nvPr/>
          </p:nvSpPr>
          <p:spPr>
            <a:xfrm>
              <a:off x="5621062" y="1910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0" name="pt17790"/>
            <p:cNvSpPr/>
            <p:nvPr/>
          </p:nvSpPr>
          <p:spPr>
            <a:xfrm>
              <a:off x="5386884" y="2076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1" name="pt17791"/>
            <p:cNvSpPr/>
            <p:nvPr/>
          </p:nvSpPr>
          <p:spPr>
            <a:xfrm>
              <a:off x="4987890" y="1816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2" name="pt17792"/>
            <p:cNvSpPr/>
            <p:nvPr/>
          </p:nvSpPr>
          <p:spPr>
            <a:xfrm>
              <a:off x="5494610" y="2160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3" name="pt17793"/>
            <p:cNvSpPr/>
            <p:nvPr/>
          </p:nvSpPr>
          <p:spPr>
            <a:xfrm>
              <a:off x="5589591" y="16246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4" name="pt17794"/>
            <p:cNvSpPr/>
            <p:nvPr/>
          </p:nvSpPr>
          <p:spPr>
            <a:xfrm>
              <a:off x="5612877" y="1943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5" name="pt17795"/>
            <p:cNvSpPr/>
            <p:nvPr/>
          </p:nvSpPr>
          <p:spPr>
            <a:xfrm>
              <a:off x="5655629" y="1894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6" name="pt17796"/>
            <p:cNvSpPr/>
            <p:nvPr/>
          </p:nvSpPr>
          <p:spPr>
            <a:xfrm>
              <a:off x="5471166" y="2214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7" name="pt17797"/>
            <p:cNvSpPr/>
            <p:nvPr/>
          </p:nvSpPr>
          <p:spPr>
            <a:xfrm>
              <a:off x="5838877" y="1972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8" name="pt17798"/>
            <p:cNvSpPr/>
            <p:nvPr/>
          </p:nvSpPr>
          <p:spPr>
            <a:xfrm>
              <a:off x="5106889" y="1919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9" name="pt17799"/>
            <p:cNvSpPr/>
            <p:nvPr/>
          </p:nvSpPr>
          <p:spPr>
            <a:xfrm>
              <a:off x="4664636" y="26938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0" name="pt17800"/>
            <p:cNvSpPr/>
            <p:nvPr/>
          </p:nvSpPr>
          <p:spPr>
            <a:xfrm>
              <a:off x="5288317" y="2063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1" name="pt17801"/>
            <p:cNvSpPr/>
            <p:nvPr/>
          </p:nvSpPr>
          <p:spPr>
            <a:xfrm>
              <a:off x="5102369" y="2199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2" name="pt17802"/>
            <p:cNvSpPr/>
            <p:nvPr/>
          </p:nvSpPr>
          <p:spPr>
            <a:xfrm>
              <a:off x="5329136" y="2153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3" name="pt17803"/>
            <p:cNvSpPr/>
            <p:nvPr/>
          </p:nvSpPr>
          <p:spPr>
            <a:xfrm>
              <a:off x="5053347" y="27006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4" name="pt17804"/>
            <p:cNvSpPr/>
            <p:nvPr/>
          </p:nvSpPr>
          <p:spPr>
            <a:xfrm>
              <a:off x="5411336" y="2142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5" name="pt17805"/>
            <p:cNvSpPr/>
            <p:nvPr/>
          </p:nvSpPr>
          <p:spPr>
            <a:xfrm>
              <a:off x="5415745" y="228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6" name="pt17806"/>
            <p:cNvSpPr/>
            <p:nvPr/>
          </p:nvSpPr>
          <p:spPr>
            <a:xfrm>
              <a:off x="4698281" y="2465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7" name="pt17807"/>
            <p:cNvSpPr/>
            <p:nvPr/>
          </p:nvSpPr>
          <p:spPr>
            <a:xfrm>
              <a:off x="5591080" y="1718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8" name="pt17808"/>
            <p:cNvSpPr/>
            <p:nvPr/>
          </p:nvSpPr>
          <p:spPr>
            <a:xfrm>
              <a:off x="5364311" y="201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9" name="pt17809"/>
            <p:cNvSpPr/>
            <p:nvPr/>
          </p:nvSpPr>
          <p:spPr>
            <a:xfrm>
              <a:off x="5022952" y="2447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0" name="pt17810"/>
            <p:cNvSpPr/>
            <p:nvPr/>
          </p:nvSpPr>
          <p:spPr>
            <a:xfrm>
              <a:off x="5319931" y="2193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1" name="pt17811"/>
            <p:cNvSpPr/>
            <p:nvPr/>
          </p:nvSpPr>
          <p:spPr>
            <a:xfrm>
              <a:off x="5327431" y="2137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2" name="pt17812"/>
            <p:cNvSpPr/>
            <p:nvPr/>
          </p:nvSpPr>
          <p:spPr>
            <a:xfrm>
              <a:off x="5496807" y="1945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3" name="pt17813"/>
            <p:cNvSpPr/>
            <p:nvPr/>
          </p:nvSpPr>
          <p:spPr>
            <a:xfrm>
              <a:off x="5123542" y="1935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4" name="pt17814"/>
            <p:cNvSpPr/>
            <p:nvPr/>
          </p:nvSpPr>
          <p:spPr>
            <a:xfrm>
              <a:off x="5741891" y="1806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5" name="pt17815"/>
            <p:cNvSpPr/>
            <p:nvPr/>
          </p:nvSpPr>
          <p:spPr>
            <a:xfrm>
              <a:off x="5357916" y="20399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6" name="pt17816"/>
            <p:cNvSpPr/>
            <p:nvPr/>
          </p:nvSpPr>
          <p:spPr>
            <a:xfrm>
              <a:off x="5314428" y="2133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7" name="pt17817"/>
            <p:cNvSpPr/>
            <p:nvPr/>
          </p:nvSpPr>
          <p:spPr>
            <a:xfrm>
              <a:off x="5468947" y="2249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8" name="pt17818"/>
            <p:cNvSpPr/>
            <p:nvPr/>
          </p:nvSpPr>
          <p:spPr>
            <a:xfrm>
              <a:off x="4941870" y="2270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9" name="pt17819"/>
            <p:cNvSpPr/>
            <p:nvPr/>
          </p:nvSpPr>
          <p:spPr>
            <a:xfrm>
              <a:off x="5323668" y="2122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0" name="pt17820"/>
            <p:cNvSpPr/>
            <p:nvPr/>
          </p:nvSpPr>
          <p:spPr>
            <a:xfrm>
              <a:off x="5782544" y="1920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1" name="pt17821"/>
            <p:cNvSpPr/>
            <p:nvPr/>
          </p:nvSpPr>
          <p:spPr>
            <a:xfrm>
              <a:off x="5062877" y="2592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2" name="pt17822"/>
            <p:cNvSpPr/>
            <p:nvPr/>
          </p:nvSpPr>
          <p:spPr>
            <a:xfrm>
              <a:off x="5280367" y="1994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3" name="pt17823"/>
            <p:cNvSpPr/>
            <p:nvPr/>
          </p:nvSpPr>
          <p:spPr>
            <a:xfrm>
              <a:off x="5307376" y="2095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4" name="pt17824"/>
            <p:cNvSpPr/>
            <p:nvPr/>
          </p:nvSpPr>
          <p:spPr>
            <a:xfrm>
              <a:off x="4999295" y="25937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5" name="pt17825"/>
            <p:cNvSpPr/>
            <p:nvPr/>
          </p:nvSpPr>
          <p:spPr>
            <a:xfrm>
              <a:off x="5380139" y="1976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6" name="pt17826"/>
            <p:cNvSpPr/>
            <p:nvPr/>
          </p:nvSpPr>
          <p:spPr>
            <a:xfrm>
              <a:off x="5223330" y="2146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7" name="pt17827"/>
            <p:cNvSpPr/>
            <p:nvPr/>
          </p:nvSpPr>
          <p:spPr>
            <a:xfrm>
              <a:off x="5414322" y="2041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8" name="pt17828"/>
            <p:cNvSpPr/>
            <p:nvPr/>
          </p:nvSpPr>
          <p:spPr>
            <a:xfrm>
              <a:off x="5040994" y="2562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9" name="pt17829"/>
            <p:cNvSpPr/>
            <p:nvPr/>
          </p:nvSpPr>
          <p:spPr>
            <a:xfrm>
              <a:off x="5724795" y="2177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0" name="pt17830"/>
            <p:cNvSpPr/>
            <p:nvPr/>
          </p:nvSpPr>
          <p:spPr>
            <a:xfrm>
              <a:off x="5158315" y="2159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1" name="pt17831"/>
            <p:cNvSpPr/>
            <p:nvPr/>
          </p:nvSpPr>
          <p:spPr>
            <a:xfrm>
              <a:off x="5309765" y="2221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2" name="pt17832"/>
            <p:cNvSpPr/>
            <p:nvPr/>
          </p:nvSpPr>
          <p:spPr>
            <a:xfrm>
              <a:off x="5382125" y="20695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3" name="pt17833"/>
            <p:cNvSpPr/>
            <p:nvPr/>
          </p:nvSpPr>
          <p:spPr>
            <a:xfrm>
              <a:off x="5194085" y="2186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4" name="pt17834"/>
            <p:cNvSpPr/>
            <p:nvPr/>
          </p:nvSpPr>
          <p:spPr>
            <a:xfrm>
              <a:off x="5146456" y="2067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5" name="pt17835"/>
            <p:cNvSpPr/>
            <p:nvPr/>
          </p:nvSpPr>
          <p:spPr>
            <a:xfrm>
              <a:off x="5293841" y="2220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6" name="pt17836"/>
            <p:cNvSpPr/>
            <p:nvPr/>
          </p:nvSpPr>
          <p:spPr>
            <a:xfrm>
              <a:off x="5280938" y="1978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7" name="pt17837"/>
            <p:cNvSpPr/>
            <p:nvPr/>
          </p:nvSpPr>
          <p:spPr>
            <a:xfrm>
              <a:off x="5463806" y="21654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8" name="pt17838"/>
            <p:cNvSpPr/>
            <p:nvPr/>
          </p:nvSpPr>
          <p:spPr>
            <a:xfrm>
              <a:off x="5508829" y="1991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9" name="pt17839"/>
            <p:cNvSpPr/>
            <p:nvPr/>
          </p:nvSpPr>
          <p:spPr>
            <a:xfrm>
              <a:off x="5500737" y="1995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0" name="pt17840"/>
            <p:cNvSpPr/>
            <p:nvPr/>
          </p:nvSpPr>
          <p:spPr>
            <a:xfrm>
              <a:off x="5057572" y="2547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1" name="pt17841"/>
            <p:cNvSpPr/>
            <p:nvPr/>
          </p:nvSpPr>
          <p:spPr>
            <a:xfrm>
              <a:off x="5244647" y="1942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2" name="pt17842"/>
            <p:cNvSpPr/>
            <p:nvPr/>
          </p:nvSpPr>
          <p:spPr>
            <a:xfrm>
              <a:off x="5376452" y="2106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3" name="pt17843"/>
            <p:cNvSpPr/>
            <p:nvPr/>
          </p:nvSpPr>
          <p:spPr>
            <a:xfrm>
              <a:off x="5206309" y="2028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4" name="pt17844"/>
            <p:cNvSpPr/>
            <p:nvPr/>
          </p:nvSpPr>
          <p:spPr>
            <a:xfrm>
              <a:off x="4958963" y="2450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5" name="pt17845"/>
            <p:cNvSpPr/>
            <p:nvPr/>
          </p:nvSpPr>
          <p:spPr>
            <a:xfrm>
              <a:off x="5442876" y="2048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6" name="pt17846"/>
            <p:cNvSpPr/>
            <p:nvPr/>
          </p:nvSpPr>
          <p:spPr>
            <a:xfrm>
              <a:off x="5730064" y="1927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7" name="pt17847"/>
            <p:cNvSpPr/>
            <p:nvPr/>
          </p:nvSpPr>
          <p:spPr>
            <a:xfrm>
              <a:off x="4877047" y="26518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8" name="pt17848"/>
            <p:cNvSpPr/>
            <p:nvPr/>
          </p:nvSpPr>
          <p:spPr>
            <a:xfrm>
              <a:off x="5431859" y="2052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9" name="pt17849"/>
            <p:cNvSpPr/>
            <p:nvPr/>
          </p:nvSpPr>
          <p:spPr>
            <a:xfrm>
              <a:off x="5497827" y="2002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0" name="pt17850"/>
            <p:cNvSpPr/>
            <p:nvPr/>
          </p:nvSpPr>
          <p:spPr>
            <a:xfrm>
              <a:off x="5639838" y="1614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1" name="pt17851"/>
            <p:cNvSpPr/>
            <p:nvPr/>
          </p:nvSpPr>
          <p:spPr>
            <a:xfrm>
              <a:off x="5077496" y="2225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2" name="pt17852"/>
            <p:cNvSpPr/>
            <p:nvPr/>
          </p:nvSpPr>
          <p:spPr>
            <a:xfrm>
              <a:off x="5294634" y="2126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3" name="pt17853"/>
            <p:cNvSpPr/>
            <p:nvPr/>
          </p:nvSpPr>
          <p:spPr>
            <a:xfrm>
              <a:off x="4913909" y="2047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4" name="pt17854"/>
            <p:cNvSpPr/>
            <p:nvPr/>
          </p:nvSpPr>
          <p:spPr>
            <a:xfrm>
              <a:off x="5695634" y="1867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5" name="pt17855"/>
            <p:cNvSpPr/>
            <p:nvPr/>
          </p:nvSpPr>
          <p:spPr>
            <a:xfrm>
              <a:off x="5287379" y="2022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6" name="pt17856"/>
            <p:cNvSpPr/>
            <p:nvPr/>
          </p:nvSpPr>
          <p:spPr>
            <a:xfrm>
              <a:off x="5404748" y="22756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7" name="pt17857"/>
            <p:cNvSpPr/>
            <p:nvPr/>
          </p:nvSpPr>
          <p:spPr>
            <a:xfrm>
              <a:off x="5729687" y="2052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8" name="pt17858"/>
            <p:cNvSpPr/>
            <p:nvPr/>
          </p:nvSpPr>
          <p:spPr>
            <a:xfrm>
              <a:off x="5319437" y="22694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9" name="pt17859"/>
            <p:cNvSpPr/>
            <p:nvPr/>
          </p:nvSpPr>
          <p:spPr>
            <a:xfrm>
              <a:off x="5627666" y="1764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0" name="pt17860"/>
            <p:cNvSpPr/>
            <p:nvPr/>
          </p:nvSpPr>
          <p:spPr>
            <a:xfrm>
              <a:off x="5416531" y="21237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1" name="pt17861"/>
            <p:cNvSpPr/>
            <p:nvPr/>
          </p:nvSpPr>
          <p:spPr>
            <a:xfrm>
              <a:off x="5061772" y="2364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2" name="pt17862"/>
            <p:cNvSpPr/>
            <p:nvPr/>
          </p:nvSpPr>
          <p:spPr>
            <a:xfrm>
              <a:off x="5180079" y="20620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3" name="pt17863"/>
            <p:cNvSpPr/>
            <p:nvPr/>
          </p:nvSpPr>
          <p:spPr>
            <a:xfrm>
              <a:off x="5646654" y="1822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4" name="pt17864"/>
            <p:cNvSpPr/>
            <p:nvPr/>
          </p:nvSpPr>
          <p:spPr>
            <a:xfrm>
              <a:off x="5523352" y="1848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5" name="pt17865"/>
            <p:cNvSpPr/>
            <p:nvPr/>
          </p:nvSpPr>
          <p:spPr>
            <a:xfrm>
              <a:off x="5101890" y="2317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6" name="pt17866"/>
            <p:cNvSpPr/>
            <p:nvPr/>
          </p:nvSpPr>
          <p:spPr>
            <a:xfrm>
              <a:off x="5503715" y="2146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7" name="pt17867"/>
            <p:cNvSpPr/>
            <p:nvPr/>
          </p:nvSpPr>
          <p:spPr>
            <a:xfrm>
              <a:off x="4563031" y="2752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8" name="pt17868"/>
            <p:cNvSpPr/>
            <p:nvPr/>
          </p:nvSpPr>
          <p:spPr>
            <a:xfrm>
              <a:off x="5230087" y="22176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9" name="pt17869"/>
            <p:cNvSpPr/>
            <p:nvPr/>
          </p:nvSpPr>
          <p:spPr>
            <a:xfrm>
              <a:off x="5511466" y="2049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0" name="pt17870"/>
            <p:cNvSpPr/>
            <p:nvPr/>
          </p:nvSpPr>
          <p:spPr>
            <a:xfrm>
              <a:off x="5325151" y="2115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1" name="pt17871"/>
            <p:cNvSpPr/>
            <p:nvPr/>
          </p:nvSpPr>
          <p:spPr>
            <a:xfrm>
              <a:off x="5112358" y="2171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2" name="pt17872"/>
            <p:cNvSpPr/>
            <p:nvPr/>
          </p:nvSpPr>
          <p:spPr>
            <a:xfrm>
              <a:off x="5902196" y="2181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3" name="pt17873"/>
            <p:cNvSpPr/>
            <p:nvPr/>
          </p:nvSpPr>
          <p:spPr>
            <a:xfrm>
              <a:off x="5163605" y="2245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4" name="pt17874"/>
            <p:cNvSpPr/>
            <p:nvPr/>
          </p:nvSpPr>
          <p:spPr>
            <a:xfrm>
              <a:off x="5239565" y="2081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5" name="pt17875"/>
            <p:cNvSpPr/>
            <p:nvPr/>
          </p:nvSpPr>
          <p:spPr>
            <a:xfrm>
              <a:off x="4980735" y="2119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6" name="pt17876"/>
            <p:cNvSpPr/>
            <p:nvPr/>
          </p:nvSpPr>
          <p:spPr>
            <a:xfrm>
              <a:off x="5705376" y="1911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7" name="pt17877"/>
            <p:cNvSpPr/>
            <p:nvPr/>
          </p:nvSpPr>
          <p:spPr>
            <a:xfrm>
              <a:off x="5065642" y="2479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8" name="pt17878"/>
            <p:cNvSpPr/>
            <p:nvPr/>
          </p:nvSpPr>
          <p:spPr>
            <a:xfrm>
              <a:off x="5519709" y="2090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9" name="pt17879"/>
            <p:cNvSpPr/>
            <p:nvPr/>
          </p:nvSpPr>
          <p:spPr>
            <a:xfrm>
              <a:off x="5426629" y="2228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0" name="pt17880"/>
            <p:cNvSpPr/>
            <p:nvPr/>
          </p:nvSpPr>
          <p:spPr>
            <a:xfrm>
              <a:off x="5108177" y="2229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1" name="pt17881"/>
            <p:cNvSpPr/>
            <p:nvPr/>
          </p:nvSpPr>
          <p:spPr>
            <a:xfrm>
              <a:off x="5460406" y="2095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2" name="pt17882"/>
            <p:cNvSpPr/>
            <p:nvPr/>
          </p:nvSpPr>
          <p:spPr>
            <a:xfrm>
              <a:off x="5284790" y="206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3" name="pt17883"/>
            <p:cNvSpPr/>
            <p:nvPr/>
          </p:nvSpPr>
          <p:spPr>
            <a:xfrm>
              <a:off x="5139646" y="2079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4" name="pt17884"/>
            <p:cNvSpPr/>
            <p:nvPr/>
          </p:nvSpPr>
          <p:spPr>
            <a:xfrm>
              <a:off x="5165038" y="2197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5" name="pt17885"/>
            <p:cNvSpPr/>
            <p:nvPr/>
          </p:nvSpPr>
          <p:spPr>
            <a:xfrm>
              <a:off x="5750641" y="192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6" name="pt17886"/>
            <p:cNvSpPr/>
            <p:nvPr/>
          </p:nvSpPr>
          <p:spPr>
            <a:xfrm>
              <a:off x="5072733" y="2225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7" name="pt17887"/>
            <p:cNvSpPr/>
            <p:nvPr/>
          </p:nvSpPr>
          <p:spPr>
            <a:xfrm>
              <a:off x="5075209" y="2116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8" name="pt17888"/>
            <p:cNvSpPr/>
            <p:nvPr/>
          </p:nvSpPr>
          <p:spPr>
            <a:xfrm>
              <a:off x="5791480" y="165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9" name="pt17889"/>
            <p:cNvSpPr/>
            <p:nvPr/>
          </p:nvSpPr>
          <p:spPr>
            <a:xfrm>
              <a:off x="5178894" y="2133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0" name="pt17890"/>
            <p:cNvSpPr/>
            <p:nvPr/>
          </p:nvSpPr>
          <p:spPr>
            <a:xfrm>
              <a:off x="5276570" y="20412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1" name="pt17891"/>
            <p:cNvSpPr/>
            <p:nvPr/>
          </p:nvSpPr>
          <p:spPr>
            <a:xfrm>
              <a:off x="5406744" y="2180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2" name="pt17892"/>
            <p:cNvSpPr/>
            <p:nvPr/>
          </p:nvSpPr>
          <p:spPr>
            <a:xfrm>
              <a:off x="5465859" y="2179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3" name="pt17893"/>
            <p:cNvSpPr/>
            <p:nvPr/>
          </p:nvSpPr>
          <p:spPr>
            <a:xfrm>
              <a:off x="5121667" y="2034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4" name="pt17894"/>
            <p:cNvSpPr/>
            <p:nvPr/>
          </p:nvSpPr>
          <p:spPr>
            <a:xfrm>
              <a:off x="5651385" y="1873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5" name="pt17895"/>
            <p:cNvSpPr/>
            <p:nvPr/>
          </p:nvSpPr>
          <p:spPr>
            <a:xfrm>
              <a:off x="5106598" y="2221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6" name="pt17896"/>
            <p:cNvSpPr/>
            <p:nvPr/>
          </p:nvSpPr>
          <p:spPr>
            <a:xfrm>
              <a:off x="5669912" y="2109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7" name="pt17897"/>
            <p:cNvSpPr/>
            <p:nvPr/>
          </p:nvSpPr>
          <p:spPr>
            <a:xfrm>
              <a:off x="5325762" y="2150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8" name="pt17898"/>
            <p:cNvSpPr/>
            <p:nvPr/>
          </p:nvSpPr>
          <p:spPr>
            <a:xfrm>
              <a:off x="5146263" y="2108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9" name="pt17899"/>
            <p:cNvSpPr/>
            <p:nvPr/>
          </p:nvSpPr>
          <p:spPr>
            <a:xfrm>
              <a:off x="5087594" y="228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0" name="pt17900"/>
            <p:cNvSpPr/>
            <p:nvPr/>
          </p:nvSpPr>
          <p:spPr>
            <a:xfrm>
              <a:off x="5375247" y="19085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1" name="pt17901"/>
            <p:cNvSpPr/>
            <p:nvPr/>
          </p:nvSpPr>
          <p:spPr>
            <a:xfrm>
              <a:off x="5657294" y="1980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2" name="pt17902"/>
            <p:cNvSpPr/>
            <p:nvPr/>
          </p:nvSpPr>
          <p:spPr>
            <a:xfrm>
              <a:off x="5232035" y="2146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3" name="pt17903"/>
            <p:cNvSpPr/>
            <p:nvPr/>
          </p:nvSpPr>
          <p:spPr>
            <a:xfrm>
              <a:off x="5261205" y="2265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4" name="pt17904"/>
            <p:cNvSpPr/>
            <p:nvPr/>
          </p:nvSpPr>
          <p:spPr>
            <a:xfrm>
              <a:off x="4855838" y="2693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5" name="pt17905"/>
            <p:cNvSpPr/>
            <p:nvPr/>
          </p:nvSpPr>
          <p:spPr>
            <a:xfrm>
              <a:off x="4825101" y="1966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6" name="pt17906"/>
            <p:cNvSpPr/>
            <p:nvPr/>
          </p:nvSpPr>
          <p:spPr>
            <a:xfrm>
              <a:off x="5095730" y="2197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7" name="pt17907"/>
            <p:cNvSpPr/>
            <p:nvPr/>
          </p:nvSpPr>
          <p:spPr>
            <a:xfrm>
              <a:off x="5406052" y="2275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8" name="pt17908"/>
            <p:cNvSpPr/>
            <p:nvPr/>
          </p:nvSpPr>
          <p:spPr>
            <a:xfrm>
              <a:off x="5365038" y="1870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9" name="pt17909"/>
            <p:cNvSpPr/>
            <p:nvPr/>
          </p:nvSpPr>
          <p:spPr>
            <a:xfrm>
              <a:off x="5034478" y="2717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0" name="pt17910"/>
            <p:cNvSpPr/>
            <p:nvPr/>
          </p:nvSpPr>
          <p:spPr>
            <a:xfrm>
              <a:off x="5288640" y="20195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1" name="pt17911"/>
            <p:cNvSpPr/>
            <p:nvPr/>
          </p:nvSpPr>
          <p:spPr>
            <a:xfrm>
              <a:off x="5374473" y="2090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2" name="pt17912"/>
            <p:cNvSpPr/>
            <p:nvPr/>
          </p:nvSpPr>
          <p:spPr>
            <a:xfrm>
              <a:off x="5743463" y="1868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3" name="pt17913"/>
            <p:cNvSpPr/>
            <p:nvPr/>
          </p:nvSpPr>
          <p:spPr>
            <a:xfrm>
              <a:off x="5862324" y="1641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4" name="pt17914"/>
            <p:cNvSpPr/>
            <p:nvPr/>
          </p:nvSpPr>
          <p:spPr>
            <a:xfrm>
              <a:off x="5036721" y="2692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5" name="pt17915"/>
            <p:cNvSpPr/>
            <p:nvPr/>
          </p:nvSpPr>
          <p:spPr>
            <a:xfrm>
              <a:off x="5138888" y="1985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6" name="pt17916"/>
            <p:cNvSpPr/>
            <p:nvPr/>
          </p:nvSpPr>
          <p:spPr>
            <a:xfrm>
              <a:off x="5679425" y="1929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7" name="pt17917"/>
            <p:cNvSpPr/>
            <p:nvPr/>
          </p:nvSpPr>
          <p:spPr>
            <a:xfrm>
              <a:off x="5054504" y="2715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8" name="pt17918"/>
            <p:cNvSpPr/>
            <p:nvPr/>
          </p:nvSpPr>
          <p:spPr>
            <a:xfrm>
              <a:off x="5277148" y="2048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9" name="pt17919"/>
            <p:cNvSpPr/>
            <p:nvPr/>
          </p:nvSpPr>
          <p:spPr>
            <a:xfrm>
              <a:off x="5189945" y="2117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0" name="pt17920"/>
            <p:cNvSpPr/>
            <p:nvPr/>
          </p:nvSpPr>
          <p:spPr>
            <a:xfrm>
              <a:off x="5323090" y="2283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1" name="pt17921"/>
            <p:cNvSpPr/>
            <p:nvPr/>
          </p:nvSpPr>
          <p:spPr>
            <a:xfrm>
              <a:off x="5036060" y="26906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2" name="pt17922"/>
            <p:cNvSpPr/>
            <p:nvPr/>
          </p:nvSpPr>
          <p:spPr>
            <a:xfrm>
              <a:off x="5618428" y="1972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3" name="pt17923"/>
            <p:cNvSpPr/>
            <p:nvPr/>
          </p:nvSpPr>
          <p:spPr>
            <a:xfrm>
              <a:off x="5059792" y="2470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4" name="pt17924"/>
            <p:cNvSpPr/>
            <p:nvPr/>
          </p:nvSpPr>
          <p:spPr>
            <a:xfrm>
              <a:off x="5280783" y="2038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5" name="pt17925"/>
            <p:cNvSpPr/>
            <p:nvPr/>
          </p:nvSpPr>
          <p:spPr>
            <a:xfrm>
              <a:off x="5286386" y="2080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6" name="pt17926"/>
            <p:cNvSpPr/>
            <p:nvPr/>
          </p:nvSpPr>
          <p:spPr>
            <a:xfrm>
              <a:off x="5090114" y="21842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7" name="pt17927"/>
            <p:cNvSpPr/>
            <p:nvPr/>
          </p:nvSpPr>
          <p:spPr>
            <a:xfrm>
              <a:off x="5163937" y="2118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8" name="pt17928"/>
            <p:cNvSpPr/>
            <p:nvPr/>
          </p:nvSpPr>
          <p:spPr>
            <a:xfrm>
              <a:off x="5086433" y="22203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9" name="pt17929"/>
            <p:cNvSpPr/>
            <p:nvPr/>
          </p:nvSpPr>
          <p:spPr>
            <a:xfrm>
              <a:off x="5324934" y="21732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0" name="pt17930"/>
            <p:cNvSpPr/>
            <p:nvPr/>
          </p:nvSpPr>
          <p:spPr>
            <a:xfrm>
              <a:off x="5580044" y="1586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1" name="pt17931"/>
            <p:cNvSpPr/>
            <p:nvPr/>
          </p:nvSpPr>
          <p:spPr>
            <a:xfrm>
              <a:off x="5369869" y="1996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2" name="pt17932"/>
            <p:cNvSpPr/>
            <p:nvPr/>
          </p:nvSpPr>
          <p:spPr>
            <a:xfrm>
              <a:off x="5577206" y="16245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3" name="pt17933"/>
            <p:cNvSpPr/>
            <p:nvPr/>
          </p:nvSpPr>
          <p:spPr>
            <a:xfrm>
              <a:off x="5659311" y="195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4" name="pt17934"/>
            <p:cNvSpPr/>
            <p:nvPr/>
          </p:nvSpPr>
          <p:spPr>
            <a:xfrm>
              <a:off x="4808450" y="1888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5" name="pt17935"/>
            <p:cNvSpPr/>
            <p:nvPr/>
          </p:nvSpPr>
          <p:spPr>
            <a:xfrm>
              <a:off x="5568868" y="1865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6" name="pt17936"/>
            <p:cNvSpPr/>
            <p:nvPr/>
          </p:nvSpPr>
          <p:spPr>
            <a:xfrm>
              <a:off x="5101996" y="2182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7" name="pt17937"/>
            <p:cNvSpPr/>
            <p:nvPr/>
          </p:nvSpPr>
          <p:spPr>
            <a:xfrm>
              <a:off x="5825257" y="16648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8" name="pt17938"/>
            <p:cNvSpPr/>
            <p:nvPr/>
          </p:nvSpPr>
          <p:spPr>
            <a:xfrm>
              <a:off x="5290822" y="2069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9" name="pt17939"/>
            <p:cNvSpPr/>
            <p:nvPr/>
          </p:nvSpPr>
          <p:spPr>
            <a:xfrm>
              <a:off x="5138484" y="203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0" name="pt17940"/>
            <p:cNvSpPr/>
            <p:nvPr/>
          </p:nvSpPr>
          <p:spPr>
            <a:xfrm>
              <a:off x="5319173" y="2313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1" name="pt17941"/>
            <p:cNvSpPr/>
            <p:nvPr/>
          </p:nvSpPr>
          <p:spPr>
            <a:xfrm>
              <a:off x="5344799" y="2143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2" name="pt17942"/>
            <p:cNvSpPr/>
            <p:nvPr/>
          </p:nvSpPr>
          <p:spPr>
            <a:xfrm>
              <a:off x="5452887" y="2214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3" name="pt17943"/>
            <p:cNvSpPr/>
            <p:nvPr/>
          </p:nvSpPr>
          <p:spPr>
            <a:xfrm>
              <a:off x="5773645" y="1575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4" name="pt17944"/>
            <p:cNvSpPr/>
            <p:nvPr/>
          </p:nvSpPr>
          <p:spPr>
            <a:xfrm>
              <a:off x="5219846" y="2269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5" name="pt17945"/>
            <p:cNvSpPr/>
            <p:nvPr/>
          </p:nvSpPr>
          <p:spPr>
            <a:xfrm>
              <a:off x="5338558" y="2098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6" name="pt17946"/>
            <p:cNvSpPr/>
            <p:nvPr/>
          </p:nvSpPr>
          <p:spPr>
            <a:xfrm>
              <a:off x="5412147" y="22696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7" name="pt17947"/>
            <p:cNvSpPr/>
            <p:nvPr/>
          </p:nvSpPr>
          <p:spPr>
            <a:xfrm>
              <a:off x="4929041" y="2200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8" name="pt17948"/>
            <p:cNvSpPr/>
            <p:nvPr/>
          </p:nvSpPr>
          <p:spPr>
            <a:xfrm>
              <a:off x="5075325" y="2317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9" name="pt17949"/>
            <p:cNvSpPr/>
            <p:nvPr/>
          </p:nvSpPr>
          <p:spPr>
            <a:xfrm>
              <a:off x="5702396" y="1848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0" name="pt17950"/>
            <p:cNvSpPr/>
            <p:nvPr/>
          </p:nvSpPr>
          <p:spPr>
            <a:xfrm>
              <a:off x="4658237" y="2293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1" name="pt17951"/>
            <p:cNvSpPr/>
            <p:nvPr/>
          </p:nvSpPr>
          <p:spPr>
            <a:xfrm>
              <a:off x="5479625" y="2218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2" name="pt17952"/>
            <p:cNvSpPr/>
            <p:nvPr/>
          </p:nvSpPr>
          <p:spPr>
            <a:xfrm>
              <a:off x="5578516" y="1664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3" name="pt17953"/>
            <p:cNvSpPr/>
            <p:nvPr/>
          </p:nvSpPr>
          <p:spPr>
            <a:xfrm>
              <a:off x="5327659" y="20107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4" name="pt17954"/>
            <p:cNvSpPr/>
            <p:nvPr/>
          </p:nvSpPr>
          <p:spPr>
            <a:xfrm>
              <a:off x="5251011" y="22965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5" name="pt17955"/>
            <p:cNvSpPr/>
            <p:nvPr/>
          </p:nvSpPr>
          <p:spPr>
            <a:xfrm>
              <a:off x="5166243" y="2213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6" name="pt17956"/>
            <p:cNvSpPr/>
            <p:nvPr/>
          </p:nvSpPr>
          <p:spPr>
            <a:xfrm>
              <a:off x="5405627" y="2181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7" name="pt17957"/>
            <p:cNvSpPr/>
            <p:nvPr/>
          </p:nvSpPr>
          <p:spPr>
            <a:xfrm>
              <a:off x="5442426" y="2082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8" name="pt17958"/>
            <p:cNvSpPr/>
            <p:nvPr/>
          </p:nvSpPr>
          <p:spPr>
            <a:xfrm>
              <a:off x="5203279" y="19745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9" name="pt17959"/>
            <p:cNvSpPr/>
            <p:nvPr/>
          </p:nvSpPr>
          <p:spPr>
            <a:xfrm>
              <a:off x="5444829" y="2053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0" name="pt17960"/>
            <p:cNvSpPr/>
            <p:nvPr/>
          </p:nvSpPr>
          <p:spPr>
            <a:xfrm>
              <a:off x="5427765" y="22214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1" name="pt17961"/>
            <p:cNvSpPr/>
            <p:nvPr/>
          </p:nvSpPr>
          <p:spPr>
            <a:xfrm>
              <a:off x="5508551" y="1949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2" name="pt17962"/>
            <p:cNvSpPr/>
            <p:nvPr/>
          </p:nvSpPr>
          <p:spPr>
            <a:xfrm>
              <a:off x="5508826" y="2137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3" name="pt17963"/>
            <p:cNvSpPr/>
            <p:nvPr/>
          </p:nvSpPr>
          <p:spPr>
            <a:xfrm>
              <a:off x="5300117" y="2231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4" name="pt17964"/>
            <p:cNvSpPr/>
            <p:nvPr/>
          </p:nvSpPr>
          <p:spPr>
            <a:xfrm>
              <a:off x="5273927" y="2042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5" name="pt17965"/>
            <p:cNvSpPr/>
            <p:nvPr/>
          </p:nvSpPr>
          <p:spPr>
            <a:xfrm>
              <a:off x="4983236" y="2192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6" name="pt17966"/>
            <p:cNvSpPr/>
            <p:nvPr/>
          </p:nvSpPr>
          <p:spPr>
            <a:xfrm>
              <a:off x="5495282" y="1869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7" name="pt17967"/>
            <p:cNvSpPr/>
            <p:nvPr/>
          </p:nvSpPr>
          <p:spPr>
            <a:xfrm>
              <a:off x="4834029" y="1991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8" name="pt17968"/>
            <p:cNvSpPr/>
            <p:nvPr/>
          </p:nvSpPr>
          <p:spPr>
            <a:xfrm>
              <a:off x="5333592" y="2134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9" name="pt17969"/>
            <p:cNvSpPr/>
            <p:nvPr/>
          </p:nvSpPr>
          <p:spPr>
            <a:xfrm>
              <a:off x="5932857" y="16713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0" name="pt17970"/>
            <p:cNvSpPr/>
            <p:nvPr/>
          </p:nvSpPr>
          <p:spPr>
            <a:xfrm>
              <a:off x="4968499" y="2614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1" name="pt17971"/>
            <p:cNvSpPr/>
            <p:nvPr/>
          </p:nvSpPr>
          <p:spPr>
            <a:xfrm>
              <a:off x="5361472" y="2028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2" name="pt17972"/>
            <p:cNvSpPr/>
            <p:nvPr/>
          </p:nvSpPr>
          <p:spPr>
            <a:xfrm>
              <a:off x="5141408" y="20460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3" name="pt17973"/>
            <p:cNvSpPr/>
            <p:nvPr/>
          </p:nvSpPr>
          <p:spPr>
            <a:xfrm>
              <a:off x="4946679" y="2391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4" name="pt17974"/>
            <p:cNvSpPr/>
            <p:nvPr/>
          </p:nvSpPr>
          <p:spPr>
            <a:xfrm>
              <a:off x="5650471" y="1920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5" name="pt17975"/>
            <p:cNvSpPr/>
            <p:nvPr/>
          </p:nvSpPr>
          <p:spPr>
            <a:xfrm>
              <a:off x="5284771" y="2055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6" name="pt17976"/>
            <p:cNvSpPr/>
            <p:nvPr/>
          </p:nvSpPr>
          <p:spPr>
            <a:xfrm>
              <a:off x="5241457" y="19546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7" name="pt17977"/>
            <p:cNvSpPr/>
            <p:nvPr/>
          </p:nvSpPr>
          <p:spPr>
            <a:xfrm>
              <a:off x="5562933" y="1812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8" name="pt17978"/>
            <p:cNvSpPr/>
            <p:nvPr/>
          </p:nvSpPr>
          <p:spPr>
            <a:xfrm>
              <a:off x="5465354" y="2124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9" name="pt17979"/>
            <p:cNvSpPr/>
            <p:nvPr/>
          </p:nvSpPr>
          <p:spPr>
            <a:xfrm>
              <a:off x="5882252" y="157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0" name="pt17980"/>
            <p:cNvSpPr/>
            <p:nvPr/>
          </p:nvSpPr>
          <p:spPr>
            <a:xfrm>
              <a:off x="5554568" y="2005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1" name="pt17981"/>
            <p:cNvSpPr/>
            <p:nvPr/>
          </p:nvSpPr>
          <p:spPr>
            <a:xfrm>
              <a:off x="5673440" y="1927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2" name="pt17982"/>
            <p:cNvSpPr/>
            <p:nvPr/>
          </p:nvSpPr>
          <p:spPr>
            <a:xfrm>
              <a:off x="5293984" y="2191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3" name="pt17983"/>
            <p:cNvSpPr/>
            <p:nvPr/>
          </p:nvSpPr>
          <p:spPr>
            <a:xfrm>
              <a:off x="4941664" y="24510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4" name="pt17984"/>
            <p:cNvSpPr/>
            <p:nvPr/>
          </p:nvSpPr>
          <p:spPr>
            <a:xfrm>
              <a:off x="5036281" y="2555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5" name="pt17985"/>
            <p:cNvSpPr/>
            <p:nvPr/>
          </p:nvSpPr>
          <p:spPr>
            <a:xfrm>
              <a:off x="5663754" y="19319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6" name="pt17986"/>
            <p:cNvSpPr/>
            <p:nvPr/>
          </p:nvSpPr>
          <p:spPr>
            <a:xfrm>
              <a:off x="4826161" y="1709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7" name="pt17987"/>
            <p:cNvSpPr/>
            <p:nvPr/>
          </p:nvSpPr>
          <p:spPr>
            <a:xfrm>
              <a:off x="5752130" y="2040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8" name="pt17988"/>
            <p:cNvSpPr/>
            <p:nvPr/>
          </p:nvSpPr>
          <p:spPr>
            <a:xfrm>
              <a:off x="5423971" y="2123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9" name="pt17989"/>
            <p:cNvSpPr/>
            <p:nvPr/>
          </p:nvSpPr>
          <p:spPr>
            <a:xfrm>
              <a:off x="5039178" y="27422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0" name="pt17990"/>
            <p:cNvSpPr/>
            <p:nvPr/>
          </p:nvSpPr>
          <p:spPr>
            <a:xfrm>
              <a:off x="5215280" y="20559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1" name="pt17991"/>
            <p:cNvSpPr/>
            <p:nvPr/>
          </p:nvSpPr>
          <p:spPr>
            <a:xfrm>
              <a:off x="5516545" y="2005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2" name="pt17992"/>
            <p:cNvSpPr/>
            <p:nvPr/>
          </p:nvSpPr>
          <p:spPr>
            <a:xfrm>
              <a:off x="5374061" y="1952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3" name="pt17993"/>
            <p:cNvSpPr/>
            <p:nvPr/>
          </p:nvSpPr>
          <p:spPr>
            <a:xfrm>
              <a:off x="4822819" y="22966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4" name="pt17994"/>
            <p:cNvSpPr/>
            <p:nvPr/>
          </p:nvSpPr>
          <p:spPr>
            <a:xfrm>
              <a:off x="5569539" y="18423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5" name="pt17995"/>
            <p:cNvSpPr/>
            <p:nvPr/>
          </p:nvSpPr>
          <p:spPr>
            <a:xfrm>
              <a:off x="5163278" y="2165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6" name="pt17996"/>
            <p:cNvSpPr/>
            <p:nvPr/>
          </p:nvSpPr>
          <p:spPr>
            <a:xfrm>
              <a:off x="5458432" y="2201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7" name="pt17997"/>
            <p:cNvSpPr/>
            <p:nvPr/>
          </p:nvSpPr>
          <p:spPr>
            <a:xfrm>
              <a:off x="5524888" y="1911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8" name="pt17998"/>
            <p:cNvSpPr/>
            <p:nvPr/>
          </p:nvSpPr>
          <p:spPr>
            <a:xfrm>
              <a:off x="5080844" y="2270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9" name="pt17999"/>
            <p:cNvSpPr/>
            <p:nvPr/>
          </p:nvSpPr>
          <p:spPr>
            <a:xfrm>
              <a:off x="5124355" y="2094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0" name="pt18000"/>
            <p:cNvSpPr/>
            <p:nvPr/>
          </p:nvSpPr>
          <p:spPr>
            <a:xfrm>
              <a:off x="5032012" y="2724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1" name="pt18001"/>
            <p:cNvSpPr/>
            <p:nvPr/>
          </p:nvSpPr>
          <p:spPr>
            <a:xfrm>
              <a:off x="5558687" y="2100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2" name="pt18002"/>
            <p:cNvSpPr/>
            <p:nvPr/>
          </p:nvSpPr>
          <p:spPr>
            <a:xfrm>
              <a:off x="5400433" y="2134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3" name="pt18003"/>
            <p:cNvSpPr/>
            <p:nvPr/>
          </p:nvSpPr>
          <p:spPr>
            <a:xfrm>
              <a:off x="5355361" y="1999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4" name="pt18004"/>
            <p:cNvSpPr/>
            <p:nvPr/>
          </p:nvSpPr>
          <p:spPr>
            <a:xfrm>
              <a:off x="5840348" y="1489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5" name="pt18005"/>
            <p:cNvSpPr/>
            <p:nvPr/>
          </p:nvSpPr>
          <p:spPr>
            <a:xfrm>
              <a:off x="4948930" y="2373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6" name="pt18006"/>
            <p:cNvSpPr/>
            <p:nvPr/>
          </p:nvSpPr>
          <p:spPr>
            <a:xfrm>
              <a:off x="5420666" y="2222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7" name="pt18007"/>
            <p:cNvSpPr/>
            <p:nvPr/>
          </p:nvSpPr>
          <p:spPr>
            <a:xfrm>
              <a:off x="5351999" y="2017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8" name="pt18008"/>
            <p:cNvSpPr/>
            <p:nvPr/>
          </p:nvSpPr>
          <p:spPr>
            <a:xfrm>
              <a:off x="5579004" y="1805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9" name="pt18009"/>
            <p:cNvSpPr/>
            <p:nvPr/>
          </p:nvSpPr>
          <p:spPr>
            <a:xfrm>
              <a:off x="5127120" y="2003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0" name="pt18010"/>
            <p:cNvSpPr/>
            <p:nvPr/>
          </p:nvSpPr>
          <p:spPr>
            <a:xfrm>
              <a:off x="5361073" y="2082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1" name="pt18011"/>
            <p:cNvSpPr/>
            <p:nvPr/>
          </p:nvSpPr>
          <p:spPr>
            <a:xfrm>
              <a:off x="5141486" y="1944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2" name="pt18012"/>
            <p:cNvSpPr/>
            <p:nvPr/>
          </p:nvSpPr>
          <p:spPr>
            <a:xfrm>
              <a:off x="5290422" y="2223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3" name="pt18013"/>
            <p:cNvSpPr/>
            <p:nvPr/>
          </p:nvSpPr>
          <p:spPr>
            <a:xfrm>
              <a:off x="5264742" y="2178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4" name="pt18014"/>
            <p:cNvSpPr/>
            <p:nvPr/>
          </p:nvSpPr>
          <p:spPr>
            <a:xfrm>
              <a:off x="4913729" y="2077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5" name="pt18015"/>
            <p:cNvSpPr/>
            <p:nvPr/>
          </p:nvSpPr>
          <p:spPr>
            <a:xfrm>
              <a:off x="5659265" y="1900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6" name="pt18016"/>
            <p:cNvSpPr/>
            <p:nvPr/>
          </p:nvSpPr>
          <p:spPr>
            <a:xfrm>
              <a:off x="5365608" y="1831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7" name="pt18017"/>
            <p:cNvSpPr/>
            <p:nvPr/>
          </p:nvSpPr>
          <p:spPr>
            <a:xfrm>
              <a:off x="5093865" y="2217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8" name="pt18018"/>
            <p:cNvSpPr/>
            <p:nvPr/>
          </p:nvSpPr>
          <p:spPr>
            <a:xfrm>
              <a:off x="4719934" y="1973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9" name="pt18019"/>
            <p:cNvSpPr/>
            <p:nvPr/>
          </p:nvSpPr>
          <p:spPr>
            <a:xfrm>
              <a:off x="5498080" y="1867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0" name="pt18020"/>
            <p:cNvSpPr/>
            <p:nvPr/>
          </p:nvSpPr>
          <p:spPr>
            <a:xfrm>
              <a:off x="5378461" y="2055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1" name="pt18021"/>
            <p:cNvSpPr/>
            <p:nvPr/>
          </p:nvSpPr>
          <p:spPr>
            <a:xfrm>
              <a:off x="5262933" y="2133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2" name="pt18022"/>
            <p:cNvSpPr/>
            <p:nvPr/>
          </p:nvSpPr>
          <p:spPr>
            <a:xfrm>
              <a:off x="5386406" y="2077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3" name="pt18023"/>
            <p:cNvSpPr/>
            <p:nvPr/>
          </p:nvSpPr>
          <p:spPr>
            <a:xfrm>
              <a:off x="5847562" y="1902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4" name="pt18024"/>
            <p:cNvSpPr/>
            <p:nvPr/>
          </p:nvSpPr>
          <p:spPr>
            <a:xfrm>
              <a:off x="5364457" y="1924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5" name="pt18025"/>
            <p:cNvSpPr/>
            <p:nvPr/>
          </p:nvSpPr>
          <p:spPr>
            <a:xfrm>
              <a:off x="5314932" y="2104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6" name="pt18026"/>
            <p:cNvSpPr/>
            <p:nvPr/>
          </p:nvSpPr>
          <p:spPr>
            <a:xfrm>
              <a:off x="5495183" y="2108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7" name="pt18027"/>
            <p:cNvSpPr/>
            <p:nvPr/>
          </p:nvSpPr>
          <p:spPr>
            <a:xfrm>
              <a:off x="5499597" y="2019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8" name="pt18028"/>
            <p:cNvSpPr/>
            <p:nvPr/>
          </p:nvSpPr>
          <p:spPr>
            <a:xfrm>
              <a:off x="5628376" y="1844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9" name="pt18029"/>
            <p:cNvSpPr/>
            <p:nvPr/>
          </p:nvSpPr>
          <p:spPr>
            <a:xfrm>
              <a:off x="5568105" y="1798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0" name="pt18030"/>
            <p:cNvSpPr/>
            <p:nvPr/>
          </p:nvSpPr>
          <p:spPr>
            <a:xfrm>
              <a:off x="5220431" y="20933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1" name="pt18031"/>
            <p:cNvSpPr/>
            <p:nvPr/>
          </p:nvSpPr>
          <p:spPr>
            <a:xfrm>
              <a:off x="4839912" y="2414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2" name="pt18032"/>
            <p:cNvSpPr/>
            <p:nvPr/>
          </p:nvSpPr>
          <p:spPr>
            <a:xfrm>
              <a:off x="5251514" y="2224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3" name="pt18033"/>
            <p:cNvSpPr/>
            <p:nvPr/>
          </p:nvSpPr>
          <p:spPr>
            <a:xfrm>
              <a:off x="5433381" y="21772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4" name="pt18034"/>
            <p:cNvSpPr/>
            <p:nvPr/>
          </p:nvSpPr>
          <p:spPr>
            <a:xfrm>
              <a:off x="5533893" y="2077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5" name="pt18035"/>
            <p:cNvSpPr/>
            <p:nvPr/>
          </p:nvSpPr>
          <p:spPr>
            <a:xfrm>
              <a:off x="4807033" y="2320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6" name="pt18036"/>
            <p:cNvSpPr/>
            <p:nvPr/>
          </p:nvSpPr>
          <p:spPr>
            <a:xfrm>
              <a:off x="5636469" y="1896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7" name="pt18037"/>
            <p:cNvSpPr/>
            <p:nvPr/>
          </p:nvSpPr>
          <p:spPr>
            <a:xfrm>
              <a:off x="5655803" y="1795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8" name="pt18038"/>
            <p:cNvSpPr/>
            <p:nvPr/>
          </p:nvSpPr>
          <p:spPr>
            <a:xfrm>
              <a:off x="5157753" y="2049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9" name="pt18039"/>
            <p:cNvSpPr/>
            <p:nvPr/>
          </p:nvSpPr>
          <p:spPr>
            <a:xfrm>
              <a:off x="5544338" y="1902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0" name="pt18040"/>
            <p:cNvSpPr/>
            <p:nvPr/>
          </p:nvSpPr>
          <p:spPr>
            <a:xfrm>
              <a:off x="5709729" y="1863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1" name="pt18041"/>
            <p:cNvSpPr/>
            <p:nvPr/>
          </p:nvSpPr>
          <p:spPr>
            <a:xfrm>
              <a:off x="5051886" y="2799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2" name="pt18042"/>
            <p:cNvSpPr/>
            <p:nvPr/>
          </p:nvSpPr>
          <p:spPr>
            <a:xfrm>
              <a:off x="4824281" y="1751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3" name="pt18043"/>
            <p:cNvSpPr/>
            <p:nvPr/>
          </p:nvSpPr>
          <p:spPr>
            <a:xfrm>
              <a:off x="5735088" y="1970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4" name="pt18044"/>
            <p:cNvSpPr/>
            <p:nvPr/>
          </p:nvSpPr>
          <p:spPr>
            <a:xfrm>
              <a:off x="4991602" y="2108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5" name="pt18045"/>
            <p:cNvSpPr/>
            <p:nvPr/>
          </p:nvSpPr>
          <p:spPr>
            <a:xfrm>
              <a:off x="5322701" y="2244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6" name="pt18046"/>
            <p:cNvSpPr/>
            <p:nvPr/>
          </p:nvSpPr>
          <p:spPr>
            <a:xfrm>
              <a:off x="5223248" y="2159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7" name="pt18047"/>
            <p:cNvSpPr/>
            <p:nvPr/>
          </p:nvSpPr>
          <p:spPr>
            <a:xfrm>
              <a:off x="4479535" y="2360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8" name="pt18048"/>
            <p:cNvSpPr/>
            <p:nvPr/>
          </p:nvSpPr>
          <p:spPr>
            <a:xfrm>
              <a:off x="5578252" y="1576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9" name="pt18049"/>
            <p:cNvSpPr/>
            <p:nvPr/>
          </p:nvSpPr>
          <p:spPr>
            <a:xfrm>
              <a:off x="5439119" y="2069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0" name="pt18050"/>
            <p:cNvSpPr/>
            <p:nvPr/>
          </p:nvSpPr>
          <p:spPr>
            <a:xfrm>
              <a:off x="5301745" y="2201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1" name="pt18051"/>
            <p:cNvSpPr/>
            <p:nvPr/>
          </p:nvSpPr>
          <p:spPr>
            <a:xfrm>
              <a:off x="5204156" y="1969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2" name="pt18052"/>
            <p:cNvSpPr/>
            <p:nvPr/>
          </p:nvSpPr>
          <p:spPr>
            <a:xfrm>
              <a:off x="5781975" y="1589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3" name="pt18053"/>
            <p:cNvSpPr/>
            <p:nvPr/>
          </p:nvSpPr>
          <p:spPr>
            <a:xfrm>
              <a:off x="5000739" y="2523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4" name="pt18054"/>
            <p:cNvSpPr/>
            <p:nvPr/>
          </p:nvSpPr>
          <p:spPr>
            <a:xfrm>
              <a:off x="5203068" y="19887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5" name="pt18055"/>
            <p:cNvSpPr/>
            <p:nvPr/>
          </p:nvSpPr>
          <p:spPr>
            <a:xfrm>
              <a:off x="4963734" y="23098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6" name="pt18056"/>
            <p:cNvSpPr/>
            <p:nvPr/>
          </p:nvSpPr>
          <p:spPr>
            <a:xfrm>
              <a:off x="5151927" y="21320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7" name="pt18057"/>
            <p:cNvSpPr/>
            <p:nvPr/>
          </p:nvSpPr>
          <p:spPr>
            <a:xfrm>
              <a:off x="5285111" y="2016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8" name="pt18058"/>
            <p:cNvSpPr/>
            <p:nvPr/>
          </p:nvSpPr>
          <p:spPr>
            <a:xfrm>
              <a:off x="4824139" y="2092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9" name="pt18059"/>
            <p:cNvSpPr/>
            <p:nvPr/>
          </p:nvSpPr>
          <p:spPr>
            <a:xfrm>
              <a:off x="5027609" y="2569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0" name="pt18060"/>
            <p:cNvSpPr/>
            <p:nvPr/>
          </p:nvSpPr>
          <p:spPr>
            <a:xfrm>
              <a:off x="5089643" y="2195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1" name="pt18061"/>
            <p:cNvSpPr/>
            <p:nvPr/>
          </p:nvSpPr>
          <p:spPr>
            <a:xfrm>
              <a:off x="5521203" y="1945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2" name="pt18062"/>
            <p:cNvSpPr/>
            <p:nvPr/>
          </p:nvSpPr>
          <p:spPr>
            <a:xfrm>
              <a:off x="4786826" y="3096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3" name="pt18063"/>
            <p:cNvSpPr/>
            <p:nvPr/>
          </p:nvSpPr>
          <p:spPr>
            <a:xfrm>
              <a:off x="5269834" y="2255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4" name="pt18064"/>
            <p:cNvSpPr/>
            <p:nvPr/>
          </p:nvSpPr>
          <p:spPr>
            <a:xfrm>
              <a:off x="5121810" y="2133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5" name="pt18065"/>
            <p:cNvSpPr/>
            <p:nvPr/>
          </p:nvSpPr>
          <p:spPr>
            <a:xfrm>
              <a:off x="5408963" y="2141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6" name="pt18066"/>
            <p:cNvSpPr/>
            <p:nvPr/>
          </p:nvSpPr>
          <p:spPr>
            <a:xfrm>
              <a:off x="5619071" y="1958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7" name="pt18067"/>
            <p:cNvSpPr/>
            <p:nvPr/>
          </p:nvSpPr>
          <p:spPr>
            <a:xfrm>
              <a:off x="5677124" y="19187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8" name="pt18068"/>
            <p:cNvSpPr/>
            <p:nvPr/>
          </p:nvSpPr>
          <p:spPr>
            <a:xfrm>
              <a:off x="5339069" y="2173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9" name="pt18069"/>
            <p:cNvSpPr/>
            <p:nvPr/>
          </p:nvSpPr>
          <p:spPr>
            <a:xfrm>
              <a:off x="5299888" y="21809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0" name="pt18070"/>
            <p:cNvSpPr/>
            <p:nvPr/>
          </p:nvSpPr>
          <p:spPr>
            <a:xfrm>
              <a:off x="5046404" y="2805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1" name="pt18071"/>
            <p:cNvSpPr/>
            <p:nvPr/>
          </p:nvSpPr>
          <p:spPr>
            <a:xfrm>
              <a:off x="5685050" y="2008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2" name="pt18072"/>
            <p:cNvSpPr/>
            <p:nvPr/>
          </p:nvSpPr>
          <p:spPr>
            <a:xfrm>
              <a:off x="5233471" y="2129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3" name="pt18073"/>
            <p:cNvSpPr/>
            <p:nvPr/>
          </p:nvSpPr>
          <p:spPr>
            <a:xfrm>
              <a:off x="5027371" y="2690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4" name="pt18074"/>
            <p:cNvSpPr/>
            <p:nvPr/>
          </p:nvSpPr>
          <p:spPr>
            <a:xfrm>
              <a:off x="5656626" y="1924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5" name="pt18075"/>
            <p:cNvSpPr/>
            <p:nvPr/>
          </p:nvSpPr>
          <p:spPr>
            <a:xfrm>
              <a:off x="5522281" y="2017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6" name="pt18076"/>
            <p:cNvSpPr/>
            <p:nvPr/>
          </p:nvSpPr>
          <p:spPr>
            <a:xfrm>
              <a:off x="5410821" y="2201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7" name="pt18077"/>
            <p:cNvSpPr/>
            <p:nvPr/>
          </p:nvSpPr>
          <p:spPr>
            <a:xfrm>
              <a:off x="5817083" y="2058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8" name="pt18078"/>
            <p:cNvSpPr/>
            <p:nvPr/>
          </p:nvSpPr>
          <p:spPr>
            <a:xfrm>
              <a:off x="5444668" y="20124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9" name="pt18079"/>
            <p:cNvSpPr/>
            <p:nvPr/>
          </p:nvSpPr>
          <p:spPr>
            <a:xfrm>
              <a:off x="5676770" y="1984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0" name="pt18080"/>
            <p:cNvSpPr/>
            <p:nvPr/>
          </p:nvSpPr>
          <p:spPr>
            <a:xfrm>
              <a:off x="5166240" y="2236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1" name="pt18081"/>
            <p:cNvSpPr/>
            <p:nvPr/>
          </p:nvSpPr>
          <p:spPr>
            <a:xfrm>
              <a:off x="5354303" y="1894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2" name="pt18082"/>
            <p:cNvSpPr/>
            <p:nvPr/>
          </p:nvSpPr>
          <p:spPr>
            <a:xfrm>
              <a:off x="5396205" y="2208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3" name="pt18083"/>
            <p:cNvSpPr/>
            <p:nvPr/>
          </p:nvSpPr>
          <p:spPr>
            <a:xfrm>
              <a:off x="5425877" y="2257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4" name="pt18084"/>
            <p:cNvSpPr/>
            <p:nvPr/>
          </p:nvSpPr>
          <p:spPr>
            <a:xfrm>
              <a:off x="5060606" y="25631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5" name="pt18085"/>
            <p:cNvSpPr/>
            <p:nvPr/>
          </p:nvSpPr>
          <p:spPr>
            <a:xfrm>
              <a:off x="4921014" y="2350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6" name="pt18086"/>
            <p:cNvSpPr/>
            <p:nvPr/>
          </p:nvSpPr>
          <p:spPr>
            <a:xfrm>
              <a:off x="5081388" y="2254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7" name="pt18087"/>
            <p:cNvSpPr/>
            <p:nvPr/>
          </p:nvSpPr>
          <p:spPr>
            <a:xfrm>
              <a:off x="4982606" y="2174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8" name="pt18088"/>
            <p:cNvSpPr/>
            <p:nvPr/>
          </p:nvSpPr>
          <p:spPr>
            <a:xfrm>
              <a:off x="5362604" y="2032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9" name="pt18089"/>
            <p:cNvSpPr/>
            <p:nvPr/>
          </p:nvSpPr>
          <p:spPr>
            <a:xfrm>
              <a:off x="5201024" y="2143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0" name="pt18090"/>
            <p:cNvSpPr/>
            <p:nvPr/>
          </p:nvSpPr>
          <p:spPr>
            <a:xfrm>
              <a:off x="5300493" y="2161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1" name="pt18091"/>
            <p:cNvSpPr/>
            <p:nvPr/>
          </p:nvSpPr>
          <p:spPr>
            <a:xfrm>
              <a:off x="5412849" y="2190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2" name="pt18092"/>
            <p:cNvSpPr/>
            <p:nvPr/>
          </p:nvSpPr>
          <p:spPr>
            <a:xfrm>
              <a:off x="5126236" y="2078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3" name="pt18093"/>
            <p:cNvSpPr/>
            <p:nvPr/>
          </p:nvSpPr>
          <p:spPr>
            <a:xfrm>
              <a:off x="5395536" y="2202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4" name="pt18094"/>
            <p:cNvSpPr/>
            <p:nvPr/>
          </p:nvSpPr>
          <p:spPr>
            <a:xfrm>
              <a:off x="5449561" y="229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5" name="pt18095"/>
            <p:cNvSpPr/>
            <p:nvPr/>
          </p:nvSpPr>
          <p:spPr>
            <a:xfrm>
              <a:off x="5031977" y="2600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6" name="pt18096"/>
            <p:cNvSpPr/>
            <p:nvPr/>
          </p:nvSpPr>
          <p:spPr>
            <a:xfrm>
              <a:off x="5282144" y="1883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7" name="pt18097"/>
            <p:cNvSpPr/>
            <p:nvPr/>
          </p:nvSpPr>
          <p:spPr>
            <a:xfrm>
              <a:off x="4983041" y="2323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8" name="pt18098"/>
            <p:cNvSpPr/>
            <p:nvPr/>
          </p:nvSpPr>
          <p:spPr>
            <a:xfrm>
              <a:off x="4847055" y="26967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9" name="pt18099"/>
            <p:cNvSpPr/>
            <p:nvPr/>
          </p:nvSpPr>
          <p:spPr>
            <a:xfrm>
              <a:off x="5511886" y="1923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0" name="pt18100"/>
            <p:cNvSpPr/>
            <p:nvPr/>
          </p:nvSpPr>
          <p:spPr>
            <a:xfrm>
              <a:off x="5510612" y="2050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1" name="pt18101"/>
            <p:cNvSpPr/>
            <p:nvPr/>
          </p:nvSpPr>
          <p:spPr>
            <a:xfrm>
              <a:off x="5289071" y="2181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2" name="pt18102"/>
            <p:cNvSpPr/>
            <p:nvPr/>
          </p:nvSpPr>
          <p:spPr>
            <a:xfrm>
              <a:off x="4961654" y="24955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3" name="pt18103"/>
            <p:cNvSpPr/>
            <p:nvPr/>
          </p:nvSpPr>
          <p:spPr>
            <a:xfrm>
              <a:off x="5641406" y="1875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4" name="pt18104"/>
            <p:cNvSpPr/>
            <p:nvPr/>
          </p:nvSpPr>
          <p:spPr>
            <a:xfrm>
              <a:off x="5374855" y="20732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5" name="pt18105"/>
            <p:cNvSpPr/>
            <p:nvPr/>
          </p:nvSpPr>
          <p:spPr>
            <a:xfrm>
              <a:off x="5266353" y="22702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6" name="pt18106"/>
            <p:cNvSpPr/>
            <p:nvPr/>
          </p:nvSpPr>
          <p:spPr>
            <a:xfrm>
              <a:off x="5223882" y="2192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7" name="pt18107"/>
            <p:cNvSpPr/>
            <p:nvPr/>
          </p:nvSpPr>
          <p:spPr>
            <a:xfrm>
              <a:off x="5671295" y="2012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8" name="pt18108"/>
            <p:cNvSpPr/>
            <p:nvPr/>
          </p:nvSpPr>
          <p:spPr>
            <a:xfrm>
              <a:off x="5341899" y="2200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9" name="pt18109"/>
            <p:cNvSpPr/>
            <p:nvPr/>
          </p:nvSpPr>
          <p:spPr>
            <a:xfrm>
              <a:off x="5595115" y="1905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0" name="pt18110"/>
            <p:cNvSpPr/>
            <p:nvPr/>
          </p:nvSpPr>
          <p:spPr>
            <a:xfrm>
              <a:off x="5382461" y="2094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1" name="pt18111"/>
            <p:cNvSpPr/>
            <p:nvPr/>
          </p:nvSpPr>
          <p:spPr>
            <a:xfrm>
              <a:off x="5239432" y="2162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2" name="pt18112"/>
            <p:cNvSpPr/>
            <p:nvPr/>
          </p:nvSpPr>
          <p:spPr>
            <a:xfrm>
              <a:off x="5435951" y="1967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3" name="pt18113"/>
            <p:cNvSpPr/>
            <p:nvPr/>
          </p:nvSpPr>
          <p:spPr>
            <a:xfrm>
              <a:off x="5116403" y="2101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4" name="pt18114"/>
            <p:cNvSpPr/>
            <p:nvPr/>
          </p:nvSpPr>
          <p:spPr>
            <a:xfrm>
              <a:off x="5486891" y="1930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5" name="pt18115"/>
            <p:cNvSpPr/>
            <p:nvPr/>
          </p:nvSpPr>
          <p:spPr>
            <a:xfrm>
              <a:off x="5383444" y="20492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6" name="pt18116"/>
            <p:cNvSpPr/>
            <p:nvPr/>
          </p:nvSpPr>
          <p:spPr>
            <a:xfrm>
              <a:off x="5157899" y="2104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7" name="pt18117"/>
            <p:cNvSpPr/>
            <p:nvPr/>
          </p:nvSpPr>
          <p:spPr>
            <a:xfrm>
              <a:off x="5013433" y="2848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8" name="pt18118"/>
            <p:cNvSpPr/>
            <p:nvPr/>
          </p:nvSpPr>
          <p:spPr>
            <a:xfrm>
              <a:off x="5057474" y="2508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9" name="pt18119"/>
            <p:cNvSpPr/>
            <p:nvPr/>
          </p:nvSpPr>
          <p:spPr>
            <a:xfrm>
              <a:off x="5440625" y="2054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0" name="pt18120"/>
            <p:cNvSpPr/>
            <p:nvPr/>
          </p:nvSpPr>
          <p:spPr>
            <a:xfrm>
              <a:off x="5243809" y="2130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1" name="pt18121"/>
            <p:cNvSpPr/>
            <p:nvPr/>
          </p:nvSpPr>
          <p:spPr>
            <a:xfrm>
              <a:off x="5556608" y="20746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2" name="pt18122"/>
            <p:cNvSpPr/>
            <p:nvPr/>
          </p:nvSpPr>
          <p:spPr>
            <a:xfrm>
              <a:off x="5787766" y="1487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3" name="pt18123"/>
            <p:cNvSpPr/>
            <p:nvPr/>
          </p:nvSpPr>
          <p:spPr>
            <a:xfrm>
              <a:off x="5226806" y="2193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4" name="pt18124"/>
            <p:cNvSpPr/>
            <p:nvPr/>
          </p:nvSpPr>
          <p:spPr>
            <a:xfrm>
              <a:off x="5259194" y="2197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5" name="pt18125"/>
            <p:cNvSpPr/>
            <p:nvPr/>
          </p:nvSpPr>
          <p:spPr>
            <a:xfrm>
              <a:off x="5496247" y="195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6" name="pt18126"/>
            <p:cNvSpPr/>
            <p:nvPr/>
          </p:nvSpPr>
          <p:spPr>
            <a:xfrm>
              <a:off x="5081930" y="2451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7" name="pt18127"/>
            <p:cNvSpPr/>
            <p:nvPr/>
          </p:nvSpPr>
          <p:spPr>
            <a:xfrm>
              <a:off x="5353152" y="2130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8" name="pt18128"/>
            <p:cNvSpPr/>
            <p:nvPr/>
          </p:nvSpPr>
          <p:spPr>
            <a:xfrm>
              <a:off x="5250044" y="2211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9" name="pt18129"/>
            <p:cNvSpPr/>
            <p:nvPr/>
          </p:nvSpPr>
          <p:spPr>
            <a:xfrm>
              <a:off x="5316467" y="2168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0" name="pt18130"/>
            <p:cNvSpPr/>
            <p:nvPr/>
          </p:nvSpPr>
          <p:spPr>
            <a:xfrm>
              <a:off x="5419130" y="2073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1" name="pt18131"/>
            <p:cNvSpPr/>
            <p:nvPr/>
          </p:nvSpPr>
          <p:spPr>
            <a:xfrm>
              <a:off x="5008047" y="2685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2" name="pt18132"/>
            <p:cNvSpPr/>
            <p:nvPr/>
          </p:nvSpPr>
          <p:spPr>
            <a:xfrm>
              <a:off x="5033143" y="2694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3" name="pt18133"/>
            <p:cNvSpPr/>
            <p:nvPr/>
          </p:nvSpPr>
          <p:spPr>
            <a:xfrm>
              <a:off x="5050385" y="2568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4" name="pt18134"/>
            <p:cNvSpPr/>
            <p:nvPr/>
          </p:nvSpPr>
          <p:spPr>
            <a:xfrm>
              <a:off x="5103434" y="2247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5" name="pt18135"/>
            <p:cNvSpPr/>
            <p:nvPr/>
          </p:nvSpPr>
          <p:spPr>
            <a:xfrm>
              <a:off x="5523549" y="1808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6" name="pt18136"/>
            <p:cNvSpPr/>
            <p:nvPr/>
          </p:nvSpPr>
          <p:spPr>
            <a:xfrm>
              <a:off x="5475951" y="2220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7" name="pt18137"/>
            <p:cNvSpPr/>
            <p:nvPr/>
          </p:nvSpPr>
          <p:spPr>
            <a:xfrm>
              <a:off x="5244991" y="2213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8" name="pt18138"/>
            <p:cNvSpPr/>
            <p:nvPr/>
          </p:nvSpPr>
          <p:spPr>
            <a:xfrm>
              <a:off x="4914265" y="2054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9" name="pt18139"/>
            <p:cNvSpPr/>
            <p:nvPr/>
          </p:nvSpPr>
          <p:spPr>
            <a:xfrm>
              <a:off x="4996815" y="2601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0" name="pt18140"/>
            <p:cNvSpPr/>
            <p:nvPr/>
          </p:nvSpPr>
          <p:spPr>
            <a:xfrm>
              <a:off x="5383526" y="20910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1" name="pt18141"/>
            <p:cNvSpPr/>
            <p:nvPr/>
          </p:nvSpPr>
          <p:spPr>
            <a:xfrm>
              <a:off x="5088116" y="2181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2" name="pt18142"/>
            <p:cNvSpPr/>
            <p:nvPr/>
          </p:nvSpPr>
          <p:spPr>
            <a:xfrm>
              <a:off x="5501164" y="2011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3" name="pt18143"/>
            <p:cNvSpPr/>
            <p:nvPr/>
          </p:nvSpPr>
          <p:spPr>
            <a:xfrm>
              <a:off x="5611102" y="2126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4" name="pt18144"/>
            <p:cNvSpPr/>
            <p:nvPr/>
          </p:nvSpPr>
          <p:spPr>
            <a:xfrm>
              <a:off x="5224925" y="2015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5" name="pt18145"/>
            <p:cNvSpPr/>
            <p:nvPr/>
          </p:nvSpPr>
          <p:spPr>
            <a:xfrm>
              <a:off x="5481227" y="2241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6" name="pt18146"/>
            <p:cNvSpPr/>
            <p:nvPr/>
          </p:nvSpPr>
          <p:spPr>
            <a:xfrm>
              <a:off x="5542524" y="2038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7" name="pt18147"/>
            <p:cNvSpPr/>
            <p:nvPr/>
          </p:nvSpPr>
          <p:spPr>
            <a:xfrm>
              <a:off x="5334249" y="2112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8" name="pt18148"/>
            <p:cNvSpPr/>
            <p:nvPr/>
          </p:nvSpPr>
          <p:spPr>
            <a:xfrm>
              <a:off x="5575953" y="1652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9" name="pt18149"/>
            <p:cNvSpPr/>
            <p:nvPr/>
          </p:nvSpPr>
          <p:spPr>
            <a:xfrm>
              <a:off x="5361717" y="2007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0" name="pt18150"/>
            <p:cNvSpPr/>
            <p:nvPr/>
          </p:nvSpPr>
          <p:spPr>
            <a:xfrm>
              <a:off x="5123699" y="2176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1" name="pt18151"/>
            <p:cNvSpPr/>
            <p:nvPr/>
          </p:nvSpPr>
          <p:spPr>
            <a:xfrm>
              <a:off x="5063181" y="2430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2" name="pt18152"/>
            <p:cNvSpPr/>
            <p:nvPr/>
          </p:nvSpPr>
          <p:spPr>
            <a:xfrm>
              <a:off x="5832493" y="15116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3" name="pt18153"/>
            <p:cNvSpPr/>
            <p:nvPr/>
          </p:nvSpPr>
          <p:spPr>
            <a:xfrm>
              <a:off x="5185470" y="2087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4" name="pt18154"/>
            <p:cNvSpPr/>
            <p:nvPr/>
          </p:nvSpPr>
          <p:spPr>
            <a:xfrm>
              <a:off x="5220740" y="20278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5" name="pt18155"/>
            <p:cNvSpPr/>
            <p:nvPr/>
          </p:nvSpPr>
          <p:spPr>
            <a:xfrm>
              <a:off x="5350146" y="20597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6" name="pt18156"/>
            <p:cNvSpPr/>
            <p:nvPr/>
          </p:nvSpPr>
          <p:spPr>
            <a:xfrm>
              <a:off x="5297336" y="2156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7" name="pt18157"/>
            <p:cNvSpPr/>
            <p:nvPr/>
          </p:nvSpPr>
          <p:spPr>
            <a:xfrm>
              <a:off x="4930113" y="2239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8" name="pt18158"/>
            <p:cNvSpPr/>
            <p:nvPr/>
          </p:nvSpPr>
          <p:spPr>
            <a:xfrm>
              <a:off x="5300097" y="2222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9" name="pt18159"/>
            <p:cNvSpPr/>
            <p:nvPr/>
          </p:nvSpPr>
          <p:spPr>
            <a:xfrm>
              <a:off x="4746627" y="2342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0" name="pt18160"/>
            <p:cNvSpPr/>
            <p:nvPr/>
          </p:nvSpPr>
          <p:spPr>
            <a:xfrm>
              <a:off x="5044198" y="2738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1" name="pt18161"/>
            <p:cNvSpPr/>
            <p:nvPr/>
          </p:nvSpPr>
          <p:spPr>
            <a:xfrm>
              <a:off x="5361347" y="1934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2" name="pt18162"/>
            <p:cNvSpPr/>
            <p:nvPr/>
          </p:nvSpPr>
          <p:spPr>
            <a:xfrm>
              <a:off x="5405347" y="21968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3" name="pt18163"/>
            <p:cNvSpPr/>
            <p:nvPr/>
          </p:nvSpPr>
          <p:spPr>
            <a:xfrm>
              <a:off x="5821395" y="18267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4" name="pt18164"/>
            <p:cNvSpPr/>
            <p:nvPr/>
          </p:nvSpPr>
          <p:spPr>
            <a:xfrm>
              <a:off x="5045408" y="2724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5" name="pt18165"/>
            <p:cNvSpPr/>
            <p:nvPr/>
          </p:nvSpPr>
          <p:spPr>
            <a:xfrm>
              <a:off x="5418464" y="2090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6" name="pt18166"/>
            <p:cNvSpPr/>
            <p:nvPr/>
          </p:nvSpPr>
          <p:spPr>
            <a:xfrm>
              <a:off x="5075698" y="22978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7" name="pt18167"/>
            <p:cNvSpPr/>
            <p:nvPr/>
          </p:nvSpPr>
          <p:spPr>
            <a:xfrm>
              <a:off x="5437314" y="1981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8" name="pt18168"/>
            <p:cNvSpPr/>
            <p:nvPr/>
          </p:nvSpPr>
          <p:spPr>
            <a:xfrm>
              <a:off x="5548019" y="2014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9" name="pt18169"/>
            <p:cNvSpPr/>
            <p:nvPr/>
          </p:nvSpPr>
          <p:spPr>
            <a:xfrm>
              <a:off x="4884721" y="2309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0" name="pt18170"/>
            <p:cNvSpPr/>
            <p:nvPr/>
          </p:nvSpPr>
          <p:spPr>
            <a:xfrm>
              <a:off x="5134532" y="1767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1" name="pt18171"/>
            <p:cNvSpPr/>
            <p:nvPr/>
          </p:nvSpPr>
          <p:spPr>
            <a:xfrm>
              <a:off x="5549939" y="18949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2" name="pt18172"/>
            <p:cNvSpPr/>
            <p:nvPr/>
          </p:nvSpPr>
          <p:spPr>
            <a:xfrm>
              <a:off x="5287252" y="21113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3" name="pt18173"/>
            <p:cNvSpPr/>
            <p:nvPr/>
          </p:nvSpPr>
          <p:spPr>
            <a:xfrm>
              <a:off x="5111048" y="2127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4" name="pt18174"/>
            <p:cNvSpPr/>
            <p:nvPr/>
          </p:nvSpPr>
          <p:spPr>
            <a:xfrm>
              <a:off x="5727640" y="1866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5" name="pt18175"/>
            <p:cNvSpPr/>
            <p:nvPr/>
          </p:nvSpPr>
          <p:spPr>
            <a:xfrm>
              <a:off x="5369646" y="2082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6" name="pt18176"/>
            <p:cNvSpPr/>
            <p:nvPr/>
          </p:nvSpPr>
          <p:spPr>
            <a:xfrm>
              <a:off x="4946288" y="2439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7" name="pt18177"/>
            <p:cNvSpPr/>
            <p:nvPr/>
          </p:nvSpPr>
          <p:spPr>
            <a:xfrm>
              <a:off x="5313904" y="2193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8" name="pt18178"/>
            <p:cNvSpPr/>
            <p:nvPr/>
          </p:nvSpPr>
          <p:spPr>
            <a:xfrm>
              <a:off x="5235648" y="2172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9" name="pt18179"/>
            <p:cNvSpPr/>
            <p:nvPr/>
          </p:nvSpPr>
          <p:spPr>
            <a:xfrm>
              <a:off x="5209280" y="2029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0" name="pt18180"/>
            <p:cNvSpPr/>
            <p:nvPr/>
          </p:nvSpPr>
          <p:spPr>
            <a:xfrm>
              <a:off x="5714704" y="1802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1" name="pt18181"/>
            <p:cNvSpPr/>
            <p:nvPr/>
          </p:nvSpPr>
          <p:spPr>
            <a:xfrm>
              <a:off x="5558903" y="2019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2" name="pt18182"/>
            <p:cNvSpPr/>
            <p:nvPr/>
          </p:nvSpPr>
          <p:spPr>
            <a:xfrm>
              <a:off x="5134457" y="1896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3" name="pt18183"/>
            <p:cNvSpPr/>
            <p:nvPr/>
          </p:nvSpPr>
          <p:spPr>
            <a:xfrm>
              <a:off x="5244177" y="2110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4" name="pt18184"/>
            <p:cNvSpPr/>
            <p:nvPr/>
          </p:nvSpPr>
          <p:spPr>
            <a:xfrm>
              <a:off x="5257771" y="2281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5" name="pt18185"/>
            <p:cNvSpPr/>
            <p:nvPr/>
          </p:nvSpPr>
          <p:spPr>
            <a:xfrm>
              <a:off x="5705433" y="18525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6" name="pt18186"/>
            <p:cNvSpPr/>
            <p:nvPr/>
          </p:nvSpPr>
          <p:spPr>
            <a:xfrm>
              <a:off x="5413905" y="2176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7" name="pt18187"/>
            <p:cNvSpPr/>
            <p:nvPr/>
          </p:nvSpPr>
          <p:spPr>
            <a:xfrm>
              <a:off x="5252698" y="2237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8" name="pt18188"/>
            <p:cNvSpPr/>
            <p:nvPr/>
          </p:nvSpPr>
          <p:spPr>
            <a:xfrm>
              <a:off x="5540051" y="2110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9" name="pt18189"/>
            <p:cNvSpPr/>
            <p:nvPr/>
          </p:nvSpPr>
          <p:spPr>
            <a:xfrm>
              <a:off x="4962511" y="2456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0" name="pt18190"/>
            <p:cNvSpPr/>
            <p:nvPr/>
          </p:nvSpPr>
          <p:spPr>
            <a:xfrm>
              <a:off x="5136817" y="2142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1" name="pt18191"/>
            <p:cNvSpPr/>
            <p:nvPr/>
          </p:nvSpPr>
          <p:spPr>
            <a:xfrm>
              <a:off x="5412786" y="2177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2" name="pt18192"/>
            <p:cNvSpPr/>
            <p:nvPr/>
          </p:nvSpPr>
          <p:spPr>
            <a:xfrm>
              <a:off x="5062835" y="2491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3" name="pt18193"/>
            <p:cNvSpPr/>
            <p:nvPr/>
          </p:nvSpPr>
          <p:spPr>
            <a:xfrm>
              <a:off x="5314167" y="2141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4" name="pt18194"/>
            <p:cNvSpPr/>
            <p:nvPr/>
          </p:nvSpPr>
          <p:spPr>
            <a:xfrm>
              <a:off x="5329011" y="1876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5" name="pt18195"/>
            <p:cNvSpPr/>
            <p:nvPr/>
          </p:nvSpPr>
          <p:spPr>
            <a:xfrm>
              <a:off x="5030644" y="2761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6" name="pt18196"/>
            <p:cNvSpPr/>
            <p:nvPr/>
          </p:nvSpPr>
          <p:spPr>
            <a:xfrm>
              <a:off x="5144353" y="20413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7" name="pt18197"/>
            <p:cNvSpPr/>
            <p:nvPr/>
          </p:nvSpPr>
          <p:spPr>
            <a:xfrm>
              <a:off x="5321456" y="2250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8" name="pt18198"/>
            <p:cNvSpPr/>
            <p:nvPr/>
          </p:nvSpPr>
          <p:spPr>
            <a:xfrm>
              <a:off x="5528410" y="2021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9" name="pt18199"/>
            <p:cNvSpPr/>
            <p:nvPr/>
          </p:nvSpPr>
          <p:spPr>
            <a:xfrm>
              <a:off x="5538709" y="20566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0" name="pt18200"/>
            <p:cNvSpPr/>
            <p:nvPr/>
          </p:nvSpPr>
          <p:spPr>
            <a:xfrm>
              <a:off x="5166681" y="2208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1" name="pt18201"/>
            <p:cNvSpPr/>
            <p:nvPr/>
          </p:nvSpPr>
          <p:spPr>
            <a:xfrm>
              <a:off x="5652155" y="2198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2" name="pt18202"/>
            <p:cNvSpPr/>
            <p:nvPr/>
          </p:nvSpPr>
          <p:spPr>
            <a:xfrm>
              <a:off x="5003067" y="2533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3" name="pt18203"/>
            <p:cNvSpPr/>
            <p:nvPr/>
          </p:nvSpPr>
          <p:spPr>
            <a:xfrm>
              <a:off x="5090542" y="22296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4" name="pt18204"/>
            <p:cNvSpPr/>
            <p:nvPr/>
          </p:nvSpPr>
          <p:spPr>
            <a:xfrm>
              <a:off x="5433874" y="20168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5" name="pt18205"/>
            <p:cNvSpPr/>
            <p:nvPr/>
          </p:nvSpPr>
          <p:spPr>
            <a:xfrm>
              <a:off x="5465244" y="2191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6" name="pt18206"/>
            <p:cNvSpPr/>
            <p:nvPr/>
          </p:nvSpPr>
          <p:spPr>
            <a:xfrm>
              <a:off x="5363572" y="1932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7" name="pt18207"/>
            <p:cNvSpPr/>
            <p:nvPr/>
          </p:nvSpPr>
          <p:spPr>
            <a:xfrm>
              <a:off x="5694288" y="1942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8" name="pt18208"/>
            <p:cNvSpPr/>
            <p:nvPr/>
          </p:nvSpPr>
          <p:spPr>
            <a:xfrm>
              <a:off x="5359938" y="18786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9" name="pt18209"/>
            <p:cNvSpPr/>
            <p:nvPr/>
          </p:nvSpPr>
          <p:spPr>
            <a:xfrm>
              <a:off x="5144023" y="2119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0" name="pt18210"/>
            <p:cNvSpPr/>
            <p:nvPr/>
          </p:nvSpPr>
          <p:spPr>
            <a:xfrm>
              <a:off x="5518697" y="1834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1" name="pt18211"/>
            <p:cNvSpPr/>
            <p:nvPr/>
          </p:nvSpPr>
          <p:spPr>
            <a:xfrm>
              <a:off x="5240332" y="2159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2" name="pt18212"/>
            <p:cNvSpPr/>
            <p:nvPr/>
          </p:nvSpPr>
          <p:spPr>
            <a:xfrm>
              <a:off x="5209511" y="2213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3" name="pt18213"/>
            <p:cNvSpPr/>
            <p:nvPr/>
          </p:nvSpPr>
          <p:spPr>
            <a:xfrm>
              <a:off x="5509216" y="2041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4" name="pt18214"/>
            <p:cNvSpPr/>
            <p:nvPr/>
          </p:nvSpPr>
          <p:spPr>
            <a:xfrm>
              <a:off x="5506037" y="1908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5" name="pt18215"/>
            <p:cNvSpPr/>
            <p:nvPr/>
          </p:nvSpPr>
          <p:spPr>
            <a:xfrm>
              <a:off x="5518349" y="2037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6" name="pt18216"/>
            <p:cNvSpPr/>
            <p:nvPr/>
          </p:nvSpPr>
          <p:spPr>
            <a:xfrm>
              <a:off x="5364685" y="2059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7" name="pt18217"/>
            <p:cNvSpPr/>
            <p:nvPr/>
          </p:nvSpPr>
          <p:spPr>
            <a:xfrm>
              <a:off x="5790673" y="1693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8" name="pt18218"/>
            <p:cNvSpPr/>
            <p:nvPr/>
          </p:nvSpPr>
          <p:spPr>
            <a:xfrm>
              <a:off x="4950092" y="26041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9" name="pt18219"/>
            <p:cNvSpPr/>
            <p:nvPr/>
          </p:nvSpPr>
          <p:spPr>
            <a:xfrm>
              <a:off x="5320100" y="2159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0" name="pt18220"/>
            <p:cNvSpPr/>
            <p:nvPr/>
          </p:nvSpPr>
          <p:spPr>
            <a:xfrm>
              <a:off x="4913761" y="20517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1" name="pt18221"/>
            <p:cNvSpPr/>
            <p:nvPr/>
          </p:nvSpPr>
          <p:spPr>
            <a:xfrm>
              <a:off x="5203470" y="2142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2" name="pt18222"/>
            <p:cNvSpPr/>
            <p:nvPr/>
          </p:nvSpPr>
          <p:spPr>
            <a:xfrm>
              <a:off x="5063999" y="2492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3" name="pt18223"/>
            <p:cNvSpPr/>
            <p:nvPr/>
          </p:nvSpPr>
          <p:spPr>
            <a:xfrm>
              <a:off x="4945374" y="2405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4" name="pt18224"/>
            <p:cNvSpPr/>
            <p:nvPr/>
          </p:nvSpPr>
          <p:spPr>
            <a:xfrm>
              <a:off x="5346509" y="2017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5" name="pt18225"/>
            <p:cNvSpPr/>
            <p:nvPr/>
          </p:nvSpPr>
          <p:spPr>
            <a:xfrm>
              <a:off x="5259808" y="22102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6" name="pt18226"/>
            <p:cNvSpPr/>
            <p:nvPr/>
          </p:nvSpPr>
          <p:spPr>
            <a:xfrm>
              <a:off x="5423553" y="2131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7" name="pt18227"/>
            <p:cNvSpPr/>
            <p:nvPr/>
          </p:nvSpPr>
          <p:spPr>
            <a:xfrm>
              <a:off x="5725188" y="2125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8" name="pt18228"/>
            <p:cNvSpPr/>
            <p:nvPr/>
          </p:nvSpPr>
          <p:spPr>
            <a:xfrm>
              <a:off x="5567343" y="1835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9" name="pt18229"/>
            <p:cNvSpPr/>
            <p:nvPr/>
          </p:nvSpPr>
          <p:spPr>
            <a:xfrm>
              <a:off x="4631671" y="2692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0" name="pt18230"/>
            <p:cNvSpPr/>
            <p:nvPr/>
          </p:nvSpPr>
          <p:spPr>
            <a:xfrm>
              <a:off x="5126557" y="2068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1" name="pt18231"/>
            <p:cNvSpPr/>
            <p:nvPr/>
          </p:nvSpPr>
          <p:spPr>
            <a:xfrm>
              <a:off x="5362072" y="1960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2" name="pt18232"/>
            <p:cNvSpPr/>
            <p:nvPr/>
          </p:nvSpPr>
          <p:spPr>
            <a:xfrm>
              <a:off x="5400124" y="21462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3" name="pt18233"/>
            <p:cNvSpPr/>
            <p:nvPr/>
          </p:nvSpPr>
          <p:spPr>
            <a:xfrm>
              <a:off x="5479971" y="21949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4" name="pt18234"/>
            <p:cNvSpPr/>
            <p:nvPr/>
          </p:nvSpPr>
          <p:spPr>
            <a:xfrm>
              <a:off x="4931864" y="2205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5" name="pt18235"/>
            <p:cNvSpPr/>
            <p:nvPr/>
          </p:nvSpPr>
          <p:spPr>
            <a:xfrm>
              <a:off x="5358042" y="2092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6" name="pt18236"/>
            <p:cNvSpPr/>
            <p:nvPr/>
          </p:nvSpPr>
          <p:spPr>
            <a:xfrm>
              <a:off x="5347823" y="2071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7" name="pt18237"/>
            <p:cNvSpPr/>
            <p:nvPr/>
          </p:nvSpPr>
          <p:spPr>
            <a:xfrm>
              <a:off x="5107218" y="2137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8" name="pt18238"/>
            <p:cNvSpPr/>
            <p:nvPr/>
          </p:nvSpPr>
          <p:spPr>
            <a:xfrm>
              <a:off x="5044473" y="269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9" name="pt18239"/>
            <p:cNvSpPr/>
            <p:nvPr/>
          </p:nvSpPr>
          <p:spPr>
            <a:xfrm>
              <a:off x="5337624" y="2075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0" name="pt18240"/>
            <p:cNvSpPr/>
            <p:nvPr/>
          </p:nvSpPr>
          <p:spPr>
            <a:xfrm>
              <a:off x="5052056" y="2679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1" name="pt18241"/>
            <p:cNvSpPr/>
            <p:nvPr/>
          </p:nvSpPr>
          <p:spPr>
            <a:xfrm>
              <a:off x="5112696" y="20704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2" name="pt18242"/>
            <p:cNvSpPr/>
            <p:nvPr/>
          </p:nvSpPr>
          <p:spPr>
            <a:xfrm>
              <a:off x="5482850" y="2343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3" name="pt18243"/>
            <p:cNvSpPr/>
            <p:nvPr/>
          </p:nvSpPr>
          <p:spPr>
            <a:xfrm>
              <a:off x="5219800" y="20311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4" name="pt18244"/>
            <p:cNvSpPr/>
            <p:nvPr/>
          </p:nvSpPr>
          <p:spPr>
            <a:xfrm>
              <a:off x="5264317" y="2361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5" name="pt18245"/>
            <p:cNvSpPr/>
            <p:nvPr/>
          </p:nvSpPr>
          <p:spPr>
            <a:xfrm>
              <a:off x="5539142" y="20194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6" name="pt18246"/>
            <p:cNvSpPr/>
            <p:nvPr/>
          </p:nvSpPr>
          <p:spPr>
            <a:xfrm>
              <a:off x="5268248" y="2237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7" name="pt18247"/>
            <p:cNvSpPr/>
            <p:nvPr/>
          </p:nvSpPr>
          <p:spPr>
            <a:xfrm>
              <a:off x="5036312" y="2638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8" name="pt18248"/>
            <p:cNvSpPr/>
            <p:nvPr/>
          </p:nvSpPr>
          <p:spPr>
            <a:xfrm>
              <a:off x="5154652" y="20501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9" name="pt18249"/>
            <p:cNvSpPr/>
            <p:nvPr/>
          </p:nvSpPr>
          <p:spPr>
            <a:xfrm>
              <a:off x="5016286" y="2672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0" name="pt18250"/>
            <p:cNvSpPr/>
            <p:nvPr/>
          </p:nvSpPr>
          <p:spPr>
            <a:xfrm>
              <a:off x="5510162" y="1935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1" name="pt18251"/>
            <p:cNvSpPr/>
            <p:nvPr/>
          </p:nvSpPr>
          <p:spPr>
            <a:xfrm>
              <a:off x="4682337" y="2595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2" name="pt18252"/>
            <p:cNvSpPr/>
            <p:nvPr/>
          </p:nvSpPr>
          <p:spPr>
            <a:xfrm>
              <a:off x="5271136" y="2244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3" name="pt18253"/>
            <p:cNvSpPr/>
            <p:nvPr/>
          </p:nvSpPr>
          <p:spPr>
            <a:xfrm>
              <a:off x="5348753" y="2101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4" name="pt18254"/>
            <p:cNvSpPr/>
            <p:nvPr/>
          </p:nvSpPr>
          <p:spPr>
            <a:xfrm>
              <a:off x="5455886" y="22631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5" name="pt18255"/>
            <p:cNvSpPr/>
            <p:nvPr/>
          </p:nvSpPr>
          <p:spPr>
            <a:xfrm>
              <a:off x="5135560" y="2041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6" name="pt18256"/>
            <p:cNvSpPr/>
            <p:nvPr/>
          </p:nvSpPr>
          <p:spPr>
            <a:xfrm>
              <a:off x="5319919" y="2285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7" name="pt18257"/>
            <p:cNvSpPr/>
            <p:nvPr/>
          </p:nvSpPr>
          <p:spPr>
            <a:xfrm>
              <a:off x="5401206" y="22743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8" name="pt18258"/>
            <p:cNvSpPr/>
            <p:nvPr/>
          </p:nvSpPr>
          <p:spPr>
            <a:xfrm>
              <a:off x="5687404" y="1823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9" name="pt18259"/>
            <p:cNvSpPr/>
            <p:nvPr/>
          </p:nvSpPr>
          <p:spPr>
            <a:xfrm>
              <a:off x="5316589" y="2274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0" name="pt18260"/>
            <p:cNvSpPr/>
            <p:nvPr/>
          </p:nvSpPr>
          <p:spPr>
            <a:xfrm>
              <a:off x="5039886" y="2706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1" name="pt18261"/>
            <p:cNvSpPr/>
            <p:nvPr/>
          </p:nvSpPr>
          <p:spPr>
            <a:xfrm>
              <a:off x="5037057" y="2569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2" name="pt18262"/>
            <p:cNvSpPr/>
            <p:nvPr/>
          </p:nvSpPr>
          <p:spPr>
            <a:xfrm>
              <a:off x="4779923" y="2979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3" name="pt18263"/>
            <p:cNvSpPr/>
            <p:nvPr/>
          </p:nvSpPr>
          <p:spPr>
            <a:xfrm>
              <a:off x="5550905" y="1992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4" name="pt18264"/>
            <p:cNvSpPr/>
            <p:nvPr/>
          </p:nvSpPr>
          <p:spPr>
            <a:xfrm>
              <a:off x="5656403" y="1971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5" name="pt18265"/>
            <p:cNvSpPr/>
            <p:nvPr/>
          </p:nvSpPr>
          <p:spPr>
            <a:xfrm>
              <a:off x="5817320" y="19356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6" name="pt18266"/>
            <p:cNvSpPr/>
            <p:nvPr/>
          </p:nvSpPr>
          <p:spPr>
            <a:xfrm>
              <a:off x="5238704" y="2171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7" name="pt18267"/>
            <p:cNvSpPr/>
            <p:nvPr/>
          </p:nvSpPr>
          <p:spPr>
            <a:xfrm>
              <a:off x="5666121" y="20707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8" name="pt18268"/>
            <p:cNvSpPr/>
            <p:nvPr/>
          </p:nvSpPr>
          <p:spPr>
            <a:xfrm>
              <a:off x="5589339" y="1625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9" name="pt18269"/>
            <p:cNvSpPr/>
            <p:nvPr/>
          </p:nvSpPr>
          <p:spPr>
            <a:xfrm>
              <a:off x="4956337" y="25206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0" name="pt18270"/>
            <p:cNvSpPr/>
            <p:nvPr/>
          </p:nvSpPr>
          <p:spPr>
            <a:xfrm>
              <a:off x="5265288" y="2159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1" name="pt18271"/>
            <p:cNvSpPr/>
            <p:nvPr/>
          </p:nvSpPr>
          <p:spPr>
            <a:xfrm>
              <a:off x="5301597" y="2163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2" name="pt18272"/>
            <p:cNvSpPr/>
            <p:nvPr/>
          </p:nvSpPr>
          <p:spPr>
            <a:xfrm>
              <a:off x="5341448" y="2058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3" name="pt18273"/>
            <p:cNvSpPr/>
            <p:nvPr/>
          </p:nvSpPr>
          <p:spPr>
            <a:xfrm>
              <a:off x="5223711" y="2206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4" name="pt18274"/>
            <p:cNvSpPr/>
            <p:nvPr/>
          </p:nvSpPr>
          <p:spPr>
            <a:xfrm>
              <a:off x="5097654" y="2100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5" name="pt18275"/>
            <p:cNvSpPr/>
            <p:nvPr/>
          </p:nvSpPr>
          <p:spPr>
            <a:xfrm>
              <a:off x="4974712" y="25647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6" name="pt18276"/>
            <p:cNvSpPr/>
            <p:nvPr/>
          </p:nvSpPr>
          <p:spPr>
            <a:xfrm>
              <a:off x="5101194" y="2101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7" name="pt18277"/>
            <p:cNvSpPr/>
            <p:nvPr/>
          </p:nvSpPr>
          <p:spPr>
            <a:xfrm>
              <a:off x="5869509" y="14333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8" name="pt18278"/>
            <p:cNvSpPr/>
            <p:nvPr/>
          </p:nvSpPr>
          <p:spPr>
            <a:xfrm>
              <a:off x="5347045" y="2150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9" name="pt18279"/>
            <p:cNvSpPr/>
            <p:nvPr/>
          </p:nvSpPr>
          <p:spPr>
            <a:xfrm>
              <a:off x="5186113" y="2175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0" name="pt18280"/>
            <p:cNvSpPr/>
            <p:nvPr/>
          </p:nvSpPr>
          <p:spPr>
            <a:xfrm>
              <a:off x="5391294" y="22972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1" name="pt18281"/>
            <p:cNvSpPr/>
            <p:nvPr/>
          </p:nvSpPr>
          <p:spPr>
            <a:xfrm>
              <a:off x="5561308" y="1994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2" name="pt18282"/>
            <p:cNvSpPr/>
            <p:nvPr/>
          </p:nvSpPr>
          <p:spPr>
            <a:xfrm>
              <a:off x="4785107" y="2802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3" name="pt18283"/>
            <p:cNvSpPr/>
            <p:nvPr/>
          </p:nvSpPr>
          <p:spPr>
            <a:xfrm>
              <a:off x="5140831" y="2072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4" name="pt18284"/>
            <p:cNvSpPr/>
            <p:nvPr/>
          </p:nvSpPr>
          <p:spPr>
            <a:xfrm>
              <a:off x="5637580" y="17978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5" name="pt18285"/>
            <p:cNvSpPr/>
            <p:nvPr/>
          </p:nvSpPr>
          <p:spPr>
            <a:xfrm>
              <a:off x="5044262" y="2749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6" name="pt18286"/>
            <p:cNvSpPr/>
            <p:nvPr/>
          </p:nvSpPr>
          <p:spPr>
            <a:xfrm>
              <a:off x="5308643" y="2090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7" name="pt18287"/>
            <p:cNvSpPr/>
            <p:nvPr/>
          </p:nvSpPr>
          <p:spPr>
            <a:xfrm>
              <a:off x="5353335" y="2067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8" name="pt18288"/>
            <p:cNvSpPr/>
            <p:nvPr/>
          </p:nvSpPr>
          <p:spPr>
            <a:xfrm>
              <a:off x="5837436" y="1187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9" name="pt18289"/>
            <p:cNvSpPr/>
            <p:nvPr/>
          </p:nvSpPr>
          <p:spPr>
            <a:xfrm>
              <a:off x="5256137" y="2302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0" name="pt18290"/>
            <p:cNvSpPr/>
            <p:nvPr/>
          </p:nvSpPr>
          <p:spPr>
            <a:xfrm>
              <a:off x="5047220" y="2683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1" name="pt18291"/>
            <p:cNvSpPr/>
            <p:nvPr/>
          </p:nvSpPr>
          <p:spPr>
            <a:xfrm>
              <a:off x="5047444" y="2663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2" name="pt18292"/>
            <p:cNvSpPr/>
            <p:nvPr/>
          </p:nvSpPr>
          <p:spPr>
            <a:xfrm>
              <a:off x="5340439" y="2194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3" name="pt18293"/>
            <p:cNvSpPr/>
            <p:nvPr/>
          </p:nvSpPr>
          <p:spPr>
            <a:xfrm>
              <a:off x="5224133" y="2216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4" name="pt18294"/>
            <p:cNvSpPr/>
            <p:nvPr/>
          </p:nvSpPr>
          <p:spPr>
            <a:xfrm>
              <a:off x="5084601" y="2468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5" name="pt18295"/>
            <p:cNvSpPr/>
            <p:nvPr/>
          </p:nvSpPr>
          <p:spPr>
            <a:xfrm>
              <a:off x="5209373" y="2229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6" name="pt18296"/>
            <p:cNvSpPr/>
            <p:nvPr/>
          </p:nvSpPr>
          <p:spPr>
            <a:xfrm>
              <a:off x="5272639" y="2223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7" name="pt18297"/>
            <p:cNvSpPr/>
            <p:nvPr/>
          </p:nvSpPr>
          <p:spPr>
            <a:xfrm>
              <a:off x="5153405" y="2092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8" name="pt18298"/>
            <p:cNvSpPr/>
            <p:nvPr/>
          </p:nvSpPr>
          <p:spPr>
            <a:xfrm>
              <a:off x="5103938" y="2248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9" name="pt18299"/>
            <p:cNvSpPr/>
            <p:nvPr/>
          </p:nvSpPr>
          <p:spPr>
            <a:xfrm>
              <a:off x="5555087" y="2075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0" name="pt18300"/>
            <p:cNvSpPr/>
            <p:nvPr/>
          </p:nvSpPr>
          <p:spPr>
            <a:xfrm>
              <a:off x="4959798" y="2435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1" name="pt18301"/>
            <p:cNvSpPr/>
            <p:nvPr/>
          </p:nvSpPr>
          <p:spPr>
            <a:xfrm>
              <a:off x="4912511" y="2076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2" name="pt18302"/>
            <p:cNvSpPr/>
            <p:nvPr/>
          </p:nvSpPr>
          <p:spPr>
            <a:xfrm>
              <a:off x="5203156" y="2018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3" name="pt18303"/>
            <p:cNvSpPr/>
            <p:nvPr/>
          </p:nvSpPr>
          <p:spPr>
            <a:xfrm>
              <a:off x="5364493" y="1923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4" name="pt18304"/>
            <p:cNvSpPr/>
            <p:nvPr/>
          </p:nvSpPr>
          <p:spPr>
            <a:xfrm>
              <a:off x="5476073" y="2232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5" name="pt18305"/>
            <p:cNvSpPr/>
            <p:nvPr/>
          </p:nvSpPr>
          <p:spPr>
            <a:xfrm>
              <a:off x="5445165" y="2234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6" name="pt18306"/>
            <p:cNvSpPr/>
            <p:nvPr/>
          </p:nvSpPr>
          <p:spPr>
            <a:xfrm>
              <a:off x="5347285" y="2033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7" name="pt18307"/>
            <p:cNvSpPr/>
            <p:nvPr/>
          </p:nvSpPr>
          <p:spPr>
            <a:xfrm>
              <a:off x="5584600" y="16573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8" name="pt18308"/>
            <p:cNvSpPr/>
            <p:nvPr/>
          </p:nvSpPr>
          <p:spPr>
            <a:xfrm>
              <a:off x="4641754" y="2499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9" name="pt18309"/>
            <p:cNvSpPr/>
            <p:nvPr/>
          </p:nvSpPr>
          <p:spPr>
            <a:xfrm>
              <a:off x="5277936" y="1983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0" name="pt18310"/>
            <p:cNvSpPr/>
            <p:nvPr/>
          </p:nvSpPr>
          <p:spPr>
            <a:xfrm>
              <a:off x="5097194" y="22390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1" name="pt18311"/>
            <p:cNvSpPr/>
            <p:nvPr/>
          </p:nvSpPr>
          <p:spPr>
            <a:xfrm>
              <a:off x="5274024" y="2040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2" name="pt18312"/>
            <p:cNvSpPr/>
            <p:nvPr/>
          </p:nvSpPr>
          <p:spPr>
            <a:xfrm>
              <a:off x="5260238" y="22256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3" name="pt18313"/>
            <p:cNvSpPr/>
            <p:nvPr/>
          </p:nvSpPr>
          <p:spPr>
            <a:xfrm>
              <a:off x="4722933" y="24504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4" name="pt18314"/>
            <p:cNvSpPr/>
            <p:nvPr/>
          </p:nvSpPr>
          <p:spPr>
            <a:xfrm>
              <a:off x="5601794" y="19173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5" name="pt18315"/>
            <p:cNvSpPr/>
            <p:nvPr/>
          </p:nvSpPr>
          <p:spPr>
            <a:xfrm>
              <a:off x="5299668" y="2137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6" name="pt18316"/>
            <p:cNvSpPr/>
            <p:nvPr/>
          </p:nvSpPr>
          <p:spPr>
            <a:xfrm>
              <a:off x="5589511" y="1693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7" name="pt18317"/>
            <p:cNvSpPr/>
            <p:nvPr/>
          </p:nvSpPr>
          <p:spPr>
            <a:xfrm>
              <a:off x="5124052" y="1874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8" name="pt18318"/>
            <p:cNvSpPr/>
            <p:nvPr/>
          </p:nvSpPr>
          <p:spPr>
            <a:xfrm>
              <a:off x="5362389" y="1839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9" name="pt18319"/>
            <p:cNvSpPr/>
            <p:nvPr/>
          </p:nvSpPr>
          <p:spPr>
            <a:xfrm>
              <a:off x="5172627" y="21090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0" name="pt18320"/>
            <p:cNvSpPr/>
            <p:nvPr/>
          </p:nvSpPr>
          <p:spPr>
            <a:xfrm>
              <a:off x="5357037" y="1888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1" name="pt18321"/>
            <p:cNvSpPr/>
            <p:nvPr/>
          </p:nvSpPr>
          <p:spPr>
            <a:xfrm>
              <a:off x="4952955" y="2256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2" name="pt18322"/>
            <p:cNvSpPr/>
            <p:nvPr/>
          </p:nvSpPr>
          <p:spPr>
            <a:xfrm>
              <a:off x="5029571" y="26476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3" name="pt18323"/>
            <p:cNvSpPr/>
            <p:nvPr/>
          </p:nvSpPr>
          <p:spPr>
            <a:xfrm>
              <a:off x="5446988" y="21975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4" name="pt18324"/>
            <p:cNvSpPr/>
            <p:nvPr/>
          </p:nvSpPr>
          <p:spPr>
            <a:xfrm>
              <a:off x="4968314" y="2459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5" name="pt18325"/>
            <p:cNvSpPr/>
            <p:nvPr/>
          </p:nvSpPr>
          <p:spPr>
            <a:xfrm>
              <a:off x="4956514" y="243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6" name="pt18326"/>
            <p:cNvSpPr/>
            <p:nvPr/>
          </p:nvSpPr>
          <p:spPr>
            <a:xfrm>
              <a:off x="5454652" y="2206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7" name="pt18327"/>
            <p:cNvSpPr/>
            <p:nvPr/>
          </p:nvSpPr>
          <p:spPr>
            <a:xfrm>
              <a:off x="5454097" y="2195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8" name="pt18328"/>
            <p:cNvSpPr/>
            <p:nvPr/>
          </p:nvSpPr>
          <p:spPr>
            <a:xfrm>
              <a:off x="5327600" y="2040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9" name="pt18329"/>
            <p:cNvSpPr/>
            <p:nvPr/>
          </p:nvSpPr>
          <p:spPr>
            <a:xfrm>
              <a:off x="5652273" y="2073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0" name="pt18330"/>
            <p:cNvSpPr/>
            <p:nvPr/>
          </p:nvSpPr>
          <p:spPr>
            <a:xfrm>
              <a:off x="5095878" y="22034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1" name="pt18331"/>
            <p:cNvSpPr/>
            <p:nvPr/>
          </p:nvSpPr>
          <p:spPr>
            <a:xfrm>
              <a:off x="4720625" y="2252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2" name="pt18332"/>
            <p:cNvSpPr/>
            <p:nvPr/>
          </p:nvSpPr>
          <p:spPr>
            <a:xfrm>
              <a:off x="5696587" y="1879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3" name="pt18333"/>
            <p:cNvSpPr/>
            <p:nvPr/>
          </p:nvSpPr>
          <p:spPr>
            <a:xfrm>
              <a:off x="4952067" y="2280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4" name="pt18334"/>
            <p:cNvSpPr/>
            <p:nvPr/>
          </p:nvSpPr>
          <p:spPr>
            <a:xfrm>
              <a:off x="5673350" y="1970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5" name="pt18335"/>
            <p:cNvSpPr/>
            <p:nvPr/>
          </p:nvSpPr>
          <p:spPr>
            <a:xfrm>
              <a:off x="5549158" y="2001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6" name="pt18336"/>
            <p:cNvSpPr/>
            <p:nvPr/>
          </p:nvSpPr>
          <p:spPr>
            <a:xfrm>
              <a:off x="5367484" y="1988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7" name="pt18337"/>
            <p:cNvSpPr/>
            <p:nvPr/>
          </p:nvSpPr>
          <p:spPr>
            <a:xfrm>
              <a:off x="5798027" y="1659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8" name="pt18338"/>
            <p:cNvSpPr/>
            <p:nvPr/>
          </p:nvSpPr>
          <p:spPr>
            <a:xfrm>
              <a:off x="4949797" y="2557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9" name="pt18339"/>
            <p:cNvSpPr/>
            <p:nvPr/>
          </p:nvSpPr>
          <p:spPr>
            <a:xfrm>
              <a:off x="5586252" y="1645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0" name="pt18340"/>
            <p:cNvSpPr/>
            <p:nvPr/>
          </p:nvSpPr>
          <p:spPr>
            <a:xfrm>
              <a:off x="5090679" y="1968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1" name="pt18341"/>
            <p:cNvSpPr/>
            <p:nvPr/>
          </p:nvSpPr>
          <p:spPr>
            <a:xfrm>
              <a:off x="5525498" y="18601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2" name="pt18342"/>
            <p:cNvSpPr/>
            <p:nvPr/>
          </p:nvSpPr>
          <p:spPr>
            <a:xfrm>
              <a:off x="4888484" y="2769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3" name="pt18343"/>
            <p:cNvSpPr/>
            <p:nvPr/>
          </p:nvSpPr>
          <p:spPr>
            <a:xfrm>
              <a:off x="5447536" y="217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4" name="pt18344"/>
            <p:cNvSpPr/>
            <p:nvPr/>
          </p:nvSpPr>
          <p:spPr>
            <a:xfrm>
              <a:off x="5482054" y="2267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5" name="pt18345"/>
            <p:cNvSpPr/>
            <p:nvPr/>
          </p:nvSpPr>
          <p:spPr>
            <a:xfrm>
              <a:off x="5137286" y="1943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6" name="pt18346"/>
            <p:cNvSpPr/>
            <p:nvPr/>
          </p:nvSpPr>
          <p:spPr>
            <a:xfrm>
              <a:off x="5492235" y="1995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7" name="pt18347"/>
            <p:cNvSpPr/>
            <p:nvPr/>
          </p:nvSpPr>
          <p:spPr>
            <a:xfrm>
              <a:off x="5019936" y="2535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8" name="pt18348"/>
            <p:cNvSpPr/>
            <p:nvPr/>
          </p:nvSpPr>
          <p:spPr>
            <a:xfrm>
              <a:off x="5137207" y="1841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9" name="pt18349"/>
            <p:cNvSpPr/>
            <p:nvPr/>
          </p:nvSpPr>
          <p:spPr>
            <a:xfrm>
              <a:off x="5289385" y="2175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0" name="pt18350"/>
            <p:cNvSpPr/>
            <p:nvPr/>
          </p:nvSpPr>
          <p:spPr>
            <a:xfrm>
              <a:off x="5690168" y="1902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1" name="pt18351"/>
            <p:cNvSpPr/>
            <p:nvPr/>
          </p:nvSpPr>
          <p:spPr>
            <a:xfrm>
              <a:off x="5446506" y="2202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2" name="pt18352"/>
            <p:cNvSpPr/>
            <p:nvPr/>
          </p:nvSpPr>
          <p:spPr>
            <a:xfrm>
              <a:off x="5398987" y="2108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3" name="pt18353"/>
            <p:cNvSpPr/>
            <p:nvPr/>
          </p:nvSpPr>
          <p:spPr>
            <a:xfrm>
              <a:off x="5323670" y="2237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4" name="pt18354"/>
            <p:cNvSpPr/>
            <p:nvPr/>
          </p:nvSpPr>
          <p:spPr>
            <a:xfrm>
              <a:off x="5275640" y="2098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5" name="pt18355"/>
            <p:cNvSpPr/>
            <p:nvPr/>
          </p:nvSpPr>
          <p:spPr>
            <a:xfrm>
              <a:off x="5347485" y="2099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6" name="pt18356"/>
            <p:cNvSpPr/>
            <p:nvPr/>
          </p:nvSpPr>
          <p:spPr>
            <a:xfrm>
              <a:off x="5526803" y="19905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7" name="pt18357"/>
            <p:cNvSpPr/>
            <p:nvPr/>
          </p:nvSpPr>
          <p:spPr>
            <a:xfrm>
              <a:off x="5463490" y="2115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8" name="pt18358"/>
            <p:cNvSpPr/>
            <p:nvPr/>
          </p:nvSpPr>
          <p:spPr>
            <a:xfrm>
              <a:off x="5365600" y="1952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9" name="pt18359"/>
            <p:cNvSpPr/>
            <p:nvPr/>
          </p:nvSpPr>
          <p:spPr>
            <a:xfrm>
              <a:off x="5510318" y="2124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0" name="pt18360"/>
            <p:cNvSpPr/>
            <p:nvPr/>
          </p:nvSpPr>
          <p:spPr>
            <a:xfrm>
              <a:off x="5125936" y="1982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1" name="pt18361"/>
            <p:cNvSpPr/>
            <p:nvPr/>
          </p:nvSpPr>
          <p:spPr>
            <a:xfrm>
              <a:off x="5396759" y="2219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2" name="pt18362"/>
            <p:cNvSpPr/>
            <p:nvPr/>
          </p:nvSpPr>
          <p:spPr>
            <a:xfrm>
              <a:off x="5576628" y="16020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3" name="pt18363"/>
            <p:cNvSpPr/>
            <p:nvPr/>
          </p:nvSpPr>
          <p:spPr>
            <a:xfrm>
              <a:off x="5167795" y="21738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4" name="pt18364"/>
            <p:cNvSpPr/>
            <p:nvPr/>
          </p:nvSpPr>
          <p:spPr>
            <a:xfrm>
              <a:off x="5631005" y="1908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5" name="pt18365"/>
            <p:cNvSpPr/>
            <p:nvPr/>
          </p:nvSpPr>
          <p:spPr>
            <a:xfrm>
              <a:off x="5825174" y="1716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6" name="pt18366"/>
            <p:cNvSpPr/>
            <p:nvPr/>
          </p:nvSpPr>
          <p:spPr>
            <a:xfrm>
              <a:off x="5384772" y="19813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7" name="pt18367"/>
            <p:cNvSpPr/>
            <p:nvPr/>
          </p:nvSpPr>
          <p:spPr>
            <a:xfrm>
              <a:off x="5335540" y="21771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8" name="pt18368"/>
            <p:cNvSpPr/>
            <p:nvPr/>
          </p:nvSpPr>
          <p:spPr>
            <a:xfrm>
              <a:off x="5250268" y="2213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9" name="pt18369"/>
            <p:cNvSpPr/>
            <p:nvPr/>
          </p:nvSpPr>
          <p:spPr>
            <a:xfrm>
              <a:off x="5440670" y="1960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0" name="pt18370"/>
            <p:cNvSpPr/>
            <p:nvPr/>
          </p:nvSpPr>
          <p:spPr>
            <a:xfrm>
              <a:off x="5319761" y="2263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1" name="pt18371"/>
            <p:cNvSpPr/>
            <p:nvPr/>
          </p:nvSpPr>
          <p:spPr>
            <a:xfrm>
              <a:off x="5544378" y="2023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2" name="pt18372"/>
            <p:cNvSpPr/>
            <p:nvPr/>
          </p:nvSpPr>
          <p:spPr>
            <a:xfrm>
              <a:off x="5269331" y="2262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3" name="pt18373"/>
            <p:cNvSpPr/>
            <p:nvPr/>
          </p:nvSpPr>
          <p:spPr>
            <a:xfrm>
              <a:off x="5563074" y="18217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4" name="pt18374"/>
            <p:cNvSpPr/>
            <p:nvPr/>
          </p:nvSpPr>
          <p:spPr>
            <a:xfrm>
              <a:off x="5336730" y="2183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5" name="pt18375"/>
            <p:cNvSpPr/>
            <p:nvPr/>
          </p:nvSpPr>
          <p:spPr>
            <a:xfrm>
              <a:off x="5083147" y="2362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6" name="pt18376"/>
            <p:cNvSpPr/>
            <p:nvPr/>
          </p:nvSpPr>
          <p:spPr>
            <a:xfrm>
              <a:off x="4886050" y="2514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7" name="pt18377"/>
            <p:cNvSpPr/>
            <p:nvPr/>
          </p:nvSpPr>
          <p:spPr>
            <a:xfrm>
              <a:off x="5717821" y="1855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8" name="pt18378"/>
            <p:cNvSpPr/>
            <p:nvPr/>
          </p:nvSpPr>
          <p:spPr>
            <a:xfrm>
              <a:off x="5545971" y="2049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9" name="pt18379"/>
            <p:cNvSpPr/>
            <p:nvPr/>
          </p:nvSpPr>
          <p:spPr>
            <a:xfrm>
              <a:off x="5340280" y="21058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0" name="pt18380"/>
            <p:cNvSpPr/>
            <p:nvPr/>
          </p:nvSpPr>
          <p:spPr>
            <a:xfrm>
              <a:off x="5315524" y="2197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1" name="pt18381"/>
            <p:cNvSpPr/>
            <p:nvPr/>
          </p:nvSpPr>
          <p:spPr>
            <a:xfrm>
              <a:off x="5536037" y="1894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2" name="pt18382"/>
            <p:cNvSpPr/>
            <p:nvPr/>
          </p:nvSpPr>
          <p:spPr>
            <a:xfrm>
              <a:off x="5043345" y="2715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3" name="pt18383"/>
            <p:cNvSpPr/>
            <p:nvPr/>
          </p:nvSpPr>
          <p:spPr>
            <a:xfrm>
              <a:off x="5410776" y="2156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4" name="pt18384"/>
            <p:cNvSpPr/>
            <p:nvPr/>
          </p:nvSpPr>
          <p:spPr>
            <a:xfrm>
              <a:off x="5645146" y="1853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5" name="pt18385"/>
            <p:cNvSpPr/>
            <p:nvPr/>
          </p:nvSpPr>
          <p:spPr>
            <a:xfrm>
              <a:off x="5848503" y="1824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6" name="pt18386"/>
            <p:cNvSpPr/>
            <p:nvPr/>
          </p:nvSpPr>
          <p:spPr>
            <a:xfrm>
              <a:off x="5096132" y="2049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7" name="pt18387"/>
            <p:cNvSpPr/>
            <p:nvPr/>
          </p:nvSpPr>
          <p:spPr>
            <a:xfrm>
              <a:off x="5207657" y="2141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8" name="pt18388"/>
            <p:cNvSpPr/>
            <p:nvPr/>
          </p:nvSpPr>
          <p:spPr>
            <a:xfrm>
              <a:off x="5344876" y="2047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9" name="pt18389"/>
            <p:cNvSpPr/>
            <p:nvPr/>
          </p:nvSpPr>
          <p:spPr>
            <a:xfrm>
              <a:off x="5136771" y="1975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0" name="pt18390"/>
            <p:cNvSpPr/>
            <p:nvPr/>
          </p:nvSpPr>
          <p:spPr>
            <a:xfrm>
              <a:off x="5442209" y="2271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1" name="pt18391"/>
            <p:cNvSpPr/>
            <p:nvPr/>
          </p:nvSpPr>
          <p:spPr>
            <a:xfrm>
              <a:off x="5635990" y="1832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2" name="pt18392"/>
            <p:cNvSpPr/>
            <p:nvPr/>
          </p:nvSpPr>
          <p:spPr>
            <a:xfrm>
              <a:off x="5632113" y="1895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3" name="pt18393"/>
            <p:cNvSpPr/>
            <p:nvPr/>
          </p:nvSpPr>
          <p:spPr>
            <a:xfrm>
              <a:off x="5291738" y="1938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4" name="pt18394"/>
            <p:cNvSpPr/>
            <p:nvPr/>
          </p:nvSpPr>
          <p:spPr>
            <a:xfrm>
              <a:off x="5373779" y="20636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5" name="pt18395"/>
            <p:cNvSpPr/>
            <p:nvPr/>
          </p:nvSpPr>
          <p:spPr>
            <a:xfrm>
              <a:off x="5410957" y="2299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6" name="pt18396"/>
            <p:cNvSpPr/>
            <p:nvPr/>
          </p:nvSpPr>
          <p:spPr>
            <a:xfrm>
              <a:off x="4831784" y="17751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7" name="pt18397"/>
            <p:cNvSpPr/>
            <p:nvPr/>
          </p:nvSpPr>
          <p:spPr>
            <a:xfrm>
              <a:off x="5389995" y="2201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8" name="pt18398"/>
            <p:cNvSpPr/>
            <p:nvPr/>
          </p:nvSpPr>
          <p:spPr>
            <a:xfrm>
              <a:off x="4990834" y="1773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9" name="pt18399"/>
            <p:cNvSpPr/>
            <p:nvPr/>
          </p:nvSpPr>
          <p:spPr>
            <a:xfrm>
              <a:off x="5302029" y="2061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0" name="pt18400"/>
            <p:cNvSpPr/>
            <p:nvPr/>
          </p:nvSpPr>
          <p:spPr>
            <a:xfrm>
              <a:off x="4816463" y="1772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1" name="pt18401"/>
            <p:cNvSpPr/>
            <p:nvPr/>
          </p:nvSpPr>
          <p:spPr>
            <a:xfrm>
              <a:off x="5433721" y="21618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2" name="pt18402"/>
            <p:cNvSpPr/>
            <p:nvPr/>
          </p:nvSpPr>
          <p:spPr>
            <a:xfrm>
              <a:off x="5673961" y="18675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3" name="pt18403"/>
            <p:cNvSpPr/>
            <p:nvPr/>
          </p:nvSpPr>
          <p:spPr>
            <a:xfrm>
              <a:off x="4966716" y="23955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4" name="pt18404"/>
            <p:cNvSpPr/>
            <p:nvPr/>
          </p:nvSpPr>
          <p:spPr>
            <a:xfrm>
              <a:off x="5445799" y="21852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5" name="pt18405"/>
            <p:cNvSpPr/>
            <p:nvPr/>
          </p:nvSpPr>
          <p:spPr>
            <a:xfrm>
              <a:off x="5565575" y="1873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6" name="pt18406"/>
            <p:cNvSpPr/>
            <p:nvPr/>
          </p:nvSpPr>
          <p:spPr>
            <a:xfrm>
              <a:off x="4848420" y="2474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7" name="pt18407"/>
            <p:cNvSpPr/>
            <p:nvPr/>
          </p:nvSpPr>
          <p:spPr>
            <a:xfrm>
              <a:off x="5568954" y="1839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8" name="pt18408"/>
            <p:cNvSpPr/>
            <p:nvPr/>
          </p:nvSpPr>
          <p:spPr>
            <a:xfrm>
              <a:off x="4923282" y="23038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9" name="pt18409"/>
            <p:cNvSpPr/>
            <p:nvPr/>
          </p:nvSpPr>
          <p:spPr>
            <a:xfrm>
              <a:off x="5341478" y="2164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0" name="pt18410"/>
            <p:cNvSpPr/>
            <p:nvPr/>
          </p:nvSpPr>
          <p:spPr>
            <a:xfrm>
              <a:off x="5004416" y="2556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1" name="pt18411"/>
            <p:cNvSpPr/>
            <p:nvPr/>
          </p:nvSpPr>
          <p:spPr>
            <a:xfrm>
              <a:off x="5797877" y="1344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2" name="pt18412"/>
            <p:cNvSpPr/>
            <p:nvPr/>
          </p:nvSpPr>
          <p:spPr>
            <a:xfrm>
              <a:off x="5298976" y="2166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3" name="pt18413"/>
            <p:cNvSpPr/>
            <p:nvPr/>
          </p:nvSpPr>
          <p:spPr>
            <a:xfrm>
              <a:off x="4992739" y="2070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4" name="pt18414"/>
            <p:cNvSpPr/>
            <p:nvPr/>
          </p:nvSpPr>
          <p:spPr>
            <a:xfrm>
              <a:off x="5514144" y="1861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5" name="pt18415"/>
            <p:cNvSpPr/>
            <p:nvPr/>
          </p:nvSpPr>
          <p:spPr>
            <a:xfrm>
              <a:off x="5001948" y="2627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6" name="pt18416"/>
            <p:cNvSpPr/>
            <p:nvPr/>
          </p:nvSpPr>
          <p:spPr>
            <a:xfrm>
              <a:off x="5241205" y="2068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7" name="pt18417"/>
            <p:cNvSpPr/>
            <p:nvPr/>
          </p:nvSpPr>
          <p:spPr>
            <a:xfrm>
              <a:off x="5716597" y="1794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8" name="pt18418"/>
            <p:cNvSpPr/>
            <p:nvPr/>
          </p:nvSpPr>
          <p:spPr>
            <a:xfrm>
              <a:off x="5323221" y="23011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9" name="pt18419"/>
            <p:cNvSpPr/>
            <p:nvPr/>
          </p:nvSpPr>
          <p:spPr>
            <a:xfrm>
              <a:off x="5533524" y="2029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0" name="pt18420"/>
            <p:cNvSpPr/>
            <p:nvPr/>
          </p:nvSpPr>
          <p:spPr>
            <a:xfrm>
              <a:off x="5287116" y="2094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1" name="pt18421"/>
            <p:cNvSpPr/>
            <p:nvPr/>
          </p:nvSpPr>
          <p:spPr>
            <a:xfrm>
              <a:off x="5873221" y="15747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2" name="pt18422"/>
            <p:cNvSpPr/>
            <p:nvPr/>
          </p:nvSpPr>
          <p:spPr>
            <a:xfrm>
              <a:off x="5683671" y="18134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3" name="pt18423"/>
            <p:cNvSpPr/>
            <p:nvPr/>
          </p:nvSpPr>
          <p:spPr>
            <a:xfrm>
              <a:off x="5462791" y="2237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4" name="pt18424"/>
            <p:cNvSpPr/>
            <p:nvPr/>
          </p:nvSpPr>
          <p:spPr>
            <a:xfrm>
              <a:off x="4996333" y="2537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5" name="pt18425"/>
            <p:cNvSpPr/>
            <p:nvPr/>
          </p:nvSpPr>
          <p:spPr>
            <a:xfrm>
              <a:off x="5171580" y="2210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6" name="pt18426"/>
            <p:cNvSpPr/>
            <p:nvPr/>
          </p:nvSpPr>
          <p:spPr>
            <a:xfrm>
              <a:off x="5148573" y="2081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7" name="pt18427"/>
            <p:cNvSpPr/>
            <p:nvPr/>
          </p:nvSpPr>
          <p:spPr>
            <a:xfrm>
              <a:off x="4516773" y="2884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8" name="pt18428"/>
            <p:cNvSpPr/>
            <p:nvPr/>
          </p:nvSpPr>
          <p:spPr>
            <a:xfrm>
              <a:off x="5435502" y="223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9" name="pt18429"/>
            <p:cNvSpPr/>
            <p:nvPr/>
          </p:nvSpPr>
          <p:spPr>
            <a:xfrm>
              <a:off x="5369905" y="1917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0" name="pt18430"/>
            <p:cNvSpPr/>
            <p:nvPr/>
          </p:nvSpPr>
          <p:spPr>
            <a:xfrm>
              <a:off x="5363117" y="1854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1" name="pt18431"/>
            <p:cNvSpPr/>
            <p:nvPr/>
          </p:nvSpPr>
          <p:spPr>
            <a:xfrm>
              <a:off x="5587807" y="1645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2" name="pt18432"/>
            <p:cNvSpPr/>
            <p:nvPr/>
          </p:nvSpPr>
          <p:spPr>
            <a:xfrm>
              <a:off x="5631652" y="1853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3" name="pt18433"/>
            <p:cNvSpPr/>
            <p:nvPr/>
          </p:nvSpPr>
          <p:spPr>
            <a:xfrm>
              <a:off x="5131400" y="2089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4" name="pt18434"/>
            <p:cNvSpPr/>
            <p:nvPr/>
          </p:nvSpPr>
          <p:spPr>
            <a:xfrm>
              <a:off x="5630948" y="1843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5" name="pt18435"/>
            <p:cNvSpPr/>
            <p:nvPr/>
          </p:nvSpPr>
          <p:spPr>
            <a:xfrm>
              <a:off x="5467542" y="2215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6" name="pt18436"/>
            <p:cNvSpPr/>
            <p:nvPr/>
          </p:nvSpPr>
          <p:spPr>
            <a:xfrm>
              <a:off x="5545886" y="1973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7" name="pt18437"/>
            <p:cNvSpPr/>
            <p:nvPr/>
          </p:nvSpPr>
          <p:spPr>
            <a:xfrm>
              <a:off x="5419366" y="2187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8" name="pt18438"/>
            <p:cNvSpPr/>
            <p:nvPr/>
          </p:nvSpPr>
          <p:spPr>
            <a:xfrm>
              <a:off x="5358667" y="2018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9" name="pt18439"/>
            <p:cNvSpPr/>
            <p:nvPr/>
          </p:nvSpPr>
          <p:spPr>
            <a:xfrm>
              <a:off x="6117327" y="15535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0" name="pt18440"/>
            <p:cNvSpPr/>
            <p:nvPr/>
          </p:nvSpPr>
          <p:spPr>
            <a:xfrm>
              <a:off x="5740304" y="1782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1" name="pt18441"/>
            <p:cNvSpPr/>
            <p:nvPr/>
          </p:nvSpPr>
          <p:spPr>
            <a:xfrm>
              <a:off x="5616227" y="1897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2" name="pt18442"/>
            <p:cNvSpPr/>
            <p:nvPr/>
          </p:nvSpPr>
          <p:spPr>
            <a:xfrm>
              <a:off x="5296844" y="2152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3" name="pt18443"/>
            <p:cNvSpPr/>
            <p:nvPr/>
          </p:nvSpPr>
          <p:spPr>
            <a:xfrm>
              <a:off x="5553779" y="2052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4" name="pt18444"/>
            <p:cNvSpPr/>
            <p:nvPr/>
          </p:nvSpPr>
          <p:spPr>
            <a:xfrm>
              <a:off x="5032415" y="2636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5" name="pt18445"/>
            <p:cNvSpPr/>
            <p:nvPr/>
          </p:nvSpPr>
          <p:spPr>
            <a:xfrm>
              <a:off x="5694067" y="1956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6" name="pt18446"/>
            <p:cNvSpPr/>
            <p:nvPr/>
          </p:nvSpPr>
          <p:spPr>
            <a:xfrm>
              <a:off x="5479289" y="2210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7" name="pt18447"/>
            <p:cNvSpPr/>
            <p:nvPr/>
          </p:nvSpPr>
          <p:spPr>
            <a:xfrm>
              <a:off x="5543593" y="1968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8" name="pt18448"/>
            <p:cNvSpPr/>
            <p:nvPr/>
          </p:nvSpPr>
          <p:spPr>
            <a:xfrm>
              <a:off x="5046672" y="2809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9" name="pt18449"/>
            <p:cNvSpPr/>
            <p:nvPr/>
          </p:nvSpPr>
          <p:spPr>
            <a:xfrm>
              <a:off x="5425703" y="211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0" name="pt18450"/>
            <p:cNvSpPr/>
            <p:nvPr/>
          </p:nvSpPr>
          <p:spPr>
            <a:xfrm>
              <a:off x="5594475" y="1853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1" name="pt18451"/>
            <p:cNvSpPr/>
            <p:nvPr/>
          </p:nvSpPr>
          <p:spPr>
            <a:xfrm>
              <a:off x="5044744" y="2743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2" name="pt18452"/>
            <p:cNvSpPr/>
            <p:nvPr/>
          </p:nvSpPr>
          <p:spPr>
            <a:xfrm>
              <a:off x="5143988" y="2174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3" name="pt18453"/>
            <p:cNvSpPr/>
            <p:nvPr/>
          </p:nvSpPr>
          <p:spPr>
            <a:xfrm>
              <a:off x="5402617" y="2259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4" name="pt18454"/>
            <p:cNvSpPr/>
            <p:nvPr/>
          </p:nvSpPr>
          <p:spPr>
            <a:xfrm>
              <a:off x="5241819" y="2159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5" name="pt18455"/>
            <p:cNvSpPr/>
            <p:nvPr/>
          </p:nvSpPr>
          <p:spPr>
            <a:xfrm>
              <a:off x="5299643" y="2214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6" name="pt18456"/>
            <p:cNvSpPr/>
            <p:nvPr/>
          </p:nvSpPr>
          <p:spPr>
            <a:xfrm>
              <a:off x="5217481" y="2184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7" name="pt18457"/>
            <p:cNvSpPr/>
            <p:nvPr/>
          </p:nvSpPr>
          <p:spPr>
            <a:xfrm>
              <a:off x="5281980" y="2137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8" name="pt18458"/>
            <p:cNvSpPr/>
            <p:nvPr/>
          </p:nvSpPr>
          <p:spPr>
            <a:xfrm>
              <a:off x="5310446" y="2175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9" name="pt18459"/>
            <p:cNvSpPr/>
            <p:nvPr/>
          </p:nvSpPr>
          <p:spPr>
            <a:xfrm>
              <a:off x="5095034" y="21133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0" name="pt18460"/>
            <p:cNvSpPr/>
            <p:nvPr/>
          </p:nvSpPr>
          <p:spPr>
            <a:xfrm>
              <a:off x="4629658" y="2621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1" name="pt18461"/>
            <p:cNvSpPr/>
            <p:nvPr/>
          </p:nvSpPr>
          <p:spPr>
            <a:xfrm>
              <a:off x="5287415" y="21431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2" name="pt18462"/>
            <p:cNvSpPr/>
            <p:nvPr/>
          </p:nvSpPr>
          <p:spPr>
            <a:xfrm>
              <a:off x="4895803" y="25620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3" name="pt18463"/>
            <p:cNvSpPr/>
            <p:nvPr/>
          </p:nvSpPr>
          <p:spPr>
            <a:xfrm>
              <a:off x="5105221" y="2223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4" name="pt18464"/>
            <p:cNvSpPr/>
            <p:nvPr/>
          </p:nvSpPr>
          <p:spPr>
            <a:xfrm>
              <a:off x="5654071" y="1901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5" name="pt18465"/>
            <p:cNvSpPr/>
            <p:nvPr/>
          </p:nvSpPr>
          <p:spPr>
            <a:xfrm>
              <a:off x="5325366" y="2118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6" name="pt18466"/>
            <p:cNvSpPr/>
            <p:nvPr/>
          </p:nvSpPr>
          <p:spPr>
            <a:xfrm>
              <a:off x="5439192" y="2089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7" name="pt18467"/>
            <p:cNvSpPr/>
            <p:nvPr/>
          </p:nvSpPr>
          <p:spPr>
            <a:xfrm>
              <a:off x="5269611" y="2225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8" name="pt18468"/>
            <p:cNvSpPr/>
            <p:nvPr/>
          </p:nvSpPr>
          <p:spPr>
            <a:xfrm>
              <a:off x="5353501" y="2061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9" name="pt18469"/>
            <p:cNvSpPr/>
            <p:nvPr/>
          </p:nvSpPr>
          <p:spPr>
            <a:xfrm>
              <a:off x="6003226" y="1745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0" name="pt18470"/>
            <p:cNvSpPr/>
            <p:nvPr/>
          </p:nvSpPr>
          <p:spPr>
            <a:xfrm>
              <a:off x="5009282" y="27022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1" name="pt18471"/>
            <p:cNvSpPr/>
            <p:nvPr/>
          </p:nvSpPr>
          <p:spPr>
            <a:xfrm>
              <a:off x="4948400" y="2432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2" name="pt18472"/>
            <p:cNvSpPr/>
            <p:nvPr/>
          </p:nvSpPr>
          <p:spPr>
            <a:xfrm>
              <a:off x="5282856" y="2072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3" name="pt18473"/>
            <p:cNvSpPr/>
            <p:nvPr/>
          </p:nvSpPr>
          <p:spPr>
            <a:xfrm>
              <a:off x="5528024" y="2007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4" name="pt18474"/>
            <p:cNvSpPr/>
            <p:nvPr/>
          </p:nvSpPr>
          <p:spPr>
            <a:xfrm>
              <a:off x="4777553" y="2686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5" name="pt18475"/>
            <p:cNvSpPr/>
            <p:nvPr/>
          </p:nvSpPr>
          <p:spPr>
            <a:xfrm>
              <a:off x="5219674" y="1994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6" name="pt18476"/>
            <p:cNvSpPr/>
            <p:nvPr/>
          </p:nvSpPr>
          <p:spPr>
            <a:xfrm>
              <a:off x="5111418" y="2174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7" name="pt18477"/>
            <p:cNvSpPr/>
            <p:nvPr/>
          </p:nvSpPr>
          <p:spPr>
            <a:xfrm>
              <a:off x="5338982" y="2122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8" name="pt18478"/>
            <p:cNvSpPr/>
            <p:nvPr/>
          </p:nvSpPr>
          <p:spPr>
            <a:xfrm>
              <a:off x="5353408" y="2041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9" name="pt18479"/>
            <p:cNvSpPr/>
            <p:nvPr/>
          </p:nvSpPr>
          <p:spPr>
            <a:xfrm>
              <a:off x="5762850" y="2055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0" name="pt18480"/>
            <p:cNvSpPr/>
            <p:nvPr/>
          </p:nvSpPr>
          <p:spPr>
            <a:xfrm>
              <a:off x="5343803" y="2133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1" name="pt18481"/>
            <p:cNvSpPr/>
            <p:nvPr/>
          </p:nvSpPr>
          <p:spPr>
            <a:xfrm>
              <a:off x="5114950" y="2245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2" name="pt18482"/>
            <p:cNvSpPr/>
            <p:nvPr/>
          </p:nvSpPr>
          <p:spPr>
            <a:xfrm>
              <a:off x="4997106" y="2480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3" name="pt18483"/>
            <p:cNvSpPr/>
            <p:nvPr/>
          </p:nvSpPr>
          <p:spPr>
            <a:xfrm>
              <a:off x="5173484" y="20882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4" name="pt18484"/>
            <p:cNvSpPr/>
            <p:nvPr/>
          </p:nvSpPr>
          <p:spPr>
            <a:xfrm>
              <a:off x="4966093" y="24219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5" name="pt18485"/>
            <p:cNvSpPr/>
            <p:nvPr/>
          </p:nvSpPr>
          <p:spPr>
            <a:xfrm>
              <a:off x="5065667" y="2471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6" name="pt18486"/>
            <p:cNvSpPr/>
            <p:nvPr/>
          </p:nvSpPr>
          <p:spPr>
            <a:xfrm>
              <a:off x="5137550" y="20835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7" name="pt18487"/>
            <p:cNvSpPr/>
            <p:nvPr/>
          </p:nvSpPr>
          <p:spPr>
            <a:xfrm>
              <a:off x="5747691" y="1763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8" name="pt18488"/>
            <p:cNvSpPr/>
            <p:nvPr/>
          </p:nvSpPr>
          <p:spPr>
            <a:xfrm>
              <a:off x="5268968" y="2231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9" name="pt18489"/>
            <p:cNvSpPr/>
            <p:nvPr/>
          </p:nvSpPr>
          <p:spPr>
            <a:xfrm>
              <a:off x="5304854" y="2112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0" name="pt18490"/>
            <p:cNvSpPr/>
            <p:nvPr/>
          </p:nvSpPr>
          <p:spPr>
            <a:xfrm>
              <a:off x="5319902" y="22883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1" name="pt18491"/>
            <p:cNvSpPr/>
            <p:nvPr/>
          </p:nvSpPr>
          <p:spPr>
            <a:xfrm>
              <a:off x="5902333" y="1925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2" name="pt18492"/>
            <p:cNvSpPr/>
            <p:nvPr/>
          </p:nvSpPr>
          <p:spPr>
            <a:xfrm>
              <a:off x="5432821" y="2240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3" name="pt18493"/>
            <p:cNvSpPr/>
            <p:nvPr/>
          </p:nvSpPr>
          <p:spPr>
            <a:xfrm>
              <a:off x="5311250" y="2216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4" name="pt18494"/>
            <p:cNvSpPr/>
            <p:nvPr/>
          </p:nvSpPr>
          <p:spPr>
            <a:xfrm>
              <a:off x="5147456" y="2040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5" name="pt18495"/>
            <p:cNvSpPr/>
            <p:nvPr/>
          </p:nvSpPr>
          <p:spPr>
            <a:xfrm>
              <a:off x="4986830" y="1538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6" name="pt18496"/>
            <p:cNvSpPr/>
            <p:nvPr/>
          </p:nvSpPr>
          <p:spPr>
            <a:xfrm>
              <a:off x="5074072" y="2379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7" name="pt18497"/>
            <p:cNvSpPr/>
            <p:nvPr/>
          </p:nvSpPr>
          <p:spPr>
            <a:xfrm>
              <a:off x="5204328" y="1994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8" name="pt18498"/>
            <p:cNvSpPr/>
            <p:nvPr/>
          </p:nvSpPr>
          <p:spPr>
            <a:xfrm>
              <a:off x="4961831" y="24654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9" name="pt18499"/>
            <p:cNvSpPr/>
            <p:nvPr/>
          </p:nvSpPr>
          <p:spPr>
            <a:xfrm>
              <a:off x="4871592" y="2562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0" name="pt18500"/>
            <p:cNvSpPr/>
            <p:nvPr/>
          </p:nvSpPr>
          <p:spPr>
            <a:xfrm>
              <a:off x="5051144" y="271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1" name="pt18501"/>
            <p:cNvSpPr/>
            <p:nvPr/>
          </p:nvSpPr>
          <p:spPr>
            <a:xfrm>
              <a:off x="5263972" y="2266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2" name="pt18502"/>
            <p:cNvSpPr/>
            <p:nvPr/>
          </p:nvSpPr>
          <p:spPr>
            <a:xfrm>
              <a:off x="4954834" y="2278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3" name="pt18503"/>
            <p:cNvSpPr/>
            <p:nvPr/>
          </p:nvSpPr>
          <p:spPr>
            <a:xfrm>
              <a:off x="4659037" y="2566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4" name="pt18504"/>
            <p:cNvSpPr/>
            <p:nvPr/>
          </p:nvSpPr>
          <p:spPr>
            <a:xfrm>
              <a:off x="5777431" y="1964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5" name="pt18505"/>
            <p:cNvSpPr/>
            <p:nvPr/>
          </p:nvSpPr>
          <p:spPr>
            <a:xfrm>
              <a:off x="5113851" y="2218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6" name="pt18506"/>
            <p:cNvSpPr/>
            <p:nvPr/>
          </p:nvSpPr>
          <p:spPr>
            <a:xfrm>
              <a:off x="5563815" y="1947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7" name="pt18507"/>
            <p:cNvSpPr/>
            <p:nvPr/>
          </p:nvSpPr>
          <p:spPr>
            <a:xfrm>
              <a:off x="5323344" y="2169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8" name="pt18508"/>
            <p:cNvSpPr/>
            <p:nvPr/>
          </p:nvSpPr>
          <p:spPr>
            <a:xfrm>
              <a:off x="5482140" y="2253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9" name="pt18509"/>
            <p:cNvSpPr/>
            <p:nvPr/>
          </p:nvSpPr>
          <p:spPr>
            <a:xfrm>
              <a:off x="4831795" y="2160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0" name="pt18510"/>
            <p:cNvSpPr/>
            <p:nvPr/>
          </p:nvSpPr>
          <p:spPr>
            <a:xfrm>
              <a:off x="5524491" y="19119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1" name="pt18511"/>
            <p:cNvSpPr/>
            <p:nvPr/>
          </p:nvSpPr>
          <p:spPr>
            <a:xfrm>
              <a:off x="5585756" y="1635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2" name="pt18512"/>
            <p:cNvSpPr/>
            <p:nvPr/>
          </p:nvSpPr>
          <p:spPr>
            <a:xfrm>
              <a:off x="5520666" y="1865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3" name="pt18513"/>
            <p:cNvSpPr/>
            <p:nvPr/>
          </p:nvSpPr>
          <p:spPr>
            <a:xfrm>
              <a:off x="5114325" y="2108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4" name="pt18514"/>
            <p:cNvSpPr/>
            <p:nvPr/>
          </p:nvSpPr>
          <p:spPr>
            <a:xfrm>
              <a:off x="5805932" y="1657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5" name="pt18515"/>
            <p:cNvSpPr/>
            <p:nvPr/>
          </p:nvSpPr>
          <p:spPr>
            <a:xfrm>
              <a:off x="4829227" y="1794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6" name="pt18516"/>
            <p:cNvSpPr/>
            <p:nvPr/>
          </p:nvSpPr>
          <p:spPr>
            <a:xfrm>
              <a:off x="4911622" y="2385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7" name="pt18517"/>
            <p:cNvSpPr/>
            <p:nvPr/>
          </p:nvSpPr>
          <p:spPr>
            <a:xfrm>
              <a:off x="5153873" y="21758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8" name="pt18518"/>
            <p:cNvSpPr/>
            <p:nvPr/>
          </p:nvSpPr>
          <p:spPr>
            <a:xfrm>
              <a:off x="5438416" y="2277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9" name="pt18519"/>
            <p:cNvSpPr/>
            <p:nvPr/>
          </p:nvSpPr>
          <p:spPr>
            <a:xfrm>
              <a:off x="5670854" y="18376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0" name="pt18520"/>
            <p:cNvSpPr/>
            <p:nvPr/>
          </p:nvSpPr>
          <p:spPr>
            <a:xfrm>
              <a:off x="5262170" y="2210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1" name="pt18521"/>
            <p:cNvSpPr/>
            <p:nvPr/>
          </p:nvSpPr>
          <p:spPr>
            <a:xfrm>
              <a:off x="5319810" y="2259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2" name="pt18522"/>
            <p:cNvSpPr/>
            <p:nvPr/>
          </p:nvSpPr>
          <p:spPr>
            <a:xfrm>
              <a:off x="5328012" y="2030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3" name="pt18523"/>
            <p:cNvSpPr/>
            <p:nvPr/>
          </p:nvSpPr>
          <p:spPr>
            <a:xfrm>
              <a:off x="5440533" y="2268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4" name="pt18524"/>
            <p:cNvSpPr/>
            <p:nvPr/>
          </p:nvSpPr>
          <p:spPr>
            <a:xfrm>
              <a:off x="5100439" y="19837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5" name="pt18525"/>
            <p:cNvSpPr/>
            <p:nvPr/>
          </p:nvSpPr>
          <p:spPr>
            <a:xfrm>
              <a:off x="5489420" y="19952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6" name="pt18526"/>
            <p:cNvSpPr/>
            <p:nvPr/>
          </p:nvSpPr>
          <p:spPr>
            <a:xfrm>
              <a:off x="5442299" y="20681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7" name="pt18527"/>
            <p:cNvSpPr/>
            <p:nvPr/>
          </p:nvSpPr>
          <p:spPr>
            <a:xfrm>
              <a:off x="5451597" y="2157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8" name="pt18528"/>
            <p:cNvSpPr/>
            <p:nvPr/>
          </p:nvSpPr>
          <p:spPr>
            <a:xfrm>
              <a:off x="4974057" y="2284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9" name="pt18529"/>
            <p:cNvSpPr/>
            <p:nvPr/>
          </p:nvSpPr>
          <p:spPr>
            <a:xfrm>
              <a:off x="5475004" y="2312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0" name="pt18530"/>
            <p:cNvSpPr/>
            <p:nvPr/>
          </p:nvSpPr>
          <p:spPr>
            <a:xfrm>
              <a:off x="5010449" y="24531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1" name="pt18531"/>
            <p:cNvSpPr/>
            <p:nvPr/>
          </p:nvSpPr>
          <p:spPr>
            <a:xfrm>
              <a:off x="5138182" y="1966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2" name="pt18532"/>
            <p:cNvSpPr/>
            <p:nvPr/>
          </p:nvSpPr>
          <p:spPr>
            <a:xfrm>
              <a:off x="5717173" y="1827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3" name="pt18533"/>
            <p:cNvSpPr/>
            <p:nvPr/>
          </p:nvSpPr>
          <p:spPr>
            <a:xfrm>
              <a:off x="5180969" y="2090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4" name="pt18534"/>
            <p:cNvSpPr/>
            <p:nvPr/>
          </p:nvSpPr>
          <p:spPr>
            <a:xfrm>
              <a:off x="5367565" y="20207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5" name="pt18535"/>
            <p:cNvSpPr/>
            <p:nvPr/>
          </p:nvSpPr>
          <p:spPr>
            <a:xfrm>
              <a:off x="5210519" y="2062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6" name="pt18536"/>
            <p:cNvSpPr/>
            <p:nvPr/>
          </p:nvSpPr>
          <p:spPr>
            <a:xfrm>
              <a:off x="4872674" y="2257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7" name="pt18537"/>
            <p:cNvSpPr/>
            <p:nvPr/>
          </p:nvSpPr>
          <p:spPr>
            <a:xfrm>
              <a:off x="4778264" y="3046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8" name="pt18538"/>
            <p:cNvSpPr/>
            <p:nvPr/>
          </p:nvSpPr>
          <p:spPr>
            <a:xfrm>
              <a:off x="5520099" y="1883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9" name="pt18539"/>
            <p:cNvSpPr/>
            <p:nvPr/>
          </p:nvSpPr>
          <p:spPr>
            <a:xfrm>
              <a:off x="5377249" y="19978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0" name="pt18540"/>
            <p:cNvSpPr/>
            <p:nvPr/>
          </p:nvSpPr>
          <p:spPr>
            <a:xfrm>
              <a:off x="5169391" y="2205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1" name="pt18541"/>
            <p:cNvSpPr/>
            <p:nvPr/>
          </p:nvSpPr>
          <p:spPr>
            <a:xfrm>
              <a:off x="5011759" y="27096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2" name="pt18542"/>
            <p:cNvSpPr/>
            <p:nvPr/>
          </p:nvSpPr>
          <p:spPr>
            <a:xfrm>
              <a:off x="4960392" y="23715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3" name="pt18543"/>
            <p:cNvSpPr/>
            <p:nvPr/>
          </p:nvSpPr>
          <p:spPr>
            <a:xfrm>
              <a:off x="5101793" y="2043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4" name="pt18544"/>
            <p:cNvSpPr/>
            <p:nvPr/>
          </p:nvSpPr>
          <p:spPr>
            <a:xfrm>
              <a:off x="5260732" y="2279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5" name="pt18545"/>
            <p:cNvSpPr/>
            <p:nvPr/>
          </p:nvSpPr>
          <p:spPr>
            <a:xfrm>
              <a:off x="5237753" y="22764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6" name="pt18546"/>
            <p:cNvSpPr/>
            <p:nvPr/>
          </p:nvSpPr>
          <p:spPr>
            <a:xfrm>
              <a:off x="5175037" y="21766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7" name="pt18547"/>
            <p:cNvSpPr/>
            <p:nvPr/>
          </p:nvSpPr>
          <p:spPr>
            <a:xfrm>
              <a:off x="5458809" y="2273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8" name="pt18548"/>
            <p:cNvSpPr/>
            <p:nvPr/>
          </p:nvSpPr>
          <p:spPr>
            <a:xfrm>
              <a:off x="5508594" y="1916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9" name="pt18549"/>
            <p:cNvSpPr/>
            <p:nvPr/>
          </p:nvSpPr>
          <p:spPr>
            <a:xfrm>
              <a:off x="5400320" y="2119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0" name="pt18550"/>
            <p:cNvSpPr/>
            <p:nvPr/>
          </p:nvSpPr>
          <p:spPr>
            <a:xfrm>
              <a:off x="5432868" y="2106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1" name="pt18551"/>
            <p:cNvSpPr/>
            <p:nvPr/>
          </p:nvSpPr>
          <p:spPr>
            <a:xfrm>
              <a:off x="5616740" y="2024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2" name="pt18552"/>
            <p:cNvSpPr/>
            <p:nvPr/>
          </p:nvSpPr>
          <p:spPr>
            <a:xfrm>
              <a:off x="5192809" y="1874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3" name="pt18553"/>
            <p:cNvSpPr/>
            <p:nvPr/>
          </p:nvSpPr>
          <p:spPr>
            <a:xfrm>
              <a:off x="5230761" y="2187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4" name="pt18554"/>
            <p:cNvSpPr/>
            <p:nvPr/>
          </p:nvSpPr>
          <p:spPr>
            <a:xfrm>
              <a:off x="5352941" y="21152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5" name="pt18555"/>
            <p:cNvSpPr/>
            <p:nvPr/>
          </p:nvSpPr>
          <p:spPr>
            <a:xfrm>
              <a:off x="4767142" y="3064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6" name="pt18556"/>
            <p:cNvSpPr/>
            <p:nvPr/>
          </p:nvSpPr>
          <p:spPr>
            <a:xfrm>
              <a:off x="5021447" y="2374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7" name="pt18557"/>
            <p:cNvSpPr/>
            <p:nvPr/>
          </p:nvSpPr>
          <p:spPr>
            <a:xfrm>
              <a:off x="5129550" y="2157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8" name="pt18558"/>
            <p:cNvSpPr/>
            <p:nvPr/>
          </p:nvSpPr>
          <p:spPr>
            <a:xfrm>
              <a:off x="5350760" y="2096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9" name="pt18559"/>
            <p:cNvSpPr/>
            <p:nvPr/>
          </p:nvSpPr>
          <p:spPr>
            <a:xfrm>
              <a:off x="5252818" y="2223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0" name="pt18560"/>
            <p:cNvSpPr/>
            <p:nvPr/>
          </p:nvSpPr>
          <p:spPr>
            <a:xfrm>
              <a:off x="5439196" y="2043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1" name="pt18561"/>
            <p:cNvSpPr/>
            <p:nvPr/>
          </p:nvSpPr>
          <p:spPr>
            <a:xfrm>
              <a:off x="5111569" y="2101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2" name="pt18562"/>
            <p:cNvSpPr/>
            <p:nvPr/>
          </p:nvSpPr>
          <p:spPr>
            <a:xfrm>
              <a:off x="5670699" y="1965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3" name="pt18563"/>
            <p:cNvSpPr/>
            <p:nvPr/>
          </p:nvSpPr>
          <p:spPr>
            <a:xfrm>
              <a:off x="5385895" y="21262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4" name="pt18564"/>
            <p:cNvSpPr/>
            <p:nvPr/>
          </p:nvSpPr>
          <p:spPr>
            <a:xfrm>
              <a:off x="5561090" y="22294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5" name="pt18565"/>
            <p:cNvSpPr/>
            <p:nvPr/>
          </p:nvSpPr>
          <p:spPr>
            <a:xfrm>
              <a:off x="5058446" y="2427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6" name="pt18566"/>
            <p:cNvSpPr/>
            <p:nvPr/>
          </p:nvSpPr>
          <p:spPr>
            <a:xfrm>
              <a:off x="5496366" y="2024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7" name="pt18567"/>
            <p:cNvSpPr/>
            <p:nvPr/>
          </p:nvSpPr>
          <p:spPr>
            <a:xfrm>
              <a:off x="5274642" y="2029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8" name="pt18568"/>
            <p:cNvSpPr/>
            <p:nvPr/>
          </p:nvSpPr>
          <p:spPr>
            <a:xfrm>
              <a:off x="5179203" y="21484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9" name="pt18569"/>
            <p:cNvSpPr/>
            <p:nvPr/>
          </p:nvSpPr>
          <p:spPr>
            <a:xfrm>
              <a:off x="5529533" y="2038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0" name="pt18570"/>
            <p:cNvSpPr/>
            <p:nvPr/>
          </p:nvSpPr>
          <p:spPr>
            <a:xfrm>
              <a:off x="5021157" y="2289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1" name="pt18571"/>
            <p:cNvSpPr/>
            <p:nvPr/>
          </p:nvSpPr>
          <p:spPr>
            <a:xfrm>
              <a:off x="5097275" y="2263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2" name="pt18572"/>
            <p:cNvSpPr/>
            <p:nvPr/>
          </p:nvSpPr>
          <p:spPr>
            <a:xfrm>
              <a:off x="5562528" y="1835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3" name="pt18573"/>
            <p:cNvSpPr/>
            <p:nvPr/>
          </p:nvSpPr>
          <p:spPr>
            <a:xfrm>
              <a:off x="5067138" y="2611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4" name="pt18574"/>
            <p:cNvSpPr/>
            <p:nvPr/>
          </p:nvSpPr>
          <p:spPr>
            <a:xfrm>
              <a:off x="5332858" y="2094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5" name="pt18575"/>
            <p:cNvSpPr/>
            <p:nvPr/>
          </p:nvSpPr>
          <p:spPr>
            <a:xfrm>
              <a:off x="5226064" y="20551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6" name="pt18576"/>
            <p:cNvSpPr/>
            <p:nvPr/>
          </p:nvSpPr>
          <p:spPr>
            <a:xfrm>
              <a:off x="5819197" y="1662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7" name="pt18577"/>
            <p:cNvSpPr/>
            <p:nvPr/>
          </p:nvSpPr>
          <p:spPr>
            <a:xfrm>
              <a:off x="5391863" y="2155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8" name="pt18578"/>
            <p:cNvSpPr/>
            <p:nvPr/>
          </p:nvSpPr>
          <p:spPr>
            <a:xfrm>
              <a:off x="5470702" y="2214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9" name="pt18579"/>
            <p:cNvSpPr/>
            <p:nvPr/>
          </p:nvSpPr>
          <p:spPr>
            <a:xfrm>
              <a:off x="5093659" y="2310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0" name="pt18580"/>
            <p:cNvSpPr/>
            <p:nvPr/>
          </p:nvSpPr>
          <p:spPr>
            <a:xfrm>
              <a:off x="4717843" y="25918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1" name="pt18581"/>
            <p:cNvSpPr/>
            <p:nvPr/>
          </p:nvSpPr>
          <p:spPr>
            <a:xfrm>
              <a:off x="5524176" y="1787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2" name="pt18582"/>
            <p:cNvSpPr/>
            <p:nvPr/>
          </p:nvSpPr>
          <p:spPr>
            <a:xfrm>
              <a:off x="5215280" y="2117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3" name="pt18583"/>
            <p:cNvSpPr/>
            <p:nvPr/>
          </p:nvSpPr>
          <p:spPr>
            <a:xfrm>
              <a:off x="5079257" y="2310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4" name="pt18584"/>
            <p:cNvSpPr/>
            <p:nvPr/>
          </p:nvSpPr>
          <p:spPr>
            <a:xfrm>
              <a:off x="5631340" y="1892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5" name="pt18585"/>
            <p:cNvSpPr/>
            <p:nvPr/>
          </p:nvSpPr>
          <p:spPr>
            <a:xfrm>
              <a:off x="5672086" y="19468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6" name="pt18586"/>
            <p:cNvSpPr/>
            <p:nvPr/>
          </p:nvSpPr>
          <p:spPr>
            <a:xfrm>
              <a:off x="5053666" y="2690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7" name="pt18587"/>
            <p:cNvSpPr/>
            <p:nvPr/>
          </p:nvSpPr>
          <p:spPr>
            <a:xfrm>
              <a:off x="5290541" y="2203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8" name="pt18588"/>
            <p:cNvSpPr/>
            <p:nvPr/>
          </p:nvSpPr>
          <p:spPr>
            <a:xfrm>
              <a:off x="5558815" y="2144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9" name="pt18589"/>
            <p:cNvSpPr/>
            <p:nvPr/>
          </p:nvSpPr>
          <p:spPr>
            <a:xfrm>
              <a:off x="5333133" y="2178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0" name="pt18590"/>
            <p:cNvSpPr/>
            <p:nvPr/>
          </p:nvSpPr>
          <p:spPr>
            <a:xfrm>
              <a:off x="4678097" y="2000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1" name="pt18591"/>
            <p:cNvSpPr/>
            <p:nvPr/>
          </p:nvSpPr>
          <p:spPr>
            <a:xfrm>
              <a:off x="5317190" y="2212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2" name="pt18592"/>
            <p:cNvSpPr/>
            <p:nvPr/>
          </p:nvSpPr>
          <p:spPr>
            <a:xfrm>
              <a:off x="5485164" y="2017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3" name="pt18593"/>
            <p:cNvSpPr/>
            <p:nvPr/>
          </p:nvSpPr>
          <p:spPr>
            <a:xfrm>
              <a:off x="5158234" y="2030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4" name="pt18594"/>
            <p:cNvSpPr/>
            <p:nvPr/>
          </p:nvSpPr>
          <p:spPr>
            <a:xfrm>
              <a:off x="5448869" y="21193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5" name="pt18595"/>
            <p:cNvSpPr/>
            <p:nvPr/>
          </p:nvSpPr>
          <p:spPr>
            <a:xfrm>
              <a:off x="5357924" y="1915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6" name="pt18596"/>
            <p:cNvSpPr/>
            <p:nvPr/>
          </p:nvSpPr>
          <p:spPr>
            <a:xfrm>
              <a:off x="5518321" y="1982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7" name="pt18597"/>
            <p:cNvSpPr/>
            <p:nvPr/>
          </p:nvSpPr>
          <p:spPr>
            <a:xfrm>
              <a:off x="5495053" y="2074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8" name="pt18598"/>
            <p:cNvSpPr/>
            <p:nvPr/>
          </p:nvSpPr>
          <p:spPr>
            <a:xfrm>
              <a:off x="5646646" y="1969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9" name="pt18599"/>
            <p:cNvSpPr/>
            <p:nvPr/>
          </p:nvSpPr>
          <p:spPr>
            <a:xfrm>
              <a:off x="5339069" y="2132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0" name="pt18600"/>
            <p:cNvSpPr/>
            <p:nvPr/>
          </p:nvSpPr>
          <p:spPr>
            <a:xfrm>
              <a:off x="4901196" y="2668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1" name="pt18601"/>
            <p:cNvSpPr/>
            <p:nvPr/>
          </p:nvSpPr>
          <p:spPr>
            <a:xfrm>
              <a:off x="5420116" y="2114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2" name="pt18602"/>
            <p:cNvSpPr/>
            <p:nvPr/>
          </p:nvSpPr>
          <p:spPr>
            <a:xfrm>
              <a:off x="5265588" y="22686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3" name="pt18603"/>
            <p:cNvSpPr/>
            <p:nvPr/>
          </p:nvSpPr>
          <p:spPr>
            <a:xfrm>
              <a:off x="5050116" y="2629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4" name="pt18604"/>
            <p:cNvSpPr/>
            <p:nvPr/>
          </p:nvSpPr>
          <p:spPr>
            <a:xfrm>
              <a:off x="5420456" y="2146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5" name="pt18605"/>
            <p:cNvSpPr/>
            <p:nvPr/>
          </p:nvSpPr>
          <p:spPr>
            <a:xfrm>
              <a:off x="4872514" y="2528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6" name="pt18606"/>
            <p:cNvSpPr/>
            <p:nvPr/>
          </p:nvSpPr>
          <p:spPr>
            <a:xfrm>
              <a:off x="5327979" y="20958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7" name="pt18607"/>
            <p:cNvSpPr/>
            <p:nvPr/>
          </p:nvSpPr>
          <p:spPr>
            <a:xfrm>
              <a:off x="5176090" y="20727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8" name="pt18608"/>
            <p:cNvSpPr/>
            <p:nvPr/>
          </p:nvSpPr>
          <p:spPr>
            <a:xfrm>
              <a:off x="5220931" y="22204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9" name="pt18609"/>
            <p:cNvSpPr/>
            <p:nvPr/>
          </p:nvSpPr>
          <p:spPr>
            <a:xfrm>
              <a:off x="5325733" y="2107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0" name="pt18610"/>
            <p:cNvSpPr/>
            <p:nvPr/>
          </p:nvSpPr>
          <p:spPr>
            <a:xfrm>
              <a:off x="5360131" y="1882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1" name="pt18611"/>
            <p:cNvSpPr/>
            <p:nvPr/>
          </p:nvSpPr>
          <p:spPr>
            <a:xfrm>
              <a:off x="5913398" y="1780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2" name="pt18612"/>
            <p:cNvSpPr/>
            <p:nvPr/>
          </p:nvSpPr>
          <p:spPr>
            <a:xfrm>
              <a:off x="5408173" y="2110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3" name="pt18613"/>
            <p:cNvSpPr/>
            <p:nvPr/>
          </p:nvSpPr>
          <p:spPr>
            <a:xfrm>
              <a:off x="5055050" y="2793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4" name="pt18614"/>
            <p:cNvSpPr/>
            <p:nvPr/>
          </p:nvSpPr>
          <p:spPr>
            <a:xfrm>
              <a:off x="5307649" y="2079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5" name="pt18615"/>
            <p:cNvSpPr/>
            <p:nvPr/>
          </p:nvSpPr>
          <p:spPr>
            <a:xfrm>
              <a:off x="4980539" y="2180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6" name="pt18616"/>
            <p:cNvSpPr/>
            <p:nvPr/>
          </p:nvSpPr>
          <p:spPr>
            <a:xfrm>
              <a:off x="5003447" y="2637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7" name="pt18617"/>
            <p:cNvSpPr/>
            <p:nvPr/>
          </p:nvSpPr>
          <p:spPr>
            <a:xfrm>
              <a:off x="4663090" y="2797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8" name="pt18618"/>
            <p:cNvSpPr/>
            <p:nvPr/>
          </p:nvSpPr>
          <p:spPr>
            <a:xfrm>
              <a:off x="5497632" y="20567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9" name="pt18619"/>
            <p:cNvSpPr/>
            <p:nvPr/>
          </p:nvSpPr>
          <p:spPr>
            <a:xfrm>
              <a:off x="5244807" y="21327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0" name="pt18620"/>
            <p:cNvSpPr/>
            <p:nvPr/>
          </p:nvSpPr>
          <p:spPr>
            <a:xfrm>
              <a:off x="5544054" y="1976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1" name="pt18621"/>
            <p:cNvSpPr/>
            <p:nvPr/>
          </p:nvSpPr>
          <p:spPr>
            <a:xfrm>
              <a:off x="5462236" y="21367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2" name="pt18622"/>
            <p:cNvSpPr/>
            <p:nvPr/>
          </p:nvSpPr>
          <p:spPr>
            <a:xfrm>
              <a:off x="5147312" y="2089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3" name="pt18623"/>
            <p:cNvSpPr/>
            <p:nvPr/>
          </p:nvSpPr>
          <p:spPr>
            <a:xfrm>
              <a:off x="5307121" y="2252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4" name="pt18624"/>
            <p:cNvSpPr/>
            <p:nvPr/>
          </p:nvSpPr>
          <p:spPr>
            <a:xfrm>
              <a:off x="5100351" y="21295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5" name="pt18625"/>
            <p:cNvSpPr/>
            <p:nvPr/>
          </p:nvSpPr>
          <p:spPr>
            <a:xfrm>
              <a:off x="5176179" y="2144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6" name="pt18626"/>
            <p:cNvSpPr/>
            <p:nvPr/>
          </p:nvSpPr>
          <p:spPr>
            <a:xfrm>
              <a:off x="4751820" y="3131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7" name="pt18627"/>
            <p:cNvSpPr/>
            <p:nvPr/>
          </p:nvSpPr>
          <p:spPr>
            <a:xfrm>
              <a:off x="5588788" y="1580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8" name="pt18628"/>
            <p:cNvSpPr/>
            <p:nvPr/>
          </p:nvSpPr>
          <p:spPr>
            <a:xfrm>
              <a:off x="5098403" y="2144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9" name="pt18629"/>
            <p:cNvSpPr/>
            <p:nvPr/>
          </p:nvSpPr>
          <p:spPr>
            <a:xfrm>
              <a:off x="5094944" y="2280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0" name="pt18630"/>
            <p:cNvSpPr/>
            <p:nvPr/>
          </p:nvSpPr>
          <p:spPr>
            <a:xfrm>
              <a:off x="4881994" y="2763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1" name="pt18631"/>
            <p:cNvSpPr/>
            <p:nvPr/>
          </p:nvSpPr>
          <p:spPr>
            <a:xfrm>
              <a:off x="5148447" y="2078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2" name="pt18632"/>
            <p:cNvSpPr/>
            <p:nvPr/>
          </p:nvSpPr>
          <p:spPr>
            <a:xfrm>
              <a:off x="4603196" y="2524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3" name="pt18633"/>
            <p:cNvSpPr/>
            <p:nvPr/>
          </p:nvSpPr>
          <p:spPr>
            <a:xfrm>
              <a:off x="5656035" y="19505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4" name="pt18634"/>
            <p:cNvSpPr/>
            <p:nvPr/>
          </p:nvSpPr>
          <p:spPr>
            <a:xfrm>
              <a:off x="5071036" y="24030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5" name="pt18635"/>
            <p:cNvSpPr/>
            <p:nvPr/>
          </p:nvSpPr>
          <p:spPr>
            <a:xfrm>
              <a:off x="5518011" y="1766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6" name="pt18636"/>
            <p:cNvSpPr/>
            <p:nvPr/>
          </p:nvSpPr>
          <p:spPr>
            <a:xfrm>
              <a:off x="5638921" y="1839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7" name="pt18637"/>
            <p:cNvSpPr/>
            <p:nvPr/>
          </p:nvSpPr>
          <p:spPr>
            <a:xfrm>
              <a:off x="5505494" y="1866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8" name="pt18638"/>
            <p:cNvSpPr/>
            <p:nvPr/>
          </p:nvSpPr>
          <p:spPr>
            <a:xfrm>
              <a:off x="5220453" y="2270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9" name="pt18639"/>
            <p:cNvSpPr/>
            <p:nvPr/>
          </p:nvSpPr>
          <p:spPr>
            <a:xfrm>
              <a:off x="5239437" y="21498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0" name="pt18640"/>
            <p:cNvSpPr/>
            <p:nvPr/>
          </p:nvSpPr>
          <p:spPr>
            <a:xfrm>
              <a:off x="5322337" y="2269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1" name="pt18641"/>
            <p:cNvSpPr/>
            <p:nvPr/>
          </p:nvSpPr>
          <p:spPr>
            <a:xfrm>
              <a:off x="5387398" y="18733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2" name="pt18642"/>
            <p:cNvSpPr/>
            <p:nvPr/>
          </p:nvSpPr>
          <p:spPr>
            <a:xfrm>
              <a:off x="5186473" y="2130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3" name="pt18643"/>
            <p:cNvSpPr/>
            <p:nvPr/>
          </p:nvSpPr>
          <p:spPr>
            <a:xfrm>
              <a:off x="5580713" y="16388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4" name="pt18644"/>
            <p:cNvSpPr/>
            <p:nvPr/>
          </p:nvSpPr>
          <p:spPr>
            <a:xfrm>
              <a:off x="5141472" y="20628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5" name="pt18645"/>
            <p:cNvSpPr/>
            <p:nvPr/>
          </p:nvSpPr>
          <p:spPr>
            <a:xfrm>
              <a:off x="5072255" y="2163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6" name="pt18646"/>
            <p:cNvSpPr/>
            <p:nvPr/>
          </p:nvSpPr>
          <p:spPr>
            <a:xfrm>
              <a:off x="5618664" y="1967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7" name="pt18647"/>
            <p:cNvSpPr/>
            <p:nvPr/>
          </p:nvSpPr>
          <p:spPr>
            <a:xfrm>
              <a:off x="5856453" y="1729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8" name="pt18648"/>
            <p:cNvSpPr/>
            <p:nvPr/>
          </p:nvSpPr>
          <p:spPr>
            <a:xfrm>
              <a:off x="5241723" y="2157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9" name="pt18649"/>
            <p:cNvSpPr/>
            <p:nvPr/>
          </p:nvSpPr>
          <p:spPr>
            <a:xfrm>
              <a:off x="5719486" y="1890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0" name="pt18650"/>
            <p:cNvSpPr/>
            <p:nvPr/>
          </p:nvSpPr>
          <p:spPr>
            <a:xfrm>
              <a:off x="5098451" y="20708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1" name="pt18651"/>
            <p:cNvSpPr/>
            <p:nvPr/>
          </p:nvSpPr>
          <p:spPr>
            <a:xfrm>
              <a:off x="5169327" y="2221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2" name="pt18652"/>
            <p:cNvSpPr/>
            <p:nvPr/>
          </p:nvSpPr>
          <p:spPr>
            <a:xfrm>
              <a:off x="4905467" y="22322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3" name="pt18653"/>
            <p:cNvSpPr/>
            <p:nvPr/>
          </p:nvSpPr>
          <p:spPr>
            <a:xfrm>
              <a:off x="5237168" y="2175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4" name="pt18654"/>
            <p:cNvSpPr/>
            <p:nvPr/>
          </p:nvSpPr>
          <p:spPr>
            <a:xfrm>
              <a:off x="5375202" y="1939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5" name="pt18655"/>
            <p:cNvSpPr/>
            <p:nvPr/>
          </p:nvSpPr>
          <p:spPr>
            <a:xfrm>
              <a:off x="5793477" y="1658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6" name="pt18656"/>
            <p:cNvSpPr/>
            <p:nvPr/>
          </p:nvSpPr>
          <p:spPr>
            <a:xfrm>
              <a:off x="5364802" y="2045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7" name="pt18657"/>
            <p:cNvSpPr/>
            <p:nvPr/>
          </p:nvSpPr>
          <p:spPr>
            <a:xfrm>
              <a:off x="5240942" y="2216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8" name="pt18658"/>
            <p:cNvSpPr/>
            <p:nvPr/>
          </p:nvSpPr>
          <p:spPr>
            <a:xfrm>
              <a:off x="5572312" y="1832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9" name="pt18659"/>
            <p:cNvSpPr/>
            <p:nvPr/>
          </p:nvSpPr>
          <p:spPr>
            <a:xfrm>
              <a:off x="5226838" y="2063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0" name="pt18660"/>
            <p:cNvSpPr/>
            <p:nvPr/>
          </p:nvSpPr>
          <p:spPr>
            <a:xfrm>
              <a:off x="5315259" y="21796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1" name="pt18661"/>
            <p:cNvSpPr/>
            <p:nvPr/>
          </p:nvSpPr>
          <p:spPr>
            <a:xfrm>
              <a:off x="5372603" y="1928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2" name="pt18662"/>
            <p:cNvSpPr/>
            <p:nvPr/>
          </p:nvSpPr>
          <p:spPr>
            <a:xfrm>
              <a:off x="5408776" y="2252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3" name="pt18663"/>
            <p:cNvSpPr/>
            <p:nvPr/>
          </p:nvSpPr>
          <p:spPr>
            <a:xfrm>
              <a:off x="4904764" y="2237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4" name="pt18664"/>
            <p:cNvSpPr/>
            <p:nvPr/>
          </p:nvSpPr>
          <p:spPr>
            <a:xfrm>
              <a:off x="5334336" y="21831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5" name="pt18665"/>
            <p:cNvSpPr/>
            <p:nvPr/>
          </p:nvSpPr>
          <p:spPr>
            <a:xfrm>
              <a:off x="5300407" y="21957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6" name="pt18666"/>
            <p:cNvSpPr/>
            <p:nvPr/>
          </p:nvSpPr>
          <p:spPr>
            <a:xfrm>
              <a:off x="4966570" y="2219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7" name="pt18667"/>
            <p:cNvSpPr/>
            <p:nvPr/>
          </p:nvSpPr>
          <p:spPr>
            <a:xfrm>
              <a:off x="5216764" y="2141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8" name="pt18668"/>
            <p:cNvSpPr/>
            <p:nvPr/>
          </p:nvSpPr>
          <p:spPr>
            <a:xfrm>
              <a:off x="5510114" y="19219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9" name="pt18669"/>
            <p:cNvSpPr/>
            <p:nvPr/>
          </p:nvSpPr>
          <p:spPr>
            <a:xfrm>
              <a:off x="5070267" y="2392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0" name="pt18670"/>
            <p:cNvSpPr/>
            <p:nvPr/>
          </p:nvSpPr>
          <p:spPr>
            <a:xfrm>
              <a:off x="5539065" y="1987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1" name="pt18671"/>
            <p:cNvSpPr/>
            <p:nvPr/>
          </p:nvSpPr>
          <p:spPr>
            <a:xfrm>
              <a:off x="5618461" y="1959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2" name="pt18672"/>
            <p:cNvSpPr/>
            <p:nvPr/>
          </p:nvSpPr>
          <p:spPr>
            <a:xfrm>
              <a:off x="5489292" y="19560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3" name="pt18673"/>
            <p:cNvSpPr/>
            <p:nvPr/>
          </p:nvSpPr>
          <p:spPr>
            <a:xfrm>
              <a:off x="5182591" y="21376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4" name="pt18674"/>
            <p:cNvSpPr/>
            <p:nvPr/>
          </p:nvSpPr>
          <p:spPr>
            <a:xfrm>
              <a:off x="5132323" y="2015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5" name="pt18675"/>
            <p:cNvSpPr/>
            <p:nvPr/>
          </p:nvSpPr>
          <p:spPr>
            <a:xfrm>
              <a:off x="5525553" y="1807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6" name="pt18676"/>
            <p:cNvSpPr/>
            <p:nvPr/>
          </p:nvSpPr>
          <p:spPr>
            <a:xfrm>
              <a:off x="5513839" y="20366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7" name="pt18677"/>
            <p:cNvSpPr/>
            <p:nvPr/>
          </p:nvSpPr>
          <p:spPr>
            <a:xfrm>
              <a:off x="5470546" y="2276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8" name="pt18678"/>
            <p:cNvSpPr/>
            <p:nvPr/>
          </p:nvSpPr>
          <p:spPr>
            <a:xfrm>
              <a:off x="5231835" y="21422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9" name="pt18679"/>
            <p:cNvSpPr/>
            <p:nvPr/>
          </p:nvSpPr>
          <p:spPr>
            <a:xfrm>
              <a:off x="5281184" y="2098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0" name="pt18680"/>
            <p:cNvSpPr/>
            <p:nvPr/>
          </p:nvSpPr>
          <p:spPr>
            <a:xfrm>
              <a:off x="5449149" y="2112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1" name="pt18681"/>
            <p:cNvSpPr/>
            <p:nvPr/>
          </p:nvSpPr>
          <p:spPr>
            <a:xfrm>
              <a:off x="4869250" y="2586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2" name="pt18682"/>
            <p:cNvSpPr/>
            <p:nvPr/>
          </p:nvSpPr>
          <p:spPr>
            <a:xfrm>
              <a:off x="5214936" y="2119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3" name="pt18683"/>
            <p:cNvSpPr/>
            <p:nvPr/>
          </p:nvSpPr>
          <p:spPr>
            <a:xfrm>
              <a:off x="5276677" y="2029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4" name="pt18684"/>
            <p:cNvSpPr/>
            <p:nvPr/>
          </p:nvSpPr>
          <p:spPr>
            <a:xfrm>
              <a:off x="5775272" y="1901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5" name="pt18685"/>
            <p:cNvSpPr/>
            <p:nvPr/>
          </p:nvSpPr>
          <p:spPr>
            <a:xfrm>
              <a:off x="5415771" y="2113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6" name="pt18686"/>
            <p:cNvSpPr/>
            <p:nvPr/>
          </p:nvSpPr>
          <p:spPr>
            <a:xfrm>
              <a:off x="5477522" y="2195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7" name="pt18687"/>
            <p:cNvSpPr/>
            <p:nvPr/>
          </p:nvSpPr>
          <p:spPr>
            <a:xfrm>
              <a:off x="5207646" y="2213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8" name="pt18688"/>
            <p:cNvSpPr/>
            <p:nvPr/>
          </p:nvSpPr>
          <p:spPr>
            <a:xfrm>
              <a:off x="5252022" y="2210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9" name="pt18689"/>
            <p:cNvSpPr/>
            <p:nvPr/>
          </p:nvSpPr>
          <p:spPr>
            <a:xfrm>
              <a:off x="5375649" y="1984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0" name="pt18690"/>
            <p:cNvSpPr/>
            <p:nvPr/>
          </p:nvSpPr>
          <p:spPr>
            <a:xfrm>
              <a:off x="5249875" y="2212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1" name="pt18691"/>
            <p:cNvSpPr/>
            <p:nvPr/>
          </p:nvSpPr>
          <p:spPr>
            <a:xfrm>
              <a:off x="5325436" y="19761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2" name="pt18692"/>
            <p:cNvSpPr/>
            <p:nvPr/>
          </p:nvSpPr>
          <p:spPr>
            <a:xfrm>
              <a:off x="5325795" y="20904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3" name="pt18693"/>
            <p:cNvSpPr/>
            <p:nvPr/>
          </p:nvSpPr>
          <p:spPr>
            <a:xfrm>
              <a:off x="4979996" y="2509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4" name="pt18694"/>
            <p:cNvSpPr/>
            <p:nvPr/>
          </p:nvSpPr>
          <p:spPr>
            <a:xfrm>
              <a:off x="5067996" y="2476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5" name="pt18695"/>
            <p:cNvSpPr/>
            <p:nvPr/>
          </p:nvSpPr>
          <p:spPr>
            <a:xfrm>
              <a:off x="5313501" y="22172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6" name="pt18696"/>
            <p:cNvSpPr/>
            <p:nvPr/>
          </p:nvSpPr>
          <p:spPr>
            <a:xfrm>
              <a:off x="5492209" y="1950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7" name="pt18697"/>
            <p:cNvSpPr/>
            <p:nvPr/>
          </p:nvSpPr>
          <p:spPr>
            <a:xfrm>
              <a:off x="5188255" y="2214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8" name="pt18698"/>
            <p:cNvSpPr/>
            <p:nvPr/>
          </p:nvSpPr>
          <p:spPr>
            <a:xfrm>
              <a:off x="4880125" y="2579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9" name="pt18699"/>
            <p:cNvSpPr/>
            <p:nvPr/>
          </p:nvSpPr>
          <p:spPr>
            <a:xfrm>
              <a:off x="5370144" y="1954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0" name="pt18700"/>
            <p:cNvSpPr/>
            <p:nvPr/>
          </p:nvSpPr>
          <p:spPr>
            <a:xfrm>
              <a:off x="4952277" y="2308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1" name="pt18701"/>
            <p:cNvSpPr/>
            <p:nvPr/>
          </p:nvSpPr>
          <p:spPr>
            <a:xfrm>
              <a:off x="5327681" y="21294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2" name="pt18702"/>
            <p:cNvSpPr/>
            <p:nvPr/>
          </p:nvSpPr>
          <p:spPr>
            <a:xfrm>
              <a:off x="5348701" y="21466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3" name="pt18703"/>
            <p:cNvSpPr/>
            <p:nvPr/>
          </p:nvSpPr>
          <p:spPr>
            <a:xfrm>
              <a:off x="5690970" y="1913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4" name="pt18704"/>
            <p:cNvSpPr/>
            <p:nvPr/>
          </p:nvSpPr>
          <p:spPr>
            <a:xfrm>
              <a:off x="5149680" y="2153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5" name="pt18705"/>
            <p:cNvSpPr/>
            <p:nvPr/>
          </p:nvSpPr>
          <p:spPr>
            <a:xfrm>
              <a:off x="5315420" y="2322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6" name="pt18706"/>
            <p:cNvSpPr/>
            <p:nvPr/>
          </p:nvSpPr>
          <p:spPr>
            <a:xfrm>
              <a:off x="5018189" y="2789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7" name="pt18707"/>
            <p:cNvSpPr/>
            <p:nvPr/>
          </p:nvSpPr>
          <p:spPr>
            <a:xfrm>
              <a:off x="5507959" y="20269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8" name="pt18708"/>
            <p:cNvSpPr/>
            <p:nvPr/>
          </p:nvSpPr>
          <p:spPr>
            <a:xfrm>
              <a:off x="5217554" y="22061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9" name="pt18709"/>
            <p:cNvSpPr/>
            <p:nvPr/>
          </p:nvSpPr>
          <p:spPr>
            <a:xfrm>
              <a:off x="5197836" y="1934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0" name="pt18710"/>
            <p:cNvSpPr/>
            <p:nvPr/>
          </p:nvSpPr>
          <p:spPr>
            <a:xfrm>
              <a:off x="5139679" y="20101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1" name="pt18711"/>
            <p:cNvSpPr/>
            <p:nvPr/>
          </p:nvSpPr>
          <p:spPr>
            <a:xfrm>
              <a:off x="5181491" y="2162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2" name="pt18712"/>
            <p:cNvSpPr/>
            <p:nvPr/>
          </p:nvSpPr>
          <p:spPr>
            <a:xfrm>
              <a:off x="5211065" y="220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3" name="pt18713"/>
            <p:cNvSpPr/>
            <p:nvPr/>
          </p:nvSpPr>
          <p:spPr>
            <a:xfrm>
              <a:off x="5123019" y="2021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4" name="pt18714"/>
            <p:cNvSpPr/>
            <p:nvPr/>
          </p:nvSpPr>
          <p:spPr>
            <a:xfrm>
              <a:off x="5540546" y="1886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5" name="pt18715"/>
            <p:cNvSpPr/>
            <p:nvPr/>
          </p:nvSpPr>
          <p:spPr>
            <a:xfrm>
              <a:off x="4953589" y="2350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6" name="pt18716"/>
            <p:cNvSpPr/>
            <p:nvPr/>
          </p:nvSpPr>
          <p:spPr>
            <a:xfrm>
              <a:off x="5258904" y="2205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7" name="pt18717"/>
            <p:cNvSpPr/>
            <p:nvPr/>
          </p:nvSpPr>
          <p:spPr>
            <a:xfrm>
              <a:off x="4891335" y="2751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8" name="pt18718"/>
            <p:cNvSpPr/>
            <p:nvPr/>
          </p:nvSpPr>
          <p:spPr>
            <a:xfrm>
              <a:off x="5503717" y="2025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9" name="pt18719"/>
            <p:cNvSpPr/>
            <p:nvPr/>
          </p:nvSpPr>
          <p:spPr>
            <a:xfrm>
              <a:off x="5219825" y="21267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0" name="pt18720"/>
            <p:cNvSpPr/>
            <p:nvPr/>
          </p:nvSpPr>
          <p:spPr>
            <a:xfrm>
              <a:off x="5103561" y="22413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1" name="pt18721"/>
            <p:cNvSpPr/>
            <p:nvPr/>
          </p:nvSpPr>
          <p:spPr>
            <a:xfrm>
              <a:off x="5488236" y="1973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2" name="pt18722"/>
            <p:cNvSpPr/>
            <p:nvPr/>
          </p:nvSpPr>
          <p:spPr>
            <a:xfrm>
              <a:off x="5030500" y="26240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3" name="pt18723"/>
            <p:cNvSpPr/>
            <p:nvPr/>
          </p:nvSpPr>
          <p:spPr>
            <a:xfrm>
              <a:off x="5456665" y="2089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4" name="pt18724"/>
            <p:cNvSpPr/>
            <p:nvPr/>
          </p:nvSpPr>
          <p:spPr>
            <a:xfrm>
              <a:off x="4605850" y="2612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5" name="pt18725"/>
            <p:cNvSpPr/>
            <p:nvPr/>
          </p:nvSpPr>
          <p:spPr>
            <a:xfrm>
              <a:off x="4961030" y="2402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6" name="pt18726"/>
            <p:cNvSpPr/>
            <p:nvPr/>
          </p:nvSpPr>
          <p:spPr>
            <a:xfrm>
              <a:off x="5295187" y="2162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7" name="pt18727"/>
            <p:cNvSpPr/>
            <p:nvPr/>
          </p:nvSpPr>
          <p:spPr>
            <a:xfrm>
              <a:off x="4935585" y="23481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8" name="pt18728"/>
            <p:cNvSpPr/>
            <p:nvPr/>
          </p:nvSpPr>
          <p:spPr>
            <a:xfrm>
              <a:off x="5042084" y="2447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9" name="pt18729"/>
            <p:cNvSpPr/>
            <p:nvPr/>
          </p:nvSpPr>
          <p:spPr>
            <a:xfrm>
              <a:off x="5394081" y="21588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0" name="pt18730"/>
            <p:cNvSpPr/>
            <p:nvPr/>
          </p:nvSpPr>
          <p:spPr>
            <a:xfrm>
              <a:off x="4888318" y="2772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1" name="pt18731"/>
            <p:cNvSpPr/>
            <p:nvPr/>
          </p:nvSpPr>
          <p:spPr>
            <a:xfrm>
              <a:off x="4914283" y="2116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2" name="pt18732"/>
            <p:cNvSpPr/>
            <p:nvPr/>
          </p:nvSpPr>
          <p:spPr>
            <a:xfrm>
              <a:off x="5188703" y="2214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3" name="pt18733"/>
            <p:cNvSpPr/>
            <p:nvPr/>
          </p:nvSpPr>
          <p:spPr>
            <a:xfrm>
              <a:off x="5405239" y="2145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4" name="pt18734"/>
            <p:cNvSpPr/>
            <p:nvPr/>
          </p:nvSpPr>
          <p:spPr>
            <a:xfrm>
              <a:off x="5661783" y="2222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5" name="pt18735"/>
            <p:cNvSpPr/>
            <p:nvPr/>
          </p:nvSpPr>
          <p:spPr>
            <a:xfrm>
              <a:off x="5187344" y="2155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6" name="pt18736"/>
            <p:cNvSpPr/>
            <p:nvPr/>
          </p:nvSpPr>
          <p:spPr>
            <a:xfrm>
              <a:off x="4989273" y="1888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7" name="pt18737"/>
            <p:cNvSpPr/>
            <p:nvPr/>
          </p:nvSpPr>
          <p:spPr>
            <a:xfrm>
              <a:off x="5420321" y="2113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8" name="pt18738"/>
            <p:cNvSpPr/>
            <p:nvPr/>
          </p:nvSpPr>
          <p:spPr>
            <a:xfrm>
              <a:off x="5406314" y="2281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9" name="pt18739"/>
            <p:cNvSpPr/>
            <p:nvPr/>
          </p:nvSpPr>
          <p:spPr>
            <a:xfrm>
              <a:off x="5612883" y="19493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0" name="pt18740"/>
            <p:cNvSpPr/>
            <p:nvPr/>
          </p:nvSpPr>
          <p:spPr>
            <a:xfrm>
              <a:off x="5422696" y="2201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1" name="pt18741"/>
            <p:cNvSpPr/>
            <p:nvPr/>
          </p:nvSpPr>
          <p:spPr>
            <a:xfrm>
              <a:off x="5775011" y="1646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2" name="pt18742"/>
            <p:cNvSpPr/>
            <p:nvPr/>
          </p:nvSpPr>
          <p:spPr>
            <a:xfrm>
              <a:off x="5712903" y="1969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3" name="pt18743"/>
            <p:cNvSpPr/>
            <p:nvPr/>
          </p:nvSpPr>
          <p:spPr>
            <a:xfrm>
              <a:off x="5235593" y="2131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4" name="pt18744"/>
            <p:cNvSpPr/>
            <p:nvPr/>
          </p:nvSpPr>
          <p:spPr>
            <a:xfrm>
              <a:off x="5703201" y="1894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5" name="pt18745"/>
            <p:cNvSpPr/>
            <p:nvPr/>
          </p:nvSpPr>
          <p:spPr>
            <a:xfrm>
              <a:off x="5392701" y="2332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6" name="pt18746"/>
            <p:cNvSpPr/>
            <p:nvPr/>
          </p:nvSpPr>
          <p:spPr>
            <a:xfrm>
              <a:off x="5504487" y="20841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7" name="pt18747"/>
            <p:cNvSpPr/>
            <p:nvPr/>
          </p:nvSpPr>
          <p:spPr>
            <a:xfrm>
              <a:off x="5575381" y="1748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8" name="pt18748"/>
            <p:cNvSpPr/>
            <p:nvPr/>
          </p:nvSpPr>
          <p:spPr>
            <a:xfrm>
              <a:off x="4987550" y="16888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9" name="pt18749"/>
            <p:cNvSpPr/>
            <p:nvPr/>
          </p:nvSpPr>
          <p:spPr>
            <a:xfrm>
              <a:off x="5180677" y="21748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0" name="pt18750"/>
            <p:cNvSpPr/>
            <p:nvPr/>
          </p:nvSpPr>
          <p:spPr>
            <a:xfrm>
              <a:off x="5911757" y="20412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1" name="pt18751"/>
            <p:cNvSpPr/>
            <p:nvPr/>
          </p:nvSpPr>
          <p:spPr>
            <a:xfrm>
              <a:off x="5454900" y="2188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2" name="pt18752"/>
            <p:cNvSpPr/>
            <p:nvPr/>
          </p:nvSpPr>
          <p:spPr>
            <a:xfrm>
              <a:off x="5432494" y="2221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3" name="pt18753"/>
            <p:cNvSpPr/>
            <p:nvPr/>
          </p:nvSpPr>
          <p:spPr>
            <a:xfrm>
              <a:off x="5703011" y="2106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4" name="pt18754"/>
            <p:cNvSpPr/>
            <p:nvPr/>
          </p:nvSpPr>
          <p:spPr>
            <a:xfrm>
              <a:off x="5320303" y="2249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5" name="pt18755"/>
            <p:cNvSpPr/>
            <p:nvPr/>
          </p:nvSpPr>
          <p:spPr>
            <a:xfrm>
              <a:off x="5628187" y="16976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6" name="pt18756"/>
            <p:cNvSpPr/>
            <p:nvPr/>
          </p:nvSpPr>
          <p:spPr>
            <a:xfrm>
              <a:off x="4951843" y="2460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7" name="pt18757"/>
            <p:cNvSpPr/>
            <p:nvPr/>
          </p:nvSpPr>
          <p:spPr>
            <a:xfrm>
              <a:off x="5446205" y="22417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8" name="pt18758"/>
            <p:cNvSpPr/>
            <p:nvPr/>
          </p:nvSpPr>
          <p:spPr>
            <a:xfrm>
              <a:off x="5547095" y="1942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9" name="pt18759"/>
            <p:cNvSpPr/>
            <p:nvPr/>
          </p:nvSpPr>
          <p:spPr>
            <a:xfrm>
              <a:off x="5412075" y="2236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0" name="pt18760"/>
            <p:cNvSpPr/>
            <p:nvPr/>
          </p:nvSpPr>
          <p:spPr>
            <a:xfrm>
              <a:off x="5191748" y="1888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1" name="pt18761"/>
            <p:cNvSpPr/>
            <p:nvPr/>
          </p:nvSpPr>
          <p:spPr>
            <a:xfrm>
              <a:off x="5275108" y="20586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2" name="pt18762"/>
            <p:cNvSpPr/>
            <p:nvPr/>
          </p:nvSpPr>
          <p:spPr>
            <a:xfrm>
              <a:off x="5276105" y="2083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3" name="pt18763"/>
            <p:cNvSpPr/>
            <p:nvPr/>
          </p:nvSpPr>
          <p:spPr>
            <a:xfrm>
              <a:off x="5406917" y="2178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4" name="pt18764"/>
            <p:cNvSpPr/>
            <p:nvPr/>
          </p:nvSpPr>
          <p:spPr>
            <a:xfrm>
              <a:off x="4952938" y="2305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5" name="pt18765"/>
            <p:cNvSpPr/>
            <p:nvPr/>
          </p:nvSpPr>
          <p:spPr>
            <a:xfrm>
              <a:off x="5549339" y="1971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6" name="pt18766"/>
            <p:cNvSpPr/>
            <p:nvPr/>
          </p:nvSpPr>
          <p:spPr>
            <a:xfrm>
              <a:off x="5581284" y="17262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7" name="pt18767"/>
            <p:cNvSpPr/>
            <p:nvPr/>
          </p:nvSpPr>
          <p:spPr>
            <a:xfrm>
              <a:off x="5142984" y="2218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8" name="pt18768"/>
            <p:cNvSpPr/>
            <p:nvPr/>
          </p:nvSpPr>
          <p:spPr>
            <a:xfrm>
              <a:off x="5454955" y="22517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9" name="pt18769"/>
            <p:cNvSpPr/>
            <p:nvPr/>
          </p:nvSpPr>
          <p:spPr>
            <a:xfrm>
              <a:off x="5416841" y="2096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0" name="pt18770"/>
            <p:cNvSpPr/>
            <p:nvPr/>
          </p:nvSpPr>
          <p:spPr>
            <a:xfrm>
              <a:off x="4974072" y="2416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1" name="pt18771"/>
            <p:cNvSpPr/>
            <p:nvPr/>
          </p:nvSpPr>
          <p:spPr>
            <a:xfrm>
              <a:off x="5341481" y="2196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2" name="pt18772"/>
            <p:cNvSpPr/>
            <p:nvPr/>
          </p:nvSpPr>
          <p:spPr>
            <a:xfrm>
              <a:off x="5334667" y="2122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3" name="pt18773"/>
            <p:cNvSpPr/>
            <p:nvPr/>
          </p:nvSpPr>
          <p:spPr>
            <a:xfrm>
              <a:off x="4541081" y="2469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4" name="pt18774"/>
            <p:cNvSpPr/>
            <p:nvPr/>
          </p:nvSpPr>
          <p:spPr>
            <a:xfrm>
              <a:off x="4898742" y="26684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5" name="pt18775"/>
            <p:cNvSpPr/>
            <p:nvPr/>
          </p:nvSpPr>
          <p:spPr>
            <a:xfrm>
              <a:off x="5605645" y="1944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6" name="pt18776"/>
            <p:cNvSpPr/>
            <p:nvPr/>
          </p:nvSpPr>
          <p:spPr>
            <a:xfrm>
              <a:off x="5188797" y="21868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7" name="pt18777"/>
            <p:cNvSpPr/>
            <p:nvPr/>
          </p:nvSpPr>
          <p:spPr>
            <a:xfrm>
              <a:off x="5648071" y="2118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8" name="pt18778"/>
            <p:cNvSpPr/>
            <p:nvPr/>
          </p:nvSpPr>
          <p:spPr>
            <a:xfrm>
              <a:off x="5530483" y="2027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9" name="pt18779"/>
            <p:cNvSpPr/>
            <p:nvPr/>
          </p:nvSpPr>
          <p:spPr>
            <a:xfrm>
              <a:off x="5135600" y="1883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0" name="pt18780"/>
            <p:cNvSpPr/>
            <p:nvPr/>
          </p:nvSpPr>
          <p:spPr>
            <a:xfrm>
              <a:off x="5265036" y="2233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1" name="pt18781"/>
            <p:cNvSpPr/>
            <p:nvPr/>
          </p:nvSpPr>
          <p:spPr>
            <a:xfrm>
              <a:off x="5291328" y="2119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2" name="pt18782"/>
            <p:cNvSpPr/>
            <p:nvPr/>
          </p:nvSpPr>
          <p:spPr>
            <a:xfrm>
              <a:off x="5813590" y="19330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3" name="pt18783"/>
            <p:cNvSpPr/>
            <p:nvPr/>
          </p:nvSpPr>
          <p:spPr>
            <a:xfrm>
              <a:off x="5329791" y="2096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4" name="pt18784"/>
            <p:cNvSpPr/>
            <p:nvPr/>
          </p:nvSpPr>
          <p:spPr>
            <a:xfrm>
              <a:off x="4688591" y="2684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5" name="pt18785"/>
            <p:cNvSpPr/>
            <p:nvPr/>
          </p:nvSpPr>
          <p:spPr>
            <a:xfrm>
              <a:off x="5265935" y="23239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6" name="pt18786"/>
            <p:cNvSpPr/>
            <p:nvPr/>
          </p:nvSpPr>
          <p:spPr>
            <a:xfrm>
              <a:off x="5399552" y="2123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7" name="pt18787"/>
            <p:cNvSpPr/>
            <p:nvPr/>
          </p:nvSpPr>
          <p:spPr>
            <a:xfrm>
              <a:off x="5574711" y="1552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8" name="pt18788"/>
            <p:cNvSpPr/>
            <p:nvPr/>
          </p:nvSpPr>
          <p:spPr>
            <a:xfrm>
              <a:off x="5148779" y="2164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9" name="pt18789"/>
            <p:cNvSpPr/>
            <p:nvPr/>
          </p:nvSpPr>
          <p:spPr>
            <a:xfrm>
              <a:off x="4895427" y="2601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0" name="pt18790"/>
            <p:cNvSpPr/>
            <p:nvPr/>
          </p:nvSpPr>
          <p:spPr>
            <a:xfrm>
              <a:off x="5138772" y="20015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1" name="pt18791"/>
            <p:cNvSpPr/>
            <p:nvPr/>
          </p:nvSpPr>
          <p:spPr>
            <a:xfrm>
              <a:off x="5824001" y="1605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2" name="pt18792"/>
            <p:cNvSpPr/>
            <p:nvPr/>
          </p:nvSpPr>
          <p:spPr>
            <a:xfrm>
              <a:off x="5149702" y="2122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3" name="pt18793"/>
            <p:cNvSpPr/>
            <p:nvPr/>
          </p:nvSpPr>
          <p:spPr>
            <a:xfrm>
              <a:off x="5119664" y="2252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4" name="pt18794"/>
            <p:cNvSpPr/>
            <p:nvPr/>
          </p:nvSpPr>
          <p:spPr>
            <a:xfrm>
              <a:off x="5165198" y="2197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5" name="pt18795"/>
            <p:cNvSpPr/>
            <p:nvPr/>
          </p:nvSpPr>
          <p:spPr>
            <a:xfrm>
              <a:off x="5462988" y="2057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6" name="pt18796"/>
            <p:cNvSpPr/>
            <p:nvPr/>
          </p:nvSpPr>
          <p:spPr>
            <a:xfrm>
              <a:off x="5060080" y="2467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7" name="pt18797"/>
            <p:cNvSpPr/>
            <p:nvPr/>
          </p:nvSpPr>
          <p:spPr>
            <a:xfrm>
              <a:off x="5156494" y="2099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8" name="pt18798"/>
            <p:cNvSpPr/>
            <p:nvPr/>
          </p:nvSpPr>
          <p:spPr>
            <a:xfrm>
              <a:off x="5398872" y="21286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9" name="pt18799"/>
            <p:cNvSpPr/>
            <p:nvPr/>
          </p:nvSpPr>
          <p:spPr>
            <a:xfrm>
              <a:off x="5262719" y="2200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0" name="pt18800"/>
            <p:cNvSpPr/>
            <p:nvPr/>
          </p:nvSpPr>
          <p:spPr>
            <a:xfrm>
              <a:off x="5572392" y="2090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1" name="pt18801"/>
            <p:cNvSpPr/>
            <p:nvPr/>
          </p:nvSpPr>
          <p:spPr>
            <a:xfrm>
              <a:off x="5230030" y="2213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2" name="pt18802"/>
            <p:cNvSpPr/>
            <p:nvPr/>
          </p:nvSpPr>
          <p:spPr>
            <a:xfrm>
              <a:off x="5588928" y="1695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3" name="pt18803"/>
            <p:cNvSpPr/>
            <p:nvPr/>
          </p:nvSpPr>
          <p:spPr>
            <a:xfrm>
              <a:off x="5530781" y="2073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4" name="pt18804"/>
            <p:cNvSpPr/>
            <p:nvPr/>
          </p:nvSpPr>
          <p:spPr>
            <a:xfrm>
              <a:off x="5635102" y="1846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5" name="pt18805"/>
            <p:cNvSpPr/>
            <p:nvPr/>
          </p:nvSpPr>
          <p:spPr>
            <a:xfrm>
              <a:off x="5319200" y="2202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6" name="pt18806"/>
            <p:cNvSpPr/>
            <p:nvPr/>
          </p:nvSpPr>
          <p:spPr>
            <a:xfrm>
              <a:off x="5424326" y="2170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7" name="pt18807"/>
            <p:cNvSpPr/>
            <p:nvPr/>
          </p:nvSpPr>
          <p:spPr>
            <a:xfrm>
              <a:off x="5030660" y="2719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8" name="pt18808"/>
            <p:cNvSpPr/>
            <p:nvPr/>
          </p:nvSpPr>
          <p:spPr>
            <a:xfrm>
              <a:off x="5037016" y="2589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9" name="pt18809"/>
            <p:cNvSpPr/>
            <p:nvPr/>
          </p:nvSpPr>
          <p:spPr>
            <a:xfrm>
              <a:off x="4987094" y="1488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0" name="pt18810"/>
            <p:cNvSpPr/>
            <p:nvPr/>
          </p:nvSpPr>
          <p:spPr>
            <a:xfrm>
              <a:off x="5121635" y="1975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1" name="pt18811"/>
            <p:cNvSpPr/>
            <p:nvPr/>
          </p:nvSpPr>
          <p:spPr>
            <a:xfrm>
              <a:off x="5569289" y="1876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2" name="pt18812"/>
            <p:cNvSpPr/>
            <p:nvPr/>
          </p:nvSpPr>
          <p:spPr>
            <a:xfrm>
              <a:off x="5485162" y="2003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3" name="pt18813"/>
            <p:cNvSpPr/>
            <p:nvPr/>
          </p:nvSpPr>
          <p:spPr>
            <a:xfrm>
              <a:off x="5023977" y="2417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4" name="pt18814"/>
            <p:cNvSpPr/>
            <p:nvPr/>
          </p:nvSpPr>
          <p:spPr>
            <a:xfrm>
              <a:off x="5505831" y="1982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5" name="pt18815"/>
            <p:cNvSpPr/>
            <p:nvPr/>
          </p:nvSpPr>
          <p:spPr>
            <a:xfrm>
              <a:off x="5356756" y="2021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6" name="pt18816"/>
            <p:cNvSpPr/>
            <p:nvPr/>
          </p:nvSpPr>
          <p:spPr>
            <a:xfrm>
              <a:off x="5369623" y="1915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7" name="pt18817"/>
            <p:cNvSpPr/>
            <p:nvPr/>
          </p:nvSpPr>
          <p:spPr>
            <a:xfrm>
              <a:off x="5219714" y="21648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8" name="pt18818"/>
            <p:cNvSpPr/>
            <p:nvPr/>
          </p:nvSpPr>
          <p:spPr>
            <a:xfrm>
              <a:off x="4639075" y="2614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9" name="pt18819"/>
            <p:cNvSpPr/>
            <p:nvPr/>
          </p:nvSpPr>
          <p:spPr>
            <a:xfrm>
              <a:off x="5108892" y="2073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0" name="pt18820"/>
            <p:cNvSpPr/>
            <p:nvPr/>
          </p:nvSpPr>
          <p:spPr>
            <a:xfrm>
              <a:off x="5546514" y="18890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1" name="pt18821"/>
            <p:cNvSpPr/>
            <p:nvPr/>
          </p:nvSpPr>
          <p:spPr>
            <a:xfrm>
              <a:off x="5379968" y="20936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2" name="pt18822"/>
            <p:cNvSpPr/>
            <p:nvPr/>
          </p:nvSpPr>
          <p:spPr>
            <a:xfrm>
              <a:off x="5291631" y="220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3" name="pt18823"/>
            <p:cNvSpPr/>
            <p:nvPr/>
          </p:nvSpPr>
          <p:spPr>
            <a:xfrm>
              <a:off x="5748048" y="1825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4" name="pt18824"/>
            <p:cNvSpPr/>
            <p:nvPr/>
          </p:nvSpPr>
          <p:spPr>
            <a:xfrm>
              <a:off x="5535991" y="1960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5" name="pt18825"/>
            <p:cNvSpPr/>
            <p:nvPr/>
          </p:nvSpPr>
          <p:spPr>
            <a:xfrm>
              <a:off x="5165448" y="22403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6" name="pt18826"/>
            <p:cNvSpPr/>
            <p:nvPr/>
          </p:nvSpPr>
          <p:spPr>
            <a:xfrm>
              <a:off x="5282372" y="2094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7" name="pt18827"/>
            <p:cNvSpPr/>
            <p:nvPr/>
          </p:nvSpPr>
          <p:spPr>
            <a:xfrm>
              <a:off x="4780502" y="27323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8" name="pt18828"/>
            <p:cNvSpPr/>
            <p:nvPr/>
          </p:nvSpPr>
          <p:spPr>
            <a:xfrm>
              <a:off x="5529054" y="2002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9" name="pt18829"/>
            <p:cNvSpPr/>
            <p:nvPr/>
          </p:nvSpPr>
          <p:spPr>
            <a:xfrm>
              <a:off x="5052065" y="257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0" name="pt18830"/>
            <p:cNvSpPr/>
            <p:nvPr/>
          </p:nvSpPr>
          <p:spPr>
            <a:xfrm>
              <a:off x="5560369" y="2018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1" name="pt18831"/>
            <p:cNvSpPr/>
            <p:nvPr/>
          </p:nvSpPr>
          <p:spPr>
            <a:xfrm>
              <a:off x="5194878" y="2048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2" name="pt18832"/>
            <p:cNvSpPr/>
            <p:nvPr/>
          </p:nvSpPr>
          <p:spPr>
            <a:xfrm>
              <a:off x="5253259" y="21752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3" name="pt18833"/>
            <p:cNvSpPr/>
            <p:nvPr/>
          </p:nvSpPr>
          <p:spPr>
            <a:xfrm>
              <a:off x="5373422" y="2035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4" name="pt18834"/>
            <p:cNvSpPr/>
            <p:nvPr/>
          </p:nvSpPr>
          <p:spPr>
            <a:xfrm>
              <a:off x="4679580" y="2555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5" name="pt18835"/>
            <p:cNvSpPr/>
            <p:nvPr/>
          </p:nvSpPr>
          <p:spPr>
            <a:xfrm>
              <a:off x="4816701" y="1791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6" name="pt18836"/>
            <p:cNvSpPr/>
            <p:nvPr/>
          </p:nvSpPr>
          <p:spPr>
            <a:xfrm>
              <a:off x="5442717" y="2217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7" name="pt18837"/>
            <p:cNvSpPr/>
            <p:nvPr/>
          </p:nvSpPr>
          <p:spPr>
            <a:xfrm>
              <a:off x="5407278" y="2178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8" name="pt18838"/>
            <p:cNvSpPr/>
            <p:nvPr/>
          </p:nvSpPr>
          <p:spPr>
            <a:xfrm>
              <a:off x="5797520" y="18598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9" name="pt18839"/>
            <p:cNvSpPr/>
            <p:nvPr/>
          </p:nvSpPr>
          <p:spPr>
            <a:xfrm>
              <a:off x="5338255" y="2135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0" name="pt18840"/>
            <p:cNvSpPr/>
            <p:nvPr/>
          </p:nvSpPr>
          <p:spPr>
            <a:xfrm>
              <a:off x="5301239" y="21414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1" name="pt18841"/>
            <p:cNvSpPr/>
            <p:nvPr/>
          </p:nvSpPr>
          <p:spPr>
            <a:xfrm>
              <a:off x="5274453" y="20609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2" name="pt18842"/>
            <p:cNvSpPr/>
            <p:nvPr/>
          </p:nvSpPr>
          <p:spPr>
            <a:xfrm>
              <a:off x="5262468" y="22954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3" name="pt18843"/>
            <p:cNvSpPr/>
            <p:nvPr/>
          </p:nvSpPr>
          <p:spPr>
            <a:xfrm>
              <a:off x="5001288" y="25088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4" name="pt18844"/>
            <p:cNvSpPr/>
            <p:nvPr/>
          </p:nvSpPr>
          <p:spPr>
            <a:xfrm>
              <a:off x="5449157" y="21845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5" name="pt18845"/>
            <p:cNvSpPr/>
            <p:nvPr/>
          </p:nvSpPr>
          <p:spPr>
            <a:xfrm>
              <a:off x="5772015" y="13910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6" name="pt18846"/>
            <p:cNvSpPr/>
            <p:nvPr/>
          </p:nvSpPr>
          <p:spPr>
            <a:xfrm>
              <a:off x="5302775" y="2220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7" name="pt18847"/>
            <p:cNvSpPr/>
            <p:nvPr/>
          </p:nvSpPr>
          <p:spPr>
            <a:xfrm>
              <a:off x="5240056" y="2173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8" name="pt18848"/>
            <p:cNvSpPr/>
            <p:nvPr/>
          </p:nvSpPr>
          <p:spPr>
            <a:xfrm>
              <a:off x="5814336" y="1878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9" name="pt18849"/>
            <p:cNvSpPr/>
            <p:nvPr/>
          </p:nvSpPr>
          <p:spPr>
            <a:xfrm>
              <a:off x="5301266" y="22071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0" name="pt18850"/>
            <p:cNvSpPr/>
            <p:nvPr/>
          </p:nvSpPr>
          <p:spPr>
            <a:xfrm>
              <a:off x="5350071" y="1899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1" name="pt18851"/>
            <p:cNvSpPr/>
            <p:nvPr/>
          </p:nvSpPr>
          <p:spPr>
            <a:xfrm>
              <a:off x="5085936" y="1936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2" name="pt18852"/>
            <p:cNvSpPr/>
            <p:nvPr/>
          </p:nvSpPr>
          <p:spPr>
            <a:xfrm>
              <a:off x="4585361" y="25965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3" name="pt18853"/>
            <p:cNvSpPr/>
            <p:nvPr/>
          </p:nvSpPr>
          <p:spPr>
            <a:xfrm>
              <a:off x="5166339" y="21552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4" name="pt18854"/>
            <p:cNvSpPr/>
            <p:nvPr/>
          </p:nvSpPr>
          <p:spPr>
            <a:xfrm>
              <a:off x="5364678" y="1900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5" name="pt18855"/>
            <p:cNvSpPr/>
            <p:nvPr/>
          </p:nvSpPr>
          <p:spPr>
            <a:xfrm>
              <a:off x="5575227" y="18040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6" name="pt18856"/>
            <p:cNvSpPr/>
            <p:nvPr/>
          </p:nvSpPr>
          <p:spPr>
            <a:xfrm>
              <a:off x="5095112" y="21306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7" name="pt18857"/>
            <p:cNvSpPr/>
            <p:nvPr/>
          </p:nvSpPr>
          <p:spPr>
            <a:xfrm>
              <a:off x="5275786" y="2003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8" name="pt18858"/>
            <p:cNvSpPr/>
            <p:nvPr/>
          </p:nvSpPr>
          <p:spPr>
            <a:xfrm>
              <a:off x="5650033" y="18735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9" name="pt18859"/>
            <p:cNvSpPr/>
            <p:nvPr/>
          </p:nvSpPr>
          <p:spPr>
            <a:xfrm>
              <a:off x="5345504" y="2156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0" name="pt18860"/>
            <p:cNvSpPr/>
            <p:nvPr/>
          </p:nvSpPr>
          <p:spPr>
            <a:xfrm>
              <a:off x="5388973" y="21415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1" name="pt18861"/>
            <p:cNvSpPr/>
            <p:nvPr/>
          </p:nvSpPr>
          <p:spPr>
            <a:xfrm>
              <a:off x="5309049" y="21802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2" name="pt18862"/>
            <p:cNvSpPr/>
            <p:nvPr/>
          </p:nvSpPr>
          <p:spPr>
            <a:xfrm>
              <a:off x="5002030" y="2691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3" name="pt18863"/>
            <p:cNvSpPr/>
            <p:nvPr/>
          </p:nvSpPr>
          <p:spPr>
            <a:xfrm>
              <a:off x="5404136" y="2260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4" name="pt18864"/>
            <p:cNvSpPr/>
            <p:nvPr/>
          </p:nvSpPr>
          <p:spPr>
            <a:xfrm>
              <a:off x="4910056" y="2349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5" name="pt18865"/>
            <p:cNvSpPr/>
            <p:nvPr/>
          </p:nvSpPr>
          <p:spPr>
            <a:xfrm>
              <a:off x="5878811" y="19838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6" name="pt18866"/>
            <p:cNvSpPr/>
            <p:nvPr/>
          </p:nvSpPr>
          <p:spPr>
            <a:xfrm>
              <a:off x="5405062" y="22469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7" name="pt18867"/>
            <p:cNvSpPr/>
            <p:nvPr/>
          </p:nvSpPr>
          <p:spPr>
            <a:xfrm>
              <a:off x="5365596" y="1968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8" name="pt18868"/>
            <p:cNvSpPr/>
            <p:nvPr/>
          </p:nvSpPr>
          <p:spPr>
            <a:xfrm>
              <a:off x="5257574" y="21917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9" name="pt18869"/>
            <p:cNvSpPr/>
            <p:nvPr/>
          </p:nvSpPr>
          <p:spPr>
            <a:xfrm>
              <a:off x="5507639" y="18991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0" name="pt18870"/>
            <p:cNvSpPr/>
            <p:nvPr/>
          </p:nvSpPr>
          <p:spPr>
            <a:xfrm>
              <a:off x="4924826" y="2372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1" name="pt18871"/>
            <p:cNvSpPr/>
            <p:nvPr/>
          </p:nvSpPr>
          <p:spPr>
            <a:xfrm>
              <a:off x="5499658" y="1965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2" name="pt18872"/>
            <p:cNvSpPr/>
            <p:nvPr/>
          </p:nvSpPr>
          <p:spPr>
            <a:xfrm>
              <a:off x="5450288" y="2179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3" name="pt18873"/>
            <p:cNvSpPr/>
            <p:nvPr/>
          </p:nvSpPr>
          <p:spPr>
            <a:xfrm>
              <a:off x="5415969" y="2179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4" name="pt18874"/>
            <p:cNvSpPr/>
            <p:nvPr/>
          </p:nvSpPr>
          <p:spPr>
            <a:xfrm>
              <a:off x="5224849" y="2046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5" name="pt18875"/>
            <p:cNvSpPr/>
            <p:nvPr/>
          </p:nvSpPr>
          <p:spPr>
            <a:xfrm>
              <a:off x="5322486" y="2270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6" name="pt18876"/>
            <p:cNvSpPr/>
            <p:nvPr/>
          </p:nvSpPr>
          <p:spPr>
            <a:xfrm>
              <a:off x="5796502" y="13984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7" name="pt18877"/>
            <p:cNvSpPr/>
            <p:nvPr/>
          </p:nvSpPr>
          <p:spPr>
            <a:xfrm>
              <a:off x="5388591" y="21880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8" name="pt18878"/>
            <p:cNvSpPr/>
            <p:nvPr/>
          </p:nvSpPr>
          <p:spPr>
            <a:xfrm>
              <a:off x="5250379" y="2090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9" name="pt18879"/>
            <p:cNvSpPr/>
            <p:nvPr/>
          </p:nvSpPr>
          <p:spPr>
            <a:xfrm>
              <a:off x="5320465" y="2282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0" name="pt18880"/>
            <p:cNvSpPr/>
            <p:nvPr/>
          </p:nvSpPr>
          <p:spPr>
            <a:xfrm>
              <a:off x="4917345" y="2147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1" name="pt18881"/>
            <p:cNvSpPr/>
            <p:nvPr/>
          </p:nvSpPr>
          <p:spPr>
            <a:xfrm>
              <a:off x="5388061" y="21000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2" name="pt18882"/>
            <p:cNvSpPr/>
            <p:nvPr/>
          </p:nvSpPr>
          <p:spPr>
            <a:xfrm>
              <a:off x="5447260" y="2285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3" name="pt18883"/>
            <p:cNvSpPr/>
            <p:nvPr/>
          </p:nvSpPr>
          <p:spPr>
            <a:xfrm>
              <a:off x="5161650" y="21843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4" name="pt18884"/>
            <p:cNvSpPr/>
            <p:nvPr/>
          </p:nvSpPr>
          <p:spPr>
            <a:xfrm>
              <a:off x="5634218" y="1759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5" name="pt18885"/>
            <p:cNvSpPr/>
            <p:nvPr/>
          </p:nvSpPr>
          <p:spPr>
            <a:xfrm>
              <a:off x="5535479" y="2061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6" name="pt18886"/>
            <p:cNvSpPr/>
            <p:nvPr/>
          </p:nvSpPr>
          <p:spPr>
            <a:xfrm>
              <a:off x="5096222" y="24228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7" name="pt18887"/>
            <p:cNvSpPr/>
            <p:nvPr/>
          </p:nvSpPr>
          <p:spPr>
            <a:xfrm>
              <a:off x="5385277" y="2038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8" name="pt18888"/>
            <p:cNvSpPr/>
            <p:nvPr/>
          </p:nvSpPr>
          <p:spPr>
            <a:xfrm>
              <a:off x="5353851" y="1917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9" name="pt18889"/>
            <p:cNvSpPr/>
            <p:nvPr/>
          </p:nvSpPr>
          <p:spPr>
            <a:xfrm>
              <a:off x="5338524" y="2165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0" name="pt18890"/>
            <p:cNvSpPr/>
            <p:nvPr/>
          </p:nvSpPr>
          <p:spPr>
            <a:xfrm>
              <a:off x="5055123" y="2887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1" name="pt18891"/>
            <p:cNvSpPr/>
            <p:nvPr/>
          </p:nvSpPr>
          <p:spPr>
            <a:xfrm>
              <a:off x="5228708" y="21835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2" name="pt18892"/>
            <p:cNvSpPr/>
            <p:nvPr/>
          </p:nvSpPr>
          <p:spPr>
            <a:xfrm>
              <a:off x="4969897" y="2524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3" name="pt18893"/>
            <p:cNvSpPr/>
            <p:nvPr/>
          </p:nvSpPr>
          <p:spPr>
            <a:xfrm>
              <a:off x="4816326" y="2030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4" name="pt18894"/>
            <p:cNvSpPr/>
            <p:nvPr/>
          </p:nvSpPr>
          <p:spPr>
            <a:xfrm>
              <a:off x="5257395" y="22405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5" name="pt18895"/>
            <p:cNvSpPr/>
            <p:nvPr/>
          </p:nvSpPr>
          <p:spPr>
            <a:xfrm>
              <a:off x="5205308" y="21305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6" name="pt18896"/>
            <p:cNvSpPr/>
            <p:nvPr/>
          </p:nvSpPr>
          <p:spPr>
            <a:xfrm>
              <a:off x="5478540" y="2289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7" name="pt18897"/>
            <p:cNvSpPr/>
            <p:nvPr/>
          </p:nvSpPr>
          <p:spPr>
            <a:xfrm>
              <a:off x="5377450" y="20683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8" name="pt18898"/>
            <p:cNvSpPr/>
            <p:nvPr/>
          </p:nvSpPr>
          <p:spPr>
            <a:xfrm>
              <a:off x="5230430" y="21527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9" name="pt18899"/>
            <p:cNvSpPr/>
            <p:nvPr/>
          </p:nvSpPr>
          <p:spPr>
            <a:xfrm>
              <a:off x="5547819" y="20079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0" name="pt18900"/>
            <p:cNvSpPr/>
            <p:nvPr/>
          </p:nvSpPr>
          <p:spPr>
            <a:xfrm>
              <a:off x="5052201" y="2721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1" name="pt18901"/>
            <p:cNvSpPr/>
            <p:nvPr/>
          </p:nvSpPr>
          <p:spPr>
            <a:xfrm>
              <a:off x="5327781" y="21906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2" name="pt18902"/>
            <p:cNvSpPr/>
            <p:nvPr/>
          </p:nvSpPr>
          <p:spPr>
            <a:xfrm>
              <a:off x="5319133" y="22602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3" name="pt18903"/>
            <p:cNvSpPr/>
            <p:nvPr/>
          </p:nvSpPr>
          <p:spPr>
            <a:xfrm>
              <a:off x="5464642" y="2279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4" name="pt18904"/>
            <p:cNvSpPr/>
            <p:nvPr/>
          </p:nvSpPr>
          <p:spPr>
            <a:xfrm>
              <a:off x="4884828" y="25012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5" name="pt18905"/>
            <p:cNvSpPr/>
            <p:nvPr/>
          </p:nvSpPr>
          <p:spPr>
            <a:xfrm>
              <a:off x="5287651" y="2102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6" name="pt18906"/>
            <p:cNvSpPr/>
            <p:nvPr/>
          </p:nvSpPr>
          <p:spPr>
            <a:xfrm>
              <a:off x="5211736" y="2212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7" name="pt18907"/>
            <p:cNvSpPr/>
            <p:nvPr/>
          </p:nvSpPr>
          <p:spPr>
            <a:xfrm>
              <a:off x="5421367" y="2057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8" name="pt18908"/>
            <p:cNvSpPr/>
            <p:nvPr/>
          </p:nvSpPr>
          <p:spPr>
            <a:xfrm>
              <a:off x="5549757" y="1977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9" name="pt18909"/>
            <p:cNvSpPr/>
            <p:nvPr/>
          </p:nvSpPr>
          <p:spPr>
            <a:xfrm>
              <a:off x="5312480" y="2154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0" name="pt18910"/>
            <p:cNvSpPr/>
            <p:nvPr/>
          </p:nvSpPr>
          <p:spPr>
            <a:xfrm>
              <a:off x="5917864" y="19271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1" name="pt18911"/>
            <p:cNvSpPr/>
            <p:nvPr/>
          </p:nvSpPr>
          <p:spPr>
            <a:xfrm>
              <a:off x="4764447" y="2958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2" name="pt18912"/>
            <p:cNvSpPr/>
            <p:nvPr/>
          </p:nvSpPr>
          <p:spPr>
            <a:xfrm>
              <a:off x="5011962" y="26208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3" name="pt18913"/>
            <p:cNvSpPr/>
            <p:nvPr/>
          </p:nvSpPr>
          <p:spPr>
            <a:xfrm>
              <a:off x="5204942" y="21176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4" name="pt18914"/>
            <p:cNvSpPr/>
            <p:nvPr/>
          </p:nvSpPr>
          <p:spPr>
            <a:xfrm>
              <a:off x="4943873" y="2371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5" name="pt18915"/>
            <p:cNvSpPr/>
            <p:nvPr/>
          </p:nvSpPr>
          <p:spPr>
            <a:xfrm>
              <a:off x="5569176" y="18372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6" name="pt18916"/>
            <p:cNvSpPr/>
            <p:nvPr/>
          </p:nvSpPr>
          <p:spPr>
            <a:xfrm>
              <a:off x="5620537" y="1796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7" name="pt18917"/>
            <p:cNvSpPr/>
            <p:nvPr/>
          </p:nvSpPr>
          <p:spPr>
            <a:xfrm>
              <a:off x="5899508" y="18759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8" name="pt18918"/>
            <p:cNvSpPr/>
            <p:nvPr/>
          </p:nvSpPr>
          <p:spPr>
            <a:xfrm>
              <a:off x="5438325" y="21991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9" name="pt18919"/>
            <p:cNvSpPr/>
            <p:nvPr/>
          </p:nvSpPr>
          <p:spPr>
            <a:xfrm>
              <a:off x="5290395" y="2167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0" name="pt18920"/>
            <p:cNvSpPr/>
            <p:nvPr/>
          </p:nvSpPr>
          <p:spPr>
            <a:xfrm>
              <a:off x="5424612" y="21832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1" name="pt18921"/>
            <p:cNvSpPr/>
            <p:nvPr/>
          </p:nvSpPr>
          <p:spPr>
            <a:xfrm>
              <a:off x="5507826" y="2026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2" name="pt18922"/>
            <p:cNvSpPr/>
            <p:nvPr/>
          </p:nvSpPr>
          <p:spPr>
            <a:xfrm>
              <a:off x="5576583" y="1628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3" name="pt18923"/>
            <p:cNvSpPr/>
            <p:nvPr/>
          </p:nvSpPr>
          <p:spPr>
            <a:xfrm>
              <a:off x="5010675" y="24761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4" name="pt18924"/>
            <p:cNvSpPr/>
            <p:nvPr/>
          </p:nvSpPr>
          <p:spPr>
            <a:xfrm>
              <a:off x="5268840" y="22207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5" name="pt18925"/>
            <p:cNvSpPr/>
            <p:nvPr/>
          </p:nvSpPr>
          <p:spPr>
            <a:xfrm>
              <a:off x="5314793" y="22517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6" name="pt18926"/>
            <p:cNvSpPr/>
            <p:nvPr/>
          </p:nvSpPr>
          <p:spPr>
            <a:xfrm>
              <a:off x="5006243" y="2479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7" name="pt18927"/>
            <p:cNvSpPr/>
            <p:nvPr/>
          </p:nvSpPr>
          <p:spPr>
            <a:xfrm>
              <a:off x="5171478" y="2175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8" name="pt18928"/>
            <p:cNvSpPr/>
            <p:nvPr/>
          </p:nvSpPr>
          <p:spPr>
            <a:xfrm>
              <a:off x="5810326" y="1550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9" name="pt18929"/>
            <p:cNvSpPr/>
            <p:nvPr/>
          </p:nvSpPr>
          <p:spPr>
            <a:xfrm>
              <a:off x="5686387" y="2218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0" name="pt18930"/>
            <p:cNvSpPr/>
            <p:nvPr/>
          </p:nvSpPr>
          <p:spPr>
            <a:xfrm>
              <a:off x="5637530" y="17864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1" name="pt18931"/>
            <p:cNvSpPr/>
            <p:nvPr/>
          </p:nvSpPr>
          <p:spPr>
            <a:xfrm>
              <a:off x="5140015" y="2055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2" name="pt18932"/>
            <p:cNvSpPr/>
            <p:nvPr/>
          </p:nvSpPr>
          <p:spPr>
            <a:xfrm>
              <a:off x="4865974" y="27942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3" name="pt18933"/>
            <p:cNvSpPr/>
            <p:nvPr/>
          </p:nvSpPr>
          <p:spPr>
            <a:xfrm>
              <a:off x="5389499" y="2275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4" name="pt18934"/>
            <p:cNvSpPr/>
            <p:nvPr/>
          </p:nvSpPr>
          <p:spPr>
            <a:xfrm>
              <a:off x="5518700" y="1840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5" name="pt18935"/>
            <p:cNvSpPr/>
            <p:nvPr/>
          </p:nvSpPr>
          <p:spPr>
            <a:xfrm>
              <a:off x="5091195" y="21652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6" name="pt18936"/>
            <p:cNvSpPr/>
            <p:nvPr/>
          </p:nvSpPr>
          <p:spPr>
            <a:xfrm>
              <a:off x="5663087" y="18908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7" name="pt18937"/>
            <p:cNvSpPr/>
            <p:nvPr/>
          </p:nvSpPr>
          <p:spPr>
            <a:xfrm>
              <a:off x="5159737" y="2104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8" name="pt18938"/>
            <p:cNvSpPr/>
            <p:nvPr/>
          </p:nvSpPr>
          <p:spPr>
            <a:xfrm>
              <a:off x="5556271" y="2125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9" name="pt18939"/>
            <p:cNvSpPr/>
            <p:nvPr/>
          </p:nvSpPr>
          <p:spPr>
            <a:xfrm>
              <a:off x="4911937" y="2380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0" name="pt18940"/>
            <p:cNvSpPr/>
            <p:nvPr/>
          </p:nvSpPr>
          <p:spPr>
            <a:xfrm>
              <a:off x="5192929" y="1830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1" name="pt18941"/>
            <p:cNvSpPr/>
            <p:nvPr/>
          </p:nvSpPr>
          <p:spPr>
            <a:xfrm>
              <a:off x="5512395" y="2122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2" name="pt18942"/>
            <p:cNvSpPr/>
            <p:nvPr/>
          </p:nvSpPr>
          <p:spPr>
            <a:xfrm>
              <a:off x="5528540" y="2006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3" name="pt18943"/>
            <p:cNvSpPr/>
            <p:nvPr/>
          </p:nvSpPr>
          <p:spPr>
            <a:xfrm>
              <a:off x="5561563" y="1988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4" name="pt18944"/>
            <p:cNvSpPr/>
            <p:nvPr/>
          </p:nvSpPr>
          <p:spPr>
            <a:xfrm>
              <a:off x="5868862" y="1681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5" name="pt18945"/>
            <p:cNvSpPr/>
            <p:nvPr/>
          </p:nvSpPr>
          <p:spPr>
            <a:xfrm>
              <a:off x="5200053" y="2032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6" name="pt18946"/>
            <p:cNvSpPr/>
            <p:nvPr/>
          </p:nvSpPr>
          <p:spPr>
            <a:xfrm>
              <a:off x="5015918" y="26429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7" name="pt18947"/>
            <p:cNvSpPr/>
            <p:nvPr/>
          </p:nvSpPr>
          <p:spPr>
            <a:xfrm>
              <a:off x="5333963" y="2146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8" name="pt18948"/>
            <p:cNvSpPr/>
            <p:nvPr/>
          </p:nvSpPr>
          <p:spPr>
            <a:xfrm>
              <a:off x="5651566" y="19463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9" name="pt18949"/>
            <p:cNvSpPr/>
            <p:nvPr/>
          </p:nvSpPr>
          <p:spPr>
            <a:xfrm>
              <a:off x="5568648" y="1832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0" name="pt18950"/>
            <p:cNvSpPr/>
            <p:nvPr/>
          </p:nvSpPr>
          <p:spPr>
            <a:xfrm>
              <a:off x="5413163" y="21821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1" name="pt18951"/>
            <p:cNvSpPr/>
            <p:nvPr/>
          </p:nvSpPr>
          <p:spPr>
            <a:xfrm>
              <a:off x="5018900" y="2501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2" name="pt18952"/>
            <p:cNvSpPr/>
            <p:nvPr/>
          </p:nvSpPr>
          <p:spPr>
            <a:xfrm>
              <a:off x="5463972" y="2154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3" name="pt18953"/>
            <p:cNvSpPr/>
            <p:nvPr/>
          </p:nvSpPr>
          <p:spPr>
            <a:xfrm>
              <a:off x="4973117" y="2758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4" name="pt18954"/>
            <p:cNvSpPr/>
            <p:nvPr/>
          </p:nvSpPr>
          <p:spPr>
            <a:xfrm>
              <a:off x="5098273" y="2183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5" name="pt18955"/>
            <p:cNvSpPr/>
            <p:nvPr/>
          </p:nvSpPr>
          <p:spPr>
            <a:xfrm>
              <a:off x="5495049" y="19011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6" name="pt18956"/>
            <p:cNvSpPr/>
            <p:nvPr/>
          </p:nvSpPr>
          <p:spPr>
            <a:xfrm>
              <a:off x="5471779" y="2184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7" name="pt18957"/>
            <p:cNvSpPr/>
            <p:nvPr/>
          </p:nvSpPr>
          <p:spPr>
            <a:xfrm>
              <a:off x="5354437" y="19801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8" name="pt18958"/>
            <p:cNvSpPr/>
            <p:nvPr/>
          </p:nvSpPr>
          <p:spPr>
            <a:xfrm>
              <a:off x="5338349" y="2180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9" name="pt18959"/>
            <p:cNvSpPr/>
            <p:nvPr/>
          </p:nvSpPr>
          <p:spPr>
            <a:xfrm>
              <a:off x="5233977" y="21355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0" name="pt18960"/>
            <p:cNvSpPr/>
            <p:nvPr/>
          </p:nvSpPr>
          <p:spPr>
            <a:xfrm>
              <a:off x="5397554" y="21235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1" name="pt18961"/>
            <p:cNvSpPr/>
            <p:nvPr/>
          </p:nvSpPr>
          <p:spPr>
            <a:xfrm>
              <a:off x="5205586" y="21473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2" name="pt18962"/>
            <p:cNvSpPr/>
            <p:nvPr/>
          </p:nvSpPr>
          <p:spPr>
            <a:xfrm>
              <a:off x="5488479" y="2006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3" name="pt18963"/>
            <p:cNvSpPr/>
            <p:nvPr/>
          </p:nvSpPr>
          <p:spPr>
            <a:xfrm>
              <a:off x="5242352" y="21692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4" name="pt18964"/>
            <p:cNvSpPr/>
            <p:nvPr/>
          </p:nvSpPr>
          <p:spPr>
            <a:xfrm>
              <a:off x="5126935" y="2100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5" name="pt18965"/>
            <p:cNvSpPr/>
            <p:nvPr/>
          </p:nvSpPr>
          <p:spPr>
            <a:xfrm>
              <a:off x="5190637" y="21980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6" name="pt18966"/>
            <p:cNvSpPr/>
            <p:nvPr/>
          </p:nvSpPr>
          <p:spPr>
            <a:xfrm>
              <a:off x="5457641" y="21713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7" name="pt18967"/>
            <p:cNvSpPr/>
            <p:nvPr/>
          </p:nvSpPr>
          <p:spPr>
            <a:xfrm>
              <a:off x="5343371" y="2007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8" name="pt18968"/>
            <p:cNvSpPr/>
            <p:nvPr/>
          </p:nvSpPr>
          <p:spPr>
            <a:xfrm>
              <a:off x="5648987" y="1922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9" name="pt18969"/>
            <p:cNvSpPr/>
            <p:nvPr/>
          </p:nvSpPr>
          <p:spPr>
            <a:xfrm>
              <a:off x="5549397" y="19860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0" name="pt18970"/>
            <p:cNvSpPr/>
            <p:nvPr/>
          </p:nvSpPr>
          <p:spPr>
            <a:xfrm>
              <a:off x="5088848" y="2184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1" name="pt18971"/>
            <p:cNvSpPr/>
            <p:nvPr/>
          </p:nvSpPr>
          <p:spPr>
            <a:xfrm>
              <a:off x="5181316" y="2068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2" name="pt18972"/>
            <p:cNvSpPr/>
            <p:nvPr/>
          </p:nvSpPr>
          <p:spPr>
            <a:xfrm>
              <a:off x="4703583" y="2319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3" name="pt18973"/>
            <p:cNvSpPr/>
            <p:nvPr/>
          </p:nvSpPr>
          <p:spPr>
            <a:xfrm>
              <a:off x="5500575" y="2173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4" name="pt18974"/>
            <p:cNvSpPr/>
            <p:nvPr/>
          </p:nvSpPr>
          <p:spPr>
            <a:xfrm>
              <a:off x="5056469" y="26165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5" name="pt18975"/>
            <p:cNvSpPr/>
            <p:nvPr/>
          </p:nvSpPr>
          <p:spPr>
            <a:xfrm>
              <a:off x="5415563" y="2086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6" name="pt18976"/>
            <p:cNvSpPr/>
            <p:nvPr/>
          </p:nvSpPr>
          <p:spPr>
            <a:xfrm>
              <a:off x="5650544" y="1967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7" name="pt18977"/>
            <p:cNvSpPr/>
            <p:nvPr/>
          </p:nvSpPr>
          <p:spPr>
            <a:xfrm>
              <a:off x="5457241" y="21516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8" name="pt18978"/>
            <p:cNvSpPr/>
            <p:nvPr/>
          </p:nvSpPr>
          <p:spPr>
            <a:xfrm>
              <a:off x="5266165" y="2357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9" name="pt18979"/>
            <p:cNvSpPr/>
            <p:nvPr/>
          </p:nvSpPr>
          <p:spPr>
            <a:xfrm>
              <a:off x="5569258" y="21028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0" name="pt18980"/>
            <p:cNvSpPr/>
            <p:nvPr/>
          </p:nvSpPr>
          <p:spPr>
            <a:xfrm>
              <a:off x="5392808" y="2179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1" name="pt18981"/>
            <p:cNvSpPr/>
            <p:nvPr/>
          </p:nvSpPr>
          <p:spPr>
            <a:xfrm>
              <a:off x="5607956" y="1939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2" name="pt18982"/>
            <p:cNvSpPr/>
            <p:nvPr/>
          </p:nvSpPr>
          <p:spPr>
            <a:xfrm>
              <a:off x="5246123" y="21532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3" name="pt18983"/>
            <p:cNvSpPr/>
            <p:nvPr/>
          </p:nvSpPr>
          <p:spPr>
            <a:xfrm>
              <a:off x="5324334" y="2168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4" name="pt18984"/>
            <p:cNvSpPr/>
            <p:nvPr/>
          </p:nvSpPr>
          <p:spPr>
            <a:xfrm>
              <a:off x="5578688" y="1647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5" name="pt18985"/>
            <p:cNvSpPr/>
            <p:nvPr/>
          </p:nvSpPr>
          <p:spPr>
            <a:xfrm>
              <a:off x="5329446" y="21151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6" name="pt18986"/>
            <p:cNvSpPr/>
            <p:nvPr/>
          </p:nvSpPr>
          <p:spPr>
            <a:xfrm>
              <a:off x="5467465" y="22113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7" name="pt18987"/>
            <p:cNvSpPr/>
            <p:nvPr/>
          </p:nvSpPr>
          <p:spPr>
            <a:xfrm>
              <a:off x="5461735" y="2094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8" name="pt18988"/>
            <p:cNvSpPr/>
            <p:nvPr/>
          </p:nvSpPr>
          <p:spPr>
            <a:xfrm>
              <a:off x="5538948" y="19550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9" name="pt18989"/>
            <p:cNvSpPr/>
            <p:nvPr/>
          </p:nvSpPr>
          <p:spPr>
            <a:xfrm>
              <a:off x="5319800" y="22666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0" name="pt18990"/>
            <p:cNvSpPr/>
            <p:nvPr/>
          </p:nvSpPr>
          <p:spPr>
            <a:xfrm>
              <a:off x="5345287" y="21219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1" name="pt18991"/>
            <p:cNvSpPr/>
            <p:nvPr/>
          </p:nvSpPr>
          <p:spPr>
            <a:xfrm>
              <a:off x="5589272" y="16290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2" name="pt18992"/>
            <p:cNvSpPr/>
            <p:nvPr/>
          </p:nvSpPr>
          <p:spPr>
            <a:xfrm>
              <a:off x="5418868" y="22756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3" name="pt18993"/>
            <p:cNvSpPr/>
            <p:nvPr/>
          </p:nvSpPr>
          <p:spPr>
            <a:xfrm>
              <a:off x="5289184" y="21193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4" name="pt18994"/>
            <p:cNvSpPr/>
            <p:nvPr/>
          </p:nvSpPr>
          <p:spPr>
            <a:xfrm>
              <a:off x="5415555" y="21528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5" name="pt18995"/>
            <p:cNvSpPr/>
            <p:nvPr/>
          </p:nvSpPr>
          <p:spPr>
            <a:xfrm>
              <a:off x="5182390" y="2008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6" name="pt18996"/>
            <p:cNvSpPr/>
            <p:nvPr/>
          </p:nvSpPr>
          <p:spPr>
            <a:xfrm>
              <a:off x="5531528" y="2089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7" name="pt18997"/>
            <p:cNvSpPr/>
            <p:nvPr/>
          </p:nvSpPr>
          <p:spPr>
            <a:xfrm>
              <a:off x="5554101" y="2035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8" name="pt18998"/>
            <p:cNvSpPr/>
            <p:nvPr/>
          </p:nvSpPr>
          <p:spPr>
            <a:xfrm>
              <a:off x="5349556" y="2160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9" name="pt18999"/>
            <p:cNvSpPr/>
            <p:nvPr/>
          </p:nvSpPr>
          <p:spPr>
            <a:xfrm>
              <a:off x="5085193" y="2318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0" name="pt19000"/>
            <p:cNvSpPr/>
            <p:nvPr/>
          </p:nvSpPr>
          <p:spPr>
            <a:xfrm>
              <a:off x="5165126" y="2108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1" name="pt19001"/>
            <p:cNvSpPr/>
            <p:nvPr/>
          </p:nvSpPr>
          <p:spPr>
            <a:xfrm>
              <a:off x="5284339" y="19690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2" name="pt19002"/>
            <p:cNvSpPr/>
            <p:nvPr/>
          </p:nvSpPr>
          <p:spPr>
            <a:xfrm>
              <a:off x="5247368" y="2194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3" name="pt19003"/>
            <p:cNvSpPr/>
            <p:nvPr/>
          </p:nvSpPr>
          <p:spPr>
            <a:xfrm>
              <a:off x="5455090" y="22410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4" name="pt19004"/>
            <p:cNvSpPr/>
            <p:nvPr/>
          </p:nvSpPr>
          <p:spPr>
            <a:xfrm>
              <a:off x="5139111" y="20039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5" name="pt19005"/>
            <p:cNvSpPr/>
            <p:nvPr/>
          </p:nvSpPr>
          <p:spPr>
            <a:xfrm>
              <a:off x="5613571" y="2065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6" name="pt19006"/>
            <p:cNvSpPr/>
            <p:nvPr/>
          </p:nvSpPr>
          <p:spPr>
            <a:xfrm>
              <a:off x="5316431" y="2316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7" name="pt19007"/>
            <p:cNvSpPr/>
            <p:nvPr/>
          </p:nvSpPr>
          <p:spPr>
            <a:xfrm>
              <a:off x="4942873" y="25329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8" name="pt19008"/>
            <p:cNvSpPr/>
            <p:nvPr/>
          </p:nvSpPr>
          <p:spPr>
            <a:xfrm>
              <a:off x="5612711" y="21310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9" name="pt19009"/>
            <p:cNvSpPr/>
            <p:nvPr/>
          </p:nvSpPr>
          <p:spPr>
            <a:xfrm>
              <a:off x="4990175" y="1570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0" name="pt19010"/>
            <p:cNvSpPr/>
            <p:nvPr/>
          </p:nvSpPr>
          <p:spPr>
            <a:xfrm>
              <a:off x="5217840" y="20295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1" name="pt19011"/>
            <p:cNvSpPr/>
            <p:nvPr/>
          </p:nvSpPr>
          <p:spPr>
            <a:xfrm>
              <a:off x="4493466" y="2651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2" name="pt19012"/>
            <p:cNvSpPr/>
            <p:nvPr/>
          </p:nvSpPr>
          <p:spPr>
            <a:xfrm>
              <a:off x="4834919" y="21017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3" name="pt19013"/>
            <p:cNvSpPr/>
            <p:nvPr/>
          </p:nvSpPr>
          <p:spPr>
            <a:xfrm>
              <a:off x="5343282" y="21439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4" name="pt19014"/>
            <p:cNvSpPr/>
            <p:nvPr/>
          </p:nvSpPr>
          <p:spPr>
            <a:xfrm>
              <a:off x="5795467" y="1581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5" name="pt19015"/>
            <p:cNvSpPr/>
            <p:nvPr/>
          </p:nvSpPr>
          <p:spPr>
            <a:xfrm>
              <a:off x="5537068" y="1898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6" name="pt19016"/>
            <p:cNvSpPr/>
            <p:nvPr/>
          </p:nvSpPr>
          <p:spPr>
            <a:xfrm>
              <a:off x="5467963" y="21567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7" name="pt19017"/>
            <p:cNvSpPr/>
            <p:nvPr/>
          </p:nvSpPr>
          <p:spPr>
            <a:xfrm>
              <a:off x="4985138" y="20399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8" name="pt19018"/>
            <p:cNvSpPr/>
            <p:nvPr/>
          </p:nvSpPr>
          <p:spPr>
            <a:xfrm>
              <a:off x="5192252" y="1979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9" name="pt19019"/>
            <p:cNvSpPr/>
            <p:nvPr/>
          </p:nvSpPr>
          <p:spPr>
            <a:xfrm>
              <a:off x="5593655" y="1879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0" name="pt19020"/>
            <p:cNvSpPr/>
            <p:nvPr/>
          </p:nvSpPr>
          <p:spPr>
            <a:xfrm>
              <a:off x="4832114" y="20821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1" name="pt19021"/>
            <p:cNvSpPr/>
            <p:nvPr/>
          </p:nvSpPr>
          <p:spPr>
            <a:xfrm>
              <a:off x="5809846" y="1977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2" name="pt19022"/>
            <p:cNvSpPr/>
            <p:nvPr/>
          </p:nvSpPr>
          <p:spPr>
            <a:xfrm>
              <a:off x="5038174" y="2607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3" name="pt19023"/>
            <p:cNvSpPr/>
            <p:nvPr/>
          </p:nvSpPr>
          <p:spPr>
            <a:xfrm>
              <a:off x="5462210" y="2124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4" name="pt19024"/>
            <p:cNvSpPr/>
            <p:nvPr/>
          </p:nvSpPr>
          <p:spPr>
            <a:xfrm>
              <a:off x="5294799" y="2138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5" name="pt19025"/>
            <p:cNvSpPr/>
            <p:nvPr/>
          </p:nvSpPr>
          <p:spPr>
            <a:xfrm>
              <a:off x="5308505" y="2235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6" name="pt19026"/>
            <p:cNvSpPr/>
            <p:nvPr/>
          </p:nvSpPr>
          <p:spPr>
            <a:xfrm>
              <a:off x="5383374" y="20400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7" name="pt19027"/>
            <p:cNvSpPr/>
            <p:nvPr/>
          </p:nvSpPr>
          <p:spPr>
            <a:xfrm>
              <a:off x="5257398" y="2247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8" name="pt19028"/>
            <p:cNvSpPr/>
            <p:nvPr/>
          </p:nvSpPr>
          <p:spPr>
            <a:xfrm>
              <a:off x="5486957" y="20342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9" name="pt19029"/>
            <p:cNvSpPr/>
            <p:nvPr/>
          </p:nvSpPr>
          <p:spPr>
            <a:xfrm>
              <a:off x="5136348" y="20280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0" name="pt19030"/>
            <p:cNvSpPr/>
            <p:nvPr/>
          </p:nvSpPr>
          <p:spPr>
            <a:xfrm>
              <a:off x="5441135" y="2070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1" name="pt19031"/>
            <p:cNvSpPr/>
            <p:nvPr/>
          </p:nvSpPr>
          <p:spPr>
            <a:xfrm>
              <a:off x="5711415" y="18767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2" name="pt19032"/>
            <p:cNvSpPr/>
            <p:nvPr/>
          </p:nvSpPr>
          <p:spPr>
            <a:xfrm>
              <a:off x="5340417" y="2213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3" name="pt19033"/>
            <p:cNvSpPr/>
            <p:nvPr/>
          </p:nvSpPr>
          <p:spPr>
            <a:xfrm>
              <a:off x="5501178" y="21339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4" name="pt19034"/>
            <p:cNvSpPr/>
            <p:nvPr/>
          </p:nvSpPr>
          <p:spPr>
            <a:xfrm>
              <a:off x="5070941" y="2198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5" name="pt19035"/>
            <p:cNvSpPr/>
            <p:nvPr/>
          </p:nvSpPr>
          <p:spPr>
            <a:xfrm>
              <a:off x="5448297" y="21750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6" name="pt19036"/>
            <p:cNvSpPr/>
            <p:nvPr/>
          </p:nvSpPr>
          <p:spPr>
            <a:xfrm>
              <a:off x="5029694" y="25644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7" name="pt19037"/>
            <p:cNvSpPr/>
            <p:nvPr/>
          </p:nvSpPr>
          <p:spPr>
            <a:xfrm>
              <a:off x="5393021" y="2337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8" name="pt19038"/>
            <p:cNvSpPr/>
            <p:nvPr/>
          </p:nvSpPr>
          <p:spPr>
            <a:xfrm>
              <a:off x="5484847" y="2038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9" name="pt19039"/>
            <p:cNvSpPr/>
            <p:nvPr/>
          </p:nvSpPr>
          <p:spPr>
            <a:xfrm>
              <a:off x="5034016" y="28319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0" name="pt19040"/>
            <p:cNvSpPr/>
            <p:nvPr/>
          </p:nvSpPr>
          <p:spPr>
            <a:xfrm>
              <a:off x="5263522" y="2228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1" name="pt19041"/>
            <p:cNvSpPr/>
            <p:nvPr/>
          </p:nvSpPr>
          <p:spPr>
            <a:xfrm>
              <a:off x="5360606" y="20250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2" name="pt19042"/>
            <p:cNvSpPr/>
            <p:nvPr/>
          </p:nvSpPr>
          <p:spPr>
            <a:xfrm>
              <a:off x="5850150" y="1905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3" name="pt19043"/>
            <p:cNvSpPr/>
            <p:nvPr/>
          </p:nvSpPr>
          <p:spPr>
            <a:xfrm>
              <a:off x="5218863" y="2201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4" name="pt19044"/>
            <p:cNvSpPr/>
            <p:nvPr/>
          </p:nvSpPr>
          <p:spPr>
            <a:xfrm>
              <a:off x="5314418" y="2245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5" name="pt19045"/>
            <p:cNvSpPr/>
            <p:nvPr/>
          </p:nvSpPr>
          <p:spPr>
            <a:xfrm>
              <a:off x="5140159" y="2019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6" name="pt19046"/>
            <p:cNvSpPr/>
            <p:nvPr/>
          </p:nvSpPr>
          <p:spPr>
            <a:xfrm>
              <a:off x="5380497" y="2005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7" name="pt19047"/>
            <p:cNvSpPr/>
            <p:nvPr/>
          </p:nvSpPr>
          <p:spPr>
            <a:xfrm>
              <a:off x="4995275" y="17287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8" name="pt19048"/>
            <p:cNvSpPr/>
            <p:nvPr/>
          </p:nvSpPr>
          <p:spPr>
            <a:xfrm>
              <a:off x="5483323" y="2201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9" name="pt19049"/>
            <p:cNvSpPr/>
            <p:nvPr/>
          </p:nvSpPr>
          <p:spPr>
            <a:xfrm>
              <a:off x="4856386" y="2437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0" name="pt19050"/>
            <p:cNvSpPr/>
            <p:nvPr/>
          </p:nvSpPr>
          <p:spPr>
            <a:xfrm>
              <a:off x="5218987" y="22159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1" name="pt19051"/>
            <p:cNvSpPr/>
            <p:nvPr/>
          </p:nvSpPr>
          <p:spPr>
            <a:xfrm>
              <a:off x="5699047" y="1914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2" name="pt19052"/>
            <p:cNvSpPr/>
            <p:nvPr/>
          </p:nvSpPr>
          <p:spPr>
            <a:xfrm>
              <a:off x="5605178" y="19156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3" name="pt19053"/>
            <p:cNvSpPr/>
            <p:nvPr/>
          </p:nvSpPr>
          <p:spPr>
            <a:xfrm>
              <a:off x="5593687" y="20119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4" name="pt19054"/>
            <p:cNvSpPr/>
            <p:nvPr/>
          </p:nvSpPr>
          <p:spPr>
            <a:xfrm>
              <a:off x="5036772" y="26140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5" name="pt19055"/>
            <p:cNvSpPr/>
            <p:nvPr/>
          </p:nvSpPr>
          <p:spPr>
            <a:xfrm>
              <a:off x="5490799" y="20455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6" name="pt19056"/>
            <p:cNvSpPr/>
            <p:nvPr/>
          </p:nvSpPr>
          <p:spPr>
            <a:xfrm>
              <a:off x="5223017" y="2208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7" name="pt19057"/>
            <p:cNvSpPr/>
            <p:nvPr/>
          </p:nvSpPr>
          <p:spPr>
            <a:xfrm>
              <a:off x="5462718" y="2242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8" name="pt19058"/>
            <p:cNvSpPr/>
            <p:nvPr/>
          </p:nvSpPr>
          <p:spPr>
            <a:xfrm>
              <a:off x="5127078" y="21097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9" name="pt19059"/>
            <p:cNvSpPr/>
            <p:nvPr/>
          </p:nvSpPr>
          <p:spPr>
            <a:xfrm>
              <a:off x="4918897" y="2178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0" name="pt19060"/>
            <p:cNvSpPr/>
            <p:nvPr/>
          </p:nvSpPr>
          <p:spPr>
            <a:xfrm>
              <a:off x="5142016" y="20344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1" name="pt19061"/>
            <p:cNvSpPr/>
            <p:nvPr/>
          </p:nvSpPr>
          <p:spPr>
            <a:xfrm>
              <a:off x="5126739" y="20039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2" name="pt19062"/>
            <p:cNvSpPr/>
            <p:nvPr/>
          </p:nvSpPr>
          <p:spPr>
            <a:xfrm>
              <a:off x="5235284" y="2154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3" name="pt19063"/>
            <p:cNvSpPr/>
            <p:nvPr/>
          </p:nvSpPr>
          <p:spPr>
            <a:xfrm>
              <a:off x="4877263" y="2737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4" name="pt19064"/>
            <p:cNvSpPr/>
            <p:nvPr/>
          </p:nvSpPr>
          <p:spPr>
            <a:xfrm>
              <a:off x="5589525" y="17467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5" name="pt19065"/>
            <p:cNvSpPr/>
            <p:nvPr/>
          </p:nvSpPr>
          <p:spPr>
            <a:xfrm>
              <a:off x="5141641" y="2040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6" name="pt19066"/>
            <p:cNvSpPr/>
            <p:nvPr/>
          </p:nvSpPr>
          <p:spPr>
            <a:xfrm>
              <a:off x="5207906" y="2179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7" name="pt19067"/>
            <p:cNvSpPr/>
            <p:nvPr/>
          </p:nvSpPr>
          <p:spPr>
            <a:xfrm>
              <a:off x="5258073" y="22807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8" name="pt19068"/>
            <p:cNvSpPr/>
            <p:nvPr/>
          </p:nvSpPr>
          <p:spPr>
            <a:xfrm>
              <a:off x="5546465" y="20485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9" name="pt19069"/>
            <p:cNvSpPr/>
            <p:nvPr/>
          </p:nvSpPr>
          <p:spPr>
            <a:xfrm>
              <a:off x="5058573" y="2477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0" name="pt19070"/>
            <p:cNvSpPr/>
            <p:nvPr/>
          </p:nvSpPr>
          <p:spPr>
            <a:xfrm>
              <a:off x="4899318" y="25087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1" name="pt19071"/>
            <p:cNvSpPr/>
            <p:nvPr/>
          </p:nvSpPr>
          <p:spPr>
            <a:xfrm>
              <a:off x="5403918" y="22509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2" name="pt19072"/>
            <p:cNvSpPr/>
            <p:nvPr/>
          </p:nvSpPr>
          <p:spPr>
            <a:xfrm>
              <a:off x="4979337" y="23609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3" name="pt19073"/>
            <p:cNvSpPr/>
            <p:nvPr/>
          </p:nvSpPr>
          <p:spPr>
            <a:xfrm>
              <a:off x="5313877" y="2214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4" name="pt19074"/>
            <p:cNvSpPr/>
            <p:nvPr/>
          </p:nvSpPr>
          <p:spPr>
            <a:xfrm>
              <a:off x="5333827" y="2172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5" name="pt19075"/>
            <p:cNvSpPr/>
            <p:nvPr/>
          </p:nvSpPr>
          <p:spPr>
            <a:xfrm>
              <a:off x="5495286" y="2161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6" name="pt19076"/>
            <p:cNvSpPr/>
            <p:nvPr/>
          </p:nvSpPr>
          <p:spPr>
            <a:xfrm>
              <a:off x="5288832" y="20751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7" name="pt19077"/>
            <p:cNvSpPr/>
            <p:nvPr/>
          </p:nvSpPr>
          <p:spPr>
            <a:xfrm>
              <a:off x="4864989" y="2483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8" name="pt19078"/>
            <p:cNvSpPr/>
            <p:nvPr/>
          </p:nvSpPr>
          <p:spPr>
            <a:xfrm>
              <a:off x="5623147" y="20482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9" name="pt19079"/>
            <p:cNvSpPr/>
            <p:nvPr/>
          </p:nvSpPr>
          <p:spPr>
            <a:xfrm>
              <a:off x="5630819" y="18929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0" name="pt19080"/>
            <p:cNvSpPr/>
            <p:nvPr/>
          </p:nvSpPr>
          <p:spPr>
            <a:xfrm>
              <a:off x="5211551" y="2152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1" name="pt19081"/>
            <p:cNvSpPr/>
            <p:nvPr/>
          </p:nvSpPr>
          <p:spPr>
            <a:xfrm>
              <a:off x="5085214" y="2322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2" name="pt19082"/>
            <p:cNvSpPr/>
            <p:nvPr/>
          </p:nvSpPr>
          <p:spPr>
            <a:xfrm>
              <a:off x="5588312" y="17683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3" name="pt19083"/>
            <p:cNvSpPr/>
            <p:nvPr/>
          </p:nvSpPr>
          <p:spPr>
            <a:xfrm>
              <a:off x="5201056" y="21108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4" name="pt19084"/>
            <p:cNvSpPr/>
            <p:nvPr/>
          </p:nvSpPr>
          <p:spPr>
            <a:xfrm>
              <a:off x="5554109" y="2027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5" name="pt19085"/>
            <p:cNvSpPr/>
            <p:nvPr/>
          </p:nvSpPr>
          <p:spPr>
            <a:xfrm>
              <a:off x="5743549" y="1790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6" name="pt19086"/>
            <p:cNvSpPr/>
            <p:nvPr/>
          </p:nvSpPr>
          <p:spPr>
            <a:xfrm>
              <a:off x="5698799" y="1797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7" name="pt19087"/>
            <p:cNvSpPr/>
            <p:nvPr/>
          </p:nvSpPr>
          <p:spPr>
            <a:xfrm>
              <a:off x="5347655" y="20709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8" name="pt19088"/>
            <p:cNvSpPr/>
            <p:nvPr/>
          </p:nvSpPr>
          <p:spPr>
            <a:xfrm>
              <a:off x="5327481" y="2138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9" name="pt19089"/>
            <p:cNvSpPr/>
            <p:nvPr/>
          </p:nvSpPr>
          <p:spPr>
            <a:xfrm>
              <a:off x="5121927" y="21026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0" name="pt19090"/>
            <p:cNvSpPr/>
            <p:nvPr/>
          </p:nvSpPr>
          <p:spPr>
            <a:xfrm>
              <a:off x="4978329" y="23841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1" name="pt19091"/>
            <p:cNvSpPr/>
            <p:nvPr/>
          </p:nvSpPr>
          <p:spPr>
            <a:xfrm>
              <a:off x="4951856" y="22586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2" name="pt19092"/>
            <p:cNvSpPr/>
            <p:nvPr/>
          </p:nvSpPr>
          <p:spPr>
            <a:xfrm>
              <a:off x="4950150" y="24637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3" name="pt19093"/>
            <p:cNvSpPr/>
            <p:nvPr/>
          </p:nvSpPr>
          <p:spPr>
            <a:xfrm>
              <a:off x="5192429" y="18965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4" name="pt19094"/>
            <p:cNvSpPr/>
            <p:nvPr/>
          </p:nvSpPr>
          <p:spPr>
            <a:xfrm>
              <a:off x="5524520" y="1925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5" name="pt19095"/>
            <p:cNvSpPr/>
            <p:nvPr/>
          </p:nvSpPr>
          <p:spPr>
            <a:xfrm>
              <a:off x="5440434" y="2251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6" name="pt19096"/>
            <p:cNvSpPr/>
            <p:nvPr/>
          </p:nvSpPr>
          <p:spPr>
            <a:xfrm>
              <a:off x="5806382" y="13950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7" name="pt19097"/>
            <p:cNvSpPr/>
            <p:nvPr/>
          </p:nvSpPr>
          <p:spPr>
            <a:xfrm>
              <a:off x="5248331" y="2198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8" name="pt19098"/>
            <p:cNvSpPr/>
            <p:nvPr/>
          </p:nvSpPr>
          <p:spPr>
            <a:xfrm>
              <a:off x="5351280" y="2104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9" name="pt19099"/>
            <p:cNvSpPr/>
            <p:nvPr/>
          </p:nvSpPr>
          <p:spPr>
            <a:xfrm>
              <a:off x="5086658" y="20632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0" name="pt19100"/>
            <p:cNvSpPr/>
            <p:nvPr/>
          </p:nvSpPr>
          <p:spPr>
            <a:xfrm>
              <a:off x="5385856" y="2005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1" name="pt19101"/>
            <p:cNvSpPr/>
            <p:nvPr/>
          </p:nvSpPr>
          <p:spPr>
            <a:xfrm>
              <a:off x="5219750" y="2113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2" name="pt19102"/>
            <p:cNvSpPr/>
            <p:nvPr/>
          </p:nvSpPr>
          <p:spPr>
            <a:xfrm>
              <a:off x="5276861" y="21031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3" name="pt19103"/>
            <p:cNvSpPr/>
            <p:nvPr/>
          </p:nvSpPr>
          <p:spPr>
            <a:xfrm>
              <a:off x="5060652" y="2603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4" name="pt19104"/>
            <p:cNvSpPr/>
            <p:nvPr/>
          </p:nvSpPr>
          <p:spPr>
            <a:xfrm>
              <a:off x="5344319" y="2141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5" name="pt19105"/>
            <p:cNvSpPr/>
            <p:nvPr/>
          </p:nvSpPr>
          <p:spPr>
            <a:xfrm>
              <a:off x="5249939" y="2263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6" name="pt19106"/>
            <p:cNvSpPr/>
            <p:nvPr/>
          </p:nvSpPr>
          <p:spPr>
            <a:xfrm>
              <a:off x="4697823" y="2268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7" name="pt19107"/>
            <p:cNvSpPr/>
            <p:nvPr/>
          </p:nvSpPr>
          <p:spPr>
            <a:xfrm>
              <a:off x="4963110" y="2545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8" name="pt19108"/>
            <p:cNvSpPr/>
            <p:nvPr/>
          </p:nvSpPr>
          <p:spPr>
            <a:xfrm>
              <a:off x="5605535" y="1840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9" name="pt19109"/>
            <p:cNvSpPr/>
            <p:nvPr/>
          </p:nvSpPr>
          <p:spPr>
            <a:xfrm>
              <a:off x="5309911" y="21174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0" name="pt19110"/>
            <p:cNvSpPr/>
            <p:nvPr/>
          </p:nvSpPr>
          <p:spPr>
            <a:xfrm>
              <a:off x="5317455" y="23095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1" name="pt19111"/>
            <p:cNvSpPr/>
            <p:nvPr/>
          </p:nvSpPr>
          <p:spPr>
            <a:xfrm>
              <a:off x="4921436" y="22380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2" name="pt19112"/>
            <p:cNvSpPr/>
            <p:nvPr/>
          </p:nvSpPr>
          <p:spPr>
            <a:xfrm>
              <a:off x="5219423" y="2068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3" name="pt19113"/>
            <p:cNvSpPr/>
            <p:nvPr/>
          </p:nvSpPr>
          <p:spPr>
            <a:xfrm>
              <a:off x="5063660" y="2363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4" name="pt19114"/>
            <p:cNvSpPr/>
            <p:nvPr/>
          </p:nvSpPr>
          <p:spPr>
            <a:xfrm>
              <a:off x="5756857" y="1758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5" name="pt19115"/>
            <p:cNvSpPr/>
            <p:nvPr/>
          </p:nvSpPr>
          <p:spPr>
            <a:xfrm>
              <a:off x="5646168" y="1895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6" name="pt19116"/>
            <p:cNvSpPr/>
            <p:nvPr/>
          </p:nvSpPr>
          <p:spPr>
            <a:xfrm>
              <a:off x="5638258" y="1824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7" name="pt19117"/>
            <p:cNvSpPr/>
            <p:nvPr/>
          </p:nvSpPr>
          <p:spPr>
            <a:xfrm>
              <a:off x="5809391" y="18698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8" name="pt19118"/>
            <p:cNvSpPr/>
            <p:nvPr/>
          </p:nvSpPr>
          <p:spPr>
            <a:xfrm>
              <a:off x="5206475" y="2054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9" name="pt19119"/>
            <p:cNvSpPr/>
            <p:nvPr/>
          </p:nvSpPr>
          <p:spPr>
            <a:xfrm>
              <a:off x="5344344" y="2152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0" name="pt19120"/>
            <p:cNvSpPr/>
            <p:nvPr/>
          </p:nvSpPr>
          <p:spPr>
            <a:xfrm>
              <a:off x="4870439" y="2370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1" name="pt19121"/>
            <p:cNvSpPr/>
            <p:nvPr/>
          </p:nvSpPr>
          <p:spPr>
            <a:xfrm>
              <a:off x="5054667" y="2653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2" name="pt19122"/>
            <p:cNvSpPr/>
            <p:nvPr/>
          </p:nvSpPr>
          <p:spPr>
            <a:xfrm>
              <a:off x="4933415" y="20815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3" name="pt19123"/>
            <p:cNvSpPr/>
            <p:nvPr/>
          </p:nvSpPr>
          <p:spPr>
            <a:xfrm>
              <a:off x="5264733" y="20160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4" name="pt19124"/>
            <p:cNvSpPr/>
            <p:nvPr/>
          </p:nvSpPr>
          <p:spPr>
            <a:xfrm>
              <a:off x="5239968" y="2132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5" name="pt19125"/>
            <p:cNvSpPr/>
            <p:nvPr/>
          </p:nvSpPr>
          <p:spPr>
            <a:xfrm>
              <a:off x="5126414" y="20423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6" name="pt19126"/>
            <p:cNvSpPr/>
            <p:nvPr/>
          </p:nvSpPr>
          <p:spPr>
            <a:xfrm>
              <a:off x="5290936" y="2211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7" name="pt19127"/>
            <p:cNvSpPr/>
            <p:nvPr/>
          </p:nvSpPr>
          <p:spPr>
            <a:xfrm>
              <a:off x="5417804" y="2021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8" name="pt19128"/>
            <p:cNvSpPr/>
            <p:nvPr/>
          </p:nvSpPr>
          <p:spPr>
            <a:xfrm>
              <a:off x="5284598" y="2047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9" name="pt19129"/>
            <p:cNvSpPr/>
            <p:nvPr/>
          </p:nvSpPr>
          <p:spPr>
            <a:xfrm>
              <a:off x="5093485" y="2203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0" name="pt19130"/>
            <p:cNvSpPr/>
            <p:nvPr/>
          </p:nvSpPr>
          <p:spPr>
            <a:xfrm>
              <a:off x="5093936" y="2276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1" name="pt19131"/>
            <p:cNvSpPr/>
            <p:nvPr/>
          </p:nvSpPr>
          <p:spPr>
            <a:xfrm>
              <a:off x="5321639" y="22858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2" name="pt19132"/>
            <p:cNvSpPr/>
            <p:nvPr/>
          </p:nvSpPr>
          <p:spPr>
            <a:xfrm>
              <a:off x="5752282" y="1895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3" name="pt19133"/>
            <p:cNvSpPr/>
            <p:nvPr/>
          </p:nvSpPr>
          <p:spPr>
            <a:xfrm>
              <a:off x="4939289" y="24618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4" name="pt19134"/>
            <p:cNvSpPr/>
            <p:nvPr/>
          </p:nvSpPr>
          <p:spPr>
            <a:xfrm>
              <a:off x="5618878" y="1927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5" name="pt19135"/>
            <p:cNvSpPr/>
            <p:nvPr/>
          </p:nvSpPr>
          <p:spPr>
            <a:xfrm>
              <a:off x="5304557" y="2177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6" name="pt19136"/>
            <p:cNvSpPr/>
            <p:nvPr/>
          </p:nvSpPr>
          <p:spPr>
            <a:xfrm>
              <a:off x="4925779" y="22020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7" name="pt19137"/>
            <p:cNvSpPr/>
            <p:nvPr/>
          </p:nvSpPr>
          <p:spPr>
            <a:xfrm>
              <a:off x="5143417" y="21565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8" name="pt19138"/>
            <p:cNvSpPr/>
            <p:nvPr/>
          </p:nvSpPr>
          <p:spPr>
            <a:xfrm>
              <a:off x="5072447" y="2338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9" name="pt19139"/>
            <p:cNvSpPr/>
            <p:nvPr/>
          </p:nvSpPr>
          <p:spPr>
            <a:xfrm>
              <a:off x="5395488" y="21342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0" name="pt19140"/>
            <p:cNvSpPr/>
            <p:nvPr/>
          </p:nvSpPr>
          <p:spPr>
            <a:xfrm>
              <a:off x="5171189" y="22009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1" name="pt19141"/>
            <p:cNvSpPr/>
            <p:nvPr/>
          </p:nvSpPr>
          <p:spPr>
            <a:xfrm>
              <a:off x="5253941" y="22330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2" name="pt19142"/>
            <p:cNvSpPr/>
            <p:nvPr/>
          </p:nvSpPr>
          <p:spPr>
            <a:xfrm>
              <a:off x="4729445" y="2381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3" name="pt19143"/>
            <p:cNvSpPr/>
            <p:nvPr/>
          </p:nvSpPr>
          <p:spPr>
            <a:xfrm>
              <a:off x="5190358" y="2181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4" name="pt19144"/>
            <p:cNvSpPr/>
            <p:nvPr/>
          </p:nvSpPr>
          <p:spPr>
            <a:xfrm>
              <a:off x="5547694" y="1919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5" name="pt19145"/>
            <p:cNvSpPr/>
            <p:nvPr/>
          </p:nvSpPr>
          <p:spPr>
            <a:xfrm>
              <a:off x="5045873" y="2687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6" name="pt19146"/>
            <p:cNvSpPr/>
            <p:nvPr/>
          </p:nvSpPr>
          <p:spPr>
            <a:xfrm>
              <a:off x="5720758" y="19180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7" name="pt19147"/>
            <p:cNvSpPr/>
            <p:nvPr/>
          </p:nvSpPr>
          <p:spPr>
            <a:xfrm>
              <a:off x="5061446" y="2430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8" name="pt19148"/>
            <p:cNvSpPr/>
            <p:nvPr/>
          </p:nvSpPr>
          <p:spPr>
            <a:xfrm>
              <a:off x="5553404" y="19728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9" name="pt19149"/>
            <p:cNvSpPr/>
            <p:nvPr/>
          </p:nvSpPr>
          <p:spPr>
            <a:xfrm>
              <a:off x="5579464" y="1672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0" name="pt19150"/>
            <p:cNvSpPr/>
            <p:nvPr/>
          </p:nvSpPr>
          <p:spPr>
            <a:xfrm>
              <a:off x="5579503" y="1587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1" name="pt19151"/>
            <p:cNvSpPr/>
            <p:nvPr/>
          </p:nvSpPr>
          <p:spPr>
            <a:xfrm>
              <a:off x="5160525" y="2312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2" name="pt19152"/>
            <p:cNvSpPr/>
            <p:nvPr/>
          </p:nvSpPr>
          <p:spPr>
            <a:xfrm>
              <a:off x="5026289" y="2652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3" name="pt19153"/>
            <p:cNvSpPr/>
            <p:nvPr/>
          </p:nvSpPr>
          <p:spPr>
            <a:xfrm>
              <a:off x="5341383" y="2125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4" name="pt19154"/>
            <p:cNvSpPr/>
            <p:nvPr/>
          </p:nvSpPr>
          <p:spPr>
            <a:xfrm>
              <a:off x="5593148" y="1855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5" name="pt19155"/>
            <p:cNvSpPr/>
            <p:nvPr/>
          </p:nvSpPr>
          <p:spPr>
            <a:xfrm>
              <a:off x="5150935" y="21185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6" name="pt19156"/>
            <p:cNvSpPr/>
            <p:nvPr/>
          </p:nvSpPr>
          <p:spPr>
            <a:xfrm>
              <a:off x="5459191" y="2311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7" name="pt19157"/>
            <p:cNvSpPr/>
            <p:nvPr/>
          </p:nvSpPr>
          <p:spPr>
            <a:xfrm>
              <a:off x="4992627" y="21179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8" name="pt19158"/>
            <p:cNvSpPr/>
            <p:nvPr/>
          </p:nvSpPr>
          <p:spPr>
            <a:xfrm>
              <a:off x="5354133" y="20286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9" name="pt19159"/>
            <p:cNvSpPr/>
            <p:nvPr/>
          </p:nvSpPr>
          <p:spPr>
            <a:xfrm>
              <a:off x="4731282" y="20006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0" name="pt19160"/>
            <p:cNvSpPr/>
            <p:nvPr/>
          </p:nvSpPr>
          <p:spPr>
            <a:xfrm>
              <a:off x="4465786" y="28279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1" name="pt19161"/>
            <p:cNvSpPr/>
            <p:nvPr/>
          </p:nvSpPr>
          <p:spPr>
            <a:xfrm>
              <a:off x="5390292" y="2067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2" name="pt19162"/>
            <p:cNvSpPr/>
            <p:nvPr/>
          </p:nvSpPr>
          <p:spPr>
            <a:xfrm>
              <a:off x="5622291" y="16619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3" name="pt19163"/>
            <p:cNvSpPr/>
            <p:nvPr/>
          </p:nvSpPr>
          <p:spPr>
            <a:xfrm>
              <a:off x="5448792" y="22039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4" name="pt19164"/>
            <p:cNvSpPr/>
            <p:nvPr/>
          </p:nvSpPr>
          <p:spPr>
            <a:xfrm>
              <a:off x="5366378" y="1830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5" name="pt19165"/>
            <p:cNvSpPr/>
            <p:nvPr/>
          </p:nvSpPr>
          <p:spPr>
            <a:xfrm>
              <a:off x="5328219" y="20871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6" name="pt19166"/>
            <p:cNvSpPr/>
            <p:nvPr/>
          </p:nvSpPr>
          <p:spPr>
            <a:xfrm>
              <a:off x="5301728" y="2244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7" name="pt19167"/>
            <p:cNvSpPr/>
            <p:nvPr/>
          </p:nvSpPr>
          <p:spPr>
            <a:xfrm>
              <a:off x="5229607" y="22055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8" name="pt19168"/>
            <p:cNvSpPr/>
            <p:nvPr/>
          </p:nvSpPr>
          <p:spPr>
            <a:xfrm>
              <a:off x="5389476" y="207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9" name="pt19169"/>
            <p:cNvSpPr/>
            <p:nvPr/>
          </p:nvSpPr>
          <p:spPr>
            <a:xfrm>
              <a:off x="5388813" y="21766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0" name="pt19170"/>
            <p:cNvSpPr/>
            <p:nvPr/>
          </p:nvSpPr>
          <p:spPr>
            <a:xfrm>
              <a:off x="5498355" y="2011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1" name="pt19171"/>
            <p:cNvSpPr/>
            <p:nvPr/>
          </p:nvSpPr>
          <p:spPr>
            <a:xfrm>
              <a:off x="5265044" y="2221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2" name="pt19172"/>
            <p:cNvSpPr/>
            <p:nvPr/>
          </p:nvSpPr>
          <p:spPr>
            <a:xfrm>
              <a:off x="5619837" y="19884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3" name="pt19173"/>
            <p:cNvSpPr/>
            <p:nvPr/>
          </p:nvSpPr>
          <p:spPr>
            <a:xfrm>
              <a:off x="5498104" y="20660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4" name="pt19174"/>
            <p:cNvSpPr/>
            <p:nvPr/>
          </p:nvSpPr>
          <p:spPr>
            <a:xfrm>
              <a:off x="4996708" y="2515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5" name="pt19175"/>
            <p:cNvSpPr/>
            <p:nvPr/>
          </p:nvSpPr>
          <p:spPr>
            <a:xfrm>
              <a:off x="5666260" y="2038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6" name="pt19176"/>
            <p:cNvSpPr/>
            <p:nvPr/>
          </p:nvSpPr>
          <p:spPr>
            <a:xfrm>
              <a:off x="5163867" y="2160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7" name="pt19177"/>
            <p:cNvSpPr/>
            <p:nvPr/>
          </p:nvSpPr>
          <p:spPr>
            <a:xfrm>
              <a:off x="5695956" y="1955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8" name="pt19178"/>
            <p:cNvSpPr/>
            <p:nvPr/>
          </p:nvSpPr>
          <p:spPr>
            <a:xfrm>
              <a:off x="5835747" y="17330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9" name="pt19179"/>
            <p:cNvSpPr/>
            <p:nvPr/>
          </p:nvSpPr>
          <p:spPr>
            <a:xfrm>
              <a:off x="5388395" y="2177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0" name="pt19180"/>
            <p:cNvSpPr/>
            <p:nvPr/>
          </p:nvSpPr>
          <p:spPr>
            <a:xfrm>
              <a:off x="5191344" y="2159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1" name="pt19181"/>
            <p:cNvSpPr/>
            <p:nvPr/>
          </p:nvSpPr>
          <p:spPr>
            <a:xfrm>
              <a:off x="5531200" y="2067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2" name="pt19182"/>
            <p:cNvSpPr/>
            <p:nvPr/>
          </p:nvSpPr>
          <p:spPr>
            <a:xfrm>
              <a:off x="5143350" y="2111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3" name="pt19183"/>
            <p:cNvSpPr/>
            <p:nvPr/>
          </p:nvSpPr>
          <p:spPr>
            <a:xfrm>
              <a:off x="5661984" y="1866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4" name="pt19184"/>
            <p:cNvSpPr/>
            <p:nvPr/>
          </p:nvSpPr>
          <p:spPr>
            <a:xfrm>
              <a:off x="5417614" y="2186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5" name="pt19185"/>
            <p:cNvSpPr/>
            <p:nvPr/>
          </p:nvSpPr>
          <p:spPr>
            <a:xfrm>
              <a:off x="5105995" y="21265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6" name="pt19186"/>
            <p:cNvSpPr/>
            <p:nvPr/>
          </p:nvSpPr>
          <p:spPr>
            <a:xfrm>
              <a:off x="5043719" y="26439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7" name="pt19187"/>
            <p:cNvSpPr/>
            <p:nvPr/>
          </p:nvSpPr>
          <p:spPr>
            <a:xfrm>
              <a:off x="4656725" y="2488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8" name="pt19188"/>
            <p:cNvSpPr/>
            <p:nvPr/>
          </p:nvSpPr>
          <p:spPr>
            <a:xfrm>
              <a:off x="5067646" y="25883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9" name="pt19189"/>
            <p:cNvSpPr/>
            <p:nvPr/>
          </p:nvSpPr>
          <p:spPr>
            <a:xfrm>
              <a:off x="5529569" y="20578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0" name="pt19190"/>
            <p:cNvSpPr/>
            <p:nvPr/>
          </p:nvSpPr>
          <p:spPr>
            <a:xfrm>
              <a:off x="5438505" y="19614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1" name="pt19191"/>
            <p:cNvSpPr/>
            <p:nvPr/>
          </p:nvSpPr>
          <p:spPr>
            <a:xfrm>
              <a:off x="5385154" y="19620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2" name="pt19192"/>
            <p:cNvSpPr/>
            <p:nvPr/>
          </p:nvSpPr>
          <p:spPr>
            <a:xfrm>
              <a:off x="5082638" y="2522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3" name="pt19193"/>
            <p:cNvSpPr/>
            <p:nvPr/>
          </p:nvSpPr>
          <p:spPr>
            <a:xfrm>
              <a:off x="4915350" y="19650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4" name="pt19194"/>
            <p:cNvSpPr/>
            <p:nvPr/>
          </p:nvSpPr>
          <p:spPr>
            <a:xfrm>
              <a:off x="5252622" y="2246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5" name="pt19195"/>
            <p:cNvSpPr/>
            <p:nvPr/>
          </p:nvSpPr>
          <p:spPr>
            <a:xfrm>
              <a:off x="5451563" y="2168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6" name="pt19196"/>
            <p:cNvSpPr/>
            <p:nvPr/>
          </p:nvSpPr>
          <p:spPr>
            <a:xfrm>
              <a:off x="5372731" y="20458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7" name="pt19197"/>
            <p:cNvSpPr/>
            <p:nvPr/>
          </p:nvSpPr>
          <p:spPr>
            <a:xfrm>
              <a:off x="5635936" y="1766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8" name="pt19198"/>
            <p:cNvSpPr/>
            <p:nvPr/>
          </p:nvSpPr>
          <p:spPr>
            <a:xfrm>
              <a:off x="5324553" y="1971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9" name="pt19199"/>
            <p:cNvSpPr/>
            <p:nvPr/>
          </p:nvSpPr>
          <p:spPr>
            <a:xfrm>
              <a:off x="5496285" y="20704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0" name="pt19200"/>
            <p:cNvSpPr/>
            <p:nvPr/>
          </p:nvSpPr>
          <p:spPr>
            <a:xfrm>
              <a:off x="5526357" y="1945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1" name="pt19201"/>
            <p:cNvSpPr/>
            <p:nvPr/>
          </p:nvSpPr>
          <p:spPr>
            <a:xfrm>
              <a:off x="5612512" y="20122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2" name="pt19202"/>
            <p:cNvSpPr/>
            <p:nvPr/>
          </p:nvSpPr>
          <p:spPr>
            <a:xfrm>
              <a:off x="5476076" y="22834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3" name="pt19203"/>
            <p:cNvSpPr/>
            <p:nvPr/>
          </p:nvSpPr>
          <p:spPr>
            <a:xfrm>
              <a:off x="5621038" y="17780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4" name="pt19204"/>
            <p:cNvSpPr/>
            <p:nvPr/>
          </p:nvSpPr>
          <p:spPr>
            <a:xfrm>
              <a:off x="5228017" y="22220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5" name="pt19205"/>
            <p:cNvSpPr/>
            <p:nvPr/>
          </p:nvSpPr>
          <p:spPr>
            <a:xfrm>
              <a:off x="5555017" y="2055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6" name="pt19206"/>
            <p:cNvSpPr/>
            <p:nvPr/>
          </p:nvSpPr>
          <p:spPr>
            <a:xfrm>
              <a:off x="5700070" y="17834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7" name="pt19207"/>
            <p:cNvSpPr/>
            <p:nvPr/>
          </p:nvSpPr>
          <p:spPr>
            <a:xfrm>
              <a:off x="5311372" y="22611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8" name="pt19208"/>
            <p:cNvSpPr/>
            <p:nvPr/>
          </p:nvSpPr>
          <p:spPr>
            <a:xfrm>
              <a:off x="5056573" y="25952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9" name="pt19209"/>
            <p:cNvSpPr/>
            <p:nvPr/>
          </p:nvSpPr>
          <p:spPr>
            <a:xfrm>
              <a:off x="5343090" y="21197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0" name="pt19210"/>
            <p:cNvSpPr/>
            <p:nvPr/>
          </p:nvSpPr>
          <p:spPr>
            <a:xfrm>
              <a:off x="5129233" y="2132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1" name="pt19211"/>
            <p:cNvSpPr/>
            <p:nvPr/>
          </p:nvSpPr>
          <p:spPr>
            <a:xfrm>
              <a:off x="5076443" y="2303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2" name="pt19212"/>
            <p:cNvSpPr/>
            <p:nvPr/>
          </p:nvSpPr>
          <p:spPr>
            <a:xfrm>
              <a:off x="5280387" y="20698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3" name="pt19213"/>
            <p:cNvSpPr/>
            <p:nvPr/>
          </p:nvSpPr>
          <p:spPr>
            <a:xfrm>
              <a:off x="4989786" y="1734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4" name="pt19214"/>
            <p:cNvSpPr/>
            <p:nvPr/>
          </p:nvSpPr>
          <p:spPr>
            <a:xfrm>
              <a:off x="5409685" y="22710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5" name="pt19215"/>
            <p:cNvSpPr/>
            <p:nvPr/>
          </p:nvSpPr>
          <p:spPr>
            <a:xfrm>
              <a:off x="5170805" y="21440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6" name="pt19216"/>
            <p:cNvSpPr/>
            <p:nvPr/>
          </p:nvSpPr>
          <p:spPr>
            <a:xfrm>
              <a:off x="5902739" y="16609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7" name="pt19217"/>
            <p:cNvSpPr/>
            <p:nvPr/>
          </p:nvSpPr>
          <p:spPr>
            <a:xfrm>
              <a:off x="5144954" y="2122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8" name="pt19218"/>
            <p:cNvSpPr/>
            <p:nvPr/>
          </p:nvSpPr>
          <p:spPr>
            <a:xfrm>
              <a:off x="5561997" y="18756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9" name="pt19219"/>
            <p:cNvSpPr/>
            <p:nvPr/>
          </p:nvSpPr>
          <p:spPr>
            <a:xfrm>
              <a:off x="5399798" y="2144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0" name="pt19220"/>
            <p:cNvSpPr/>
            <p:nvPr/>
          </p:nvSpPr>
          <p:spPr>
            <a:xfrm>
              <a:off x="5615492" y="2104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1" name="pt19221"/>
            <p:cNvSpPr/>
            <p:nvPr/>
          </p:nvSpPr>
          <p:spPr>
            <a:xfrm>
              <a:off x="5539486" y="19229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2" name="pt19222"/>
            <p:cNvSpPr/>
            <p:nvPr/>
          </p:nvSpPr>
          <p:spPr>
            <a:xfrm>
              <a:off x="5084568" y="24665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3" name="pt19223"/>
            <p:cNvSpPr/>
            <p:nvPr/>
          </p:nvSpPr>
          <p:spPr>
            <a:xfrm>
              <a:off x="5582189" y="17117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4" name="pt19224"/>
            <p:cNvSpPr/>
            <p:nvPr/>
          </p:nvSpPr>
          <p:spPr>
            <a:xfrm>
              <a:off x="5389771" y="22800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5" name="pt19225"/>
            <p:cNvSpPr/>
            <p:nvPr/>
          </p:nvSpPr>
          <p:spPr>
            <a:xfrm>
              <a:off x="5276142" y="20669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6" name="pt19226"/>
            <p:cNvSpPr/>
            <p:nvPr/>
          </p:nvSpPr>
          <p:spPr>
            <a:xfrm>
              <a:off x="5240825" y="2123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7" name="pt19227"/>
            <p:cNvSpPr/>
            <p:nvPr/>
          </p:nvSpPr>
          <p:spPr>
            <a:xfrm>
              <a:off x="5758173" y="1663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8" name="pt19228"/>
            <p:cNvSpPr/>
            <p:nvPr/>
          </p:nvSpPr>
          <p:spPr>
            <a:xfrm>
              <a:off x="5002317" y="25933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9" name="pt19229"/>
            <p:cNvSpPr/>
            <p:nvPr/>
          </p:nvSpPr>
          <p:spPr>
            <a:xfrm>
              <a:off x="5237093" y="21663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0" name="pt19230"/>
            <p:cNvSpPr/>
            <p:nvPr/>
          </p:nvSpPr>
          <p:spPr>
            <a:xfrm>
              <a:off x="5178489" y="20640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1" name="pt19231"/>
            <p:cNvSpPr/>
            <p:nvPr/>
          </p:nvSpPr>
          <p:spPr>
            <a:xfrm>
              <a:off x="5495184" y="21178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2" name="pt19232"/>
            <p:cNvSpPr/>
            <p:nvPr/>
          </p:nvSpPr>
          <p:spPr>
            <a:xfrm>
              <a:off x="5335149" y="2160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3" name="pt19233"/>
            <p:cNvSpPr/>
            <p:nvPr/>
          </p:nvSpPr>
          <p:spPr>
            <a:xfrm>
              <a:off x="5604117" y="1585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4" name="pt19234"/>
            <p:cNvSpPr/>
            <p:nvPr/>
          </p:nvSpPr>
          <p:spPr>
            <a:xfrm>
              <a:off x="5271504" y="22587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5" name="pt19235"/>
            <p:cNvSpPr/>
            <p:nvPr/>
          </p:nvSpPr>
          <p:spPr>
            <a:xfrm>
              <a:off x="5365055" y="2068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6" name="pt19236"/>
            <p:cNvSpPr/>
            <p:nvPr/>
          </p:nvSpPr>
          <p:spPr>
            <a:xfrm>
              <a:off x="5337623" y="21389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7" name="pt19237"/>
            <p:cNvSpPr/>
            <p:nvPr/>
          </p:nvSpPr>
          <p:spPr>
            <a:xfrm>
              <a:off x="5255275" y="22302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8" name="pt19238"/>
            <p:cNvSpPr/>
            <p:nvPr/>
          </p:nvSpPr>
          <p:spPr>
            <a:xfrm>
              <a:off x="5538715" y="19644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9" name="pt19239"/>
            <p:cNvSpPr/>
            <p:nvPr/>
          </p:nvSpPr>
          <p:spPr>
            <a:xfrm>
              <a:off x="5329579" y="21499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0" name="pt19240"/>
            <p:cNvSpPr/>
            <p:nvPr/>
          </p:nvSpPr>
          <p:spPr>
            <a:xfrm>
              <a:off x="5020789" y="25594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1" name="pt19241"/>
            <p:cNvSpPr/>
            <p:nvPr/>
          </p:nvSpPr>
          <p:spPr>
            <a:xfrm>
              <a:off x="4748753" y="30085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2" name="pt19242"/>
            <p:cNvSpPr/>
            <p:nvPr/>
          </p:nvSpPr>
          <p:spPr>
            <a:xfrm>
              <a:off x="5333606" y="22398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3" name="pt19243"/>
            <p:cNvSpPr/>
            <p:nvPr/>
          </p:nvSpPr>
          <p:spPr>
            <a:xfrm>
              <a:off x="5627064" y="16535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4" name="pt19244"/>
            <p:cNvSpPr/>
            <p:nvPr/>
          </p:nvSpPr>
          <p:spPr>
            <a:xfrm>
              <a:off x="5076733" y="22484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5" name="pt19245"/>
            <p:cNvSpPr/>
            <p:nvPr/>
          </p:nvSpPr>
          <p:spPr>
            <a:xfrm>
              <a:off x="5399815" y="22047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6" name="pt19246"/>
            <p:cNvSpPr/>
            <p:nvPr/>
          </p:nvSpPr>
          <p:spPr>
            <a:xfrm>
              <a:off x="5377855" y="19614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7" name="pt19247"/>
            <p:cNvSpPr/>
            <p:nvPr/>
          </p:nvSpPr>
          <p:spPr>
            <a:xfrm>
              <a:off x="5331723" y="21678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8" name="pt19248"/>
            <p:cNvSpPr/>
            <p:nvPr/>
          </p:nvSpPr>
          <p:spPr>
            <a:xfrm>
              <a:off x="5261373" y="22189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9" name="pt19249"/>
            <p:cNvSpPr/>
            <p:nvPr/>
          </p:nvSpPr>
          <p:spPr>
            <a:xfrm>
              <a:off x="5063943" y="25195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0" name="pt19250"/>
            <p:cNvSpPr/>
            <p:nvPr/>
          </p:nvSpPr>
          <p:spPr>
            <a:xfrm>
              <a:off x="4894433" y="25586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1" name="pt19251"/>
            <p:cNvSpPr/>
            <p:nvPr/>
          </p:nvSpPr>
          <p:spPr>
            <a:xfrm>
              <a:off x="5307570" y="2233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2" name="pt19252"/>
            <p:cNvSpPr/>
            <p:nvPr/>
          </p:nvSpPr>
          <p:spPr>
            <a:xfrm>
              <a:off x="5590004" y="1740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3" name="pt19253"/>
            <p:cNvSpPr/>
            <p:nvPr/>
          </p:nvSpPr>
          <p:spPr>
            <a:xfrm>
              <a:off x="5107554" y="21681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4" name="pt19254"/>
            <p:cNvSpPr/>
            <p:nvPr/>
          </p:nvSpPr>
          <p:spPr>
            <a:xfrm>
              <a:off x="5433024" y="2036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5" name="pt19255"/>
            <p:cNvSpPr/>
            <p:nvPr/>
          </p:nvSpPr>
          <p:spPr>
            <a:xfrm>
              <a:off x="5242397" y="21343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6" name="pt19256"/>
            <p:cNvSpPr/>
            <p:nvPr/>
          </p:nvSpPr>
          <p:spPr>
            <a:xfrm>
              <a:off x="5096478" y="21823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7" name="pt19257"/>
            <p:cNvSpPr/>
            <p:nvPr/>
          </p:nvSpPr>
          <p:spPr>
            <a:xfrm>
              <a:off x="5414289" y="22213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8" name="pt19258"/>
            <p:cNvSpPr/>
            <p:nvPr/>
          </p:nvSpPr>
          <p:spPr>
            <a:xfrm>
              <a:off x="5302149" y="21568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9" name="pt19259"/>
            <p:cNvSpPr/>
            <p:nvPr/>
          </p:nvSpPr>
          <p:spPr>
            <a:xfrm>
              <a:off x="5382754" y="2072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0" name="pt19260"/>
            <p:cNvSpPr/>
            <p:nvPr/>
          </p:nvSpPr>
          <p:spPr>
            <a:xfrm>
              <a:off x="5002449" y="2508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1" name="pt19261"/>
            <p:cNvSpPr/>
            <p:nvPr/>
          </p:nvSpPr>
          <p:spPr>
            <a:xfrm>
              <a:off x="5347840" y="21102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2" name="pt19262"/>
            <p:cNvSpPr/>
            <p:nvPr/>
          </p:nvSpPr>
          <p:spPr>
            <a:xfrm>
              <a:off x="5230489" y="21352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3" name="pt19263"/>
            <p:cNvSpPr/>
            <p:nvPr/>
          </p:nvSpPr>
          <p:spPr>
            <a:xfrm>
              <a:off x="5521857" y="1813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4" name="pt19264"/>
            <p:cNvSpPr/>
            <p:nvPr/>
          </p:nvSpPr>
          <p:spPr>
            <a:xfrm>
              <a:off x="5266244" y="2203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5" name="pt19265"/>
            <p:cNvSpPr/>
            <p:nvPr/>
          </p:nvSpPr>
          <p:spPr>
            <a:xfrm>
              <a:off x="5013308" y="24423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6" name="pt19266"/>
            <p:cNvSpPr/>
            <p:nvPr/>
          </p:nvSpPr>
          <p:spPr>
            <a:xfrm>
              <a:off x="5005309" y="25726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7" name="pt19267"/>
            <p:cNvSpPr/>
            <p:nvPr/>
          </p:nvSpPr>
          <p:spPr>
            <a:xfrm>
              <a:off x="5348258" y="20179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8" name="pt19268"/>
            <p:cNvSpPr/>
            <p:nvPr/>
          </p:nvSpPr>
          <p:spPr>
            <a:xfrm>
              <a:off x="5003952" y="2460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9" name="pt19269"/>
            <p:cNvSpPr/>
            <p:nvPr/>
          </p:nvSpPr>
          <p:spPr>
            <a:xfrm>
              <a:off x="5573039" y="17632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0" name="pt19270"/>
            <p:cNvSpPr/>
            <p:nvPr/>
          </p:nvSpPr>
          <p:spPr>
            <a:xfrm>
              <a:off x="5442290" y="2183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1" name="pt19271"/>
            <p:cNvSpPr/>
            <p:nvPr/>
          </p:nvSpPr>
          <p:spPr>
            <a:xfrm>
              <a:off x="5481362" y="23160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2" name="pt19272"/>
            <p:cNvSpPr/>
            <p:nvPr/>
          </p:nvSpPr>
          <p:spPr>
            <a:xfrm>
              <a:off x="5544730" y="19613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3" name="pt19273"/>
            <p:cNvSpPr/>
            <p:nvPr/>
          </p:nvSpPr>
          <p:spPr>
            <a:xfrm>
              <a:off x="5473237" y="2207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4" name="pt19274"/>
            <p:cNvSpPr/>
            <p:nvPr/>
          </p:nvSpPr>
          <p:spPr>
            <a:xfrm>
              <a:off x="4931821" y="23694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5" name="pt19275"/>
            <p:cNvSpPr/>
            <p:nvPr/>
          </p:nvSpPr>
          <p:spPr>
            <a:xfrm>
              <a:off x="5209807" y="2139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6" name="pt19276"/>
            <p:cNvSpPr/>
            <p:nvPr/>
          </p:nvSpPr>
          <p:spPr>
            <a:xfrm>
              <a:off x="5059301" y="26155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7" name="pt19277"/>
            <p:cNvSpPr/>
            <p:nvPr/>
          </p:nvSpPr>
          <p:spPr>
            <a:xfrm>
              <a:off x="5637288" y="1731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8" name="pt19278"/>
            <p:cNvSpPr/>
            <p:nvPr/>
          </p:nvSpPr>
          <p:spPr>
            <a:xfrm>
              <a:off x="5180371" y="20672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9" name="pt19279"/>
            <p:cNvSpPr/>
            <p:nvPr/>
          </p:nvSpPr>
          <p:spPr>
            <a:xfrm>
              <a:off x="5227690" y="2177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0" name="pt19280"/>
            <p:cNvSpPr/>
            <p:nvPr/>
          </p:nvSpPr>
          <p:spPr>
            <a:xfrm>
              <a:off x="4986660" y="17370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1" name="pt19281"/>
            <p:cNvSpPr/>
            <p:nvPr/>
          </p:nvSpPr>
          <p:spPr>
            <a:xfrm>
              <a:off x="5305983" y="21767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2" name="pt19282"/>
            <p:cNvSpPr/>
            <p:nvPr/>
          </p:nvSpPr>
          <p:spPr>
            <a:xfrm>
              <a:off x="4829362" y="22748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3" name="pt19283"/>
            <p:cNvSpPr/>
            <p:nvPr/>
          </p:nvSpPr>
          <p:spPr>
            <a:xfrm>
              <a:off x="5435253" y="2087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4" name="pt19284"/>
            <p:cNvSpPr/>
            <p:nvPr/>
          </p:nvSpPr>
          <p:spPr>
            <a:xfrm>
              <a:off x="5653851" y="17895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5" name="pt19285"/>
            <p:cNvSpPr/>
            <p:nvPr/>
          </p:nvSpPr>
          <p:spPr>
            <a:xfrm>
              <a:off x="5245619" y="2158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6" name="pt19286"/>
            <p:cNvSpPr/>
            <p:nvPr/>
          </p:nvSpPr>
          <p:spPr>
            <a:xfrm>
              <a:off x="5697356" y="19255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7" name="pt19287"/>
            <p:cNvSpPr/>
            <p:nvPr/>
          </p:nvSpPr>
          <p:spPr>
            <a:xfrm>
              <a:off x="4986363" y="1630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8" name="pt19288"/>
            <p:cNvSpPr/>
            <p:nvPr/>
          </p:nvSpPr>
          <p:spPr>
            <a:xfrm>
              <a:off x="5696957" y="1862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9" name="pt19289"/>
            <p:cNvSpPr/>
            <p:nvPr/>
          </p:nvSpPr>
          <p:spPr>
            <a:xfrm>
              <a:off x="5091214" y="21523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0" name="pt19290"/>
            <p:cNvSpPr/>
            <p:nvPr/>
          </p:nvSpPr>
          <p:spPr>
            <a:xfrm>
              <a:off x="5513597" y="21602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1" name="pt19291"/>
            <p:cNvSpPr/>
            <p:nvPr/>
          </p:nvSpPr>
          <p:spPr>
            <a:xfrm>
              <a:off x="5374439" y="1972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2" name="pt19292"/>
            <p:cNvSpPr/>
            <p:nvPr/>
          </p:nvSpPr>
          <p:spPr>
            <a:xfrm>
              <a:off x="5675502" y="1949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3" name="pt19293"/>
            <p:cNvSpPr/>
            <p:nvPr/>
          </p:nvSpPr>
          <p:spPr>
            <a:xfrm>
              <a:off x="5447385" y="2275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4" name="pt19294"/>
            <p:cNvSpPr/>
            <p:nvPr/>
          </p:nvSpPr>
          <p:spPr>
            <a:xfrm>
              <a:off x="5156758" y="20333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5" name="pt19295"/>
            <p:cNvSpPr/>
            <p:nvPr/>
          </p:nvSpPr>
          <p:spPr>
            <a:xfrm>
              <a:off x="5612587" y="17471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6" name="pt19296"/>
            <p:cNvSpPr/>
            <p:nvPr/>
          </p:nvSpPr>
          <p:spPr>
            <a:xfrm>
              <a:off x="4731427" y="19805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7" name="pt19297"/>
            <p:cNvSpPr/>
            <p:nvPr/>
          </p:nvSpPr>
          <p:spPr>
            <a:xfrm>
              <a:off x="5033324" y="2567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8" name="pt19298"/>
            <p:cNvSpPr/>
            <p:nvPr/>
          </p:nvSpPr>
          <p:spPr>
            <a:xfrm>
              <a:off x="4966043" y="2479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9" name="pt19299"/>
            <p:cNvSpPr/>
            <p:nvPr/>
          </p:nvSpPr>
          <p:spPr>
            <a:xfrm>
              <a:off x="5121607" y="2106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0" name="pt19300"/>
            <p:cNvSpPr/>
            <p:nvPr/>
          </p:nvSpPr>
          <p:spPr>
            <a:xfrm>
              <a:off x="5068179" y="2395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1" name="pt19301"/>
            <p:cNvSpPr/>
            <p:nvPr/>
          </p:nvSpPr>
          <p:spPr>
            <a:xfrm>
              <a:off x="5472716" y="22343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2" name="pt19302"/>
            <p:cNvSpPr/>
            <p:nvPr/>
          </p:nvSpPr>
          <p:spPr>
            <a:xfrm>
              <a:off x="5235733" y="2175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3" name="pt19303"/>
            <p:cNvSpPr/>
            <p:nvPr/>
          </p:nvSpPr>
          <p:spPr>
            <a:xfrm>
              <a:off x="5754452" y="18414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4" name="pt19304"/>
            <p:cNvSpPr/>
            <p:nvPr/>
          </p:nvSpPr>
          <p:spPr>
            <a:xfrm>
              <a:off x="5230585" y="2194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5" name="pt19305"/>
            <p:cNvSpPr/>
            <p:nvPr/>
          </p:nvSpPr>
          <p:spPr>
            <a:xfrm>
              <a:off x="5249703" y="22083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6" name="pt19306"/>
            <p:cNvSpPr/>
            <p:nvPr/>
          </p:nvSpPr>
          <p:spPr>
            <a:xfrm>
              <a:off x="5726704" y="20198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7" name="pt19307"/>
            <p:cNvSpPr/>
            <p:nvPr/>
          </p:nvSpPr>
          <p:spPr>
            <a:xfrm>
              <a:off x="5333116" y="2256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8" name="pt19308"/>
            <p:cNvSpPr/>
            <p:nvPr/>
          </p:nvSpPr>
          <p:spPr>
            <a:xfrm>
              <a:off x="4550992" y="2548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9" name="pt19309"/>
            <p:cNvSpPr/>
            <p:nvPr/>
          </p:nvSpPr>
          <p:spPr>
            <a:xfrm>
              <a:off x="5387271" y="2111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0" name="pt19310"/>
            <p:cNvSpPr/>
            <p:nvPr/>
          </p:nvSpPr>
          <p:spPr>
            <a:xfrm>
              <a:off x="5538236" y="20557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1" name="pt19311"/>
            <p:cNvSpPr/>
            <p:nvPr/>
          </p:nvSpPr>
          <p:spPr>
            <a:xfrm>
              <a:off x="5396939" y="2078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2" name="pt19312"/>
            <p:cNvSpPr/>
            <p:nvPr/>
          </p:nvSpPr>
          <p:spPr>
            <a:xfrm>
              <a:off x="5400274" y="21352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3" name="pt19313"/>
            <p:cNvSpPr/>
            <p:nvPr/>
          </p:nvSpPr>
          <p:spPr>
            <a:xfrm>
              <a:off x="5427487" y="22735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4" name="pt19314"/>
            <p:cNvSpPr/>
            <p:nvPr/>
          </p:nvSpPr>
          <p:spPr>
            <a:xfrm>
              <a:off x="5323549" y="2315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5" name="pt19315"/>
            <p:cNvSpPr/>
            <p:nvPr/>
          </p:nvSpPr>
          <p:spPr>
            <a:xfrm>
              <a:off x="5005076" y="2381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6" name="pt19316"/>
            <p:cNvSpPr/>
            <p:nvPr/>
          </p:nvSpPr>
          <p:spPr>
            <a:xfrm>
              <a:off x="5052387" y="27780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7" name="pt19317"/>
            <p:cNvSpPr/>
            <p:nvPr/>
          </p:nvSpPr>
          <p:spPr>
            <a:xfrm>
              <a:off x="5359850" y="1991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8" name="pt19318"/>
            <p:cNvSpPr/>
            <p:nvPr/>
          </p:nvSpPr>
          <p:spPr>
            <a:xfrm>
              <a:off x="5220937" y="22384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9" name="pt19319"/>
            <p:cNvSpPr/>
            <p:nvPr/>
          </p:nvSpPr>
          <p:spPr>
            <a:xfrm>
              <a:off x="5060423" y="2558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0" name="pt19320"/>
            <p:cNvSpPr/>
            <p:nvPr/>
          </p:nvSpPr>
          <p:spPr>
            <a:xfrm>
              <a:off x="5400839" y="2175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1" name="pt19321"/>
            <p:cNvSpPr/>
            <p:nvPr/>
          </p:nvSpPr>
          <p:spPr>
            <a:xfrm>
              <a:off x="5168788" y="20975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2" name="pt19322"/>
            <p:cNvSpPr/>
            <p:nvPr/>
          </p:nvSpPr>
          <p:spPr>
            <a:xfrm>
              <a:off x="5479498" y="23184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3" name="pt19323"/>
            <p:cNvSpPr/>
            <p:nvPr/>
          </p:nvSpPr>
          <p:spPr>
            <a:xfrm>
              <a:off x="4971811" y="25974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4" name="pt19324"/>
            <p:cNvSpPr/>
            <p:nvPr/>
          </p:nvSpPr>
          <p:spPr>
            <a:xfrm>
              <a:off x="5110063" y="182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5" name="pt19325"/>
            <p:cNvSpPr/>
            <p:nvPr/>
          </p:nvSpPr>
          <p:spPr>
            <a:xfrm>
              <a:off x="5540766" y="1942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6" name="pt19326"/>
            <p:cNvSpPr/>
            <p:nvPr/>
          </p:nvSpPr>
          <p:spPr>
            <a:xfrm>
              <a:off x="5215562" y="2015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7" name="pt19327"/>
            <p:cNvSpPr/>
            <p:nvPr/>
          </p:nvSpPr>
          <p:spPr>
            <a:xfrm>
              <a:off x="5015576" y="2594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8" name="pt19328"/>
            <p:cNvSpPr/>
            <p:nvPr/>
          </p:nvSpPr>
          <p:spPr>
            <a:xfrm>
              <a:off x="4944012" y="2355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9" name="pt19329"/>
            <p:cNvSpPr/>
            <p:nvPr/>
          </p:nvSpPr>
          <p:spPr>
            <a:xfrm>
              <a:off x="4928318" y="2224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0" name="pt19330"/>
            <p:cNvSpPr/>
            <p:nvPr/>
          </p:nvSpPr>
          <p:spPr>
            <a:xfrm>
              <a:off x="5332508" y="21034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1" name="pt19331"/>
            <p:cNvSpPr/>
            <p:nvPr/>
          </p:nvSpPr>
          <p:spPr>
            <a:xfrm>
              <a:off x="4786323" y="2688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2" name="pt19332"/>
            <p:cNvSpPr/>
            <p:nvPr/>
          </p:nvSpPr>
          <p:spPr>
            <a:xfrm>
              <a:off x="5490522" y="18519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3" name="pt19333"/>
            <p:cNvSpPr/>
            <p:nvPr/>
          </p:nvSpPr>
          <p:spPr>
            <a:xfrm>
              <a:off x="5523112" y="1868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4" name="pt19334"/>
            <p:cNvSpPr/>
            <p:nvPr/>
          </p:nvSpPr>
          <p:spPr>
            <a:xfrm>
              <a:off x="5245366" y="2143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5" name="pt19335"/>
            <p:cNvSpPr/>
            <p:nvPr/>
          </p:nvSpPr>
          <p:spPr>
            <a:xfrm>
              <a:off x="4704042" y="2419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6" name="pt19336"/>
            <p:cNvSpPr/>
            <p:nvPr/>
          </p:nvSpPr>
          <p:spPr>
            <a:xfrm>
              <a:off x="5412764" y="22311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7" name="pt19337"/>
            <p:cNvSpPr/>
            <p:nvPr/>
          </p:nvSpPr>
          <p:spPr>
            <a:xfrm>
              <a:off x="5425599" y="2157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8" name="pt19338"/>
            <p:cNvSpPr/>
            <p:nvPr/>
          </p:nvSpPr>
          <p:spPr>
            <a:xfrm>
              <a:off x="5719990" y="16806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9" name="pt19339"/>
            <p:cNvSpPr/>
            <p:nvPr/>
          </p:nvSpPr>
          <p:spPr>
            <a:xfrm>
              <a:off x="4783851" y="24895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0" name="pt19340"/>
            <p:cNvSpPr/>
            <p:nvPr/>
          </p:nvSpPr>
          <p:spPr>
            <a:xfrm>
              <a:off x="5416693" y="22087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1" name="pt19341"/>
            <p:cNvSpPr/>
            <p:nvPr/>
          </p:nvSpPr>
          <p:spPr>
            <a:xfrm>
              <a:off x="4966803" y="24609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2" name="pt19342"/>
            <p:cNvSpPr/>
            <p:nvPr/>
          </p:nvSpPr>
          <p:spPr>
            <a:xfrm>
              <a:off x="5378464" y="1976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3" name="pt19343"/>
            <p:cNvSpPr/>
            <p:nvPr/>
          </p:nvSpPr>
          <p:spPr>
            <a:xfrm>
              <a:off x="5392137" y="21803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4" name="pt19344"/>
            <p:cNvSpPr/>
            <p:nvPr/>
          </p:nvSpPr>
          <p:spPr>
            <a:xfrm>
              <a:off x="5473623" y="22349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5" name="pt19345"/>
            <p:cNvSpPr/>
            <p:nvPr/>
          </p:nvSpPr>
          <p:spPr>
            <a:xfrm>
              <a:off x="5648901" y="17615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6" name="pt19346"/>
            <p:cNvSpPr/>
            <p:nvPr/>
          </p:nvSpPr>
          <p:spPr>
            <a:xfrm>
              <a:off x="5538205" y="20574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7" name="pt19347"/>
            <p:cNvSpPr/>
            <p:nvPr/>
          </p:nvSpPr>
          <p:spPr>
            <a:xfrm>
              <a:off x="5300159" y="2220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8" name="pt19348"/>
            <p:cNvSpPr/>
            <p:nvPr/>
          </p:nvSpPr>
          <p:spPr>
            <a:xfrm>
              <a:off x="4861969" y="27932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9" name="pt19349"/>
            <p:cNvSpPr/>
            <p:nvPr/>
          </p:nvSpPr>
          <p:spPr>
            <a:xfrm>
              <a:off x="5226414" y="21038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0" name="pt19350"/>
            <p:cNvSpPr/>
            <p:nvPr/>
          </p:nvSpPr>
          <p:spPr>
            <a:xfrm>
              <a:off x="5752330" y="1776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1" name="pt19351"/>
            <p:cNvSpPr/>
            <p:nvPr/>
          </p:nvSpPr>
          <p:spPr>
            <a:xfrm>
              <a:off x="5493012" y="2049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2" name="pt19352"/>
            <p:cNvSpPr/>
            <p:nvPr/>
          </p:nvSpPr>
          <p:spPr>
            <a:xfrm>
              <a:off x="5016285" y="2555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3" name="pt19353"/>
            <p:cNvSpPr/>
            <p:nvPr/>
          </p:nvSpPr>
          <p:spPr>
            <a:xfrm>
              <a:off x="5113213" y="23492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4" name="pt19354"/>
            <p:cNvSpPr/>
            <p:nvPr/>
          </p:nvSpPr>
          <p:spPr>
            <a:xfrm>
              <a:off x="5384779" y="20751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5" name="pt19355"/>
            <p:cNvSpPr/>
            <p:nvPr/>
          </p:nvSpPr>
          <p:spPr>
            <a:xfrm>
              <a:off x="5358305" y="20559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6" name="pt19356"/>
            <p:cNvSpPr/>
            <p:nvPr/>
          </p:nvSpPr>
          <p:spPr>
            <a:xfrm>
              <a:off x="5312087" y="2239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7" name="pt19357"/>
            <p:cNvSpPr/>
            <p:nvPr/>
          </p:nvSpPr>
          <p:spPr>
            <a:xfrm>
              <a:off x="4978371" y="2192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8" name="pt19358"/>
            <p:cNvSpPr/>
            <p:nvPr/>
          </p:nvSpPr>
          <p:spPr>
            <a:xfrm>
              <a:off x="5655515" y="18738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9" name="pt19359"/>
            <p:cNvSpPr/>
            <p:nvPr/>
          </p:nvSpPr>
          <p:spPr>
            <a:xfrm>
              <a:off x="5301380" y="21703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0" name="pt19360"/>
            <p:cNvSpPr/>
            <p:nvPr/>
          </p:nvSpPr>
          <p:spPr>
            <a:xfrm>
              <a:off x="5028790" y="2629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1" name="pt19361"/>
            <p:cNvSpPr/>
            <p:nvPr/>
          </p:nvSpPr>
          <p:spPr>
            <a:xfrm>
              <a:off x="5656178" y="18706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2" name="pt19362"/>
            <p:cNvSpPr/>
            <p:nvPr/>
          </p:nvSpPr>
          <p:spPr>
            <a:xfrm>
              <a:off x="5479141" y="21620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3" name="pt19363"/>
            <p:cNvSpPr/>
            <p:nvPr/>
          </p:nvSpPr>
          <p:spPr>
            <a:xfrm>
              <a:off x="5292873" y="22233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4" name="pt19364"/>
            <p:cNvSpPr/>
            <p:nvPr/>
          </p:nvSpPr>
          <p:spPr>
            <a:xfrm>
              <a:off x="5547167" y="19958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5" name="pt19365"/>
            <p:cNvSpPr/>
            <p:nvPr/>
          </p:nvSpPr>
          <p:spPr>
            <a:xfrm>
              <a:off x="5477740" y="22294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6" name="pt19366"/>
            <p:cNvSpPr/>
            <p:nvPr/>
          </p:nvSpPr>
          <p:spPr>
            <a:xfrm>
              <a:off x="5633146" y="17803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7" name="pt19367"/>
            <p:cNvSpPr/>
            <p:nvPr/>
          </p:nvSpPr>
          <p:spPr>
            <a:xfrm>
              <a:off x="5142820" y="2099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8" name="pt19368"/>
            <p:cNvSpPr/>
            <p:nvPr/>
          </p:nvSpPr>
          <p:spPr>
            <a:xfrm>
              <a:off x="5092492" y="2125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9" name="pt19369"/>
            <p:cNvSpPr/>
            <p:nvPr/>
          </p:nvSpPr>
          <p:spPr>
            <a:xfrm>
              <a:off x="5227685" y="2218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0" name="pt19370"/>
            <p:cNvSpPr/>
            <p:nvPr/>
          </p:nvSpPr>
          <p:spPr>
            <a:xfrm>
              <a:off x="5557390" y="2071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1" name="pt19371"/>
            <p:cNvSpPr/>
            <p:nvPr/>
          </p:nvSpPr>
          <p:spPr>
            <a:xfrm>
              <a:off x="5006333" y="23888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2" name="pt19372"/>
            <p:cNvSpPr/>
            <p:nvPr/>
          </p:nvSpPr>
          <p:spPr>
            <a:xfrm>
              <a:off x="4922606" y="19655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3" name="pt19373"/>
            <p:cNvSpPr/>
            <p:nvPr/>
          </p:nvSpPr>
          <p:spPr>
            <a:xfrm>
              <a:off x="5269241" y="22802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4" name="pt19374"/>
            <p:cNvSpPr/>
            <p:nvPr/>
          </p:nvSpPr>
          <p:spPr>
            <a:xfrm>
              <a:off x="5376728" y="20100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5" name="pt19375"/>
            <p:cNvSpPr/>
            <p:nvPr/>
          </p:nvSpPr>
          <p:spPr>
            <a:xfrm>
              <a:off x="4816645" y="1694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6" name="pt19376"/>
            <p:cNvSpPr/>
            <p:nvPr/>
          </p:nvSpPr>
          <p:spPr>
            <a:xfrm>
              <a:off x="5251835" y="22217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7" name="pt19377"/>
            <p:cNvSpPr/>
            <p:nvPr/>
          </p:nvSpPr>
          <p:spPr>
            <a:xfrm>
              <a:off x="5208041" y="21263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8" name="pt19378"/>
            <p:cNvSpPr/>
            <p:nvPr/>
          </p:nvSpPr>
          <p:spPr>
            <a:xfrm>
              <a:off x="5302610" y="2137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9" name="pt19379"/>
            <p:cNvSpPr/>
            <p:nvPr/>
          </p:nvSpPr>
          <p:spPr>
            <a:xfrm>
              <a:off x="5589046" y="16561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0" name="pt19380"/>
            <p:cNvSpPr/>
            <p:nvPr/>
          </p:nvSpPr>
          <p:spPr>
            <a:xfrm>
              <a:off x="5700712" y="16943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1" name="pt19381"/>
            <p:cNvSpPr/>
            <p:nvPr/>
          </p:nvSpPr>
          <p:spPr>
            <a:xfrm>
              <a:off x="5255666" y="2264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2" name="pt19382"/>
            <p:cNvSpPr/>
            <p:nvPr/>
          </p:nvSpPr>
          <p:spPr>
            <a:xfrm>
              <a:off x="5441619" y="2271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3" name="pt19383"/>
            <p:cNvSpPr/>
            <p:nvPr/>
          </p:nvSpPr>
          <p:spPr>
            <a:xfrm>
              <a:off x="5484779" y="2176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4" name="pt19384"/>
            <p:cNvSpPr/>
            <p:nvPr/>
          </p:nvSpPr>
          <p:spPr>
            <a:xfrm>
              <a:off x="5093441" y="2212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5" name="pt19385"/>
            <p:cNvSpPr/>
            <p:nvPr/>
          </p:nvSpPr>
          <p:spPr>
            <a:xfrm>
              <a:off x="5297242" y="22208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6" name="pt19386"/>
            <p:cNvSpPr/>
            <p:nvPr/>
          </p:nvSpPr>
          <p:spPr>
            <a:xfrm>
              <a:off x="5754071" y="1755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7" name="pt19387"/>
            <p:cNvSpPr/>
            <p:nvPr/>
          </p:nvSpPr>
          <p:spPr>
            <a:xfrm>
              <a:off x="5509166" y="20407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8" name="pt19388"/>
            <p:cNvSpPr/>
            <p:nvPr/>
          </p:nvSpPr>
          <p:spPr>
            <a:xfrm>
              <a:off x="5411753" y="21703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9" name="pt19389"/>
            <p:cNvSpPr/>
            <p:nvPr/>
          </p:nvSpPr>
          <p:spPr>
            <a:xfrm>
              <a:off x="5200370" y="21046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0" name="pt19390"/>
            <p:cNvSpPr/>
            <p:nvPr/>
          </p:nvSpPr>
          <p:spPr>
            <a:xfrm>
              <a:off x="5262015" y="2215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1" name="pt19391"/>
            <p:cNvSpPr/>
            <p:nvPr/>
          </p:nvSpPr>
          <p:spPr>
            <a:xfrm>
              <a:off x="5269578" y="22394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2" name="pt19392"/>
            <p:cNvSpPr/>
            <p:nvPr/>
          </p:nvSpPr>
          <p:spPr>
            <a:xfrm>
              <a:off x="5021166" y="2587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3" name="pt19393"/>
            <p:cNvSpPr/>
            <p:nvPr/>
          </p:nvSpPr>
          <p:spPr>
            <a:xfrm>
              <a:off x="4851881" y="23276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4" name="pt19394"/>
            <p:cNvSpPr/>
            <p:nvPr/>
          </p:nvSpPr>
          <p:spPr>
            <a:xfrm>
              <a:off x="5336979" y="2156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5" name="pt19395"/>
            <p:cNvSpPr/>
            <p:nvPr/>
          </p:nvSpPr>
          <p:spPr>
            <a:xfrm>
              <a:off x="5002754" y="2537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6" name="pt19396"/>
            <p:cNvSpPr/>
            <p:nvPr/>
          </p:nvSpPr>
          <p:spPr>
            <a:xfrm>
              <a:off x="5637252" y="16483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7" name="pt19397"/>
            <p:cNvSpPr/>
            <p:nvPr/>
          </p:nvSpPr>
          <p:spPr>
            <a:xfrm>
              <a:off x="4934936" y="2146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8" name="pt19398"/>
            <p:cNvSpPr/>
            <p:nvPr/>
          </p:nvSpPr>
          <p:spPr>
            <a:xfrm>
              <a:off x="5273879" y="1993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9" name="pt19399"/>
            <p:cNvSpPr/>
            <p:nvPr/>
          </p:nvSpPr>
          <p:spPr>
            <a:xfrm>
              <a:off x="5206992" y="21952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0" name="pt19400"/>
            <p:cNvSpPr/>
            <p:nvPr/>
          </p:nvSpPr>
          <p:spPr>
            <a:xfrm>
              <a:off x="5772439" y="1692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1" name="pt19401"/>
            <p:cNvSpPr/>
            <p:nvPr/>
          </p:nvSpPr>
          <p:spPr>
            <a:xfrm>
              <a:off x="5499145" y="20024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2" name="pt19402"/>
            <p:cNvSpPr/>
            <p:nvPr/>
          </p:nvSpPr>
          <p:spPr>
            <a:xfrm>
              <a:off x="5457372" y="2239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3" name="pt19403"/>
            <p:cNvSpPr/>
            <p:nvPr/>
          </p:nvSpPr>
          <p:spPr>
            <a:xfrm>
              <a:off x="5449381" y="2202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4" name="pt19404"/>
            <p:cNvSpPr/>
            <p:nvPr/>
          </p:nvSpPr>
          <p:spPr>
            <a:xfrm>
              <a:off x="5306937" y="2253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5" name="pt19405"/>
            <p:cNvSpPr/>
            <p:nvPr/>
          </p:nvSpPr>
          <p:spPr>
            <a:xfrm>
              <a:off x="5064056" y="2501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6" name="pt19406"/>
            <p:cNvSpPr/>
            <p:nvPr/>
          </p:nvSpPr>
          <p:spPr>
            <a:xfrm>
              <a:off x="4916853" y="21014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7" name="pt19407"/>
            <p:cNvSpPr/>
            <p:nvPr/>
          </p:nvSpPr>
          <p:spPr>
            <a:xfrm>
              <a:off x="5601804" y="1837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8" name="pt19408"/>
            <p:cNvSpPr/>
            <p:nvPr/>
          </p:nvSpPr>
          <p:spPr>
            <a:xfrm>
              <a:off x="4980360" y="17291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9" name="pt19409"/>
            <p:cNvSpPr/>
            <p:nvPr/>
          </p:nvSpPr>
          <p:spPr>
            <a:xfrm>
              <a:off x="5717566" y="18918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0" name="pt19410"/>
            <p:cNvSpPr/>
            <p:nvPr/>
          </p:nvSpPr>
          <p:spPr>
            <a:xfrm>
              <a:off x="5330112" y="2181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1" name="pt19411"/>
            <p:cNvSpPr/>
            <p:nvPr/>
          </p:nvSpPr>
          <p:spPr>
            <a:xfrm>
              <a:off x="5395262" y="2237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2" name="pt19412"/>
            <p:cNvSpPr/>
            <p:nvPr/>
          </p:nvSpPr>
          <p:spPr>
            <a:xfrm>
              <a:off x="5463519" y="2124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3" name="pt19413"/>
            <p:cNvSpPr/>
            <p:nvPr/>
          </p:nvSpPr>
          <p:spPr>
            <a:xfrm>
              <a:off x="5341888" y="220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4" name="pt19414"/>
            <p:cNvSpPr/>
            <p:nvPr/>
          </p:nvSpPr>
          <p:spPr>
            <a:xfrm>
              <a:off x="5613889" y="1973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5" name="pt19415"/>
            <p:cNvSpPr/>
            <p:nvPr/>
          </p:nvSpPr>
          <p:spPr>
            <a:xfrm>
              <a:off x="5547650" y="1987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6" name="pt19416"/>
            <p:cNvSpPr/>
            <p:nvPr/>
          </p:nvSpPr>
          <p:spPr>
            <a:xfrm>
              <a:off x="5366127" y="1888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7" name="pt19417"/>
            <p:cNvSpPr/>
            <p:nvPr/>
          </p:nvSpPr>
          <p:spPr>
            <a:xfrm>
              <a:off x="5301008" y="22310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8" name="pt19418"/>
            <p:cNvSpPr/>
            <p:nvPr/>
          </p:nvSpPr>
          <p:spPr>
            <a:xfrm>
              <a:off x="5111748" y="2091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9" name="pt19419"/>
            <p:cNvSpPr/>
            <p:nvPr/>
          </p:nvSpPr>
          <p:spPr>
            <a:xfrm>
              <a:off x="5869603" y="18924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0" name="pt19420"/>
            <p:cNvSpPr/>
            <p:nvPr/>
          </p:nvSpPr>
          <p:spPr>
            <a:xfrm>
              <a:off x="4909220" y="2374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1" name="pt19421"/>
            <p:cNvSpPr/>
            <p:nvPr/>
          </p:nvSpPr>
          <p:spPr>
            <a:xfrm>
              <a:off x="5123964" y="1842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2" name="pt19422"/>
            <p:cNvSpPr/>
            <p:nvPr/>
          </p:nvSpPr>
          <p:spPr>
            <a:xfrm>
              <a:off x="5831907" y="20045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3" name="pt19423"/>
            <p:cNvSpPr/>
            <p:nvPr/>
          </p:nvSpPr>
          <p:spPr>
            <a:xfrm>
              <a:off x="5542164" y="2095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4" name="pt19424"/>
            <p:cNvSpPr/>
            <p:nvPr/>
          </p:nvSpPr>
          <p:spPr>
            <a:xfrm>
              <a:off x="5215103" y="23405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5" name="pt19425"/>
            <p:cNvSpPr/>
            <p:nvPr/>
          </p:nvSpPr>
          <p:spPr>
            <a:xfrm>
              <a:off x="5033718" y="2816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6" name="pt19426"/>
            <p:cNvSpPr/>
            <p:nvPr/>
          </p:nvSpPr>
          <p:spPr>
            <a:xfrm>
              <a:off x="5641130" y="18250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7" name="pt19427"/>
            <p:cNvSpPr/>
            <p:nvPr/>
          </p:nvSpPr>
          <p:spPr>
            <a:xfrm>
              <a:off x="5475314" y="22064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8" name="pt19428"/>
            <p:cNvSpPr/>
            <p:nvPr/>
          </p:nvSpPr>
          <p:spPr>
            <a:xfrm>
              <a:off x="4893801" y="23536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9" name="pt19429"/>
            <p:cNvSpPr/>
            <p:nvPr/>
          </p:nvSpPr>
          <p:spPr>
            <a:xfrm>
              <a:off x="5412241" y="2133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0" name="pt19430"/>
            <p:cNvSpPr/>
            <p:nvPr/>
          </p:nvSpPr>
          <p:spPr>
            <a:xfrm>
              <a:off x="5338528" y="21618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1" name="pt19431"/>
            <p:cNvSpPr/>
            <p:nvPr/>
          </p:nvSpPr>
          <p:spPr>
            <a:xfrm>
              <a:off x="4982212" y="1996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2" name="pt19432"/>
            <p:cNvSpPr/>
            <p:nvPr/>
          </p:nvSpPr>
          <p:spPr>
            <a:xfrm>
              <a:off x="5173463" y="21244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3" name="pt19433"/>
            <p:cNvSpPr/>
            <p:nvPr/>
          </p:nvSpPr>
          <p:spPr>
            <a:xfrm>
              <a:off x="5631022" y="17837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4" name="pt19434"/>
            <p:cNvSpPr/>
            <p:nvPr/>
          </p:nvSpPr>
          <p:spPr>
            <a:xfrm>
              <a:off x="5263602" y="22908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5" name="pt19435"/>
            <p:cNvSpPr/>
            <p:nvPr/>
          </p:nvSpPr>
          <p:spPr>
            <a:xfrm>
              <a:off x="5222000" y="21841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6" name="pt19436"/>
            <p:cNvSpPr/>
            <p:nvPr/>
          </p:nvSpPr>
          <p:spPr>
            <a:xfrm>
              <a:off x="5640544" y="1970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7" name="pt19437"/>
            <p:cNvSpPr/>
            <p:nvPr/>
          </p:nvSpPr>
          <p:spPr>
            <a:xfrm>
              <a:off x="5360483" y="19061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8" name="pt19438"/>
            <p:cNvSpPr/>
            <p:nvPr/>
          </p:nvSpPr>
          <p:spPr>
            <a:xfrm>
              <a:off x="5300053" y="22047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9" name="pt19439"/>
            <p:cNvSpPr/>
            <p:nvPr/>
          </p:nvSpPr>
          <p:spPr>
            <a:xfrm>
              <a:off x="5323202" y="21835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0" name="pt19440"/>
            <p:cNvSpPr/>
            <p:nvPr/>
          </p:nvSpPr>
          <p:spPr>
            <a:xfrm>
              <a:off x="5377814" y="1935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1" name="pt19441"/>
            <p:cNvSpPr/>
            <p:nvPr/>
          </p:nvSpPr>
          <p:spPr>
            <a:xfrm>
              <a:off x="5009471" y="26598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2" name="pt19442"/>
            <p:cNvSpPr/>
            <p:nvPr/>
          </p:nvSpPr>
          <p:spPr>
            <a:xfrm>
              <a:off x="5357933" y="18037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3" name="pt19443"/>
            <p:cNvSpPr/>
            <p:nvPr/>
          </p:nvSpPr>
          <p:spPr>
            <a:xfrm>
              <a:off x="5518811" y="20538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4" name="pt19444"/>
            <p:cNvSpPr/>
            <p:nvPr/>
          </p:nvSpPr>
          <p:spPr>
            <a:xfrm>
              <a:off x="5328593" y="20831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5" name="pt19445"/>
            <p:cNvSpPr/>
            <p:nvPr/>
          </p:nvSpPr>
          <p:spPr>
            <a:xfrm>
              <a:off x="5505121" y="1957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6" name="pt19446"/>
            <p:cNvSpPr/>
            <p:nvPr/>
          </p:nvSpPr>
          <p:spPr>
            <a:xfrm>
              <a:off x="5178021" y="2117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7" name="pt19447"/>
            <p:cNvSpPr/>
            <p:nvPr/>
          </p:nvSpPr>
          <p:spPr>
            <a:xfrm>
              <a:off x="4946735" y="21409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8" name="pt19448"/>
            <p:cNvSpPr/>
            <p:nvPr/>
          </p:nvSpPr>
          <p:spPr>
            <a:xfrm>
              <a:off x="4903851" y="2418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9" name="pt19449"/>
            <p:cNvSpPr/>
            <p:nvPr/>
          </p:nvSpPr>
          <p:spPr>
            <a:xfrm>
              <a:off x="5263286" y="2134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0" name="pt19450"/>
            <p:cNvSpPr/>
            <p:nvPr/>
          </p:nvSpPr>
          <p:spPr>
            <a:xfrm>
              <a:off x="5005579" y="25467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1" name="pt19451"/>
            <p:cNvSpPr/>
            <p:nvPr/>
          </p:nvSpPr>
          <p:spPr>
            <a:xfrm>
              <a:off x="5273713" y="20411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2" name="pt19452"/>
            <p:cNvSpPr/>
            <p:nvPr/>
          </p:nvSpPr>
          <p:spPr>
            <a:xfrm>
              <a:off x="5294364" y="21056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3" name="pt19453"/>
            <p:cNvSpPr/>
            <p:nvPr/>
          </p:nvSpPr>
          <p:spPr>
            <a:xfrm>
              <a:off x="5444249" y="2175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4" name="pt19454"/>
            <p:cNvSpPr/>
            <p:nvPr/>
          </p:nvSpPr>
          <p:spPr>
            <a:xfrm>
              <a:off x="5303414" y="2182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5" name="pt19455"/>
            <p:cNvSpPr/>
            <p:nvPr/>
          </p:nvSpPr>
          <p:spPr>
            <a:xfrm>
              <a:off x="5383686" y="2033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6" name="pt19456"/>
            <p:cNvSpPr/>
            <p:nvPr/>
          </p:nvSpPr>
          <p:spPr>
            <a:xfrm>
              <a:off x="4960620" y="2468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7" name="pt19457"/>
            <p:cNvSpPr/>
            <p:nvPr/>
          </p:nvSpPr>
          <p:spPr>
            <a:xfrm>
              <a:off x="5167711" y="2232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8" name="pt19458"/>
            <p:cNvSpPr/>
            <p:nvPr/>
          </p:nvSpPr>
          <p:spPr>
            <a:xfrm>
              <a:off x="5429851" y="20779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9" name="pt19459"/>
            <p:cNvSpPr/>
            <p:nvPr/>
          </p:nvSpPr>
          <p:spPr>
            <a:xfrm>
              <a:off x="5350750" y="20235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0" name="pt19460"/>
            <p:cNvSpPr/>
            <p:nvPr/>
          </p:nvSpPr>
          <p:spPr>
            <a:xfrm>
              <a:off x="5283378" y="20674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1" name="pt19461"/>
            <p:cNvSpPr/>
            <p:nvPr/>
          </p:nvSpPr>
          <p:spPr>
            <a:xfrm>
              <a:off x="5697220" y="19584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2" name="pt19462"/>
            <p:cNvSpPr/>
            <p:nvPr/>
          </p:nvSpPr>
          <p:spPr>
            <a:xfrm>
              <a:off x="5542794" y="19738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3" name="pt19463"/>
            <p:cNvSpPr/>
            <p:nvPr/>
          </p:nvSpPr>
          <p:spPr>
            <a:xfrm>
              <a:off x="5285875" y="21087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4" name="pt19464"/>
            <p:cNvSpPr/>
            <p:nvPr/>
          </p:nvSpPr>
          <p:spPr>
            <a:xfrm>
              <a:off x="5631282" y="1970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5" name="pt19465"/>
            <p:cNvSpPr/>
            <p:nvPr/>
          </p:nvSpPr>
          <p:spPr>
            <a:xfrm>
              <a:off x="5108438" y="21539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6" name="pt19466"/>
            <p:cNvSpPr/>
            <p:nvPr/>
          </p:nvSpPr>
          <p:spPr>
            <a:xfrm>
              <a:off x="5204216" y="2157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7" name="pt19467"/>
            <p:cNvSpPr/>
            <p:nvPr/>
          </p:nvSpPr>
          <p:spPr>
            <a:xfrm>
              <a:off x="5320856" y="23062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8" name="pt19468"/>
            <p:cNvSpPr/>
            <p:nvPr/>
          </p:nvSpPr>
          <p:spPr>
            <a:xfrm>
              <a:off x="4764476" y="28496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9" name="pt19469"/>
            <p:cNvSpPr/>
            <p:nvPr/>
          </p:nvSpPr>
          <p:spPr>
            <a:xfrm>
              <a:off x="5460990" y="22296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0" name="pt19470"/>
            <p:cNvSpPr/>
            <p:nvPr/>
          </p:nvSpPr>
          <p:spPr>
            <a:xfrm>
              <a:off x="5302273" y="2160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1" name="pt19471"/>
            <p:cNvSpPr/>
            <p:nvPr/>
          </p:nvSpPr>
          <p:spPr>
            <a:xfrm>
              <a:off x="5343619" y="20645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2" name="pt19472"/>
            <p:cNvSpPr/>
            <p:nvPr/>
          </p:nvSpPr>
          <p:spPr>
            <a:xfrm>
              <a:off x="5377477" y="20700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3" name="pt19473"/>
            <p:cNvSpPr/>
            <p:nvPr/>
          </p:nvSpPr>
          <p:spPr>
            <a:xfrm>
              <a:off x="5536486" y="2027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4" name="pt19474"/>
            <p:cNvSpPr/>
            <p:nvPr/>
          </p:nvSpPr>
          <p:spPr>
            <a:xfrm>
              <a:off x="5267962" y="22470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5" name="pt19475"/>
            <p:cNvSpPr/>
            <p:nvPr/>
          </p:nvSpPr>
          <p:spPr>
            <a:xfrm>
              <a:off x="5228262" y="2219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6" name="pt19476"/>
            <p:cNvSpPr/>
            <p:nvPr/>
          </p:nvSpPr>
          <p:spPr>
            <a:xfrm>
              <a:off x="5763158" y="20763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7" name="pt19477"/>
            <p:cNvSpPr/>
            <p:nvPr/>
          </p:nvSpPr>
          <p:spPr>
            <a:xfrm>
              <a:off x="4839419" y="23332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8" name="pt19478"/>
            <p:cNvSpPr/>
            <p:nvPr/>
          </p:nvSpPr>
          <p:spPr>
            <a:xfrm>
              <a:off x="5720781" y="1983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9" name="pt19479"/>
            <p:cNvSpPr/>
            <p:nvPr/>
          </p:nvSpPr>
          <p:spPr>
            <a:xfrm>
              <a:off x="5706497" y="18437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0" name="pt19480"/>
            <p:cNvSpPr/>
            <p:nvPr/>
          </p:nvSpPr>
          <p:spPr>
            <a:xfrm>
              <a:off x="5595431" y="19888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1" name="pt19481"/>
            <p:cNvSpPr/>
            <p:nvPr/>
          </p:nvSpPr>
          <p:spPr>
            <a:xfrm>
              <a:off x="5199217" y="19722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2" name="pt19482"/>
            <p:cNvSpPr/>
            <p:nvPr/>
          </p:nvSpPr>
          <p:spPr>
            <a:xfrm>
              <a:off x="5178933" y="21671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3" name="pt19483"/>
            <p:cNvSpPr/>
            <p:nvPr/>
          </p:nvSpPr>
          <p:spPr>
            <a:xfrm>
              <a:off x="5273988" y="20359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4" name="pt19484"/>
            <p:cNvSpPr/>
            <p:nvPr/>
          </p:nvSpPr>
          <p:spPr>
            <a:xfrm>
              <a:off x="5055664" y="26847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5" name="pt19485"/>
            <p:cNvSpPr/>
            <p:nvPr/>
          </p:nvSpPr>
          <p:spPr>
            <a:xfrm>
              <a:off x="5163534" y="2171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6" name="pt19486"/>
            <p:cNvSpPr/>
            <p:nvPr/>
          </p:nvSpPr>
          <p:spPr>
            <a:xfrm>
              <a:off x="4977674" y="24704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7" name="pt19487"/>
            <p:cNvSpPr/>
            <p:nvPr/>
          </p:nvSpPr>
          <p:spPr>
            <a:xfrm>
              <a:off x="5456741" y="21403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8" name="pt19488"/>
            <p:cNvSpPr/>
            <p:nvPr/>
          </p:nvSpPr>
          <p:spPr>
            <a:xfrm>
              <a:off x="5224189" y="2162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9" name="pt19489"/>
            <p:cNvSpPr/>
            <p:nvPr/>
          </p:nvSpPr>
          <p:spPr>
            <a:xfrm>
              <a:off x="5122421" y="1880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0" name="pt19490"/>
            <p:cNvSpPr/>
            <p:nvPr/>
          </p:nvSpPr>
          <p:spPr>
            <a:xfrm>
              <a:off x="5396150" y="21464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1" name="pt19491"/>
            <p:cNvSpPr/>
            <p:nvPr/>
          </p:nvSpPr>
          <p:spPr>
            <a:xfrm>
              <a:off x="5129080" y="21235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2" name="pt19492"/>
            <p:cNvSpPr/>
            <p:nvPr/>
          </p:nvSpPr>
          <p:spPr>
            <a:xfrm>
              <a:off x="5117545" y="22685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3" name="pt19493"/>
            <p:cNvSpPr/>
            <p:nvPr/>
          </p:nvSpPr>
          <p:spPr>
            <a:xfrm>
              <a:off x="5484467" y="2202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4" name="pt19494"/>
            <p:cNvSpPr/>
            <p:nvPr/>
          </p:nvSpPr>
          <p:spPr>
            <a:xfrm>
              <a:off x="5134623" y="1791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5" name="pt19495"/>
            <p:cNvSpPr/>
            <p:nvPr/>
          </p:nvSpPr>
          <p:spPr>
            <a:xfrm>
              <a:off x="5454770" y="2198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6" name="pt19496"/>
            <p:cNvSpPr/>
            <p:nvPr/>
          </p:nvSpPr>
          <p:spPr>
            <a:xfrm>
              <a:off x="5165130" y="21983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7" name="pt19497"/>
            <p:cNvSpPr/>
            <p:nvPr/>
          </p:nvSpPr>
          <p:spPr>
            <a:xfrm>
              <a:off x="5167620" y="21304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8" name="pt19498"/>
            <p:cNvSpPr/>
            <p:nvPr/>
          </p:nvSpPr>
          <p:spPr>
            <a:xfrm>
              <a:off x="5487613" y="22122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9" name="pt19499"/>
            <p:cNvSpPr/>
            <p:nvPr/>
          </p:nvSpPr>
          <p:spPr>
            <a:xfrm>
              <a:off x="5551957" y="2006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0" name="pt19500"/>
            <p:cNvSpPr/>
            <p:nvPr/>
          </p:nvSpPr>
          <p:spPr>
            <a:xfrm>
              <a:off x="5337208" y="21840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1" name="pt19501"/>
            <p:cNvSpPr/>
            <p:nvPr/>
          </p:nvSpPr>
          <p:spPr>
            <a:xfrm>
              <a:off x="5587391" y="1815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2" name="pt19502"/>
            <p:cNvSpPr/>
            <p:nvPr/>
          </p:nvSpPr>
          <p:spPr>
            <a:xfrm>
              <a:off x="5578490" y="1651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3" name="pt19503"/>
            <p:cNvSpPr/>
            <p:nvPr/>
          </p:nvSpPr>
          <p:spPr>
            <a:xfrm>
              <a:off x="5977162" y="1698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4" name="pt19504"/>
            <p:cNvSpPr/>
            <p:nvPr/>
          </p:nvSpPr>
          <p:spPr>
            <a:xfrm>
              <a:off x="5037122" y="28075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5" name="pt19505"/>
            <p:cNvSpPr/>
            <p:nvPr/>
          </p:nvSpPr>
          <p:spPr>
            <a:xfrm>
              <a:off x="5574364" y="16851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6" name="pt19506"/>
            <p:cNvSpPr/>
            <p:nvPr/>
          </p:nvSpPr>
          <p:spPr>
            <a:xfrm>
              <a:off x="5360585" y="20783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7" name="pt19507"/>
            <p:cNvSpPr/>
            <p:nvPr/>
          </p:nvSpPr>
          <p:spPr>
            <a:xfrm>
              <a:off x="5432696" y="19980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8" name="pt19508"/>
            <p:cNvSpPr/>
            <p:nvPr/>
          </p:nvSpPr>
          <p:spPr>
            <a:xfrm>
              <a:off x="5492297" y="19321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9" name="pt19509"/>
            <p:cNvSpPr/>
            <p:nvPr/>
          </p:nvSpPr>
          <p:spPr>
            <a:xfrm>
              <a:off x="5218988" y="21453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0" name="pt19510"/>
            <p:cNvSpPr/>
            <p:nvPr/>
          </p:nvSpPr>
          <p:spPr>
            <a:xfrm>
              <a:off x="5679004" y="18895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1" name="pt19511"/>
            <p:cNvSpPr/>
            <p:nvPr/>
          </p:nvSpPr>
          <p:spPr>
            <a:xfrm>
              <a:off x="5113182" y="2150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2" name="pt19512"/>
            <p:cNvSpPr/>
            <p:nvPr/>
          </p:nvSpPr>
          <p:spPr>
            <a:xfrm>
              <a:off x="4886929" y="2772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3" name="pt19513"/>
            <p:cNvSpPr/>
            <p:nvPr/>
          </p:nvSpPr>
          <p:spPr>
            <a:xfrm>
              <a:off x="4905574" y="2501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4" name="pt19514"/>
            <p:cNvSpPr/>
            <p:nvPr/>
          </p:nvSpPr>
          <p:spPr>
            <a:xfrm>
              <a:off x="5372502" y="2010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5" name="pt19515"/>
            <p:cNvSpPr/>
            <p:nvPr/>
          </p:nvSpPr>
          <p:spPr>
            <a:xfrm>
              <a:off x="5477679" y="21762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6" name="pt19516"/>
            <p:cNvSpPr/>
            <p:nvPr/>
          </p:nvSpPr>
          <p:spPr>
            <a:xfrm>
              <a:off x="5532213" y="2028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7" name="pt19517"/>
            <p:cNvSpPr/>
            <p:nvPr/>
          </p:nvSpPr>
          <p:spPr>
            <a:xfrm>
              <a:off x="5428796" y="22555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8" name="pt19518"/>
            <p:cNvSpPr/>
            <p:nvPr/>
          </p:nvSpPr>
          <p:spPr>
            <a:xfrm>
              <a:off x="5386923" y="19903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9" name="pt19519"/>
            <p:cNvSpPr/>
            <p:nvPr/>
          </p:nvSpPr>
          <p:spPr>
            <a:xfrm>
              <a:off x="5060510" y="25662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0" name="pt19520"/>
            <p:cNvSpPr/>
            <p:nvPr/>
          </p:nvSpPr>
          <p:spPr>
            <a:xfrm>
              <a:off x="5031273" y="26000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1" name="pt19521"/>
            <p:cNvSpPr/>
            <p:nvPr/>
          </p:nvSpPr>
          <p:spPr>
            <a:xfrm>
              <a:off x="4986538" y="18031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2" name="pt19522"/>
            <p:cNvSpPr/>
            <p:nvPr/>
          </p:nvSpPr>
          <p:spPr>
            <a:xfrm>
              <a:off x="5264071" y="22677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3" name="pt19523"/>
            <p:cNvSpPr/>
            <p:nvPr/>
          </p:nvSpPr>
          <p:spPr>
            <a:xfrm>
              <a:off x="5428984" y="21686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4" name="pt19524"/>
            <p:cNvSpPr/>
            <p:nvPr/>
          </p:nvSpPr>
          <p:spPr>
            <a:xfrm>
              <a:off x="4657483" y="25798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5" name="pt19525"/>
            <p:cNvSpPr/>
            <p:nvPr/>
          </p:nvSpPr>
          <p:spPr>
            <a:xfrm>
              <a:off x="5660193" y="19050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6" name="pt19526"/>
            <p:cNvSpPr/>
            <p:nvPr/>
          </p:nvSpPr>
          <p:spPr>
            <a:xfrm>
              <a:off x="5428641" y="21057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7" name="pt19527"/>
            <p:cNvSpPr/>
            <p:nvPr/>
          </p:nvSpPr>
          <p:spPr>
            <a:xfrm>
              <a:off x="5421017" y="2109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8" name="pt19528"/>
            <p:cNvSpPr/>
            <p:nvPr/>
          </p:nvSpPr>
          <p:spPr>
            <a:xfrm>
              <a:off x="4805137" y="19783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9" name="pt19529"/>
            <p:cNvSpPr/>
            <p:nvPr/>
          </p:nvSpPr>
          <p:spPr>
            <a:xfrm>
              <a:off x="5145518" y="21554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0" name="pt19530"/>
            <p:cNvSpPr/>
            <p:nvPr/>
          </p:nvSpPr>
          <p:spPr>
            <a:xfrm>
              <a:off x="5555504" y="21601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1" name="pt19531"/>
            <p:cNvSpPr/>
            <p:nvPr/>
          </p:nvSpPr>
          <p:spPr>
            <a:xfrm>
              <a:off x="5595615" y="18460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2" name="pt19532"/>
            <p:cNvSpPr/>
            <p:nvPr/>
          </p:nvSpPr>
          <p:spPr>
            <a:xfrm>
              <a:off x="5328534" y="20939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3" name="pt19533"/>
            <p:cNvSpPr/>
            <p:nvPr/>
          </p:nvSpPr>
          <p:spPr>
            <a:xfrm>
              <a:off x="5483089" y="22337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4" name="pt19534"/>
            <p:cNvSpPr/>
            <p:nvPr/>
          </p:nvSpPr>
          <p:spPr>
            <a:xfrm>
              <a:off x="4831079" y="2251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5" name="pt19535"/>
            <p:cNvSpPr/>
            <p:nvPr/>
          </p:nvSpPr>
          <p:spPr>
            <a:xfrm>
              <a:off x="4937771" y="2126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6" name="pt19536"/>
            <p:cNvSpPr/>
            <p:nvPr/>
          </p:nvSpPr>
          <p:spPr>
            <a:xfrm>
              <a:off x="5328020" y="21537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7" name="pt19537"/>
            <p:cNvSpPr/>
            <p:nvPr/>
          </p:nvSpPr>
          <p:spPr>
            <a:xfrm>
              <a:off x="5261195" y="22139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8" name="pt19538"/>
            <p:cNvSpPr/>
            <p:nvPr/>
          </p:nvSpPr>
          <p:spPr>
            <a:xfrm>
              <a:off x="5460840" y="21975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9" name="pt19539"/>
            <p:cNvSpPr/>
            <p:nvPr/>
          </p:nvSpPr>
          <p:spPr>
            <a:xfrm>
              <a:off x="5309839" y="209240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0" name="pt19540"/>
            <p:cNvSpPr/>
            <p:nvPr/>
          </p:nvSpPr>
          <p:spPr>
            <a:xfrm>
              <a:off x="5630340" y="17818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1" name="pt19541"/>
            <p:cNvSpPr/>
            <p:nvPr/>
          </p:nvSpPr>
          <p:spPr>
            <a:xfrm>
              <a:off x="5220493" y="2220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2" name="pt19542"/>
            <p:cNvSpPr/>
            <p:nvPr/>
          </p:nvSpPr>
          <p:spPr>
            <a:xfrm>
              <a:off x="5436100" y="2245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3" name="pt19543"/>
            <p:cNvSpPr/>
            <p:nvPr/>
          </p:nvSpPr>
          <p:spPr>
            <a:xfrm>
              <a:off x="5622071" y="19286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4" name="pt19544"/>
            <p:cNvSpPr/>
            <p:nvPr/>
          </p:nvSpPr>
          <p:spPr>
            <a:xfrm>
              <a:off x="5169388" y="220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5" name="pt19545"/>
            <p:cNvSpPr/>
            <p:nvPr/>
          </p:nvSpPr>
          <p:spPr>
            <a:xfrm>
              <a:off x="5853638" y="12882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6" name="pt19546"/>
            <p:cNvSpPr/>
            <p:nvPr/>
          </p:nvSpPr>
          <p:spPr>
            <a:xfrm>
              <a:off x="4923361" y="22985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7" name="pt19547"/>
            <p:cNvSpPr/>
            <p:nvPr/>
          </p:nvSpPr>
          <p:spPr>
            <a:xfrm>
              <a:off x="4675532" y="257694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8" name="pt19548"/>
            <p:cNvSpPr/>
            <p:nvPr/>
          </p:nvSpPr>
          <p:spPr>
            <a:xfrm>
              <a:off x="5642423" y="184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9" name="pt19549"/>
            <p:cNvSpPr/>
            <p:nvPr/>
          </p:nvSpPr>
          <p:spPr>
            <a:xfrm>
              <a:off x="4953277" y="23955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0" name="pt19550"/>
            <p:cNvSpPr/>
            <p:nvPr/>
          </p:nvSpPr>
          <p:spPr>
            <a:xfrm>
              <a:off x="5120627" y="228692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1" name="pt19551"/>
            <p:cNvSpPr/>
            <p:nvPr/>
          </p:nvSpPr>
          <p:spPr>
            <a:xfrm>
              <a:off x="5717200" y="1699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2" name="pt19552"/>
            <p:cNvSpPr/>
            <p:nvPr/>
          </p:nvSpPr>
          <p:spPr>
            <a:xfrm>
              <a:off x="4817216" y="18056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3" name="pt19553"/>
            <p:cNvSpPr/>
            <p:nvPr/>
          </p:nvSpPr>
          <p:spPr>
            <a:xfrm>
              <a:off x="5040256" y="26577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4" name="pt19554"/>
            <p:cNvSpPr/>
            <p:nvPr/>
          </p:nvSpPr>
          <p:spPr>
            <a:xfrm>
              <a:off x="5139074" y="20629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5" name="pt19555"/>
            <p:cNvSpPr/>
            <p:nvPr/>
          </p:nvSpPr>
          <p:spPr>
            <a:xfrm>
              <a:off x="5236313" y="22046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6" name="pt19556"/>
            <p:cNvSpPr/>
            <p:nvPr/>
          </p:nvSpPr>
          <p:spPr>
            <a:xfrm>
              <a:off x="5368963" y="19316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7" name="pt19557"/>
            <p:cNvSpPr/>
            <p:nvPr/>
          </p:nvSpPr>
          <p:spPr>
            <a:xfrm>
              <a:off x="5497684" y="19368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8" name="pt19558"/>
            <p:cNvSpPr/>
            <p:nvPr/>
          </p:nvSpPr>
          <p:spPr>
            <a:xfrm>
              <a:off x="4737210" y="24420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9" name="pt19559"/>
            <p:cNvSpPr/>
            <p:nvPr/>
          </p:nvSpPr>
          <p:spPr>
            <a:xfrm>
              <a:off x="5259113" y="22363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0" name="pt19560"/>
            <p:cNvSpPr/>
            <p:nvPr/>
          </p:nvSpPr>
          <p:spPr>
            <a:xfrm>
              <a:off x="5619117" y="1939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1" name="pt19561"/>
            <p:cNvSpPr/>
            <p:nvPr/>
          </p:nvSpPr>
          <p:spPr>
            <a:xfrm>
              <a:off x="5153481" y="21728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2" name="pt19562"/>
            <p:cNvSpPr/>
            <p:nvPr/>
          </p:nvSpPr>
          <p:spPr>
            <a:xfrm>
              <a:off x="5120001" y="21819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3" name="pt19563"/>
            <p:cNvSpPr/>
            <p:nvPr/>
          </p:nvSpPr>
          <p:spPr>
            <a:xfrm>
              <a:off x="5653360" y="17707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4" name="pt19564"/>
            <p:cNvSpPr/>
            <p:nvPr/>
          </p:nvSpPr>
          <p:spPr>
            <a:xfrm>
              <a:off x="5129699" y="20792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5" name="pt19565"/>
            <p:cNvSpPr/>
            <p:nvPr/>
          </p:nvSpPr>
          <p:spPr>
            <a:xfrm>
              <a:off x="4830050" y="17766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6" name="pt19566"/>
            <p:cNvSpPr/>
            <p:nvPr/>
          </p:nvSpPr>
          <p:spPr>
            <a:xfrm>
              <a:off x="4975169" y="22128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7" name="pt19567"/>
            <p:cNvSpPr/>
            <p:nvPr/>
          </p:nvSpPr>
          <p:spPr>
            <a:xfrm>
              <a:off x="5085114" y="2394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8" name="pt19568"/>
            <p:cNvSpPr/>
            <p:nvPr/>
          </p:nvSpPr>
          <p:spPr>
            <a:xfrm>
              <a:off x="5788959" y="16801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9" name="pt19569"/>
            <p:cNvSpPr/>
            <p:nvPr/>
          </p:nvSpPr>
          <p:spPr>
            <a:xfrm>
              <a:off x="5624008" y="18693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0" name="pt19570"/>
            <p:cNvSpPr/>
            <p:nvPr/>
          </p:nvSpPr>
          <p:spPr>
            <a:xfrm>
              <a:off x="5686828" y="211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1" name="pt19571"/>
            <p:cNvSpPr/>
            <p:nvPr/>
          </p:nvSpPr>
          <p:spPr>
            <a:xfrm>
              <a:off x="5394854" y="2203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2" name="pt19572"/>
            <p:cNvSpPr/>
            <p:nvPr/>
          </p:nvSpPr>
          <p:spPr>
            <a:xfrm>
              <a:off x="5444072" y="20714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3" name="pt19573"/>
            <p:cNvSpPr/>
            <p:nvPr/>
          </p:nvSpPr>
          <p:spPr>
            <a:xfrm>
              <a:off x="5624926" y="1710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4" name="pt19574"/>
            <p:cNvSpPr/>
            <p:nvPr/>
          </p:nvSpPr>
          <p:spPr>
            <a:xfrm>
              <a:off x="5176180" y="2194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5" name="pt19575"/>
            <p:cNvSpPr/>
            <p:nvPr/>
          </p:nvSpPr>
          <p:spPr>
            <a:xfrm>
              <a:off x="5244637" y="21917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6" name="pt19576"/>
            <p:cNvSpPr/>
            <p:nvPr/>
          </p:nvSpPr>
          <p:spPr>
            <a:xfrm>
              <a:off x="5325684" y="21522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7" name="pt19577"/>
            <p:cNvSpPr/>
            <p:nvPr/>
          </p:nvSpPr>
          <p:spPr>
            <a:xfrm>
              <a:off x="5362134" y="2033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8" name="pt19578"/>
            <p:cNvSpPr/>
            <p:nvPr/>
          </p:nvSpPr>
          <p:spPr>
            <a:xfrm>
              <a:off x="5419157" y="2170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9" name="pt19579"/>
            <p:cNvSpPr/>
            <p:nvPr/>
          </p:nvSpPr>
          <p:spPr>
            <a:xfrm>
              <a:off x="5106450" y="2098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0" name="pt19580"/>
            <p:cNvSpPr/>
            <p:nvPr/>
          </p:nvSpPr>
          <p:spPr>
            <a:xfrm>
              <a:off x="5673800" y="2097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1" name="pt19581"/>
            <p:cNvSpPr/>
            <p:nvPr/>
          </p:nvSpPr>
          <p:spPr>
            <a:xfrm>
              <a:off x="5100800" y="22123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2" name="pt19582"/>
            <p:cNvSpPr/>
            <p:nvPr/>
          </p:nvSpPr>
          <p:spPr>
            <a:xfrm>
              <a:off x="5458525" y="2128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3" name="pt19583"/>
            <p:cNvSpPr/>
            <p:nvPr/>
          </p:nvSpPr>
          <p:spPr>
            <a:xfrm>
              <a:off x="5226322" y="21119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4" name="pt19584"/>
            <p:cNvSpPr/>
            <p:nvPr/>
          </p:nvSpPr>
          <p:spPr>
            <a:xfrm>
              <a:off x="5010148" y="27128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5" name="pt19585"/>
            <p:cNvSpPr/>
            <p:nvPr/>
          </p:nvSpPr>
          <p:spPr>
            <a:xfrm>
              <a:off x="5337535" y="2066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6" name="pt19586"/>
            <p:cNvSpPr/>
            <p:nvPr/>
          </p:nvSpPr>
          <p:spPr>
            <a:xfrm>
              <a:off x="5604040" y="18613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7" name="pt19587"/>
            <p:cNvSpPr/>
            <p:nvPr/>
          </p:nvSpPr>
          <p:spPr>
            <a:xfrm>
              <a:off x="5465481" y="2156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8" name="pt19588"/>
            <p:cNvSpPr/>
            <p:nvPr/>
          </p:nvSpPr>
          <p:spPr>
            <a:xfrm>
              <a:off x="4937636" y="22728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9" name="pt19589"/>
            <p:cNvSpPr/>
            <p:nvPr/>
          </p:nvSpPr>
          <p:spPr>
            <a:xfrm>
              <a:off x="5251229" y="22493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0" name="pt19590"/>
            <p:cNvSpPr/>
            <p:nvPr/>
          </p:nvSpPr>
          <p:spPr>
            <a:xfrm>
              <a:off x="5169173" y="22100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1" name="pt19591"/>
            <p:cNvSpPr/>
            <p:nvPr/>
          </p:nvSpPr>
          <p:spPr>
            <a:xfrm>
              <a:off x="5344612" y="2098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2" name="pt19592"/>
            <p:cNvSpPr/>
            <p:nvPr/>
          </p:nvSpPr>
          <p:spPr>
            <a:xfrm>
              <a:off x="5430015" y="21128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3" name="pt19593"/>
            <p:cNvSpPr/>
            <p:nvPr/>
          </p:nvSpPr>
          <p:spPr>
            <a:xfrm>
              <a:off x="5328202" y="22188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4" name="pt19594"/>
            <p:cNvSpPr/>
            <p:nvPr/>
          </p:nvSpPr>
          <p:spPr>
            <a:xfrm>
              <a:off x="5633761" y="19102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5" name="pt19595"/>
            <p:cNvSpPr/>
            <p:nvPr/>
          </p:nvSpPr>
          <p:spPr>
            <a:xfrm>
              <a:off x="5019304" y="264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6" name="pt19596"/>
            <p:cNvSpPr/>
            <p:nvPr/>
          </p:nvSpPr>
          <p:spPr>
            <a:xfrm>
              <a:off x="5195444" y="2038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7" name="pt19597"/>
            <p:cNvSpPr/>
            <p:nvPr/>
          </p:nvSpPr>
          <p:spPr>
            <a:xfrm>
              <a:off x="5055024" y="29163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8" name="pt19598"/>
            <p:cNvSpPr/>
            <p:nvPr/>
          </p:nvSpPr>
          <p:spPr>
            <a:xfrm>
              <a:off x="5160733" y="21736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9" name="pt19599"/>
            <p:cNvSpPr/>
            <p:nvPr/>
          </p:nvSpPr>
          <p:spPr>
            <a:xfrm>
              <a:off x="5236668" y="2177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0" name="pt19600"/>
            <p:cNvSpPr/>
            <p:nvPr/>
          </p:nvSpPr>
          <p:spPr>
            <a:xfrm>
              <a:off x="5078576" y="236381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1" name="pt19601"/>
            <p:cNvSpPr/>
            <p:nvPr/>
          </p:nvSpPr>
          <p:spPr>
            <a:xfrm>
              <a:off x="4552479" y="26924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2" name="pt19602"/>
            <p:cNvSpPr/>
            <p:nvPr/>
          </p:nvSpPr>
          <p:spPr>
            <a:xfrm>
              <a:off x="5121551" y="20492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3" name="pt19603"/>
            <p:cNvSpPr/>
            <p:nvPr/>
          </p:nvSpPr>
          <p:spPr>
            <a:xfrm>
              <a:off x="4908981" y="2402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4" name="pt19604"/>
            <p:cNvSpPr/>
            <p:nvPr/>
          </p:nvSpPr>
          <p:spPr>
            <a:xfrm>
              <a:off x="5145984" y="2101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5" name="pt19605"/>
            <p:cNvSpPr/>
            <p:nvPr/>
          </p:nvSpPr>
          <p:spPr>
            <a:xfrm>
              <a:off x="5156405" y="21357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6" name="pt19606"/>
            <p:cNvSpPr/>
            <p:nvPr/>
          </p:nvSpPr>
          <p:spPr>
            <a:xfrm>
              <a:off x="5651777" y="18736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7" name="pt19607"/>
            <p:cNvSpPr/>
            <p:nvPr/>
          </p:nvSpPr>
          <p:spPr>
            <a:xfrm>
              <a:off x="5786151" y="20493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8" name="pt19608"/>
            <p:cNvSpPr/>
            <p:nvPr/>
          </p:nvSpPr>
          <p:spPr>
            <a:xfrm>
              <a:off x="5211358" y="21343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9" name="pt19609"/>
            <p:cNvSpPr/>
            <p:nvPr/>
          </p:nvSpPr>
          <p:spPr>
            <a:xfrm>
              <a:off x="5307385" y="21626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0" name="pt19610"/>
            <p:cNvSpPr/>
            <p:nvPr/>
          </p:nvSpPr>
          <p:spPr>
            <a:xfrm>
              <a:off x="5322211" y="22593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1" name="pt19611"/>
            <p:cNvSpPr/>
            <p:nvPr/>
          </p:nvSpPr>
          <p:spPr>
            <a:xfrm>
              <a:off x="5233183" y="21477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2" name="pt19612"/>
            <p:cNvSpPr/>
            <p:nvPr/>
          </p:nvSpPr>
          <p:spPr>
            <a:xfrm>
              <a:off x="4651061" y="25691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3" name="pt19613"/>
            <p:cNvSpPr/>
            <p:nvPr/>
          </p:nvSpPr>
          <p:spPr>
            <a:xfrm>
              <a:off x="5181845" y="21389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4" name="pt19614"/>
            <p:cNvSpPr/>
            <p:nvPr/>
          </p:nvSpPr>
          <p:spPr>
            <a:xfrm>
              <a:off x="5012414" y="24390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5" name="pt19615"/>
            <p:cNvSpPr/>
            <p:nvPr/>
          </p:nvSpPr>
          <p:spPr>
            <a:xfrm>
              <a:off x="5296656" y="21489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6" name="pt19616"/>
            <p:cNvSpPr/>
            <p:nvPr/>
          </p:nvSpPr>
          <p:spPr>
            <a:xfrm>
              <a:off x="5428169" y="23449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7" name="pt19617"/>
            <p:cNvSpPr/>
            <p:nvPr/>
          </p:nvSpPr>
          <p:spPr>
            <a:xfrm>
              <a:off x="5538553" y="20035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8" name="pt19618"/>
            <p:cNvSpPr/>
            <p:nvPr/>
          </p:nvSpPr>
          <p:spPr>
            <a:xfrm>
              <a:off x="5244214" y="2161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9" name="pt19619"/>
            <p:cNvSpPr/>
            <p:nvPr/>
          </p:nvSpPr>
          <p:spPr>
            <a:xfrm>
              <a:off x="5654040" y="1925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0" name="pt19620"/>
            <p:cNvSpPr/>
            <p:nvPr/>
          </p:nvSpPr>
          <p:spPr>
            <a:xfrm>
              <a:off x="5266907" y="2315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1" name="pt19621"/>
            <p:cNvSpPr/>
            <p:nvPr/>
          </p:nvSpPr>
          <p:spPr>
            <a:xfrm>
              <a:off x="5279152" y="20584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2" name="pt19622"/>
            <p:cNvSpPr/>
            <p:nvPr/>
          </p:nvSpPr>
          <p:spPr>
            <a:xfrm>
              <a:off x="5070185" y="22631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3" name="pt19623"/>
            <p:cNvSpPr/>
            <p:nvPr/>
          </p:nvSpPr>
          <p:spPr>
            <a:xfrm>
              <a:off x="5220683" y="2181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4" name="pt19624"/>
            <p:cNvSpPr/>
            <p:nvPr/>
          </p:nvSpPr>
          <p:spPr>
            <a:xfrm>
              <a:off x="5363148" y="19724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5" name="pt19625"/>
            <p:cNvSpPr/>
            <p:nvPr/>
          </p:nvSpPr>
          <p:spPr>
            <a:xfrm>
              <a:off x="4854376" y="27787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6" name="pt19626"/>
            <p:cNvSpPr/>
            <p:nvPr/>
          </p:nvSpPr>
          <p:spPr>
            <a:xfrm>
              <a:off x="4976024" y="2296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7" name="pt19627"/>
            <p:cNvSpPr/>
            <p:nvPr/>
          </p:nvSpPr>
          <p:spPr>
            <a:xfrm>
              <a:off x="5328861" y="21101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8" name="pt19628"/>
            <p:cNvSpPr/>
            <p:nvPr/>
          </p:nvSpPr>
          <p:spPr>
            <a:xfrm>
              <a:off x="5398112" y="216441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9" name="pt19629"/>
            <p:cNvSpPr/>
            <p:nvPr/>
          </p:nvSpPr>
          <p:spPr>
            <a:xfrm>
              <a:off x="4785066" y="26776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0" name="pt19630"/>
            <p:cNvSpPr/>
            <p:nvPr/>
          </p:nvSpPr>
          <p:spPr>
            <a:xfrm>
              <a:off x="5078880" y="23939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1" name="pt19631"/>
            <p:cNvSpPr/>
            <p:nvPr/>
          </p:nvSpPr>
          <p:spPr>
            <a:xfrm>
              <a:off x="5565612" y="1792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2" name="pt19632"/>
            <p:cNvSpPr/>
            <p:nvPr/>
          </p:nvSpPr>
          <p:spPr>
            <a:xfrm>
              <a:off x="5717147" y="1812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3" name="pt19633"/>
            <p:cNvSpPr/>
            <p:nvPr/>
          </p:nvSpPr>
          <p:spPr>
            <a:xfrm>
              <a:off x="5304028" y="21565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4" name="pt19634"/>
            <p:cNvSpPr/>
            <p:nvPr/>
          </p:nvSpPr>
          <p:spPr>
            <a:xfrm>
              <a:off x="5395145" y="20985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5" name="pt19635"/>
            <p:cNvSpPr/>
            <p:nvPr/>
          </p:nvSpPr>
          <p:spPr>
            <a:xfrm>
              <a:off x="5356617" y="20213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6" name="pt19636"/>
            <p:cNvSpPr/>
            <p:nvPr/>
          </p:nvSpPr>
          <p:spPr>
            <a:xfrm>
              <a:off x="5151644" y="2154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7" name="pt19637"/>
            <p:cNvSpPr/>
            <p:nvPr/>
          </p:nvSpPr>
          <p:spPr>
            <a:xfrm>
              <a:off x="5250998" y="22072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8" name="pt19638"/>
            <p:cNvSpPr/>
            <p:nvPr/>
          </p:nvSpPr>
          <p:spPr>
            <a:xfrm>
              <a:off x="5347744" y="21352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9" name="pt19639"/>
            <p:cNvSpPr/>
            <p:nvPr/>
          </p:nvSpPr>
          <p:spPr>
            <a:xfrm>
              <a:off x="4623099" y="2573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0" name="pt19640"/>
            <p:cNvSpPr/>
            <p:nvPr/>
          </p:nvSpPr>
          <p:spPr>
            <a:xfrm>
              <a:off x="5038480" y="26797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1" name="pt19641"/>
            <p:cNvSpPr/>
            <p:nvPr/>
          </p:nvSpPr>
          <p:spPr>
            <a:xfrm>
              <a:off x="5220675" y="21261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2" name="pt19642"/>
            <p:cNvSpPr/>
            <p:nvPr/>
          </p:nvSpPr>
          <p:spPr>
            <a:xfrm>
              <a:off x="4976576" y="21973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3" name="pt19643"/>
            <p:cNvSpPr/>
            <p:nvPr/>
          </p:nvSpPr>
          <p:spPr>
            <a:xfrm>
              <a:off x="4952231" y="24134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4" name="pt19644"/>
            <p:cNvSpPr/>
            <p:nvPr/>
          </p:nvSpPr>
          <p:spPr>
            <a:xfrm>
              <a:off x="5215986" y="20991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5" name="pt19645"/>
            <p:cNvSpPr/>
            <p:nvPr/>
          </p:nvSpPr>
          <p:spPr>
            <a:xfrm>
              <a:off x="5507005" y="19363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6" name="pt19646"/>
            <p:cNvSpPr/>
            <p:nvPr/>
          </p:nvSpPr>
          <p:spPr>
            <a:xfrm>
              <a:off x="5451350" y="21387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7" name="pt19647"/>
            <p:cNvSpPr/>
            <p:nvPr/>
          </p:nvSpPr>
          <p:spPr>
            <a:xfrm>
              <a:off x="5262682" y="20433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8" name="pt19648"/>
            <p:cNvSpPr/>
            <p:nvPr/>
          </p:nvSpPr>
          <p:spPr>
            <a:xfrm>
              <a:off x="5068878" y="25141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9" name="pt19649"/>
            <p:cNvSpPr/>
            <p:nvPr/>
          </p:nvSpPr>
          <p:spPr>
            <a:xfrm>
              <a:off x="4732329" y="23685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0" name="pt19650"/>
            <p:cNvSpPr/>
            <p:nvPr/>
          </p:nvSpPr>
          <p:spPr>
            <a:xfrm>
              <a:off x="5177049" y="21669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1" name="pt19651"/>
            <p:cNvSpPr/>
            <p:nvPr/>
          </p:nvSpPr>
          <p:spPr>
            <a:xfrm>
              <a:off x="5237382" y="21553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2" name="pt19652"/>
            <p:cNvSpPr/>
            <p:nvPr/>
          </p:nvSpPr>
          <p:spPr>
            <a:xfrm>
              <a:off x="5279847" y="21160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3" name="pt19653"/>
            <p:cNvSpPr/>
            <p:nvPr/>
          </p:nvSpPr>
          <p:spPr>
            <a:xfrm>
              <a:off x="5634797" y="16660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4" name="pt19654"/>
            <p:cNvSpPr/>
            <p:nvPr/>
          </p:nvSpPr>
          <p:spPr>
            <a:xfrm>
              <a:off x="5430238" y="21566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5" name="pt19655"/>
            <p:cNvSpPr/>
            <p:nvPr/>
          </p:nvSpPr>
          <p:spPr>
            <a:xfrm>
              <a:off x="5115768" y="2083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6" name="pt19656"/>
            <p:cNvSpPr/>
            <p:nvPr/>
          </p:nvSpPr>
          <p:spPr>
            <a:xfrm>
              <a:off x="5350325" y="19697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7" name="pt19657"/>
            <p:cNvSpPr/>
            <p:nvPr/>
          </p:nvSpPr>
          <p:spPr>
            <a:xfrm>
              <a:off x="5206029" y="21733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8" name="pt19658"/>
            <p:cNvSpPr/>
            <p:nvPr/>
          </p:nvSpPr>
          <p:spPr>
            <a:xfrm>
              <a:off x="5380072" y="2020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9" name="pt19659"/>
            <p:cNvSpPr/>
            <p:nvPr/>
          </p:nvSpPr>
          <p:spPr>
            <a:xfrm>
              <a:off x="5674753" y="19549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0" name="pt19660"/>
            <p:cNvSpPr/>
            <p:nvPr/>
          </p:nvSpPr>
          <p:spPr>
            <a:xfrm>
              <a:off x="5397465" y="22503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1" name="pt19661"/>
            <p:cNvSpPr/>
            <p:nvPr/>
          </p:nvSpPr>
          <p:spPr>
            <a:xfrm>
              <a:off x="5216703" y="21576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2" name="pt19662"/>
            <p:cNvSpPr/>
            <p:nvPr/>
          </p:nvSpPr>
          <p:spPr>
            <a:xfrm>
              <a:off x="5417769" y="203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3" name="pt19663"/>
            <p:cNvSpPr/>
            <p:nvPr/>
          </p:nvSpPr>
          <p:spPr>
            <a:xfrm>
              <a:off x="5343528" y="21210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4" name="pt19664"/>
            <p:cNvSpPr/>
            <p:nvPr/>
          </p:nvSpPr>
          <p:spPr>
            <a:xfrm>
              <a:off x="5428600" y="22816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5" name="pt19665"/>
            <p:cNvSpPr/>
            <p:nvPr/>
          </p:nvSpPr>
          <p:spPr>
            <a:xfrm>
              <a:off x="5501803" y="193418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6" name="pt19666"/>
            <p:cNvSpPr/>
            <p:nvPr/>
          </p:nvSpPr>
          <p:spPr>
            <a:xfrm>
              <a:off x="5296651" y="21108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7" name="pt19667"/>
            <p:cNvSpPr/>
            <p:nvPr/>
          </p:nvSpPr>
          <p:spPr>
            <a:xfrm>
              <a:off x="5679065" y="19814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8" name="pt19668"/>
            <p:cNvSpPr/>
            <p:nvPr/>
          </p:nvSpPr>
          <p:spPr>
            <a:xfrm>
              <a:off x="4966576" y="23640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9" name="pt19669"/>
            <p:cNvSpPr/>
            <p:nvPr/>
          </p:nvSpPr>
          <p:spPr>
            <a:xfrm>
              <a:off x="5495833" y="20315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0" name="pt19670"/>
            <p:cNvSpPr/>
            <p:nvPr/>
          </p:nvSpPr>
          <p:spPr>
            <a:xfrm>
              <a:off x="5651123" y="1708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1" name="pt19671"/>
            <p:cNvSpPr/>
            <p:nvPr/>
          </p:nvSpPr>
          <p:spPr>
            <a:xfrm>
              <a:off x="5252207" y="20709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2" name="pt19672"/>
            <p:cNvSpPr/>
            <p:nvPr/>
          </p:nvSpPr>
          <p:spPr>
            <a:xfrm>
              <a:off x="5169440" y="21747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3" name="pt19673"/>
            <p:cNvSpPr/>
            <p:nvPr/>
          </p:nvSpPr>
          <p:spPr>
            <a:xfrm>
              <a:off x="5165892" y="22616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4" name="pt19674"/>
            <p:cNvSpPr/>
            <p:nvPr/>
          </p:nvSpPr>
          <p:spPr>
            <a:xfrm>
              <a:off x="5286752" y="204721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5" name="pt19675"/>
            <p:cNvSpPr/>
            <p:nvPr/>
          </p:nvSpPr>
          <p:spPr>
            <a:xfrm>
              <a:off x="5160456" y="20492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6" name="pt19676"/>
            <p:cNvSpPr/>
            <p:nvPr/>
          </p:nvSpPr>
          <p:spPr>
            <a:xfrm>
              <a:off x="5514793" y="19360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7" name="pt19677"/>
            <p:cNvSpPr/>
            <p:nvPr/>
          </p:nvSpPr>
          <p:spPr>
            <a:xfrm>
              <a:off x="5763198" y="16874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8" name="pt19678"/>
            <p:cNvSpPr/>
            <p:nvPr/>
          </p:nvSpPr>
          <p:spPr>
            <a:xfrm>
              <a:off x="5677614" y="18443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9" name="pt19679"/>
            <p:cNvSpPr/>
            <p:nvPr/>
          </p:nvSpPr>
          <p:spPr>
            <a:xfrm>
              <a:off x="5545199" y="20096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0" name="pt19680"/>
            <p:cNvSpPr/>
            <p:nvPr/>
          </p:nvSpPr>
          <p:spPr>
            <a:xfrm>
              <a:off x="5261833" y="22268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1" name="pt19681"/>
            <p:cNvSpPr/>
            <p:nvPr/>
          </p:nvSpPr>
          <p:spPr>
            <a:xfrm>
              <a:off x="5278936" y="206608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2" name="pt19682"/>
            <p:cNvSpPr/>
            <p:nvPr/>
          </p:nvSpPr>
          <p:spPr>
            <a:xfrm>
              <a:off x="5240828" y="210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3" name="pt19683"/>
            <p:cNvSpPr/>
            <p:nvPr/>
          </p:nvSpPr>
          <p:spPr>
            <a:xfrm>
              <a:off x="4982529" y="21917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4" name="pt19684"/>
            <p:cNvSpPr/>
            <p:nvPr/>
          </p:nvSpPr>
          <p:spPr>
            <a:xfrm>
              <a:off x="5280558" y="20798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5" name="pt19685"/>
            <p:cNvSpPr/>
            <p:nvPr/>
          </p:nvSpPr>
          <p:spPr>
            <a:xfrm>
              <a:off x="5444074" y="22254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6" name="pt19686"/>
            <p:cNvSpPr/>
            <p:nvPr/>
          </p:nvSpPr>
          <p:spPr>
            <a:xfrm>
              <a:off x="5595309" y="19101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7" name="pt19687"/>
            <p:cNvSpPr/>
            <p:nvPr/>
          </p:nvSpPr>
          <p:spPr>
            <a:xfrm>
              <a:off x="5355915" y="20538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8" name="pt19688"/>
            <p:cNvSpPr/>
            <p:nvPr/>
          </p:nvSpPr>
          <p:spPr>
            <a:xfrm>
              <a:off x="5521210" y="19595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9" name="pt19689"/>
            <p:cNvSpPr/>
            <p:nvPr/>
          </p:nvSpPr>
          <p:spPr>
            <a:xfrm>
              <a:off x="5656225" y="17791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0" name="pt19690"/>
            <p:cNvSpPr/>
            <p:nvPr/>
          </p:nvSpPr>
          <p:spPr>
            <a:xfrm>
              <a:off x="5039238" y="26788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1" name="pt19691"/>
            <p:cNvSpPr/>
            <p:nvPr/>
          </p:nvSpPr>
          <p:spPr>
            <a:xfrm>
              <a:off x="5430854" y="21336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2" name="pt19692"/>
            <p:cNvSpPr/>
            <p:nvPr/>
          </p:nvSpPr>
          <p:spPr>
            <a:xfrm>
              <a:off x="5473875" y="21879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3" name="pt19693"/>
            <p:cNvSpPr/>
            <p:nvPr/>
          </p:nvSpPr>
          <p:spPr>
            <a:xfrm>
              <a:off x="5139104" y="19752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4" name="pt19694"/>
            <p:cNvSpPr/>
            <p:nvPr/>
          </p:nvSpPr>
          <p:spPr>
            <a:xfrm>
              <a:off x="5513596" y="18983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5" name="pt19695"/>
            <p:cNvSpPr/>
            <p:nvPr/>
          </p:nvSpPr>
          <p:spPr>
            <a:xfrm>
              <a:off x="4908892" y="20720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6" name="pt19696"/>
            <p:cNvSpPr/>
            <p:nvPr/>
          </p:nvSpPr>
          <p:spPr>
            <a:xfrm>
              <a:off x="5384426" y="1984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7" name="pt19697"/>
            <p:cNvSpPr/>
            <p:nvPr/>
          </p:nvSpPr>
          <p:spPr>
            <a:xfrm>
              <a:off x="5292821" y="2143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8" name="pt19698"/>
            <p:cNvSpPr/>
            <p:nvPr/>
          </p:nvSpPr>
          <p:spPr>
            <a:xfrm>
              <a:off x="5242514" y="21195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9" name="pt19699"/>
            <p:cNvSpPr/>
            <p:nvPr/>
          </p:nvSpPr>
          <p:spPr>
            <a:xfrm>
              <a:off x="5784235" y="15166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0" name="pt19700"/>
            <p:cNvSpPr/>
            <p:nvPr/>
          </p:nvSpPr>
          <p:spPr>
            <a:xfrm>
              <a:off x="5580955" y="17110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1" name="pt19701"/>
            <p:cNvSpPr/>
            <p:nvPr/>
          </p:nvSpPr>
          <p:spPr>
            <a:xfrm>
              <a:off x="5353354" y="2084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2" name="pt19702"/>
            <p:cNvSpPr/>
            <p:nvPr/>
          </p:nvSpPr>
          <p:spPr>
            <a:xfrm>
              <a:off x="5375788" y="20663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3" name="pt19703"/>
            <p:cNvSpPr/>
            <p:nvPr/>
          </p:nvSpPr>
          <p:spPr>
            <a:xfrm>
              <a:off x="5309826" y="223294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4" name="pt19704"/>
            <p:cNvSpPr/>
            <p:nvPr/>
          </p:nvSpPr>
          <p:spPr>
            <a:xfrm>
              <a:off x="5002685" y="269807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5" name="pt19705"/>
            <p:cNvSpPr/>
            <p:nvPr/>
          </p:nvSpPr>
          <p:spPr>
            <a:xfrm>
              <a:off x="5419321" y="2113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6" name="pt19706"/>
            <p:cNvSpPr/>
            <p:nvPr/>
          </p:nvSpPr>
          <p:spPr>
            <a:xfrm>
              <a:off x="5194378" y="19065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7" name="pt19707"/>
            <p:cNvSpPr/>
            <p:nvPr/>
          </p:nvSpPr>
          <p:spPr>
            <a:xfrm>
              <a:off x="5047785" y="26654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8" name="pt19708"/>
            <p:cNvSpPr/>
            <p:nvPr/>
          </p:nvSpPr>
          <p:spPr>
            <a:xfrm>
              <a:off x="5599086" y="18609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9" name="pt19709"/>
            <p:cNvSpPr/>
            <p:nvPr/>
          </p:nvSpPr>
          <p:spPr>
            <a:xfrm>
              <a:off x="5066263" y="25022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0" name="pt19710"/>
            <p:cNvSpPr/>
            <p:nvPr/>
          </p:nvSpPr>
          <p:spPr>
            <a:xfrm>
              <a:off x="5337749" y="21652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1" name="pt19711"/>
            <p:cNvSpPr/>
            <p:nvPr/>
          </p:nvSpPr>
          <p:spPr>
            <a:xfrm>
              <a:off x="5196774" y="213300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2" name="pt19712"/>
            <p:cNvSpPr/>
            <p:nvPr/>
          </p:nvSpPr>
          <p:spPr>
            <a:xfrm>
              <a:off x="5560970" y="21226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3" name="pt19713"/>
            <p:cNvSpPr/>
            <p:nvPr/>
          </p:nvSpPr>
          <p:spPr>
            <a:xfrm>
              <a:off x="5568030" y="18667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4" name="pt19714"/>
            <p:cNvSpPr/>
            <p:nvPr/>
          </p:nvSpPr>
          <p:spPr>
            <a:xfrm>
              <a:off x="5282019" y="20900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5" name="pt19715"/>
            <p:cNvSpPr/>
            <p:nvPr/>
          </p:nvSpPr>
          <p:spPr>
            <a:xfrm>
              <a:off x="5211148" y="20760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6" name="pt19716"/>
            <p:cNvSpPr/>
            <p:nvPr/>
          </p:nvSpPr>
          <p:spPr>
            <a:xfrm>
              <a:off x="5427474" y="20342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7" name="pt19717"/>
            <p:cNvSpPr/>
            <p:nvPr/>
          </p:nvSpPr>
          <p:spPr>
            <a:xfrm>
              <a:off x="4952284" y="24162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8" name="pt19718"/>
            <p:cNvSpPr/>
            <p:nvPr/>
          </p:nvSpPr>
          <p:spPr>
            <a:xfrm>
              <a:off x="5311196" y="20181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9" name="pt19719"/>
            <p:cNvSpPr/>
            <p:nvPr/>
          </p:nvSpPr>
          <p:spPr>
            <a:xfrm>
              <a:off x="5126262" y="20538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0" name="pt19720"/>
            <p:cNvSpPr/>
            <p:nvPr/>
          </p:nvSpPr>
          <p:spPr>
            <a:xfrm>
              <a:off x="4940367" y="2219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1" name="pt19721"/>
            <p:cNvSpPr/>
            <p:nvPr/>
          </p:nvSpPr>
          <p:spPr>
            <a:xfrm>
              <a:off x="5210232" y="21521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2" name="pt19722"/>
            <p:cNvSpPr/>
            <p:nvPr/>
          </p:nvSpPr>
          <p:spPr>
            <a:xfrm>
              <a:off x="5487574" y="1840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3" name="pt19723"/>
            <p:cNvSpPr/>
            <p:nvPr/>
          </p:nvSpPr>
          <p:spPr>
            <a:xfrm>
              <a:off x="5251977" y="22068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4" name="pt19724"/>
            <p:cNvSpPr/>
            <p:nvPr/>
          </p:nvSpPr>
          <p:spPr>
            <a:xfrm>
              <a:off x="4917791" y="205160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5" name="pt19725"/>
            <p:cNvSpPr/>
            <p:nvPr/>
          </p:nvSpPr>
          <p:spPr>
            <a:xfrm>
              <a:off x="4808849" y="223358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6" name="pt19726"/>
            <p:cNvSpPr/>
            <p:nvPr/>
          </p:nvSpPr>
          <p:spPr>
            <a:xfrm>
              <a:off x="5201400" y="20880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7" name="pt19727"/>
            <p:cNvSpPr/>
            <p:nvPr/>
          </p:nvSpPr>
          <p:spPr>
            <a:xfrm>
              <a:off x="5312786" y="2199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8" name="pt19728"/>
            <p:cNvSpPr/>
            <p:nvPr/>
          </p:nvSpPr>
          <p:spPr>
            <a:xfrm>
              <a:off x="5998688" y="20288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9" name="pt19729"/>
            <p:cNvSpPr/>
            <p:nvPr/>
          </p:nvSpPr>
          <p:spPr>
            <a:xfrm>
              <a:off x="5374855" y="18789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0" name="pt19730"/>
            <p:cNvSpPr/>
            <p:nvPr/>
          </p:nvSpPr>
          <p:spPr>
            <a:xfrm>
              <a:off x="5290698" y="216292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1" name="pt19731"/>
            <p:cNvSpPr/>
            <p:nvPr/>
          </p:nvSpPr>
          <p:spPr>
            <a:xfrm>
              <a:off x="5185931" y="21684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2" name="pt19732"/>
            <p:cNvSpPr/>
            <p:nvPr/>
          </p:nvSpPr>
          <p:spPr>
            <a:xfrm>
              <a:off x="5335676" y="21331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3" name="pt19733"/>
            <p:cNvSpPr/>
            <p:nvPr/>
          </p:nvSpPr>
          <p:spPr>
            <a:xfrm>
              <a:off x="4787472" y="23634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4" name="pt19734"/>
            <p:cNvSpPr/>
            <p:nvPr/>
          </p:nvSpPr>
          <p:spPr>
            <a:xfrm>
              <a:off x="4849111" y="2634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5" name="pt19735"/>
            <p:cNvSpPr/>
            <p:nvPr/>
          </p:nvSpPr>
          <p:spPr>
            <a:xfrm>
              <a:off x="5191717" y="19852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6" name="pt19736"/>
            <p:cNvSpPr/>
            <p:nvPr/>
          </p:nvSpPr>
          <p:spPr>
            <a:xfrm>
              <a:off x="5323971" y="22118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7" name="pt19737"/>
            <p:cNvSpPr/>
            <p:nvPr/>
          </p:nvSpPr>
          <p:spPr>
            <a:xfrm>
              <a:off x="5709095" y="18800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8" name="pt19738"/>
            <p:cNvSpPr/>
            <p:nvPr/>
          </p:nvSpPr>
          <p:spPr>
            <a:xfrm>
              <a:off x="5454625" y="217519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9" name="pt19739"/>
            <p:cNvSpPr/>
            <p:nvPr/>
          </p:nvSpPr>
          <p:spPr>
            <a:xfrm>
              <a:off x="5572654" y="19545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0" name="pt19740"/>
            <p:cNvSpPr/>
            <p:nvPr/>
          </p:nvSpPr>
          <p:spPr>
            <a:xfrm>
              <a:off x="5277921" y="21024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1" name="pt19741"/>
            <p:cNvSpPr/>
            <p:nvPr/>
          </p:nvSpPr>
          <p:spPr>
            <a:xfrm>
              <a:off x="5129329" y="21326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2" name="pt19742"/>
            <p:cNvSpPr/>
            <p:nvPr/>
          </p:nvSpPr>
          <p:spPr>
            <a:xfrm>
              <a:off x="5292652" y="213127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3" name="pt19743"/>
            <p:cNvSpPr/>
            <p:nvPr/>
          </p:nvSpPr>
          <p:spPr>
            <a:xfrm>
              <a:off x="5457944" y="2199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4" name="pt19744"/>
            <p:cNvSpPr/>
            <p:nvPr/>
          </p:nvSpPr>
          <p:spPr>
            <a:xfrm>
              <a:off x="5154701" y="220692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5" name="pt19745"/>
            <p:cNvSpPr/>
            <p:nvPr/>
          </p:nvSpPr>
          <p:spPr>
            <a:xfrm>
              <a:off x="5231984" y="21434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6" name="pt19746"/>
            <p:cNvSpPr/>
            <p:nvPr/>
          </p:nvSpPr>
          <p:spPr>
            <a:xfrm>
              <a:off x="5483740" y="22729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7" name="pt19747"/>
            <p:cNvSpPr/>
            <p:nvPr/>
          </p:nvSpPr>
          <p:spPr>
            <a:xfrm>
              <a:off x="5664505" y="227067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8" name="pt19748"/>
            <p:cNvSpPr/>
            <p:nvPr/>
          </p:nvSpPr>
          <p:spPr>
            <a:xfrm>
              <a:off x="5054012" y="27146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9" name="pt19749"/>
            <p:cNvSpPr/>
            <p:nvPr/>
          </p:nvSpPr>
          <p:spPr>
            <a:xfrm>
              <a:off x="5382879" y="20357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0" name="pt19750"/>
            <p:cNvSpPr/>
            <p:nvPr/>
          </p:nvSpPr>
          <p:spPr>
            <a:xfrm>
              <a:off x="4829664" y="19631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1" name="pt19751"/>
            <p:cNvSpPr/>
            <p:nvPr/>
          </p:nvSpPr>
          <p:spPr>
            <a:xfrm>
              <a:off x="5426633" y="22465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2" name="pt19752"/>
            <p:cNvSpPr/>
            <p:nvPr/>
          </p:nvSpPr>
          <p:spPr>
            <a:xfrm>
              <a:off x="5025798" y="26264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3" name="pt19753"/>
            <p:cNvSpPr/>
            <p:nvPr/>
          </p:nvSpPr>
          <p:spPr>
            <a:xfrm>
              <a:off x="5271200" y="2128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4" name="pt19754"/>
            <p:cNvSpPr/>
            <p:nvPr/>
          </p:nvSpPr>
          <p:spPr>
            <a:xfrm>
              <a:off x="5567597" y="1829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5" name="pt19755"/>
            <p:cNvSpPr/>
            <p:nvPr/>
          </p:nvSpPr>
          <p:spPr>
            <a:xfrm>
              <a:off x="5454322" y="2178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6" name="pt19756"/>
            <p:cNvSpPr/>
            <p:nvPr/>
          </p:nvSpPr>
          <p:spPr>
            <a:xfrm>
              <a:off x="6045756" y="21089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7" name="pt19757"/>
            <p:cNvSpPr/>
            <p:nvPr/>
          </p:nvSpPr>
          <p:spPr>
            <a:xfrm>
              <a:off x="4626125" y="23271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8" name="pt19758"/>
            <p:cNvSpPr/>
            <p:nvPr/>
          </p:nvSpPr>
          <p:spPr>
            <a:xfrm>
              <a:off x="5150757" y="21111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9" name="pt19759"/>
            <p:cNvSpPr/>
            <p:nvPr/>
          </p:nvSpPr>
          <p:spPr>
            <a:xfrm>
              <a:off x="5229256" y="2246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0" name="pt19760"/>
            <p:cNvSpPr/>
            <p:nvPr/>
          </p:nvSpPr>
          <p:spPr>
            <a:xfrm>
              <a:off x="5013346" y="26946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1" name="pt19761"/>
            <p:cNvSpPr/>
            <p:nvPr/>
          </p:nvSpPr>
          <p:spPr>
            <a:xfrm>
              <a:off x="5094972" y="20869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2" name="pt19762"/>
            <p:cNvSpPr/>
            <p:nvPr/>
          </p:nvSpPr>
          <p:spPr>
            <a:xfrm>
              <a:off x="5106979" y="2097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3" name="pt19763"/>
            <p:cNvSpPr/>
            <p:nvPr/>
          </p:nvSpPr>
          <p:spPr>
            <a:xfrm>
              <a:off x="5383282" y="20446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4" name="pt19764"/>
            <p:cNvSpPr/>
            <p:nvPr/>
          </p:nvSpPr>
          <p:spPr>
            <a:xfrm>
              <a:off x="5267365" y="2206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5" name="pt19765"/>
            <p:cNvSpPr/>
            <p:nvPr/>
          </p:nvSpPr>
          <p:spPr>
            <a:xfrm>
              <a:off x="5018841" y="278443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6" name="pt19766"/>
            <p:cNvSpPr/>
            <p:nvPr/>
          </p:nvSpPr>
          <p:spPr>
            <a:xfrm>
              <a:off x="5340992" y="216170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7" name="pt19767"/>
            <p:cNvSpPr/>
            <p:nvPr/>
          </p:nvSpPr>
          <p:spPr>
            <a:xfrm>
              <a:off x="5657651" y="1936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8" name="pt19768"/>
            <p:cNvSpPr/>
            <p:nvPr/>
          </p:nvSpPr>
          <p:spPr>
            <a:xfrm>
              <a:off x="5304854" y="21869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9" name="pt19769"/>
            <p:cNvSpPr/>
            <p:nvPr/>
          </p:nvSpPr>
          <p:spPr>
            <a:xfrm>
              <a:off x="5023550" y="2467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0" name="pt19770"/>
            <p:cNvSpPr/>
            <p:nvPr/>
          </p:nvSpPr>
          <p:spPr>
            <a:xfrm>
              <a:off x="5296571" y="21647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1" name="pt19771"/>
            <p:cNvSpPr/>
            <p:nvPr/>
          </p:nvSpPr>
          <p:spPr>
            <a:xfrm>
              <a:off x="5130344" y="21795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2" name="pt19772"/>
            <p:cNvSpPr/>
            <p:nvPr/>
          </p:nvSpPr>
          <p:spPr>
            <a:xfrm>
              <a:off x="5188626" y="21452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3" name="pt19773"/>
            <p:cNvSpPr/>
            <p:nvPr/>
          </p:nvSpPr>
          <p:spPr>
            <a:xfrm>
              <a:off x="5267413" y="22274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4" name="pt19774"/>
            <p:cNvSpPr/>
            <p:nvPr/>
          </p:nvSpPr>
          <p:spPr>
            <a:xfrm>
              <a:off x="5503063" y="197924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5" name="pt19775"/>
            <p:cNvSpPr/>
            <p:nvPr/>
          </p:nvSpPr>
          <p:spPr>
            <a:xfrm>
              <a:off x="5706455" y="18807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6" name="pt19776"/>
            <p:cNvSpPr/>
            <p:nvPr/>
          </p:nvSpPr>
          <p:spPr>
            <a:xfrm>
              <a:off x="5028950" y="24247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7" name="pt19777"/>
            <p:cNvSpPr/>
            <p:nvPr/>
          </p:nvSpPr>
          <p:spPr>
            <a:xfrm>
              <a:off x="5270771" y="229645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8" name="pt19778"/>
            <p:cNvSpPr/>
            <p:nvPr/>
          </p:nvSpPr>
          <p:spPr>
            <a:xfrm>
              <a:off x="5307218" y="223146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9" name="pt19779"/>
            <p:cNvSpPr/>
            <p:nvPr/>
          </p:nvSpPr>
          <p:spPr>
            <a:xfrm>
              <a:off x="5642216" y="1601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0" name="pt19780"/>
            <p:cNvSpPr/>
            <p:nvPr/>
          </p:nvSpPr>
          <p:spPr>
            <a:xfrm>
              <a:off x="5288872" y="20392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1" name="pt19781"/>
            <p:cNvSpPr/>
            <p:nvPr/>
          </p:nvSpPr>
          <p:spPr>
            <a:xfrm>
              <a:off x="5250738" y="222660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2" name="pt19782"/>
            <p:cNvSpPr/>
            <p:nvPr/>
          </p:nvSpPr>
          <p:spPr>
            <a:xfrm>
              <a:off x="5360474" y="19497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3" name="pt19783"/>
            <p:cNvSpPr/>
            <p:nvPr/>
          </p:nvSpPr>
          <p:spPr>
            <a:xfrm>
              <a:off x="5632609" y="168194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4" name="pt19784"/>
            <p:cNvSpPr/>
            <p:nvPr/>
          </p:nvSpPr>
          <p:spPr>
            <a:xfrm>
              <a:off x="5441378" y="2185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5" name="pt19785"/>
            <p:cNvSpPr/>
            <p:nvPr/>
          </p:nvSpPr>
          <p:spPr>
            <a:xfrm>
              <a:off x="5280102" y="20154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6" name="pt19786"/>
            <p:cNvSpPr/>
            <p:nvPr/>
          </p:nvSpPr>
          <p:spPr>
            <a:xfrm>
              <a:off x="5781641" y="17759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7" name="pt19787"/>
            <p:cNvSpPr/>
            <p:nvPr/>
          </p:nvSpPr>
          <p:spPr>
            <a:xfrm>
              <a:off x="4666961" y="286809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8" name="pt19788"/>
            <p:cNvSpPr/>
            <p:nvPr/>
          </p:nvSpPr>
          <p:spPr>
            <a:xfrm>
              <a:off x="5580719" y="17383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9" name="pt19789"/>
            <p:cNvSpPr/>
            <p:nvPr/>
          </p:nvSpPr>
          <p:spPr>
            <a:xfrm>
              <a:off x="5784694" y="16449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0" name="pt19790"/>
            <p:cNvSpPr/>
            <p:nvPr/>
          </p:nvSpPr>
          <p:spPr>
            <a:xfrm>
              <a:off x="5572562" y="17920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1" name="pt19791"/>
            <p:cNvSpPr/>
            <p:nvPr/>
          </p:nvSpPr>
          <p:spPr>
            <a:xfrm>
              <a:off x="5139443" y="21000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2" name="pt19792"/>
            <p:cNvSpPr/>
            <p:nvPr/>
          </p:nvSpPr>
          <p:spPr>
            <a:xfrm>
              <a:off x="5277100" y="204966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3" name="pt19793"/>
            <p:cNvSpPr/>
            <p:nvPr/>
          </p:nvSpPr>
          <p:spPr>
            <a:xfrm>
              <a:off x="5119986" y="2397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4" name="pt19794"/>
            <p:cNvSpPr/>
            <p:nvPr/>
          </p:nvSpPr>
          <p:spPr>
            <a:xfrm>
              <a:off x="5105468" y="21716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5" name="pt19795"/>
            <p:cNvSpPr/>
            <p:nvPr/>
          </p:nvSpPr>
          <p:spPr>
            <a:xfrm>
              <a:off x="4935328" y="24061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6" name="pt19796"/>
            <p:cNvSpPr/>
            <p:nvPr/>
          </p:nvSpPr>
          <p:spPr>
            <a:xfrm>
              <a:off x="5495426" y="20157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7" name="pt19797"/>
            <p:cNvSpPr/>
            <p:nvPr/>
          </p:nvSpPr>
          <p:spPr>
            <a:xfrm>
              <a:off x="4940133" y="2199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8" name="pt19798"/>
            <p:cNvSpPr/>
            <p:nvPr/>
          </p:nvSpPr>
          <p:spPr>
            <a:xfrm>
              <a:off x="5613432" y="20819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9" name="pt19799"/>
            <p:cNvSpPr/>
            <p:nvPr/>
          </p:nvSpPr>
          <p:spPr>
            <a:xfrm>
              <a:off x="5348023" y="20320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0" name="pt19800"/>
            <p:cNvSpPr/>
            <p:nvPr/>
          </p:nvSpPr>
          <p:spPr>
            <a:xfrm>
              <a:off x="5256097" y="2288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1" name="pt19801"/>
            <p:cNvSpPr/>
            <p:nvPr/>
          </p:nvSpPr>
          <p:spPr>
            <a:xfrm>
              <a:off x="5533730" y="19164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2" name="pt19802"/>
            <p:cNvSpPr/>
            <p:nvPr/>
          </p:nvSpPr>
          <p:spPr>
            <a:xfrm>
              <a:off x="5644168" y="188619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3" name="pt19803"/>
            <p:cNvSpPr/>
            <p:nvPr/>
          </p:nvSpPr>
          <p:spPr>
            <a:xfrm>
              <a:off x="5741472" y="17897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4" name="pt19804"/>
            <p:cNvSpPr/>
            <p:nvPr/>
          </p:nvSpPr>
          <p:spPr>
            <a:xfrm>
              <a:off x="5683053" y="18518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5" name="pt19805"/>
            <p:cNvSpPr/>
            <p:nvPr/>
          </p:nvSpPr>
          <p:spPr>
            <a:xfrm>
              <a:off x="5432826" y="207152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6" name="pt19806"/>
            <p:cNvSpPr/>
            <p:nvPr/>
          </p:nvSpPr>
          <p:spPr>
            <a:xfrm>
              <a:off x="5520547" y="18465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7" name="pt19807"/>
            <p:cNvSpPr/>
            <p:nvPr/>
          </p:nvSpPr>
          <p:spPr>
            <a:xfrm>
              <a:off x="5487314" y="205973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8" name="pt19808"/>
            <p:cNvSpPr/>
            <p:nvPr/>
          </p:nvSpPr>
          <p:spPr>
            <a:xfrm>
              <a:off x="5206716" y="21412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9" name="pt19809"/>
            <p:cNvSpPr/>
            <p:nvPr/>
          </p:nvSpPr>
          <p:spPr>
            <a:xfrm>
              <a:off x="5208191" y="204669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0" name="pt19810"/>
            <p:cNvSpPr/>
            <p:nvPr/>
          </p:nvSpPr>
          <p:spPr>
            <a:xfrm>
              <a:off x="5565262" y="18695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1" name="pt19811"/>
            <p:cNvSpPr/>
            <p:nvPr/>
          </p:nvSpPr>
          <p:spPr>
            <a:xfrm>
              <a:off x="4879984" y="271949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2" name="pt19812"/>
            <p:cNvSpPr/>
            <p:nvPr/>
          </p:nvSpPr>
          <p:spPr>
            <a:xfrm>
              <a:off x="5388198" y="216725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3" name="pt19813"/>
            <p:cNvSpPr/>
            <p:nvPr/>
          </p:nvSpPr>
          <p:spPr>
            <a:xfrm>
              <a:off x="5482843" y="22835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4" name="pt19814"/>
            <p:cNvSpPr/>
            <p:nvPr/>
          </p:nvSpPr>
          <p:spPr>
            <a:xfrm>
              <a:off x="5426235" y="22606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5" name="pt19815"/>
            <p:cNvSpPr/>
            <p:nvPr/>
          </p:nvSpPr>
          <p:spPr>
            <a:xfrm>
              <a:off x="5088966" y="223471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6" name="pt19816"/>
            <p:cNvSpPr/>
            <p:nvPr/>
          </p:nvSpPr>
          <p:spPr>
            <a:xfrm>
              <a:off x="5254935" y="209817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7" name="pt19817"/>
            <p:cNvSpPr/>
            <p:nvPr/>
          </p:nvSpPr>
          <p:spPr>
            <a:xfrm>
              <a:off x="5244907" y="21699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8" name="pt19818"/>
            <p:cNvSpPr/>
            <p:nvPr/>
          </p:nvSpPr>
          <p:spPr>
            <a:xfrm>
              <a:off x="5276202" y="20654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9" name="pt19819"/>
            <p:cNvSpPr/>
            <p:nvPr/>
          </p:nvSpPr>
          <p:spPr>
            <a:xfrm>
              <a:off x="5224279" y="20303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0" name="pt19820"/>
            <p:cNvSpPr/>
            <p:nvPr/>
          </p:nvSpPr>
          <p:spPr>
            <a:xfrm>
              <a:off x="5455190" y="21593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1" name="pt19821"/>
            <p:cNvSpPr/>
            <p:nvPr/>
          </p:nvSpPr>
          <p:spPr>
            <a:xfrm>
              <a:off x="5821740" y="181475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2" name="pt19822"/>
            <p:cNvSpPr/>
            <p:nvPr/>
          </p:nvSpPr>
          <p:spPr>
            <a:xfrm>
              <a:off x="5181071" y="21132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3" name="pt19823"/>
            <p:cNvSpPr/>
            <p:nvPr/>
          </p:nvSpPr>
          <p:spPr>
            <a:xfrm>
              <a:off x="5132596" y="190608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4" name="pt19824"/>
            <p:cNvSpPr/>
            <p:nvPr/>
          </p:nvSpPr>
          <p:spPr>
            <a:xfrm>
              <a:off x="5205111" y="209787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5" name="pt19825"/>
            <p:cNvSpPr/>
            <p:nvPr/>
          </p:nvSpPr>
          <p:spPr>
            <a:xfrm>
              <a:off x="5630487" y="185413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6" name="pt19826"/>
            <p:cNvSpPr/>
            <p:nvPr/>
          </p:nvSpPr>
          <p:spPr>
            <a:xfrm>
              <a:off x="5058755" y="24275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7" name="pt19827"/>
            <p:cNvSpPr/>
            <p:nvPr/>
          </p:nvSpPr>
          <p:spPr>
            <a:xfrm>
              <a:off x="5047735" y="25529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8" name="pt19828"/>
            <p:cNvSpPr/>
            <p:nvPr/>
          </p:nvSpPr>
          <p:spPr>
            <a:xfrm>
              <a:off x="5687938" y="19428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9" name="pt19829"/>
            <p:cNvSpPr/>
            <p:nvPr/>
          </p:nvSpPr>
          <p:spPr>
            <a:xfrm>
              <a:off x="5600364" y="186845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0" name="pt19830"/>
            <p:cNvSpPr/>
            <p:nvPr/>
          </p:nvSpPr>
          <p:spPr>
            <a:xfrm>
              <a:off x="5401755" y="21282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1" name="pt19831"/>
            <p:cNvSpPr/>
            <p:nvPr/>
          </p:nvSpPr>
          <p:spPr>
            <a:xfrm>
              <a:off x="4948999" y="23397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2" name="pt19832"/>
            <p:cNvSpPr/>
            <p:nvPr/>
          </p:nvSpPr>
          <p:spPr>
            <a:xfrm>
              <a:off x="5595177" y="18752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3" name="pt19833"/>
            <p:cNvSpPr/>
            <p:nvPr/>
          </p:nvSpPr>
          <p:spPr>
            <a:xfrm>
              <a:off x="5290191" y="21531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4" name="pt19834"/>
            <p:cNvSpPr/>
            <p:nvPr/>
          </p:nvSpPr>
          <p:spPr>
            <a:xfrm>
              <a:off x="5575814" y="16018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5" name="pt19835"/>
            <p:cNvSpPr/>
            <p:nvPr/>
          </p:nvSpPr>
          <p:spPr>
            <a:xfrm>
              <a:off x="5227586" y="208964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6" name="pt19836"/>
            <p:cNvSpPr/>
            <p:nvPr/>
          </p:nvSpPr>
          <p:spPr>
            <a:xfrm>
              <a:off x="5296918" y="22031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7" name="pt19837"/>
            <p:cNvSpPr/>
            <p:nvPr/>
          </p:nvSpPr>
          <p:spPr>
            <a:xfrm>
              <a:off x="4957701" y="2402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8" name="pt19838"/>
            <p:cNvSpPr/>
            <p:nvPr/>
          </p:nvSpPr>
          <p:spPr>
            <a:xfrm>
              <a:off x="5068055" y="24402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9" name="pt19839"/>
            <p:cNvSpPr/>
            <p:nvPr/>
          </p:nvSpPr>
          <p:spPr>
            <a:xfrm>
              <a:off x="5171932" y="20883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0" name="pt19840"/>
            <p:cNvSpPr/>
            <p:nvPr/>
          </p:nvSpPr>
          <p:spPr>
            <a:xfrm>
              <a:off x="5256182" y="219435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1" name="pt19841"/>
            <p:cNvSpPr/>
            <p:nvPr/>
          </p:nvSpPr>
          <p:spPr>
            <a:xfrm>
              <a:off x="5247838" y="22661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2" name="pt19842"/>
            <p:cNvSpPr/>
            <p:nvPr/>
          </p:nvSpPr>
          <p:spPr>
            <a:xfrm>
              <a:off x="4933981" y="2102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3" name="pt19843"/>
            <p:cNvSpPr/>
            <p:nvPr/>
          </p:nvSpPr>
          <p:spPr>
            <a:xfrm>
              <a:off x="5668437" y="17811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4" name="pt19844"/>
            <p:cNvSpPr/>
            <p:nvPr/>
          </p:nvSpPr>
          <p:spPr>
            <a:xfrm>
              <a:off x="5321115" y="21811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5" name="pt19845"/>
            <p:cNvSpPr/>
            <p:nvPr/>
          </p:nvSpPr>
          <p:spPr>
            <a:xfrm>
              <a:off x="5353643" y="209737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6" name="pt19846"/>
            <p:cNvSpPr/>
            <p:nvPr/>
          </p:nvSpPr>
          <p:spPr>
            <a:xfrm>
              <a:off x="5206242" y="197793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7" name="pt19847"/>
            <p:cNvSpPr/>
            <p:nvPr/>
          </p:nvSpPr>
          <p:spPr>
            <a:xfrm>
              <a:off x="5342154" y="207000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8" name="pt19848"/>
            <p:cNvSpPr/>
            <p:nvPr/>
          </p:nvSpPr>
          <p:spPr>
            <a:xfrm>
              <a:off x="5232779" y="215370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9" name="pt19849"/>
            <p:cNvSpPr/>
            <p:nvPr/>
          </p:nvSpPr>
          <p:spPr>
            <a:xfrm>
              <a:off x="5610056" y="1996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0" name="pt19850"/>
            <p:cNvSpPr/>
            <p:nvPr/>
          </p:nvSpPr>
          <p:spPr>
            <a:xfrm>
              <a:off x="5102313" y="2064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1" name="pt19851"/>
            <p:cNvSpPr/>
            <p:nvPr/>
          </p:nvSpPr>
          <p:spPr>
            <a:xfrm>
              <a:off x="4756046" y="288103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2" name="pt19852"/>
            <p:cNvSpPr/>
            <p:nvPr/>
          </p:nvSpPr>
          <p:spPr>
            <a:xfrm>
              <a:off x="5150361" y="211974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3" name="pt19853"/>
            <p:cNvSpPr/>
            <p:nvPr/>
          </p:nvSpPr>
          <p:spPr>
            <a:xfrm>
              <a:off x="5526613" y="200045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4" name="pt19854"/>
            <p:cNvSpPr/>
            <p:nvPr/>
          </p:nvSpPr>
          <p:spPr>
            <a:xfrm>
              <a:off x="5463382" y="21177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5" name="pt19855"/>
            <p:cNvSpPr/>
            <p:nvPr/>
          </p:nvSpPr>
          <p:spPr>
            <a:xfrm>
              <a:off x="5358560" y="203458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6" name="pt19856"/>
            <p:cNvSpPr/>
            <p:nvPr/>
          </p:nvSpPr>
          <p:spPr>
            <a:xfrm>
              <a:off x="5294515" y="22273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7" name="pt19857"/>
            <p:cNvSpPr/>
            <p:nvPr/>
          </p:nvSpPr>
          <p:spPr>
            <a:xfrm>
              <a:off x="5948495" y="18795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8" name="pt19858"/>
            <p:cNvSpPr/>
            <p:nvPr/>
          </p:nvSpPr>
          <p:spPr>
            <a:xfrm>
              <a:off x="5144513" y="21267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9" name="pt19859"/>
            <p:cNvSpPr/>
            <p:nvPr/>
          </p:nvSpPr>
          <p:spPr>
            <a:xfrm>
              <a:off x="5520282" y="19261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0" name="pt19860"/>
            <p:cNvSpPr/>
            <p:nvPr/>
          </p:nvSpPr>
          <p:spPr>
            <a:xfrm>
              <a:off x="5375147" y="21137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1" name="pt19861"/>
            <p:cNvSpPr/>
            <p:nvPr/>
          </p:nvSpPr>
          <p:spPr>
            <a:xfrm>
              <a:off x="5062757" y="253672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2" name="pt19862"/>
            <p:cNvSpPr/>
            <p:nvPr/>
          </p:nvSpPr>
          <p:spPr>
            <a:xfrm>
              <a:off x="5611869" y="195307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3" name="pt19863"/>
            <p:cNvSpPr/>
            <p:nvPr/>
          </p:nvSpPr>
          <p:spPr>
            <a:xfrm>
              <a:off x="5576328" y="162084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4" name="pt19864"/>
            <p:cNvSpPr/>
            <p:nvPr/>
          </p:nvSpPr>
          <p:spPr>
            <a:xfrm>
              <a:off x="5567410" y="194445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5" name="pt19865"/>
            <p:cNvSpPr/>
            <p:nvPr/>
          </p:nvSpPr>
          <p:spPr>
            <a:xfrm>
              <a:off x="5249923" y="21390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6" name="pt19866"/>
            <p:cNvSpPr/>
            <p:nvPr/>
          </p:nvSpPr>
          <p:spPr>
            <a:xfrm>
              <a:off x="5633463" y="172586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7" name="pt19867"/>
            <p:cNvSpPr/>
            <p:nvPr/>
          </p:nvSpPr>
          <p:spPr>
            <a:xfrm>
              <a:off x="5012231" y="265096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8" name="pt19868"/>
            <p:cNvSpPr/>
            <p:nvPr/>
          </p:nvSpPr>
          <p:spPr>
            <a:xfrm>
              <a:off x="4879522" y="254576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9" name="pt19869"/>
            <p:cNvSpPr/>
            <p:nvPr/>
          </p:nvSpPr>
          <p:spPr>
            <a:xfrm>
              <a:off x="5254984" y="222988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0" name="pt19870"/>
            <p:cNvSpPr/>
            <p:nvPr/>
          </p:nvSpPr>
          <p:spPr>
            <a:xfrm>
              <a:off x="5256269" y="22001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1" name="pt19871"/>
            <p:cNvSpPr/>
            <p:nvPr/>
          </p:nvSpPr>
          <p:spPr>
            <a:xfrm>
              <a:off x="5365990" y="18942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2" name="pt19872"/>
            <p:cNvSpPr/>
            <p:nvPr/>
          </p:nvSpPr>
          <p:spPr>
            <a:xfrm>
              <a:off x="5384045" y="201153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3" name="pt19873"/>
            <p:cNvSpPr/>
            <p:nvPr/>
          </p:nvSpPr>
          <p:spPr>
            <a:xfrm>
              <a:off x="4994477" y="198630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4" name="pt19874"/>
            <p:cNvSpPr/>
            <p:nvPr/>
          </p:nvSpPr>
          <p:spPr>
            <a:xfrm>
              <a:off x="5536982" y="202788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5" name="pt19875"/>
            <p:cNvSpPr/>
            <p:nvPr/>
          </p:nvSpPr>
          <p:spPr>
            <a:xfrm>
              <a:off x="5415833" y="226583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6" name="pt19876"/>
            <p:cNvSpPr/>
            <p:nvPr/>
          </p:nvSpPr>
          <p:spPr>
            <a:xfrm>
              <a:off x="5688138" y="20732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7" name="pt19877"/>
            <p:cNvSpPr/>
            <p:nvPr/>
          </p:nvSpPr>
          <p:spPr>
            <a:xfrm>
              <a:off x="5541422" y="200416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8" name="pt19878"/>
            <p:cNvSpPr/>
            <p:nvPr/>
          </p:nvSpPr>
          <p:spPr>
            <a:xfrm>
              <a:off x="4779715" y="250881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9" name="pt19879"/>
            <p:cNvSpPr/>
            <p:nvPr/>
          </p:nvSpPr>
          <p:spPr>
            <a:xfrm>
              <a:off x="5276604" y="207522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0" name="pt19880"/>
            <p:cNvSpPr/>
            <p:nvPr/>
          </p:nvSpPr>
          <p:spPr>
            <a:xfrm>
              <a:off x="5469748" y="21501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1" name="pt19881"/>
            <p:cNvSpPr/>
            <p:nvPr/>
          </p:nvSpPr>
          <p:spPr>
            <a:xfrm>
              <a:off x="5040525" y="257824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2" name="pt19882"/>
            <p:cNvSpPr/>
            <p:nvPr/>
          </p:nvSpPr>
          <p:spPr>
            <a:xfrm>
              <a:off x="4776324" y="286843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3" name="pt19883"/>
            <p:cNvSpPr/>
            <p:nvPr/>
          </p:nvSpPr>
          <p:spPr>
            <a:xfrm>
              <a:off x="5052781" y="28008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4" name="pt19884"/>
            <p:cNvSpPr/>
            <p:nvPr/>
          </p:nvSpPr>
          <p:spPr>
            <a:xfrm>
              <a:off x="5273701" y="20893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5" name="pt19885"/>
            <p:cNvSpPr/>
            <p:nvPr/>
          </p:nvSpPr>
          <p:spPr>
            <a:xfrm>
              <a:off x="5325649" y="213967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6" name="pt19886"/>
            <p:cNvSpPr/>
            <p:nvPr/>
          </p:nvSpPr>
          <p:spPr>
            <a:xfrm>
              <a:off x="5043732" y="29036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7" name="pt19887"/>
            <p:cNvSpPr/>
            <p:nvPr/>
          </p:nvSpPr>
          <p:spPr>
            <a:xfrm>
              <a:off x="5187476" y="219459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8" name="pt19888"/>
            <p:cNvSpPr/>
            <p:nvPr/>
          </p:nvSpPr>
          <p:spPr>
            <a:xfrm>
              <a:off x="5322859" y="221368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9" name="pt19889"/>
            <p:cNvSpPr/>
            <p:nvPr/>
          </p:nvSpPr>
          <p:spPr>
            <a:xfrm>
              <a:off x="5441652" y="2117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0" name="pt19890"/>
            <p:cNvSpPr/>
            <p:nvPr/>
          </p:nvSpPr>
          <p:spPr>
            <a:xfrm>
              <a:off x="5234229" y="21987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1" name="pt19891"/>
            <p:cNvSpPr/>
            <p:nvPr/>
          </p:nvSpPr>
          <p:spPr>
            <a:xfrm>
              <a:off x="5201784" y="198406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2" name="pt19892"/>
            <p:cNvSpPr/>
            <p:nvPr/>
          </p:nvSpPr>
          <p:spPr>
            <a:xfrm>
              <a:off x="4826522" y="216508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3" name="pt19893"/>
            <p:cNvSpPr/>
            <p:nvPr/>
          </p:nvSpPr>
          <p:spPr>
            <a:xfrm>
              <a:off x="4915904" y="19994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4" name="pt19894"/>
            <p:cNvSpPr/>
            <p:nvPr/>
          </p:nvSpPr>
          <p:spPr>
            <a:xfrm>
              <a:off x="5557100" y="205894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5" name="pt19895"/>
            <p:cNvSpPr/>
            <p:nvPr/>
          </p:nvSpPr>
          <p:spPr>
            <a:xfrm>
              <a:off x="4802108" y="18153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6" name="pt19896"/>
            <p:cNvSpPr/>
            <p:nvPr/>
          </p:nvSpPr>
          <p:spPr>
            <a:xfrm>
              <a:off x="5096418" y="204412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7" name="pt19897"/>
            <p:cNvSpPr/>
            <p:nvPr/>
          </p:nvSpPr>
          <p:spPr>
            <a:xfrm>
              <a:off x="5443815" y="211050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8" name="pt19898"/>
            <p:cNvSpPr/>
            <p:nvPr/>
          </p:nvSpPr>
          <p:spPr>
            <a:xfrm>
              <a:off x="5214252" y="214011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9" name="pt19899"/>
            <p:cNvSpPr/>
            <p:nvPr/>
          </p:nvSpPr>
          <p:spPr>
            <a:xfrm>
              <a:off x="5325803" y="21680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0" name="pt19900"/>
            <p:cNvSpPr/>
            <p:nvPr/>
          </p:nvSpPr>
          <p:spPr>
            <a:xfrm>
              <a:off x="5526892" y="196825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1" name="pt19901"/>
            <p:cNvSpPr/>
            <p:nvPr/>
          </p:nvSpPr>
          <p:spPr>
            <a:xfrm>
              <a:off x="5027797" y="272952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2" name="pt19902"/>
            <p:cNvSpPr/>
            <p:nvPr/>
          </p:nvSpPr>
          <p:spPr>
            <a:xfrm>
              <a:off x="5371383" y="191105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3" name="pt19903"/>
            <p:cNvSpPr/>
            <p:nvPr/>
          </p:nvSpPr>
          <p:spPr>
            <a:xfrm>
              <a:off x="4972133" y="2514513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4" name="pt19904"/>
            <p:cNvSpPr/>
            <p:nvPr/>
          </p:nvSpPr>
          <p:spPr>
            <a:xfrm>
              <a:off x="5299992" y="22144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5" name="pt19905"/>
            <p:cNvSpPr/>
            <p:nvPr/>
          </p:nvSpPr>
          <p:spPr>
            <a:xfrm>
              <a:off x="5099358" y="204356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6" name="pt19906"/>
            <p:cNvSpPr/>
            <p:nvPr/>
          </p:nvSpPr>
          <p:spPr>
            <a:xfrm>
              <a:off x="5045486" y="277179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7" name="pt19907"/>
            <p:cNvSpPr/>
            <p:nvPr/>
          </p:nvSpPr>
          <p:spPr>
            <a:xfrm>
              <a:off x="5506641" y="190266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8" name="pt19908"/>
            <p:cNvSpPr/>
            <p:nvPr/>
          </p:nvSpPr>
          <p:spPr>
            <a:xfrm>
              <a:off x="5393747" y="222282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9" name="pt19909"/>
            <p:cNvSpPr/>
            <p:nvPr/>
          </p:nvSpPr>
          <p:spPr>
            <a:xfrm>
              <a:off x="4952793" y="227284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0" name="pt19910"/>
            <p:cNvSpPr/>
            <p:nvPr/>
          </p:nvSpPr>
          <p:spPr>
            <a:xfrm>
              <a:off x="5661761" y="194252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1" name="pt19911"/>
            <p:cNvSpPr/>
            <p:nvPr/>
          </p:nvSpPr>
          <p:spPr>
            <a:xfrm>
              <a:off x="5330461" y="2205710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2" name="pt19912"/>
            <p:cNvSpPr/>
            <p:nvPr/>
          </p:nvSpPr>
          <p:spPr>
            <a:xfrm>
              <a:off x="5185199" y="2067994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3" name="pt19913"/>
            <p:cNvSpPr/>
            <p:nvPr/>
          </p:nvSpPr>
          <p:spPr>
            <a:xfrm>
              <a:off x="4655914" y="2796479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4" name="pt19914"/>
            <p:cNvSpPr/>
            <p:nvPr/>
          </p:nvSpPr>
          <p:spPr>
            <a:xfrm>
              <a:off x="5637316" y="187459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5" name="pt19915"/>
            <p:cNvSpPr/>
            <p:nvPr/>
          </p:nvSpPr>
          <p:spPr>
            <a:xfrm>
              <a:off x="5264997" y="2273986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6" name="pt19916"/>
            <p:cNvSpPr/>
            <p:nvPr/>
          </p:nvSpPr>
          <p:spPr>
            <a:xfrm>
              <a:off x="5406254" y="219140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7" name="pt19917"/>
            <p:cNvSpPr/>
            <p:nvPr/>
          </p:nvSpPr>
          <p:spPr>
            <a:xfrm>
              <a:off x="5616071" y="192553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8" name="pt19918"/>
            <p:cNvSpPr/>
            <p:nvPr/>
          </p:nvSpPr>
          <p:spPr>
            <a:xfrm>
              <a:off x="5558687" y="2033171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9" name="pt19919"/>
            <p:cNvSpPr/>
            <p:nvPr/>
          </p:nvSpPr>
          <p:spPr>
            <a:xfrm>
              <a:off x="5128305" y="211131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0" name="pt19920"/>
            <p:cNvSpPr/>
            <p:nvPr/>
          </p:nvSpPr>
          <p:spPr>
            <a:xfrm>
              <a:off x="5410033" y="2285252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1" name="pt19921"/>
            <p:cNvSpPr/>
            <p:nvPr/>
          </p:nvSpPr>
          <p:spPr>
            <a:xfrm>
              <a:off x="5349398" y="210849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2" name="pt19922"/>
            <p:cNvSpPr/>
            <p:nvPr/>
          </p:nvSpPr>
          <p:spPr>
            <a:xfrm>
              <a:off x="5718353" y="1872218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3" name="pt19923"/>
            <p:cNvSpPr/>
            <p:nvPr/>
          </p:nvSpPr>
          <p:spPr>
            <a:xfrm>
              <a:off x="5063557" y="2424435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4" name="pt19924"/>
            <p:cNvSpPr/>
            <p:nvPr/>
          </p:nvSpPr>
          <p:spPr>
            <a:xfrm>
              <a:off x="5346867" y="2237067"/>
              <a:ext cx="16849" cy="16849"/>
            </a:xfrm>
            <a:prstGeom prst="ellipse">
              <a:avLst/>
            </a:prstGeom>
            <a:solidFill>
              <a:srgbClr val="009E73">
                <a:alpha val="5882"/>
              </a:srgbClr>
            </a:solidFill>
            <a:ln w="7363" cap="rnd">
              <a:solidFill>
                <a:srgbClr val="009E73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5" name="pl19925"/>
            <p:cNvSpPr/>
            <p:nvPr/>
          </p:nvSpPr>
          <p:spPr>
            <a:xfrm>
              <a:off x="4423154" y="1739639"/>
              <a:ext cx="1702597" cy="925129"/>
            </a:xfrm>
            <a:custGeom>
              <a:avLst/>
              <a:pathLst>
                <a:path w="1702597" h="925129">
                  <a:moveTo>
                    <a:pt x="0" y="925129"/>
                  </a:moveTo>
                  <a:lnTo>
                    <a:pt x="21551" y="912379"/>
                  </a:lnTo>
                  <a:lnTo>
                    <a:pt x="43103" y="899652"/>
                  </a:lnTo>
                  <a:lnTo>
                    <a:pt x="64655" y="886974"/>
                  </a:lnTo>
                  <a:lnTo>
                    <a:pt x="86207" y="874367"/>
                  </a:lnTo>
                  <a:lnTo>
                    <a:pt x="107759" y="861855"/>
                  </a:lnTo>
                  <a:lnTo>
                    <a:pt x="129311" y="849463"/>
                  </a:lnTo>
                  <a:lnTo>
                    <a:pt x="150863" y="837214"/>
                  </a:lnTo>
                  <a:lnTo>
                    <a:pt x="172414" y="825133"/>
                  </a:lnTo>
                  <a:lnTo>
                    <a:pt x="193966" y="813242"/>
                  </a:lnTo>
                  <a:lnTo>
                    <a:pt x="215518" y="801566"/>
                  </a:lnTo>
                  <a:lnTo>
                    <a:pt x="237070" y="790129"/>
                  </a:lnTo>
                  <a:lnTo>
                    <a:pt x="258622" y="778954"/>
                  </a:lnTo>
                  <a:lnTo>
                    <a:pt x="280174" y="768066"/>
                  </a:lnTo>
                  <a:lnTo>
                    <a:pt x="301726" y="757488"/>
                  </a:lnTo>
                  <a:lnTo>
                    <a:pt x="323278" y="747245"/>
                  </a:lnTo>
                  <a:lnTo>
                    <a:pt x="344829" y="737360"/>
                  </a:lnTo>
                  <a:lnTo>
                    <a:pt x="366381" y="727856"/>
                  </a:lnTo>
                  <a:lnTo>
                    <a:pt x="387933" y="718759"/>
                  </a:lnTo>
                  <a:lnTo>
                    <a:pt x="409485" y="710091"/>
                  </a:lnTo>
                  <a:lnTo>
                    <a:pt x="431037" y="701877"/>
                  </a:lnTo>
                  <a:lnTo>
                    <a:pt x="452589" y="694140"/>
                  </a:lnTo>
                  <a:lnTo>
                    <a:pt x="474141" y="686905"/>
                  </a:lnTo>
                  <a:lnTo>
                    <a:pt x="495693" y="680195"/>
                  </a:lnTo>
                  <a:lnTo>
                    <a:pt x="517244" y="674033"/>
                  </a:lnTo>
                  <a:lnTo>
                    <a:pt x="538796" y="668445"/>
                  </a:lnTo>
                  <a:lnTo>
                    <a:pt x="560348" y="663454"/>
                  </a:lnTo>
                  <a:lnTo>
                    <a:pt x="581900" y="659082"/>
                  </a:lnTo>
                  <a:lnTo>
                    <a:pt x="603452" y="654491"/>
                  </a:lnTo>
                  <a:lnTo>
                    <a:pt x="625004" y="646537"/>
                  </a:lnTo>
                  <a:lnTo>
                    <a:pt x="646556" y="631692"/>
                  </a:lnTo>
                  <a:lnTo>
                    <a:pt x="668108" y="606430"/>
                  </a:lnTo>
                  <a:lnTo>
                    <a:pt x="689659" y="567225"/>
                  </a:lnTo>
                  <a:lnTo>
                    <a:pt x="711211" y="510935"/>
                  </a:lnTo>
                  <a:lnTo>
                    <a:pt x="732763" y="443671"/>
                  </a:lnTo>
                  <a:lnTo>
                    <a:pt x="754315" y="381024"/>
                  </a:lnTo>
                  <a:lnTo>
                    <a:pt x="775867" y="339014"/>
                  </a:lnTo>
                  <a:lnTo>
                    <a:pt x="797419" y="333661"/>
                  </a:lnTo>
                  <a:lnTo>
                    <a:pt x="818971" y="373473"/>
                  </a:lnTo>
                  <a:lnTo>
                    <a:pt x="840523" y="433196"/>
                  </a:lnTo>
                  <a:lnTo>
                    <a:pt x="862074" y="478091"/>
                  </a:lnTo>
                  <a:lnTo>
                    <a:pt x="883626" y="473737"/>
                  </a:lnTo>
                  <a:lnTo>
                    <a:pt x="905178" y="414330"/>
                  </a:lnTo>
                  <a:lnTo>
                    <a:pt x="926730" y="345183"/>
                  </a:lnTo>
                  <a:lnTo>
                    <a:pt x="948282" y="316500"/>
                  </a:lnTo>
                  <a:lnTo>
                    <a:pt x="969834" y="347349"/>
                  </a:lnTo>
                  <a:lnTo>
                    <a:pt x="991386" y="404167"/>
                  </a:lnTo>
                  <a:lnTo>
                    <a:pt x="1012938" y="448312"/>
                  </a:lnTo>
                  <a:lnTo>
                    <a:pt x="1034489" y="446744"/>
                  </a:lnTo>
                  <a:lnTo>
                    <a:pt x="1056041" y="404119"/>
                  </a:lnTo>
                  <a:lnTo>
                    <a:pt x="1077593" y="340640"/>
                  </a:lnTo>
                  <a:lnTo>
                    <a:pt x="1099145" y="276559"/>
                  </a:lnTo>
                  <a:lnTo>
                    <a:pt x="1120697" y="227609"/>
                  </a:lnTo>
                  <a:lnTo>
                    <a:pt x="1142249" y="193642"/>
                  </a:lnTo>
                  <a:lnTo>
                    <a:pt x="1163801" y="171026"/>
                  </a:lnTo>
                  <a:lnTo>
                    <a:pt x="1185353" y="156128"/>
                  </a:lnTo>
                  <a:lnTo>
                    <a:pt x="1206904" y="145318"/>
                  </a:lnTo>
                  <a:lnTo>
                    <a:pt x="1228456" y="135575"/>
                  </a:lnTo>
                  <a:lnTo>
                    <a:pt x="1250008" y="126289"/>
                  </a:lnTo>
                  <a:lnTo>
                    <a:pt x="1271560" y="117439"/>
                  </a:lnTo>
                  <a:lnTo>
                    <a:pt x="1293112" y="109003"/>
                  </a:lnTo>
                  <a:lnTo>
                    <a:pt x="1314664" y="100963"/>
                  </a:lnTo>
                  <a:lnTo>
                    <a:pt x="1336216" y="93295"/>
                  </a:lnTo>
                  <a:lnTo>
                    <a:pt x="1357768" y="85981"/>
                  </a:lnTo>
                  <a:lnTo>
                    <a:pt x="1379319" y="78998"/>
                  </a:lnTo>
                  <a:lnTo>
                    <a:pt x="1400871" y="72327"/>
                  </a:lnTo>
                  <a:lnTo>
                    <a:pt x="1422423" y="65947"/>
                  </a:lnTo>
                  <a:lnTo>
                    <a:pt x="1443975" y="59836"/>
                  </a:lnTo>
                  <a:lnTo>
                    <a:pt x="1465527" y="53975"/>
                  </a:lnTo>
                  <a:lnTo>
                    <a:pt x="1487079" y="48342"/>
                  </a:lnTo>
                  <a:lnTo>
                    <a:pt x="1508631" y="42916"/>
                  </a:lnTo>
                  <a:lnTo>
                    <a:pt x="1530183" y="37677"/>
                  </a:lnTo>
                  <a:lnTo>
                    <a:pt x="1551734" y="32604"/>
                  </a:lnTo>
                  <a:lnTo>
                    <a:pt x="1573286" y="27676"/>
                  </a:lnTo>
                  <a:lnTo>
                    <a:pt x="1594838" y="22873"/>
                  </a:lnTo>
                  <a:lnTo>
                    <a:pt x="1616390" y="18174"/>
                  </a:lnTo>
                  <a:lnTo>
                    <a:pt x="1637942" y="13558"/>
                  </a:lnTo>
                  <a:lnTo>
                    <a:pt x="1659494" y="9004"/>
                  </a:lnTo>
                  <a:lnTo>
                    <a:pt x="1681046" y="4491"/>
                  </a:lnTo>
                  <a:lnTo>
                    <a:pt x="1702597" y="0"/>
                  </a:lnTo>
                </a:path>
              </a:pathLst>
            </a:custGeom>
            <a:ln w="18970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6" name="rc19926"/>
            <p:cNvSpPr/>
            <p:nvPr/>
          </p:nvSpPr>
          <p:spPr>
            <a:xfrm>
              <a:off x="6267818" y="994304"/>
              <a:ext cx="1872857" cy="22477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27" name="pl19927"/>
            <p:cNvSpPr/>
            <p:nvPr/>
          </p:nvSpPr>
          <p:spPr>
            <a:xfrm>
              <a:off x="6267818" y="3175208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8" name="pl19928"/>
            <p:cNvSpPr/>
            <p:nvPr/>
          </p:nvSpPr>
          <p:spPr>
            <a:xfrm>
              <a:off x="6267818" y="2629100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9" name="pl19929"/>
            <p:cNvSpPr/>
            <p:nvPr/>
          </p:nvSpPr>
          <p:spPr>
            <a:xfrm>
              <a:off x="6267818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0" name="pl19930"/>
            <p:cNvSpPr/>
            <p:nvPr/>
          </p:nvSpPr>
          <p:spPr>
            <a:xfrm>
              <a:off x="6267818" y="1536882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1" name="pl19931"/>
            <p:cNvSpPr/>
            <p:nvPr/>
          </p:nvSpPr>
          <p:spPr>
            <a:xfrm>
              <a:off x="6267818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813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2" name="pt19932"/>
            <p:cNvSpPr/>
            <p:nvPr/>
          </p:nvSpPr>
          <p:spPr>
            <a:xfrm>
              <a:off x="6922737" y="2022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3" name="pt19933"/>
            <p:cNvSpPr/>
            <p:nvPr/>
          </p:nvSpPr>
          <p:spPr>
            <a:xfrm>
              <a:off x="7107576" y="2041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4" name="pt19934"/>
            <p:cNvSpPr/>
            <p:nvPr/>
          </p:nvSpPr>
          <p:spPr>
            <a:xfrm>
              <a:off x="6975543" y="2072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5" name="pt19935"/>
            <p:cNvSpPr/>
            <p:nvPr/>
          </p:nvSpPr>
          <p:spPr>
            <a:xfrm>
              <a:off x="7409403" y="245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6" name="pt19936"/>
            <p:cNvSpPr/>
            <p:nvPr/>
          </p:nvSpPr>
          <p:spPr>
            <a:xfrm>
              <a:off x="7115623" y="1978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7" name="pt19937"/>
            <p:cNvSpPr/>
            <p:nvPr/>
          </p:nvSpPr>
          <p:spPr>
            <a:xfrm>
              <a:off x="7387580" y="2438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8" name="pt19938"/>
            <p:cNvSpPr/>
            <p:nvPr/>
          </p:nvSpPr>
          <p:spPr>
            <a:xfrm>
              <a:off x="7308193" y="2282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9" name="pt19939"/>
            <p:cNvSpPr/>
            <p:nvPr/>
          </p:nvSpPr>
          <p:spPr>
            <a:xfrm>
              <a:off x="7117939" y="2005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0" name="pt19940"/>
            <p:cNvSpPr/>
            <p:nvPr/>
          </p:nvSpPr>
          <p:spPr>
            <a:xfrm>
              <a:off x="6936747" y="191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1" name="pt19941"/>
            <p:cNvSpPr/>
            <p:nvPr/>
          </p:nvSpPr>
          <p:spPr>
            <a:xfrm>
              <a:off x="6740460" y="2609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2" name="pt19942"/>
            <p:cNvSpPr/>
            <p:nvPr/>
          </p:nvSpPr>
          <p:spPr>
            <a:xfrm>
              <a:off x="7229516" y="204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3" name="pt19943"/>
            <p:cNvSpPr/>
            <p:nvPr/>
          </p:nvSpPr>
          <p:spPr>
            <a:xfrm>
              <a:off x="7195338" y="2037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4" name="pt19944"/>
            <p:cNvSpPr/>
            <p:nvPr/>
          </p:nvSpPr>
          <p:spPr>
            <a:xfrm>
              <a:off x="7117552" y="1958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5" name="pt19945"/>
            <p:cNvSpPr/>
            <p:nvPr/>
          </p:nvSpPr>
          <p:spPr>
            <a:xfrm>
              <a:off x="7125533" y="2082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6" name="pt19946"/>
            <p:cNvSpPr/>
            <p:nvPr/>
          </p:nvSpPr>
          <p:spPr>
            <a:xfrm>
              <a:off x="6926907" y="1918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7" name="pt19947"/>
            <p:cNvSpPr/>
            <p:nvPr/>
          </p:nvSpPr>
          <p:spPr>
            <a:xfrm>
              <a:off x="7039956" y="2243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8" name="pt19948"/>
            <p:cNvSpPr/>
            <p:nvPr/>
          </p:nvSpPr>
          <p:spPr>
            <a:xfrm>
              <a:off x="7106149" y="2055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9" name="pt19949"/>
            <p:cNvSpPr/>
            <p:nvPr/>
          </p:nvSpPr>
          <p:spPr>
            <a:xfrm>
              <a:off x="7151413" y="2172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0" name="pt19950"/>
            <p:cNvSpPr/>
            <p:nvPr/>
          </p:nvSpPr>
          <p:spPr>
            <a:xfrm>
              <a:off x="7148527" y="2033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1" name="pt19951"/>
            <p:cNvSpPr/>
            <p:nvPr/>
          </p:nvSpPr>
          <p:spPr>
            <a:xfrm>
              <a:off x="7156312" y="2389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2" name="pt19952"/>
            <p:cNvSpPr/>
            <p:nvPr/>
          </p:nvSpPr>
          <p:spPr>
            <a:xfrm>
              <a:off x="6617010" y="2219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3" name="pt19953"/>
            <p:cNvSpPr/>
            <p:nvPr/>
          </p:nvSpPr>
          <p:spPr>
            <a:xfrm>
              <a:off x="7072918" y="2140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4" name="pt19954"/>
            <p:cNvSpPr/>
            <p:nvPr/>
          </p:nvSpPr>
          <p:spPr>
            <a:xfrm>
              <a:off x="7093967" y="2386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5" name="pt19955"/>
            <p:cNvSpPr/>
            <p:nvPr/>
          </p:nvSpPr>
          <p:spPr>
            <a:xfrm>
              <a:off x="7047122" y="2065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6" name="pt19956"/>
            <p:cNvSpPr/>
            <p:nvPr/>
          </p:nvSpPr>
          <p:spPr>
            <a:xfrm>
              <a:off x="7287678" y="2028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7" name="pt19957"/>
            <p:cNvSpPr/>
            <p:nvPr/>
          </p:nvSpPr>
          <p:spPr>
            <a:xfrm>
              <a:off x="7076154" y="2103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8" name="pt19958"/>
            <p:cNvSpPr/>
            <p:nvPr/>
          </p:nvSpPr>
          <p:spPr>
            <a:xfrm>
              <a:off x="7414230" y="2405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9" name="pt19959"/>
            <p:cNvSpPr/>
            <p:nvPr/>
          </p:nvSpPr>
          <p:spPr>
            <a:xfrm>
              <a:off x="7412084" y="2133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0" name="pt19960"/>
            <p:cNvSpPr/>
            <p:nvPr/>
          </p:nvSpPr>
          <p:spPr>
            <a:xfrm>
              <a:off x="6980686" y="2159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1" name="pt19961"/>
            <p:cNvSpPr/>
            <p:nvPr/>
          </p:nvSpPr>
          <p:spPr>
            <a:xfrm>
              <a:off x="7300413" y="2109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2" name="pt19962"/>
            <p:cNvSpPr/>
            <p:nvPr/>
          </p:nvSpPr>
          <p:spPr>
            <a:xfrm>
              <a:off x="6984641" y="2255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3" name="pt19963"/>
            <p:cNvSpPr/>
            <p:nvPr/>
          </p:nvSpPr>
          <p:spPr>
            <a:xfrm>
              <a:off x="6849018" y="209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4" name="pt19964"/>
            <p:cNvSpPr/>
            <p:nvPr/>
          </p:nvSpPr>
          <p:spPr>
            <a:xfrm>
              <a:off x="7191420" y="2194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5" name="pt19965"/>
            <p:cNvSpPr/>
            <p:nvPr/>
          </p:nvSpPr>
          <p:spPr>
            <a:xfrm>
              <a:off x="7201996" y="2000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6" name="pt19966"/>
            <p:cNvSpPr/>
            <p:nvPr/>
          </p:nvSpPr>
          <p:spPr>
            <a:xfrm>
              <a:off x="7249880" y="1985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7" name="pt19967"/>
            <p:cNvSpPr/>
            <p:nvPr/>
          </p:nvSpPr>
          <p:spPr>
            <a:xfrm>
              <a:off x="7038434" y="2052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8" name="pt19968"/>
            <p:cNvSpPr/>
            <p:nvPr/>
          </p:nvSpPr>
          <p:spPr>
            <a:xfrm>
              <a:off x="6979792" y="2175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9" name="pt19969"/>
            <p:cNvSpPr/>
            <p:nvPr/>
          </p:nvSpPr>
          <p:spPr>
            <a:xfrm>
              <a:off x="7278993" y="2033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0" name="pt19970"/>
            <p:cNvSpPr/>
            <p:nvPr/>
          </p:nvSpPr>
          <p:spPr>
            <a:xfrm>
              <a:off x="6675651" y="1693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1" name="pt19971"/>
            <p:cNvSpPr/>
            <p:nvPr/>
          </p:nvSpPr>
          <p:spPr>
            <a:xfrm>
              <a:off x="7059509" y="2205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2" name="pt19972"/>
            <p:cNvSpPr/>
            <p:nvPr/>
          </p:nvSpPr>
          <p:spPr>
            <a:xfrm>
              <a:off x="7153554" y="236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3" name="pt19973"/>
            <p:cNvSpPr/>
            <p:nvPr/>
          </p:nvSpPr>
          <p:spPr>
            <a:xfrm>
              <a:off x="6805118" y="2215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4" name="pt19974"/>
            <p:cNvSpPr/>
            <p:nvPr/>
          </p:nvSpPr>
          <p:spPr>
            <a:xfrm>
              <a:off x="7198279" y="1980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5" name="pt19975"/>
            <p:cNvSpPr/>
            <p:nvPr/>
          </p:nvSpPr>
          <p:spPr>
            <a:xfrm>
              <a:off x="6992470" y="2410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6" name="pt19976"/>
            <p:cNvSpPr/>
            <p:nvPr/>
          </p:nvSpPr>
          <p:spPr>
            <a:xfrm>
              <a:off x="7271598" y="193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7" name="pt19977"/>
            <p:cNvSpPr/>
            <p:nvPr/>
          </p:nvSpPr>
          <p:spPr>
            <a:xfrm>
              <a:off x="6937248" y="1960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8" name="pt19978"/>
            <p:cNvSpPr/>
            <p:nvPr/>
          </p:nvSpPr>
          <p:spPr>
            <a:xfrm>
              <a:off x="7318964" y="2539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9" name="pt19979"/>
            <p:cNvSpPr/>
            <p:nvPr/>
          </p:nvSpPr>
          <p:spPr>
            <a:xfrm>
              <a:off x="7068702" y="2157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0" name="pt19980"/>
            <p:cNvSpPr/>
            <p:nvPr/>
          </p:nvSpPr>
          <p:spPr>
            <a:xfrm>
              <a:off x="7358178" y="252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1" name="pt19981"/>
            <p:cNvSpPr/>
            <p:nvPr/>
          </p:nvSpPr>
          <p:spPr>
            <a:xfrm>
              <a:off x="7139651" y="1987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2" name="pt19982"/>
            <p:cNvSpPr/>
            <p:nvPr/>
          </p:nvSpPr>
          <p:spPr>
            <a:xfrm>
              <a:off x="6855637" y="2147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3" name="pt19983"/>
            <p:cNvSpPr/>
            <p:nvPr/>
          </p:nvSpPr>
          <p:spPr>
            <a:xfrm>
              <a:off x="6629054" y="1791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4" name="pt19984"/>
            <p:cNvSpPr/>
            <p:nvPr/>
          </p:nvSpPr>
          <p:spPr>
            <a:xfrm>
              <a:off x="7532679" y="2105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5" name="pt19985"/>
            <p:cNvSpPr/>
            <p:nvPr/>
          </p:nvSpPr>
          <p:spPr>
            <a:xfrm>
              <a:off x="7044047" y="2188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6" name="pt19986"/>
            <p:cNvSpPr/>
            <p:nvPr/>
          </p:nvSpPr>
          <p:spPr>
            <a:xfrm>
              <a:off x="7100816" y="2252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7" name="pt19987"/>
            <p:cNvSpPr/>
            <p:nvPr/>
          </p:nvSpPr>
          <p:spPr>
            <a:xfrm>
              <a:off x="7161086" y="2346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8" name="pt19988"/>
            <p:cNvSpPr/>
            <p:nvPr/>
          </p:nvSpPr>
          <p:spPr>
            <a:xfrm>
              <a:off x="6955728" y="1655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9" name="pt19989"/>
            <p:cNvSpPr/>
            <p:nvPr/>
          </p:nvSpPr>
          <p:spPr>
            <a:xfrm>
              <a:off x="7060982" y="2187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0" name="pt19990"/>
            <p:cNvSpPr/>
            <p:nvPr/>
          </p:nvSpPr>
          <p:spPr>
            <a:xfrm>
              <a:off x="6891933" y="2117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1" name="pt19991"/>
            <p:cNvSpPr/>
            <p:nvPr/>
          </p:nvSpPr>
          <p:spPr>
            <a:xfrm>
              <a:off x="7069404" y="2042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2" name="pt19992"/>
            <p:cNvSpPr/>
            <p:nvPr/>
          </p:nvSpPr>
          <p:spPr>
            <a:xfrm>
              <a:off x="7101422" y="2108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3" name="pt19993"/>
            <p:cNvSpPr/>
            <p:nvPr/>
          </p:nvSpPr>
          <p:spPr>
            <a:xfrm>
              <a:off x="7174295" y="2219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4" name="pt19994"/>
            <p:cNvSpPr/>
            <p:nvPr/>
          </p:nvSpPr>
          <p:spPr>
            <a:xfrm>
              <a:off x="7085120" y="2257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5" name="pt19995"/>
            <p:cNvSpPr/>
            <p:nvPr/>
          </p:nvSpPr>
          <p:spPr>
            <a:xfrm>
              <a:off x="7077868" y="2114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6" name="pt19996"/>
            <p:cNvSpPr/>
            <p:nvPr/>
          </p:nvSpPr>
          <p:spPr>
            <a:xfrm>
              <a:off x="7234051" y="2072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7" name="pt19997"/>
            <p:cNvSpPr/>
            <p:nvPr/>
          </p:nvSpPr>
          <p:spPr>
            <a:xfrm>
              <a:off x="7010839" y="2164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8" name="pt19998"/>
            <p:cNvSpPr/>
            <p:nvPr/>
          </p:nvSpPr>
          <p:spPr>
            <a:xfrm>
              <a:off x="7157406" y="2315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9" name="pt19999"/>
            <p:cNvSpPr/>
            <p:nvPr/>
          </p:nvSpPr>
          <p:spPr>
            <a:xfrm>
              <a:off x="7004529" y="1970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0" name="pt20000"/>
            <p:cNvSpPr/>
            <p:nvPr/>
          </p:nvSpPr>
          <p:spPr>
            <a:xfrm>
              <a:off x="7151953" y="217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1" name="pt20001"/>
            <p:cNvSpPr/>
            <p:nvPr/>
          </p:nvSpPr>
          <p:spPr>
            <a:xfrm>
              <a:off x="7054831" y="2089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2" name="pt20002"/>
            <p:cNvSpPr/>
            <p:nvPr/>
          </p:nvSpPr>
          <p:spPr>
            <a:xfrm>
              <a:off x="7034013" y="2270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3" name="pt20003"/>
            <p:cNvSpPr/>
            <p:nvPr/>
          </p:nvSpPr>
          <p:spPr>
            <a:xfrm>
              <a:off x="7154243" y="2176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4" name="pt20004"/>
            <p:cNvSpPr/>
            <p:nvPr/>
          </p:nvSpPr>
          <p:spPr>
            <a:xfrm>
              <a:off x="7086106" y="2180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5" name="pt20005"/>
            <p:cNvSpPr/>
            <p:nvPr/>
          </p:nvSpPr>
          <p:spPr>
            <a:xfrm>
              <a:off x="6984915" y="2174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6" name="pt20006"/>
            <p:cNvSpPr/>
            <p:nvPr/>
          </p:nvSpPr>
          <p:spPr>
            <a:xfrm>
              <a:off x="6862497" y="2132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7" name="pt20007"/>
            <p:cNvSpPr/>
            <p:nvPr/>
          </p:nvSpPr>
          <p:spPr>
            <a:xfrm>
              <a:off x="7277504" y="1990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8" name="pt20008"/>
            <p:cNvSpPr/>
            <p:nvPr/>
          </p:nvSpPr>
          <p:spPr>
            <a:xfrm>
              <a:off x="7115251" y="1930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9" name="pt20009"/>
            <p:cNvSpPr/>
            <p:nvPr/>
          </p:nvSpPr>
          <p:spPr>
            <a:xfrm>
              <a:off x="7104070" y="209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0" name="pt20010"/>
            <p:cNvSpPr/>
            <p:nvPr/>
          </p:nvSpPr>
          <p:spPr>
            <a:xfrm>
              <a:off x="7048178" y="2091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1" name="pt20011"/>
            <p:cNvSpPr/>
            <p:nvPr/>
          </p:nvSpPr>
          <p:spPr>
            <a:xfrm>
              <a:off x="6961900" y="2095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2" name="pt20012"/>
            <p:cNvSpPr/>
            <p:nvPr/>
          </p:nvSpPr>
          <p:spPr>
            <a:xfrm>
              <a:off x="7072826" y="2145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3" name="pt20013"/>
            <p:cNvSpPr/>
            <p:nvPr/>
          </p:nvSpPr>
          <p:spPr>
            <a:xfrm>
              <a:off x="7158340" y="214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4" name="pt20014"/>
            <p:cNvSpPr/>
            <p:nvPr/>
          </p:nvSpPr>
          <p:spPr>
            <a:xfrm>
              <a:off x="7140268" y="1978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5" name="pt20015"/>
            <p:cNvSpPr/>
            <p:nvPr/>
          </p:nvSpPr>
          <p:spPr>
            <a:xfrm>
              <a:off x="7082554" y="2245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6" name="pt20016"/>
            <p:cNvSpPr/>
            <p:nvPr/>
          </p:nvSpPr>
          <p:spPr>
            <a:xfrm>
              <a:off x="7136348" y="2034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7" name="pt20017"/>
            <p:cNvSpPr/>
            <p:nvPr/>
          </p:nvSpPr>
          <p:spPr>
            <a:xfrm>
              <a:off x="6934012" y="1836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8" name="pt20018"/>
            <p:cNvSpPr/>
            <p:nvPr/>
          </p:nvSpPr>
          <p:spPr>
            <a:xfrm>
              <a:off x="6772292" y="1987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9" name="pt20019"/>
            <p:cNvSpPr/>
            <p:nvPr/>
          </p:nvSpPr>
          <p:spPr>
            <a:xfrm>
              <a:off x="7000589" y="1933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0" name="pt20020"/>
            <p:cNvSpPr/>
            <p:nvPr/>
          </p:nvSpPr>
          <p:spPr>
            <a:xfrm>
              <a:off x="6984378" y="2226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1" name="pt20021"/>
            <p:cNvSpPr/>
            <p:nvPr/>
          </p:nvSpPr>
          <p:spPr>
            <a:xfrm>
              <a:off x="7360316" y="2207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2" name="pt20022"/>
            <p:cNvSpPr/>
            <p:nvPr/>
          </p:nvSpPr>
          <p:spPr>
            <a:xfrm>
              <a:off x="6836869" y="1591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3" name="pt20023"/>
            <p:cNvSpPr/>
            <p:nvPr/>
          </p:nvSpPr>
          <p:spPr>
            <a:xfrm>
              <a:off x="7039429" y="2219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4" name="pt20024"/>
            <p:cNvSpPr/>
            <p:nvPr/>
          </p:nvSpPr>
          <p:spPr>
            <a:xfrm>
              <a:off x="6942153" y="1986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5" name="pt20025"/>
            <p:cNvSpPr/>
            <p:nvPr/>
          </p:nvSpPr>
          <p:spPr>
            <a:xfrm>
              <a:off x="7220815" y="1865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6" name="pt20026"/>
            <p:cNvSpPr/>
            <p:nvPr/>
          </p:nvSpPr>
          <p:spPr>
            <a:xfrm>
              <a:off x="7119522" y="1977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7" name="pt20027"/>
            <p:cNvSpPr/>
            <p:nvPr/>
          </p:nvSpPr>
          <p:spPr>
            <a:xfrm>
              <a:off x="7643434" y="245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8" name="pt20028"/>
            <p:cNvSpPr/>
            <p:nvPr/>
          </p:nvSpPr>
          <p:spPr>
            <a:xfrm>
              <a:off x="7653134" y="2587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9" name="pt20029"/>
            <p:cNvSpPr/>
            <p:nvPr/>
          </p:nvSpPr>
          <p:spPr>
            <a:xfrm>
              <a:off x="7179255" y="2160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0" name="pt20030"/>
            <p:cNvSpPr/>
            <p:nvPr/>
          </p:nvSpPr>
          <p:spPr>
            <a:xfrm>
              <a:off x="7069087" y="2091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1" name="pt20031"/>
            <p:cNvSpPr/>
            <p:nvPr/>
          </p:nvSpPr>
          <p:spPr>
            <a:xfrm>
              <a:off x="7087098" y="2256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2" name="pt20032"/>
            <p:cNvSpPr/>
            <p:nvPr/>
          </p:nvSpPr>
          <p:spPr>
            <a:xfrm>
              <a:off x="6781207" y="237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3" name="pt20033"/>
            <p:cNvSpPr/>
            <p:nvPr/>
          </p:nvSpPr>
          <p:spPr>
            <a:xfrm>
              <a:off x="7067805" y="2133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4" name="pt20034"/>
            <p:cNvSpPr/>
            <p:nvPr/>
          </p:nvSpPr>
          <p:spPr>
            <a:xfrm>
              <a:off x="7219979" y="2015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5" name="pt20035"/>
            <p:cNvSpPr/>
            <p:nvPr/>
          </p:nvSpPr>
          <p:spPr>
            <a:xfrm>
              <a:off x="7075580" y="202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6" name="pt20036"/>
            <p:cNvSpPr/>
            <p:nvPr/>
          </p:nvSpPr>
          <p:spPr>
            <a:xfrm>
              <a:off x="6972879" y="1803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7" name="pt20037"/>
            <p:cNvSpPr/>
            <p:nvPr/>
          </p:nvSpPr>
          <p:spPr>
            <a:xfrm>
              <a:off x="6803892" y="2280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8" name="pt20038"/>
            <p:cNvSpPr/>
            <p:nvPr/>
          </p:nvSpPr>
          <p:spPr>
            <a:xfrm>
              <a:off x="7077712" y="1928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9" name="pt20039"/>
            <p:cNvSpPr/>
            <p:nvPr/>
          </p:nvSpPr>
          <p:spPr>
            <a:xfrm>
              <a:off x="7246253" y="1936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0" name="pt20040"/>
            <p:cNvSpPr/>
            <p:nvPr/>
          </p:nvSpPr>
          <p:spPr>
            <a:xfrm>
              <a:off x="6678556" y="2253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1" name="pt20041"/>
            <p:cNvSpPr/>
            <p:nvPr/>
          </p:nvSpPr>
          <p:spPr>
            <a:xfrm>
              <a:off x="7015243" y="2345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2" name="pt20042"/>
            <p:cNvSpPr/>
            <p:nvPr/>
          </p:nvSpPr>
          <p:spPr>
            <a:xfrm>
              <a:off x="7207899" y="2042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3" name="pt20043"/>
            <p:cNvSpPr/>
            <p:nvPr/>
          </p:nvSpPr>
          <p:spPr>
            <a:xfrm>
              <a:off x="7185314" y="1803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4" name="pt20044"/>
            <p:cNvSpPr/>
            <p:nvPr/>
          </p:nvSpPr>
          <p:spPr>
            <a:xfrm>
              <a:off x="7057249" y="2116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5" name="pt20045"/>
            <p:cNvSpPr/>
            <p:nvPr/>
          </p:nvSpPr>
          <p:spPr>
            <a:xfrm>
              <a:off x="7107785" y="2078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6" name="pt20046"/>
            <p:cNvSpPr/>
            <p:nvPr/>
          </p:nvSpPr>
          <p:spPr>
            <a:xfrm>
              <a:off x="6884539" y="1828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7" name="pt20047"/>
            <p:cNvSpPr/>
            <p:nvPr/>
          </p:nvSpPr>
          <p:spPr>
            <a:xfrm>
              <a:off x="6972867" y="2138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8" name="pt20048"/>
            <p:cNvSpPr/>
            <p:nvPr/>
          </p:nvSpPr>
          <p:spPr>
            <a:xfrm>
              <a:off x="7128995" y="2158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9" name="pt20049"/>
            <p:cNvSpPr/>
            <p:nvPr/>
          </p:nvSpPr>
          <p:spPr>
            <a:xfrm>
              <a:off x="6905384" y="2057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0" name="pt20050"/>
            <p:cNvSpPr/>
            <p:nvPr/>
          </p:nvSpPr>
          <p:spPr>
            <a:xfrm>
              <a:off x="7226455" y="1940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1" name="pt20051"/>
            <p:cNvSpPr/>
            <p:nvPr/>
          </p:nvSpPr>
          <p:spPr>
            <a:xfrm>
              <a:off x="7389045" y="2112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2" name="pt20052"/>
            <p:cNvSpPr/>
            <p:nvPr/>
          </p:nvSpPr>
          <p:spPr>
            <a:xfrm>
              <a:off x="7110162" y="2070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3" name="pt20053"/>
            <p:cNvSpPr/>
            <p:nvPr/>
          </p:nvSpPr>
          <p:spPr>
            <a:xfrm>
              <a:off x="7293293" y="1985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4" name="pt20054"/>
            <p:cNvSpPr/>
            <p:nvPr/>
          </p:nvSpPr>
          <p:spPr>
            <a:xfrm>
              <a:off x="6982314" y="2237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5" name="pt20055"/>
            <p:cNvSpPr/>
            <p:nvPr/>
          </p:nvSpPr>
          <p:spPr>
            <a:xfrm>
              <a:off x="7125641" y="2092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6" name="pt20056"/>
            <p:cNvSpPr/>
            <p:nvPr/>
          </p:nvSpPr>
          <p:spPr>
            <a:xfrm>
              <a:off x="7056205" y="2054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7" name="pt20057"/>
            <p:cNvSpPr/>
            <p:nvPr/>
          </p:nvSpPr>
          <p:spPr>
            <a:xfrm>
              <a:off x="7210028" y="2032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8" name="pt20058"/>
            <p:cNvSpPr/>
            <p:nvPr/>
          </p:nvSpPr>
          <p:spPr>
            <a:xfrm>
              <a:off x="7060802" y="2157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9" name="pt20059"/>
            <p:cNvSpPr/>
            <p:nvPr/>
          </p:nvSpPr>
          <p:spPr>
            <a:xfrm>
              <a:off x="7494560" y="2246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0" name="pt20060"/>
            <p:cNvSpPr/>
            <p:nvPr/>
          </p:nvSpPr>
          <p:spPr>
            <a:xfrm>
              <a:off x="7115718" y="2011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1" name="pt20061"/>
            <p:cNvSpPr/>
            <p:nvPr/>
          </p:nvSpPr>
          <p:spPr>
            <a:xfrm>
              <a:off x="7009822" y="2024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2" name="pt20062"/>
            <p:cNvSpPr/>
            <p:nvPr/>
          </p:nvSpPr>
          <p:spPr>
            <a:xfrm>
              <a:off x="7155511" y="212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3" name="pt20063"/>
            <p:cNvSpPr/>
            <p:nvPr/>
          </p:nvSpPr>
          <p:spPr>
            <a:xfrm>
              <a:off x="7101000" y="2233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4" name="pt20064"/>
            <p:cNvSpPr/>
            <p:nvPr/>
          </p:nvSpPr>
          <p:spPr>
            <a:xfrm>
              <a:off x="6916275" y="1969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5" name="pt20065"/>
            <p:cNvSpPr/>
            <p:nvPr/>
          </p:nvSpPr>
          <p:spPr>
            <a:xfrm>
              <a:off x="6916002" y="1877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6" name="pt20066"/>
            <p:cNvSpPr/>
            <p:nvPr/>
          </p:nvSpPr>
          <p:spPr>
            <a:xfrm>
              <a:off x="7681634" y="2185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7" name="pt20067"/>
            <p:cNvSpPr/>
            <p:nvPr/>
          </p:nvSpPr>
          <p:spPr>
            <a:xfrm>
              <a:off x="7219204" y="207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8" name="pt20068"/>
            <p:cNvSpPr/>
            <p:nvPr/>
          </p:nvSpPr>
          <p:spPr>
            <a:xfrm>
              <a:off x="6501325" y="1836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9" name="pt20069"/>
            <p:cNvSpPr/>
            <p:nvPr/>
          </p:nvSpPr>
          <p:spPr>
            <a:xfrm>
              <a:off x="7144870" y="1967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0" name="pt20070"/>
            <p:cNvSpPr/>
            <p:nvPr/>
          </p:nvSpPr>
          <p:spPr>
            <a:xfrm>
              <a:off x="6815855" y="2060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1" name="pt20071"/>
            <p:cNvSpPr/>
            <p:nvPr/>
          </p:nvSpPr>
          <p:spPr>
            <a:xfrm>
              <a:off x="6970959" y="1921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2" name="pt20072"/>
            <p:cNvSpPr/>
            <p:nvPr/>
          </p:nvSpPr>
          <p:spPr>
            <a:xfrm>
              <a:off x="6991245" y="2335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3" name="pt20073"/>
            <p:cNvSpPr/>
            <p:nvPr/>
          </p:nvSpPr>
          <p:spPr>
            <a:xfrm>
              <a:off x="7051668" y="2063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4" name="pt20074"/>
            <p:cNvSpPr/>
            <p:nvPr/>
          </p:nvSpPr>
          <p:spPr>
            <a:xfrm>
              <a:off x="6978111" y="2209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5" name="pt20075"/>
            <p:cNvSpPr/>
            <p:nvPr/>
          </p:nvSpPr>
          <p:spPr>
            <a:xfrm>
              <a:off x="7144552" y="2005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6" name="pt20076"/>
            <p:cNvSpPr/>
            <p:nvPr/>
          </p:nvSpPr>
          <p:spPr>
            <a:xfrm>
              <a:off x="7209819" y="2045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7" name="pt20077"/>
            <p:cNvSpPr/>
            <p:nvPr/>
          </p:nvSpPr>
          <p:spPr>
            <a:xfrm>
              <a:off x="7150688" y="2192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8" name="pt20078"/>
            <p:cNvSpPr/>
            <p:nvPr/>
          </p:nvSpPr>
          <p:spPr>
            <a:xfrm>
              <a:off x="7151206" y="2111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9" name="pt20079"/>
            <p:cNvSpPr/>
            <p:nvPr/>
          </p:nvSpPr>
          <p:spPr>
            <a:xfrm>
              <a:off x="7259157" y="202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0" name="pt20080"/>
            <p:cNvSpPr/>
            <p:nvPr/>
          </p:nvSpPr>
          <p:spPr>
            <a:xfrm>
              <a:off x="7030661" y="2172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1" name="pt20081"/>
            <p:cNvSpPr/>
            <p:nvPr/>
          </p:nvSpPr>
          <p:spPr>
            <a:xfrm>
              <a:off x="7147449" y="2029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2" name="pt20082"/>
            <p:cNvSpPr/>
            <p:nvPr/>
          </p:nvSpPr>
          <p:spPr>
            <a:xfrm>
              <a:off x="7110139" y="2050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3" name="pt20083"/>
            <p:cNvSpPr/>
            <p:nvPr/>
          </p:nvSpPr>
          <p:spPr>
            <a:xfrm>
              <a:off x="7063453" y="2098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4" name="pt20084"/>
            <p:cNvSpPr/>
            <p:nvPr/>
          </p:nvSpPr>
          <p:spPr>
            <a:xfrm>
              <a:off x="6680401" y="2234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5" name="pt20085"/>
            <p:cNvSpPr/>
            <p:nvPr/>
          </p:nvSpPr>
          <p:spPr>
            <a:xfrm>
              <a:off x="6953260" y="1893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6" name="pt20086"/>
            <p:cNvSpPr/>
            <p:nvPr/>
          </p:nvSpPr>
          <p:spPr>
            <a:xfrm>
              <a:off x="7353251" y="2342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7" name="pt20087"/>
            <p:cNvSpPr/>
            <p:nvPr/>
          </p:nvSpPr>
          <p:spPr>
            <a:xfrm>
              <a:off x="7188740" y="2135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8" name="pt20088"/>
            <p:cNvSpPr/>
            <p:nvPr/>
          </p:nvSpPr>
          <p:spPr>
            <a:xfrm>
              <a:off x="7142313" y="2018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9" name="pt20089"/>
            <p:cNvSpPr/>
            <p:nvPr/>
          </p:nvSpPr>
          <p:spPr>
            <a:xfrm>
              <a:off x="7344420" y="2286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0" name="pt20090"/>
            <p:cNvSpPr/>
            <p:nvPr/>
          </p:nvSpPr>
          <p:spPr>
            <a:xfrm>
              <a:off x="6977378" y="2144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1" name="pt20091"/>
            <p:cNvSpPr/>
            <p:nvPr/>
          </p:nvSpPr>
          <p:spPr>
            <a:xfrm>
              <a:off x="7157915" y="2296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2" name="pt20092"/>
            <p:cNvSpPr/>
            <p:nvPr/>
          </p:nvSpPr>
          <p:spPr>
            <a:xfrm>
              <a:off x="7138370" y="1950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3" name="pt20093"/>
            <p:cNvSpPr/>
            <p:nvPr/>
          </p:nvSpPr>
          <p:spPr>
            <a:xfrm>
              <a:off x="7174273" y="201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4" name="pt20094"/>
            <p:cNvSpPr/>
            <p:nvPr/>
          </p:nvSpPr>
          <p:spPr>
            <a:xfrm>
              <a:off x="7133764" y="2040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5" name="pt20095"/>
            <p:cNvSpPr/>
            <p:nvPr/>
          </p:nvSpPr>
          <p:spPr>
            <a:xfrm>
              <a:off x="7578238" y="2312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6" name="pt20096"/>
            <p:cNvSpPr/>
            <p:nvPr/>
          </p:nvSpPr>
          <p:spPr>
            <a:xfrm>
              <a:off x="7107082" y="2015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7" name="pt20097"/>
            <p:cNvSpPr/>
            <p:nvPr/>
          </p:nvSpPr>
          <p:spPr>
            <a:xfrm>
              <a:off x="6937691" y="2056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8" name="pt20098"/>
            <p:cNvSpPr/>
            <p:nvPr/>
          </p:nvSpPr>
          <p:spPr>
            <a:xfrm>
              <a:off x="7051123" y="2121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9" name="pt20099"/>
            <p:cNvSpPr/>
            <p:nvPr/>
          </p:nvSpPr>
          <p:spPr>
            <a:xfrm>
              <a:off x="7173791" y="1950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0" name="pt20100"/>
            <p:cNvSpPr/>
            <p:nvPr/>
          </p:nvSpPr>
          <p:spPr>
            <a:xfrm>
              <a:off x="6954231" y="1781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1" name="pt20101"/>
            <p:cNvSpPr/>
            <p:nvPr/>
          </p:nvSpPr>
          <p:spPr>
            <a:xfrm>
              <a:off x="7327237" y="2256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2" name="pt20102"/>
            <p:cNvSpPr/>
            <p:nvPr/>
          </p:nvSpPr>
          <p:spPr>
            <a:xfrm>
              <a:off x="6930918" y="1925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3" name="pt20103"/>
            <p:cNvSpPr/>
            <p:nvPr/>
          </p:nvSpPr>
          <p:spPr>
            <a:xfrm>
              <a:off x="7229127" y="1995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4" name="pt20104"/>
            <p:cNvSpPr/>
            <p:nvPr/>
          </p:nvSpPr>
          <p:spPr>
            <a:xfrm>
              <a:off x="7355659" y="2612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5" name="pt20105"/>
            <p:cNvSpPr/>
            <p:nvPr/>
          </p:nvSpPr>
          <p:spPr>
            <a:xfrm>
              <a:off x="7020144" y="2067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6" name="pt20106"/>
            <p:cNvSpPr/>
            <p:nvPr/>
          </p:nvSpPr>
          <p:spPr>
            <a:xfrm>
              <a:off x="6950504" y="1910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7" name="pt20107"/>
            <p:cNvSpPr/>
            <p:nvPr/>
          </p:nvSpPr>
          <p:spPr>
            <a:xfrm>
              <a:off x="7196029" y="2173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8" name="pt20108"/>
            <p:cNvSpPr/>
            <p:nvPr/>
          </p:nvSpPr>
          <p:spPr>
            <a:xfrm>
              <a:off x="7091234" y="2234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9" name="pt20109"/>
            <p:cNvSpPr/>
            <p:nvPr/>
          </p:nvSpPr>
          <p:spPr>
            <a:xfrm>
              <a:off x="7034613" y="2210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0" name="pt20110"/>
            <p:cNvSpPr/>
            <p:nvPr/>
          </p:nvSpPr>
          <p:spPr>
            <a:xfrm>
              <a:off x="7026100" y="1930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1" name="pt20111"/>
            <p:cNvSpPr/>
            <p:nvPr/>
          </p:nvSpPr>
          <p:spPr>
            <a:xfrm>
              <a:off x="7255974" y="1927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2" name="pt20112"/>
            <p:cNvSpPr/>
            <p:nvPr/>
          </p:nvSpPr>
          <p:spPr>
            <a:xfrm>
              <a:off x="6630034" y="1666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3" name="pt20113"/>
            <p:cNvSpPr/>
            <p:nvPr/>
          </p:nvSpPr>
          <p:spPr>
            <a:xfrm>
              <a:off x="6775938" y="2189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4" name="pt20114"/>
            <p:cNvSpPr/>
            <p:nvPr/>
          </p:nvSpPr>
          <p:spPr>
            <a:xfrm>
              <a:off x="7108471" y="2085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5" name="pt20115"/>
            <p:cNvSpPr/>
            <p:nvPr/>
          </p:nvSpPr>
          <p:spPr>
            <a:xfrm>
              <a:off x="7219160" y="2099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6" name="pt20116"/>
            <p:cNvSpPr/>
            <p:nvPr/>
          </p:nvSpPr>
          <p:spPr>
            <a:xfrm>
              <a:off x="7115564" y="1953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7" name="pt20117"/>
            <p:cNvSpPr/>
            <p:nvPr/>
          </p:nvSpPr>
          <p:spPr>
            <a:xfrm>
              <a:off x="7075452" y="2124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8" name="pt20118"/>
            <p:cNvSpPr/>
            <p:nvPr/>
          </p:nvSpPr>
          <p:spPr>
            <a:xfrm>
              <a:off x="7183978" y="2133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9" name="pt20119"/>
            <p:cNvSpPr/>
            <p:nvPr/>
          </p:nvSpPr>
          <p:spPr>
            <a:xfrm>
              <a:off x="6907676" y="1949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0" name="pt20120"/>
            <p:cNvSpPr/>
            <p:nvPr/>
          </p:nvSpPr>
          <p:spPr>
            <a:xfrm>
              <a:off x="7037825" y="2215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1" name="pt20121"/>
            <p:cNvSpPr/>
            <p:nvPr/>
          </p:nvSpPr>
          <p:spPr>
            <a:xfrm>
              <a:off x="7133315" y="2004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2" name="pt20122"/>
            <p:cNvSpPr/>
            <p:nvPr/>
          </p:nvSpPr>
          <p:spPr>
            <a:xfrm>
              <a:off x="7274561" y="1980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3" name="pt20123"/>
            <p:cNvSpPr/>
            <p:nvPr/>
          </p:nvSpPr>
          <p:spPr>
            <a:xfrm>
              <a:off x="7119125" y="2010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4" name="pt20124"/>
            <p:cNvSpPr/>
            <p:nvPr/>
          </p:nvSpPr>
          <p:spPr>
            <a:xfrm>
              <a:off x="6776985" y="2341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5" name="pt20125"/>
            <p:cNvSpPr/>
            <p:nvPr/>
          </p:nvSpPr>
          <p:spPr>
            <a:xfrm>
              <a:off x="7192235" y="2230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6" name="pt20126"/>
            <p:cNvSpPr/>
            <p:nvPr/>
          </p:nvSpPr>
          <p:spPr>
            <a:xfrm>
              <a:off x="7149513" y="2204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7" name="pt20127"/>
            <p:cNvSpPr/>
            <p:nvPr/>
          </p:nvSpPr>
          <p:spPr>
            <a:xfrm>
              <a:off x="7041680" y="2211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8" name="pt20128"/>
            <p:cNvSpPr/>
            <p:nvPr/>
          </p:nvSpPr>
          <p:spPr>
            <a:xfrm>
              <a:off x="7113064" y="2010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9" name="pt20129"/>
            <p:cNvSpPr/>
            <p:nvPr/>
          </p:nvSpPr>
          <p:spPr>
            <a:xfrm>
              <a:off x="7207989" y="1976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0" name="pt20130"/>
            <p:cNvSpPr/>
            <p:nvPr/>
          </p:nvSpPr>
          <p:spPr>
            <a:xfrm>
              <a:off x="7290246" y="2088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1" name="pt20131"/>
            <p:cNvSpPr/>
            <p:nvPr/>
          </p:nvSpPr>
          <p:spPr>
            <a:xfrm>
              <a:off x="6923980" y="1949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2" name="pt20132"/>
            <p:cNvSpPr/>
            <p:nvPr/>
          </p:nvSpPr>
          <p:spPr>
            <a:xfrm>
              <a:off x="7193713" y="224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3" name="pt20133"/>
            <p:cNvSpPr/>
            <p:nvPr/>
          </p:nvSpPr>
          <p:spPr>
            <a:xfrm>
              <a:off x="7134170" y="2046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4" name="pt20134"/>
            <p:cNvSpPr/>
            <p:nvPr/>
          </p:nvSpPr>
          <p:spPr>
            <a:xfrm>
              <a:off x="7382855" y="2141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5" name="pt20135"/>
            <p:cNvSpPr/>
            <p:nvPr/>
          </p:nvSpPr>
          <p:spPr>
            <a:xfrm>
              <a:off x="7149164" y="2091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6" name="pt20136"/>
            <p:cNvSpPr/>
            <p:nvPr/>
          </p:nvSpPr>
          <p:spPr>
            <a:xfrm>
              <a:off x="6991803" y="2338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7" name="pt20137"/>
            <p:cNvSpPr/>
            <p:nvPr/>
          </p:nvSpPr>
          <p:spPr>
            <a:xfrm>
              <a:off x="7126243" y="2102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8" name="pt20138"/>
            <p:cNvSpPr/>
            <p:nvPr/>
          </p:nvSpPr>
          <p:spPr>
            <a:xfrm>
              <a:off x="6898211" y="2099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9" name="pt20139"/>
            <p:cNvSpPr/>
            <p:nvPr/>
          </p:nvSpPr>
          <p:spPr>
            <a:xfrm>
              <a:off x="7125249" y="2102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0" name="pt20140"/>
            <p:cNvSpPr/>
            <p:nvPr/>
          </p:nvSpPr>
          <p:spPr>
            <a:xfrm>
              <a:off x="7288385" y="2044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1" name="pt20141"/>
            <p:cNvSpPr/>
            <p:nvPr/>
          </p:nvSpPr>
          <p:spPr>
            <a:xfrm>
              <a:off x="7057255" y="2097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2" name="pt20142"/>
            <p:cNvSpPr/>
            <p:nvPr/>
          </p:nvSpPr>
          <p:spPr>
            <a:xfrm>
              <a:off x="7279713" y="1863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3" name="pt20143"/>
            <p:cNvSpPr/>
            <p:nvPr/>
          </p:nvSpPr>
          <p:spPr>
            <a:xfrm>
              <a:off x="7163731" y="2150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4" name="pt20144"/>
            <p:cNvSpPr/>
            <p:nvPr/>
          </p:nvSpPr>
          <p:spPr>
            <a:xfrm>
              <a:off x="7188574" y="2151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5" name="pt20145"/>
            <p:cNvSpPr/>
            <p:nvPr/>
          </p:nvSpPr>
          <p:spPr>
            <a:xfrm>
              <a:off x="7048044" y="2060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6" name="pt20146"/>
            <p:cNvSpPr/>
            <p:nvPr/>
          </p:nvSpPr>
          <p:spPr>
            <a:xfrm>
              <a:off x="7187247" y="1829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7" name="pt20147"/>
            <p:cNvSpPr/>
            <p:nvPr/>
          </p:nvSpPr>
          <p:spPr>
            <a:xfrm>
              <a:off x="6870938" y="2262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8" name="pt20148"/>
            <p:cNvSpPr/>
            <p:nvPr/>
          </p:nvSpPr>
          <p:spPr>
            <a:xfrm>
              <a:off x="7162934" y="2173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9" name="pt20149"/>
            <p:cNvSpPr/>
            <p:nvPr/>
          </p:nvSpPr>
          <p:spPr>
            <a:xfrm>
              <a:off x="7191363" y="208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0" name="pt20150"/>
            <p:cNvSpPr/>
            <p:nvPr/>
          </p:nvSpPr>
          <p:spPr>
            <a:xfrm>
              <a:off x="7289302" y="1986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1" name="pt20151"/>
            <p:cNvSpPr/>
            <p:nvPr/>
          </p:nvSpPr>
          <p:spPr>
            <a:xfrm>
              <a:off x="6982221" y="2263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2" name="pt20152"/>
            <p:cNvSpPr/>
            <p:nvPr/>
          </p:nvSpPr>
          <p:spPr>
            <a:xfrm>
              <a:off x="6996790" y="2308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3" name="pt20153"/>
            <p:cNvSpPr/>
            <p:nvPr/>
          </p:nvSpPr>
          <p:spPr>
            <a:xfrm>
              <a:off x="7116650" y="1888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4" name="pt20154"/>
            <p:cNvSpPr/>
            <p:nvPr/>
          </p:nvSpPr>
          <p:spPr>
            <a:xfrm>
              <a:off x="7029098" y="2123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5" name="pt20155"/>
            <p:cNvSpPr/>
            <p:nvPr/>
          </p:nvSpPr>
          <p:spPr>
            <a:xfrm>
              <a:off x="7002603" y="2047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6" name="pt20156"/>
            <p:cNvSpPr/>
            <p:nvPr/>
          </p:nvSpPr>
          <p:spPr>
            <a:xfrm>
              <a:off x="7157019" y="2265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7" name="pt20157"/>
            <p:cNvSpPr/>
            <p:nvPr/>
          </p:nvSpPr>
          <p:spPr>
            <a:xfrm>
              <a:off x="7061889" y="2156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8" name="pt20158"/>
            <p:cNvSpPr/>
            <p:nvPr/>
          </p:nvSpPr>
          <p:spPr>
            <a:xfrm>
              <a:off x="7122744" y="2064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9" name="pt20159"/>
            <p:cNvSpPr/>
            <p:nvPr/>
          </p:nvSpPr>
          <p:spPr>
            <a:xfrm>
              <a:off x="6995704" y="2172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0" name="pt20160"/>
            <p:cNvSpPr/>
            <p:nvPr/>
          </p:nvSpPr>
          <p:spPr>
            <a:xfrm>
              <a:off x="7184588" y="1822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1" name="pt20161"/>
            <p:cNvSpPr/>
            <p:nvPr/>
          </p:nvSpPr>
          <p:spPr>
            <a:xfrm>
              <a:off x="7258349" y="2040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2" name="pt20162"/>
            <p:cNvSpPr/>
            <p:nvPr/>
          </p:nvSpPr>
          <p:spPr>
            <a:xfrm>
              <a:off x="7286448" y="2064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3" name="pt20163"/>
            <p:cNvSpPr/>
            <p:nvPr/>
          </p:nvSpPr>
          <p:spPr>
            <a:xfrm>
              <a:off x="7047191" y="2240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4" name="pt20164"/>
            <p:cNvSpPr/>
            <p:nvPr/>
          </p:nvSpPr>
          <p:spPr>
            <a:xfrm>
              <a:off x="6955821" y="1739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5" name="pt20165"/>
            <p:cNvSpPr/>
            <p:nvPr/>
          </p:nvSpPr>
          <p:spPr>
            <a:xfrm>
              <a:off x="7022736" y="2121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6" name="pt20166"/>
            <p:cNvSpPr/>
            <p:nvPr/>
          </p:nvSpPr>
          <p:spPr>
            <a:xfrm>
              <a:off x="7082298" y="216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7" name="pt20167"/>
            <p:cNvSpPr/>
            <p:nvPr/>
          </p:nvSpPr>
          <p:spPr>
            <a:xfrm>
              <a:off x="7298713" y="2193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8" name="pt20168"/>
            <p:cNvSpPr/>
            <p:nvPr/>
          </p:nvSpPr>
          <p:spPr>
            <a:xfrm>
              <a:off x="7161277" y="2225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9" name="pt20169"/>
            <p:cNvSpPr/>
            <p:nvPr/>
          </p:nvSpPr>
          <p:spPr>
            <a:xfrm>
              <a:off x="6922024" y="1881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0" name="pt20170"/>
            <p:cNvSpPr/>
            <p:nvPr/>
          </p:nvSpPr>
          <p:spPr>
            <a:xfrm>
              <a:off x="7055524" y="2070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1" name="pt20171"/>
            <p:cNvSpPr/>
            <p:nvPr/>
          </p:nvSpPr>
          <p:spPr>
            <a:xfrm>
              <a:off x="7064717" y="2059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2" name="pt20172"/>
            <p:cNvSpPr/>
            <p:nvPr/>
          </p:nvSpPr>
          <p:spPr>
            <a:xfrm>
              <a:off x="7073760" y="2116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3" name="pt20173"/>
            <p:cNvSpPr/>
            <p:nvPr/>
          </p:nvSpPr>
          <p:spPr>
            <a:xfrm>
              <a:off x="7116912" y="1996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4" name="pt20174"/>
            <p:cNvSpPr/>
            <p:nvPr/>
          </p:nvSpPr>
          <p:spPr>
            <a:xfrm>
              <a:off x="7315093" y="2567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5" name="pt20175"/>
            <p:cNvSpPr/>
            <p:nvPr/>
          </p:nvSpPr>
          <p:spPr>
            <a:xfrm>
              <a:off x="7084554" y="2140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6" name="pt20176"/>
            <p:cNvSpPr/>
            <p:nvPr/>
          </p:nvSpPr>
          <p:spPr>
            <a:xfrm>
              <a:off x="7210947" y="2110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7" name="pt20177"/>
            <p:cNvSpPr/>
            <p:nvPr/>
          </p:nvSpPr>
          <p:spPr>
            <a:xfrm>
              <a:off x="6955681" y="1887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8" name="pt20178"/>
            <p:cNvSpPr/>
            <p:nvPr/>
          </p:nvSpPr>
          <p:spPr>
            <a:xfrm>
              <a:off x="6971254" y="1877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9" name="pt20179"/>
            <p:cNvSpPr/>
            <p:nvPr/>
          </p:nvSpPr>
          <p:spPr>
            <a:xfrm>
              <a:off x="6921261" y="1908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0" name="pt20180"/>
            <p:cNvSpPr/>
            <p:nvPr/>
          </p:nvSpPr>
          <p:spPr>
            <a:xfrm>
              <a:off x="7012714" y="2093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1" name="pt20181"/>
            <p:cNvSpPr/>
            <p:nvPr/>
          </p:nvSpPr>
          <p:spPr>
            <a:xfrm>
              <a:off x="6998517" y="2329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2" name="pt20182"/>
            <p:cNvSpPr/>
            <p:nvPr/>
          </p:nvSpPr>
          <p:spPr>
            <a:xfrm>
              <a:off x="7290198" y="2059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3" name="pt20183"/>
            <p:cNvSpPr/>
            <p:nvPr/>
          </p:nvSpPr>
          <p:spPr>
            <a:xfrm>
              <a:off x="7083753" y="2167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4" name="pt20184"/>
            <p:cNvSpPr/>
            <p:nvPr/>
          </p:nvSpPr>
          <p:spPr>
            <a:xfrm>
              <a:off x="7237613" y="1846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5" name="pt20185"/>
            <p:cNvSpPr/>
            <p:nvPr/>
          </p:nvSpPr>
          <p:spPr>
            <a:xfrm>
              <a:off x="7341297" y="2216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6" name="pt20186"/>
            <p:cNvSpPr/>
            <p:nvPr/>
          </p:nvSpPr>
          <p:spPr>
            <a:xfrm>
              <a:off x="6907674" y="2067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7" name="pt20187"/>
            <p:cNvSpPr/>
            <p:nvPr/>
          </p:nvSpPr>
          <p:spPr>
            <a:xfrm>
              <a:off x="6903324" y="1931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8" name="pt20188"/>
            <p:cNvSpPr/>
            <p:nvPr/>
          </p:nvSpPr>
          <p:spPr>
            <a:xfrm>
              <a:off x="6751194" y="2210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9" name="pt20189"/>
            <p:cNvSpPr/>
            <p:nvPr/>
          </p:nvSpPr>
          <p:spPr>
            <a:xfrm>
              <a:off x="6827078" y="1928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0" name="pt20190"/>
            <p:cNvSpPr/>
            <p:nvPr/>
          </p:nvSpPr>
          <p:spPr>
            <a:xfrm>
              <a:off x="7096931" y="2264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1" name="pt20191"/>
            <p:cNvSpPr/>
            <p:nvPr/>
          </p:nvSpPr>
          <p:spPr>
            <a:xfrm>
              <a:off x="6826054" y="1913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2" name="pt20192"/>
            <p:cNvSpPr/>
            <p:nvPr/>
          </p:nvSpPr>
          <p:spPr>
            <a:xfrm>
              <a:off x="7061881" y="2095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3" name="pt20193"/>
            <p:cNvSpPr/>
            <p:nvPr/>
          </p:nvSpPr>
          <p:spPr>
            <a:xfrm>
              <a:off x="7078743" y="2189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4" name="pt20194"/>
            <p:cNvSpPr/>
            <p:nvPr/>
          </p:nvSpPr>
          <p:spPr>
            <a:xfrm>
              <a:off x="7182713" y="2006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5" name="pt20195"/>
            <p:cNvSpPr/>
            <p:nvPr/>
          </p:nvSpPr>
          <p:spPr>
            <a:xfrm>
              <a:off x="7047838" y="2177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6" name="pt20196"/>
            <p:cNvSpPr/>
            <p:nvPr/>
          </p:nvSpPr>
          <p:spPr>
            <a:xfrm>
              <a:off x="6982702" y="2390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7" name="pt20197"/>
            <p:cNvSpPr/>
            <p:nvPr/>
          </p:nvSpPr>
          <p:spPr>
            <a:xfrm>
              <a:off x="7256870" y="207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8" name="pt20198"/>
            <p:cNvSpPr/>
            <p:nvPr/>
          </p:nvSpPr>
          <p:spPr>
            <a:xfrm>
              <a:off x="7014116" y="2219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9" name="pt20199"/>
            <p:cNvSpPr/>
            <p:nvPr/>
          </p:nvSpPr>
          <p:spPr>
            <a:xfrm>
              <a:off x="7079136" y="2148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0" name="pt20200"/>
            <p:cNvSpPr/>
            <p:nvPr/>
          </p:nvSpPr>
          <p:spPr>
            <a:xfrm>
              <a:off x="7020175" y="2106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1" name="pt20201"/>
            <p:cNvSpPr/>
            <p:nvPr/>
          </p:nvSpPr>
          <p:spPr>
            <a:xfrm>
              <a:off x="7044253" y="2205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2" name="pt20202"/>
            <p:cNvSpPr/>
            <p:nvPr/>
          </p:nvSpPr>
          <p:spPr>
            <a:xfrm>
              <a:off x="7087702" y="2207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3" name="pt20203"/>
            <p:cNvSpPr/>
            <p:nvPr/>
          </p:nvSpPr>
          <p:spPr>
            <a:xfrm>
              <a:off x="7017429" y="2193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4" name="pt20204"/>
            <p:cNvSpPr/>
            <p:nvPr/>
          </p:nvSpPr>
          <p:spPr>
            <a:xfrm>
              <a:off x="7273745" y="197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5" name="pt20205"/>
            <p:cNvSpPr/>
            <p:nvPr/>
          </p:nvSpPr>
          <p:spPr>
            <a:xfrm>
              <a:off x="7638766" y="2243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6" name="pt20206"/>
            <p:cNvSpPr/>
            <p:nvPr/>
          </p:nvSpPr>
          <p:spPr>
            <a:xfrm>
              <a:off x="7417318" y="2704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7" name="pt20207"/>
            <p:cNvSpPr/>
            <p:nvPr/>
          </p:nvSpPr>
          <p:spPr>
            <a:xfrm>
              <a:off x="7109932" y="2141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8" name="pt20208"/>
            <p:cNvSpPr/>
            <p:nvPr/>
          </p:nvSpPr>
          <p:spPr>
            <a:xfrm>
              <a:off x="7179064" y="2219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9" name="pt20209"/>
            <p:cNvSpPr/>
            <p:nvPr/>
          </p:nvSpPr>
          <p:spPr>
            <a:xfrm>
              <a:off x="7405782" y="2748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0" name="pt20210"/>
            <p:cNvSpPr/>
            <p:nvPr/>
          </p:nvSpPr>
          <p:spPr>
            <a:xfrm>
              <a:off x="6997768" y="2249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1" name="pt20211"/>
            <p:cNvSpPr/>
            <p:nvPr/>
          </p:nvSpPr>
          <p:spPr>
            <a:xfrm>
              <a:off x="7186436" y="1784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2" name="pt20212"/>
            <p:cNvSpPr/>
            <p:nvPr/>
          </p:nvSpPr>
          <p:spPr>
            <a:xfrm>
              <a:off x="6998851" y="2180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3" name="pt20213"/>
            <p:cNvSpPr/>
            <p:nvPr/>
          </p:nvSpPr>
          <p:spPr>
            <a:xfrm>
              <a:off x="6515696" y="1716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4" name="pt20214"/>
            <p:cNvSpPr/>
            <p:nvPr/>
          </p:nvSpPr>
          <p:spPr>
            <a:xfrm>
              <a:off x="7204904" y="2056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5" name="pt20215"/>
            <p:cNvSpPr/>
            <p:nvPr/>
          </p:nvSpPr>
          <p:spPr>
            <a:xfrm>
              <a:off x="7362869" y="2977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6" name="pt20216"/>
            <p:cNvSpPr/>
            <p:nvPr/>
          </p:nvSpPr>
          <p:spPr>
            <a:xfrm>
              <a:off x="6991948" y="2319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7" name="pt20217"/>
            <p:cNvSpPr/>
            <p:nvPr/>
          </p:nvSpPr>
          <p:spPr>
            <a:xfrm>
              <a:off x="7045713" y="2085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8" name="pt20218"/>
            <p:cNvSpPr/>
            <p:nvPr/>
          </p:nvSpPr>
          <p:spPr>
            <a:xfrm>
              <a:off x="7125462" y="2072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9" name="pt20219"/>
            <p:cNvSpPr/>
            <p:nvPr/>
          </p:nvSpPr>
          <p:spPr>
            <a:xfrm>
              <a:off x="6920772" y="2102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0" name="pt20220"/>
            <p:cNvSpPr/>
            <p:nvPr/>
          </p:nvSpPr>
          <p:spPr>
            <a:xfrm>
              <a:off x="7093864" y="2313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1" name="pt20221"/>
            <p:cNvSpPr/>
            <p:nvPr/>
          </p:nvSpPr>
          <p:spPr>
            <a:xfrm>
              <a:off x="7228766" y="2025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2" name="pt20222"/>
            <p:cNvSpPr/>
            <p:nvPr/>
          </p:nvSpPr>
          <p:spPr>
            <a:xfrm>
              <a:off x="7135071" y="2014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3" name="pt20223"/>
            <p:cNvSpPr/>
            <p:nvPr/>
          </p:nvSpPr>
          <p:spPr>
            <a:xfrm>
              <a:off x="7300566" y="1918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4" name="pt20224"/>
            <p:cNvSpPr/>
            <p:nvPr/>
          </p:nvSpPr>
          <p:spPr>
            <a:xfrm>
              <a:off x="7394571" y="2423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5" name="pt20225"/>
            <p:cNvSpPr/>
            <p:nvPr/>
          </p:nvSpPr>
          <p:spPr>
            <a:xfrm>
              <a:off x="7088360" y="214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6" name="pt20226"/>
            <p:cNvSpPr/>
            <p:nvPr/>
          </p:nvSpPr>
          <p:spPr>
            <a:xfrm>
              <a:off x="7068678" y="2139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7" name="pt20227"/>
            <p:cNvSpPr/>
            <p:nvPr/>
          </p:nvSpPr>
          <p:spPr>
            <a:xfrm>
              <a:off x="7127649" y="2078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8" name="pt20228"/>
            <p:cNvSpPr/>
            <p:nvPr/>
          </p:nvSpPr>
          <p:spPr>
            <a:xfrm>
              <a:off x="6907822" y="1966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9" name="pt20229"/>
            <p:cNvSpPr/>
            <p:nvPr/>
          </p:nvSpPr>
          <p:spPr>
            <a:xfrm>
              <a:off x="7025672" y="1848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0" name="pt20230"/>
            <p:cNvSpPr/>
            <p:nvPr/>
          </p:nvSpPr>
          <p:spPr>
            <a:xfrm>
              <a:off x="6838369" y="2041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1" name="pt20231"/>
            <p:cNvSpPr/>
            <p:nvPr/>
          </p:nvSpPr>
          <p:spPr>
            <a:xfrm>
              <a:off x="7130291" y="213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2" name="pt20232"/>
            <p:cNvSpPr/>
            <p:nvPr/>
          </p:nvSpPr>
          <p:spPr>
            <a:xfrm>
              <a:off x="7076688" y="2112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3" name="pt20233"/>
            <p:cNvSpPr/>
            <p:nvPr/>
          </p:nvSpPr>
          <p:spPr>
            <a:xfrm>
              <a:off x="7077515" y="2036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4" name="pt20234"/>
            <p:cNvSpPr/>
            <p:nvPr/>
          </p:nvSpPr>
          <p:spPr>
            <a:xfrm>
              <a:off x="7103608" y="2190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5" name="pt20235"/>
            <p:cNvSpPr/>
            <p:nvPr/>
          </p:nvSpPr>
          <p:spPr>
            <a:xfrm>
              <a:off x="7152683" y="2100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6" name="pt20236"/>
            <p:cNvSpPr/>
            <p:nvPr/>
          </p:nvSpPr>
          <p:spPr>
            <a:xfrm>
              <a:off x="7112684" y="2029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7" name="pt20237"/>
            <p:cNvSpPr/>
            <p:nvPr/>
          </p:nvSpPr>
          <p:spPr>
            <a:xfrm>
              <a:off x="7109750" y="2088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8" name="pt20238"/>
            <p:cNvSpPr/>
            <p:nvPr/>
          </p:nvSpPr>
          <p:spPr>
            <a:xfrm>
              <a:off x="7082113" y="2206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9" name="pt20239"/>
            <p:cNvSpPr/>
            <p:nvPr/>
          </p:nvSpPr>
          <p:spPr>
            <a:xfrm>
              <a:off x="7053795" y="2070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0" name="pt20240"/>
            <p:cNvSpPr/>
            <p:nvPr/>
          </p:nvSpPr>
          <p:spPr>
            <a:xfrm>
              <a:off x="7000053" y="2091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1" name="pt20241"/>
            <p:cNvSpPr/>
            <p:nvPr/>
          </p:nvSpPr>
          <p:spPr>
            <a:xfrm>
              <a:off x="7050807" y="2147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2" name="pt20242"/>
            <p:cNvSpPr/>
            <p:nvPr/>
          </p:nvSpPr>
          <p:spPr>
            <a:xfrm>
              <a:off x="7264123" y="1959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3" name="pt20243"/>
            <p:cNvSpPr/>
            <p:nvPr/>
          </p:nvSpPr>
          <p:spPr>
            <a:xfrm>
              <a:off x="7220374" y="1985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4" name="pt20244"/>
            <p:cNvSpPr/>
            <p:nvPr/>
          </p:nvSpPr>
          <p:spPr>
            <a:xfrm>
              <a:off x="7111882" y="2006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5" name="pt20245"/>
            <p:cNvSpPr/>
            <p:nvPr/>
          </p:nvSpPr>
          <p:spPr>
            <a:xfrm>
              <a:off x="7446507" y="223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6" name="pt20246"/>
            <p:cNvSpPr/>
            <p:nvPr/>
          </p:nvSpPr>
          <p:spPr>
            <a:xfrm>
              <a:off x="6982317" y="2146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7" name="pt20247"/>
            <p:cNvSpPr/>
            <p:nvPr/>
          </p:nvSpPr>
          <p:spPr>
            <a:xfrm>
              <a:off x="7231368" y="2059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8" name="pt20248"/>
            <p:cNvSpPr/>
            <p:nvPr/>
          </p:nvSpPr>
          <p:spPr>
            <a:xfrm>
              <a:off x="6905706" y="1892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9" name="pt20249"/>
            <p:cNvSpPr/>
            <p:nvPr/>
          </p:nvSpPr>
          <p:spPr>
            <a:xfrm>
              <a:off x="6840297" y="1841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0" name="pt20250"/>
            <p:cNvSpPr/>
            <p:nvPr/>
          </p:nvSpPr>
          <p:spPr>
            <a:xfrm>
              <a:off x="6782437" y="2147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1" name="pt20251"/>
            <p:cNvSpPr/>
            <p:nvPr/>
          </p:nvSpPr>
          <p:spPr>
            <a:xfrm>
              <a:off x="6939288" y="1975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2" name="pt20252"/>
            <p:cNvSpPr/>
            <p:nvPr/>
          </p:nvSpPr>
          <p:spPr>
            <a:xfrm>
              <a:off x="7029312" y="2086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3" name="pt20253"/>
            <p:cNvSpPr/>
            <p:nvPr/>
          </p:nvSpPr>
          <p:spPr>
            <a:xfrm>
              <a:off x="7148722" y="2140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4" name="pt20254"/>
            <p:cNvSpPr/>
            <p:nvPr/>
          </p:nvSpPr>
          <p:spPr>
            <a:xfrm>
              <a:off x="7335791" y="2140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5" name="pt20255"/>
            <p:cNvSpPr/>
            <p:nvPr/>
          </p:nvSpPr>
          <p:spPr>
            <a:xfrm>
              <a:off x="7284616" y="1936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6" name="pt20256"/>
            <p:cNvSpPr/>
            <p:nvPr/>
          </p:nvSpPr>
          <p:spPr>
            <a:xfrm>
              <a:off x="7171608" y="1994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7" name="pt20257"/>
            <p:cNvSpPr/>
            <p:nvPr/>
          </p:nvSpPr>
          <p:spPr>
            <a:xfrm>
              <a:off x="7088159" y="2329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8" name="pt20258"/>
            <p:cNvSpPr/>
            <p:nvPr/>
          </p:nvSpPr>
          <p:spPr>
            <a:xfrm>
              <a:off x="7212113" y="2068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9" name="pt20259"/>
            <p:cNvSpPr/>
            <p:nvPr/>
          </p:nvSpPr>
          <p:spPr>
            <a:xfrm>
              <a:off x="7274013" y="2059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0" name="pt20260"/>
            <p:cNvSpPr/>
            <p:nvPr/>
          </p:nvSpPr>
          <p:spPr>
            <a:xfrm>
              <a:off x="7203463" y="2052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1" name="pt20261"/>
            <p:cNvSpPr/>
            <p:nvPr/>
          </p:nvSpPr>
          <p:spPr>
            <a:xfrm>
              <a:off x="7121469" y="1980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2" name="pt20262"/>
            <p:cNvSpPr/>
            <p:nvPr/>
          </p:nvSpPr>
          <p:spPr>
            <a:xfrm>
              <a:off x="7300111" y="1844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3" name="pt20263"/>
            <p:cNvSpPr/>
            <p:nvPr/>
          </p:nvSpPr>
          <p:spPr>
            <a:xfrm>
              <a:off x="7102330" y="2074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4" name="pt20264"/>
            <p:cNvSpPr/>
            <p:nvPr/>
          </p:nvSpPr>
          <p:spPr>
            <a:xfrm>
              <a:off x="7238589" y="1920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5" name="pt20265"/>
            <p:cNvSpPr/>
            <p:nvPr/>
          </p:nvSpPr>
          <p:spPr>
            <a:xfrm>
              <a:off x="7043732" y="2168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6" name="pt20266"/>
            <p:cNvSpPr/>
            <p:nvPr/>
          </p:nvSpPr>
          <p:spPr>
            <a:xfrm>
              <a:off x="7133592" y="2022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7" name="pt20267"/>
            <p:cNvSpPr/>
            <p:nvPr/>
          </p:nvSpPr>
          <p:spPr>
            <a:xfrm>
              <a:off x="7117638" y="1997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8" name="pt20268"/>
            <p:cNvSpPr/>
            <p:nvPr/>
          </p:nvSpPr>
          <p:spPr>
            <a:xfrm>
              <a:off x="6857895" y="2223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9" name="pt20269"/>
            <p:cNvSpPr/>
            <p:nvPr/>
          </p:nvSpPr>
          <p:spPr>
            <a:xfrm>
              <a:off x="7419819" y="2604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0" name="pt20270"/>
            <p:cNvSpPr/>
            <p:nvPr/>
          </p:nvSpPr>
          <p:spPr>
            <a:xfrm>
              <a:off x="7032167" y="2225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1" name="pt20271"/>
            <p:cNvSpPr/>
            <p:nvPr/>
          </p:nvSpPr>
          <p:spPr>
            <a:xfrm>
              <a:off x="7204815" y="2168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2" name="pt20272"/>
            <p:cNvSpPr/>
            <p:nvPr/>
          </p:nvSpPr>
          <p:spPr>
            <a:xfrm>
              <a:off x="6938077" y="1989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3" name="pt20273"/>
            <p:cNvSpPr/>
            <p:nvPr/>
          </p:nvSpPr>
          <p:spPr>
            <a:xfrm>
              <a:off x="7155511" y="2156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4" name="pt20274"/>
            <p:cNvSpPr/>
            <p:nvPr/>
          </p:nvSpPr>
          <p:spPr>
            <a:xfrm>
              <a:off x="7401210" y="2418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5" name="pt20275"/>
            <p:cNvSpPr/>
            <p:nvPr/>
          </p:nvSpPr>
          <p:spPr>
            <a:xfrm>
              <a:off x="7132145" y="215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6" name="pt20276"/>
            <p:cNvSpPr/>
            <p:nvPr/>
          </p:nvSpPr>
          <p:spPr>
            <a:xfrm>
              <a:off x="7274249" y="1961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7" name="pt20277"/>
            <p:cNvSpPr/>
            <p:nvPr/>
          </p:nvSpPr>
          <p:spPr>
            <a:xfrm>
              <a:off x="7076868" y="2148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8" name="pt20278"/>
            <p:cNvSpPr/>
            <p:nvPr/>
          </p:nvSpPr>
          <p:spPr>
            <a:xfrm>
              <a:off x="7012612" y="2105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9" name="pt20279"/>
            <p:cNvSpPr/>
            <p:nvPr/>
          </p:nvSpPr>
          <p:spPr>
            <a:xfrm>
              <a:off x="6758310" y="2108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0" name="pt20280"/>
            <p:cNvSpPr/>
            <p:nvPr/>
          </p:nvSpPr>
          <p:spPr>
            <a:xfrm>
              <a:off x="7122842" y="2013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1" name="pt20281"/>
            <p:cNvSpPr/>
            <p:nvPr/>
          </p:nvSpPr>
          <p:spPr>
            <a:xfrm>
              <a:off x="7097714" y="2267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2" name="pt20282"/>
            <p:cNvSpPr/>
            <p:nvPr/>
          </p:nvSpPr>
          <p:spPr>
            <a:xfrm>
              <a:off x="7257561" y="2064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3" name="pt20283"/>
            <p:cNvSpPr/>
            <p:nvPr/>
          </p:nvSpPr>
          <p:spPr>
            <a:xfrm>
              <a:off x="7042472" y="2208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4" name="pt20284"/>
            <p:cNvSpPr/>
            <p:nvPr/>
          </p:nvSpPr>
          <p:spPr>
            <a:xfrm>
              <a:off x="6945014" y="2075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5" name="pt20285"/>
            <p:cNvSpPr/>
            <p:nvPr/>
          </p:nvSpPr>
          <p:spPr>
            <a:xfrm>
              <a:off x="7084839" y="2099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6" name="pt20286"/>
            <p:cNvSpPr/>
            <p:nvPr/>
          </p:nvSpPr>
          <p:spPr>
            <a:xfrm>
              <a:off x="7234562" y="2091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7" name="pt20287"/>
            <p:cNvSpPr/>
            <p:nvPr/>
          </p:nvSpPr>
          <p:spPr>
            <a:xfrm>
              <a:off x="7003068" y="1953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8" name="pt20288"/>
            <p:cNvSpPr/>
            <p:nvPr/>
          </p:nvSpPr>
          <p:spPr>
            <a:xfrm>
              <a:off x="7101881" y="2196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9" name="pt20289"/>
            <p:cNvSpPr/>
            <p:nvPr/>
          </p:nvSpPr>
          <p:spPr>
            <a:xfrm>
              <a:off x="6831641" y="1933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0" name="pt20290"/>
            <p:cNvSpPr/>
            <p:nvPr/>
          </p:nvSpPr>
          <p:spPr>
            <a:xfrm>
              <a:off x="7050733" y="2185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1" name="pt20291"/>
            <p:cNvSpPr/>
            <p:nvPr/>
          </p:nvSpPr>
          <p:spPr>
            <a:xfrm>
              <a:off x="6936753" y="2000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2" name="pt20292"/>
            <p:cNvSpPr/>
            <p:nvPr/>
          </p:nvSpPr>
          <p:spPr>
            <a:xfrm>
              <a:off x="7055362" y="2064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3" name="pt20293"/>
            <p:cNvSpPr/>
            <p:nvPr/>
          </p:nvSpPr>
          <p:spPr>
            <a:xfrm>
              <a:off x="7122342" y="2058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4" name="pt20294"/>
            <p:cNvSpPr/>
            <p:nvPr/>
          </p:nvSpPr>
          <p:spPr>
            <a:xfrm>
              <a:off x="7058421" y="2003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5" name="pt20295"/>
            <p:cNvSpPr/>
            <p:nvPr/>
          </p:nvSpPr>
          <p:spPr>
            <a:xfrm>
              <a:off x="7079662" y="2151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6" name="pt20296"/>
            <p:cNvSpPr/>
            <p:nvPr/>
          </p:nvSpPr>
          <p:spPr>
            <a:xfrm>
              <a:off x="6974834" y="1973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7" name="pt20297"/>
            <p:cNvSpPr/>
            <p:nvPr/>
          </p:nvSpPr>
          <p:spPr>
            <a:xfrm>
              <a:off x="6803063" y="2294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8" name="pt20298"/>
            <p:cNvSpPr/>
            <p:nvPr/>
          </p:nvSpPr>
          <p:spPr>
            <a:xfrm>
              <a:off x="7371143" y="2704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9" name="pt20299"/>
            <p:cNvSpPr/>
            <p:nvPr/>
          </p:nvSpPr>
          <p:spPr>
            <a:xfrm>
              <a:off x="6964172" y="1851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0" name="pt20300"/>
            <p:cNvSpPr/>
            <p:nvPr/>
          </p:nvSpPr>
          <p:spPr>
            <a:xfrm>
              <a:off x="7196560" y="2041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1" name="pt20301"/>
            <p:cNvSpPr/>
            <p:nvPr/>
          </p:nvSpPr>
          <p:spPr>
            <a:xfrm>
              <a:off x="7260845" y="2004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2" name="pt20302"/>
            <p:cNvSpPr/>
            <p:nvPr/>
          </p:nvSpPr>
          <p:spPr>
            <a:xfrm>
              <a:off x="6955704" y="1748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3" name="pt20303"/>
            <p:cNvSpPr/>
            <p:nvPr/>
          </p:nvSpPr>
          <p:spPr>
            <a:xfrm>
              <a:off x="6912535" y="1998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4" name="pt20304"/>
            <p:cNvSpPr/>
            <p:nvPr/>
          </p:nvSpPr>
          <p:spPr>
            <a:xfrm>
              <a:off x="7202171" y="2110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5" name="pt20305"/>
            <p:cNvSpPr/>
            <p:nvPr/>
          </p:nvSpPr>
          <p:spPr>
            <a:xfrm>
              <a:off x="6902228" y="1973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6" name="pt20306"/>
            <p:cNvSpPr/>
            <p:nvPr/>
          </p:nvSpPr>
          <p:spPr>
            <a:xfrm>
              <a:off x="7138753" y="2049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7" name="pt20307"/>
            <p:cNvSpPr/>
            <p:nvPr/>
          </p:nvSpPr>
          <p:spPr>
            <a:xfrm>
              <a:off x="7104116" y="2104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8" name="pt20308"/>
            <p:cNvSpPr/>
            <p:nvPr/>
          </p:nvSpPr>
          <p:spPr>
            <a:xfrm>
              <a:off x="7053006" y="2145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9" name="pt20309"/>
            <p:cNvSpPr/>
            <p:nvPr/>
          </p:nvSpPr>
          <p:spPr>
            <a:xfrm>
              <a:off x="7113296" y="1945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0" name="pt20310"/>
            <p:cNvSpPr/>
            <p:nvPr/>
          </p:nvSpPr>
          <p:spPr>
            <a:xfrm>
              <a:off x="7321987" y="2505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1" name="pt20311"/>
            <p:cNvSpPr/>
            <p:nvPr/>
          </p:nvSpPr>
          <p:spPr>
            <a:xfrm>
              <a:off x="7190951" y="2202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2" name="pt20312"/>
            <p:cNvSpPr/>
            <p:nvPr/>
          </p:nvSpPr>
          <p:spPr>
            <a:xfrm>
              <a:off x="7206703" y="1923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3" name="pt20313"/>
            <p:cNvSpPr/>
            <p:nvPr/>
          </p:nvSpPr>
          <p:spPr>
            <a:xfrm>
              <a:off x="6757429" y="2235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4" name="pt20314"/>
            <p:cNvSpPr/>
            <p:nvPr/>
          </p:nvSpPr>
          <p:spPr>
            <a:xfrm>
              <a:off x="7158031" y="2244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5" name="pt20315"/>
            <p:cNvSpPr/>
            <p:nvPr/>
          </p:nvSpPr>
          <p:spPr>
            <a:xfrm>
              <a:off x="6922354" y="1944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6" name="pt20316"/>
            <p:cNvSpPr/>
            <p:nvPr/>
          </p:nvSpPr>
          <p:spPr>
            <a:xfrm>
              <a:off x="6878456" y="2117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7" name="pt20317"/>
            <p:cNvSpPr/>
            <p:nvPr/>
          </p:nvSpPr>
          <p:spPr>
            <a:xfrm>
              <a:off x="7206778" y="2007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8" name="pt20318"/>
            <p:cNvSpPr/>
            <p:nvPr/>
          </p:nvSpPr>
          <p:spPr>
            <a:xfrm>
              <a:off x="7030949" y="2109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9" name="pt20319"/>
            <p:cNvSpPr/>
            <p:nvPr/>
          </p:nvSpPr>
          <p:spPr>
            <a:xfrm>
              <a:off x="6987042" y="2188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0" name="pt20320"/>
            <p:cNvSpPr/>
            <p:nvPr/>
          </p:nvSpPr>
          <p:spPr>
            <a:xfrm>
              <a:off x="6993390" y="2408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1" name="pt20321"/>
            <p:cNvSpPr/>
            <p:nvPr/>
          </p:nvSpPr>
          <p:spPr>
            <a:xfrm>
              <a:off x="7368851" y="2419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2" name="pt20322"/>
            <p:cNvSpPr/>
            <p:nvPr/>
          </p:nvSpPr>
          <p:spPr>
            <a:xfrm>
              <a:off x="7036615" y="2164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3" name="pt20323"/>
            <p:cNvSpPr/>
            <p:nvPr/>
          </p:nvSpPr>
          <p:spPr>
            <a:xfrm>
              <a:off x="7081358" y="2214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4" name="pt20324"/>
            <p:cNvSpPr/>
            <p:nvPr/>
          </p:nvSpPr>
          <p:spPr>
            <a:xfrm>
              <a:off x="6786584" y="2473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5" name="pt20325"/>
            <p:cNvSpPr/>
            <p:nvPr/>
          </p:nvSpPr>
          <p:spPr>
            <a:xfrm>
              <a:off x="7649152" y="2487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6" name="pt20326"/>
            <p:cNvSpPr/>
            <p:nvPr/>
          </p:nvSpPr>
          <p:spPr>
            <a:xfrm>
              <a:off x="6916578" y="1889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7" name="pt20327"/>
            <p:cNvSpPr/>
            <p:nvPr/>
          </p:nvSpPr>
          <p:spPr>
            <a:xfrm>
              <a:off x="6978981" y="2159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8" name="pt20328"/>
            <p:cNvSpPr/>
            <p:nvPr/>
          </p:nvSpPr>
          <p:spPr>
            <a:xfrm>
              <a:off x="7350848" y="2787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9" name="pt20329"/>
            <p:cNvSpPr/>
            <p:nvPr/>
          </p:nvSpPr>
          <p:spPr>
            <a:xfrm>
              <a:off x="7187188" y="1638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0" name="pt20330"/>
            <p:cNvSpPr/>
            <p:nvPr/>
          </p:nvSpPr>
          <p:spPr>
            <a:xfrm>
              <a:off x="7109926" y="2074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1" name="pt20331"/>
            <p:cNvSpPr/>
            <p:nvPr/>
          </p:nvSpPr>
          <p:spPr>
            <a:xfrm>
              <a:off x="7125931" y="2095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2" name="pt20332"/>
            <p:cNvSpPr/>
            <p:nvPr/>
          </p:nvSpPr>
          <p:spPr>
            <a:xfrm>
              <a:off x="7243657" y="1919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3" name="pt20333"/>
            <p:cNvSpPr/>
            <p:nvPr/>
          </p:nvSpPr>
          <p:spPr>
            <a:xfrm>
              <a:off x="7074125" y="2120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4" name="pt20334"/>
            <p:cNvSpPr/>
            <p:nvPr/>
          </p:nvSpPr>
          <p:spPr>
            <a:xfrm>
              <a:off x="7085914" y="2208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5" name="pt20335"/>
            <p:cNvSpPr/>
            <p:nvPr/>
          </p:nvSpPr>
          <p:spPr>
            <a:xfrm>
              <a:off x="7186259" y="1801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6" name="pt20336"/>
            <p:cNvSpPr/>
            <p:nvPr/>
          </p:nvSpPr>
          <p:spPr>
            <a:xfrm>
              <a:off x="7462666" y="2453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7" name="pt20337"/>
            <p:cNvSpPr/>
            <p:nvPr/>
          </p:nvSpPr>
          <p:spPr>
            <a:xfrm>
              <a:off x="7065677" y="2115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8" name="pt20338"/>
            <p:cNvSpPr/>
            <p:nvPr/>
          </p:nvSpPr>
          <p:spPr>
            <a:xfrm>
              <a:off x="7287936" y="2110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9" name="pt20339"/>
            <p:cNvSpPr/>
            <p:nvPr/>
          </p:nvSpPr>
          <p:spPr>
            <a:xfrm>
              <a:off x="7092783" y="232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0" name="pt20340"/>
            <p:cNvSpPr/>
            <p:nvPr/>
          </p:nvSpPr>
          <p:spPr>
            <a:xfrm>
              <a:off x="6930774" y="1904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1" name="pt20341"/>
            <p:cNvSpPr/>
            <p:nvPr/>
          </p:nvSpPr>
          <p:spPr>
            <a:xfrm>
              <a:off x="7057218" y="2094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2" name="pt20342"/>
            <p:cNvSpPr/>
            <p:nvPr/>
          </p:nvSpPr>
          <p:spPr>
            <a:xfrm>
              <a:off x="6987499" y="2356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3" name="pt20343"/>
            <p:cNvSpPr/>
            <p:nvPr/>
          </p:nvSpPr>
          <p:spPr>
            <a:xfrm>
              <a:off x="6951860" y="2019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4" name="pt20344"/>
            <p:cNvSpPr/>
            <p:nvPr/>
          </p:nvSpPr>
          <p:spPr>
            <a:xfrm>
              <a:off x="7056327" y="2160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5" name="pt20345"/>
            <p:cNvSpPr/>
            <p:nvPr/>
          </p:nvSpPr>
          <p:spPr>
            <a:xfrm>
              <a:off x="6853706" y="2222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6" name="pt20346"/>
            <p:cNvSpPr/>
            <p:nvPr/>
          </p:nvSpPr>
          <p:spPr>
            <a:xfrm>
              <a:off x="7307653" y="2322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7" name="pt20347"/>
            <p:cNvSpPr/>
            <p:nvPr/>
          </p:nvSpPr>
          <p:spPr>
            <a:xfrm>
              <a:off x="7167782" y="2187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8" name="pt20348"/>
            <p:cNvSpPr/>
            <p:nvPr/>
          </p:nvSpPr>
          <p:spPr>
            <a:xfrm>
              <a:off x="7117804" y="2023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9" name="pt20349"/>
            <p:cNvSpPr/>
            <p:nvPr/>
          </p:nvSpPr>
          <p:spPr>
            <a:xfrm>
              <a:off x="7247249" y="1981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0" name="pt20350"/>
            <p:cNvSpPr/>
            <p:nvPr/>
          </p:nvSpPr>
          <p:spPr>
            <a:xfrm>
              <a:off x="6889409" y="2118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1" name="pt20351"/>
            <p:cNvSpPr/>
            <p:nvPr/>
          </p:nvSpPr>
          <p:spPr>
            <a:xfrm>
              <a:off x="7166283" y="2146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2" name="pt20352"/>
            <p:cNvSpPr/>
            <p:nvPr/>
          </p:nvSpPr>
          <p:spPr>
            <a:xfrm>
              <a:off x="6951298" y="2060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3" name="pt20353"/>
            <p:cNvSpPr/>
            <p:nvPr/>
          </p:nvSpPr>
          <p:spPr>
            <a:xfrm>
              <a:off x="6938838" y="1979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4" name="pt20354"/>
            <p:cNvSpPr/>
            <p:nvPr/>
          </p:nvSpPr>
          <p:spPr>
            <a:xfrm>
              <a:off x="7211276" y="2074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5" name="pt20355"/>
            <p:cNvSpPr/>
            <p:nvPr/>
          </p:nvSpPr>
          <p:spPr>
            <a:xfrm>
              <a:off x="7095703" y="2312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6" name="pt20356"/>
            <p:cNvSpPr/>
            <p:nvPr/>
          </p:nvSpPr>
          <p:spPr>
            <a:xfrm>
              <a:off x="6846177" y="2072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7" name="pt20357"/>
            <p:cNvSpPr/>
            <p:nvPr/>
          </p:nvSpPr>
          <p:spPr>
            <a:xfrm>
              <a:off x="6990587" y="2329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8" name="pt20358"/>
            <p:cNvSpPr/>
            <p:nvPr/>
          </p:nvSpPr>
          <p:spPr>
            <a:xfrm>
              <a:off x="7172601" y="1985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9" name="pt20359"/>
            <p:cNvSpPr/>
            <p:nvPr/>
          </p:nvSpPr>
          <p:spPr>
            <a:xfrm>
              <a:off x="6860198" y="2149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0" name="pt20360"/>
            <p:cNvSpPr/>
            <p:nvPr/>
          </p:nvSpPr>
          <p:spPr>
            <a:xfrm>
              <a:off x="7172647" y="2144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1" name="pt20361"/>
            <p:cNvSpPr/>
            <p:nvPr/>
          </p:nvSpPr>
          <p:spPr>
            <a:xfrm>
              <a:off x="7362756" y="2761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2" name="pt20362"/>
            <p:cNvSpPr/>
            <p:nvPr/>
          </p:nvSpPr>
          <p:spPr>
            <a:xfrm>
              <a:off x="6466246" y="1739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3" name="pt20363"/>
            <p:cNvSpPr/>
            <p:nvPr/>
          </p:nvSpPr>
          <p:spPr>
            <a:xfrm>
              <a:off x="7196867" y="2162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4" name="pt20364"/>
            <p:cNvSpPr/>
            <p:nvPr/>
          </p:nvSpPr>
          <p:spPr>
            <a:xfrm>
              <a:off x="6908290" y="1912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5" name="pt20365"/>
            <p:cNvSpPr/>
            <p:nvPr/>
          </p:nvSpPr>
          <p:spPr>
            <a:xfrm>
              <a:off x="7064634" y="2055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6" name="pt20366"/>
            <p:cNvSpPr/>
            <p:nvPr/>
          </p:nvSpPr>
          <p:spPr>
            <a:xfrm>
              <a:off x="7234133" y="2011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7" name="pt20367"/>
            <p:cNvSpPr/>
            <p:nvPr/>
          </p:nvSpPr>
          <p:spPr>
            <a:xfrm>
              <a:off x="6994736" y="2332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8" name="pt20368"/>
            <p:cNvSpPr/>
            <p:nvPr/>
          </p:nvSpPr>
          <p:spPr>
            <a:xfrm>
              <a:off x="6770978" y="1926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9" name="pt20369"/>
            <p:cNvSpPr/>
            <p:nvPr/>
          </p:nvSpPr>
          <p:spPr>
            <a:xfrm>
              <a:off x="7128309" y="2098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0" name="pt20370"/>
            <p:cNvSpPr/>
            <p:nvPr/>
          </p:nvSpPr>
          <p:spPr>
            <a:xfrm>
              <a:off x="7429517" y="1944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1" name="pt20371"/>
            <p:cNvSpPr/>
            <p:nvPr/>
          </p:nvSpPr>
          <p:spPr>
            <a:xfrm>
              <a:off x="7029225" y="2055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2" name="pt20372"/>
            <p:cNvSpPr/>
            <p:nvPr/>
          </p:nvSpPr>
          <p:spPr>
            <a:xfrm>
              <a:off x="7055274" y="2045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3" name="pt20373"/>
            <p:cNvSpPr/>
            <p:nvPr/>
          </p:nvSpPr>
          <p:spPr>
            <a:xfrm>
              <a:off x="7029494" y="2153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4" name="pt20374"/>
            <p:cNvSpPr/>
            <p:nvPr/>
          </p:nvSpPr>
          <p:spPr>
            <a:xfrm>
              <a:off x="7150083" y="2140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5" name="pt20375"/>
            <p:cNvSpPr/>
            <p:nvPr/>
          </p:nvSpPr>
          <p:spPr>
            <a:xfrm>
              <a:off x="7025955" y="2116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6" name="pt20376"/>
            <p:cNvSpPr/>
            <p:nvPr/>
          </p:nvSpPr>
          <p:spPr>
            <a:xfrm>
              <a:off x="7140007" y="1949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7" name="pt20377"/>
            <p:cNvSpPr/>
            <p:nvPr/>
          </p:nvSpPr>
          <p:spPr>
            <a:xfrm>
              <a:off x="7186382" y="1687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8" name="pt20378"/>
            <p:cNvSpPr/>
            <p:nvPr/>
          </p:nvSpPr>
          <p:spPr>
            <a:xfrm>
              <a:off x="7227985" y="2135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9" name="pt20379"/>
            <p:cNvSpPr/>
            <p:nvPr/>
          </p:nvSpPr>
          <p:spPr>
            <a:xfrm>
              <a:off x="6963095" y="2026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0" name="pt20380"/>
            <p:cNvSpPr/>
            <p:nvPr/>
          </p:nvSpPr>
          <p:spPr>
            <a:xfrm>
              <a:off x="7111457" y="1999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1" name="pt20381"/>
            <p:cNvSpPr/>
            <p:nvPr/>
          </p:nvSpPr>
          <p:spPr>
            <a:xfrm>
              <a:off x="7090169" y="2221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2" name="pt20382"/>
            <p:cNvSpPr/>
            <p:nvPr/>
          </p:nvSpPr>
          <p:spPr>
            <a:xfrm>
              <a:off x="6839903" y="1626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3" name="pt20383"/>
            <p:cNvSpPr/>
            <p:nvPr/>
          </p:nvSpPr>
          <p:spPr>
            <a:xfrm>
              <a:off x="7086445" y="2209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4" name="pt20384"/>
            <p:cNvSpPr/>
            <p:nvPr/>
          </p:nvSpPr>
          <p:spPr>
            <a:xfrm>
              <a:off x="6959926" y="2021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5" name="pt20385"/>
            <p:cNvSpPr/>
            <p:nvPr/>
          </p:nvSpPr>
          <p:spPr>
            <a:xfrm>
              <a:off x="7279732" y="1885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6" name="pt20386"/>
            <p:cNvSpPr/>
            <p:nvPr/>
          </p:nvSpPr>
          <p:spPr>
            <a:xfrm>
              <a:off x="7098893" y="2337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7" name="pt20387"/>
            <p:cNvSpPr/>
            <p:nvPr/>
          </p:nvSpPr>
          <p:spPr>
            <a:xfrm>
              <a:off x="7231141" y="185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8" name="pt20388"/>
            <p:cNvSpPr/>
            <p:nvPr/>
          </p:nvSpPr>
          <p:spPr>
            <a:xfrm>
              <a:off x="7036852" y="2176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9" name="pt20389"/>
            <p:cNvSpPr/>
            <p:nvPr/>
          </p:nvSpPr>
          <p:spPr>
            <a:xfrm>
              <a:off x="7091472" y="2145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0" name="pt20390"/>
            <p:cNvSpPr/>
            <p:nvPr/>
          </p:nvSpPr>
          <p:spPr>
            <a:xfrm>
              <a:off x="7726106" y="2394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1" name="pt20391"/>
            <p:cNvSpPr/>
            <p:nvPr/>
          </p:nvSpPr>
          <p:spPr>
            <a:xfrm>
              <a:off x="7172420" y="1953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2" name="pt20392"/>
            <p:cNvSpPr/>
            <p:nvPr/>
          </p:nvSpPr>
          <p:spPr>
            <a:xfrm>
              <a:off x="6840989" y="1880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3" name="pt20393"/>
            <p:cNvSpPr/>
            <p:nvPr/>
          </p:nvSpPr>
          <p:spPr>
            <a:xfrm>
              <a:off x="7110312" y="2058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4" name="pt20394"/>
            <p:cNvSpPr/>
            <p:nvPr/>
          </p:nvSpPr>
          <p:spPr>
            <a:xfrm>
              <a:off x="7444013" y="2517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5" name="pt20395"/>
            <p:cNvSpPr/>
            <p:nvPr/>
          </p:nvSpPr>
          <p:spPr>
            <a:xfrm>
              <a:off x="6882642" y="2083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6" name="pt20396"/>
            <p:cNvSpPr/>
            <p:nvPr/>
          </p:nvSpPr>
          <p:spPr>
            <a:xfrm>
              <a:off x="7032551" y="2199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7" name="pt20397"/>
            <p:cNvSpPr/>
            <p:nvPr/>
          </p:nvSpPr>
          <p:spPr>
            <a:xfrm>
              <a:off x="7156276" y="2215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8" name="pt20398"/>
            <p:cNvSpPr/>
            <p:nvPr/>
          </p:nvSpPr>
          <p:spPr>
            <a:xfrm>
              <a:off x="7260993" y="1948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9" name="pt20399"/>
            <p:cNvSpPr/>
            <p:nvPr/>
          </p:nvSpPr>
          <p:spPr>
            <a:xfrm>
              <a:off x="7078483" y="2125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0" name="pt20400"/>
            <p:cNvSpPr/>
            <p:nvPr/>
          </p:nvSpPr>
          <p:spPr>
            <a:xfrm>
              <a:off x="7117678" y="1954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1" name="pt20401"/>
            <p:cNvSpPr/>
            <p:nvPr/>
          </p:nvSpPr>
          <p:spPr>
            <a:xfrm>
              <a:off x="7089339" y="2149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2" name="pt20402"/>
            <p:cNvSpPr/>
            <p:nvPr/>
          </p:nvSpPr>
          <p:spPr>
            <a:xfrm>
              <a:off x="7331847" y="231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3" name="pt20403"/>
            <p:cNvSpPr/>
            <p:nvPr/>
          </p:nvSpPr>
          <p:spPr>
            <a:xfrm>
              <a:off x="7055096" y="2105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4" name="pt20404"/>
            <p:cNvSpPr/>
            <p:nvPr/>
          </p:nvSpPr>
          <p:spPr>
            <a:xfrm>
              <a:off x="7113771" y="1957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5" name="pt20405"/>
            <p:cNvSpPr/>
            <p:nvPr/>
          </p:nvSpPr>
          <p:spPr>
            <a:xfrm>
              <a:off x="7207623" y="2094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6" name="pt20406"/>
            <p:cNvSpPr/>
            <p:nvPr/>
          </p:nvSpPr>
          <p:spPr>
            <a:xfrm>
              <a:off x="6730490" y="2730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7" name="pt20407"/>
            <p:cNvSpPr/>
            <p:nvPr/>
          </p:nvSpPr>
          <p:spPr>
            <a:xfrm>
              <a:off x="7390013" y="2235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8" name="pt20408"/>
            <p:cNvSpPr/>
            <p:nvPr/>
          </p:nvSpPr>
          <p:spPr>
            <a:xfrm>
              <a:off x="7266088" y="1904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9" name="pt20409"/>
            <p:cNvSpPr/>
            <p:nvPr/>
          </p:nvSpPr>
          <p:spPr>
            <a:xfrm>
              <a:off x="7161937" y="2304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0" name="pt20410"/>
            <p:cNvSpPr/>
            <p:nvPr/>
          </p:nvSpPr>
          <p:spPr>
            <a:xfrm>
              <a:off x="7316003" y="2245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1" name="pt20411"/>
            <p:cNvSpPr/>
            <p:nvPr/>
          </p:nvSpPr>
          <p:spPr>
            <a:xfrm>
              <a:off x="7081442" y="2206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2" name="pt20412"/>
            <p:cNvSpPr/>
            <p:nvPr/>
          </p:nvSpPr>
          <p:spPr>
            <a:xfrm>
              <a:off x="7148669" y="2135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3" name="pt20413"/>
            <p:cNvSpPr/>
            <p:nvPr/>
          </p:nvSpPr>
          <p:spPr>
            <a:xfrm>
              <a:off x="7220728" y="2026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4" name="pt20414"/>
            <p:cNvSpPr/>
            <p:nvPr/>
          </p:nvSpPr>
          <p:spPr>
            <a:xfrm>
              <a:off x="7082716" y="1994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5" name="pt20415"/>
            <p:cNvSpPr/>
            <p:nvPr/>
          </p:nvSpPr>
          <p:spPr>
            <a:xfrm>
              <a:off x="7101577" y="2188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6" name="pt20416"/>
            <p:cNvSpPr/>
            <p:nvPr/>
          </p:nvSpPr>
          <p:spPr>
            <a:xfrm>
              <a:off x="7348063" y="2332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7" name="pt20417"/>
            <p:cNvSpPr/>
            <p:nvPr/>
          </p:nvSpPr>
          <p:spPr>
            <a:xfrm>
              <a:off x="7066964" y="2095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8" name="pt20418"/>
            <p:cNvSpPr/>
            <p:nvPr/>
          </p:nvSpPr>
          <p:spPr>
            <a:xfrm>
              <a:off x="6928790" y="1985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9" name="pt20419"/>
            <p:cNvSpPr/>
            <p:nvPr/>
          </p:nvSpPr>
          <p:spPr>
            <a:xfrm>
              <a:off x="6780162" y="2318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0" name="pt20420"/>
            <p:cNvSpPr/>
            <p:nvPr/>
          </p:nvSpPr>
          <p:spPr>
            <a:xfrm>
              <a:off x="6930454" y="1975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1" name="pt20421"/>
            <p:cNvSpPr/>
            <p:nvPr/>
          </p:nvSpPr>
          <p:spPr>
            <a:xfrm>
              <a:off x="7238952" y="1742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2" name="pt20422"/>
            <p:cNvSpPr/>
            <p:nvPr/>
          </p:nvSpPr>
          <p:spPr>
            <a:xfrm>
              <a:off x="6997187" y="2192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3" name="pt20423"/>
            <p:cNvSpPr/>
            <p:nvPr/>
          </p:nvSpPr>
          <p:spPr>
            <a:xfrm>
              <a:off x="7213473" y="2127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4" name="pt20424"/>
            <p:cNvSpPr/>
            <p:nvPr/>
          </p:nvSpPr>
          <p:spPr>
            <a:xfrm>
              <a:off x="7021571" y="2095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5" name="pt20425"/>
            <p:cNvSpPr/>
            <p:nvPr/>
          </p:nvSpPr>
          <p:spPr>
            <a:xfrm>
              <a:off x="7341260" y="2055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6" name="pt20426"/>
            <p:cNvSpPr/>
            <p:nvPr/>
          </p:nvSpPr>
          <p:spPr>
            <a:xfrm>
              <a:off x="7142564" y="1953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7" name="pt20427"/>
            <p:cNvSpPr/>
            <p:nvPr/>
          </p:nvSpPr>
          <p:spPr>
            <a:xfrm>
              <a:off x="7299508" y="2041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8" name="pt20428"/>
            <p:cNvSpPr/>
            <p:nvPr/>
          </p:nvSpPr>
          <p:spPr>
            <a:xfrm>
              <a:off x="6678329" y="1540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9" name="pt20429"/>
            <p:cNvSpPr/>
            <p:nvPr/>
          </p:nvSpPr>
          <p:spPr>
            <a:xfrm>
              <a:off x="7251515" y="1927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0" name="pt20430"/>
            <p:cNvSpPr/>
            <p:nvPr/>
          </p:nvSpPr>
          <p:spPr>
            <a:xfrm>
              <a:off x="6782813" y="2129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1" name="pt20431"/>
            <p:cNvSpPr/>
            <p:nvPr/>
          </p:nvSpPr>
          <p:spPr>
            <a:xfrm>
              <a:off x="7218883" y="1885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2" name="pt20432"/>
            <p:cNvSpPr/>
            <p:nvPr/>
          </p:nvSpPr>
          <p:spPr>
            <a:xfrm>
              <a:off x="6969389" y="1780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3" name="pt20433"/>
            <p:cNvSpPr/>
            <p:nvPr/>
          </p:nvSpPr>
          <p:spPr>
            <a:xfrm>
              <a:off x="7070081" y="2083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4" name="pt20434"/>
            <p:cNvSpPr/>
            <p:nvPr/>
          </p:nvSpPr>
          <p:spPr>
            <a:xfrm>
              <a:off x="6983148" y="2293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5" name="pt20435"/>
            <p:cNvSpPr/>
            <p:nvPr/>
          </p:nvSpPr>
          <p:spPr>
            <a:xfrm>
              <a:off x="7116621" y="1977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6" name="pt20436"/>
            <p:cNvSpPr/>
            <p:nvPr/>
          </p:nvSpPr>
          <p:spPr>
            <a:xfrm>
              <a:off x="7197191" y="2159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7" name="pt20437"/>
            <p:cNvSpPr/>
            <p:nvPr/>
          </p:nvSpPr>
          <p:spPr>
            <a:xfrm>
              <a:off x="6747064" y="2264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8" name="pt20438"/>
            <p:cNvSpPr/>
            <p:nvPr/>
          </p:nvSpPr>
          <p:spPr>
            <a:xfrm>
              <a:off x="7329739" y="1901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9" name="pt20439"/>
            <p:cNvSpPr/>
            <p:nvPr/>
          </p:nvSpPr>
          <p:spPr>
            <a:xfrm>
              <a:off x="7117963" y="1999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0" name="pt20440"/>
            <p:cNvSpPr/>
            <p:nvPr/>
          </p:nvSpPr>
          <p:spPr>
            <a:xfrm>
              <a:off x="7401864" y="2359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1" name="pt20441"/>
            <p:cNvSpPr/>
            <p:nvPr/>
          </p:nvSpPr>
          <p:spPr>
            <a:xfrm>
              <a:off x="7074154" y="2129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2" name="pt20442"/>
            <p:cNvSpPr/>
            <p:nvPr/>
          </p:nvSpPr>
          <p:spPr>
            <a:xfrm>
              <a:off x="6840231" y="1910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3" name="pt20443"/>
            <p:cNvSpPr/>
            <p:nvPr/>
          </p:nvSpPr>
          <p:spPr>
            <a:xfrm>
              <a:off x="7073335" y="2159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4" name="pt20444"/>
            <p:cNvSpPr/>
            <p:nvPr/>
          </p:nvSpPr>
          <p:spPr>
            <a:xfrm>
              <a:off x="7152842" y="2039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5" name="pt20445"/>
            <p:cNvSpPr/>
            <p:nvPr/>
          </p:nvSpPr>
          <p:spPr>
            <a:xfrm>
              <a:off x="6968603" y="1822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6" name="pt20446"/>
            <p:cNvSpPr/>
            <p:nvPr/>
          </p:nvSpPr>
          <p:spPr>
            <a:xfrm>
              <a:off x="7094698" y="2346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7" name="pt20447"/>
            <p:cNvSpPr/>
            <p:nvPr/>
          </p:nvSpPr>
          <p:spPr>
            <a:xfrm>
              <a:off x="6996056" y="2299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8" name="pt20448"/>
            <p:cNvSpPr/>
            <p:nvPr/>
          </p:nvSpPr>
          <p:spPr>
            <a:xfrm>
              <a:off x="6990227" y="2243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9" name="pt20449"/>
            <p:cNvSpPr/>
            <p:nvPr/>
          </p:nvSpPr>
          <p:spPr>
            <a:xfrm>
              <a:off x="7031223" y="2074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0" name="pt20450"/>
            <p:cNvSpPr/>
            <p:nvPr/>
          </p:nvSpPr>
          <p:spPr>
            <a:xfrm>
              <a:off x="7119457" y="1972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1" name="pt20451"/>
            <p:cNvSpPr/>
            <p:nvPr/>
          </p:nvSpPr>
          <p:spPr>
            <a:xfrm>
              <a:off x="7270072" y="1943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2" name="pt20452"/>
            <p:cNvSpPr/>
            <p:nvPr/>
          </p:nvSpPr>
          <p:spPr>
            <a:xfrm>
              <a:off x="6761346" y="2060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3" name="pt20453"/>
            <p:cNvSpPr/>
            <p:nvPr/>
          </p:nvSpPr>
          <p:spPr>
            <a:xfrm>
              <a:off x="7283566" y="2022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4" name="pt20454"/>
            <p:cNvSpPr/>
            <p:nvPr/>
          </p:nvSpPr>
          <p:spPr>
            <a:xfrm>
              <a:off x="7024809" y="2135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5" name="pt20455"/>
            <p:cNvSpPr/>
            <p:nvPr/>
          </p:nvSpPr>
          <p:spPr>
            <a:xfrm>
              <a:off x="7231799" y="1931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6" name="pt20456"/>
            <p:cNvSpPr/>
            <p:nvPr/>
          </p:nvSpPr>
          <p:spPr>
            <a:xfrm>
              <a:off x="6895308" y="2081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7" name="pt20457"/>
            <p:cNvSpPr/>
            <p:nvPr/>
          </p:nvSpPr>
          <p:spPr>
            <a:xfrm>
              <a:off x="7396521" y="2513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8" name="pt20458"/>
            <p:cNvSpPr/>
            <p:nvPr/>
          </p:nvSpPr>
          <p:spPr>
            <a:xfrm>
              <a:off x="6790364" y="2419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9" name="pt20459"/>
            <p:cNvSpPr/>
            <p:nvPr/>
          </p:nvSpPr>
          <p:spPr>
            <a:xfrm>
              <a:off x="7144691" y="1972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0" name="pt20460"/>
            <p:cNvSpPr/>
            <p:nvPr/>
          </p:nvSpPr>
          <p:spPr>
            <a:xfrm>
              <a:off x="7153511" y="2188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1" name="pt20461"/>
            <p:cNvSpPr/>
            <p:nvPr/>
          </p:nvSpPr>
          <p:spPr>
            <a:xfrm>
              <a:off x="7339805" y="1842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2" name="pt20462"/>
            <p:cNvSpPr/>
            <p:nvPr/>
          </p:nvSpPr>
          <p:spPr>
            <a:xfrm>
              <a:off x="7207780" y="2121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3" name="pt20463"/>
            <p:cNvSpPr/>
            <p:nvPr/>
          </p:nvSpPr>
          <p:spPr>
            <a:xfrm>
              <a:off x="7322898" y="2522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4" name="pt20464"/>
            <p:cNvSpPr/>
            <p:nvPr/>
          </p:nvSpPr>
          <p:spPr>
            <a:xfrm>
              <a:off x="6978381" y="2182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5" name="pt20465"/>
            <p:cNvSpPr/>
            <p:nvPr/>
          </p:nvSpPr>
          <p:spPr>
            <a:xfrm>
              <a:off x="7064684" y="2027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6" name="pt20466"/>
            <p:cNvSpPr/>
            <p:nvPr/>
          </p:nvSpPr>
          <p:spPr>
            <a:xfrm>
              <a:off x="7087091" y="2191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7" name="pt20467"/>
            <p:cNvSpPr/>
            <p:nvPr/>
          </p:nvSpPr>
          <p:spPr>
            <a:xfrm>
              <a:off x="7081810" y="2130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8" name="pt20468"/>
            <p:cNvSpPr/>
            <p:nvPr/>
          </p:nvSpPr>
          <p:spPr>
            <a:xfrm>
              <a:off x="6880748" y="2287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9" name="pt20469"/>
            <p:cNvSpPr/>
            <p:nvPr/>
          </p:nvSpPr>
          <p:spPr>
            <a:xfrm>
              <a:off x="7273248" y="201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0" name="pt20470"/>
            <p:cNvSpPr/>
            <p:nvPr/>
          </p:nvSpPr>
          <p:spPr>
            <a:xfrm>
              <a:off x="6931391" y="1970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1" name="pt20471"/>
            <p:cNvSpPr/>
            <p:nvPr/>
          </p:nvSpPr>
          <p:spPr>
            <a:xfrm>
              <a:off x="7064224" y="2076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2" name="pt20472"/>
            <p:cNvSpPr/>
            <p:nvPr/>
          </p:nvSpPr>
          <p:spPr>
            <a:xfrm>
              <a:off x="7031006" y="2173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3" name="pt20473"/>
            <p:cNvSpPr/>
            <p:nvPr/>
          </p:nvSpPr>
          <p:spPr>
            <a:xfrm>
              <a:off x="7096060" y="2288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4" name="pt20474"/>
            <p:cNvSpPr/>
            <p:nvPr/>
          </p:nvSpPr>
          <p:spPr>
            <a:xfrm>
              <a:off x="7029443" y="2155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5" name="pt20475"/>
            <p:cNvSpPr/>
            <p:nvPr/>
          </p:nvSpPr>
          <p:spPr>
            <a:xfrm>
              <a:off x="7302500" y="166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6" name="pt20476"/>
            <p:cNvSpPr/>
            <p:nvPr/>
          </p:nvSpPr>
          <p:spPr>
            <a:xfrm>
              <a:off x="7073541" y="2045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7" name="pt20477"/>
            <p:cNvSpPr/>
            <p:nvPr/>
          </p:nvSpPr>
          <p:spPr>
            <a:xfrm>
              <a:off x="7241777" y="1921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8" name="pt20478"/>
            <p:cNvSpPr/>
            <p:nvPr/>
          </p:nvSpPr>
          <p:spPr>
            <a:xfrm>
              <a:off x="6622294" y="208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9" name="pt20479"/>
            <p:cNvSpPr/>
            <p:nvPr/>
          </p:nvSpPr>
          <p:spPr>
            <a:xfrm>
              <a:off x="7078867" y="2127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0" name="pt20480"/>
            <p:cNvSpPr/>
            <p:nvPr/>
          </p:nvSpPr>
          <p:spPr>
            <a:xfrm>
              <a:off x="7188109" y="1744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1" name="pt20481"/>
            <p:cNvSpPr/>
            <p:nvPr/>
          </p:nvSpPr>
          <p:spPr>
            <a:xfrm>
              <a:off x="7009461" y="2012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2" name="pt20482"/>
            <p:cNvSpPr/>
            <p:nvPr/>
          </p:nvSpPr>
          <p:spPr>
            <a:xfrm>
              <a:off x="6935829" y="1992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3" name="pt20483"/>
            <p:cNvSpPr/>
            <p:nvPr/>
          </p:nvSpPr>
          <p:spPr>
            <a:xfrm>
              <a:off x="7153379" y="2192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4" name="pt20484"/>
            <p:cNvSpPr/>
            <p:nvPr/>
          </p:nvSpPr>
          <p:spPr>
            <a:xfrm>
              <a:off x="7104587" y="2124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5" name="pt20485"/>
            <p:cNvSpPr/>
            <p:nvPr/>
          </p:nvSpPr>
          <p:spPr>
            <a:xfrm>
              <a:off x="7191692" y="2273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6" name="pt20486"/>
            <p:cNvSpPr/>
            <p:nvPr/>
          </p:nvSpPr>
          <p:spPr>
            <a:xfrm>
              <a:off x="7127980" y="2088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7" name="pt20487"/>
            <p:cNvSpPr/>
            <p:nvPr/>
          </p:nvSpPr>
          <p:spPr>
            <a:xfrm>
              <a:off x="7045125" y="2136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8" name="pt20488"/>
            <p:cNvSpPr/>
            <p:nvPr/>
          </p:nvSpPr>
          <p:spPr>
            <a:xfrm>
              <a:off x="7038872" y="219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9" name="pt20489"/>
            <p:cNvSpPr/>
            <p:nvPr/>
          </p:nvSpPr>
          <p:spPr>
            <a:xfrm>
              <a:off x="6978108" y="2202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0" name="pt20490"/>
            <p:cNvSpPr/>
            <p:nvPr/>
          </p:nvSpPr>
          <p:spPr>
            <a:xfrm>
              <a:off x="6976788" y="208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1" name="pt20491"/>
            <p:cNvSpPr/>
            <p:nvPr/>
          </p:nvSpPr>
          <p:spPr>
            <a:xfrm>
              <a:off x="7027247" y="1834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2" name="pt20492"/>
            <p:cNvSpPr/>
            <p:nvPr/>
          </p:nvSpPr>
          <p:spPr>
            <a:xfrm>
              <a:off x="7064654" y="2099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3" name="pt20493"/>
            <p:cNvSpPr/>
            <p:nvPr/>
          </p:nvSpPr>
          <p:spPr>
            <a:xfrm>
              <a:off x="6956548" y="1799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4" name="pt20494"/>
            <p:cNvSpPr/>
            <p:nvPr/>
          </p:nvSpPr>
          <p:spPr>
            <a:xfrm>
              <a:off x="6959957" y="2069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5" name="pt20495"/>
            <p:cNvSpPr/>
            <p:nvPr/>
          </p:nvSpPr>
          <p:spPr>
            <a:xfrm>
              <a:off x="7045097" y="2224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6" name="pt20496"/>
            <p:cNvSpPr/>
            <p:nvPr/>
          </p:nvSpPr>
          <p:spPr>
            <a:xfrm>
              <a:off x="7292465" y="199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7" name="pt20497"/>
            <p:cNvSpPr/>
            <p:nvPr/>
          </p:nvSpPr>
          <p:spPr>
            <a:xfrm>
              <a:off x="6716507" y="2360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8" name="pt20498"/>
            <p:cNvSpPr/>
            <p:nvPr/>
          </p:nvSpPr>
          <p:spPr>
            <a:xfrm>
              <a:off x="7059874" y="2209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9" name="pt20499"/>
            <p:cNvSpPr/>
            <p:nvPr/>
          </p:nvSpPr>
          <p:spPr>
            <a:xfrm>
              <a:off x="7176137" y="1964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0" name="pt20500"/>
            <p:cNvSpPr/>
            <p:nvPr/>
          </p:nvSpPr>
          <p:spPr>
            <a:xfrm>
              <a:off x="6973155" y="1946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1" name="pt20501"/>
            <p:cNvSpPr/>
            <p:nvPr/>
          </p:nvSpPr>
          <p:spPr>
            <a:xfrm>
              <a:off x="7014758" y="2257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2" name="pt20502"/>
            <p:cNvSpPr/>
            <p:nvPr/>
          </p:nvSpPr>
          <p:spPr>
            <a:xfrm>
              <a:off x="6998270" y="2247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3" name="pt20503"/>
            <p:cNvSpPr/>
            <p:nvPr/>
          </p:nvSpPr>
          <p:spPr>
            <a:xfrm>
              <a:off x="7166050" y="2065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4" name="pt20504"/>
            <p:cNvSpPr/>
            <p:nvPr/>
          </p:nvSpPr>
          <p:spPr>
            <a:xfrm>
              <a:off x="6992457" y="2206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5" name="pt20505"/>
            <p:cNvSpPr/>
            <p:nvPr/>
          </p:nvSpPr>
          <p:spPr>
            <a:xfrm>
              <a:off x="7283892" y="1919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6" name="pt20506"/>
            <p:cNvSpPr/>
            <p:nvPr/>
          </p:nvSpPr>
          <p:spPr>
            <a:xfrm>
              <a:off x="7017416" y="2174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7" name="pt20507"/>
            <p:cNvSpPr/>
            <p:nvPr/>
          </p:nvSpPr>
          <p:spPr>
            <a:xfrm>
              <a:off x="6977551" y="2205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8" name="pt20508"/>
            <p:cNvSpPr/>
            <p:nvPr/>
          </p:nvSpPr>
          <p:spPr>
            <a:xfrm>
              <a:off x="7272063" y="2064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9" name="pt20509"/>
            <p:cNvSpPr/>
            <p:nvPr/>
          </p:nvSpPr>
          <p:spPr>
            <a:xfrm>
              <a:off x="7117138" y="1938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0" name="pt20510"/>
            <p:cNvSpPr/>
            <p:nvPr/>
          </p:nvSpPr>
          <p:spPr>
            <a:xfrm>
              <a:off x="7172925" y="2185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1" name="pt20511"/>
            <p:cNvSpPr/>
            <p:nvPr/>
          </p:nvSpPr>
          <p:spPr>
            <a:xfrm>
              <a:off x="6970165" y="1896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2" name="pt20512"/>
            <p:cNvSpPr/>
            <p:nvPr/>
          </p:nvSpPr>
          <p:spPr>
            <a:xfrm>
              <a:off x="7181530" y="2179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3" name="pt20513"/>
            <p:cNvSpPr/>
            <p:nvPr/>
          </p:nvSpPr>
          <p:spPr>
            <a:xfrm>
              <a:off x="7200263" y="2060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4" name="pt20514"/>
            <p:cNvSpPr/>
            <p:nvPr/>
          </p:nvSpPr>
          <p:spPr>
            <a:xfrm>
              <a:off x="7249548" y="1983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5" name="pt20515"/>
            <p:cNvSpPr/>
            <p:nvPr/>
          </p:nvSpPr>
          <p:spPr>
            <a:xfrm>
              <a:off x="7059291" y="2079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6" name="pt20516"/>
            <p:cNvSpPr/>
            <p:nvPr/>
          </p:nvSpPr>
          <p:spPr>
            <a:xfrm>
              <a:off x="7140166" y="1986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7" name="pt20517"/>
            <p:cNvSpPr/>
            <p:nvPr/>
          </p:nvSpPr>
          <p:spPr>
            <a:xfrm>
              <a:off x="7240212" y="2015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8" name="pt20518"/>
            <p:cNvSpPr/>
            <p:nvPr/>
          </p:nvSpPr>
          <p:spPr>
            <a:xfrm>
              <a:off x="7141492" y="2006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9" name="pt20519"/>
            <p:cNvSpPr/>
            <p:nvPr/>
          </p:nvSpPr>
          <p:spPr>
            <a:xfrm>
              <a:off x="7094400" y="2310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0" name="pt20520"/>
            <p:cNvSpPr/>
            <p:nvPr/>
          </p:nvSpPr>
          <p:spPr>
            <a:xfrm>
              <a:off x="7196974" y="2151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1" name="pt20521"/>
            <p:cNvSpPr/>
            <p:nvPr/>
          </p:nvSpPr>
          <p:spPr>
            <a:xfrm>
              <a:off x="6819260" y="1976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2" name="pt20522"/>
            <p:cNvSpPr/>
            <p:nvPr/>
          </p:nvSpPr>
          <p:spPr>
            <a:xfrm>
              <a:off x="7071542" y="2097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3" name="pt20523"/>
            <p:cNvSpPr/>
            <p:nvPr/>
          </p:nvSpPr>
          <p:spPr>
            <a:xfrm>
              <a:off x="7427367" y="2403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4" name="pt20524"/>
            <p:cNvSpPr/>
            <p:nvPr/>
          </p:nvSpPr>
          <p:spPr>
            <a:xfrm>
              <a:off x="7296885" y="1987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5" name="pt20525"/>
            <p:cNvSpPr/>
            <p:nvPr/>
          </p:nvSpPr>
          <p:spPr>
            <a:xfrm>
              <a:off x="6828013" y="1966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6" name="pt20526"/>
            <p:cNvSpPr/>
            <p:nvPr/>
          </p:nvSpPr>
          <p:spPr>
            <a:xfrm>
              <a:off x="7298497" y="1968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7" name="pt20527"/>
            <p:cNvSpPr/>
            <p:nvPr/>
          </p:nvSpPr>
          <p:spPr>
            <a:xfrm>
              <a:off x="6766879" y="1729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8" name="pt20528"/>
            <p:cNvSpPr/>
            <p:nvPr/>
          </p:nvSpPr>
          <p:spPr>
            <a:xfrm>
              <a:off x="7019026" y="2216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9" name="pt20529"/>
            <p:cNvSpPr/>
            <p:nvPr/>
          </p:nvSpPr>
          <p:spPr>
            <a:xfrm>
              <a:off x="7244045" y="1979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0" name="pt20530"/>
            <p:cNvSpPr/>
            <p:nvPr/>
          </p:nvSpPr>
          <p:spPr>
            <a:xfrm>
              <a:off x="7305189" y="2457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1" name="pt20531"/>
            <p:cNvSpPr/>
            <p:nvPr/>
          </p:nvSpPr>
          <p:spPr>
            <a:xfrm>
              <a:off x="7670021" y="2436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2" name="pt20532"/>
            <p:cNvSpPr/>
            <p:nvPr/>
          </p:nvSpPr>
          <p:spPr>
            <a:xfrm>
              <a:off x="7085077" y="2117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3" name="pt20533"/>
            <p:cNvSpPr/>
            <p:nvPr/>
          </p:nvSpPr>
          <p:spPr>
            <a:xfrm>
              <a:off x="6947298" y="1880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4" name="pt20534"/>
            <p:cNvSpPr/>
            <p:nvPr/>
          </p:nvSpPr>
          <p:spPr>
            <a:xfrm>
              <a:off x="7055036" y="2064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5" name="pt20535"/>
            <p:cNvSpPr/>
            <p:nvPr/>
          </p:nvSpPr>
          <p:spPr>
            <a:xfrm>
              <a:off x="7229456" y="2043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6" name="pt20536"/>
            <p:cNvSpPr/>
            <p:nvPr/>
          </p:nvSpPr>
          <p:spPr>
            <a:xfrm>
              <a:off x="6909805" y="1824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7" name="pt20537"/>
            <p:cNvSpPr/>
            <p:nvPr/>
          </p:nvSpPr>
          <p:spPr>
            <a:xfrm>
              <a:off x="6911747" y="2029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8" name="pt20538"/>
            <p:cNvSpPr/>
            <p:nvPr/>
          </p:nvSpPr>
          <p:spPr>
            <a:xfrm>
              <a:off x="7228759" y="1888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9" name="pt20539"/>
            <p:cNvSpPr/>
            <p:nvPr/>
          </p:nvSpPr>
          <p:spPr>
            <a:xfrm>
              <a:off x="7170629" y="2125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0" name="pt20540"/>
            <p:cNvSpPr/>
            <p:nvPr/>
          </p:nvSpPr>
          <p:spPr>
            <a:xfrm>
              <a:off x="7568573" y="255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1" name="pt20541"/>
            <p:cNvSpPr/>
            <p:nvPr/>
          </p:nvSpPr>
          <p:spPr>
            <a:xfrm>
              <a:off x="7274379" y="1924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2" name="pt20542"/>
            <p:cNvSpPr/>
            <p:nvPr/>
          </p:nvSpPr>
          <p:spPr>
            <a:xfrm>
              <a:off x="7073870" y="2138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3" name="pt20543"/>
            <p:cNvSpPr/>
            <p:nvPr/>
          </p:nvSpPr>
          <p:spPr>
            <a:xfrm>
              <a:off x="7234786" y="1638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4" name="pt20544"/>
            <p:cNvSpPr/>
            <p:nvPr/>
          </p:nvSpPr>
          <p:spPr>
            <a:xfrm>
              <a:off x="7277793" y="1825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5" name="pt20545"/>
            <p:cNvSpPr/>
            <p:nvPr/>
          </p:nvSpPr>
          <p:spPr>
            <a:xfrm>
              <a:off x="6793253" y="2386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6" name="pt20546"/>
            <p:cNvSpPr/>
            <p:nvPr/>
          </p:nvSpPr>
          <p:spPr>
            <a:xfrm>
              <a:off x="6894660" y="2003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7" name="pt20547"/>
            <p:cNvSpPr/>
            <p:nvPr/>
          </p:nvSpPr>
          <p:spPr>
            <a:xfrm>
              <a:off x="7221300" y="2016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8" name="pt20548"/>
            <p:cNvSpPr/>
            <p:nvPr/>
          </p:nvSpPr>
          <p:spPr>
            <a:xfrm>
              <a:off x="6744194" y="2378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9" name="pt20549"/>
            <p:cNvSpPr/>
            <p:nvPr/>
          </p:nvSpPr>
          <p:spPr>
            <a:xfrm>
              <a:off x="7288784" y="2075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0" name="pt20550"/>
            <p:cNvSpPr/>
            <p:nvPr/>
          </p:nvSpPr>
          <p:spPr>
            <a:xfrm>
              <a:off x="7367968" y="2693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1" name="pt20551"/>
            <p:cNvSpPr/>
            <p:nvPr/>
          </p:nvSpPr>
          <p:spPr>
            <a:xfrm>
              <a:off x="6896560" y="2050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2" name="pt20552"/>
            <p:cNvSpPr/>
            <p:nvPr/>
          </p:nvSpPr>
          <p:spPr>
            <a:xfrm>
              <a:off x="6943639" y="1956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3" name="pt20553"/>
            <p:cNvSpPr/>
            <p:nvPr/>
          </p:nvSpPr>
          <p:spPr>
            <a:xfrm>
              <a:off x="7038141" y="2186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4" name="pt20554"/>
            <p:cNvSpPr/>
            <p:nvPr/>
          </p:nvSpPr>
          <p:spPr>
            <a:xfrm>
              <a:off x="7055882" y="2121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5" name="pt20555"/>
            <p:cNvSpPr/>
            <p:nvPr/>
          </p:nvSpPr>
          <p:spPr>
            <a:xfrm>
              <a:off x="6784080" y="2186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6" name="pt20556"/>
            <p:cNvSpPr/>
            <p:nvPr/>
          </p:nvSpPr>
          <p:spPr>
            <a:xfrm>
              <a:off x="7251902" y="2012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7" name="pt20557"/>
            <p:cNvSpPr/>
            <p:nvPr/>
          </p:nvSpPr>
          <p:spPr>
            <a:xfrm>
              <a:off x="6812118" y="2256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8" name="pt20558"/>
            <p:cNvSpPr/>
            <p:nvPr/>
          </p:nvSpPr>
          <p:spPr>
            <a:xfrm>
              <a:off x="7150197" y="2215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9" name="pt20559"/>
            <p:cNvSpPr/>
            <p:nvPr/>
          </p:nvSpPr>
          <p:spPr>
            <a:xfrm>
              <a:off x="7140064" y="1973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0" name="pt20560"/>
            <p:cNvSpPr/>
            <p:nvPr/>
          </p:nvSpPr>
          <p:spPr>
            <a:xfrm>
              <a:off x="6899242" y="2064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1" name="pt20561"/>
            <p:cNvSpPr/>
            <p:nvPr/>
          </p:nvSpPr>
          <p:spPr>
            <a:xfrm>
              <a:off x="6922496" y="193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2" name="pt20562"/>
            <p:cNvSpPr/>
            <p:nvPr/>
          </p:nvSpPr>
          <p:spPr>
            <a:xfrm>
              <a:off x="7238867" y="1949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3" name="pt20563"/>
            <p:cNvSpPr/>
            <p:nvPr/>
          </p:nvSpPr>
          <p:spPr>
            <a:xfrm>
              <a:off x="6710537" y="2230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4" name="pt20564"/>
            <p:cNvSpPr/>
            <p:nvPr/>
          </p:nvSpPr>
          <p:spPr>
            <a:xfrm>
              <a:off x="7042818" y="2365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5" name="pt20565"/>
            <p:cNvSpPr/>
            <p:nvPr/>
          </p:nvSpPr>
          <p:spPr>
            <a:xfrm>
              <a:off x="7021329" y="2074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6" name="pt20566"/>
            <p:cNvSpPr/>
            <p:nvPr/>
          </p:nvSpPr>
          <p:spPr>
            <a:xfrm>
              <a:off x="6931006" y="1925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7" name="pt20567"/>
            <p:cNvSpPr/>
            <p:nvPr/>
          </p:nvSpPr>
          <p:spPr>
            <a:xfrm>
              <a:off x="7249151" y="2008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8" name="pt20568"/>
            <p:cNvSpPr/>
            <p:nvPr/>
          </p:nvSpPr>
          <p:spPr>
            <a:xfrm>
              <a:off x="7015582" y="2222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9" name="pt20569"/>
            <p:cNvSpPr/>
            <p:nvPr/>
          </p:nvSpPr>
          <p:spPr>
            <a:xfrm>
              <a:off x="7090036" y="2267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0" name="pt20570"/>
            <p:cNvSpPr/>
            <p:nvPr/>
          </p:nvSpPr>
          <p:spPr>
            <a:xfrm>
              <a:off x="7250739" y="1922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1" name="pt20571"/>
            <p:cNvSpPr/>
            <p:nvPr/>
          </p:nvSpPr>
          <p:spPr>
            <a:xfrm>
              <a:off x="7214891" y="1872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2" name="pt20572"/>
            <p:cNvSpPr/>
            <p:nvPr/>
          </p:nvSpPr>
          <p:spPr>
            <a:xfrm>
              <a:off x="7210661" y="2093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3" name="pt20573"/>
            <p:cNvSpPr/>
            <p:nvPr/>
          </p:nvSpPr>
          <p:spPr>
            <a:xfrm>
              <a:off x="7237186" y="188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4" name="pt20574"/>
            <p:cNvSpPr/>
            <p:nvPr/>
          </p:nvSpPr>
          <p:spPr>
            <a:xfrm>
              <a:off x="6906283" y="1981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5" name="pt20575"/>
            <p:cNvSpPr/>
            <p:nvPr/>
          </p:nvSpPr>
          <p:spPr>
            <a:xfrm>
              <a:off x="7162526" y="2229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6" name="pt20576"/>
            <p:cNvSpPr/>
            <p:nvPr/>
          </p:nvSpPr>
          <p:spPr>
            <a:xfrm>
              <a:off x="7073383" y="2154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7" name="pt20577"/>
            <p:cNvSpPr/>
            <p:nvPr/>
          </p:nvSpPr>
          <p:spPr>
            <a:xfrm>
              <a:off x="7018207" y="2245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8" name="pt20578"/>
            <p:cNvSpPr/>
            <p:nvPr/>
          </p:nvSpPr>
          <p:spPr>
            <a:xfrm>
              <a:off x="6975598" y="1889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9" name="pt20579"/>
            <p:cNvSpPr/>
            <p:nvPr/>
          </p:nvSpPr>
          <p:spPr>
            <a:xfrm>
              <a:off x="7028246" y="2150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0" name="pt20580"/>
            <p:cNvSpPr/>
            <p:nvPr/>
          </p:nvSpPr>
          <p:spPr>
            <a:xfrm>
              <a:off x="7107867" y="2029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1" name="pt20581"/>
            <p:cNvSpPr/>
            <p:nvPr/>
          </p:nvSpPr>
          <p:spPr>
            <a:xfrm>
              <a:off x="6676672" y="1485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2" name="pt20582"/>
            <p:cNvSpPr/>
            <p:nvPr/>
          </p:nvSpPr>
          <p:spPr>
            <a:xfrm>
              <a:off x="7093826" y="2329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3" name="pt20583"/>
            <p:cNvSpPr/>
            <p:nvPr/>
          </p:nvSpPr>
          <p:spPr>
            <a:xfrm>
              <a:off x="7303376" y="1818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4" name="pt20584"/>
            <p:cNvSpPr/>
            <p:nvPr/>
          </p:nvSpPr>
          <p:spPr>
            <a:xfrm>
              <a:off x="7130556" y="215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5" name="pt20585"/>
            <p:cNvSpPr/>
            <p:nvPr/>
          </p:nvSpPr>
          <p:spPr>
            <a:xfrm>
              <a:off x="7080831" y="220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6" name="pt20586"/>
            <p:cNvSpPr/>
            <p:nvPr/>
          </p:nvSpPr>
          <p:spPr>
            <a:xfrm>
              <a:off x="7107862" y="2084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7" name="pt20587"/>
            <p:cNvSpPr/>
            <p:nvPr/>
          </p:nvSpPr>
          <p:spPr>
            <a:xfrm>
              <a:off x="7069808" y="2119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8" name="pt20588"/>
            <p:cNvSpPr/>
            <p:nvPr/>
          </p:nvSpPr>
          <p:spPr>
            <a:xfrm>
              <a:off x="6921432" y="1965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9" name="pt20589"/>
            <p:cNvSpPr/>
            <p:nvPr/>
          </p:nvSpPr>
          <p:spPr>
            <a:xfrm>
              <a:off x="7201667" y="1901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0" name="pt20590"/>
            <p:cNvSpPr/>
            <p:nvPr/>
          </p:nvSpPr>
          <p:spPr>
            <a:xfrm>
              <a:off x="7200428" y="1948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1" name="pt20591"/>
            <p:cNvSpPr/>
            <p:nvPr/>
          </p:nvSpPr>
          <p:spPr>
            <a:xfrm>
              <a:off x="7069560" y="2037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2" name="pt20592"/>
            <p:cNvSpPr/>
            <p:nvPr/>
          </p:nvSpPr>
          <p:spPr>
            <a:xfrm>
              <a:off x="7374161" y="2864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3" name="pt20593"/>
            <p:cNvSpPr/>
            <p:nvPr/>
          </p:nvSpPr>
          <p:spPr>
            <a:xfrm>
              <a:off x="7104580" y="2189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4" name="pt20594"/>
            <p:cNvSpPr/>
            <p:nvPr/>
          </p:nvSpPr>
          <p:spPr>
            <a:xfrm>
              <a:off x="6977766" y="2312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5" name="pt20595"/>
            <p:cNvSpPr/>
            <p:nvPr/>
          </p:nvSpPr>
          <p:spPr>
            <a:xfrm>
              <a:off x="7031818" y="2234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6" name="pt20596"/>
            <p:cNvSpPr/>
            <p:nvPr/>
          </p:nvSpPr>
          <p:spPr>
            <a:xfrm>
              <a:off x="7266974" y="1946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7" name="pt20597"/>
            <p:cNvSpPr/>
            <p:nvPr/>
          </p:nvSpPr>
          <p:spPr>
            <a:xfrm>
              <a:off x="7114162" y="1950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8" name="pt20598"/>
            <p:cNvSpPr/>
            <p:nvPr/>
          </p:nvSpPr>
          <p:spPr>
            <a:xfrm>
              <a:off x="7148042" y="2036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9" name="pt20599"/>
            <p:cNvSpPr/>
            <p:nvPr/>
          </p:nvSpPr>
          <p:spPr>
            <a:xfrm>
              <a:off x="7192891" y="218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0" name="pt20600"/>
            <p:cNvSpPr/>
            <p:nvPr/>
          </p:nvSpPr>
          <p:spPr>
            <a:xfrm>
              <a:off x="7259465" y="1905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1" name="pt20601"/>
            <p:cNvSpPr/>
            <p:nvPr/>
          </p:nvSpPr>
          <p:spPr>
            <a:xfrm>
              <a:off x="7065725" y="2135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2" name="pt20602"/>
            <p:cNvSpPr/>
            <p:nvPr/>
          </p:nvSpPr>
          <p:spPr>
            <a:xfrm>
              <a:off x="7083732" y="2189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3" name="pt20603"/>
            <p:cNvSpPr/>
            <p:nvPr/>
          </p:nvSpPr>
          <p:spPr>
            <a:xfrm>
              <a:off x="7007426" y="1830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4" name="pt20604"/>
            <p:cNvSpPr/>
            <p:nvPr/>
          </p:nvSpPr>
          <p:spPr>
            <a:xfrm>
              <a:off x="6919912" y="2108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5" name="pt20605"/>
            <p:cNvSpPr/>
            <p:nvPr/>
          </p:nvSpPr>
          <p:spPr>
            <a:xfrm>
              <a:off x="7286119" y="2035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6" name="pt20606"/>
            <p:cNvSpPr/>
            <p:nvPr/>
          </p:nvSpPr>
          <p:spPr>
            <a:xfrm>
              <a:off x="6988453" y="2158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7" name="pt20607"/>
            <p:cNvSpPr/>
            <p:nvPr/>
          </p:nvSpPr>
          <p:spPr>
            <a:xfrm>
              <a:off x="6947061" y="1996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8" name="pt20608"/>
            <p:cNvSpPr/>
            <p:nvPr/>
          </p:nvSpPr>
          <p:spPr>
            <a:xfrm>
              <a:off x="6715102" y="2910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9" name="pt20609"/>
            <p:cNvSpPr/>
            <p:nvPr/>
          </p:nvSpPr>
          <p:spPr>
            <a:xfrm>
              <a:off x="7269845" y="2086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0" name="pt20610"/>
            <p:cNvSpPr/>
            <p:nvPr/>
          </p:nvSpPr>
          <p:spPr>
            <a:xfrm>
              <a:off x="7015390" y="2231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1" name="pt20611"/>
            <p:cNvSpPr/>
            <p:nvPr/>
          </p:nvSpPr>
          <p:spPr>
            <a:xfrm>
              <a:off x="6757348" y="2405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2" name="pt20612"/>
            <p:cNvSpPr/>
            <p:nvPr/>
          </p:nvSpPr>
          <p:spPr>
            <a:xfrm>
              <a:off x="7016099" y="2229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3" name="pt20613"/>
            <p:cNvSpPr/>
            <p:nvPr/>
          </p:nvSpPr>
          <p:spPr>
            <a:xfrm>
              <a:off x="7316111" y="2487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4" name="pt20614"/>
            <p:cNvSpPr/>
            <p:nvPr/>
          </p:nvSpPr>
          <p:spPr>
            <a:xfrm>
              <a:off x="7027563" y="2015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5" name="pt20615"/>
            <p:cNvSpPr/>
            <p:nvPr/>
          </p:nvSpPr>
          <p:spPr>
            <a:xfrm>
              <a:off x="7033955" y="2241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6" name="pt20616"/>
            <p:cNvSpPr/>
            <p:nvPr/>
          </p:nvSpPr>
          <p:spPr>
            <a:xfrm>
              <a:off x="7022624" y="210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7" name="pt20617"/>
            <p:cNvSpPr/>
            <p:nvPr/>
          </p:nvSpPr>
          <p:spPr>
            <a:xfrm>
              <a:off x="7088949" y="2168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8" name="pt20618"/>
            <p:cNvSpPr/>
            <p:nvPr/>
          </p:nvSpPr>
          <p:spPr>
            <a:xfrm>
              <a:off x="7181255" y="2096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9" name="pt20619"/>
            <p:cNvSpPr/>
            <p:nvPr/>
          </p:nvSpPr>
          <p:spPr>
            <a:xfrm>
              <a:off x="7050222" y="2094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0" name="pt20620"/>
            <p:cNvSpPr/>
            <p:nvPr/>
          </p:nvSpPr>
          <p:spPr>
            <a:xfrm>
              <a:off x="6964380" y="2028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1" name="pt20621"/>
            <p:cNvSpPr/>
            <p:nvPr/>
          </p:nvSpPr>
          <p:spPr>
            <a:xfrm>
              <a:off x="6853794" y="2299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2" name="pt20622"/>
            <p:cNvSpPr/>
            <p:nvPr/>
          </p:nvSpPr>
          <p:spPr>
            <a:xfrm>
              <a:off x="7071513" y="2106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3" name="pt20623"/>
            <p:cNvSpPr/>
            <p:nvPr/>
          </p:nvSpPr>
          <p:spPr>
            <a:xfrm>
              <a:off x="7072740" y="2098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4" name="pt20624"/>
            <p:cNvSpPr/>
            <p:nvPr/>
          </p:nvSpPr>
          <p:spPr>
            <a:xfrm>
              <a:off x="7052424" y="2142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5" name="pt20625"/>
            <p:cNvSpPr/>
            <p:nvPr/>
          </p:nvSpPr>
          <p:spPr>
            <a:xfrm>
              <a:off x="7055778" y="2125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6" name="pt20626"/>
            <p:cNvSpPr/>
            <p:nvPr/>
          </p:nvSpPr>
          <p:spPr>
            <a:xfrm>
              <a:off x="7380995" y="2502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7" name="pt20627"/>
            <p:cNvSpPr/>
            <p:nvPr/>
          </p:nvSpPr>
          <p:spPr>
            <a:xfrm>
              <a:off x="6988301" y="2301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8" name="pt20628"/>
            <p:cNvSpPr/>
            <p:nvPr/>
          </p:nvSpPr>
          <p:spPr>
            <a:xfrm>
              <a:off x="7655307" y="2357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9" name="pt20629"/>
            <p:cNvSpPr/>
            <p:nvPr/>
          </p:nvSpPr>
          <p:spPr>
            <a:xfrm>
              <a:off x="7284987" y="2174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0" name="pt20630"/>
            <p:cNvSpPr/>
            <p:nvPr/>
          </p:nvSpPr>
          <p:spPr>
            <a:xfrm>
              <a:off x="7104580" y="2206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1" name="pt20631"/>
            <p:cNvSpPr/>
            <p:nvPr/>
          </p:nvSpPr>
          <p:spPr>
            <a:xfrm>
              <a:off x="7462958" y="2695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2" name="pt20632"/>
            <p:cNvSpPr/>
            <p:nvPr/>
          </p:nvSpPr>
          <p:spPr>
            <a:xfrm>
              <a:off x="7081140" y="2092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3" name="pt20633"/>
            <p:cNvSpPr/>
            <p:nvPr/>
          </p:nvSpPr>
          <p:spPr>
            <a:xfrm>
              <a:off x="7103146" y="2069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4" name="pt20634"/>
            <p:cNvSpPr/>
            <p:nvPr/>
          </p:nvSpPr>
          <p:spPr>
            <a:xfrm>
              <a:off x="7280164" y="1810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5" name="pt20635"/>
            <p:cNvSpPr/>
            <p:nvPr/>
          </p:nvSpPr>
          <p:spPr>
            <a:xfrm>
              <a:off x="7326165" y="2408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6" name="pt20636"/>
            <p:cNvSpPr/>
            <p:nvPr/>
          </p:nvSpPr>
          <p:spPr>
            <a:xfrm>
              <a:off x="7341230" y="2068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7" name="pt20637"/>
            <p:cNvSpPr/>
            <p:nvPr/>
          </p:nvSpPr>
          <p:spPr>
            <a:xfrm>
              <a:off x="7038111" y="2032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8" name="pt20638"/>
            <p:cNvSpPr/>
            <p:nvPr/>
          </p:nvSpPr>
          <p:spPr>
            <a:xfrm>
              <a:off x="7272987" y="2028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9" name="pt20639"/>
            <p:cNvSpPr/>
            <p:nvPr/>
          </p:nvSpPr>
          <p:spPr>
            <a:xfrm>
              <a:off x="7347841" y="2124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0" name="pt20640"/>
            <p:cNvSpPr/>
            <p:nvPr/>
          </p:nvSpPr>
          <p:spPr>
            <a:xfrm>
              <a:off x="6951708" y="1979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1" name="pt20641"/>
            <p:cNvSpPr/>
            <p:nvPr/>
          </p:nvSpPr>
          <p:spPr>
            <a:xfrm>
              <a:off x="7128891" y="2128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2" name="pt20642"/>
            <p:cNvSpPr/>
            <p:nvPr/>
          </p:nvSpPr>
          <p:spPr>
            <a:xfrm>
              <a:off x="7483877" y="2507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3" name="pt20643"/>
            <p:cNvSpPr/>
            <p:nvPr/>
          </p:nvSpPr>
          <p:spPr>
            <a:xfrm>
              <a:off x="7028154" y="2154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4" name="pt20644"/>
            <p:cNvSpPr/>
            <p:nvPr/>
          </p:nvSpPr>
          <p:spPr>
            <a:xfrm>
              <a:off x="6982931" y="2202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5" name="pt20645"/>
            <p:cNvSpPr/>
            <p:nvPr/>
          </p:nvSpPr>
          <p:spPr>
            <a:xfrm>
              <a:off x="6776439" y="2234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6" name="pt20646"/>
            <p:cNvSpPr/>
            <p:nvPr/>
          </p:nvSpPr>
          <p:spPr>
            <a:xfrm>
              <a:off x="7074430" y="2168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7" name="pt20647"/>
            <p:cNvSpPr/>
            <p:nvPr/>
          </p:nvSpPr>
          <p:spPr>
            <a:xfrm>
              <a:off x="6637607" y="1605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8" name="pt20648"/>
            <p:cNvSpPr/>
            <p:nvPr/>
          </p:nvSpPr>
          <p:spPr>
            <a:xfrm>
              <a:off x="7151565" y="2073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9" name="pt20649"/>
            <p:cNvSpPr/>
            <p:nvPr/>
          </p:nvSpPr>
          <p:spPr>
            <a:xfrm>
              <a:off x="6651080" y="1856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0" name="pt20650"/>
            <p:cNvSpPr/>
            <p:nvPr/>
          </p:nvSpPr>
          <p:spPr>
            <a:xfrm>
              <a:off x="7101952" y="2138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1" name="pt20651"/>
            <p:cNvSpPr/>
            <p:nvPr/>
          </p:nvSpPr>
          <p:spPr>
            <a:xfrm>
              <a:off x="7120441" y="2047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2" name="pt20652"/>
            <p:cNvSpPr/>
            <p:nvPr/>
          </p:nvSpPr>
          <p:spPr>
            <a:xfrm>
              <a:off x="7118963" y="1949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3" name="pt20653"/>
            <p:cNvSpPr/>
            <p:nvPr/>
          </p:nvSpPr>
          <p:spPr>
            <a:xfrm>
              <a:off x="7098675" y="2355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4" name="pt20654"/>
            <p:cNvSpPr/>
            <p:nvPr/>
          </p:nvSpPr>
          <p:spPr>
            <a:xfrm>
              <a:off x="7333232" y="2235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5" name="pt20655"/>
            <p:cNvSpPr/>
            <p:nvPr/>
          </p:nvSpPr>
          <p:spPr>
            <a:xfrm>
              <a:off x="7096286" y="2165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6" name="pt20656"/>
            <p:cNvSpPr/>
            <p:nvPr/>
          </p:nvSpPr>
          <p:spPr>
            <a:xfrm>
              <a:off x="6953749" y="1810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7" name="pt20657"/>
            <p:cNvSpPr/>
            <p:nvPr/>
          </p:nvSpPr>
          <p:spPr>
            <a:xfrm>
              <a:off x="6887427" y="2069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8" name="pt20658"/>
            <p:cNvSpPr/>
            <p:nvPr/>
          </p:nvSpPr>
          <p:spPr>
            <a:xfrm>
              <a:off x="7098836" y="2258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9" name="pt20659"/>
            <p:cNvSpPr/>
            <p:nvPr/>
          </p:nvSpPr>
          <p:spPr>
            <a:xfrm>
              <a:off x="7305094" y="2295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0" name="pt20660"/>
            <p:cNvSpPr/>
            <p:nvPr/>
          </p:nvSpPr>
          <p:spPr>
            <a:xfrm>
              <a:off x="7064045" y="2099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1" name="pt20661"/>
            <p:cNvSpPr/>
            <p:nvPr/>
          </p:nvSpPr>
          <p:spPr>
            <a:xfrm>
              <a:off x="7072773" y="2167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2" name="pt20662"/>
            <p:cNvSpPr/>
            <p:nvPr/>
          </p:nvSpPr>
          <p:spPr>
            <a:xfrm>
              <a:off x="6997139" y="2280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3" name="pt20663"/>
            <p:cNvSpPr/>
            <p:nvPr/>
          </p:nvSpPr>
          <p:spPr>
            <a:xfrm>
              <a:off x="6899264" y="2059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4" name="pt20664"/>
            <p:cNvSpPr/>
            <p:nvPr/>
          </p:nvSpPr>
          <p:spPr>
            <a:xfrm>
              <a:off x="6549078" y="1904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5" name="pt20665"/>
            <p:cNvSpPr/>
            <p:nvPr/>
          </p:nvSpPr>
          <p:spPr>
            <a:xfrm>
              <a:off x="7026789" y="2108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6" name="pt20666"/>
            <p:cNvSpPr/>
            <p:nvPr/>
          </p:nvSpPr>
          <p:spPr>
            <a:xfrm>
              <a:off x="7234088" y="2092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7" name="pt20667"/>
            <p:cNvSpPr/>
            <p:nvPr/>
          </p:nvSpPr>
          <p:spPr>
            <a:xfrm>
              <a:off x="7240746" y="1892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8" name="pt20668"/>
            <p:cNvSpPr/>
            <p:nvPr/>
          </p:nvSpPr>
          <p:spPr>
            <a:xfrm>
              <a:off x="6973741" y="2017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9" name="pt20669"/>
            <p:cNvSpPr/>
            <p:nvPr/>
          </p:nvSpPr>
          <p:spPr>
            <a:xfrm>
              <a:off x="6953996" y="1708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0" name="pt20670"/>
            <p:cNvSpPr/>
            <p:nvPr/>
          </p:nvSpPr>
          <p:spPr>
            <a:xfrm>
              <a:off x="7332938" y="2474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1" name="pt20671"/>
            <p:cNvSpPr/>
            <p:nvPr/>
          </p:nvSpPr>
          <p:spPr>
            <a:xfrm>
              <a:off x="6939147" y="1965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2" name="pt20672"/>
            <p:cNvSpPr/>
            <p:nvPr/>
          </p:nvSpPr>
          <p:spPr>
            <a:xfrm>
              <a:off x="7163201" y="2301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3" name="pt20673"/>
            <p:cNvSpPr/>
            <p:nvPr/>
          </p:nvSpPr>
          <p:spPr>
            <a:xfrm>
              <a:off x="7001277" y="1795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4" name="pt20674"/>
            <p:cNvSpPr/>
            <p:nvPr/>
          </p:nvSpPr>
          <p:spPr>
            <a:xfrm>
              <a:off x="7418104" y="2662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5" name="pt20675"/>
            <p:cNvSpPr/>
            <p:nvPr/>
          </p:nvSpPr>
          <p:spPr>
            <a:xfrm>
              <a:off x="7024548" y="2042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6" name="pt20676"/>
            <p:cNvSpPr/>
            <p:nvPr/>
          </p:nvSpPr>
          <p:spPr>
            <a:xfrm>
              <a:off x="7330019" y="2372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7" name="pt20677"/>
            <p:cNvSpPr/>
            <p:nvPr/>
          </p:nvSpPr>
          <p:spPr>
            <a:xfrm>
              <a:off x="6955099" y="1920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8" name="pt20678"/>
            <p:cNvSpPr/>
            <p:nvPr/>
          </p:nvSpPr>
          <p:spPr>
            <a:xfrm>
              <a:off x="7128137" y="2112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9" name="pt20679"/>
            <p:cNvSpPr/>
            <p:nvPr/>
          </p:nvSpPr>
          <p:spPr>
            <a:xfrm>
              <a:off x="7190738" y="2128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0" name="pt20680"/>
            <p:cNvSpPr/>
            <p:nvPr/>
          </p:nvSpPr>
          <p:spPr>
            <a:xfrm>
              <a:off x="7238988" y="1925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1" name="pt20681"/>
            <p:cNvSpPr/>
            <p:nvPr/>
          </p:nvSpPr>
          <p:spPr>
            <a:xfrm>
              <a:off x="7003310" y="2025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2" name="pt20682"/>
            <p:cNvSpPr/>
            <p:nvPr/>
          </p:nvSpPr>
          <p:spPr>
            <a:xfrm>
              <a:off x="7208257" y="2064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3" name="pt20683"/>
            <p:cNvSpPr/>
            <p:nvPr/>
          </p:nvSpPr>
          <p:spPr>
            <a:xfrm>
              <a:off x="6870134" y="2241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4" name="pt20684"/>
            <p:cNvSpPr/>
            <p:nvPr/>
          </p:nvSpPr>
          <p:spPr>
            <a:xfrm>
              <a:off x="7190938" y="2184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5" name="pt20685"/>
            <p:cNvSpPr/>
            <p:nvPr/>
          </p:nvSpPr>
          <p:spPr>
            <a:xfrm>
              <a:off x="7126490" y="2095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6" name="pt20686"/>
            <p:cNvSpPr/>
            <p:nvPr/>
          </p:nvSpPr>
          <p:spPr>
            <a:xfrm>
              <a:off x="6953916" y="1850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7" name="pt20687"/>
            <p:cNvSpPr/>
            <p:nvPr/>
          </p:nvSpPr>
          <p:spPr>
            <a:xfrm>
              <a:off x="7097596" y="2306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8" name="pt20688"/>
            <p:cNvSpPr/>
            <p:nvPr/>
          </p:nvSpPr>
          <p:spPr>
            <a:xfrm>
              <a:off x="7087568" y="2259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9" name="pt20689"/>
            <p:cNvSpPr/>
            <p:nvPr/>
          </p:nvSpPr>
          <p:spPr>
            <a:xfrm>
              <a:off x="6919617" y="1858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0" name="pt20690"/>
            <p:cNvSpPr/>
            <p:nvPr/>
          </p:nvSpPr>
          <p:spPr>
            <a:xfrm>
              <a:off x="7281678" y="1909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1" name="pt20691"/>
            <p:cNvSpPr/>
            <p:nvPr/>
          </p:nvSpPr>
          <p:spPr>
            <a:xfrm>
              <a:off x="7208030" y="2004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2" name="pt20692"/>
            <p:cNvSpPr/>
            <p:nvPr/>
          </p:nvSpPr>
          <p:spPr>
            <a:xfrm>
              <a:off x="6727561" y="2503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3" name="pt20693"/>
            <p:cNvSpPr/>
            <p:nvPr/>
          </p:nvSpPr>
          <p:spPr>
            <a:xfrm>
              <a:off x="7430353" y="2601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4" name="pt20694"/>
            <p:cNvSpPr/>
            <p:nvPr/>
          </p:nvSpPr>
          <p:spPr>
            <a:xfrm>
              <a:off x="7066631" y="2025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5" name="pt20695"/>
            <p:cNvSpPr/>
            <p:nvPr/>
          </p:nvSpPr>
          <p:spPr>
            <a:xfrm>
              <a:off x="6887559" y="2139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6" name="pt20696"/>
            <p:cNvSpPr/>
            <p:nvPr/>
          </p:nvSpPr>
          <p:spPr>
            <a:xfrm>
              <a:off x="7022652" y="1877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7" name="pt20697"/>
            <p:cNvSpPr/>
            <p:nvPr/>
          </p:nvSpPr>
          <p:spPr>
            <a:xfrm>
              <a:off x="7352360" y="2757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8" name="pt20698"/>
            <p:cNvSpPr/>
            <p:nvPr/>
          </p:nvSpPr>
          <p:spPr>
            <a:xfrm>
              <a:off x="7131398" y="2154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9" name="pt20699"/>
            <p:cNvSpPr/>
            <p:nvPr/>
          </p:nvSpPr>
          <p:spPr>
            <a:xfrm>
              <a:off x="7078372" y="2108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0" name="pt20700"/>
            <p:cNvSpPr/>
            <p:nvPr/>
          </p:nvSpPr>
          <p:spPr>
            <a:xfrm>
              <a:off x="6638526" y="1894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1" name="pt20701"/>
            <p:cNvSpPr/>
            <p:nvPr/>
          </p:nvSpPr>
          <p:spPr>
            <a:xfrm>
              <a:off x="6942932" y="194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2" name="pt20702"/>
            <p:cNvSpPr/>
            <p:nvPr/>
          </p:nvSpPr>
          <p:spPr>
            <a:xfrm>
              <a:off x="7167264" y="2209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3" name="pt20703"/>
            <p:cNvSpPr/>
            <p:nvPr/>
          </p:nvSpPr>
          <p:spPr>
            <a:xfrm>
              <a:off x="7283383" y="1852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4" name="pt20704"/>
            <p:cNvSpPr/>
            <p:nvPr/>
          </p:nvSpPr>
          <p:spPr>
            <a:xfrm>
              <a:off x="7099209" y="2340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5" name="pt20705"/>
            <p:cNvSpPr/>
            <p:nvPr/>
          </p:nvSpPr>
          <p:spPr>
            <a:xfrm>
              <a:off x="7066156" y="2013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6" name="pt20706"/>
            <p:cNvSpPr/>
            <p:nvPr/>
          </p:nvSpPr>
          <p:spPr>
            <a:xfrm>
              <a:off x="7054161" y="1929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7" name="pt20707"/>
            <p:cNvSpPr/>
            <p:nvPr/>
          </p:nvSpPr>
          <p:spPr>
            <a:xfrm>
              <a:off x="6844543" y="2072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8" name="pt20708"/>
            <p:cNvSpPr/>
            <p:nvPr/>
          </p:nvSpPr>
          <p:spPr>
            <a:xfrm>
              <a:off x="7139691" y="1970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9" name="pt20709"/>
            <p:cNvSpPr/>
            <p:nvPr/>
          </p:nvSpPr>
          <p:spPr>
            <a:xfrm>
              <a:off x="7188275" y="1762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0" name="pt20710"/>
            <p:cNvSpPr/>
            <p:nvPr/>
          </p:nvSpPr>
          <p:spPr>
            <a:xfrm>
              <a:off x="7317269" y="2468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1" name="pt20711"/>
            <p:cNvSpPr/>
            <p:nvPr/>
          </p:nvSpPr>
          <p:spPr>
            <a:xfrm>
              <a:off x="7135839" y="2061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2" name="pt20712"/>
            <p:cNvSpPr/>
            <p:nvPr/>
          </p:nvSpPr>
          <p:spPr>
            <a:xfrm>
              <a:off x="6973251" y="1822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3" name="pt20713"/>
            <p:cNvSpPr/>
            <p:nvPr/>
          </p:nvSpPr>
          <p:spPr>
            <a:xfrm>
              <a:off x="7184350" y="1971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4" name="pt20714"/>
            <p:cNvSpPr/>
            <p:nvPr/>
          </p:nvSpPr>
          <p:spPr>
            <a:xfrm>
              <a:off x="6798231" y="2037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5" name="pt20715"/>
            <p:cNvSpPr/>
            <p:nvPr/>
          </p:nvSpPr>
          <p:spPr>
            <a:xfrm>
              <a:off x="7147392" y="2004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6" name="pt20716"/>
            <p:cNvSpPr/>
            <p:nvPr/>
          </p:nvSpPr>
          <p:spPr>
            <a:xfrm>
              <a:off x="7071821" y="2122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7" name="pt20717"/>
            <p:cNvSpPr/>
            <p:nvPr/>
          </p:nvSpPr>
          <p:spPr>
            <a:xfrm>
              <a:off x="6768418" y="1885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8" name="pt20718"/>
            <p:cNvSpPr/>
            <p:nvPr/>
          </p:nvSpPr>
          <p:spPr>
            <a:xfrm>
              <a:off x="7406995" y="3020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9" name="pt20719"/>
            <p:cNvSpPr/>
            <p:nvPr/>
          </p:nvSpPr>
          <p:spPr>
            <a:xfrm>
              <a:off x="7118720" y="1935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0" name="pt20720"/>
            <p:cNvSpPr/>
            <p:nvPr/>
          </p:nvSpPr>
          <p:spPr>
            <a:xfrm>
              <a:off x="7020709" y="2139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1" name="pt20721"/>
            <p:cNvSpPr/>
            <p:nvPr/>
          </p:nvSpPr>
          <p:spPr>
            <a:xfrm>
              <a:off x="7049015" y="2205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2" name="pt20722"/>
            <p:cNvSpPr/>
            <p:nvPr/>
          </p:nvSpPr>
          <p:spPr>
            <a:xfrm>
              <a:off x="7051449" y="2177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3" name="pt20723"/>
            <p:cNvSpPr/>
            <p:nvPr/>
          </p:nvSpPr>
          <p:spPr>
            <a:xfrm>
              <a:off x="7132320" y="2088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4" name="pt20724"/>
            <p:cNvSpPr/>
            <p:nvPr/>
          </p:nvSpPr>
          <p:spPr>
            <a:xfrm>
              <a:off x="7000255" y="1958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5" name="pt20725"/>
            <p:cNvSpPr/>
            <p:nvPr/>
          </p:nvSpPr>
          <p:spPr>
            <a:xfrm>
              <a:off x="7171794" y="2015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6" name="pt20726"/>
            <p:cNvSpPr/>
            <p:nvPr/>
          </p:nvSpPr>
          <p:spPr>
            <a:xfrm>
              <a:off x="7147972" y="1994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7" name="pt20727"/>
            <p:cNvSpPr/>
            <p:nvPr/>
          </p:nvSpPr>
          <p:spPr>
            <a:xfrm>
              <a:off x="7032602" y="2166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8" name="pt20728"/>
            <p:cNvSpPr/>
            <p:nvPr/>
          </p:nvSpPr>
          <p:spPr>
            <a:xfrm>
              <a:off x="6980964" y="2206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9" name="pt20729"/>
            <p:cNvSpPr/>
            <p:nvPr/>
          </p:nvSpPr>
          <p:spPr>
            <a:xfrm>
              <a:off x="7068965" y="2003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0" name="pt20730"/>
            <p:cNvSpPr/>
            <p:nvPr/>
          </p:nvSpPr>
          <p:spPr>
            <a:xfrm>
              <a:off x="6956580" y="1749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1" name="pt20731"/>
            <p:cNvSpPr/>
            <p:nvPr/>
          </p:nvSpPr>
          <p:spPr>
            <a:xfrm>
              <a:off x="7281686" y="178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2" name="pt20732"/>
            <p:cNvSpPr/>
            <p:nvPr/>
          </p:nvSpPr>
          <p:spPr>
            <a:xfrm>
              <a:off x="7024925" y="2068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3" name="pt20733"/>
            <p:cNvSpPr/>
            <p:nvPr/>
          </p:nvSpPr>
          <p:spPr>
            <a:xfrm>
              <a:off x="7356194" y="2350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4" name="pt20734"/>
            <p:cNvSpPr/>
            <p:nvPr/>
          </p:nvSpPr>
          <p:spPr>
            <a:xfrm>
              <a:off x="7028191" y="2175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5" name="pt20735"/>
            <p:cNvSpPr/>
            <p:nvPr/>
          </p:nvSpPr>
          <p:spPr>
            <a:xfrm>
              <a:off x="7148163" y="2029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6" name="pt20736"/>
            <p:cNvSpPr/>
            <p:nvPr/>
          </p:nvSpPr>
          <p:spPr>
            <a:xfrm>
              <a:off x="7012282" y="2087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7" name="pt20737"/>
            <p:cNvSpPr/>
            <p:nvPr/>
          </p:nvSpPr>
          <p:spPr>
            <a:xfrm>
              <a:off x="7210483" y="2083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8" name="pt20738"/>
            <p:cNvSpPr/>
            <p:nvPr/>
          </p:nvSpPr>
          <p:spPr>
            <a:xfrm>
              <a:off x="6852166" y="2283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9" name="pt20739"/>
            <p:cNvSpPr/>
            <p:nvPr/>
          </p:nvSpPr>
          <p:spPr>
            <a:xfrm>
              <a:off x="7004772" y="1753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0" name="pt20740"/>
            <p:cNvSpPr/>
            <p:nvPr/>
          </p:nvSpPr>
          <p:spPr>
            <a:xfrm>
              <a:off x="6671093" y="1783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1" name="pt20741"/>
            <p:cNvSpPr/>
            <p:nvPr/>
          </p:nvSpPr>
          <p:spPr>
            <a:xfrm>
              <a:off x="7094118" y="2360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2" name="pt20742"/>
            <p:cNvSpPr/>
            <p:nvPr/>
          </p:nvSpPr>
          <p:spPr>
            <a:xfrm>
              <a:off x="7167876" y="2064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3" name="pt20743"/>
            <p:cNvSpPr/>
            <p:nvPr/>
          </p:nvSpPr>
          <p:spPr>
            <a:xfrm>
              <a:off x="7069417" y="2074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4" name="pt20744"/>
            <p:cNvSpPr/>
            <p:nvPr/>
          </p:nvSpPr>
          <p:spPr>
            <a:xfrm>
              <a:off x="6808829" y="2119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5" name="pt20745"/>
            <p:cNvSpPr/>
            <p:nvPr/>
          </p:nvSpPr>
          <p:spPr>
            <a:xfrm>
              <a:off x="6913710" y="1989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6" name="pt20746"/>
            <p:cNvSpPr/>
            <p:nvPr/>
          </p:nvSpPr>
          <p:spPr>
            <a:xfrm>
              <a:off x="6949208" y="1971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7" name="pt20747"/>
            <p:cNvSpPr/>
            <p:nvPr/>
          </p:nvSpPr>
          <p:spPr>
            <a:xfrm>
              <a:off x="7355725" y="2553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8" name="pt20748"/>
            <p:cNvSpPr/>
            <p:nvPr/>
          </p:nvSpPr>
          <p:spPr>
            <a:xfrm>
              <a:off x="7421305" y="2766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9" name="pt20749"/>
            <p:cNvSpPr/>
            <p:nvPr/>
          </p:nvSpPr>
          <p:spPr>
            <a:xfrm>
              <a:off x="6610833" y="1658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0" name="pt20750"/>
            <p:cNvSpPr/>
            <p:nvPr/>
          </p:nvSpPr>
          <p:spPr>
            <a:xfrm>
              <a:off x="6822768" y="1935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1" name="pt20751"/>
            <p:cNvSpPr/>
            <p:nvPr/>
          </p:nvSpPr>
          <p:spPr>
            <a:xfrm>
              <a:off x="7252459" y="1907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2" name="pt20752"/>
            <p:cNvSpPr/>
            <p:nvPr/>
          </p:nvSpPr>
          <p:spPr>
            <a:xfrm>
              <a:off x="7135694" y="2000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3" name="pt20753"/>
            <p:cNvSpPr/>
            <p:nvPr/>
          </p:nvSpPr>
          <p:spPr>
            <a:xfrm>
              <a:off x="7052247" y="2178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4" name="pt20754"/>
            <p:cNvSpPr/>
            <p:nvPr/>
          </p:nvSpPr>
          <p:spPr>
            <a:xfrm>
              <a:off x="7013296" y="2078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5" name="pt20755"/>
            <p:cNvSpPr/>
            <p:nvPr/>
          </p:nvSpPr>
          <p:spPr>
            <a:xfrm>
              <a:off x="7326567" y="2384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6" name="pt20756"/>
            <p:cNvSpPr/>
            <p:nvPr/>
          </p:nvSpPr>
          <p:spPr>
            <a:xfrm>
              <a:off x="7069398" y="2145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7" name="pt20757"/>
            <p:cNvSpPr/>
            <p:nvPr/>
          </p:nvSpPr>
          <p:spPr>
            <a:xfrm>
              <a:off x="6893190" y="2236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8" name="pt20758"/>
            <p:cNvSpPr/>
            <p:nvPr/>
          </p:nvSpPr>
          <p:spPr>
            <a:xfrm>
              <a:off x="7123214" y="2053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9" name="pt20759"/>
            <p:cNvSpPr/>
            <p:nvPr/>
          </p:nvSpPr>
          <p:spPr>
            <a:xfrm>
              <a:off x="6958174" y="2010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0" name="pt20760"/>
            <p:cNvSpPr/>
            <p:nvPr/>
          </p:nvSpPr>
          <p:spPr>
            <a:xfrm>
              <a:off x="6915427" y="1999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1" name="pt20761"/>
            <p:cNvSpPr/>
            <p:nvPr/>
          </p:nvSpPr>
          <p:spPr>
            <a:xfrm>
              <a:off x="7372610" y="2819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2" name="pt20762"/>
            <p:cNvSpPr/>
            <p:nvPr/>
          </p:nvSpPr>
          <p:spPr>
            <a:xfrm>
              <a:off x="6517131" y="2117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3" name="pt20763"/>
            <p:cNvSpPr/>
            <p:nvPr/>
          </p:nvSpPr>
          <p:spPr>
            <a:xfrm>
              <a:off x="6900683" y="2013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4" name="pt20764"/>
            <p:cNvSpPr/>
            <p:nvPr/>
          </p:nvSpPr>
          <p:spPr>
            <a:xfrm>
              <a:off x="7238445" y="1856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5" name="pt20765"/>
            <p:cNvSpPr/>
            <p:nvPr/>
          </p:nvSpPr>
          <p:spPr>
            <a:xfrm>
              <a:off x="7529645" y="2057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6" name="pt20766"/>
            <p:cNvSpPr/>
            <p:nvPr/>
          </p:nvSpPr>
          <p:spPr>
            <a:xfrm>
              <a:off x="7265550" y="1909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7" name="pt20767"/>
            <p:cNvSpPr/>
            <p:nvPr/>
          </p:nvSpPr>
          <p:spPr>
            <a:xfrm>
              <a:off x="6903235" y="1954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8" name="pt20768"/>
            <p:cNvSpPr/>
            <p:nvPr/>
          </p:nvSpPr>
          <p:spPr>
            <a:xfrm>
              <a:off x="7025336" y="2038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9" name="pt20769"/>
            <p:cNvSpPr/>
            <p:nvPr/>
          </p:nvSpPr>
          <p:spPr>
            <a:xfrm>
              <a:off x="7076653" y="2103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0" name="pt20770"/>
            <p:cNvSpPr/>
            <p:nvPr/>
          </p:nvSpPr>
          <p:spPr>
            <a:xfrm>
              <a:off x="6844986" y="1975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1" name="pt20771"/>
            <p:cNvSpPr/>
            <p:nvPr/>
          </p:nvSpPr>
          <p:spPr>
            <a:xfrm>
              <a:off x="7290054" y="2119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2" name="pt20772"/>
            <p:cNvSpPr/>
            <p:nvPr/>
          </p:nvSpPr>
          <p:spPr>
            <a:xfrm>
              <a:off x="7115420" y="1906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3" name="pt20773"/>
            <p:cNvSpPr/>
            <p:nvPr/>
          </p:nvSpPr>
          <p:spPr>
            <a:xfrm>
              <a:off x="7030988" y="215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4" name="pt20774"/>
            <p:cNvSpPr/>
            <p:nvPr/>
          </p:nvSpPr>
          <p:spPr>
            <a:xfrm>
              <a:off x="7308543" y="2305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5" name="pt20775"/>
            <p:cNvSpPr/>
            <p:nvPr/>
          </p:nvSpPr>
          <p:spPr>
            <a:xfrm>
              <a:off x="7186194" y="1895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6" name="pt20776"/>
            <p:cNvSpPr/>
            <p:nvPr/>
          </p:nvSpPr>
          <p:spPr>
            <a:xfrm>
              <a:off x="6949111" y="197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7" name="pt20777"/>
            <p:cNvSpPr/>
            <p:nvPr/>
          </p:nvSpPr>
          <p:spPr>
            <a:xfrm>
              <a:off x="7075215" y="2095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8" name="pt20778"/>
            <p:cNvSpPr/>
            <p:nvPr/>
          </p:nvSpPr>
          <p:spPr>
            <a:xfrm>
              <a:off x="7197948" y="2221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9" name="pt20779"/>
            <p:cNvSpPr/>
            <p:nvPr/>
          </p:nvSpPr>
          <p:spPr>
            <a:xfrm>
              <a:off x="6950510" y="1953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0" name="pt20780"/>
            <p:cNvSpPr/>
            <p:nvPr/>
          </p:nvSpPr>
          <p:spPr>
            <a:xfrm>
              <a:off x="7169265" y="2211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1" name="pt20781"/>
            <p:cNvSpPr/>
            <p:nvPr/>
          </p:nvSpPr>
          <p:spPr>
            <a:xfrm>
              <a:off x="7039238" y="2196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2" name="pt20782"/>
            <p:cNvSpPr/>
            <p:nvPr/>
          </p:nvSpPr>
          <p:spPr>
            <a:xfrm>
              <a:off x="7054354" y="2118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3" name="pt20783"/>
            <p:cNvSpPr/>
            <p:nvPr/>
          </p:nvSpPr>
          <p:spPr>
            <a:xfrm>
              <a:off x="6982232" y="2250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4" name="pt20784"/>
            <p:cNvSpPr/>
            <p:nvPr/>
          </p:nvSpPr>
          <p:spPr>
            <a:xfrm>
              <a:off x="7240180" y="1993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5" name="pt20785"/>
            <p:cNvSpPr/>
            <p:nvPr/>
          </p:nvSpPr>
          <p:spPr>
            <a:xfrm>
              <a:off x="7182178" y="1983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6" name="pt20786"/>
            <p:cNvSpPr/>
            <p:nvPr/>
          </p:nvSpPr>
          <p:spPr>
            <a:xfrm>
              <a:off x="7012778" y="2104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7" name="pt20787"/>
            <p:cNvSpPr/>
            <p:nvPr/>
          </p:nvSpPr>
          <p:spPr>
            <a:xfrm>
              <a:off x="6728287" y="2358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8" name="pt20788"/>
            <p:cNvSpPr/>
            <p:nvPr/>
          </p:nvSpPr>
          <p:spPr>
            <a:xfrm>
              <a:off x="7053421" y="2028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9" name="pt20789"/>
            <p:cNvSpPr/>
            <p:nvPr/>
          </p:nvSpPr>
          <p:spPr>
            <a:xfrm>
              <a:off x="6585621" y="1719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0" name="pt20790"/>
            <p:cNvSpPr/>
            <p:nvPr/>
          </p:nvSpPr>
          <p:spPr>
            <a:xfrm>
              <a:off x="7175014" y="2000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1" name="pt20791"/>
            <p:cNvSpPr/>
            <p:nvPr/>
          </p:nvSpPr>
          <p:spPr>
            <a:xfrm>
              <a:off x="7229383" y="1977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2" name="pt20792"/>
            <p:cNvSpPr/>
            <p:nvPr/>
          </p:nvSpPr>
          <p:spPr>
            <a:xfrm>
              <a:off x="6860531" y="2147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3" name="pt20793"/>
            <p:cNvSpPr/>
            <p:nvPr/>
          </p:nvSpPr>
          <p:spPr>
            <a:xfrm>
              <a:off x="6955466" y="1808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4" name="pt20794"/>
            <p:cNvSpPr/>
            <p:nvPr/>
          </p:nvSpPr>
          <p:spPr>
            <a:xfrm>
              <a:off x="6881665" y="2156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5" name="pt20795"/>
            <p:cNvSpPr/>
            <p:nvPr/>
          </p:nvSpPr>
          <p:spPr>
            <a:xfrm>
              <a:off x="7032229" y="2145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6" name="pt20796"/>
            <p:cNvSpPr/>
            <p:nvPr/>
          </p:nvSpPr>
          <p:spPr>
            <a:xfrm>
              <a:off x="7137383" y="2012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7" name="pt20797"/>
            <p:cNvSpPr/>
            <p:nvPr/>
          </p:nvSpPr>
          <p:spPr>
            <a:xfrm>
              <a:off x="6737538" y="2424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8" name="pt20798"/>
            <p:cNvSpPr/>
            <p:nvPr/>
          </p:nvSpPr>
          <p:spPr>
            <a:xfrm>
              <a:off x="7025602" y="1947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9" name="pt20799"/>
            <p:cNvSpPr/>
            <p:nvPr/>
          </p:nvSpPr>
          <p:spPr>
            <a:xfrm>
              <a:off x="7111051" y="2088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0" name="pt20800"/>
            <p:cNvSpPr/>
            <p:nvPr/>
          </p:nvSpPr>
          <p:spPr>
            <a:xfrm>
              <a:off x="7264134" y="1884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1" name="pt20801"/>
            <p:cNvSpPr/>
            <p:nvPr/>
          </p:nvSpPr>
          <p:spPr>
            <a:xfrm>
              <a:off x="7063969" y="2092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2" name="pt20802"/>
            <p:cNvSpPr/>
            <p:nvPr/>
          </p:nvSpPr>
          <p:spPr>
            <a:xfrm>
              <a:off x="7187159" y="1755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3" name="pt20803"/>
            <p:cNvSpPr/>
            <p:nvPr/>
          </p:nvSpPr>
          <p:spPr>
            <a:xfrm>
              <a:off x="6995038" y="2063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4" name="pt20804"/>
            <p:cNvSpPr/>
            <p:nvPr/>
          </p:nvSpPr>
          <p:spPr>
            <a:xfrm>
              <a:off x="7091723" y="2224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5" name="pt20805"/>
            <p:cNvSpPr/>
            <p:nvPr/>
          </p:nvSpPr>
          <p:spPr>
            <a:xfrm>
              <a:off x="6944189" y="1872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6" name="pt20806"/>
            <p:cNvSpPr/>
            <p:nvPr/>
          </p:nvSpPr>
          <p:spPr>
            <a:xfrm>
              <a:off x="7118799" y="1912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7" name="pt20807"/>
            <p:cNvSpPr/>
            <p:nvPr/>
          </p:nvSpPr>
          <p:spPr>
            <a:xfrm>
              <a:off x="6946831" y="1957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8" name="pt20808"/>
            <p:cNvSpPr/>
            <p:nvPr/>
          </p:nvSpPr>
          <p:spPr>
            <a:xfrm>
              <a:off x="6709361" y="2566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9" name="pt20809"/>
            <p:cNvSpPr/>
            <p:nvPr/>
          </p:nvSpPr>
          <p:spPr>
            <a:xfrm>
              <a:off x="6803148" y="2339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0" name="pt20810"/>
            <p:cNvSpPr/>
            <p:nvPr/>
          </p:nvSpPr>
          <p:spPr>
            <a:xfrm>
              <a:off x="7013219" y="1860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1" name="pt20811"/>
            <p:cNvSpPr/>
            <p:nvPr/>
          </p:nvSpPr>
          <p:spPr>
            <a:xfrm>
              <a:off x="7193559" y="2282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2" name="pt20812"/>
            <p:cNvSpPr/>
            <p:nvPr/>
          </p:nvSpPr>
          <p:spPr>
            <a:xfrm>
              <a:off x="7107418" y="2092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3" name="pt20813"/>
            <p:cNvSpPr/>
            <p:nvPr/>
          </p:nvSpPr>
          <p:spPr>
            <a:xfrm>
              <a:off x="7224824" y="2010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4" name="pt20814"/>
            <p:cNvSpPr/>
            <p:nvPr/>
          </p:nvSpPr>
          <p:spPr>
            <a:xfrm>
              <a:off x="7146072" y="1995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5" name="pt20815"/>
            <p:cNvSpPr/>
            <p:nvPr/>
          </p:nvSpPr>
          <p:spPr>
            <a:xfrm>
              <a:off x="7069422" y="2151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6" name="pt20816"/>
            <p:cNvSpPr/>
            <p:nvPr/>
          </p:nvSpPr>
          <p:spPr>
            <a:xfrm>
              <a:off x="7137824" y="1996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7" name="pt20817"/>
            <p:cNvSpPr/>
            <p:nvPr/>
          </p:nvSpPr>
          <p:spPr>
            <a:xfrm>
              <a:off x="6989256" y="2209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8" name="pt20818"/>
            <p:cNvSpPr/>
            <p:nvPr/>
          </p:nvSpPr>
          <p:spPr>
            <a:xfrm>
              <a:off x="7178581" y="2243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9" name="pt20819"/>
            <p:cNvSpPr/>
            <p:nvPr/>
          </p:nvSpPr>
          <p:spPr>
            <a:xfrm>
              <a:off x="7139985" y="2028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0" name="pt20820"/>
            <p:cNvSpPr/>
            <p:nvPr/>
          </p:nvSpPr>
          <p:spPr>
            <a:xfrm>
              <a:off x="7151517" y="2159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1" name="pt20821"/>
            <p:cNvSpPr/>
            <p:nvPr/>
          </p:nvSpPr>
          <p:spPr>
            <a:xfrm>
              <a:off x="7061421" y="2122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2" name="pt20822"/>
            <p:cNvSpPr/>
            <p:nvPr/>
          </p:nvSpPr>
          <p:spPr>
            <a:xfrm>
              <a:off x="6831273" y="1936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3" name="pt20823"/>
            <p:cNvSpPr/>
            <p:nvPr/>
          </p:nvSpPr>
          <p:spPr>
            <a:xfrm>
              <a:off x="7025629" y="2120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4" name="pt20824"/>
            <p:cNvSpPr/>
            <p:nvPr/>
          </p:nvSpPr>
          <p:spPr>
            <a:xfrm>
              <a:off x="7186305" y="1608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5" name="pt20825"/>
            <p:cNvSpPr/>
            <p:nvPr/>
          </p:nvSpPr>
          <p:spPr>
            <a:xfrm>
              <a:off x="7071524" y="2152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6" name="pt20826"/>
            <p:cNvSpPr/>
            <p:nvPr/>
          </p:nvSpPr>
          <p:spPr>
            <a:xfrm>
              <a:off x="7401156" y="2696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7" name="pt20827"/>
            <p:cNvSpPr/>
            <p:nvPr/>
          </p:nvSpPr>
          <p:spPr>
            <a:xfrm>
              <a:off x="7092712" y="2305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8" name="pt20828"/>
            <p:cNvSpPr/>
            <p:nvPr/>
          </p:nvSpPr>
          <p:spPr>
            <a:xfrm>
              <a:off x="7345189" y="2332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9" name="pt20829"/>
            <p:cNvSpPr/>
            <p:nvPr/>
          </p:nvSpPr>
          <p:spPr>
            <a:xfrm>
              <a:off x="6933841" y="1847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0" name="pt20830"/>
            <p:cNvSpPr/>
            <p:nvPr/>
          </p:nvSpPr>
          <p:spPr>
            <a:xfrm>
              <a:off x="6731963" y="2482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1" name="pt20831"/>
            <p:cNvSpPr/>
            <p:nvPr/>
          </p:nvSpPr>
          <p:spPr>
            <a:xfrm>
              <a:off x="7257267" y="2156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2" name="pt20832"/>
            <p:cNvSpPr/>
            <p:nvPr/>
          </p:nvSpPr>
          <p:spPr>
            <a:xfrm>
              <a:off x="6973589" y="206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3" name="pt20833"/>
            <p:cNvSpPr/>
            <p:nvPr/>
          </p:nvSpPr>
          <p:spPr>
            <a:xfrm>
              <a:off x="7129477" y="2123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4" name="pt20834"/>
            <p:cNvSpPr/>
            <p:nvPr/>
          </p:nvSpPr>
          <p:spPr>
            <a:xfrm>
              <a:off x="7105825" y="2030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5" name="pt20835"/>
            <p:cNvSpPr/>
            <p:nvPr/>
          </p:nvSpPr>
          <p:spPr>
            <a:xfrm>
              <a:off x="7130589" y="2099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6" name="pt20836"/>
            <p:cNvSpPr/>
            <p:nvPr/>
          </p:nvSpPr>
          <p:spPr>
            <a:xfrm>
              <a:off x="6861849" y="2205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7" name="pt20837"/>
            <p:cNvSpPr/>
            <p:nvPr/>
          </p:nvSpPr>
          <p:spPr>
            <a:xfrm>
              <a:off x="7021081" y="2090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8" name="pt20838"/>
            <p:cNvSpPr/>
            <p:nvPr/>
          </p:nvSpPr>
          <p:spPr>
            <a:xfrm>
              <a:off x="7043108" y="2090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9" name="pt20839"/>
            <p:cNvSpPr/>
            <p:nvPr/>
          </p:nvSpPr>
          <p:spPr>
            <a:xfrm>
              <a:off x="7210075" y="1992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0" name="pt20840"/>
            <p:cNvSpPr/>
            <p:nvPr/>
          </p:nvSpPr>
          <p:spPr>
            <a:xfrm>
              <a:off x="7186637" y="1624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1" name="pt20841"/>
            <p:cNvSpPr/>
            <p:nvPr/>
          </p:nvSpPr>
          <p:spPr>
            <a:xfrm>
              <a:off x="7094129" y="2323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2" name="pt20842"/>
            <p:cNvSpPr/>
            <p:nvPr/>
          </p:nvSpPr>
          <p:spPr>
            <a:xfrm>
              <a:off x="7100289" y="2406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3" name="pt20843"/>
            <p:cNvSpPr/>
            <p:nvPr/>
          </p:nvSpPr>
          <p:spPr>
            <a:xfrm>
              <a:off x="7095185" y="2216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4" name="pt20844"/>
            <p:cNvSpPr/>
            <p:nvPr/>
          </p:nvSpPr>
          <p:spPr>
            <a:xfrm>
              <a:off x="7023314" y="2101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5" name="pt20845"/>
            <p:cNvSpPr/>
            <p:nvPr/>
          </p:nvSpPr>
          <p:spPr>
            <a:xfrm>
              <a:off x="6917667" y="2069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6" name="pt20846"/>
            <p:cNvSpPr/>
            <p:nvPr/>
          </p:nvSpPr>
          <p:spPr>
            <a:xfrm>
              <a:off x="7142131" y="1995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7" name="pt20847"/>
            <p:cNvSpPr/>
            <p:nvPr/>
          </p:nvSpPr>
          <p:spPr>
            <a:xfrm>
              <a:off x="7257690" y="2056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8" name="pt20848"/>
            <p:cNvSpPr/>
            <p:nvPr/>
          </p:nvSpPr>
          <p:spPr>
            <a:xfrm>
              <a:off x="7169254" y="2138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9" name="pt20849"/>
            <p:cNvSpPr/>
            <p:nvPr/>
          </p:nvSpPr>
          <p:spPr>
            <a:xfrm>
              <a:off x="6833745" y="2040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0" name="pt20850"/>
            <p:cNvSpPr/>
            <p:nvPr/>
          </p:nvSpPr>
          <p:spPr>
            <a:xfrm>
              <a:off x="7144510" y="2068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1" name="pt20851"/>
            <p:cNvSpPr/>
            <p:nvPr/>
          </p:nvSpPr>
          <p:spPr>
            <a:xfrm>
              <a:off x="6804545" y="2154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2" name="pt20852"/>
            <p:cNvSpPr/>
            <p:nvPr/>
          </p:nvSpPr>
          <p:spPr>
            <a:xfrm>
              <a:off x="7135534" y="1943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3" name="pt20853"/>
            <p:cNvSpPr/>
            <p:nvPr/>
          </p:nvSpPr>
          <p:spPr>
            <a:xfrm>
              <a:off x="6916751" y="1946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4" name="pt20854"/>
            <p:cNvSpPr/>
            <p:nvPr/>
          </p:nvSpPr>
          <p:spPr>
            <a:xfrm>
              <a:off x="7103831" y="2155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5" name="pt20855"/>
            <p:cNvSpPr/>
            <p:nvPr/>
          </p:nvSpPr>
          <p:spPr>
            <a:xfrm>
              <a:off x="7218804" y="2087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6" name="pt20856"/>
            <p:cNvSpPr/>
            <p:nvPr/>
          </p:nvSpPr>
          <p:spPr>
            <a:xfrm>
              <a:off x="7162636" y="2156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7" name="pt20857"/>
            <p:cNvSpPr/>
            <p:nvPr/>
          </p:nvSpPr>
          <p:spPr>
            <a:xfrm>
              <a:off x="6869785" y="2152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8" name="pt20858"/>
            <p:cNvSpPr/>
            <p:nvPr/>
          </p:nvSpPr>
          <p:spPr>
            <a:xfrm>
              <a:off x="7161547" y="2296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9" name="pt20859"/>
            <p:cNvSpPr/>
            <p:nvPr/>
          </p:nvSpPr>
          <p:spPr>
            <a:xfrm>
              <a:off x="6992621" y="2282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0" name="pt20860"/>
            <p:cNvSpPr/>
            <p:nvPr/>
          </p:nvSpPr>
          <p:spPr>
            <a:xfrm>
              <a:off x="7165179" y="2013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1" name="pt20861"/>
            <p:cNvSpPr/>
            <p:nvPr/>
          </p:nvSpPr>
          <p:spPr>
            <a:xfrm>
              <a:off x="7018376" y="2231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2" name="pt20862"/>
            <p:cNvSpPr/>
            <p:nvPr/>
          </p:nvSpPr>
          <p:spPr>
            <a:xfrm>
              <a:off x="7210463" y="2012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3" name="pt20863"/>
            <p:cNvSpPr/>
            <p:nvPr/>
          </p:nvSpPr>
          <p:spPr>
            <a:xfrm>
              <a:off x="6820948" y="2042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4" name="pt20864"/>
            <p:cNvSpPr/>
            <p:nvPr/>
          </p:nvSpPr>
          <p:spPr>
            <a:xfrm>
              <a:off x="6910888" y="1877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5" name="pt20865"/>
            <p:cNvSpPr/>
            <p:nvPr/>
          </p:nvSpPr>
          <p:spPr>
            <a:xfrm>
              <a:off x="7374940" y="2622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6" name="pt20866"/>
            <p:cNvSpPr/>
            <p:nvPr/>
          </p:nvSpPr>
          <p:spPr>
            <a:xfrm>
              <a:off x="7165202" y="2121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7" name="pt20867"/>
            <p:cNvSpPr/>
            <p:nvPr/>
          </p:nvSpPr>
          <p:spPr>
            <a:xfrm>
              <a:off x="6773570" y="2276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8" name="pt20868"/>
            <p:cNvSpPr/>
            <p:nvPr/>
          </p:nvSpPr>
          <p:spPr>
            <a:xfrm>
              <a:off x="7068649" y="2125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9" name="pt20869"/>
            <p:cNvSpPr/>
            <p:nvPr/>
          </p:nvSpPr>
          <p:spPr>
            <a:xfrm>
              <a:off x="6784996" y="226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0" name="pt20870"/>
            <p:cNvSpPr/>
            <p:nvPr/>
          </p:nvSpPr>
          <p:spPr>
            <a:xfrm>
              <a:off x="7008366" y="1751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1" name="pt20871"/>
            <p:cNvSpPr/>
            <p:nvPr/>
          </p:nvSpPr>
          <p:spPr>
            <a:xfrm>
              <a:off x="7238506" y="1959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2" name="pt20872"/>
            <p:cNvSpPr/>
            <p:nvPr/>
          </p:nvSpPr>
          <p:spPr>
            <a:xfrm>
              <a:off x="6883541" y="2188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3" name="pt20873"/>
            <p:cNvSpPr/>
            <p:nvPr/>
          </p:nvSpPr>
          <p:spPr>
            <a:xfrm>
              <a:off x="7237581" y="1920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4" name="pt20874"/>
            <p:cNvSpPr/>
            <p:nvPr/>
          </p:nvSpPr>
          <p:spPr>
            <a:xfrm>
              <a:off x="7063932" y="2110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5" name="pt20875"/>
            <p:cNvSpPr/>
            <p:nvPr/>
          </p:nvSpPr>
          <p:spPr>
            <a:xfrm>
              <a:off x="7035730" y="2150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6" name="pt20876"/>
            <p:cNvSpPr/>
            <p:nvPr/>
          </p:nvSpPr>
          <p:spPr>
            <a:xfrm>
              <a:off x="7151762" y="2061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7" name="pt20877"/>
            <p:cNvSpPr/>
            <p:nvPr/>
          </p:nvSpPr>
          <p:spPr>
            <a:xfrm>
              <a:off x="7421025" y="2376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8" name="pt20878"/>
            <p:cNvSpPr/>
            <p:nvPr/>
          </p:nvSpPr>
          <p:spPr>
            <a:xfrm>
              <a:off x="6945869" y="1980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9" name="pt20879"/>
            <p:cNvSpPr/>
            <p:nvPr/>
          </p:nvSpPr>
          <p:spPr>
            <a:xfrm>
              <a:off x="7004101" y="1966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0" name="pt20880"/>
            <p:cNvSpPr/>
            <p:nvPr/>
          </p:nvSpPr>
          <p:spPr>
            <a:xfrm>
              <a:off x="7082673" y="2171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1" name="pt20881"/>
            <p:cNvSpPr/>
            <p:nvPr/>
          </p:nvSpPr>
          <p:spPr>
            <a:xfrm>
              <a:off x="6988408" y="218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2" name="pt20882"/>
            <p:cNvSpPr/>
            <p:nvPr/>
          </p:nvSpPr>
          <p:spPr>
            <a:xfrm>
              <a:off x="7004896" y="1758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3" name="pt20883"/>
            <p:cNvSpPr/>
            <p:nvPr/>
          </p:nvSpPr>
          <p:spPr>
            <a:xfrm>
              <a:off x="7230482" y="1977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4" name="pt20884"/>
            <p:cNvSpPr/>
            <p:nvPr/>
          </p:nvSpPr>
          <p:spPr>
            <a:xfrm>
              <a:off x="7089800" y="2140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5" name="pt20885"/>
            <p:cNvSpPr/>
            <p:nvPr/>
          </p:nvSpPr>
          <p:spPr>
            <a:xfrm>
              <a:off x="7201753" y="1955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6" name="pt20886"/>
            <p:cNvSpPr/>
            <p:nvPr/>
          </p:nvSpPr>
          <p:spPr>
            <a:xfrm>
              <a:off x="6916575" y="1939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7" name="pt20887"/>
            <p:cNvSpPr/>
            <p:nvPr/>
          </p:nvSpPr>
          <p:spPr>
            <a:xfrm>
              <a:off x="6940540" y="1861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8" name="pt20888"/>
            <p:cNvSpPr/>
            <p:nvPr/>
          </p:nvSpPr>
          <p:spPr>
            <a:xfrm>
              <a:off x="7139363" y="2028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9" name="pt20889"/>
            <p:cNvSpPr/>
            <p:nvPr/>
          </p:nvSpPr>
          <p:spPr>
            <a:xfrm>
              <a:off x="6775561" y="2247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0" name="pt20890"/>
            <p:cNvSpPr/>
            <p:nvPr/>
          </p:nvSpPr>
          <p:spPr>
            <a:xfrm>
              <a:off x="7123203" y="2106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1" name="pt20891"/>
            <p:cNvSpPr/>
            <p:nvPr/>
          </p:nvSpPr>
          <p:spPr>
            <a:xfrm>
              <a:off x="7245299" y="1995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2" name="pt20892"/>
            <p:cNvSpPr/>
            <p:nvPr/>
          </p:nvSpPr>
          <p:spPr>
            <a:xfrm>
              <a:off x="6751399" y="2247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3" name="pt20893"/>
            <p:cNvSpPr/>
            <p:nvPr/>
          </p:nvSpPr>
          <p:spPr>
            <a:xfrm>
              <a:off x="7231971" y="2071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4" name="pt20894"/>
            <p:cNvSpPr/>
            <p:nvPr/>
          </p:nvSpPr>
          <p:spPr>
            <a:xfrm>
              <a:off x="7013193" y="2123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5" name="pt20895"/>
            <p:cNvSpPr/>
            <p:nvPr/>
          </p:nvSpPr>
          <p:spPr>
            <a:xfrm>
              <a:off x="7117725" y="1947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6" name="pt20896"/>
            <p:cNvSpPr/>
            <p:nvPr/>
          </p:nvSpPr>
          <p:spPr>
            <a:xfrm>
              <a:off x="6969984" y="178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7" name="pt20897"/>
            <p:cNvSpPr/>
            <p:nvPr/>
          </p:nvSpPr>
          <p:spPr>
            <a:xfrm>
              <a:off x="7135662" y="2047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8" name="pt20898"/>
            <p:cNvSpPr/>
            <p:nvPr/>
          </p:nvSpPr>
          <p:spPr>
            <a:xfrm>
              <a:off x="7417330" y="2502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9" name="pt20899"/>
            <p:cNvSpPr/>
            <p:nvPr/>
          </p:nvSpPr>
          <p:spPr>
            <a:xfrm>
              <a:off x="7055589" y="1968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0" name="pt20900"/>
            <p:cNvSpPr/>
            <p:nvPr/>
          </p:nvSpPr>
          <p:spPr>
            <a:xfrm>
              <a:off x="7166227" y="2146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1" name="pt20901"/>
            <p:cNvSpPr/>
            <p:nvPr/>
          </p:nvSpPr>
          <p:spPr>
            <a:xfrm>
              <a:off x="7026627" y="2043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2" name="pt20902"/>
            <p:cNvSpPr/>
            <p:nvPr/>
          </p:nvSpPr>
          <p:spPr>
            <a:xfrm>
              <a:off x="6887701" y="2007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3" name="pt20903"/>
            <p:cNvSpPr/>
            <p:nvPr/>
          </p:nvSpPr>
          <p:spPr>
            <a:xfrm>
              <a:off x="7016061" y="2230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4" name="pt20904"/>
            <p:cNvSpPr/>
            <p:nvPr/>
          </p:nvSpPr>
          <p:spPr>
            <a:xfrm>
              <a:off x="7039310" y="2147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5" name="pt20905"/>
            <p:cNvSpPr/>
            <p:nvPr/>
          </p:nvSpPr>
          <p:spPr>
            <a:xfrm>
              <a:off x="7075045" y="2029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6" name="pt20906"/>
            <p:cNvSpPr/>
            <p:nvPr/>
          </p:nvSpPr>
          <p:spPr>
            <a:xfrm>
              <a:off x="7226767" y="2030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7" name="pt20907"/>
            <p:cNvSpPr/>
            <p:nvPr/>
          </p:nvSpPr>
          <p:spPr>
            <a:xfrm>
              <a:off x="7268840" y="2010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8" name="pt20908"/>
            <p:cNvSpPr/>
            <p:nvPr/>
          </p:nvSpPr>
          <p:spPr>
            <a:xfrm>
              <a:off x="6932666" y="1812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9" name="pt20909"/>
            <p:cNvSpPr/>
            <p:nvPr/>
          </p:nvSpPr>
          <p:spPr>
            <a:xfrm>
              <a:off x="6706634" y="2754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0" name="pt20910"/>
            <p:cNvSpPr/>
            <p:nvPr/>
          </p:nvSpPr>
          <p:spPr>
            <a:xfrm>
              <a:off x="7121800" y="2022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1" name="pt20911"/>
            <p:cNvSpPr/>
            <p:nvPr/>
          </p:nvSpPr>
          <p:spPr>
            <a:xfrm>
              <a:off x="7137010" y="2029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2" name="pt20912"/>
            <p:cNvSpPr/>
            <p:nvPr/>
          </p:nvSpPr>
          <p:spPr>
            <a:xfrm>
              <a:off x="7126492" y="2064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3" name="pt20913"/>
            <p:cNvSpPr/>
            <p:nvPr/>
          </p:nvSpPr>
          <p:spPr>
            <a:xfrm>
              <a:off x="7012469" y="2086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4" name="pt20914"/>
            <p:cNvSpPr/>
            <p:nvPr/>
          </p:nvSpPr>
          <p:spPr>
            <a:xfrm>
              <a:off x="7762158" y="2577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5" name="pt20915"/>
            <p:cNvSpPr/>
            <p:nvPr/>
          </p:nvSpPr>
          <p:spPr>
            <a:xfrm>
              <a:off x="6985109" y="2166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6" name="pt20916"/>
            <p:cNvSpPr/>
            <p:nvPr/>
          </p:nvSpPr>
          <p:spPr>
            <a:xfrm>
              <a:off x="7129163" y="2127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7" name="pt20917"/>
            <p:cNvSpPr/>
            <p:nvPr/>
          </p:nvSpPr>
          <p:spPr>
            <a:xfrm>
              <a:off x="7101773" y="2196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8" name="pt20918"/>
            <p:cNvSpPr/>
            <p:nvPr/>
          </p:nvSpPr>
          <p:spPr>
            <a:xfrm>
              <a:off x="7198894" y="2134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9" name="pt20919"/>
            <p:cNvSpPr/>
            <p:nvPr/>
          </p:nvSpPr>
          <p:spPr>
            <a:xfrm>
              <a:off x="7101223" y="2173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0" name="pt20920"/>
            <p:cNvSpPr/>
            <p:nvPr/>
          </p:nvSpPr>
          <p:spPr>
            <a:xfrm>
              <a:off x="7239758" y="2051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1" name="pt20921"/>
            <p:cNvSpPr/>
            <p:nvPr/>
          </p:nvSpPr>
          <p:spPr>
            <a:xfrm>
              <a:off x="7020056" y="216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2" name="pt20922"/>
            <p:cNvSpPr/>
            <p:nvPr/>
          </p:nvSpPr>
          <p:spPr>
            <a:xfrm>
              <a:off x="7203560" y="1974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3" name="pt20923"/>
            <p:cNvSpPr/>
            <p:nvPr/>
          </p:nvSpPr>
          <p:spPr>
            <a:xfrm>
              <a:off x="7098532" y="2356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4" name="pt20924"/>
            <p:cNvSpPr/>
            <p:nvPr/>
          </p:nvSpPr>
          <p:spPr>
            <a:xfrm>
              <a:off x="7344020" y="1894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5" name="pt20925"/>
            <p:cNvSpPr/>
            <p:nvPr/>
          </p:nvSpPr>
          <p:spPr>
            <a:xfrm>
              <a:off x="7111719" y="2090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6" name="pt20926"/>
            <p:cNvSpPr/>
            <p:nvPr/>
          </p:nvSpPr>
          <p:spPr>
            <a:xfrm>
              <a:off x="7214167" y="2003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7" name="pt20927"/>
            <p:cNvSpPr/>
            <p:nvPr/>
          </p:nvSpPr>
          <p:spPr>
            <a:xfrm>
              <a:off x="7112610" y="2040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8" name="pt20928"/>
            <p:cNvSpPr/>
            <p:nvPr/>
          </p:nvSpPr>
          <p:spPr>
            <a:xfrm>
              <a:off x="6906308" y="1906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9" name="pt20929"/>
            <p:cNvSpPr/>
            <p:nvPr/>
          </p:nvSpPr>
          <p:spPr>
            <a:xfrm>
              <a:off x="7262062" y="2051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0" name="pt20930"/>
            <p:cNvSpPr/>
            <p:nvPr/>
          </p:nvSpPr>
          <p:spPr>
            <a:xfrm>
              <a:off x="7245909" y="1976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1" name="pt20931"/>
            <p:cNvSpPr/>
            <p:nvPr/>
          </p:nvSpPr>
          <p:spPr>
            <a:xfrm>
              <a:off x="7031778" y="222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2" name="pt20932"/>
            <p:cNvSpPr/>
            <p:nvPr/>
          </p:nvSpPr>
          <p:spPr>
            <a:xfrm>
              <a:off x="7293250" y="2081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3" name="pt20933"/>
            <p:cNvSpPr/>
            <p:nvPr/>
          </p:nvSpPr>
          <p:spPr>
            <a:xfrm>
              <a:off x="7070982" y="2144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4" name="pt20934"/>
            <p:cNvSpPr/>
            <p:nvPr/>
          </p:nvSpPr>
          <p:spPr>
            <a:xfrm>
              <a:off x="7089757" y="2285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5" name="pt20935"/>
            <p:cNvSpPr/>
            <p:nvPr/>
          </p:nvSpPr>
          <p:spPr>
            <a:xfrm>
              <a:off x="7037902" y="2234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6" name="pt20936"/>
            <p:cNvSpPr/>
            <p:nvPr/>
          </p:nvSpPr>
          <p:spPr>
            <a:xfrm>
              <a:off x="7186551" y="1715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7" name="pt20937"/>
            <p:cNvSpPr/>
            <p:nvPr/>
          </p:nvSpPr>
          <p:spPr>
            <a:xfrm>
              <a:off x="7144169" y="1979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8" name="pt20938"/>
            <p:cNvSpPr/>
            <p:nvPr/>
          </p:nvSpPr>
          <p:spPr>
            <a:xfrm>
              <a:off x="7005424" y="1800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9" name="pt20939"/>
            <p:cNvSpPr/>
            <p:nvPr/>
          </p:nvSpPr>
          <p:spPr>
            <a:xfrm>
              <a:off x="7180618" y="2087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0" name="pt20940"/>
            <p:cNvSpPr/>
            <p:nvPr/>
          </p:nvSpPr>
          <p:spPr>
            <a:xfrm>
              <a:off x="6935110" y="2044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1" name="pt20941"/>
            <p:cNvSpPr/>
            <p:nvPr/>
          </p:nvSpPr>
          <p:spPr>
            <a:xfrm>
              <a:off x="7225162" y="1875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2" name="pt20942"/>
            <p:cNvSpPr/>
            <p:nvPr/>
          </p:nvSpPr>
          <p:spPr>
            <a:xfrm>
              <a:off x="6964139" y="2011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3" name="pt20943"/>
            <p:cNvSpPr/>
            <p:nvPr/>
          </p:nvSpPr>
          <p:spPr>
            <a:xfrm>
              <a:off x="6882490" y="2180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4" name="pt20944"/>
            <p:cNvSpPr/>
            <p:nvPr/>
          </p:nvSpPr>
          <p:spPr>
            <a:xfrm>
              <a:off x="7113994" y="1960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5" name="pt20945"/>
            <p:cNvSpPr/>
            <p:nvPr/>
          </p:nvSpPr>
          <p:spPr>
            <a:xfrm>
              <a:off x="7032741" y="2213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6" name="pt20946"/>
            <p:cNvSpPr/>
            <p:nvPr/>
          </p:nvSpPr>
          <p:spPr>
            <a:xfrm>
              <a:off x="6979146" y="2218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7" name="pt20947"/>
            <p:cNvSpPr/>
            <p:nvPr/>
          </p:nvSpPr>
          <p:spPr>
            <a:xfrm>
              <a:off x="7064553" y="2128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8" name="pt20948"/>
            <p:cNvSpPr/>
            <p:nvPr/>
          </p:nvSpPr>
          <p:spPr>
            <a:xfrm>
              <a:off x="7161697" y="2202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9" name="pt20949"/>
            <p:cNvSpPr/>
            <p:nvPr/>
          </p:nvSpPr>
          <p:spPr>
            <a:xfrm>
              <a:off x="7277536" y="1989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0" name="pt20950"/>
            <p:cNvSpPr/>
            <p:nvPr/>
          </p:nvSpPr>
          <p:spPr>
            <a:xfrm>
              <a:off x="7364604" y="2646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1" name="pt20951"/>
            <p:cNvSpPr/>
            <p:nvPr/>
          </p:nvSpPr>
          <p:spPr>
            <a:xfrm>
              <a:off x="6942354" y="2027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2" name="pt20952"/>
            <p:cNvSpPr/>
            <p:nvPr/>
          </p:nvSpPr>
          <p:spPr>
            <a:xfrm>
              <a:off x="7095804" y="2285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3" name="pt20953"/>
            <p:cNvSpPr/>
            <p:nvPr/>
          </p:nvSpPr>
          <p:spPr>
            <a:xfrm>
              <a:off x="7144130" y="2057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4" name="pt20954"/>
            <p:cNvSpPr/>
            <p:nvPr/>
          </p:nvSpPr>
          <p:spPr>
            <a:xfrm>
              <a:off x="6758806" y="2188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5" name="pt20955"/>
            <p:cNvSpPr/>
            <p:nvPr/>
          </p:nvSpPr>
          <p:spPr>
            <a:xfrm>
              <a:off x="7628785" y="2241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6" name="pt20956"/>
            <p:cNvSpPr/>
            <p:nvPr/>
          </p:nvSpPr>
          <p:spPr>
            <a:xfrm>
              <a:off x="7128156" y="2078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7" name="pt20957"/>
            <p:cNvSpPr/>
            <p:nvPr/>
          </p:nvSpPr>
          <p:spPr>
            <a:xfrm>
              <a:off x="7182169" y="1857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8" name="pt20958"/>
            <p:cNvSpPr/>
            <p:nvPr/>
          </p:nvSpPr>
          <p:spPr>
            <a:xfrm>
              <a:off x="7100249" y="2235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9" name="pt20959"/>
            <p:cNvSpPr/>
            <p:nvPr/>
          </p:nvSpPr>
          <p:spPr>
            <a:xfrm>
              <a:off x="7008956" y="2106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0" name="pt20960"/>
            <p:cNvSpPr/>
            <p:nvPr/>
          </p:nvSpPr>
          <p:spPr>
            <a:xfrm>
              <a:off x="7037814" y="2204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1" name="pt20961"/>
            <p:cNvSpPr/>
            <p:nvPr/>
          </p:nvSpPr>
          <p:spPr>
            <a:xfrm>
              <a:off x="7028281" y="2098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2" name="pt20962"/>
            <p:cNvSpPr/>
            <p:nvPr/>
          </p:nvSpPr>
          <p:spPr>
            <a:xfrm>
              <a:off x="6908204" y="2030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3" name="pt20963"/>
            <p:cNvSpPr/>
            <p:nvPr/>
          </p:nvSpPr>
          <p:spPr>
            <a:xfrm>
              <a:off x="7151382" y="2222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4" name="pt20964"/>
            <p:cNvSpPr/>
            <p:nvPr/>
          </p:nvSpPr>
          <p:spPr>
            <a:xfrm>
              <a:off x="7236140" y="1917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5" name="pt20965"/>
            <p:cNvSpPr/>
            <p:nvPr/>
          </p:nvSpPr>
          <p:spPr>
            <a:xfrm>
              <a:off x="7118968" y="1964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6" name="pt20966"/>
            <p:cNvSpPr/>
            <p:nvPr/>
          </p:nvSpPr>
          <p:spPr>
            <a:xfrm>
              <a:off x="7240457" y="2132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7" name="pt20967"/>
            <p:cNvSpPr/>
            <p:nvPr/>
          </p:nvSpPr>
          <p:spPr>
            <a:xfrm>
              <a:off x="7027543" y="2030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8" name="pt20968"/>
            <p:cNvSpPr/>
            <p:nvPr/>
          </p:nvSpPr>
          <p:spPr>
            <a:xfrm>
              <a:off x="6980130" y="2249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9" name="pt20969"/>
            <p:cNvSpPr/>
            <p:nvPr/>
          </p:nvSpPr>
          <p:spPr>
            <a:xfrm>
              <a:off x="6911323" y="196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0" name="pt20970"/>
            <p:cNvSpPr/>
            <p:nvPr/>
          </p:nvSpPr>
          <p:spPr>
            <a:xfrm>
              <a:off x="6900125" y="1916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1" name="pt20971"/>
            <p:cNvSpPr/>
            <p:nvPr/>
          </p:nvSpPr>
          <p:spPr>
            <a:xfrm>
              <a:off x="7136954" y="1965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2" name="pt20972"/>
            <p:cNvSpPr/>
            <p:nvPr/>
          </p:nvSpPr>
          <p:spPr>
            <a:xfrm>
              <a:off x="7107548" y="2027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3" name="pt20973"/>
            <p:cNvSpPr/>
            <p:nvPr/>
          </p:nvSpPr>
          <p:spPr>
            <a:xfrm>
              <a:off x="7216978" y="2066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4" name="pt20974"/>
            <p:cNvSpPr/>
            <p:nvPr/>
          </p:nvSpPr>
          <p:spPr>
            <a:xfrm>
              <a:off x="7205409" y="2018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5" name="pt20975"/>
            <p:cNvSpPr/>
            <p:nvPr/>
          </p:nvSpPr>
          <p:spPr>
            <a:xfrm>
              <a:off x="7116689" y="2013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6" name="pt20976"/>
            <p:cNvSpPr/>
            <p:nvPr/>
          </p:nvSpPr>
          <p:spPr>
            <a:xfrm>
              <a:off x="7051788" y="2061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7" name="pt20977"/>
            <p:cNvSpPr/>
            <p:nvPr/>
          </p:nvSpPr>
          <p:spPr>
            <a:xfrm>
              <a:off x="7050088" y="2146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8" name="pt20978"/>
            <p:cNvSpPr/>
            <p:nvPr/>
          </p:nvSpPr>
          <p:spPr>
            <a:xfrm>
              <a:off x="7178452" y="2244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9" name="pt20979"/>
            <p:cNvSpPr/>
            <p:nvPr/>
          </p:nvSpPr>
          <p:spPr>
            <a:xfrm>
              <a:off x="7103155" y="2051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0" name="pt20980"/>
            <p:cNvSpPr/>
            <p:nvPr/>
          </p:nvSpPr>
          <p:spPr>
            <a:xfrm>
              <a:off x="6913880" y="2028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1" name="pt20981"/>
            <p:cNvSpPr/>
            <p:nvPr/>
          </p:nvSpPr>
          <p:spPr>
            <a:xfrm>
              <a:off x="7021215" y="2091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2" name="pt20982"/>
            <p:cNvSpPr/>
            <p:nvPr/>
          </p:nvSpPr>
          <p:spPr>
            <a:xfrm>
              <a:off x="7092598" y="2257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3" name="pt20983"/>
            <p:cNvSpPr/>
            <p:nvPr/>
          </p:nvSpPr>
          <p:spPr>
            <a:xfrm>
              <a:off x="7328454" y="2292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4" name="pt20984"/>
            <p:cNvSpPr/>
            <p:nvPr/>
          </p:nvSpPr>
          <p:spPr>
            <a:xfrm>
              <a:off x="6914573" y="1929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5" name="pt20985"/>
            <p:cNvSpPr/>
            <p:nvPr/>
          </p:nvSpPr>
          <p:spPr>
            <a:xfrm>
              <a:off x="6979975" y="2124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6" name="pt20986"/>
            <p:cNvSpPr/>
            <p:nvPr/>
          </p:nvSpPr>
          <p:spPr>
            <a:xfrm>
              <a:off x="7575888" y="1939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7" name="pt20987"/>
            <p:cNvSpPr/>
            <p:nvPr/>
          </p:nvSpPr>
          <p:spPr>
            <a:xfrm>
              <a:off x="7094044" y="2413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8" name="pt20988"/>
            <p:cNvSpPr/>
            <p:nvPr/>
          </p:nvSpPr>
          <p:spPr>
            <a:xfrm>
              <a:off x="7154486" y="2380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9" name="pt20989"/>
            <p:cNvSpPr/>
            <p:nvPr/>
          </p:nvSpPr>
          <p:spPr>
            <a:xfrm>
              <a:off x="7142200" y="2033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0" name="pt20990"/>
            <p:cNvSpPr/>
            <p:nvPr/>
          </p:nvSpPr>
          <p:spPr>
            <a:xfrm>
              <a:off x="7010138" y="2007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1" name="pt20991"/>
            <p:cNvSpPr/>
            <p:nvPr/>
          </p:nvSpPr>
          <p:spPr>
            <a:xfrm>
              <a:off x="7144289" y="1936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2" name="pt20992"/>
            <p:cNvSpPr/>
            <p:nvPr/>
          </p:nvSpPr>
          <p:spPr>
            <a:xfrm>
              <a:off x="6787737" y="2276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3" name="pt20993"/>
            <p:cNvSpPr/>
            <p:nvPr/>
          </p:nvSpPr>
          <p:spPr>
            <a:xfrm>
              <a:off x="7138288" y="1954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4" name="pt20994"/>
            <p:cNvSpPr/>
            <p:nvPr/>
          </p:nvSpPr>
          <p:spPr>
            <a:xfrm>
              <a:off x="7139937" y="2050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5" name="pt20995"/>
            <p:cNvSpPr/>
            <p:nvPr/>
          </p:nvSpPr>
          <p:spPr>
            <a:xfrm>
              <a:off x="7122025" y="2077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6" name="pt20996"/>
            <p:cNvSpPr/>
            <p:nvPr/>
          </p:nvSpPr>
          <p:spPr>
            <a:xfrm>
              <a:off x="7121512" y="2116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7" name="pt20997"/>
            <p:cNvSpPr/>
            <p:nvPr/>
          </p:nvSpPr>
          <p:spPr>
            <a:xfrm>
              <a:off x="7032417" y="2188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8" name="pt20998"/>
            <p:cNvSpPr/>
            <p:nvPr/>
          </p:nvSpPr>
          <p:spPr>
            <a:xfrm>
              <a:off x="7189732" y="2145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9" name="pt20999"/>
            <p:cNvSpPr/>
            <p:nvPr/>
          </p:nvSpPr>
          <p:spPr>
            <a:xfrm>
              <a:off x="6953737" y="1764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0" name="pt21000"/>
            <p:cNvSpPr/>
            <p:nvPr/>
          </p:nvSpPr>
          <p:spPr>
            <a:xfrm>
              <a:off x="6890113" y="1949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1" name="pt21001"/>
            <p:cNvSpPr/>
            <p:nvPr/>
          </p:nvSpPr>
          <p:spPr>
            <a:xfrm>
              <a:off x="6825483" y="2120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2" name="pt21002"/>
            <p:cNvSpPr/>
            <p:nvPr/>
          </p:nvSpPr>
          <p:spPr>
            <a:xfrm>
              <a:off x="6863562" y="2112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3" name="pt21003"/>
            <p:cNvSpPr/>
            <p:nvPr/>
          </p:nvSpPr>
          <p:spPr>
            <a:xfrm>
              <a:off x="7087141" y="2214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4" name="pt21004"/>
            <p:cNvSpPr/>
            <p:nvPr/>
          </p:nvSpPr>
          <p:spPr>
            <a:xfrm>
              <a:off x="6978463" y="2000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5" name="pt21005"/>
            <p:cNvSpPr/>
            <p:nvPr/>
          </p:nvSpPr>
          <p:spPr>
            <a:xfrm>
              <a:off x="7085427" y="212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6" name="pt21006"/>
            <p:cNvSpPr/>
            <p:nvPr/>
          </p:nvSpPr>
          <p:spPr>
            <a:xfrm>
              <a:off x="7309719" y="2553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7" name="pt21007"/>
            <p:cNvSpPr/>
            <p:nvPr/>
          </p:nvSpPr>
          <p:spPr>
            <a:xfrm>
              <a:off x="6921842" y="1935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8" name="pt21008"/>
            <p:cNvSpPr/>
            <p:nvPr/>
          </p:nvSpPr>
          <p:spPr>
            <a:xfrm>
              <a:off x="7064499" y="2039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9" name="pt21009"/>
            <p:cNvSpPr/>
            <p:nvPr/>
          </p:nvSpPr>
          <p:spPr>
            <a:xfrm>
              <a:off x="7149470" y="2220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0" name="pt21010"/>
            <p:cNvSpPr/>
            <p:nvPr/>
          </p:nvSpPr>
          <p:spPr>
            <a:xfrm>
              <a:off x="6893973" y="2009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1" name="pt21011"/>
            <p:cNvSpPr/>
            <p:nvPr/>
          </p:nvSpPr>
          <p:spPr>
            <a:xfrm>
              <a:off x="7352438" y="2659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2" name="pt21012"/>
            <p:cNvSpPr/>
            <p:nvPr/>
          </p:nvSpPr>
          <p:spPr>
            <a:xfrm>
              <a:off x="6999658" y="217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3" name="pt21013"/>
            <p:cNvSpPr/>
            <p:nvPr/>
          </p:nvSpPr>
          <p:spPr>
            <a:xfrm>
              <a:off x="7016821" y="2268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4" name="pt21014"/>
            <p:cNvSpPr/>
            <p:nvPr/>
          </p:nvSpPr>
          <p:spPr>
            <a:xfrm>
              <a:off x="7197748" y="2156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5" name="pt21015"/>
            <p:cNvSpPr/>
            <p:nvPr/>
          </p:nvSpPr>
          <p:spPr>
            <a:xfrm>
              <a:off x="6800042" y="2158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6" name="pt21016"/>
            <p:cNvSpPr/>
            <p:nvPr/>
          </p:nvSpPr>
          <p:spPr>
            <a:xfrm>
              <a:off x="7109392" y="2078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7" name="pt21017"/>
            <p:cNvSpPr/>
            <p:nvPr/>
          </p:nvSpPr>
          <p:spPr>
            <a:xfrm>
              <a:off x="7067983" y="2109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8" name="pt21018"/>
            <p:cNvSpPr/>
            <p:nvPr/>
          </p:nvSpPr>
          <p:spPr>
            <a:xfrm>
              <a:off x="6959819" y="2002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9" name="pt21019"/>
            <p:cNvSpPr/>
            <p:nvPr/>
          </p:nvSpPr>
          <p:spPr>
            <a:xfrm>
              <a:off x="6859978" y="2226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0" name="pt21020"/>
            <p:cNvSpPr/>
            <p:nvPr/>
          </p:nvSpPr>
          <p:spPr>
            <a:xfrm>
              <a:off x="7055525" y="2111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1" name="pt21021"/>
            <p:cNvSpPr/>
            <p:nvPr/>
          </p:nvSpPr>
          <p:spPr>
            <a:xfrm>
              <a:off x="7293306" y="2132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2" name="pt21022"/>
            <p:cNvSpPr/>
            <p:nvPr/>
          </p:nvSpPr>
          <p:spPr>
            <a:xfrm>
              <a:off x="7264618" y="2005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3" name="pt21023"/>
            <p:cNvSpPr/>
            <p:nvPr/>
          </p:nvSpPr>
          <p:spPr>
            <a:xfrm>
              <a:off x="7190319" y="2128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4" name="pt21024"/>
            <p:cNvSpPr/>
            <p:nvPr/>
          </p:nvSpPr>
          <p:spPr>
            <a:xfrm>
              <a:off x="6929523" y="1903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5" name="pt21025"/>
            <p:cNvSpPr/>
            <p:nvPr/>
          </p:nvSpPr>
          <p:spPr>
            <a:xfrm>
              <a:off x="7155093" y="2240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6" name="pt21026"/>
            <p:cNvSpPr/>
            <p:nvPr/>
          </p:nvSpPr>
          <p:spPr>
            <a:xfrm>
              <a:off x="6910563" y="1920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7" name="pt21027"/>
            <p:cNvSpPr/>
            <p:nvPr/>
          </p:nvSpPr>
          <p:spPr>
            <a:xfrm>
              <a:off x="6993425" y="2325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8" name="pt21028"/>
            <p:cNvSpPr/>
            <p:nvPr/>
          </p:nvSpPr>
          <p:spPr>
            <a:xfrm>
              <a:off x="6772547" y="2028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9" name="pt21029"/>
            <p:cNvSpPr/>
            <p:nvPr/>
          </p:nvSpPr>
          <p:spPr>
            <a:xfrm>
              <a:off x="7284361" y="1965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0" name="pt21030"/>
            <p:cNvSpPr/>
            <p:nvPr/>
          </p:nvSpPr>
          <p:spPr>
            <a:xfrm>
              <a:off x="7246653" y="1920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1" name="pt21031"/>
            <p:cNvSpPr/>
            <p:nvPr/>
          </p:nvSpPr>
          <p:spPr>
            <a:xfrm>
              <a:off x="7319259" y="2418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2" name="pt21032"/>
            <p:cNvSpPr/>
            <p:nvPr/>
          </p:nvSpPr>
          <p:spPr>
            <a:xfrm>
              <a:off x="6831814" y="1834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3" name="pt21033"/>
            <p:cNvSpPr/>
            <p:nvPr/>
          </p:nvSpPr>
          <p:spPr>
            <a:xfrm>
              <a:off x="7215344" y="2013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4" name="pt21034"/>
            <p:cNvSpPr/>
            <p:nvPr/>
          </p:nvSpPr>
          <p:spPr>
            <a:xfrm>
              <a:off x="7148469" y="2095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5" name="pt21035"/>
            <p:cNvSpPr/>
            <p:nvPr/>
          </p:nvSpPr>
          <p:spPr>
            <a:xfrm>
              <a:off x="6931346" y="1914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6" name="pt21036"/>
            <p:cNvSpPr/>
            <p:nvPr/>
          </p:nvSpPr>
          <p:spPr>
            <a:xfrm>
              <a:off x="6344523" y="1862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7" name="pt21037"/>
            <p:cNvSpPr/>
            <p:nvPr/>
          </p:nvSpPr>
          <p:spPr>
            <a:xfrm>
              <a:off x="7126182" y="2129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8" name="pt21038"/>
            <p:cNvSpPr/>
            <p:nvPr/>
          </p:nvSpPr>
          <p:spPr>
            <a:xfrm>
              <a:off x="6984219" y="2222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9" name="pt21039"/>
            <p:cNvSpPr/>
            <p:nvPr/>
          </p:nvSpPr>
          <p:spPr>
            <a:xfrm>
              <a:off x="7124944" y="2124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0" name="pt21040"/>
            <p:cNvSpPr/>
            <p:nvPr/>
          </p:nvSpPr>
          <p:spPr>
            <a:xfrm>
              <a:off x="7061278" y="2008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1" name="pt21041"/>
            <p:cNvSpPr/>
            <p:nvPr/>
          </p:nvSpPr>
          <p:spPr>
            <a:xfrm>
              <a:off x="6856569" y="2003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2" name="pt21042"/>
            <p:cNvSpPr/>
            <p:nvPr/>
          </p:nvSpPr>
          <p:spPr>
            <a:xfrm>
              <a:off x="7042702" y="2240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3" name="pt21043"/>
            <p:cNvSpPr/>
            <p:nvPr/>
          </p:nvSpPr>
          <p:spPr>
            <a:xfrm>
              <a:off x="7099333" y="2321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4" name="pt21044"/>
            <p:cNvSpPr/>
            <p:nvPr/>
          </p:nvSpPr>
          <p:spPr>
            <a:xfrm>
              <a:off x="7309039" y="2291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5" name="pt21045"/>
            <p:cNvSpPr/>
            <p:nvPr/>
          </p:nvSpPr>
          <p:spPr>
            <a:xfrm>
              <a:off x="7174910" y="2020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6" name="pt21046"/>
            <p:cNvSpPr/>
            <p:nvPr/>
          </p:nvSpPr>
          <p:spPr>
            <a:xfrm>
              <a:off x="7270371" y="1941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7" name="pt21047"/>
            <p:cNvSpPr/>
            <p:nvPr/>
          </p:nvSpPr>
          <p:spPr>
            <a:xfrm>
              <a:off x="7005523" y="1721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8" name="pt21048"/>
            <p:cNvSpPr/>
            <p:nvPr/>
          </p:nvSpPr>
          <p:spPr>
            <a:xfrm>
              <a:off x="6938386" y="2110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9" name="pt21049"/>
            <p:cNvSpPr/>
            <p:nvPr/>
          </p:nvSpPr>
          <p:spPr>
            <a:xfrm>
              <a:off x="6979649" y="2001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0" name="pt21050"/>
            <p:cNvSpPr/>
            <p:nvPr/>
          </p:nvSpPr>
          <p:spPr>
            <a:xfrm>
              <a:off x="6797766" y="2136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1" name="pt21051"/>
            <p:cNvSpPr/>
            <p:nvPr/>
          </p:nvSpPr>
          <p:spPr>
            <a:xfrm>
              <a:off x="7183465" y="2153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2" name="pt21052"/>
            <p:cNvSpPr/>
            <p:nvPr/>
          </p:nvSpPr>
          <p:spPr>
            <a:xfrm>
              <a:off x="7094318" y="2242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3" name="pt21053"/>
            <p:cNvSpPr/>
            <p:nvPr/>
          </p:nvSpPr>
          <p:spPr>
            <a:xfrm>
              <a:off x="7103561" y="2096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4" name="pt21054"/>
            <p:cNvSpPr/>
            <p:nvPr/>
          </p:nvSpPr>
          <p:spPr>
            <a:xfrm>
              <a:off x="7075306" y="2062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5" name="pt21055"/>
            <p:cNvSpPr/>
            <p:nvPr/>
          </p:nvSpPr>
          <p:spPr>
            <a:xfrm>
              <a:off x="7033020" y="2188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6" name="pt21056"/>
            <p:cNvSpPr/>
            <p:nvPr/>
          </p:nvSpPr>
          <p:spPr>
            <a:xfrm>
              <a:off x="6976777" y="1914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7" name="pt21057"/>
            <p:cNvSpPr/>
            <p:nvPr/>
          </p:nvSpPr>
          <p:spPr>
            <a:xfrm>
              <a:off x="7145697" y="1940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8" name="pt21058"/>
            <p:cNvSpPr/>
            <p:nvPr/>
          </p:nvSpPr>
          <p:spPr>
            <a:xfrm>
              <a:off x="7034364" y="2197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9" name="pt21059"/>
            <p:cNvSpPr/>
            <p:nvPr/>
          </p:nvSpPr>
          <p:spPr>
            <a:xfrm>
              <a:off x="6826058" y="2080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0" name="pt21060"/>
            <p:cNvSpPr/>
            <p:nvPr/>
          </p:nvSpPr>
          <p:spPr>
            <a:xfrm>
              <a:off x="7078708" y="2144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1" name="pt21061"/>
            <p:cNvSpPr/>
            <p:nvPr/>
          </p:nvSpPr>
          <p:spPr>
            <a:xfrm>
              <a:off x="7006462" y="1753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2" name="pt21062"/>
            <p:cNvSpPr/>
            <p:nvPr/>
          </p:nvSpPr>
          <p:spPr>
            <a:xfrm>
              <a:off x="7190202" y="2215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3" name="pt21063"/>
            <p:cNvSpPr/>
            <p:nvPr/>
          </p:nvSpPr>
          <p:spPr>
            <a:xfrm>
              <a:off x="7109586" y="2064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4" name="pt21064"/>
            <p:cNvSpPr/>
            <p:nvPr/>
          </p:nvSpPr>
          <p:spPr>
            <a:xfrm>
              <a:off x="6727400" y="2744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5" name="pt21065"/>
            <p:cNvSpPr/>
            <p:nvPr/>
          </p:nvSpPr>
          <p:spPr>
            <a:xfrm>
              <a:off x="7267422" y="1904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6" name="pt21066"/>
            <p:cNvSpPr/>
            <p:nvPr/>
          </p:nvSpPr>
          <p:spPr>
            <a:xfrm>
              <a:off x="6820870" y="2056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7" name="pt21067"/>
            <p:cNvSpPr/>
            <p:nvPr/>
          </p:nvSpPr>
          <p:spPr>
            <a:xfrm>
              <a:off x="7037469" y="2185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8" name="pt21068"/>
            <p:cNvSpPr/>
            <p:nvPr/>
          </p:nvSpPr>
          <p:spPr>
            <a:xfrm>
              <a:off x="6991248" y="2233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9" name="pt21069"/>
            <p:cNvSpPr/>
            <p:nvPr/>
          </p:nvSpPr>
          <p:spPr>
            <a:xfrm>
              <a:off x="7223448" y="2081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0" name="pt21070"/>
            <p:cNvSpPr/>
            <p:nvPr/>
          </p:nvSpPr>
          <p:spPr>
            <a:xfrm>
              <a:off x="7316095" y="2386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1" name="pt21071"/>
            <p:cNvSpPr/>
            <p:nvPr/>
          </p:nvSpPr>
          <p:spPr>
            <a:xfrm>
              <a:off x="7127119" y="211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2" name="pt21072"/>
            <p:cNvSpPr/>
            <p:nvPr/>
          </p:nvSpPr>
          <p:spPr>
            <a:xfrm>
              <a:off x="6996936" y="2159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3" name="pt21073"/>
            <p:cNvSpPr/>
            <p:nvPr/>
          </p:nvSpPr>
          <p:spPr>
            <a:xfrm>
              <a:off x="7002691" y="1980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4" name="pt21074"/>
            <p:cNvSpPr/>
            <p:nvPr/>
          </p:nvSpPr>
          <p:spPr>
            <a:xfrm>
              <a:off x="7123772" y="2029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5" name="pt21075"/>
            <p:cNvSpPr/>
            <p:nvPr/>
          </p:nvSpPr>
          <p:spPr>
            <a:xfrm>
              <a:off x="7289097" y="1984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6" name="pt21076"/>
            <p:cNvSpPr/>
            <p:nvPr/>
          </p:nvSpPr>
          <p:spPr>
            <a:xfrm>
              <a:off x="6884253" y="2135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7" name="pt21077"/>
            <p:cNvSpPr/>
            <p:nvPr/>
          </p:nvSpPr>
          <p:spPr>
            <a:xfrm>
              <a:off x="7182023" y="2061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8" name="pt21078"/>
            <p:cNvSpPr/>
            <p:nvPr/>
          </p:nvSpPr>
          <p:spPr>
            <a:xfrm>
              <a:off x="7121306" y="2076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9" name="pt21079"/>
            <p:cNvSpPr/>
            <p:nvPr/>
          </p:nvSpPr>
          <p:spPr>
            <a:xfrm>
              <a:off x="7035530" y="2094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0" name="pt21080"/>
            <p:cNvSpPr/>
            <p:nvPr/>
          </p:nvSpPr>
          <p:spPr>
            <a:xfrm>
              <a:off x="7207703" y="1763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1" name="pt21081"/>
            <p:cNvSpPr/>
            <p:nvPr/>
          </p:nvSpPr>
          <p:spPr>
            <a:xfrm>
              <a:off x="7050523" y="2197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2" name="pt21082"/>
            <p:cNvSpPr/>
            <p:nvPr/>
          </p:nvSpPr>
          <p:spPr>
            <a:xfrm>
              <a:off x="6834197" y="1812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3" name="pt21083"/>
            <p:cNvSpPr/>
            <p:nvPr/>
          </p:nvSpPr>
          <p:spPr>
            <a:xfrm>
              <a:off x="7079810" y="2122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4" name="pt21084"/>
            <p:cNvSpPr/>
            <p:nvPr/>
          </p:nvSpPr>
          <p:spPr>
            <a:xfrm>
              <a:off x="6846546" y="2084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5" name="pt21085"/>
            <p:cNvSpPr/>
            <p:nvPr/>
          </p:nvSpPr>
          <p:spPr>
            <a:xfrm>
              <a:off x="7226089" y="1715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6" name="pt21086"/>
            <p:cNvSpPr/>
            <p:nvPr/>
          </p:nvSpPr>
          <p:spPr>
            <a:xfrm>
              <a:off x="7013382" y="2132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7" name="pt21087"/>
            <p:cNvSpPr/>
            <p:nvPr/>
          </p:nvSpPr>
          <p:spPr>
            <a:xfrm>
              <a:off x="7200963" y="1929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8" name="pt21088"/>
            <p:cNvSpPr/>
            <p:nvPr/>
          </p:nvSpPr>
          <p:spPr>
            <a:xfrm>
              <a:off x="7036410" y="2234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9" name="pt21089"/>
            <p:cNvSpPr/>
            <p:nvPr/>
          </p:nvSpPr>
          <p:spPr>
            <a:xfrm>
              <a:off x="6930920" y="1783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0" name="pt21090"/>
            <p:cNvSpPr/>
            <p:nvPr/>
          </p:nvSpPr>
          <p:spPr>
            <a:xfrm>
              <a:off x="7062771" y="2122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1" name="pt21091"/>
            <p:cNvSpPr/>
            <p:nvPr/>
          </p:nvSpPr>
          <p:spPr>
            <a:xfrm>
              <a:off x="6739165" y="236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2" name="pt21092"/>
            <p:cNvSpPr/>
            <p:nvPr/>
          </p:nvSpPr>
          <p:spPr>
            <a:xfrm>
              <a:off x="7240202" y="1999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3" name="pt21093"/>
            <p:cNvSpPr/>
            <p:nvPr/>
          </p:nvSpPr>
          <p:spPr>
            <a:xfrm>
              <a:off x="6971873" y="1676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4" name="pt21094"/>
            <p:cNvSpPr/>
            <p:nvPr/>
          </p:nvSpPr>
          <p:spPr>
            <a:xfrm>
              <a:off x="7128643" y="2078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5" name="pt21095"/>
            <p:cNvSpPr/>
            <p:nvPr/>
          </p:nvSpPr>
          <p:spPr>
            <a:xfrm>
              <a:off x="7185859" y="1966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6" name="pt21096"/>
            <p:cNvSpPr/>
            <p:nvPr/>
          </p:nvSpPr>
          <p:spPr>
            <a:xfrm>
              <a:off x="7236940" y="1921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7" name="pt21097"/>
            <p:cNvSpPr/>
            <p:nvPr/>
          </p:nvSpPr>
          <p:spPr>
            <a:xfrm>
              <a:off x="7128860" y="2175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8" name="pt21098"/>
            <p:cNvSpPr/>
            <p:nvPr/>
          </p:nvSpPr>
          <p:spPr>
            <a:xfrm>
              <a:off x="7140402" y="1983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9" name="pt21099"/>
            <p:cNvSpPr/>
            <p:nvPr/>
          </p:nvSpPr>
          <p:spPr>
            <a:xfrm>
              <a:off x="7131548" y="2112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0" name="pt21100"/>
            <p:cNvSpPr/>
            <p:nvPr/>
          </p:nvSpPr>
          <p:spPr>
            <a:xfrm>
              <a:off x="7003971" y="2024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1" name="pt21101"/>
            <p:cNvSpPr/>
            <p:nvPr/>
          </p:nvSpPr>
          <p:spPr>
            <a:xfrm>
              <a:off x="7160397" y="2300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2" name="pt21102"/>
            <p:cNvSpPr/>
            <p:nvPr/>
          </p:nvSpPr>
          <p:spPr>
            <a:xfrm>
              <a:off x="7029462" y="2133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3" name="pt21103"/>
            <p:cNvSpPr/>
            <p:nvPr/>
          </p:nvSpPr>
          <p:spPr>
            <a:xfrm>
              <a:off x="7104496" y="2093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4" name="pt21104"/>
            <p:cNvSpPr/>
            <p:nvPr/>
          </p:nvSpPr>
          <p:spPr>
            <a:xfrm>
              <a:off x="7181477" y="2098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5" name="pt21105"/>
            <p:cNvSpPr/>
            <p:nvPr/>
          </p:nvSpPr>
          <p:spPr>
            <a:xfrm>
              <a:off x="7065613" y="2069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6" name="pt21106"/>
            <p:cNvSpPr/>
            <p:nvPr/>
          </p:nvSpPr>
          <p:spPr>
            <a:xfrm>
              <a:off x="6684865" y="2076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7" name="pt21107"/>
            <p:cNvSpPr/>
            <p:nvPr/>
          </p:nvSpPr>
          <p:spPr>
            <a:xfrm>
              <a:off x="7056832" y="2082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8" name="pt21108"/>
            <p:cNvSpPr/>
            <p:nvPr/>
          </p:nvSpPr>
          <p:spPr>
            <a:xfrm>
              <a:off x="7201750" y="2022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9" name="pt21109"/>
            <p:cNvSpPr/>
            <p:nvPr/>
          </p:nvSpPr>
          <p:spPr>
            <a:xfrm>
              <a:off x="6919955" y="2023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0" name="pt21110"/>
            <p:cNvSpPr/>
            <p:nvPr/>
          </p:nvSpPr>
          <p:spPr>
            <a:xfrm>
              <a:off x="7126752" y="2106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1" name="pt21111"/>
            <p:cNvSpPr/>
            <p:nvPr/>
          </p:nvSpPr>
          <p:spPr>
            <a:xfrm>
              <a:off x="7091901" y="2218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2" name="pt21112"/>
            <p:cNvSpPr/>
            <p:nvPr/>
          </p:nvSpPr>
          <p:spPr>
            <a:xfrm>
              <a:off x="7107615" y="2093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3" name="pt21113"/>
            <p:cNvSpPr/>
            <p:nvPr/>
          </p:nvSpPr>
          <p:spPr>
            <a:xfrm>
              <a:off x="6938319" y="2028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4" name="pt21114"/>
            <p:cNvSpPr/>
            <p:nvPr/>
          </p:nvSpPr>
          <p:spPr>
            <a:xfrm>
              <a:off x="7160948" y="2212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5" name="pt21115"/>
            <p:cNvSpPr/>
            <p:nvPr/>
          </p:nvSpPr>
          <p:spPr>
            <a:xfrm>
              <a:off x="6995838" y="2316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6" name="pt21116"/>
            <p:cNvSpPr/>
            <p:nvPr/>
          </p:nvSpPr>
          <p:spPr>
            <a:xfrm>
              <a:off x="7273922" y="1913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7" name="pt21117"/>
            <p:cNvSpPr/>
            <p:nvPr/>
          </p:nvSpPr>
          <p:spPr>
            <a:xfrm>
              <a:off x="7389771" y="2624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8" name="pt21118"/>
            <p:cNvSpPr/>
            <p:nvPr/>
          </p:nvSpPr>
          <p:spPr>
            <a:xfrm>
              <a:off x="6701907" y="2575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9" name="pt21119"/>
            <p:cNvSpPr/>
            <p:nvPr/>
          </p:nvSpPr>
          <p:spPr>
            <a:xfrm>
              <a:off x="7046607" y="2169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0" name="pt21120"/>
            <p:cNvSpPr/>
            <p:nvPr/>
          </p:nvSpPr>
          <p:spPr>
            <a:xfrm>
              <a:off x="7011158" y="2157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1" name="pt21121"/>
            <p:cNvSpPr/>
            <p:nvPr/>
          </p:nvSpPr>
          <p:spPr>
            <a:xfrm>
              <a:off x="7372816" y="2667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2" name="pt21122"/>
            <p:cNvSpPr/>
            <p:nvPr/>
          </p:nvSpPr>
          <p:spPr>
            <a:xfrm>
              <a:off x="7574133" y="2175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3" name="pt21123"/>
            <p:cNvSpPr/>
            <p:nvPr/>
          </p:nvSpPr>
          <p:spPr>
            <a:xfrm>
              <a:off x="7128311" y="211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4" name="pt21124"/>
            <p:cNvSpPr/>
            <p:nvPr/>
          </p:nvSpPr>
          <p:spPr>
            <a:xfrm>
              <a:off x="7039533" y="2196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5" name="pt21125"/>
            <p:cNvSpPr/>
            <p:nvPr/>
          </p:nvSpPr>
          <p:spPr>
            <a:xfrm>
              <a:off x="7368716" y="2684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6" name="pt21126"/>
            <p:cNvSpPr/>
            <p:nvPr/>
          </p:nvSpPr>
          <p:spPr>
            <a:xfrm>
              <a:off x="7395279" y="2365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7" name="pt21127"/>
            <p:cNvSpPr/>
            <p:nvPr/>
          </p:nvSpPr>
          <p:spPr>
            <a:xfrm>
              <a:off x="7052976" y="2103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8" name="pt21128"/>
            <p:cNvSpPr/>
            <p:nvPr/>
          </p:nvSpPr>
          <p:spPr>
            <a:xfrm>
              <a:off x="6351011" y="1696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9" name="pt21129"/>
            <p:cNvSpPr/>
            <p:nvPr/>
          </p:nvSpPr>
          <p:spPr>
            <a:xfrm>
              <a:off x="7166888" y="2242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0" name="pt21130"/>
            <p:cNvSpPr/>
            <p:nvPr/>
          </p:nvSpPr>
          <p:spPr>
            <a:xfrm>
              <a:off x="6992432" y="2359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1" name="pt21131"/>
            <p:cNvSpPr/>
            <p:nvPr/>
          </p:nvSpPr>
          <p:spPr>
            <a:xfrm>
              <a:off x="6766986" y="2092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2" name="pt21132"/>
            <p:cNvSpPr/>
            <p:nvPr/>
          </p:nvSpPr>
          <p:spPr>
            <a:xfrm>
              <a:off x="7300384" y="2035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3" name="pt21133"/>
            <p:cNvSpPr/>
            <p:nvPr/>
          </p:nvSpPr>
          <p:spPr>
            <a:xfrm>
              <a:off x="7055469" y="2146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4" name="pt21134"/>
            <p:cNvSpPr/>
            <p:nvPr/>
          </p:nvSpPr>
          <p:spPr>
            <a:xfrm>
              <a:off x="7035822" y="2186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5" name="pt21135"/>
            <p:cNvSpPr/>
            <p:nvPr/>
          </p:nvSpPr>
          <p:spPr>
            <a:xfrm>
              <a:off x="6856731" y="2189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6" name="pt21136"/>
            <p:cNvSpPr/>
            <p:nvPr/>
          </p:nvSpPr>
          <p:spPr>
            <a:xfrm>
              <a:off x="7482417" y="2463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7" name="pt21137"/>
            <p:cNvSpPr/>
            <p:nvPr/>
          </p:nvSpPr>
          <p:spPr>
            <a:xfrm>
              <a:off x="7096136" y="2272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8" name="pt21138"/>
            <p:cNvSpPr/>
            <p:nvPr/>
          </p:nvSpPr>
          <p:spPr>
            <a:xfrm>
              <a:off x="7067864" y="2057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9" name="pt21139"/>
            <p:cNvSpPr/>
            <p:nvPr/>
          </p:nvSpPr>
          <p:spPr>
            <a:xfrm>
              <a:off x="7157349" y="2166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0" name="pt21140"/>
            <p:cNvSpPr/>
            <p:nvPr/>
          </p:nvSpPr>
          <p:spPr>
            <a:xfrm>
              <a:off x="7250554" y="201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1" name="pt21141"/>
            <p:cNvSpPr/>
            <p:nvPr/>
          </p:nvSpPr>
          <p:spPr>
            <a:xfrm>
              <a:off x="7076441" y="2070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2" name="pt21142"/>
            <p:cNvSpPr/>
            <p:nvPr/>
          </p:nvSpPr>
          <p:spPr>
            <a:xfrm>
              <a:off x="6884407" y="2171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3" name="pt21143"/>
            <p:cNvSpPr/>
            <p:nvPr/>
          </p:nvSpPr>
          <p:spPr>
            <a:xfrm>
              <a:off x="7043591" y="2222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4" name="pt21144"/>
            <p:cNvSpPr/>
            <p:nvPr/>
          </p:nvSpPr>
          <p:spPr>
            <a:xfrm>
              <a:off x="7142674" y="1969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5" name="pt21145"/>
            <p:cNvSpPr/>
            <p:nvPr/>
          </p:nvSpPr>
          <p:spPr>
            <a:xfrm>
              <a:off x="7112216" y="2057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6" name="pt21146"/>
            <p:cNvSpPr/>
            <p:nvPr/>
          </p:nvSpPr>
          <p:spPr>
            <a:xfrm>
              <a:off x="6911947" y="1987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7" name="pt21147"/>
            <p:cNvSpPr/>
            <p:nvPr/>
          </p:nvSpPr>
          <p:spPr>
            <a:xfrm>
              <a:off x="7281396" y="1715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8" name="pt21148"/>
            <p:cNvSpPr/>
            <p:nvPr/>
          </p:nvSpPr>
          <p:spPr>
            <a:xfrm>
              <a:off x="7102224" y="2083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9" name="pt21149"/>
            <p:cNvSpPr/>
            <p:nvPr/>
          </p:nvSpPr>
          <p:spPr>
            <a:xfrm>
              <a:off x="7138655" y="2008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0" name="pt21150"/>
            <p:cNvSpPr/>
            <p:nvPr/>
          </p:nvSpPr>
          <p:spPr>
            <a:xfrm>
              <a:off x="7123287" y="2012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1" name="pt21151"/>
            <p:cNvSpPr/>
            <p:nvPr/>
          </p:nvSpPr>
          <p:spPr>
            <a:xfrm>
              <a:off x="7030752" y="2177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2" name="pt21152"/>
            <p:cNvSpPr/>
            <p:nvPr/>
          </p:nvSpPr>
          <p:spPr>
            <a:xfrm>
              <a:off x="7068881" y="2093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3" name="pt21153"/>
            <p:cNvSpPr/>
            <p:nvPr/>
          </p:nvSpPr>
          <p:spPr>
            <a:xfrm>
              <a:off x="7040668" y="2211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4" name="pt21154"/>
            <p:cNvSpPr/>
            <p:nvPr/>
          </p:nvSpPr>
          <p:spPr>
            <a:xfrm>
              <a:off x="6945088" y="2081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5" name="pt21155"/>
            <p:cNvSpPr/>
            <p:nvPr/>
          </p:nvSpPr>
          <p:spPr>
            <a:xfrm>
              <a:off x="7218630" y="2074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6" name="pt21156"/>
            <p:cNvSpPr/>
            <p:nvPr/>
          </p:nvSpPr>
          <p:spPr>
            <a:xfrm>
              <a:off x="7274680" y="2025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7" name="pt21157"/>
            <p:cNvSpPr/>
            <p:nvPr/>
          </p:nvSpPr>
          <p:spPr>
            <a:xfrm>
              <a:off x="6974089" y="1780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8" name="pt21158"/>
            <p:cNvSpPr/>
            <p:nvPr/>
          </p:nvSpPr>
          <p:spPr>
            <a:xfrm>
              <a:off x="7063764" y="2095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9" name="pt21159"/>
            <p:cNvSpPr/>
            <p:nvPr/>
          </p:nvSpPr>
          <p:spPr>
            <a:xfrm>
              <a:off x="6803973" y="2188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0" name="pt21160"/>
            <p:cNvSpPr/>
            <p:nvPr/>
          </p:nvSpPr>
          <p:spPr>
            <a:xfrm>
              <a:off x="6975550" y="2041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1" name="pt21161"/>
            <p:cNvSpPr/>
            <p:nvPr/>
          </p:nvSpPr>
          <p:spPr>
            <a:xfrm>
              <a:off x="6852408" y="2061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2" name="pt21162"/>
            <p:cNvSpPr/>
            <p:nvPr/>
          </p:nvSpPr>
          <p:spPr>
            <a:xfrm>
              <a:off x="6925217" y="2007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3" name="pt21163"/>
            <p:cNvSpPr/>
            <p:nvPr/>
          </p:nvSpPr>
          <p:spPr>
            <a:xfrm>
              <a:off x="7067309" y="2086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4" name="pt21164"/>
            <p:cNvSpPr/>
            <p:nvPr/>
          </p:nvSpPr>
          <p:spPr>
            <a:xfrm>
              <a:off x="7046566" y="2133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5" name="pt21165"/>
            <p:cNvSpPr/>
            <p:nvPr/>
          </p:nvSpPr>
          <p:spPr>
            <a:xfrm>
              <a:off x="7493332" y="205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6" name="pt21166"/>
            <p:cNvSpPr/>
            <p:nvPr/>
          </p:nvSpPr>
          <p:spPr>
            <a:xfrm>
              <a:off x="7151049" y="2106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7" name="pt21167"/>
            <p:cNvSpPr/>
            <p:nvPr/>
          </p:nvSpPr>
          <p:spPr>
            <a:xfrm>
              <a:off x="7118677" y="1969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8" name="pt21168"/>
            <p:cNvSpPr/>
            <p:nvPr/>
          </p:nvSpPr>
          <p:spPr>
            <a:xfrm>
              <a:off x="7026621" y="1991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9" name="pt21169"/>
            <p:cNvSpPr/>
            <p:nvPr/>
          </p:nvSpPr>
          <p:spPr>
            <a:xfrm>
              <a:off x="7091005" y="2229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0" name="pt21170"/>
            <p:cNvSpPr/>
            <p:nvPr/>
          </p:nvSpPr>
          <p:spPr>
            <a:xfrm>
              <a:off x="7026357" y="2006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1" name="pt21171"/>
            <p:cNvSpPr/>
            <p:nvPr/>
          </p:nvSpPr>
          <p:spPr>
            <a:xfrm>
              <a:off x="7282267" y="1944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2" name="pt21172"/>
            <p:cNvSpPr/>
            <p:nvPr/>
          </p:nvSpPr>
          <p:spPr>
            <a:xfrm>
              <a:off x="7019815" y="2147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3" name="pt21173"/>
            <p:cNvSpPr/>
            <p:nvPr/>
          </p:nvSpPr>
          <p:spPr>
            <a:xfrm>
              <a:off x="7155662" y="2326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4" name="pt21174"/>
            <p:cNvSpPr/>
            <p:nvPr/>
          </p:nvSpPr>
          <p:spPr>
            <a:xfrm>
              <a:off x="6891642" y="1942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5" name="pt21175"/>
            <p:cNvSpPr/>
            <p:nvPr/>
          </p:nvSpPr>
          <p:spPr>
            <a:xfrm>
              <a:off x="7129819" y="2172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6" name="pt21176"/>
            <p:cNvSpPr/>
            <p:nvPr/>
          </p:nvSpPr>
          <p:spPr>
            <a:xfrm>
              <a:off x="6900423" y="2051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7" name="pt21177"/>
            <p:cNvSpPr/>
            <p:nvPr/>
          </p:nvSpPr>
          <p:spPr>
            <a:xfrm>
              <a:off x="6696893" y="2601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8" name="pt21178"/>
            <p:cNvSpPr/>
            <p:nvPr/>
          </p:nvSpPr>
          <p:spPr>
            <a:xfrm>
              <a:off x="7186135" y="1779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9" name="pt21179"/>
            <p:cNvSpPr/>
            <p:nvPr/>
          </p:nvSpPr>
          <p:spPr>
            <a:xfrm>
              <a:off x="6931195" y="1906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0" name="pt21180"/>
            <p:cNvSpPr/>
            <p:nvPr/>
          </p:nvSpPr>
          <p:spPr>
            <a:xfrm>
              <a:off x="7018957" y="2179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1" name="pt21181"/>
            <p:cNvSpPr/>
            <p:nvPr/>
          </p:nvSpPr>
          <p:spPr>
            <a:xfrm>
              <a:off x="7034065" y="2200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2" name="pt21182"/>
            <p:cNvSpPr/>
            <p:nvPr/>
          </p:nvSpPr>
          <p:spPr>
            <a:xfrm>
              <a:off x="6959196" y="1967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3" name="pt21183"/>
            <p:cNvSpPr/>
            <p:nvPr/>
          </p:nvSpPr>
          <p:spPr>
            <a:xfrm>
              <a:off x="7085877" y="2122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4" name="pt21184"/>
            <p:cNvSpPr/>
            <p:nvPr/>
          </p:nvSpPr>
          <p:spPr>
            <a:xfrm>
              <a:off x="7054911" y="2053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5" name="pt21185"/>
            <p:cNvSpPr/>
            <p:nvPr/>
          </p:nvSpPr>
          <p:spPr>
            <a:xfrm>
              <a:off x="7177044" y="2101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6" name="pt21186"/>
            <p:cNvSpPr/>
            <p:nvPr/>
          </p:nvSpPr>
          <p:spPr>
            <a:xfrm>
              <a:off x="7362048" y="2753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7" name="pt21187"/>
            <p:cNvSpPr/>
            <p:nvPr/>
          </p:nvSpPr>
          <p:spPr>
            <a:xfrm>
              <a:off x="7257691" y="2001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8" name="pt21188"/>
            <p:cNvSpPr/>
            <p:nvPr/>
          </p:nvSpPr>
          <p:spPr>
            <a:xfrm>
              <a:off x="6997850" y="2316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9" name="pt21189"/>
            <p:cNvSpPr/>
            <p:nvPr/>
          </p:nvSpPr>
          <p:spPr>
            <a:xfrm>
              <a:off x="7031931" y="2224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0" name="pt21190"/>
            <p:cNvSpPr/>
            <p:nvPr/>
          </p:nvSpPr>
          <p:spPr>
            <a:xfrm>
              <a:off x="7059854" y="2173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1" name="pt21191"/>
            <p:cNvSpPr/>
            <p:nvPr/>
          </p:nvSpPr>
          <p:spPr>
            <a:xfrm>
              <a:off x="7199572" y="1989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2" name="pt21192"/>
            <p:cNvSpPr/>
            <p:nvPr/>
          </p:nvSpPr>
          <p:spPr>
            <a:xfrm>
              <a:off x="7268635" y="1713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3" name="pt21193"/>
            <p:cNvSpPr/>
            <p:nvPr/>
          </p:nvSpPr>
          <p:spPr>
            <a:xfrm>
              <a:off x="7193105" y="2201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4" name="pt21194"/>
            <p:cNvSpPr/>
            <p:nvPr/>
          </p:nvSpPr>
          <p:spPr>
            <a:xfrm>
              <a:off x="7375907" y="2497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5" name="pt21195"/>
            <p:cNvSpPr/>
            <p:nvPr/>
          </p:nvSpPr>
          <p:spPr>
            <a:xfrm>
              <a:off x="7039514" y="2173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6" name="pt21196"/>
            <p:cNvSpPr/>
            <p:nvPr/>
          </p:nvSpPr>
          <p:spPr>
            <a:xfrm>
              <a:off x="6890510" y="2135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7" name="pt21197"/>
            <p:cNvSpPr/>
            <p:nvPr/>
          </p:nvSpPr>
          <p:spPr>
            <a:xfrm>
              <a:off x="7132971" y="2081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8" name="pt21198"/>
            <p:cNvSpPr/>
            <p:nvPr/>
          </p:nvSpPr>
          <p:spPr>
            <a:xfrm>
              <a:off x="7109161" y="2064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9" name="pt21199"/>
            <p:cNvSpPr/>
            <p:nvPr/>
          </p:nvSpPr>
          <p:spPr>
            <a:xfrm>
              <a:off x="7340343" y="2064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0" name="pt21200"/>
            <p:cNvSpPr/>
            <p:nvPr/>
          </p:nvSpPr>
          <p:spPr>
            <a:xfrm>
              <a:off x="6983867" y="2191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1" name="pt21201"/>
            <p:cNvSpPr/>
            <p:nvPr/>
          </p:nvSpPr>
          <p:spPr>
            <a:xfrm>
              <a:off x="7128996" y="2121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2" name="pt21202"/>
            <p:cNvSpPr/>
            <p:nvPr/>
          </p:nvSpPr>
          <p:spPr>
            <a:xfrm>
              <a:off x="7095399" y="2177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3" name="pt21203"/>
            <p:cNvSpPr/>
            <p:nvPr/>
          </p:nvSpPr>
          <p:spPr>
            <a:xfrm>
              <a:off x="7050466" y="2201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4" name="pt21204"/>
            <p:cNvSpPr/>
            <p:nvPr/>
          </p:nvSpPr>
          <p:spPr>
            <a:xfrm>
              <a:off x="7019727" y="2034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5" name="pt21205"/>
            <p:cNvSpPr/>
            <p:nvPr/>
          </p:nvSpPr>
          <p:spPr>
            <a:xfrm>
              <a:off x="7203817" y="2063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6" name="pt21206"/>
            <p:cNvSpPr/>
            <p:nvPr/>
          </p:nvSpPr>
          <p:spPr>
            <a:xfrm>
              <a:off x="6932433" y="1972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7" name="pt21207"/>
            <p:cNvSpPr/>
            <p:nvPr/>
          </p:nvSpPr>
          <p:spPr>
            <a:xfrm>
              <a:off x="7100623" y="2294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8" name="pt21208"/>
            <p:cNvSpPr/>
            <p:nvPr/>
          </p:nvSpPr>
          <p:spPr>
            <a:xfrm>
              <a:off x="7175753" y="1998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9" name="pt21209"/>
            <p:cNvSpPr/>
            <p:nvPr/>
          </p:nvSpPr>
          <p:spPr>
            <a:xfrm>
              <a:off x="7397342" y="2312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0" name="pt21210"/>
            <p:cNvSpPr/>
            <p:nvPr/>
          </p:nvSpPr>
          <p:spPr>
            <a:xfrm>
              <a:off x="7142534" y="1978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1" name="pt21211"/>
            <p:cNvSpPr/>
            <p:nvPr/>
          </p:nvSpPr>
          <p:spPr>
            <a:xfrm>
              <a:off x="6777371" y="2123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2" name="pt21212"/>
            <p:cNvSpPr/>
            <p:nvPr/>
          </p:nvSpPr>
          <p:spPr>
            <a:xfrm>
              <a:off x="7164251" y="2320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3" name="pt21213"/>
            <p:cNvSpPr/>
            <p:nvPr/>
          </p:nvSpPr>
          <p:spPr>
            <a:xfrm>
              <a:off x="7049744" y="2252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4" name="pt21214"/>
            <p:cNvSpPr/>
            <p:nvPr/>
          </p:nvSpPr>
          <p:spPr>
            <a:xfrm>
              <a:off x="7443197" y="2279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5" name="pt21215"/>
            <p:cNvSpPr/>
            <p:nvPr/>
          </p:nvSpPr>
          <p:spPr>
            <a:xfrm>
              <a:off x="7103736" y="2136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6" name="pt21216"/>
            <p:cNvSpPr/>
            <p:nvPr/>
          </p:nvSpPr>
          <p:spPr>
            <a:xfrm>
              <a:off x="7016791" y="2243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7" name="pt21217"/>
            <p:cNvSpPr/>
            <p:nvPr/>
          </p:nvSpPr>
          <p:spPr>
            <a:xfrm>
              <a:off x="7118709" y="2028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8" name="pt21218"/>
            <p:cNvSpPr/>
            <p:nvPr/>
          </p:nvSpPr>
          <p:spPr>
            <a:xfrm>
              <a:off x="6973321" y="1734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9" name="pt21219"/>
            <p:cNvSpPr/>
            <p:nvPr/>
          </p:nvSpPr>
          <p:spPr>
            <a:xfrm>
              <a:off x="6764136" y="2095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0" name="pt21220"/>
            <p:cNvSpPr/>
            <p:nvPr/>
          </p:nvSpPr>
          <p:spPr>
            <a:xfrm>
              <a:off x="7247042" y="201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1" name="pt21221"/>
            <p:cNvSpPr/>
            <p:nvPr/>
          </p:nvSpPr>
          <p:spPr>
            <a:xfrm>
              <a:off x="6662354" y="2428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2" name="pt21222"/>
            <p:cNvSpPr/>
            <p:nvPr/>
          </p:nvSpPr>
          <p:spPr>
            <a:xfrm>
              <a:off x="7383947" y="2644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3" name="pt21223"/>
            <p:cNvSpPr/>
            <p:nvPr/>
          </p:nvSpPr>
          <p:spPr>
            <a:xfrm>
              <a:off x="7065785" y="2021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4" name="pt21224"/>
            <p:cNvSpPr/>
            <p:nvPr/>
          </p:nvSpPr>
          <p:spPr>
            <a:xfrm>
              <a:off x="7286315" y="1827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5" name="pt21225"/>
            <p:cNvSpPr/>
            <p:nvPr/>
          </p:nvSpPr>
          <p:spPr>
            <a:xfrm>
              <a:off x="7269164" y="2029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6" name="pt21226"/>
            <p:cNvSpPr/>
            <p:nvPr/>
          </p:nvSpPr>
          <p:spPr>
            <a:xfrm>
              <a:off x="6997800" y="2175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7" name="pt21227"/>
            <p:cNvSpPr/>
            <p:nvPr/>
          </p:nvSpPr>
          <p:spPr>
            <a:xfrm>
              <a:off x="7085133" y="2117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8" name="pt21228"/>
            <p:cNvSpPr/>
            <p:nvPr/>
          </p:nvSpPr>
          <p:spPr>
            <a:xfrm>
              <a:off x="7200307" y="1957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9" name="pt21229"/>
            <p:cNvSpPr/>
            <p:nvPr/>
          </p:nvSpPr>
          <p:spPr>
            <a:xfrm>
              <a:off x="7190203" y="2227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0" name="pt21230"/>
            <p:cNvSpPr/>
            <p:nvPr/>
          </p:nvSpPr>
          <p:spPr>
            <a:xfrm>
              <a:off x="6904903" y="1909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1" name="pt21231"/>
            <p:cNvSpPr/>
            <p:nvPr/>
          </p:nvSpPr>
          <p:spPr>
            <a:xfrm>
              <a:off x="7206827" y="1935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2" name="pt21232"/>
            <p:cNvSpPr/>
            <p:nvPr/>
          </p:nvSpPr>
          <p:spPr>
            <a:xfrm>
              <a:off x="7280961" y="1868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3" name="pt21233"/>
            <p:cNvSpPr/>
            <p:nvPr/>
          </p:nvSpPr>
          <p:spPr>
            <a:xfrm>
              <a:off x="7194759" y="2119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4" name="pt21234"/>
            <p:cNvSpPr/>
            <p:nvPr/>
          </p:nvSpPr>
          <p:spPr>
            <a:xfrm>
              <a:off x="7163394" y="2110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5" name="pt21235"/>
            <p:cNvSpPr/>
            <p:nvPr/>
          </p:nvSpPr>
          <p:spPr>
            <a:xfrm>
              <a:off x="7252742" y="1985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6" name="pt21236"/>
            <p:cNvSpPr/>
            <p:nvPr/>
          </p:nvSpPr>
          <p:spPr>
            <a:xfrm>
              <a:off x="7058616" y="2026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7" name="pt21237"/>
            <p:cNvSpPr/>
            <p:nvPr/>
          </p:nvSpPr>
          <p:spPr>
            <a:xfrm>
              <a:off x="6832051" y="1858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8" name="pt21238"/>
            <p:cNvSpPr/>
            <p:nvPr/>
          </p:nvSpPr>
          <p:spPr>
            <a:xfrm>
              <a:off x="7073560" y="2119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9" name="pt21239"/>
            <p:cNvSpPr/>
            <p:nvPr/>
          </p:nvSpPr>
          <p:spPr>
            <a:xfrm>
              <a:off x="7061961" y="2124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0" name="pt21240"/>
            <p:cNvSpPr/>
            <p:nvPr/>
          </p:nvSpPr>
          <p:spPr>
            <a:xfrm>
              <a:off x="6995791" y="2202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1" name="pt21241"/>
            <p:cNvSpPr/>
            <p:nvPr/>
          </p:nvSpPr>
          <p:spPr>
            <a:xfrm>
              <a:off x="7071281" y="2137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2" name="pt21242"/>
            <p:cNvSpPr/>
            <p:nvPr/>
          </p:nvSpPr>
          <p:spPr>
            <a:xfrm>
              <a:off x="6952113" y="2077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3" name="pt21243"/>
            <p:cNvSpPr/>
            <p:nvPr/>
          </p:nvSpPr>
          <p:spPr>
            <a:xfrm>
              <a:off x="7030557" y="2152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4" name="pt21244"/>
            <p:cNvSpPr/>
            <p:nvPr/>
          </p:nvSpPr>
          <p:spPr>
            <a:xfrm>
              <a:off x="7246036" y="1898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5" name="pt21245"/>
            <p:cNvSpPr/>
            <p:nvPr/>
          </p:nvSpPr>
          <p:spPr>
            <a:xfrm>
              <a:off x="7121312" y="2029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6" name="pt21246"/>
            <p:cNvSpPr/>
            <p:nvPr/>
          </p:nvSpPr>
          <p:spPr>
            <a:xfrm>
              <a:off x="7038632" y="2155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7" name="pt21247"/>
            <p:cNvSpPr/>
            <p:nvPr/>
          </p:nvSpPr>
          <p:spPr>
            <a:xfrm>
              <a:off x="6905661" y="1914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8" name="pt21248"/>
            <p:cNvSpPr/>
            <p:nvPr/>
          </p:nvSpPr>
          <p:spPr>
            <a:xfrm>
              <a:off x="6892874" y="1975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9" name="pt21249"/>
            <p:cNvSpPr/>
            <p:nvPr/>
          </p:nvSpPr>
          <p:spPr>
            <a:xfrm>
              <a:off x="7270189" y="1898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0" name="pt21250"/>
            <p:cNvSpPr/>
            <p:nvPr/>
          </p:nvSpPr>
          <p:spPr>
            <a:xfrm>
              <a:off x="6752042" y="2323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1" name="pt21251"/>
            <p:cNvSpPr/>
            <p:nvPr/>
          </p:nvSpPr>
          <p:spPr>
            <a:xfrm>
              <a:off x="7071914" y="2154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2" name="pt21252"/>
            <p:cNvSpPr/>
            <p:nvPr/>
          </p:nvSpPr>
          <p:spPr>
            <a:xfrm>
              <a:off x="7230626" y="2135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3" name="pt21253"/>
            <p:cNvSpPr/>
            <p:nvPr/>
          </p:nvSpPr>
          <p:spPr>
            <a:xfrm>
              <a:off x="7257449" y="2029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4" name="pt21254"/>
            <p:cNvSpPr/>
            <p:nvPr/>
          </p:nvSpPr>
          <p:spPr>
            <a:xfrm>
              <a:off x="7290886" y="2109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5" name="pt21255"/>
            <p:cNvSpPr/>
            <p:nvPr/>
          </p:nvSpPr>
          <p:spPr>
            <a:xfrm>
              <a:off x="6914232" y="1947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6" name="pt21256"/>
            <p:cNvSpPr/>
            <p:nvPr/>
          </p:nvSpPr>
          <p:spPr>
            <a:xfrm>
              <a:off x="7124040" y="2078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7" name="pt21257"/>
            <p:cNvSpPr/>
            <p:nvPr/>
          </p:nvSpPr>
          <p:spPr>
            <a:xfrm>
              <a:off x="6891392" y="2130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8" name="pt21258"/>
            <p:cNvSpPr/>
            <p:nvPr/>
          </p:nvSpPr>
          <p:spPr>
            <a:xfrm>
              <a:off x="7023819" y="1972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9" name="pt21259"/>
            <p:cNvSpPr/>
            <p:nvPr/>
          </p:nvSpPr>
          <p:spPr>
            <a:xfrm>
              <a:off x="7120981" y="2027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0" name="pt21260"/>
            <p:cNvSpPr/>
            <p:nvPr/>
          </p:nvSpPr>
          <p:spPr>
            <a:xfrm>
              <a:off x="7111931" y="2039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1" name="pt21261"/>
            <p:cNvSpPr/>
            <p:nvPr/>
          </p:nvSpPr>
          <p:spPr>
            <a:xfrm>
              <a:off x="7101498" y="2162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2" name="pt21262"/>
            <p:cNvSpPr/>
            <p:nvPr/>
          </p:nvSpPr>
          <p:spPr>
            <a:xfrm>
              <a:off x="7005383" y="1724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3" name="pt21263"/>
            <p:cNvSpPr/>
            <p:nvPr/>
          </p:nvSpPr>
          <p:spPr>
            <a:xfrm>
              <a:off x="7041217" y="2189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4" name="pt21264"/>
            <p:cNvSpPr/>
            <p:nvPr/>
          </p:nvSpPr>
          <p:spPr>
            <a:xfrm>
              <a:off x="7164183" y="2095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5" name="pt21265"/>
            <p:cNvSpPr/>
            <p:nvPr/>
          </p:nvSpPr>
          <p:spPr>
            <a:xfrm>
              <a:off x="7093163" y="2385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6" name="pt21266"/>
            <p:cNvSpPr/>
            <p:nvPr/>
          </p:nvSpPr>
          <p:spPr>
            <a:xfrm>
              <a:off x="6961915" y="2131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7" name="pt21267"/>
            <p:cNvSpPr/>
            <p:nvPr/>
          </p:nvSpPr>
          <p:spPr>
            <a:xfrm>
              <a:off x="7047792" y="2239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8" name="pt21268"/>
            <p:cNvSpPr/>
            <p:nvPr/>
          </p:nvSpPr>
          <p:spPr>
            <a:xfrm>
              <a:off x="7182276" y="1941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9" name="pt21269"/>
            <p:cNvSpPr/>
            <p:nvPr/>
          </p:nvSpPr>
          <p:spPr>
            <a:xfrm>
              <a:off x="7101984" y="2150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0" name="pt21270"/>
            <p:cNvSpPr/>
            <p:nvPr/>
          </p:nvSpPr>
          <p:spPr>
            <a:xfrm>
              <a:off x="7075477" y="2082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1" name="pt21271"/>
            <p:cNvSpPr/>
            <p:nvPr/>
          </p:nvSpPr>
          <p:spPr>
            <a:xfrm>
              <a:off x="6833230" y="1758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2" name="pt21272"/>
            <p:cNvSpPr/>
            <p:nvPr/>
          </p:nvSpPr>
          <p:spPr>
            <a:xfrm>
              <a:off x="7034624" y="2156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3" name="pt21273"/>
            <p:cNvSpPr/>
            <p:nvPr/>
          </p:nvSpPr>
          <p:spPr>
            <a:xfrm>
              <a:off x="7021930" y="2073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4" name="pt21274"/>
            <p:cNvSpPr/>
            <p:nvPr/>
          </p:nvSpPr>
          <p:spPr>
            <a:xfrm>
              <a:off x="7204371" y="1980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5" name="pt21275"/>
            <p:cNvSpPr/>
            <p:nvPr/>
          </p:nvSpPr>
          <p:spPr>
            <a:xfrm>
              <a:off x="6587641" y="2280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6" name="pt21276"/>
            <p:cNvSpPr/>
            <p:nvPr/>
          </p:nvSpPr>
          <p:spPr>
            <a:xfrm>
              <a:off x="7033519" y="2217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7" name="pt21277"/>
            <p:cNvSpPr/>
            <p:nvPr/>
          </p:nvSpPr>
          <p:spPr>
            <a:xfrm>
              <a:off x="7213653" y="2141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8" name="pt21278"/>
            <p:cNvSpPr/>
            <p:nvPr/>
          </p:nvSpPr>
          <p:spPr>
            <a:xfrm>
              <a:off x="7207772" y="2103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9" name="pt21279"/>
            <p:cNvSpPr/>
            <p:nvPr/>
          </p:nvSpPr>
          <p:spPr>
            <a:xfrm>
              <a:off x="7022566" y="209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0" name="pt21280"/>
            <p:cNvSpPr/>
            <p:nvPr/>
          </p:nvSpPr>
          <p:spPr>
            <a:xfrm>
              <a:off x="7354172" y="2470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1" name="pt21281"/>
            <p:cNvSpPr/>
            <p:nvPr/>
          </p:nvSpPr>
          <p:spPr>
            <a:xfrm>
              <a:off x="7165957" y="2003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2" name="pt21282"/>
            <p:cNvSpPr/>
            <p:nvPr/>
          </p:nvSpPr>
          <p:spPr>
            <a:xfrm>
              <a:off x="7143192" y="1925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3" name="pt21283"/>
            <p:cNvSpPr/>
            <p:nvPr/>
          </p:nvSpPr>
          <p:spPr>
            <a:xfrm>
              <a:off x="7279978" y="1921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4" name="pt21284"/>
            <p:cNvSpPr/>
            <p:nvPr/>
          </p:nvSpPr>
          <p:spPr>
            <a:xfrm>
              <a:off x="7061084" y="2122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5" name="pt21285"/>
            <p:cNvSpPr/>
            <p:nvPr/>
          </p:nvSpPr>
          <p:spPr>
            <a:xfrm>
              <a:off x="7019584" y="2141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6" name="pt21286"/>
            <p:cNvSpPr/>
            <p:nvPr/>
          </p:nvSpPr>
          <p:spPr>
            <a:xfrm>
              <a:off x="7031830" y="2118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7" name="pt21287"/>
            <p:cNvSpPr/>
            <p:nvPr/>
          </p:nvSpPr>
          <p:spPr>
            <a:xfrm>
              <a:off x="7177663" y="2255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8" name="pt21288"/>
            <p:cNvSpPr/>
            <p:nvPr/>
          </p:nvSpPr>
          <p:spPr>
            <a:xfrm>
              <a:off x="6905582" y="2029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9" name="pt21289"/>
            <p:cNvSpPr/>
            <p:nvPr/>
          </p:nvSpPr>
          <p:spPr>
            <a:xfrm>
              <a:off x="7038382" y="223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0" name="pt21290"/>
            <p:cNvSpPr/>
            <p:nvPr/>
          </p:nvSpPr>
          <p:spPr>
            <a:xfrm>
              <a:off x="7286174" y="1872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1" name="pt21291"/>
            <p:cNvSpPr/>
            <p:nvPr/>
          </p:nvSpPr>
          <p:spPr>
            <a:xfrm>
              <a:off x="6990432" y="2314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2" name="pt21292"/>
            <p:cNvSpPr/>
            <p:nvPr/>
          </p:nvSpPr>
          <p:spPr>
            <a:xfrm>
              <a:off x="7219327" y="2090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3" name="pt21293"/>
            <p:cNvSpPr/>
            <p:nvPr/>
          </p:nvSpPr>
          <p:spPr>
            <a:xfrm>
              <a:off x="7078078" y="2117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4" name="pt21294"/>
            <p:cNvSpPr/>
            <p:nvPr/>
          </p:nvSpPr>
          <p:spPr>
            <a:xfrm>
              <a:off x="6926922" y="1962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5" name="pt21295"/>
            <p:cNvSpPr/>
            <p:nvPr/>
          </p:nvSpPr>
          <p:spPr>
            <a:xfrm>
              <a:off x="6964092" y="1855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6" name="pt21296"/>
            <p:cNvSpPr/>
            <p:nvPr/>
          </p:nvSpPr>
          <p:spPr>
            <a:xfrm>
              <a:off x="7359761" y="2468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7" name="pt21297"/>
            <p:cNvSpPr/>
            <p:nvPr/>
          </p:nvSpPr>
          <p:spPr>
            <a:xfrm>
              <a:off x="7172264" y="2133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8" name="pt21298"/>
            <p:cNvSpPr/>
            <p:nvPr/>
          </p:nvSpPr>
          <p:spPr>
            <a:xfrm>
              <a:off x="6928589" y="1911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9" name="pt21299"/>
            <p:cNvSpPr/>
            <p:nvPr/>
          </p:nvSpPr>
          <p:spPr>
            <a:xfrm>
              <a:off x="7184507" y="1887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0" name="pt21300"/>
            <p:cNvSpPr/>
            <p:nvPr/>
          </p:nvSpPr>
          <p:spPr>
            <a:xfrm>
              <a:off x="6694576" y="2195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1" name="pt21301"/>
            <p:cNvSpPr/>
            <p:nvPr/>
          </p:nvSpPr>
          <p:spPr>
            <a:xfrm>
              <a:off x="7103082" y="2172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2" name="pt21302"/>
            <p:cNvSpPr/>
            <p:nvPr/>
          </p:nvSpPr>
          <p:spPr>
            <a:xfrm>
              <a:off x="6992628" y="2302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3" name="pt21303"/>
            <p:cNvSpPr/>
            <p:nvPr/>
          </p:nvSpPr>
          <p:spPr>
            <a:xfrm>
              <a:off x="7314105" y="2337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4" name="pt21304"/>
            <p:cNvSpPr/>
            <p:nvPr/>
          </p:nvSpPr>
          <p:spPr>
            <a:xfrm>
              <a:off x="7188659" y="2203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5" name="pt21305"/>
            <p:cNvSpPr/>
            <p:nvPr/>
          </p:nvSpPr>
          <p:spPr>
            <a:xfrm>
              <a:off x="7363803" y="2312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6" name="pt21306"/>
            <p:cNvSpPr/>
            <p:nvPr/>
          </p:nvSpPr>
          <p:spPr>
            <a:xfrm>
              <a:off x="7134661" y="201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7" name="pt21307"/>
            <p:cNvSpPr/>
            <p:nvPr/>
          </p:nvSpPr>
          <p:spPr>
            <a:xfrm>
              <a:off x="6772791" y="2160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8" name="pt21308"/>
            <p:cNvSpPr/>
            <p:nvPr/>
          </p:nvSpPr>
          <p:spPr>
            <a:xfrm>
              <a:off x="7132984" y="2131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9" name="pt21309"/>
            <p:cNvSpPr/>
            <p:nvPr/>
          </p:nvSpPr>
          <p:spPr>
            <a:xfrm>
              <a:off x="7196311" y="2085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0" name="pt21310"/>
            <p:cNvSpPr/>
            <p:nvPr/>
          </p:nvSpPr>
          <p:spPr>
            <a:xfrm>
              <a:off x="7003092" y="201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1" name="pt21311"/>
            <p:cNvSpPr/>
            <p:nvPr/>
          </p:nvSpPr>
          <p:spPr>
            <a:xfrm>
              <a:off x="6936333" y="2115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2" name="pt21312"/>
            <p:cNvSpPr/>
            <p:nvPr/>
          </p:nvSpPr>
          <p:spPr>
            <a:xfrm>
              <a:off x="6974413" y="1943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3" name="pt21313"/>
            <p:cNvSpPr/>
            <p:nvPr/>
          </p:nvSpPr>
          <p:spPr>
            <a:xfrm>
              <a:off x="7042011" y="2224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4" name="pt21314"/>
            <p:cNvSpPr/>
            <p:nvPr/>
          </p:nvSpPr>
          <p:spPr>
            <a:xfrm>
              <a:off x="6874555" y="2167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5" name="pt21315"/>
            <p:cNvSpPr/>
            <p:nvPr/>
          </p:nvSpPr>
          <p:spPr>
            <a:xfrm>
              <a:off x="6982173" y="2165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6" name="pt21316"/>
            <p:cNvSpPr/>
            <p:nvPr/>
          </p:nvSpPr>
          <p:spPr>
            <a:xfrm>
              <a:off x="7030603" y="2206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7" name="pt21317"/>
            <p:cNvSpPr/>
            <p:nvPr/>
          </p:nvSpPr>
          <p:spPr>
            <a:xfrm>
              <a:off x="6657273" y="1924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8" name="pt21318"/>
            <p:cNvSpPr/>
            <p:nvPr/>
          </p:nvSpPr>
          <p:spPr>
            <a:xfrm>
              <a:off x="7078580" y="2136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9" name="pt21319"/>
            <p:cNvSpPr/>
            <p:nvPr/>
          </p:nvSpPr>
          <p:spPr>
            <a:xfrm>
              <a:off x="6930149" y="1893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0" name="pt21320"/>
            <p:cNvSpPr/>
            <p:nvPr/>
          </p:nvSpPr>
          <p:spPr>
            <a:xfrm>
              <a:off x="7014782" y="2133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1" name="pt21321"/>
            <p:cNvSpPr/>
            <p:nvPr/>
          </p:nvSpPr>
          <p:spPr>
            <a:xfrm>
              <a:off x="7102420" y="2195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2" name="pt21322"/>
            <p:cNvSpPr/>
            <p:nvPr/>
          </p:nvSpPr>
          <p:spPr>
            <a:xfrm>
              <a:off x="7250819" y="2088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3" name="pt21323"/>
            <p:cNvSpPr/>
            <p:nvPr/>
          </p:nvSpPr>
          <p:spPr>
            <a:xfrm>
              <a:off x="7089900" y="2248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4" name="pt21324"/>
            <p:cNvSpPr/>
            <p:nvPr/>
          </p:nvSpPr>
          <p:spPr>
            <a:xfrm>
              <a:off x="6977296" y="2170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5" name="pt21325"/>
            <p:cNvSpPr/>
            <p:nvPr/>
          </p:nvSpPr>
          <p:spPr>
            <a:xfrm>
              <a:off x="7062072" y="2193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6" name="pt21326"/>
            <p:cNvSpPr/>
            <p:nvPr/>
          </p:nvSpPr>
          <p:spPr>
            <a:xfrm>
              <a:off x="7170440" y="1983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7" name="pt21327"/>
            <p:cNvSpPr/>
            <p:nvPr/>
          </p:nvSpPr>
          <p:spPr>
            <a:xfrm>
              <a:off x="6916289" y="1848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8" name="pt21328"/>
            <p:cNvSpPr/>
            <p:nvPr/>
          </p:nvSpPr>
          <p:spPr>
            <a:xfrm>
              <a:off x="7473298" y="2113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9" name="pt21329"/>
            <p:cNvSpPr/>
            <p:nvPr/>
          </p:nvSpPr>
          <p:spPr>
            <a:xfrm>
              <a:off x="7015263" y="2289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0" name="pt21330"/>
            <p:cNvSpPr/>
            <p:nvPr/>
          </p:nvSpPr>
          <p:spPr>
            <a:xfrm>
              <a:off x="6955112" y="1866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1" name="pt21331"/>
            <p:cNvSpPr/>
            <p:nvPr/>
          </p:nvSpPr>
          <p:spPr>
            <a:xfrm>
              <a:off x="7134992" y="2031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2" name="pt21332"/>
            <p:cNvSpPr/>
            <p:nvPr/>
          </p:nvSpPr>
          <p:spPr>
            <a:xfrm>
              <a:off x="7054020" y="2094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3" name="pt21333"/>
            <p:cNvSpPr/>
            <p:nvPr/>
          </p:nvSpPr>
          <p:spPr>
            <a:xfrm>
              <a:off x="7197951" y="2092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4" name="pt21334"/>
            <p:cNvSpPr/>
            <p:nvPr/>
          </p:nvSpPr>
          <p:spPr>
            <a:xfrm>
              <a:off x="7265665" y="2041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5" name="pt21335"/>
            <p:cNvSpPr/>
            <p:nvPr/>
          </p:nvSpPr>
          <p:spPr>
            <a:xfrm>
              <a:off x="7199995" y="2165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6" name="pt21336"/>
            <p:cNvSpPr/>
            <p:nvPr/>
          </p:nvSpPr>
          <p:spPr>
            <a:xfrm>
              <a:off x="7095857" y="2279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7" name="pt21337"/>
            <p:cNvSpPr/>
            <p:nvPr/>
          </p:nvSpPr>
          <p:spPr>
            <a:xfrm>
              <a:off x="7158144" y="2177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8" name="pt21338"/>
            <p:cNvSpPr/>
            <p:nvPr/>
          </p:nvSpPr>
          <p:spPr>
            <a:xfrm>
              <a:off x="7007113" y="1660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9" name="pt21339"/>
            <p:cNvSpPr/>
            <p:nvPr/>
          </p:nvSpPr>
          <p:spPr>
            <a:xfrm>
              <a:off x="7004408" y="2014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0" name="pt21340"/>
            <p:cNvSpPr/>
            <p:nvPr/>
          </p:nvSpPr>
          <p:spPr>
            <a:xfrm>
              <a:off x="6811808" y="2173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1" name="pt21341"/>
            <p:cNvSpPr/>
            <p:nvPr/>
          </p:nvSpPr>
          <p:spPr>
            <a:xfrm>
              <a:off x="7049312" y="220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2" name="pt21342"/>
            <p:cNvSpPr/>
            <p:nvPr/>
          </p:nvSpPr>
          <p:spPr>
            <a:xfrm>
              <a:off x="7004586" y="2004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3" name="pt21343"/>
            <p:cNvSpPr/>
            <p:nvPr/>
          </p:nvSpPr>
          <p:spPr>
            <a:xfrm>
              <a:off x="6985713" y="2312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4" name="pt21344"/>
            <p:cNvSpPr/>
            <p:nvPr/>
          </p:nvSpPr>
          <p:spPr>
            <a:xfrm>
              <a:off x="7324459" y="2121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5" name="pt21345"/>
            <p:cNvSpPr/>
            <p:nvPr/>
          </p:nvSpPr>
          <p:spPr>
            <a:xfrm>
              <a:off x="7157081" y="2226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6" name="pt21346"/>
            <p:cNvSpPr/>
            <p:nvPr/>
          </p:nvSpPr>
          <p:spPr>
            <a:xfrm>
              <a:off x="7132109" y="2126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7" name="pt21347"/>
            <p:cNvSpPr/>
            <p:nvPr/>
          </p:nvSpPr>
          <p:spPr>
            <a:xfrm>
              <a:off x="7170543" y="2056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8" name="pt21348"/>
            <p:cNvSpPr/>
            <p:nvPr/>
          </p:nvSpPr>
          <p:spPr>
            <a:xfrm>
              <a:off x="7060119" y="2193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9" name="pt21349"/>
            <p:cNvSpPr/>
            <p:nvPr/>
          </p:nvSpPr>
          <p:spPr>
            <a:xfrm>
              <a:off x="7107154" y="2076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0" name="pt21350"/>
            <p:cNvSpPr/>
            <p:nvPr/>
          </p:nvSpPr>
          <p:spPr>
            <a:xfrm>
              <a:off x="6715119" y="262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1" name="pt21351"/>
            <p:cNvSpPr/>
            <p:nvPr/>
          </p:nvSpPr>
          <p:spPr>
            <a:xfrm>
              <a:off x="7095267" y="2228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2" name="pt21352"/>
            <p:cNvSpPr/>
            <p:nvPr/>
          </p:nvSpPr>
          <p:spPr>
            <a:xfrm>
              <a:off x="7106691" y="2069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3" name="pt21353"/>
            <p:cNvSpPr/>
            <p:nvPr/>
          </p:nvSpPr>
          <p:spPr>
            <a:xfrm>
              <a:off x="6859242" y="225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4" name="pt21354"/>
            <p:cNvSpPr/>
            <p:nvPr/>
          </p:nvSpPr>
          <p:spPr>
            <a:xfrm>
              <a:off x="7292311" y="2176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5" name="pt21355"/>
            <p:cNvSpPr/>
            <p:nvPr/>
          </p:nvSpPr>
          <p:spPr>
            <a:xfrm>
              <a:off x="7132815" y="2138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6" name="pt21356"/>
            <p:cNvSpPr/>
            <p:nvPr/>
          </p:nvSpPr>
          <p:spPr>
            <a:xfrm>
              <a:off x="7070203" y="2117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7" name="pt21357"/>
            <p:cNvSpPr/>
            <p:nvPr/>
          </p:nvSpPr>
          <p:spPr>
            <a:xfrm>
              <a:off x="7087176" y="2228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8" name="pt21358"/>
            <p:cNvSpPr/>
            <p:nvPr/>
          </p:nvSpPr>
          <p:spPr>
            <a:xfrm>
              <a:off x="6964571" y="1919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9" name="pt21359"/>
            <p:cNvSpPr/>
            <p:nvPr/>
          </p:nvSpPr>
          <p:spPr>
            <a:xfrm>
              <a:off x="6959409" y="2091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0" name="pt21360"/>
            <p:cNvSpPr/>
            <p:nvPr/>
          </p:nvSpPr>
          <p:spPr>
            <a:xfrm>
              <a:off x="7499674" y="2546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1" name="pt21361"/>
            <p:cNvSpPr/>
            <p:nvPr/>
          </p:nvSpPr>
          <p:spPr>
            <a:xfrm>
              <a:off x="6979831" y="2281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2" name="pt21362"/>
            <p:cNvSpPr/>
            <p:nvPr/>
          </p:nvSpPr>
          <p:spPr>
            <a:xfrm>
              <a:off x="6987729" y="217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3" name="pt21363"/>
            <p:cNvSpPr/>
            <p:nvPr/>
          </p:nvSpPr>
          <p:spPr>
            <a:xfrm>
              <a:off x="7229100" y="2155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4" name="pt21364"/>
            <p:cNvSpPr/>
            <p:nvPr/>
          </p:nvSpPr>
          <p:spPr>
            <a:xfrm>
              <a:off x="6987603" y="2208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5" name="pt21365"/>
            <p:cNvSpPr/>
            <p:nvPr/>
          </p:nvSpPr>
          <p:spPr>
            <a:xfrm>
              <a:off x="6865122" y="2314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6" name="pt21366"/>
            <p:cNvSpPr/>
            <p:nvPr/>
          </p:nvSpPr>
          <p:spPr>
            <a:xfrm>
              <a:off x="7292913" y="1890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7" name="pt21367"/>
            <p:cNvSpPr/>
            <p:nvPr/>
          </p:nvSpPr>
          <p:spPr>
            <a:xfrm>
              <a:off x="7120636" y="2077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8" name="pt21368"/>
            <p:cNvSpPr/>
            <p:nvPr/>
          </p:nvSpPr>
          <p:spPr>
            <a:xfrm>
              <a:off x="7106847" y="2086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9" name="pt21369"/>
            <p:cNvSpPr/>
            <p:nvPr/>
          </p:nvSpPr>
          <p:spPr>
            <a:xfrm>
              <a:off x="7124533" y="2089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0" name="pt21370"/>
            <p:cNvSpPr/>
            <p:nvPr/>
          </p:nvSpPr>
          <p:spPr>
            <a:xfrm>
              <a:off x="7178265" y="2080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1" name="pt21371"/>
            <p:cNvSpPr/>
            <p:nvPr/>
          </p:nvSpPr>
          <p:spPr>
            <a:xfrm>
              <a:off x="6859510" y="2089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2" name="pt21372"/>
            <p:cNvSpPr/>
            <p:nvPr/>
          </p:nvSpPr>
          <p:spPr>
            <a:xfrm>
              <a:off x="7318348" y="2442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3" name="pt21373"/>
            <p:cNvSpPr/>
            <p:nvPr/>
          </p:nvSpPr>
          <p:spPr>
            <a:xfrm>
              <a:off x="7235625" y="1962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4" name="pt21374"/>
            <p:cNvSpPr/>
            <p:nvPr/>
          </p:nvSpPr>
          <p:spPr>
            <a:xfrm>
              <a:off x="6981186" y="2140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5" name="pt21375"/>
            <p:cNvSpPr/>
            <p:nvPr/>
          </p:nvSpPr>
          <p:spPr>
            <a:xfrm>
              <a:off x="6982379" y="2204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6" name="pt21376"/>
            <p:cNvSpPr/>
            <p:nvPr/>
          </p:nvSpPr>
          <p:spPr>
            <a:xfrm>
              <a:off x="7157246" y="2236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7" name="pt21377"/>
            <p:cNvSpPr/>
            <p:nvPr/>
          </p:nvSpPr>
          <p:spPr>
            <a:xfrm>
              <a:off x="7053125" y="2042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8" name="pt21378"/>
            <p:cNvSpPr/>
            <p:nvPr/>
          </p:nvSpPr>
          <p:spPr>
            <a:xfrm>
              <a:off x="7358827" y="2744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9" name="pt21379"/>
            <p:cNvSpPr/>
            <p:nvPr/>
          </p:nvSpPr>
          <p:spPr>
            <a:xfrm>
              <a:off x="7167711" y="1950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0" name="pt21380"/>
            <p:cNvSpPr/>
            <p:nvPr/>
          </p:nvSpPr>
          <p:spPr>
            <a:xfrm>
              <a:off x="6784384" y="2274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1" name="pt21381"/>
            <p:cNvSpPr/>
            <p:nvPr/>
          </p:nvSpPr>
          <p:spPr>
            <a:xfrm>
              <a:off x="7010299" y="2141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2" name="pt21382"/>
            <p:cNvSpPr/>
            <p:nvPr/>
          </p:nvSpPr>
          <p:spPr>
            <a:xfrm>
              <a:off x="7077786" y="2177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3" name="pt21383"/>
            <p:cNvSpPr/>
            <p:nvPr/>
          </p:nvSpPr>
          <p:spPr>
            <a:xfrm>
              <a:off x="7060509" y="2148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4" name="pt21384"/>
            <p:cNvSpPr/>
            <p:nvPr/>
          </p:nvSpPr>
          <p:spPr>
            <a:xfrm>
              <a:off x="6736197" y="2408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5" name="pt21385"/>
            <p:cNvSpPr/>
            <p:nvPr/>
          </p:nvSpPr>
          <p:spPr>
            <a:xfrm>
              <a:off x="7069060" y="209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6" name="pt21386"/>
            <p:cNvSpPr/>
            <p:nvPr/>
          </p:nvSpPr>
          <p:spPr>
            <a:xfrm>
              <a:off x="7070643" y="2061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7" name="pt21387"/>
            <p:cNvSpPr/>
            <p:nvPr/>
          </p:nvSpPr>
          <p:spPr>
            <a:xfrm>
              <a:off x="7349388" y="263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8" name="pt21388"/>
            <p:cNvSpPr/>
            <p:nvPr/>
          </p:nvSpPr>
          <p:spPr>
            <a:xfrm>
              <a:off x="6922049" y="2041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9" name="pt21389"/>
            <p:cNvSpPr/>
            <p:nvPr/>
          </p:nvSpPr>
          <p:spPr>
            <a:xfrm>
              <a:off x="7459213" y="2623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0" name="pt21390"/>
            <p:cNvSpPr/>
            <p:nvPr/>
          </p:nvSpPr>
          <p:spPr>
            <a:xfrm>
              <a:off x="7182322" y="1990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1" name="pt21391"/>
            <p:cNvSpPr/>
            <p:nvPr/>
          </p:nvSpPr>
          <p:spPr>
            <a:xfrm>
              <a:off x="7065599" y="2032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2" name="pt21392"/>
            <p:cNvSpPr/>
            <p:nvPr/>
          </p:nvSpPr>
          <p:spPr>
            <a:xfrm>
              <a:off x="7136653" y="2006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3" name="pt21393"/>
            <p:cNvSpPr/>
            <p:nvPr/>
          </p:nvSpPr>
          <p:spPr>
            <a:xfrm>
              <a:off x="7008656" y="204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4" name="pt21394"/>
            <p:cNvSpPr/>
            <p:nvPr/>
          </p:nvSpPr>
          <p:spPr>
            <a:xfrm>
              <a:off x="6950765" y="214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5" name="pt21395"/>
            <p:cNvSpPr/>
            <p:nvPr/>
          </p:nvSpPr>
          <p:spPr>
            <a:xfrm>
              <a:off x="6845406" y="2088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6" name="pt21396"/>
            <p:cNvSpPr/>
            <p:nvPr/>
          </p:nvSpPr>
          <p:spPr>
            <a:xfrm>
              <a:off x="6958055" y="2055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7" name="pt21397"/>
            <p:cNvSpPr/>
            <p:nvPr/>
          </p:nvSpPr>
          <p:spPr>
            <a:xfrm>
              <a:off x="7021766" y="2151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8" name="pt21398"/>
            <p:cNvSpPr/>
            <p:nvPr/>
          </p:nvSpPr>
          <p:spPr>
            <a:xfrm>
              <a:off x="7212845" y="2070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9" name="pt21399"/>
            <p:cNvSpPr/>
            <p:nvPr/>
          </p:nvSpPr>
          <p:spPr>
            <a:xfrm>
              <a:off x="7216776" y="2031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0" name="pt21400"/>
            <p:cNvSpPr/>
            <p:nvPr/>
          </p:nvSpPr>
          <p:spPr>
            <a:xfrm>
              <a:off x="7077400" y="1990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1" name="pt21401"/>
            <p:cNvSpPr/>
            <p:nvPr/>
          </p:nvSpPr>
          <p:spPr>
            <a:xfrm>
              <a:off x="7073795" y="2079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2" name="pt21402"/>
            <p:cNvSpPr/>
            <p:nvPr/>
          </p:nvSpPr>
          <p:spPr>
            <a:xfrm>
              <a:off x="6861865" y="2064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3" name="pt21403"/>
            <p:cNvSpPr/>
            <p:nvPr/>
          </p:nvSpPr>
          <p:spPr>
            <a:xfrm>
              <a:off x="6909295" y="2002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4" name="pt21404"/>
            <p:cNvSpPr/>
            <p:nvPr/>
          </p:nvSpPr>
          <p:spPr>
            <a:xfrm>
              <a:off x="7022366" y="2097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5" name="pt21405"/>
            <p:cNvSpPr/>
            <p:nvPr/>
          </p:nvSpPr>
          <p:spPr>
            <a:xfrm>
              <a:off x="6824537" y="1661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6" name="pt21406"/>
            <p:cNvSpPr/>
            <p:nvPr/>
          </p:nvSpPr>
          <p:spPr>
            <a:xfrm>
              <a:off x="7322055" y="2388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7" name="pt21407"/>
            <p:cNvSpPr/>
            <p:nvPr/>
          </p:nvSpPr>
          <p:spPr>
            <a:xfrm>
              <a:off x="7091161" y="2244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8" name="pt21408"/>
            <p:cNvSpPr/>
            <p:nvPr/>
          </p:nvSpPr>
          <p:spPr>
            <a:xfrm>
              <a:off x="7068704" y="2195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9" name="pt21409"/>
            <p:cNvSpPr/>
            <p:nvPr/>
          </p:nvSpPr>
          <p:spPr>
            <a:xfrm>
              <a:off x="6915167" y="1959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0" name="pt21410"/>
            <p:cNvSpPr/>
            <p:nvPr/>
          </p:nvSpPr>
          <p:spPr>
            <a:xfrm>
              <a:off x="7200195" y="1929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1" name="pt21411"/>
            <p:cNvSpPr/>
            <p:nvPr/>
          </p:nvSpPr>
          <p:spPr>
            <a:xfrm>
              <a:off x="6919247" y="1992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2" name="pt21412"/>
            <p:cNvSpPr/>
            <p:nvPr/>
          </p:nvSpPr>
          <p:spPr>
            <a:xfrm>
              <a:off x="7378469" y="2616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3" name="pt21413"/>
            <p:cNvSpPr/>
            <p:nvPr/>
          </p:nvSpPr>
          <p:spPr>
            <a:xfrm>
              <a:off x="7261069" y="2068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4" name="pt21414"/>
            <p:cNvSpPr/>
            <p:nvPr/>
          </p:nvSpPr>
          <p:spPr>
            <a:xfrm>
              <a:off x="7006196" y="1828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5" name="pt21415"/>
            <p:cNvSpPr/>
            <p:nvPr/>
          </p:nvSpPr>
          <p:spPr>
            <a:xfrm>
              <a:off x="6894375" y="2078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6" name="pt21416"/>
            <p:cNvSpPr/>
            <p:nvPr/>
          </p:nvSpPr>
          <p:spPr>
            <a:xfrm>
              <a:off x="7387766" y="1960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7" name="pt21417"/>
            <p:cNvSpPr/>
            <p:nvPr/>
          </p:nvSpPr>
          <p:spPr>
            <a:xfrm>
              <a:off x="7345042" y="2029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8" name="pt21418"/>
            <p:cNvSpPr/>
            <p:nvPr/>
          </p:nvSpPr>
          <p:spPr>
            <a:xfrm>
              <a:off x="7222169" y="1792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9" name="pt21419"/>
            <p:cNvSpPr/>
            <p:nvPr/>
          </p:nvSpPr>
          <p:spPr>
            <a:xfrm>
              <a:off x="7174779" y="2008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0" name="pt21420"/>
            <p:cNvSpPr/>
            <p:nvPr/>
          </p:nvSpPr>
          <p:spPr>
            <a:xfrm>
              <a:off x="7313686" y="2344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1" name="pt21421"/>
            <p:cNvSpPr/>
            <p:nvPr/>
          </p:nvSpPr>
          <p:spPr>
            <a:xfrm>
              <a:off x="7009886" y="2104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2" name="pt21422"/>
            <p:cNvSpPr/>
            <p:nvPr/>
          </p:nvSpPr>
          <p:spPr>
            <a:xfrm>
              <a:off x="6985982" y="2293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3" name="pt21423"/>
            <p:cNvSpPr/>
            <p:nvPr/>
          </p:nvSpPr>
          <p:spPr>
            <a:xfrm>
              <a:off x="6945165" y="1912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4" name="pt21424"/>
            <p:cNvSpPr/>
            <p:nvPr/>
          </p:nvSpPr>
          <p:spPr>
            <a:xfrm>
              <a:off x="7187203" y="1881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5" name="pt21425"/>
            <p:cNvSpPr/>
            <p:nvPr/>
          </p:nvSpPr>
          <p:spPr>
            <a:xfrm>
              <a:off x="7249099" y="1989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6" name="pt21426"/>
            <p:cNvSpPr/>
            <p:nvPr/>
          </p:nvSpPr>
          <p:spPr>
            <a:xfrm>
              <a:off x="7222899" y="1973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7" name="pt21427"/>
            <p:cNvSpPr/>
            <p:nvPr/>
          </p:nvSpPr>
          <p:spPr>
            <a:xfrm>
              <a:off x="6843512" y="1548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8" name="pt21428"/>
            <p:cNvSpPr/>
            <p:nvPr/>
          </p:nvSpPr>
          <p:spPr>
            <a:xfrm>
              <a:off x="7168442" y="1988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9" name="pt21429"/>
            <p:cNvSpPr/>
            <p:nvPr/>
          </p:nvSpPr>
          <p:spPr>
            <a:xfrm>
              <a:off x="6785234" y="2014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0" name="pt21430"/>
            <p:cNvSpPr/>
            <p:nvPr/>
          </p:nvSpPr>
          <p:spPr>
            <a:xfrm>
              <a:off x="7098039" y="2308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1" name="pt21431"/>
            <p:cNvSpPr/>
            <p:nvPr/>
          </p:nvSpPr>
          <p:spPr>
            <a:xfrm>
              <a:off x="7122624" y="2084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2" name="pt21432"/>
            <p:cNvSpPr/>
            <p:nvPr/>
          </p:nvSpPr>
          <p:spPr>
            <a:xfrm>
              <a:off x="7007895" y="1742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3" name="pt21433"/>
            <p:cNvSpPr/>
            <p:nvPr/>
          </p:nvSpPr>
          <p:spPr>
            <a:xfrm>
              <a:off x="7169935" y="1926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4" name="pt21434"/>
            <p:cNvSpPr/>
            <p:nvPr/>
          </p:nvSpPr>
          <p:spPr>
            <a:xfrm>
              <a:off x="7224210" y="1877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5" name="pt21435"/>
            <p:cNvSpPr/>
            <p:nvPr/>
          </p:nvSpPr>
          <p:spPr>
            <a:xfrm>
              <a:off x="7437350" y="2647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6" name="pt21436"/>
            <p:cNvSpPr/>
            <p:nvPr/>
          </p:nvSpPr>
          <p:spPr>
            <a:xfrm>
              <a:off x="6774569" y="2096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7" name="pt21437"/>
            <p:cNvSpPr/>
            <p:nvPr/>
          </p:nvSpPr>
          <p:spPr>
            <a:xfrm>
              <a:off x="7203126" y="2045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8" name="pt21438"/>
            <p:cNvSpPr/>
            <p:nvPr/>
          </p:nvSpPr>
          <p:spPr>
            <a:xfrm>
              <a:off x="7146923" y="1991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9" name="pt21439"/>
            <p:cNvSpPr/>
            <p:nvPr/>
          </p:nvSpPr>
          <p:spPr>
            <a:xfrm>
              <a:off x="7166449" y="2030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0" name="pt21440"/>
            <p:cNvSpPr/>
            <p:nvPr/>
          </p:nvSpPr>
          <p:spPr>
            <a:xfrm>
              <a:off x="7093061" y="2328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1" name="pt21441"/>
            <p:cNvSpPr/>
            <p:nvPr/>
          </p:nvSpPr>
          <p:spPr>
            <a:xfrm>
              <a:off x="7210982" y="2030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2" name="pt21442"/>
            <p:cNvSpPr/>
            <p:nvPr/>
          </p:nvSpPr>
          <p:spPr>
            <a:xfrm>
              <a:off x="7420246" y="2655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3" name="pt21443"/>
            <p:cNvSpPr/>
            <p:nvPr/>
          </p:nvSpPr>
          <p:spPr>
            <a:xfrm>
              <a:off x="7053269" y="2123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4" name="pt21444"/>
            <p:cNvSpPr/>
            <p:nvPr/>
          </p:nvSpPr>
          <p:spPr>
            <a:xfrm>
              <a:off x="7028447" y="2148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5" name="pt21445"/>
            <p:cNvSpPr/>
            <p:nvPr/>
          </p:nvSpPr>
          <p:spPr>
            <a:xfrm>
              <a:off x="7007148" y="157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6" name="pt21446"/>
            <p:cNvSpPr/>
            <p:nvPr/>
          </p:nvSpPr>
          <p:spPr>
            <a:xfrm>
              <a:off x="7157252" y="2315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7" name="pt21447"/>
            <p:cNvSpPr/>
            <p:nvPr/>
          </p:nvSpPr>
          <p:spPr>
            <a:xfrm>
              <a:off x="6812471" y="2187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8" name="pt21448"/>
            <p:cNvSpPr/>
            <p:nvPr/>
          </p:nvSpPr>
          <p:spPr>
            <a:xfrm>
              <a:off x="7134701" y="2008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9" name="pt21449"/>
            <p:cNvSpPr/>
            <p:nvPr/>
          </p:nvSpPr>
          <p:spPr>
            <a:xfrm>
              <a:off x="6777080" y="1923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0" name="pt21450"/>
            <p:cNvSpPr/>
            <p:nvPr/>
          </p:nvSpPr>
          <p:spPr>
            <a:xfrm>
              <a:off x="7128117" y="2125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1" name="pt21451"/>
            <p:cNvSpPr/>
            <p:nvPr/>
          </p:nvSpPr>
          <p:spPr>
            <a:xfrm>
              <a:off x="7058833" y="2073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2" name="pt21452"/>
            <p:cNvSpPr/>
            <p:nvPr/>
          </p:nvSpPr>
          <p:spPr>
            <a:xfrm>
              <a:off x="6784389" y="2183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3" name="pt21453"/>
            <p:cNvSpPr/>
            <p:nvPr/>
          </p:nvSpPr>
          <p:spPr>
            <a:xfrm>
              <a:off x="7556823" y="2314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4" name="pt21454"/>
            <p:cNvSpPr/>
            <p:nvPr/>
          </p:nvSpPr>
          <p:spPr>
            <a:xfrm>
              <a:off x="7263562" y="1894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5" name="pt21455"/>
            <p:cNvSpPr/>
            <p:nvPr/>
          </p:nvSpPr>
          <p:spPr>
            <a:xfrm>
              <a:off x="6993643" y="2304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6" name="pt21456"/>
            <p:cNvSpPr/>
            <p:nvPr/>
          </p:nvSpPr>
          <p:spPr>
            <a:xfrm>
              <a:off x="7285208" y="1996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7" name="pt21457"/>
            <p:cNvSpPr/>
            <p:nvPr/>
          </p:nvSpPr>
          <p:spPr>
            <a:xfrm>
              <a:off x="7270416" y="1983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8" name="pt21458"/>
            <p:cNvSpPr/>
            <p:nvPr/>
          </p:nvSpPr>
          <p:spPr>
            <a:xfrm>
              <a:off x="7114569" y="2025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9" name="pt21459"/>
            <p:cNvSpPr/>
            <p:nvPr/>
          </p:nvSpPr>
          <p:spPr>
            <a:xfrm>
              <a:off x="7046185" y="2142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0" name="pt21460"/>
            <p:cNvSpPr/>
            <p:nvPr/>
          </p:nvSpPr>
          <p:spPr>
            <a:xfrm>
              <a:off x="7262350" y="1981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1" name="pt21461"/>
            <p:cNvSpPr/>
            <p:nvPr/>
          </p:nvSpPr>
          <p:spPr>
            <a:xfrm>
              <a:off x="7059601" y="215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2" name="pt21462"/>
            <p:cNvSpPr/>
            <p:nvPr/>
          </p:nvSpPr>
          <p:spPr>
            <a:xfrm>
              <a:off x="7056737" y="2048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3" name="pt21463"/>
            <p:cNvSpPr/>
            <p:nvPr/>
          </p:nvSpPr>
          <p:spPr>
            <a:xfrm>
              <a:off x="7075093" y="2123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4" name="pt21464"/>
            <p:cNvSpPr/>
            <p:nvPr/>
          </p:nvSpPr>
          <p:spPr>
            <a:xfrm>
              <a:off x="6806918" y="223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5" name="pt21465"/>
            <p:cNvSpPr/>
            <p:nvPr/>
          </p:nvSpPr>
          <p:spPr>
            <a:xfrm>
              <a:off x="7132084" y="2149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6" name="pt21466"/>
            <p:cNvSpPr/>
            <p:nvPr/>
          </p:nvSpPr>
          <p:spPr>
            <a:xfrm>
              <a:off x="7233410" y="1951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7" name="pt21467"/>
            <p:cNvSpPr/>
            <p:nvPr/>
          </p:nvSpPr>
          <p:spPr>
            <a:xfrm>
              <a:off x="7157529" y="2224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8" name="pt21468"/>
            <p:cNvSpPr/>
            <p:nvPr/>
          </p:nvSpPr>
          <p:spPr>
            <a:xfrm>
              <a:off x="6958206" y="2076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9" name="pt21469"/>
            <p:cNvSpPr/>
            <p:nvPr/>
          </p:nvSpPr>
          <p:spPr>
            <a:xfrm>
              <a:off x="7139686" y="1941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0" name="pt21470"/>
            <p:cNvSpPr/>
            <p:nvPr/>
          </p:nvSpPr>
          <p:spPr>
            <a:xfrm>
              <a:off x="7186970" y="1959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1" name="pt21471"/>
            <p:cNvSpPr/>
            <p:nvPr/>
          </p:nvSpPr>
          <p:spPr>
            <a:xfrm>
              <a:off x="7130809" y="2082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2" name="pt21472"/>
            <p:cNvSpPr/>
            <p:nvPr/>
          </p:nvSpPr>
          <p:spPr>
            <a:xfrm>
              <a:off x="6993083" y="2288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3" name="pt21473"/>
            <p:cNvSpPr/>
            <p:nvPr/>
          </p:nvSpPr>
          <p:spPr>
            <a:xfrm>
              <a:off x="7112652" y="1983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4" name="pt21474"/>
            <p:cNvSpPr/>
            <p:nvPr/>
          </p:nvSpPr>
          <p:spPr>
            <a:xfrm>
              <a:off x="7128675" y="2063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5" name="pt21475"/>
            <p:cNvSpPr/>
            <p:nvPr/>
          </p:nvSpPr>
          <p:spPr>
            <a:xfrm>
              <a:off x="7232223" y="1954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6" name="pt21476"/>
            <p:cNvSpPr/>
            <p:nvPr/>
          </p:nvSpPr>
          <p:spPr>
            <a:xfrm>
              <a:off x="6921314" y="1916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7" name="pt21477"/>
            <p:cNvSpPr/>
            <p:nvPr/>
          </p:nvSpPr>
          <p:spPr>
            <a:xfrm>
              <a:off x="7143063" y="2013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8" name="pt21478"/>
            <p:cNvSpPr/>
            <p:nvPr/>
          </p:nvSpPr>
          <p:spPr>
            <a:xfrm>
              <a:off x="7228631" y="1992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9" name="pt21479"/>
            <p:cNvSpPr/>
            <p:nvPr/>
          </p:nvSpPr>
          <p:spPr>
            <a:xfrm>
              <a:off x="7115585" y="1934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0" name="pt21480"/>
            <p:cNvSpPr/>
            <p:nvPr/>
          </p:nvSpPr>
          <p:spPr>
            <a:xfrm>
              <a:off x="7132906" y="2121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1" name="pt21481"/>
            <p:cNvSpPr/>
            <p:nvPr/>
          </p:nvSpPr>
          <p:spPr>
            <a:xfrm>
              <a:off x="7227170" y="2050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2" name="pt21482"/>
            <p:cNvSpPr/>
            <p:nvPr/>
          </p:nvSpPr>
          <p:spPr>
            <a:xfrm>
              <a:off x="7140414" y="1949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3" name="pt21483"/>
            <p:cNvSpPr/>
            <p:nvPr/>
          </p:nvSpPr>
          <p:spPr>
            <a:xfrm>
              <a:off x="7132774" y="2090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4" name="pt21484"/>
            <p:cNvSpPr/>
            <p:nvPr/>
          </p:nvSpPr>
          <p:spPr>
            <a:xfrm>
              <a:off x="7286836" y="2003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5" name="pt21485"/>
            <p:cNvSpPr/>
            <p:nvPr/>
          </p:nvSpPr>
          <p:spPr>
            <a:xfrm>
              <a:off x="6947190" y="1942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6" name="pt21486"/>
            <p:cNvSpPr/>
            <p:nvPr/>
          </p:nvSpPr>
          <p:spPr>
            <a:xfrm>
              <a:off x="7115653" y="185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7" name="pt21487"/>
            <p:cNvSpPr/>
            <p:nvPr/>
          </p:nvSpPr>
          <p:spPr>
            <a:xfrm>
              <a:off x="7153442" y="2270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8" name="pt21488"/>
            <p:cNvSpPr/>
            <p:nvPr/>
          </p:nvSpPr>
          <p:spPr>
            <a:xfrm>
              <a:off x="6741126" y="2256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9" name="pt21489"/>
            <p:cNvSpPr/>
            <p:nvPr/>
          </p:nvSpPr>
          <p:spPr>
            <a:xfrm>
              <a:off x="7186072" y="1893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0" name="pt21490"/>
            <p:cNvSpPr/>
            <p:nvPr/>
          </p:nvSpPr>
          <p:spPr>
            <a:xfrm>
              <a:off x="7124401" y="2126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1" name="pt21491"/>
            <p:cNvSpPr/>
            <p:nvPr/>
          </p:nvSpPr>
          <p:spPr>
            <a:xfrm>
              <a:off x="6912414" y="1965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2" name="pt21492"/>
            <p:cNvSpPr/>
            <p:nvPr/>
          </p:nvSpPr>
          <p:spPr>
            <a:xfrm>
              <a:off x="7108337" y="2109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3" name="pt21493"/>
            <p:cNvSpPr/>
            <p:nvPr/>
          </p:nvSpPr>
          <p:spPr>
            <a:xfrm>
              <a:off x="6641901" y="1747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4" name="pt21494"/>
            <p:cNvSpPr/>
            <p:nvPr/>
          </p:nvSpPr>
          <p:spPr>
            <a:xfrm>
              <a:off x="7217471" y="2013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5" name="pt21495"/>
            <p:cNvSpPr/>
            <p:nvPr/>
          </p:nvSpPr>
          <p:spPr>
            <a:xfrm>
              <a:off x="7185622" y="1951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6" name="pt21496"/>
            <p:cNvSpPr/>
            <p:nvPr/>
          </p:nvSpPr>
          <p:spPr>
            <a:xfrm>
              <a:off x="7152563" y="2085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7" name="pt21497"/>
            <p:cNvSpPr/>
            <p:nvPr/>
          </p:nvSpPr>
          <p:spPr>
            <a:xfrm>
              <a:off x="6966503" y="1733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8" name="pt21498"/>
            <p:cNvSpPr/>
            <p:nvPr/>
          </p:nvSpPr>
          <p:spPr>
            <a:xfrm>
              <a:off x="7466301" y="212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9" name="pt21499"/>
            <p:cNvSpPr/>
            <p:nvPr/>
          </p:nvSpPr>
          <p:spPr>
            <a:xfrm>
              <a:off x="7045406" y="2205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0" name="pt21500"/>
            <p:cNvSpPr/>
            <p:nvPr/>
          </p:nvSpPr>
          <p:spPr>
            <a:xfrm>
              <a:off x="7061122" y="2156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1" name="pt21501"/>
            <p:cNvSpPr/>
            <p:nvPr/>
          </p:nvSpPr>
          <p:spPr>
            <a:xfrm>
              <a:off x="7034543" y="2149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2" name="pt21502"/>
            <p:cNvSpPr/>
            <p:nvPr/>
          </p:nvSpPr>
          <p:spPr>
            <a:xfrm>
              <a:off x="7703557" y="2229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3" name="pt21503"/>
            <p:cNvSpPr/>
            <p:nvPr/>
          </p:nvSpPr>
          <p:spPr>
            <a:xfrm>
              <a:off x="7049284" y="2120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4" name="pt21504"/>
            <p:cNvSpPr/>
            <p:nvPr/>
          </p:nvSpPr>
          <p:spPr>
            <a:xfrm>
              <a:off x="7073296" y="2112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5" name="pt21505"/>
            <p:cNvSpPr/>
            <p:nvPr/>
          </p:nvSpPr>
          <p:spPr>
            <a:xfrm>
              <a:off x="7414414" y="2473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6" name="pt21506"/>
            <p:cNvSpPr/>
            <p:nvPr/>
          </p:nvSpPr>
          <p:spPr>
            <a:xfrm>
              <a:off x="7078242" y="2101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7" name="pt21507"/>
            <p:cNvSpPr/>
            <p:nvPr/>
          </p:nvSpPr>
          <p:spPr>
            <a:xfrm>
              <a:off x="7233003" y="2046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8" name="pt21508"/>
            <p:cNvSpPr/>
            <p:nvPr/>
          </p:nvSpPr>
          <p:spPr>
            <a:xfrm>
              <a:off x="6896817" y="2206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9" name="pt21509"/>
            <p:cNvSpPr/>
            <p:nvPr/>
          </p:nvSpPr>
          <p:spPr>
            <a:xfrm>
              <a:off x="7194094" y="2187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0" name="pt21510"/>
            <p:cNvSpPr/>
            <p:nvPr/>
          </p:nvSpPr>
          <p:spPr>
            <a:xfrm>
              <a:off x="6965185" y="1931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1" name="pt21511"/>
            <p:cNvSpPr/>
            <p:nvPr/>
          </p:nvSpPr>
          <p:spPr>
            <a:xfrm>
              <a:off x="6918096" y="1981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2" name="pt21512"/>
            <p:cNvSpPr/>
            <p:nvPr/>
          </p:nvSpPr>
          <p:spPr>
            <a:xfrm>
              <a:off x="7027388" y="1933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3" name="pt21513"/>
            <p:cNvSpPr/>
            <p:nvPr/>
          </p:nvSpPr>
          <p:spPr>
            <a:xfrm>
              <a:off x="7135716" y="2089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4" name="pt21514"/>
            <p:cNvSpPr/>
            <p:nvPr/>
          </p:nvSpPr>
          <p:spPr>
            <a:xfrm>
              <a:off x="7222898" y="2007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5" name="pt21515"/>
            <p:cNvSpPr/>
            <p:nvPr/>
          </p:nvSpPr>
          <p:spPr>
            <a:xfrm>
              <a:off x="7329619" y="2320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6" name="pt21516"/>
            <p:cNvSpPr/>
            <p:nvPr/>
          </p:nvSpPr>
          <p:spPr>
            <a:xfrm>
              <a:off x="6875103" y="2055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7" name="pt21517"/>
            <p:cNvSpPr/>
            <p:nvPr/>
          </p:nvSpPr>
          <p:spPr>
            <a:xfrm>
              <a:off x="6841698" y="2170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8" name="pt21518"/>
            <p:cNvSpPr/>
            <p:nvPr/>
          </p:nvSpPr>
          <p:spPr>
            <a:xfrm>
              <a:off x="7125926" y="2070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9" name="pt21519"/>
            <p:cNvSpPr/>
            <p:nvPr/>
          </p:nvSpPr>
          <p:spPr>
            <a:xfrm>
              <a:off x="7184028" y="2013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0" name="pt21520"/>
            <p:cNvSpPr/>
            <p:nvPr/>
          </p:nvSpPr>
          <p:spPr>
            <a:xfrm>
              <a:off x="7038323" y="2253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1" name="pt21521"/>
            <p:cNvSpPr/>
            <p:nvPr/>
          </p:nvSpPr>
          <p:spPr>
            <a:xfrm>
              <a:off x="7024889" y="2143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2" name="pt21522"/>
            <p:cNvSpPr/>
            <p:nvPr/>
          </p:nvSpPr>
          <p:spPr>
            <a:xfrm>
              <a:off x="6926161" y="1879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3" name="pt21523"/>
            <p:cNvSpPr/>
            <p:nvPr/>
          </p:nvSpPr>
          <p:spPr>
            <a:xfrm>
              <a:off x="6718259" y="2504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4" name="pt21524"/>
            <p:cNvSpPr/>
            <p:nvPr/>
          </p:nvSpPr>
          <p:spPr>
            <a:xfrm>
              <a:off x="7341185" y="1957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5" name="pt21525"/>
            <p:cNvSpPr/>
            <p:nvPr/>
          </p:nvSpPr>
          <p:spPr>
            <a:xfrm>
              <a:off x="6622230" y="2228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6" name="pt21526"/>
            <p:cNvSpPr/>
            <p:nvPr/>
          </p:nvSpPr>
          <p:spPr>
            <a:xfrm>
              <a:off x="7421723" y="2446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7" name="pt21527"/>
            <p:cNvSpPr/>
            <p:nvPr/>
          </p:nvSpPr>
          <p:spPr>
            <a:xfrm>
              <a:off x="7043829" y="2208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8" name="pt21528"/>
            <p:cNvSpPr/>
            <p:nvPr/>
          </p:nvSpPr>
          <p:spPr>
            <a:xfrm>
              <a:off x="7280488" y="1861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9" name="pt21529"/>
            <p:cNvSpPr/>
            <p:nvPr/>
          </p:nvSpPr>
          <p:spPr>
            <a:xfrm>
              <a:off x="6824296" y="2091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0" name="pt21530"/>
            <p:cNvSpPr/>
            <p:nvPr/>
          </p:nvSpPr>
          <p:spPr>
            <a:xfrm>
              <a:off x="6448151" y="1813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1" name="pt21531"/>
            <p:cNvSpPr/>
            <p:nvPr/>
          </p:nvSpPr>
          <p:spPr>
            <a:xfrm>
              <a:off x="7220535" y="2189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2" name="pt21532"/>
            <p:cNvSpPr/>
            <p:nvPr/>
          </p:nvSpPr>
          <p:spPr>
            <a:xfrm>
              <a:off x="7300612" y="1833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3" name="pt21533"/>
            <p:cNvSpPr/>
            <p:nvPr/>
          </p:nvSpPr>
          <p:spPr>
            <a:xfrm>
              <a:off x="7248250" y="2032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4" name="pt21534"/>
            <p:cNvSpPr/>
            <p:nvPr/>
          </p:nvSpPr>
          <p:spPr>
            <a:xfrm>
              <a:off x="7375762" y="2622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5" name="pt21535"/>
            <p:cNvSpPr/>
            <p:nvPr/>
          </p:nvSpPr>
          <p:spPr>
            <a:xfrm>
              <a:off x="6994967" y="2294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6" name="pt21536"/>
            <p:cNvSpPr/>
            <p:nvPr/>
          </p:nvSpPr>
          <p:spPr>
            <a:xfrm>
              <a:off x="6996186" y="2399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7" name="pt21537"/>
            <p:cNvSpPr/>
            <p:nvPr/>
          </p:nvSpPr>
          <p:spPr>
            <a:xfrm>
              <a:off x="6964786" y="1974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8" name="pt21538"/>
            <p:cNvSpPr/>
            <p:nvPr/>
          </p:nvSpPr>
          <p:spPr>
            <a:xfrm>
              <a:off x="7262746" y="1900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9" name="pt21539"/>
            <p:cNvSpPr/>
            <p:nvPr/>
          </p:nvSpPr>
          <p:spPr>
            <a:xfrm>
              <a:off x="7068793" y="2254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0" name="pt21540"/>
            <p:cNvSpPr/>
            <p:nvPr/>
          </p:nvSpPr>
          <p:spPr>
            <a:xfrm>
              <a:off x="7104412" y="2075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1" name="pt21541"/>
            <p:cNvSpPr/>
            <p:nvPr/>
          </p:nvSpPr>
          <p:spPr>
            <a:xfrm>
              <a:off x="7122377" y="2090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2" name="pt21542"/>
            <p:cNvSpPr/>
            <p:nvPr/>
          </p:nvSpPr>
          <p:spPr>
            <a:xfrm>
              <a:off x="7723195" y="242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3" name="pt21543"/>
            <p:cNvSpPr/>
            <p:nvPr/>
          </p:nvSpPr>
          <p:spPr>
            <a:xfrm>
              <a:off x="7036105" y="2262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4" name="pt21544"/>
            <p:cNvSpPr/>
            <p:nvPr/>
          </p:nvSpPr>
          <p:spPr>
            <a:xfrm>
              <a:off x="7178215" y="2084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5" name="pt21545"/>
            <p:cNvSpPr/>
            <p:nvPr/>
          </p:nvSpPr>
          <p:spPr>
            <a:xfrm>
              <a:off x="7337718" y="2054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6" name="pt21546"/>
            <p:cNvSpPr/>
            <p:nvPr/>
          </p:nvSpPr>
          <p:spPr>
            <a:xfrm>
              <a:off x="6878543" y="2191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7" name="pt21547"/>
            <p:cNvSpPr/>
            <p:nvPr/>
          </p:nvSpPr>
          <p:spPr>
            <a:xfrm>
              <a:off x="7057375" y="2069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8" name="pt21548"/>
            <p:cNvSpPr/>
            <p:nvPr/>
          </p:nvSpPr>
          <p:spPr>
            <a:xfrm>
              <a:off x="6871150" y="2152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9" name="pt21549"/>
            <p:cNvSpPr/>
            <p:nvPr/>
          </p:nvSpPr>
          <p:spPr>
            <a:xfrm>
              <a:off x="7025007" y="2001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0" name="pt21550"/>
            <p:cNvSpPr/>
            <p:nvPr/>
          </p:nvSpPr>
          <p:spPr>
            <a:xfrm>
              <a:off x="7194776" y="1915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1" name="pt21551"/>
            <p:cNvSpPr/>
            <p:nvPr/>
          </p:nvSpPr>
          <p:spPr>
            <a:xfrm>
              <a:off x="7370726" y="2511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2" name="pt21552"/>
            <p:cNvSpPr/>
            <p:nvPr/>
          </p:nvSpPr>
          <p:spPr>
            <a:xfrm>
              <a:off x="7075961" y="2121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3" name="pt21553"/>
            <p:cNvSpPr/>
            <p:nvPr/>
          </p:nvSpPr>
          <p:spPr>
            <a:xfrm>
              <a:off x="6929944" y="1954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4" name="pt21554"/>
            <p:cNvSpPr/>
            <p:nvPr/>
          </p:nvSpPr>
          <p:spPr>
            <a:xfrm>
              <a:off x="7019683" y="2082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5" name="pt21555"/>
            <p:cNvSpPr/>
            <p:nvPr/>
          </p:nvSpPr>
          <p:spPr>
            <a:xfrm>
              <a:off x="7033851" y="2142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6" name="pt21556"/>
            <p:cNvSpPr/>
            <p:nvPr/>
          </p:nvSpPr>
          <p:spPr>
            <a:xfrm>
              <a:off x="6861948" y="2085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7" name="pt21557"/>
            <p:cNvSpPr/>
            <p:nvPr/>
          </p:nvSpPr>
          <p:spPr>
            <a:xfrm>
              <a:off x="7102137" y="2146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8" name="pt21558"/>
            <p:cNvSpPr/>
            <p:nvPr/>
          </p:nvSpPr>
          <p:spPr>
            <a:xfrm>
              <a:off x="7230182" y="2035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9" name="pt21559"/>
            <p:cNvSpPr/>
            <p:nvPr/>
          </p:nvSpPr>
          <p:spPr>
            <a:xfrm>
              <a:off x="6969242" y="1992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0" name="pt21560"/>
            <p:cNvSpPr/>
            <p:nvPr/>
          </p:nvSpPr>
          <p:spPr>
            <a:xfrm>
              <a:off x="7292315" y="202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1" name="pt21561"/>
            <p:cNvSpPr/>
            <p:nvPr/>
          </p:nvSpPr>
          <p:spPr>
            <a:xfrm>
              <a:off x="7042879" y="2255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2" name="pt21562"/>
            <p:cNvSpPr/>
            <p:nvPr/>
          </p:nvSpPr>
          <p:spPr>
            <a:xfrm>
              <a:off x="6929230" y="1926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3" name="pt21563"/>
            <p:cNvSpPr/>
            <p:nvPr/>
          </p:nvSpPr>
          <p:spPr>
            <a:xfrm>
              <a:off x="6955275" y="1804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4" name="pt21564"/>
            <p:cNvSpPr/>
            <p:nvPr/>
          </p:nvSpPr>
          <p:spPr>
            <a:xfrm>
              <a:off x="7109062" y="2031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5" name="pt21565"/>
            <p:cNvSpPr/>
            <p:nvPr/>
          </p:nvSpPr>
          <p:spPr>
            <a:xfrm>
              <a:off x="7383521" y="2580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6" name="pt21566"/>
            <p:cNvSpPr/>
            <p:nvPr/>
          </p:nvSpPr>
          <p:spPr>
            <a:xfrm>
              <a:off x="6991668" y="2299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7" name="pt21567"/>
            <p:cNvSpPr/>
            <p:nvPr/>
          </p:nvSpPr>
          <p:spPr>
            <a:xfrm>
              <a:off x="6991522" y="2360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8" name="pt21568"/>
            <p:cNvSpPr/>
            <p:nvPr/>
          </p:nvSpPr>
          <p:spPr>
            <a:xfrm>
              <a:off x="7261270" y="2022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9" name="pt21569"/>
            <p:cNvSpPr/>
            <p:nvPr/>
          </p:nvSpPr>
          <p:spPr>
            <a:xfrm>
              <a:off x="7329639" y="2148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0" name="pt21570"/>
            <p:cNvSpPr/>
            <p:nvPr/>
          </p:nvSpPr>
          <p:spPr>
            <a:xfrm>
              <a:off x="6907200" y="1952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1" name="pt21571"/>
            <p:cNvSpPr/>
            <p:nvPr/>
          </p:nvSpPr>
          <p:spPr>
            <a:xfrm>
              <a:off x="6958459" y="217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2" name="pt21572"/>
            <p:cNvSpPr/>
            <p:nvPr/>
          </p:nvSpPr>
          <p:spPr>
            <a:xfrm>
              <a:off x="7089552" y="2275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3" name="pt21573"/>
            <p:cNvSpPr/>
            <p:nvPr/>
          </p:nvSpPr>
          <p:spPr>
            <a:xfrm>
              <a:off x="7232988" y="196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4" name="pt21574"/>
            <p:cNvSpPr/>
            <p:nvPr/>
          </p:nvSpPr>
          <p:spPr>
            <a:xfrm>
              <a:off x="6855309" y="2267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5" name="pt21575"/>
            <p:cNvSpPr/>
            <p:nvPr/>
          </p:nvSpPr>
          <p:spPr>
            <a:xfrm>
              <a:off x="7200964" y="1930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6" name="pt21576"/>
            <p:cNvSpPr/>
            <p:nvPr/>
          </p:nvSpPr>
          <p:spPr>
            <a:xfrm>
              <a:off x="6680990" y="2009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7" name="pt21577"/>
            <p:cNvSpPr/>
            <p:nvPr/>
          </p:nvSpPr>
          <p:spPr>
            <a:xfrm>
              <a:off x="7112076" y="2016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8" name="pt21578"/>
            <p:cNvSpPr/>
            <p:nvPr/>
          </p:nvSpPr>
          <p:spPr>
            <a:xfrm>
              <a:off x="7107582" y="2043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9" name="pt21579"/>
            <p:cNvSpPr/>
            <p:nvPr/>
          </p:nvSpPr>
          <p:spPr>
            <a:xfrm>
              <a:off x="7296666" y="2044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0" name="pt21580"/>
            <p:cNvSpPr/>
            <p:nvPr/>
          </p:nvSpPr>
          <p:spPr>
            <a:xfrm>
              <a:off x="6926409" y="1919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1" name="pt21581"/>
            <p:cNvSpPr/>
            <p:nvPr/>
          </p:nvSpPr>
          <p:spPr>
            <a:xfrm>
              <a:off x="7261913" y="1902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2" name="pt21582"/>
            <p:cNvSpPr/>
            <p:nvPr/>
          </p:nvSpPr>
          <p:spPr>
            <a:xfrm>
              <a:off x="7111591" y="2057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3" name="pt21583"/>
            <p:cNvSpPr/>
            <p:nvPr/>
          </p:nvSpPr>
          <p:spPr>
            <a:xfrm>
              <a:off x="6707396" y="2610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4" name="pt21584"/>
            <p:cNvSpPr/>
            <p:nvPr/>
          </p:nvSpPr>
          <p:spPr>
            <a:xfrm>
              <a:off x="7123655" y="1982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5" name="pt21585"/>
            <p:cNvSpPr/>
            <p:nvPr/>
          </p:nvSpPr>
          <p:spPr>
            <a:xfrm>
              <a:off x="7367727" y="2693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6" name="pt21586"/>
            <p:cNvSpPr/>
            <p:nvPr/>
          </p:nvSpPr>
          <p:spPr>
            <a:xfrm>
              <a:off x="7065117" y="2088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7" name="pt21587"/>
            <p:cNvSpPr/>
            <p:nvPr/>
          </p:nvSpPr>
          <p:spPr>
            <a:xfrm>
              <a:off x="6749963" y="225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8" name="pt21588"/>
            <p:cNvSpPr/>
            <p:nvPr/>
          </p:nvSpPr>
          <p:spPr>
            <a:xfrm>
              <a:off x="6960927" y="2051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9" name="pt21589"/>
            <p:cNvSpPr/>
            <p:nvPr/>
          </p:nvSpPr>
          <p:spPr>
            <a:xfrm>
              <a:off x="7262588" y="1975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0" name="pt21590"/>
            <p:cNvSpPr/>
            <p:nvPr/>
          </p:nvSpPr>
          <p:spPr>
            <a:xfrm>
              <a:off x="6851537" y="2118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1" name="pt21591"/>
            <p:cNvSpPr/>
            <p:nvPr/>
          </p:nvSpPr>
          <p:spPr>
            <a:xfrm>
              <a:off x="6913201" y="2064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2" name="pt21592"/>
            <p:cNvSpPr/>
            <p:nvPr/>
          </p:nvSpPr>
          <p:spPr>
            <a:xfrm>
              <a:off x="7167313" y="2040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3" name="pt21593"/>
            <p:cNvSpPr/>
            <p:nvPr/>
          </p:nvSpPr>
          <p:spPr>
            <a:xfrm>
              <a:off x="7217906" y="2033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4" name="pt21594"/>
            <p:cNvSpPr/>
            <p:nvPr/>
          </p:nvSpPr>
          <p:spPr>
            <a:xfrm>
              <a:off x="7217097" y="1822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5" name="pt21595"/>
            <p:cNvSpPr/>
            <p:nvPr/>
          </p:nvSpPr>
          <p:spPr>
            <a:xfrm>
              <a:off x="7137151" y="1963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6" name="pt21596"/>
            <p:cNvSpPr/>
            <p:nvPr/>
          </p:nvSpPr>
          <p:spPr>
            <a:xfrm>
              <a:off x="7122959" y="2022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7" name="pt21597"/>
            <p:cNvSpPr/>
            <p:nvPr/>
          </p:nvSpPr>
          <p:spPr>
            <a:xfrm>
              <a:off x="7318131" y="2559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8" name="pt21598"/>
            <p:cNvSpPr/>
            <p:nvPr/>
          </p:nvSpPr>
          <p:spPr>
            <a:xfrm>
              <a:off x="7150842" y="2344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9" name="pt21599"/>
            <p:cNvSpPr/>
            <p:nvPr/>
          </p:nvSpPr>
          <p:spPr>
            <a:xfrm>
              <a:off x="7193723" y="2183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0" name="pt21600"/>
            <p:cNvSpPr/>
            <p:nvPr/>
          </p:nvSpPr>
          <p:spPr>
            <a:xfrm>
              <a:off x="7203400" y="2139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1" name="pt21601"/>
            <p:cNvSpPr/>
            <p:nvPr/>
          </p:nvSpPr>
          <p:spPr>
            <a:xfrm>
              <a:off x="7079489" y="2175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2" name="pt21602"/>
            <p:cNvSpPr/>
            <p:nvPr/>
          </p:nvSpPr>
          <p:spPr>
            <a:xfrm>
              <a:off x="6894153" y="2140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3" name="pt21603"/>
            <p:cNvSpPr/>
            <p:nvPr/>
          </p:nvSpPr>
          <p:spPr>
            <a:xfrm>
              <a:off x="6849177" y="209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4" name="pt21604"/>
            <p:cNvSpPr/>
            <p:nvPr/>
          </p:nvSpPr>
          <p:spPr>
            <a:xfrm>
              <a:off x="7254256" y="1978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5" name="pt21605"/>
            <p:cNvSpPr/>
            <p:nvPr/>
          </p:nvSpPr>
          <p:spPr>
            <a:xfrm>
              <a:off x="7109639" y="2039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6" name="pt21606"/>
            <p:cNvSpPr/>
            <p:nvPr/>
          </p:nvSpPr>
          <p:spPr>
            <a:xfrm>
              <a:off x="7161586" y="2340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7" name="pt21607"/>
            <p:cNvSpPr/>
            <p:nvPr/>
          </p:nvSpPr>
          <p:spPr>
            <a:xfrm>
              <a:off x="7115021" y="1995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8" name="pt21608"/>
            <p:cNvSpPr/>
            <p:nvPr/>
          </p:nvSpPr>
          <p:spPr>
            <a:xfrm>
              <a:off x="6730959" y="2578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9" name="pt21609"/>
            <p:cNvSpPr/>
            <p:nvPr/>
          </p:nvSpPr>
          <p:spPr>
            <a:xfrm>
              <a:off x="6952481" y="1831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0" name="pt21610"/>
            <p:cNvSpPr/>
            <p:nvPr/>
          </p:nvSpPr>
          <p:spPr>
            <a:xfrm>
              <a:off x="6940385" y="1849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1" name="pt21611"/>
            <p:cNvSpPr/>
            <p:nvPr/>
          </p:nvSpPr>
          <p:spPr>
            <a:xfrm>
              <a:off x="7130952" y="2101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2" name="pt21612"/>
            <p:cNvSpPr/>
            <p:nvPr/>
          </p:nvSpPr>
          <p:spPr>
            <a:xfrm>
              <a:off x="7397568" y="2888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3" name="pt21613"/>
            <p:cNvSpPr/>
            <p:nvPr/>
          </p:nvSpPr>
          <p:spPr>
            <a:xfrm>
              <a:off x="6905969" y="2033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4" name="pt21614"/>
            <p:cNvSpPr/>
            <p:nvPr/>
          </p:nvSpPr>
          <p:spPr>
            <a:xfrm>
              <a:off x="6874875" y="2173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5" name="pt21615"/>
            <p:cNvSpPr/>
            <p:nvPr/>
          </p:nvSpPr>
          <p:spPr>
            <a:xfrm>
              <a:off x="6937679" y="2079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6" name="pt21616"/>
            <p:cNvSpPr/>
            <p:nvPr/>
          </p:nvSpPr>
          <p:spPr>
            <a:xfrm>
              <a:off x="7119358" y="201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7" name="pt21617"/>
            <p:cNvSpPr/>
            <p:nvPr/>
          </p:nvSpPr>
          <p:spPr>
            <a:xfrm>
              <a:off x="7035692" y="2221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8" name="pt21618"/>
            <p:cNvSpPr/>
            <p:nvPr/>
          </p:nvSpPr>
          <p:spPr>
            <a:xfrm>
              <a:off x="7338194" y="2124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9" name="pt21619"/>
            <p:cNvSpPr/>
            <p:nvPr/>
          </p:nvSpPr>
          <p:spPr>
            <a:xfrm>
              <a:off x="7248402" y="1960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0" name="pt21620"/>
            <p:cNvSpPr/>
            <p:nvPr/>
          </p:nvSpPr>
          <p:spPr>
            <a:xfrm>
              <a:off x="6561763" y="167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1" name="pt21621"/>
            <p:cNvSpPr/>
            <p:nvPr/>
          </p:nvSpPr>
          <p:spPr>
            <a:xfrm>
              <a:off x="6959099" y="2029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2" name="pt21622"/>
            <p:cNvSpPr/>
            <p:nvPr/>
          </p:nvSpPr>
          <p:spPr>
            <a:xfrm>
              <a:off x="7155994" y="2177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3" name="pt21623"/>
            <p:cNvSpPr/>
            <p:nvPr/>
          </p:nvSpPr>
          <p:spPr>
            <a:xfrm>
              <a:off x="7373061" y="2548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4" name="pt21624"/>
            <p:cNvSpPr/>
            <p:nvPr/>
          </p:nvSpPr>
          <p:spPr>
            <a:xfrm>
              <a:off x="6986418" y="2221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5" name="pt21625"/>
            <p:cNvSpPr/>
            <p:nvPr/>
          </p:nvSpPr>
          <p:spPr>
            <a:xfrm>
              <a:off x="7105624" y="2067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6" name="pt21626"/>
            <p:cNvSpPr/>
            <p:nvPr/>
          </p:nvSpPr>
          <p:spPr>
            <a:xfrm>
              <a:off x="7031949" y="2218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7" name="pt21627"/>
            <p:cNvSpPr/>
            <p:nvPr/>
          </p:nvSpPr>
          <p:spPr>
            <a:xfrm>
              <a:off x="6996683" y="2256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8" name="pt21628"/>
            <p:cNvSpPr/>
            <p:nvPr/>
          </p:nvSpPr>
          <p:spPr>
            <a:xfrm>
              <a:off x="7251238" y="2016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9" name="pt21629"/>
            <p:cNvSpPr/>
            <p:nvPr/>
          </p:nvSpPr>
          <p:spPr>
            <a:xfrm>
              <a:off x="7026641" y="2076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0" name="pt21630"/>
            <p:cNvSpPr/>
            <p:nvPr/>
          </p:nvSpPr>
          <p:spPr>
            <a:xfrm>
              <a:off x="7077970" y="2104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1" name="pt21631"/>
            <p:cNvSpPr/>
            <p:nvPr/>
          </p:nvSpPr>
          <p:spPr>
            <a:xfrm>
              <a:off x="7067862" y="2105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2" name="pt21632"/>
            <p:cNvSpPr/>
            <p:nvPr/>
          </p:nvSpPr>
          <p:spPr>
            <a:xfrm>
              <a:off x="7106587" y="2082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3" name="pt21633"/>
            <p:cNvSpPr/>
            <p:nvPr/>
          </p:nvSpPr>
          <p:spPr>
            <a:xfrm>
              <a:off x="6863355" y="2038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4" name="pt21634"/>
            <p:cNvSpPr/>
            <p:nvPr/>
          </p:nvSpPr>
          <p:spPr>
            <a:xfrm>
              <a:off x="7130844" y="2168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5" name="pt21635"/>
            <p:cNvSpPr/>
            <p:nvPr/>
          </p:nvSpPr>
          <p:spPr>
            <a:xfrm>
              <a:off x="6942296" y="1922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6" name="pt21636"/>
            <p:cNvSpPr/>
            <p:nvPr/>
          </p:nvSpPr>
          <p:spPr>
            <a:xfrm>
              <a:off x="7091956" y="2388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7" name="pt21637"/>
            <p:cNvSpPr/>
            <p:nvPr/>
          </p:nvSpPr>
          <p:spPr>
            <a:xfrm>
              <a:off x="6788665" y="2276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8" name="pt21638"/>
            <p:cNvSpPr/>
            <p:nvPr/>
          </p:nvSpPr>
          <p:spPr>
            <a:xfrm>
              <a:off x="6942592" y="2006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9" name="pt21639"/>
            <p:cNvSpPr/>
            <p:nvPr/>
          </p:nvSpPr>
          <p:spPr>
            <a:xfrm>
              <a:off x="7192215" y="2270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0" name="pt21640"/>
            <p:cNvSpPr/>
            <p:nvPr/>
          </p:nvSpPr>
          <p:spPr>
            <a:xfrm>
              <a:off x="7122980" y="2053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1" name="pt21641"/>
            <p:cNvSpPr/>
            <p:nvPr/>
          </p:nvSpPr>
          <p:spPr>
            <a:xfrm>
              <a:off x="7020675" y="209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2" name="pt21642"/>
            <p:cNvSpPr/>
            <p:nvPr/>
          </p:nvSpPr>
          <p:spPr>
            <a:xfrm>
              <a:off x="7123538" y="203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3" name="pt21643"/>
            <p:cNvSpPr/>
            <p:nvPr/>
          </p:nvSpPr>
          <p:spPr>
            <a:xfrm>
              <a:off x="7068813" y="2127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4" name="pt21644"/>
            <p:cNvSpPr/>
            <p:nvPr/>
          </p:nvSpPr>
          <p:spPr>
            <a:xfrm>
              <a:off x="7043945" y="2184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5" name="pt21645"/>
            <p:cNvSpPr/>
            <p:nvPr/>
          </p:nvSpPr>
          <p:spPr>
            <a:xfrm>
              <a:off x="6819092" y="2095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6" name="pt21646"/>
            <p:cNvSpPr/>
            <p:nvPr/>
          </p:nvSpPr>
          <p:spPr>
            <a:xfrm>
              <a:off x="7242654" y="2074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7" name="pt21647"/>
            <p:cNvSpPr/>
            <p:nvPr/>
          </p:nvSpPr>
          <p:spPr>
            <a:xfrm>
              <a:off x="7102004" y="2095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8" name="pt21648"/>
            <p:cNvSpPr/>
            <p:nvPr/>
          </p:nvSpPr>
          <p:spPr>
            <a:xfrm>
              <a:off x="7179168" y="2081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9" name="pt21649"/>
            <p:cNvSpPr/>
            <p:nvPr/>
          </p:nvSpPr>
          <p:spPr>
            <a:xfrm>
              <a:off x="7152336" y="2044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0" name="pt21650"/>
            <p:cNvSpPr/>
            <p:nvPr/>
          </p:nvSpPr>
          <p:spPr>
            <a:xfrm>
              <a:off x="6945108" y="1854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1" name="pt21651"/>
            <p:cNvSpPr/>
            <p:nvPr/>
          </p:nvSpPr>
          <p:spPr>
            <a:xfrm>
              <a:off x="7043473" y="2291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2" name="pt21652"/>
            <p:cNvSpPr/>
            <p:nvPr/>
          </p:nvSpPr>
          <p:spPr>
            <a:xfrm>
              <a:off x="6831143" y="1833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3" name="pt21653"/>
            <p:cNvSpPr/>
            <p:nvPr/>
          </p:nvSpPr>
          <p:spPr>
            <a:xfrm>
              <a:off x="7150071" y="2121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4" name="pt21654"/>
            <p:cNvSpPr/>
            <p:nvPr/>
          </p:nvSpPr>
          <p:spPr>
            <a:xfrm>
              <a:off x="7011376" y="2142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5" name="pt21655"/>
            <p:cNvSpPr/>
            <p:nvPr/>
          </p:nvSpPr>
          <p:spPr>
            <a:xfrm>
              <a:off x="6873908" y="2199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6" name="pt21656"/>
            <p:cNvSpPr/>
            <p:nvPr/>
          </p:nvSpPr>
          <p:spPr>
            <a:xfrm>
              <a:off x="7158708" y="2186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7" name="pt21657"/>
            <p:cNvSpPr/>
            <p:nvPr/>
          </p:nvSpPr>
          <p:spPr>
            <a:xfrm>
              <a:off x="7155147" y="2208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8" name="pt21658"/>
            <p:cNvSpPr/>
            <p:nvPr/>
          </p:nvSpPr>
          <p:spPr>
            <a:xfrm>
              <a:off x="7202934" y="2035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9" name="pt21659"/>
            <p:cNvSpPr/>
            <p:nvPr/>
          </p:nvSpPr>
          <p:spPr>
            <a:xfrm>
              <a:off x="7234333" y="1948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0" name="pt21660"/>
            <p:cNvSpPr/>
            <p:nvPr/>
          </p:nvSpPr>
          <p:spPr>
            <a:xfrm>
              <a:off x="7241776" y="187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1" name="pt21661"/>
            <p:cNvSpPr/>
            <p:nvPr/>
          </p:nvSpPr>
          <p:spPr>
            <a:xfrm>
              <a:off x="7313739" y="2342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2" name="pt21662"/>
            <p:cNvSpPr/>
            <p:nvPr/>
          </p:nvSpPr>
          <p:spPr>
            <a:xfrm>
              <a:off x="7260508" y="1986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3" name="pt21663"/>
            <p:cNvSpPr/>
            <p:nvPr/>
          </p:nvSpPr>
          <p:spPr>
            <a:xfrm>
              <a:off x="7243628" y="1964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4" name="pt21664"/>
            <p:cNvSpPr/>
            <p:nvPr/>
          </p:nvSpPr>
          <p:spPr>
            <a:xfrm>
              <a:off x="7391737" y="2325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5" name="pt21665"/>
            <p:cNvSpPr/>
            <p:nvPr/>
          </p:nvSpPr>
          <p:spPr>
            <a:xfrm>
              <a:off x="7382788" y="2588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6" name="pt21666"/>
            <p:cNvSpPr/>
            <p:nvPr/>
          </p:nvSpPr>
          <p:spPr>
            <a:xfrm>
              <a:off x="7207250" y="1991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7" name="pt21667"/>
            <p:cNvSpPr/>
            <p:nvPr/>
          </p:nvSpPr>
          <p:spPr>
            <a:xfrm>
              <a:off x="7186429" y="1590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8" name="pt21668"/>
            <p:cNvSpPr/>
            <p:nvPr/>
          </p:nvSpPr>
          <p:spPr>
            <a:xfrm>
              <a:off x="7112696" y="2000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9" name="pt21669"/>
            <p:cNvSpPr/>
            <p:nvPr/>
          </p:nvSpPr>
          <p:spPr>
            <a:xfrm>
              <a:off x="7171510" y="2027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0" name="pt21670"/>
            <p:cNvSpPr/>
            <p:nvPr/>
          </p:nvSpPr>
          <p:spPr>
            <a:xfrm>
              <a:off x="6978742" y="2253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1" name="pt21671"/>
            <p:cNvSpPr/>
            <p:nvPr/>
          </p:nvSpPr>
          <p:spPr>
            <a:xfrm>
              <a:off x="7152174" y="2058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2" name="pt21672"/>
            <p:cNvSpPr/>
            <p:nvPr/>
          </p:nvSpPr>
          <p:spPr>
            <a:xfrm>
              <a:off x="7074976" y="2250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3" name="pt21673"/>
            <p:cNvSpPr/>
            <p:nvPr/>
          </p:nvSpPr>
          <p:spPr>
            <a:xfrm>
              <a:off x="7326853" y="2167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4" name="pt21674"/>
            <p:cNvSpPr/>
            <p:nvPr/>
          </p:nvSpPr>
          <p:spPr>
            <a:xfrm>
              <a:off x="7195615" y="2140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5" name="pt21675"/>
            <p:cNvSpPr/>
            <p:nvPr/>
          </p:nvSpPr>
          <p:spPr>
            <a:xfrm>
              <a:off x="6847299" y="1974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6" name="pt21676"/>
            <p:cNvSpPr/>
            <p:nvPr/>
          </p:nvSpPr>
          <p:spPr>
            <a:xfrm>
              <a:off x="7168872" y="2008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7" name="pt21677"/>
            <p:cNvSpPr/>
            <p:nvPr/>
          </p:nvSpPr>
          <p:spPr>
            <a:xfrm>
              <a:off x="6789153" y="2284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8" name="pt21678"/>
            <p:cNvSpPr/>
            <p:nvPr/>
          </p:nvSpPr>
          <p:spPr>
            <a:xfrm>
              <a:off x="6919254" y="1917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9" name="pt21679"/>
            <p:cNvSpPr/>
            <p:nvPr/>
          </p:nvSpPr>
          <p:spPr>
            <a:xfrm>
              <a:off x="7094494" y="2260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0" name="pt21680"/>
            <p:cNvSpPr/>
            <p:nvPr/>
          </p:nvSpPr>
          <p:spPr>
            <a:xfrm>
              <a:off x="7061453" y="2177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1" name="pt21681"/>
            <p:cNvSpPr/>
            <p:nvPr/>
          </p:nvSpPr>
          <p:spPr>
            <a:xfrm>
              <a:off x="7161773" y="2299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2" name="pt21682"/>
            <p:cNvSpPr/>
            <p:nvPr/>
          </p:nvSpPr>
          <p:spPr>
            <a:xfrm>
              <a:off x="6645517" y="2357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3" name="pt21683"/>
            <p:cNvSpPr/>
            <p:nvPr/>
          </p:nvSpPr>
          <p:spPr>
            <a:xfrm>
              <a:off x="7015850" y="2159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4" name="pt21684"/>
            <p:cNvSpPr/>
            <p:nvPr/>
          </p:nvSpPr>
          <p:spPr>
            <a:xfrm>
              <a:off x="7157424" y="2268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5" name="pt21685"/>
            <p:cNvSpPr/>
            <p:nvPr/>
          </p:nvSpPr>
          <p:spPr>
            <a:xfrm>
              <a:off x="7199273" y="2022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6" name="pt21686"/>
            <p:cNvSpPr/>
            <p:nvPr/>
          </p:nvSpPr>
          <p:spPr>
            <a:xfrm>
              <a:off x="7288959" y="2031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7" name="pt21687"/>
            <p:cNvSpPr/>
            <p:nvPr/>
          </p:nvSpPr>
          <p:spPr>
            <a:xfrm>
              <a:off x="7080020" y="2185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8" name="pt21688"/>
            <p:cNvSpPr/>
            <p:nvPr/>
          </p:nvSpPr>
          <p:spPr>
            <a:xfrm>
              <a:off x="6725129" y="2739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9" name="pt21689"/>
            <p:cNvSpPr/>
            <p:nvPr/>
          </p:nvSpPr>
          <p:spPr>
            <a:xfrm>
              <a:off x="6879259" y="2157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0" name="pt21690"/>
            <p:cNvSpPr/>
            <p:nvPr/>
          </p:nvSpPr>
          <p:spPr>
            <a:xfrm>
              <a:off x="7276093" y="1996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1" name="pt21691"/>
            <p:cNvSpPr/>
            <p:nvPr/>
          </p:nvSpPr>
          <p:spPr>
            <a:xfrm>
              <a:off x="6978711" y="2134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2" name="pt21692"/>
            <p:cNvSpPr/>
            <p:nvPr/>
          </p:nvSpPr>
          <p:spPr>
            <a:xfrm>
              <a:off x="6972089" y="1730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3" name="pt21693"/>
            <p:cNvSpPr/>
            <p:nvPr/>
          </p:nvSpPr>
          <p:spPr>
            <a:xfrm>
              <a:off x="7005672" y="1800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4" name="pt21694"/>
            <p:cNvSpPr/>
            <p:nvPr/>
          </p:nvSpPr>
          <p:spPr>
            <a:xfrm>
              <a:off x="6883451" y="2138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5" name="pt21695"/>
            <p:cNvSpPr/>
            <p:nvPr/>
          </p:nvSpPr>
          <p:spPr>
            <a:xfrm>
              <a:off x="7042884" y="2211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6" name="pt21696"/>
            <p:cNvSpPr/>
            <p:nvPr/>
          </p:nvSpPr>
          <p:spPr>
            <a:xfrm>
              <a:off x="6974783" y="1800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7" name="pt21697"/>
            <p:cNvSpPr/>
            <p:nvPr/>
          </p:nvSpPr>
          <p:spPr>
            <a:xfrm>
              <a:off x="7192733" y="2170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8" name="pt21698"/>
            <p:cNvSpPr/>
            <p:nvPr/>
          </p:nvSpPr>
          <p:spPr>
            <a:xfrm>
              <a:off x="7238212" y="1797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9" name="pt21699"/>
            <p:cNvSpPr/>
            <p:nvPr/>
          </p:nvSpPr>
          <p:spPr>
            <a:xfrm>
              <a:off x="6976121" y="2080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0" name="pt21700"/>
            <p:cNvSpPr/>
            <p:nvPr/>
          </p:nvSpPr>
          <p:spPr>
            <a:xfrm>
              <a:off x="7095035" y="2306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1" name="pt21701"/>
            <p:cNvSpPr/>
            <p:nvPr/>
          </p:nvSpPr>
          <p:spPr>
            <a:xfrm>
              <a:off x="7028689" y="2185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2" name="pt21702"/>
            <p:cNvSpPr/>
            <p:nvPr/>
          </p:nvSpPr>
          <p:spPr>
            <a:xfrm>
              <a:off x="7009134" y="2056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3" name="pt21703"/>
            <p:cNvSpPr/>
            <p:nvPr/>
          </p:nvSpPr>
          <p:spPr>
            <a:xfrm>
              <a:off x="7205369" y="2028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4" name="pt21704"/>
            <p:cNvSpPr/>
            <p:nvPr/>
          </p:nvSpPr>
          <p:spPr>
            <a:xfrm>
              <a:off x="6918340" y="1921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5" name="pt21705"/>
            <p:cNvSpPr/>
            <p:nvPr/>
          </p:nvSpPr>
          <p:spPr>
            <a:xfrm>
              <a:off x="7200065" y="1968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6" name="pt21706"/>
            <p:cNvSpPr/>
            <p:nvPr/>
          </p:nvSpPr>
          <p:spPr>
            <a:xfrm>
              <a:off x="7327117" y="2116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7" name="pt21707"/>
            <p:cNvSpPr/>
            <p:nvPr/>
          </p:nvSpPr>
          <p:spPr>
            <a:xfrm>
              <a:off x="7104919" y="2109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8" name="pt21708"/>
            <p:cNvSpPr/>
            <p:nvPr/>
          </p:nvSpPr>
          <p:spPr>
            <a:xfrm>
              <a:off x="7127513" y="2116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9" name="pt21709"/>
            <p:cNvSpPr/>
            <p:nvPr/>
          </p:nvSpPr>
          <p:spPr>
            <a:xfrm>
              <a:off x="7330424" y="2204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0" name="pt21710"/>
            <p:cNvSpPr/>
            <p:nvPr/>
          </p:nvSpPr>
          <p:spPr>
            <a:xfrm>
              <a:off x="6884001" y="2198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1" name="pt21711"/>
            <p:cNvSpPr/>
            <p:nvPr/>
          </p:nvSpPr>
          <p:spPr>
            <a:xfrm>
              <a:off x="7249049" y="1956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2" name="pt21712"/>
            <p:cNvSpPr/>
            <p:nvPr/>
          </p:nvSpPr>
          <p:spPr>
            <a:xfrm>
              <a:off x="6907008" y="1977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3" name="pt21713"/>
            <p:cNvSpPr/>
            <p:nvPr/>
          </p:nvSpPr>
          <p:spPr>
            <a:xfrm>
              <a:off x="7159265" y="214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4" name="pt21714"/>
            <p:cNvSpPr/>
            <p:nvPr/>
          </p:nvSpPr>
          <p:spPr>
            <a:xfrm>
              <a:off x="6849519" y="2032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5" name="pt21715"/>
            <p:cNvSpPr/>
            <p:nvPr/>
          </p:nvSpPr>
          <p:spPr>
            <a:xfrm>
              <a:off x="7061552" y="2204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6" name="pt21716"/>
            <p:cNvSpPr/>
            <p:nvPr/>
          </p:nvSpPr>
          <p:spPr>
            <a:xfrm>
              <a:off x="7086283" y="2171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7" name="pt21717"/>
            <p:cNvSpPr/>
            <p:nvPr/>
          </p:nvSpPr>
          <p:spPr>
            <a:xfrm>
              <a:off x="7055360" y="2118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8" name="pt21718"/>
            <p:cNvSpPr/>
            <p:nvPr/>
          </p:nvSpPr>
          <p:spPr>
            <a:xfrm>
              <a:off x="7282106" y="2030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9" name="pt21719"/>
            <p:cNvSpPr/>
            <p:nvPr/>
          </p:nvSpPr>
          <p:spPr>
            <a:xfrm>
              <a:off x="6922567" y="2050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0" name="pt21720"/>
            <p:cNvSpPr/>
            <p:nvPr/>
          </p:nvSpPr>
          <p:spPr>
            <a:xfrm>
              <a:off x="7278633" y="1970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1" name="pt21721"/>
            <p:cNvSpPr/>
            <p:nvPr/>
          </p:nvSpPr>
          <p:spPr>
            <a:xfrm>
              <a:off x="6855783" y="2146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2" name="pt21722"/>
            <p:cNvSpPr/>
            <p:nvPr/>
          </p:nvSpPr>
          <p:spPr>
            <a:xfrm>
              <a:off x="7046512" y="2032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3" name="pt21723"/>
            <p:cNvSpPr/>
            <p:nvPr/>
          </p:nvSpPr>
          <p:spPr>
            <a:xfrm>
              <a:off x="7233820" y="2023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4" name="pt21724"/>
            <p:cNvSpPr/>
            <p:nvPr/>
          </p:nvSpPr>
          <p:spPr>
            <a:xfrm>
              <a:off x="6970926" y="1662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5" name="pt21725"/>
            <p:cNvSpPr/>
            <p:nvPr/>
          </p:nvSpPr>
          <p:spPr>
            <a:xfrm>
              <a:off x="7106127" y="1990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6" name="pt21726"/>
            <p:cNvSpPr/>
            <p:nvPr/>
          </p:nvSpPr>
          <p:spPr>
            <a:xfrm>
              <a:off x="7064806" y="2130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7" name="pt21727"/>
            <p:cNvSpPr/>
            <p:nvPr/>
          </p:nvSpPr>
          <p:spPr>
            <a:xfrm>
              <a:off x="7247859" y="2027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8" name="pt21728"/>
            <p:cNvSpPr/>
            <p:nvPr/>
          </p:nvSpPr>
          <p:spPr>
            <a:xfrm>
              <a:off x="7376092" y="2625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9" name="pt21729"/>
            <p:cNvSpPr/>
            <p:nvPr/>
          </p:nvSpPr>
          <p:spPr>
            <a:xfrm>
              <a:off x="7445813" y="2399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0" name="pt21730"/>
            <p:cNvSpPr/>
            <p:nvPr/>
          </p:nvSpPr>
          <p:spPr>
            <a:xfrm>
              <a:off x="7070400" y="2099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1" name="pt21731"/>
            <p:cNvSpPr/>
            <p:nvPr/>
          </p:nvSpPr>
          <p:spPr>
            <a:xfrm>
              <a:off x="7326111" y="2180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2" name="pt21732"/>
            <p:cNvSpPr/>
            <p:nvPr/>
          </p:nvSpPr>
          <p:spPr>
            <a:xfrm>
              <a:off x="6959730" y="2056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3" name="pt21733"/>
            <p:cNvSpPr/>
            <p:nvPr/>
          </p:nvSpPr>
          <p:spPr>
            <a:xfrm>
              <a:off x="7073173" y="2065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4" name="pt21734"/>
            <p:cNvSpPr/>
            <p:nvPr/>
          </p:nvSpPr>
          <p:spPr>
            <a:xfrm>
              <a:off x="6910526" y="1984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5" name="pt21735"/>
            <p:cNvSpPr/>
            <p:nvPr/>
          </p:nvSpPr>
          <p:spPr>
            <a:xfrm>
              <a:off x="7034087" y="2174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6" name="pt21736"/>
            <p:cNvSpPr/>
            <p:nvPr/>
          </p:nvSpPr>
          <p:spPr>
            <a:xfrm>
              <a:off x="6870016" y="2363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7" name="pt21737"/>
            <p:cNvSpPr/>
            <p:nvPr/>
          </p:nvSpPr>
          <p:spPr>
            <a:xfrm>
              <a:off x="7352710" y="2555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8" name="pt21738"/>
            <p:cNvSpPr/>
            <p:nvPr/>
          </p:nvSpPr>
          <p:spPr>
            <a:xfrm>
              <a:off x="7075116" y="2180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9" name="pt21739"/>
            <p:cNvSpPr/>
            <p:nvPr/>
          </p:nvSpPr>
          <p:spPr>
            <a:xfrm>
              <a:off x="6958751" y="2053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0" name="pt21740"/>
            <p:cNvSpPr/>
            <p:nvPr/>
          </p:nvSpPr>
          <p:spPr>
            <a:xfrm>
              <a:off x="7241076" y="1936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1" name="pt21741"/>
            <p:cNvSpPr/>
            <p:nvPr/>
          </p:nvSpPr>
          <p:spPr>
            <a:xfrm>
              <a:off x="6861766" y="2068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2" name="pt21742"/>
            <p:cNvSpPr/>
            <p:nvPr/>
          </p:nvSpPr>
          <p:spPr>
            <a:xfrm>
              <a:off x="7214311" y="2082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3" name="pt21743"/>
            <p:cNvSpPr/>
            <p:nvPr/>
          </p:nvSpPr>
          <p:spPr>
            <a:xfrm>
              <a:off x="7338777" y="2168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4" name="pt21744"/>
            <p:cNvSpPr/>
            <p:nvPr/>
          </p:nvSpPr>
          <p:spPr>
            <a:xfrm>
              <a:off x="6727454" y="2516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5" name="pt21745"/>
            <p:cNvSpPr/>
            <p:nvPr/>
          </p:nvSpPr>
          <p:spPr>
            <a:xfrm>
              <a:off x="7088054" y="2218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6" name="pt21746"/>
            <p:cNvSpPr/>
            <p:nvPr/>
          </p:nvSpPr>
          <p:spPr>
            <a:xfrm>
              <a:off x="6913815" y="1995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7" name="pt21747"/>
            <p:cNvSpPr/>
            <p:nvPr/>
          </p:nvSpPr>
          <p:spPr>
            <a:xfrm>
              <a:off x="7361405" y="2828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8" name="pt21748"/>
            <p:cNvSpPr/>
            <p:nvPr/>
          </p:nvSpPr>
          <p:spPr>
            <a:xfrm>
              <a:off x="7032202" y="2199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9" name="pt21749"/>
            <p:cNvSpPr/>
            <p:nvPr/>
          </p:nvSpPr>
          <p:spPr>
            <a:xfrm>
              <a:off x="7358057" y="2531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0" name="pt21750"/>
            <p:cNvSpPr/>
            <p:nvPr/>
          </p:nvSpPr>
          <p:spPr>
            <a:xfrm>
              <a:off x="7121512" y="1989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1" name="pt21751"/>
            <p:cNvSpPr/>
            <p:nvPr/>
          </p:nvSpPr>
          <p:spPr>
            <a:xfrm>
              <a:off x="6784517" y="2140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2" name="pt21752"/>
            <p:cNvSpPr/>
            <p:nvPr/>
          </p:nvSpPr>
          <p:spPr>
            <a:xfrm>
              <a:off x="7085995" y="2282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3" name="pt21753"/>
            <p:cNvSpPr/>
            <p:nvPr/>
          </p:nvSpPr>
          <p:spPr>
            <a:xfrm>
              <a:off x="7172621" y="2255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4" name="pt21754"/>
            <p:cNvSpPr/>
            <p:nvPr/>
          </p:nvSpPr>
          <p:spPr>
            <a:xfrm>
              <a:off x="6754714" y="2336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5" name="pt21755"/>
            <p:cNvSpPr/>
            <p:nvPr/>
          </p:nvSpPr>
          <p:spPr>
            <a:xfrm>
              <a:off x="7152048" y="2105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6" name="pt21756"/>
            <p:cNvSpPr/>
            <p:nvPr/>
          </p:nvSpPr>
          <p:spPr>
            <a:xfrm>
              <a:off x="7179656" y="2165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7" name="pt21757"/>
            <p:cNvSpPr/>
            <p:nvPr/>
          </p:nvSpPr>
          <p:spPr>
            <a:xfrm>
              <a:off x="7499301" y="2687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8" name="pt21758"/>
            <p:cNvSpPr/>
            <p:nvPr/>
          </p:nvSpPr>
          <p:spPr>
            <a:xfrm>
              <a:off x="7158354" y="2293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9" name="pt21759"/>
            <p:cNvSpPr/>
            <p:nvPr/>
          </p:nvSpPr>
          <p:spPr>
            <a:xfrm>
              <a:off x="6948489" y="1926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0" name="pt21760"/>
            <p:cNvSpPr/>
            <p:nvPr/>
          </p:nvSpPr>
          <p:spPr>
            <a:xfrm>
              <a:off x="7173650" y="2059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1" name="pt21761"/>
            <p:cNvSpPr/>
            <p:nvPr/>
          </p:nvSpPr>
          <p:spPr>
            <a:xfrm>
              <a:off x="7113746" y="2010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2" name="pt21762"/>
            <p:cNvSpPr/>
            <p:nvPr/>
          </p:nvSpPr>
          <p:spPr>
            <a:xfrm>
              <a:off x="7080592" y="2245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3" name="pt21763"/>
            <p:cNvSpPr/>
            <p:nvPr/>
          </p:nvSpPr>
          <p:spPr>
            <a:xfrm>
              <a:off x="7044739" y="2190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4" name="pt21764"/>
            <p:cNvSpPr/>
            <p:nvPr/>
          </p:nvSpPr>
          <p:spPr>
            <a:xfrm>
              <a:off x="7060685" y="211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5" name="pt21765"/>
            <p:cNvSpPr/>
            <p:nvPr/>
          </p:nvSpPr>
          <p:spPr>
            <a:xfrm>
              <a:off x="6680508" y="2254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6" name="pt21766"/>
            <p:cNvSpPr/>
            <p:nvPr/>
          </p:nvSpPr>
          <p:spPr>
            <a:xfrm>
              <a:off x="7241720" y="1996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7" name="pt21767"/>
            <p:cNvSpPr/>
            <p:nvPr/>
          </p:nvSpPr>
          <p:spPr>
            <a:xfrm>
              <a:off x="7309129" y="2334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8" name="pt21768"/>
            <p:cNvSpPr/>
            <p:nvPr/>
          </p:nvSpPr>
          <p:spPr>
            <a:xfrm>
              <a:off x="7040607" y="2177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9" name="pt21769"/>
            <p:cNvSpPr/>
            <p:nvPr/>
          </p:nvSpPr>
          <p:spPr>
            <a:xfrm>
              <a:off x="7118618" y="1981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0" name="pt21770"/>
            <p:cNvSpPr/>
            <p:nvPr/>
          </p:nvSpPr>
          <p:spPr>
            <a:xfrm>
              <a:off x="7195248" y="2082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1" name="pt21771"/>
            <p:cNvSpPr/>
            <p:nvPr/>
          </p:nvSpPr>
          <p:spPr>
            <a:xfrm>
              <a:off x="7105089" y="2034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2" name="pt21772"/>
            <p:cNvSpPr/>
            <p:nvPr/>
          </p:nvSpPr>
          <p:spPr>
            <a:xfrm>
              <a:off x="7078962" y="2130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3" name="pt21773"/>
            <p:cNvSpPr/>
            <p:nvPr/>
          </p:nvSpPr>
          <p:spPr>
            <a:xfrm>
              <a:off x="7008293" y="1681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4" name="pt21774"/>
            <p:cNvSpPr/>
            <p:nvPr/>
          </p:nvSpPr>
          <p:spPr>
            <a:xfrm>
              <a:off x="7339912" y="1980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5" name="pt21775"/>
            <p:cNvSpPr/>
            <p:nvPr/>
          </p:nvSpPr>
          <p:spPr>
            <a:xfrm>
              <a:off x="7143822" y="1960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6" name="pt21776"/>
            <p:cNvSpPr/>
            <p:nvPr/>
          </p:nvSpPr>
          <p:spPr>
            <a:xfrm>
              <a:off x="7075876" y="2090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7" name="pt21777"/>
            <p:cNvSpPr/>
            <p:nvPr/>
          </p:nvSpPr>
          <p:spPr>
            <a:xfrm>
              <a:off x="7151928" y="2261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8" name="pt21778"/>
            <p:cNvSpPr/>
            <p:nvPr/>
          </p:nvSpPr>
          <p:spPr>
            <a:xfrm>
              <a:off x="7000413" y="1853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9" name="pt21779"/>
            <p:cNvSpPr/>
            <p:nvPr/>
          </p:nvSpPr>
          <p:spPr>
            <a:xfrm>
              <a:off x="6848842" y="1976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0" name="pt21780"/>
            <p:cNvSpPr/>
            <p:nvPr/>
          </p:nvSpPr>
          <p:spPr>
            <a:xfrm>
              <a:off x="6989576" y="2191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1" name="pt21781"/>
            <p:cNvSpPr/>
            <p:nvPr/>
          </p:nvSpPr>
          <p:spPr>
            <a:xfrm>
              <a:off x="7100743" y="232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2" name="pt21782"/>
            <p:cNvSpPr/>
            <p:nvPr/>
          </p:nvSpPr>
          <p:spPr>
            <a:xfrm>
              <a:off x="6990124" y="219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3" name="pt21783"/>
            <p:cNvSpPr/>
            <p:nvPr/>
          </p:nvSpPr>
          <p:spPr>
            <a:xfrm>
              <a:off x="7327748" y="2223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4" name="pt21784"/>
            <p:cNvSpPr/>
            <p:nvPr/>
          </p:nvSpPr>
          <p:spPr>
            <a:xfrm>
              <a:off x="6603427" y="1853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5" name="pt21785"/>
            <p:cNvSpPr/>
            <p:nvPr/>
          </p:nvSpPr>
          <p:spPr>
            <a:xfrm>
              <a:off x="7247358" y="1954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6" name="pt21786"/>
            <p:cNvSpPr/>
            <p:nvPr/>
          </p:nvSpPr>
          <p:spPr>
            <a:xfrm>
              <a:off x="7164232" y="2375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7" name="pt21787"/>
            <p:cNvSpPr/>
            <p:nvPr/>
          </p:nvSpPr>
          <p:spPr>
            <a:xfrm>
              <a:off x="7449625" y="2274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8" name="pt21788"/>
            <p:cNvSpPr/>
            <p:nvPr/>
          </p:nvSpPr>
          <p:spPr>
            <a:xfrm>
              <a:off x="7126694" y="2113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9" name="pt21789"/>
            <p:cNvSpPr/>
            <p:nvPr/>
          </p:nvSpPr>
          <p:spPr>
            <a:xfrm>
              <a:off x="7217518" y="2061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0" name="pt21790"/>
            <p:cNvSpPr/>
            <p:nvPr/>
          </p:nvSpPr>
          <p:spPr>
            <a:xfrm>
              <a:off x="7129038" y="2109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1" name="pt21791"/>
            <p:cNvSpPr/>
            <p:nvPr/>
          </p:nvSpPr>
          <p:spPr>
            <a:xfrm>
              <a:off x="7338362" y="2104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2" name="pt21792"/>
            <p:cNvSpPr/>
            <p:nvPr/>
          </p:nvSpPr>
          <p:spPr>
            <a:xfrm>
              <a:off x="7053399" y="2167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3" name="pt21793"/>
            <p:cNvSpPr/>
            <p:nvPr/>
          </p:nvSpPr>
          <p:spPr>
            <a:xfrm>
              <a:off x="7074921" y="2164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4" name="pt21794"/>
            <p:cNvSpPr/>
            <p:nvPr/>
          </p:nvSpPr>
          <p:spPr>
            <a:xfrm>
              <a:off x="6984805" y="2258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5" name="pt21795"/>
            <p:cNvSpPr/>
            <p:nvPr/>
          </p:nvSpPr>
          <p:spPr>
            <a:xfrm>
              <a:off x="6892652" y="2172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6" name="pt21796"/>
            <p:cNvSpPr/>
            <p:nvPr/>
          </p:nvSpPr>
          <p:spPr>
            <a:xfrm>
              <a:off x="7103105" y="2165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7" name="pt21797"/>
            <p:cNvSpPr/>
            <p:nvPr/>
          </p:nvSpPr>
          <p:spPr>
            <a:xfrm>
              <a:off x="7436718" y="2208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8" name="pt21798"/>
            <p:cNvSpPr/>
            <p:nvPr/>
          </p:nvSpPr>
          <p:spPr>
            <a:xfrm>
              <a:off x="6957152" y="1797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9" name="pt21799"/>
            <p:cNvSpPr/>
            <p:nvPr/>
          </p:nvSpPr>
          <p:spPr>
            <a:xfrm>
              <a:off x="7164522" y="2089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0" name="pt21800"/>
            <p:cNvSpPr/>
            <p:nvPr/>
          </p:nvSpPr>
          <p:spPr>
            <a:xfrm>
              <a:off x="6861315" y="2183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1" name="pt21801"/>
            <p:cNvSpPr/>
            <p:nvPr/>
          </p:nvSpPr>
          <p:spPr>
            <a:xfrm>
              <a:off x="7001206" y="1752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2" name="pt21802"/>
            <p:cNvSpPr/>
            <p:nvPr/>
          </p:nvSpPr>
          <p:spPr>
            <a:xfrm>
              <a:off x="7070441" y="2110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3" name="pt21803"/>
            <p:cNvSpPr/>
            <p:nvPr/>
          </p:nvSpPr>
          <p:spPr>
            <a:xfrm>
              <a:off x="7195947" y="2158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4" name="pt21804"/>
            <p:cNvSpPr/>
            <p:nvPr/>
          </p:nvSpPr>
          <p:spPr>
            <a:xfrm>
              <a:off x="7289456" y="1872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5" name="pt21805"/>
            <p:cNvSpPr/>
            <p:nvPr/>
          </p:nvSpPr>
          <p:spPr>
            <a:xfrm>
              <a:off x="7088458" y="2214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6" name="pt21806"/>
            <p:cNvSpPr/>
            <p:nvPr/>
          </p:nvSpPr>
          <p:spPr>
            <a:xfrm>
              <a:off x="7095353" y="2227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7" name="pt21807"/>
            <p:cNvSpPr/>
            <p:nvPr/>
          </p:nvSpPr>
          <p:spPr>
            <a:xfrm>
              <a:off x="7016038" y="222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8" name="pt21808"/>
            <p:cNvSpPr/>
            <p:nvPr/>
          </p:nvSpPr>
          <p:spPr>
            <a:xfrm>
              <a:off x="7231004" y="1956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9" name="pt21809"/>
            <p:cNvSpPr/>
            <p:nvPr/>
          </p:nvSpPr>
          <p:spPr>
            <a:xfrm>
              <a:off x="7196286" y="2112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0" name="pt21810"/>
            <p:cNvSpPr/>
            <p:nvPr/>
          </p:nvSpPr>
          <p:spPr>
            <a:xfrm>
              <a:off x="7375053" y="2374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1" name="pt21811"/>
            <p:cNvSpPr/>
            <p:nvPr/>
          </p:nvSpPr>
          <p:spPr>
            <a:xfrm>
              <a:off x="7267441" y="2016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2" name="pt21812"/>
            <p:cNvSpPr/>
            <p:nvPr/>
          </p:nvSpPr>
          <p:spPr>
            <a:xfrm>
              <a:off x="6945272" y="1900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3" name="pt21813"/>
            <p:cNvSpPr/>
            <p:nvPr/>
          </p:nvSpPr>
          <p:spPr>
            <a:xfrm>
              <a:off x="7203097" y="200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4" name="pt21814"/>
            <p:cNvSpPr/>
            <p:nvPr/>
          </p:nvSpPr>
          <p:spPr>
            <a:xfrm>
              <a:off x="7213253" y="2118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5" name="pt21815"/>
            <p:cNvSpPr/>
            <p:nvPr/>
          </p:nvSpPr>
          <p:spPr>
            <a:xfrm>
              <a:off x="6979305" y="2198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6" name="pt21816"/>
            <p:cNvSpPr/>
            <p:nvPr/>
          </p:nvSpPr>
          <p:spPr>
            <a:xfrm>
              <a:off x="7219113" y="2053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7" name="pt21817"/>
            <p:cNvSpPr/>
            <p:nvPr/>
          </p:nvSpPr>
          <p:spPr>
            <a:xfrm>
              <a:off x="6868652" y="2159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8" name="pt21818"/>
            <p:cNvSpPr/>
            <p:nvPr/>
          </p:nvSpPr>
          <p:spPr>
            <a:xfrm>
              <a:off x="7017120" y="224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9" name="pt21819"/>
            <p:cNvSpPr/>
            <p:nvPr/>
          </p:nvSpPr>
          <p:spPr>
            <a:xfrm>
              <a:off x="7096126" y="2192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0" name="pt21820"/>
            <p:cNvSpPr/>
            <p:nvPr/>
          </p:nvSpPr>
          <p:spPr>
            <a:xfrm>
              <a:off x="7206943" y="2182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1" name="pt21821"/>
            <p:cNvSpPr/>
            <p:nvPr/>
          </p:nvSpPr>
          <p:spPr>
            <a:xfrm>
              <a:off x="7114514" y="1964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2" name="pt21822"/>
            <p:cNvSpPr/>
            <p:nvPr/>
          </p:nvSpPr>
          <p:spPr>
            <a:xfrm>
              <a:off x="7149504" y="2199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3" name="pt21823"/>
            <p:cNvSpPr/>
            <p:nvPr/>
          </p:nvSpPr>
          <p:spPr>
            <a:xfrm>
              <a:off x="7172306" y="201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4" name="pt21824"/>
            <p:cNvSpPr/>
            <p:nvPr/>
          </p:nvSpPr>
          <p:spPr>
            <a:xfrm>
              <a:off x="6845572" y="2188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5" name="pt21825"/>
            <p:cNvSpPr/>
            <p:nvPr/>
          </p:nvSpPr>
          <p:spPr>
            <a:xfrm>
              <a:off x="7219730" y="2054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6" name="pt21826"/>
            <p:cNvSpPr/>
            <p:nvPr/>
          </p:nvSpPr>
          <p:spPr>
            <a:xfrm>
              <a:off x="7012066" y="2122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7" name="pt21827"/>
            <p:cNvSpPr/>
            <p:nvPr/>
          </p:nvSpPr>
          <p:spPr>
            <a:xfrm>
              <a:off x="7064715" y="2059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8" name="pt21828"/>
            <p:cNvSpPr/>
            <p:nvPr/>
          </p:nvSpPr>
          <p:spPr>
            <a:xfrm>
              <a:off x="7114518" y="1899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9" name="pt21829"/>
            <p:cNvSpPr/>
            <p:nvPr/>
          </p:nvSpPr>
          <p:spPr>
            <a:xfrm>
              <a:off x="7046661" y="2195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0" name="pt21830"/>
            <p:cNvSpPr/>
            <p:nvPr/>
          </p:nvSpPr>
          <p:spPr>
            <a:xfrm>
              <a:off x="7202374" y="2008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1" name="pt21831"/>
            <p:cNvSpPr/>
            <p:nvPr/>
          </p:nvSpPr>
          <p:spPr>
            <a:xfrm>
              <a:off x="6979556" y="2143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2" name="pt21832"/>
            <p:cNvSpPr/>
            <p:nvPr/>
          </p:nvSpPr>
          <p:spPr>
            <a:xfrm>
              <a:off x="7242834" y="2053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3" name="pt21833"/>
            <p:cNvSpPr/>
            <p:nvPr/>
          </p:nvSpPr>
          <p:spPr>
            <a:xfrm>
              <a:off x="7188441" y="205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4" name="pt21834"/>
            <p:cNvSpPr/>
            <p:nvPr/>
          </p:nvSpPr>
          <p:spPr>
            <a:xfrm>
              <a:off x="7146760" y="2063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5" name="pt21835"/>
            <p:cNvSpPr/>
            <p:nvPr/>
          </p:nvSpPr>
          <p:spPr>
            <a:xfrm>
              <a:off x="7067528" y="209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6" name="pt21836"/>
            <p:cNvSpPr/>
            <p:nvPr/>
          </p:nvSpPr>
          <p:spPr>
            <a:xfrm>
              <a:off x="7139207" y="2009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7" name="pt21837"/>
            <p:cNvSpPr/>
            <p:nvPr/>
          </p:nvSpPr>
          <p:spPr>
            <a:xfrm>
              <a:off x="6859714" y="2120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8" name="pt21838"/>
            <p:cNvSpPr/>
            <p:nvPr/>
          </p:nvSpPr>
          <p:spPr>
            <a:xfrm>
              <a:off x="7051083" y="2042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9" name="pt21839"/>
            <p:cNvSpPr/>
            <p:nvPr/>
          </p:nvSpPr>
          <p:spPr>
            <a:xfrm>
              <a:off x="7293183" y="210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0" name="pt21840"/>
            <p:cNvSpPr/>
            <p:nvPr/>
          </p:nvSpPr>
          <p:spPr>
            <a:xfrm>
              <a:off x="6917401" y="1842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1" name="pt21841"/>
            <p:cNvSpPr/>
            <p:nvPr/>
          </p:nvSpPr>
          <p:spPr>
            <a:xfrm>
              <a:off x="7089328" y="2191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2" name="pt21842"/>
            <p:cNvSpPr/>
            <p:nvPr/>
          </p:nvSpPr>
          <p:spPr>
            <a:xfrm>
              <a:off x="7263650" y="2056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3" name="pt21843"/>
            <p:cNvSpPr/>
            <p:nvPr/>
          </p:nvSpPr>
          <p:spPr>
            <a:xfrm>
              <a:off x="7197771" y="1993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4" name="pt21844"/>
            <p:cNvSpPr/>
            <p:nvPr/>
          </p:nvSpPr>
          <p:spPr>
            <a:xfrm>
              <a:off x="6928712" y="1934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5" name="pt21845"/>
            <p:cNvSpPr/>
            <p:nvPr/>
          </p:nvSpPr>
          <p:spPr>
            <a:xfrm>
              <a:off x="6720899" y="2508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6" name="pt21846"/>
            <p:cNvSpPr/>
            <p:nvPr/>
          </p:nvSpPr>
          <p:spPr>
            <a:xfrm>
              <a:off x="6629961" y="2310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7" name="pt21847"/>
            <p:cNvSpPr/>
            <p:nvPr/>
          </p:nvSpPr>
          <p:spPr>
            <a:xfrm>
              <a:off x="7531677" y="1761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8" name="pt21848"/>
            <p:cNvSpPr/>
            <p:nvPr/>
          </p:nvSpPr>
          <p:spPr>
            <a:xfrm>
              <a:off x="7564685" y="2227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9" name="pt21849"/>
            <p:cNvSpPr/>
            <p:nvPr/>
          </p:nvSpPr>
          <p:spPr>
            <a:xfrm>
              <a:off x="6887198" y="2161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0" name="pt21850"/>
            <p:cNvSpPr/>
            <p:nvPr/>
          </p:nvSpPr>
          <p:spPr>
            <a:xfrm>
              <a:off x="7108167" y="2079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1" name="pt21851"/>
            <p:cNvSpPr/>
            <p:nvPr/>
          </p:nvSpPr>
          <p:spPr>
            <a:xfrm>
              <a:off x="7117304" y="2001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2" name="pt21852"/>
            <p:cNvSpPr/>
            <p:nvPr/>
          </p:nvSpPr>
          <p:spPr>
            <a:xfrm>
              <a:off x="6984855" y="2345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3" name="pt21853"/>
            <p:cNvSpPr/>
            <p:nvPr/>
          </p:nvSpPr>
          <p:spPr>
            <a:xfrm>
              <a:off x="7269080" y="1995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4" name="pt21854"/>
            <p:cNvSpPr/>
            <p:nvPr/>
          </p:nvSpPr>
          <p:spPr>
            <a:xfrm>
              <a:off x="7160851" y="2321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5" name="pt21855"/>
            <p:cNvSpPr/>
            <p:nvPr/>
          </p:nvSpPr>
          <p:spPr>
            <a:xfrm>
              <a:off x="7055264" y="2151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6" name="pt21856"/>
            <p:cNvSpPr/>
            <p:nvPr/>
          </p:nvSpPr>
          <p:spPr>
            <a:xfrm>
              <a:off x="7155336" y="2159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7" name="pt21857"/>
            <p:cNvSpPr/>
            <p:nvPr/>
          </p:nvSpPr>
          <p:spPr>
            <a:xfrm>
              <a:off x="7082350" y="2193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8" name="pt21858"/>
            <p:cNvSpPr/>
            <p:nvPr/>
          </p:nvSpPr>
          <p:spPr>
            <a:xfrm>
              <a:off x="7187570" y="1854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9" name="pt21859"/>
            <p:cNvSpPr/>
            <p:nvPr/>
          </p:nvSpPr>
          <p:spPr>
            <a:xfrm>
              <a:off x="7125575" y="2035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0" name="pt21860"/>
            <p:cNvSpPr/>
            <p:nvPr/>
          </p:nvSpPr>
          <p:spPr>
            <a:xfrm>
              <a:off x="7216970" y="1923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1" name="pt21861"/>
            <p:cNvSpPr/>
            <p:nvPr/>
          </p:nvSpPr>
          <p:spPr>
            <a:xfrm>
              <a:off x="7244966" y="2003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2" name="pt21862"/>
            <p:cNvSpPr/>
            <p:nvPr/>
          </p:nvSpPr>
          <p:spPr>
            <a:xfrm>
              <a:off x="7131673" y="2118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3" name="pt21863"/>
            <p:cNvSpPr/>
            <p:nvPr/>
          </p:nvSpPr>
          <p:spPr>
            <a:xfrm>
              <a:off x="7136191" y="1989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4" name="pt21864"/>
            <p:cNvSpPr/>
            <p:nvPr/>
          </p:nvSpPr>
          <p:spPr>
            <a:xfrm>
              <a:off x="6966785" y="1984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5" name="pt21865"/>
            <p:cNvSpPr/>
            <p:nvPr/>
          </p:nvSpPr>
          <p:spPr>
            <a:xfrm>
              <a:off x="6848183" y="2005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6" name="pt21866"/>
            <p:cNvSpPr/>
            <p:nvPr/>
          </p:nvSpPr>
          <p:spPr>
            <a:xfrm>
              <a:off x="7146357" y="1934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7" name="pt21867"/>
            <p:cNvSpPr/>
            <p:nvPr/>
          </p:nvSpPr>
          <p:spPr>
            <a:xfrm>
              <a:off x="7127461" y="2096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8" name="pt21868"/>
            <p:cNvSpPr/>
            <p:nvPr/>
          </p:nvSpPr>
          <p:spPr>
            <a:xfrm>
              <a:off x="6994230" y="2304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9" name="pt21869"/>
            <p:cNvSpPr/>
            <p:nvPr/>
          </p:nvSpPr>
          <p:spPr>
            <a:xfrm>
              <a:off x="6866396" y="2132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0" name="pt21870"/>
            <p:cNvSpPr/>
            <p:nvPr/>
          </p:nvSpPr>
          <p:spPr>
            <a:xfrm>
              <a:off x="7144626" y="1995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1" name="pt21871"/>
            <p:cNvSpPr/>
            <p:nvPr/>
          </p:nvSpPr>
          <p:spPr>
            <a:xfrm>
              <a:off x="7105139" y="1992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2" name="pt21872"/>
            <p:cNvSpPr/>
            <p:nvPr/>
          </p:nvSpPr>
          <p:spPr>
            <a:xfrm>
              <a:off x="7532547" y="2235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3" name="pt21873"/>
            <p:cNvSpPr/>
            <p:nvPr/>
          </p:nvSpPr>
          <p:spPr>
            <a:xfrm>
              <a:off x="7117472" y="1999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4" name="pt21874"/>
            <p:cNvSpPr/>
            <p:nvPr/>
          </p:nvSpPr>
          <p:spPr>
            <a:xfrm>
              <a:off x="7185893" y="1731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5" name="pt21875"/>
            <p:cNvSpPr/>
            <p:nvPr/>
          </p:nvSpPr>
          <p:spPr>
            <a:xfrm>
              <a:off x="7610322" y="2261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6" name="pt21876"/>
            <p:cNvSpPr/>
            <p:nvPr/>
          </p:nvSpPr>
          <p:spPr>
            <a:xfrm>
              <a:off x="7151539" y="2165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7" name="pt21877"/>
            <p:cNvSpPr/>
            <p:nvPr/>
          </p:nvSpPr>
          <p:spPr>
            <a:xfrm>
              <a:off x="7030802" y="2147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8" name="pt21878"/>
            <p:cNvSpPr/>
            <p:nvPr/>
          </p:nvSpPr>
          <p:spPr>
            <a:xfrm>
              <a:off x="7172168" y="2272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9" name="pt21879"/>
            <p:cNvSpPr/>
            <p:nvPr/>
          </p:nvSpPr>
          <p:spPr>
            <a:xfrm>
              <a:off x="7046283" y="2153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0" name="pt21880"/>
            <p:cNvSpPr/>
            <p:nvPr/>
          </p:nvSpPr>
          <p:spPr>
            <a:xfrm>
              <a:off x="7180879" y="2031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1" name="pt21881"/>
            <p:cNvSpPr/>
            <p:nvPr/>
          </p:nvSpPr>
          <p:spPr>
            <a:xfrm>
              <a:off x="7468556" y="2201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2" name="pt21882"/>
            <p:cNvSpPr/>
            <p:nvPr/>
          </p:nvSpPr>
          <p:spPr>
            <a:xfrm>
              <a:off x="7068701" y="2060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3" name="pt21883"/>
            <p:cNvSpPr/>
            <p:nvPr/>
          </p:nvSpPr>
          <p:spPr>
            <a:xfrm>
              <a:off x="7266973" y="1945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4" name="pt21884"/>
            <p:cNvSpPr/>
            <p:nvPr/>
          </p:nvSpPr>
          <p:spPr>
            <a:xfrm>
              <a:off x="6895066" y="2126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5" name="pt21885"/>
            <p:cNvSpPr/>
            <p:nvPr/>
          </p:nvSpPr>
          <p:spPr>
            <a:xfrm>
              <a:off x="7162241" y="2206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6" name="pt21886"/>
            <p:cNvSpPr/>
            <p:nvPr/>
          </p:nvSpPr>
          <p:spPr>
            <a:xfrm>
              <a:off x="7161677" y="219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7" name="pt21887"/>
            <p:cNvSpPr/>
            <p:nvPr/>
          </p:nvSpPr>
          <p:spPr>
            <a:xfrm>
              <a:off x="7498060" y="2222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8" name="pt21888"/>
            <p:cNvSpPr/>
            <p:nvPr/>
          </p:nvSpPr>
          <p:spPr>
            <a:xfrm>
              <a:off x="7422752" y="2417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9" name="pt21889"/>
            <p:cNvSpPr/>
            <p:nvPr/>
          </p:nvSpPr>
          <p:spPr>
            <a:xfrm>
              <a:off x="6880750" y="2236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0" name="pt21890"/>
            <p:cNvSpPr/>
            <p:nvPr/>
          </p:nvSpPr>
          <p:spPr>
            <a:xfrm>
              <a:off x="6921962" y="2028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1" name="pt21891"/>
            <p:cNvSpPr/>
            <p:nvPr/>
          </p:nvSpPr>
          <p:spPr>
            <a:xfrm>
              <a:off x="7105340" y="2015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2" name="pt21892"/>
            <p:cNvSpPr/>
            <p:nvPr/>
          </p:nvSpPr>
          <p:spPr>
            <a:xfrm>
              <a:off x="7102681" y="2223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3" name="pt21893"/>
            <p:cNvSpPr/>
            <p:nvPr/>
          </p:nvSpPr>
          <p:spPr>
            <a:xfrm>
              <a:off x="7039523" y="2198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4" name="pt21894"/>
            <p:cNvSpPr/>
            <p:nvPr/>
          </p:nvSpPr>
          <p:spPr>
            <a:xfrm>
              <a:off x="7139692" y="2027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5" name="pt21895"/>
            <p:cNvSpPr/>
            <p:nvPr/>
          </p:nvSpPr>
          <p:spPr>
            <a:xfrm>
              <a:off x="6983715" y="2117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6" name="pt21896"/>
            <p:cNvSpPr/>
            <p:nvPr/>
          </p:nvSpPr>
          <p:spPr>
            <a:xfrm>
              <a:off x="7078212" y="2179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7" name="pt21897"/>
            <p:cNvSpPr/>
            <p:nvPr/>
          </p:nvSpPr>
          <p:spPr>
            <a:xfrm>
              <a:off x="7169718" y="2010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8" name="pt21898"/>
            <p:cNvSpPr/>
            <p:nvPr/>
          </p:nvSpPr>
          <p:spPr>
            <a:xfrm>
              <a:off x="7067935" y="2110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9" name="pt21899"/>
            <p:cNvSpPr/>
            <p:nvPr/>
          </p:nvSpPr>
          <p:spPr>
            <a:xfrm>
              <a:off x="7164252" y="2168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0" name="pt21900"/>
            <p:cNvSpPr/>
            <p:nvPr/>
          </p:nvSpPr>
          <p:spPr>
            <a:xfrm>
              <a:off x="7182937" y="1954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1" name="pt21901"/>
            <p:cNvSpPr/>
            <p:nvPr/>
          </p:nvSpPr>
          <p:spPr>
            <a:xfrm>
              <a:off x="7155845" y="2375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2" name="pt21902"/>
            <p:cNvSpPr/>
            <p:nvPr/>
          </p:nvSpPr>
          <p:spPr>
            <a:xfrm>
              <a:off x="6880483" y="2248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3" name="pt21903"/>
            <p:cNvSpPr/>
            <p:nvPr/>
          </p:nvSpPr>
          <p:spPr>
            <a:xfrm>
              <a:off x="7289255" y="204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4" name="pt21904"/>
            <p:cNvSpPr/>
            <p:nvPr/>
          </p:nvSpPr>
          <p:spPr>
            <a:xfrm>
              <a:off x="7051053" y="2099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5" name="pt21905"/>
            <p:cNvSpPr/>
            <p:nvPr/>
          </p:nvSpPr>
          <p:spPr>
            <a:xfrm>
              <a:off x="7052050" y="1975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6" name="pt21906"/>
            <p:cNvSpPr/>
            <p:nvPr/>
          </p:nvSpPr>
          <p:spPr>
            <a:xfrm>
              <a:off x="7243726" y="1801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7" name="pt21907"/>
            <p:cNvSpPr/>
            <p:nvPr/>
          </p:nvSpPr>
          <p:spPr>
            <a:xfrm>
              <a:off x="7297264" y="2281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8" name="pt21908"/>
            <p:cNvSpPr/>
            <p:nvPr/>
          </p:nvSpPr>
          <p:spPr>
            <a:xfrm>
              <a:off x="7193651" y="2195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9" name="pt21909"/>
            <p:cNvSpPr/>
            <p:nvPr/>
          </p:nvSpPr>
          <p:spPr>
            <a:xfrm>
              <a:off x="7415756" y="2564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0" name="pt21910"/>
            <p:cNvSpPr/>
            <p:nvPr/>
          </p:nvSpPr>
          <p:spPr>
            <a:xfrm>
              <a:off x="7146398" y="1901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1" name="pt21911"/>
            <p:cNvSpPr/>
            <p:nvPr/>
          </p:nvSpPr>
          <p:spPr>
            <a:xfrm>
              <a:off x="6993360" y="2265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2" name="pt21912"/>
            <p:cNvSpPr/>
            <p:nvPr/>
          </p:nvSpPr>
          <p:spPr>
            <a:xfrm>
              <a:off x="7207300" y="2061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3" name="pt21913"/>
            <p:cNvSpPr/>
            <p:nvPr/>
          </p:nvSpPr>
          <p:spPr>
            <a:xfrm>
              <a:off x="6997510" y="2234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4" name="pt21914"/>
            <p:cNvSpPr/>
            <p:nvPr/>
          </p:nvSpPr>
          <p:spPr>
            <a:xfrm>
              <a:off x="7161868" y="2261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5" name="pt21915"/>
            <p:cNvSpPr/>
            <p:nvPr/>
          </p:nvSpPr>
          <p:spPr>
            <a:xfrm>
              <a:off x="6729060" y="2285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6" name="pt21916"/>
            <p:cNvSpPr/>
            <p:nvPr/>
          </p:nvSpPr>
          <p:spPr>
            <a:xfrm>
              <a:off x="6973400" y="1924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7" name="pt21917"/>
            <p:cNvSpPr/>
            <p:nvPr/>
          </p:nvSpPr>
          <p:spPr>
            <a:xfrm>
              <a:off x="7203428" y="2069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8" name="pt21918"/>
            <p:cNvSpPr/>
            <p:nvPr/>
          </p:nvSpPr>
          <p:spPr>
            <a:xfrm>
              <a:off x="7062298" y="2098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9" name="pt21919"/>
            <p:cNvSpPr/>
            <p:nvPr/>
          </p:nvSpPr>
          <p:spPr>
            <a:xfrm>
              <a:off x="7417305" y="2545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0" name="pt21920"/>
            <p:cNvSpPr/>
            <p:nvPr/>
          </p:nvSpPr>
          <p:spPr>
            <a:xfrm>
              <a:off x="6975275" y="2050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1" name="pt21921"/>
            <p:cNvSpPr/>
            <p:nvPr/>
          </p:nvSpPr>
          <p:spPr>
            <a:xfrm>
              <a:off x="7067213" y="2071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2" name="pt21922"/>
            <p:cNvSpPr/>
            <p:nvPr/>
          </p:nvSpPr>
          <p:spPr>
            <a:xfrm>
              <a:off x="7143140" y="2015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3" name="pt21923"/>
            <p:cNvSpPr/>
            <p:nvPr/>
          </p:nvSpPr>
          <p:spPr>
            <a:xfrm>
              <a:off x="7216216" y="1988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4" name="pt21924"/>
            <p:cNvSpPr/>
            <p:nvPr/>
          </p:nvSpPr>
          <p:spPr>
            <a:xfrm>
              <a:off x="7110375" y="2072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5" name="pt21925"/>
            <p:cNvSpPr/>
            <p:nvPr/>
          </p:nvSpPr>
          <p:spPr>
            <a:xfrm>
              <a:off x="7236951" y="2006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6" name="pt21926"/>
            <p:cNvSpPr/>
            <p:nvPr/>
          </p:nvSpPr>
          <p:spPr>
            <a:xfrm>
              <a:off x="6887769" y="2125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7" name="pt21927"/>
            <p:cNvSpPr/>
            <p:nvPr/>
          </p:nvSpPr>
          <p:spPr>
            <a:xfrm>
              <a:off x="7141307" y="2013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8" name="pt21928"/>
            <p:cNvSpPr/>
            <p:nvPr/>
          </p:nvSpPr>
          <p:spPr>
            <a:xfrm>
              <a:off x="7119199" y="1960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9" name="pt21929"/>
            <p:cNvSpPr/>
            <p:nvPr/>
          </p:nvSpPr>
          <p:spPr>
            <a:xfrm>
              <a:off x="7163138" y="2261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0" name="pt21930"/>
            <p:cNvSpPr/>
            <p:nvPr/>
          </p:nvSpPr>
          <p:spPr>
            <a:xfrm>
              <a:off x="7026323" y="1966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1" name="pt21931"/>
            <p:cNvSpPr/>
            <p:nvPr/>
          </p:nvSpPr>
          <p:spPr>
            <a:xfrm>
              <a:off x="7204368" y="1974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2" name="pt21932"/>
            <p:cNvSpPr/>
            <p:nvPr/>
          </p:nvSpPr>
          <p:spPr>
            <a:xfrm>
              <a:off x="7144587" y="1901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3" name="pt21933"/>
            <p:cNvSpPr/>
            <p:nvPr/>
          </p:nvSpPr>
          <p:spPr>
            <a:xfrm>
              <a:off x="7370644" y="2708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4" name="pt21934"/>
            <p:cNvSpPr/>
            <p:nvPr/>
          </p:nvSpPr>
          <p:spPr>
            <a:xfrm>
              <a:off x="7288591" y="2091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5" name="pt21935"/>
            <p:cNvSpPr/>
            <p:nvPr/>
          </p:nvSpPr>
          <p:spPr>
            <a:xfrm>
              <a:off x="7320638" y="2368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6" name="pt21936"/>
            <p:cNvSpPr/>
            <p:nvPr/>
          </p:nvSpPr>
          <p:spPr>
            <a:xfrm>
              <a:off x="6895902" y="2013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7" name="pt21937"/>
            <p:cNvSpPr/>
            <p:nvPr/>
          </p:nvSpPr>
          <p:spPr>
            <a:xfrm>
              <a:off x="7239605" y="1871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8" name="pt21938"/>
            <p:cNvSpPr/>
            <p:nvPr/>
          </p:nvSpPr>
          <p:spPr>
            <a:xfrm>
              <a:off x="7533834" y="1958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9" name="pt21939"/>
            <p:cNvSpPr/>
            <p:nvPr/>
          </p:nvSpPr>
          <p:spPr>
            <a:xfrm>
              <a:off x="7130619" y="2161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0" name="pt21940"/>
            <p:cNvSpPr/>
            <p:nvPr/>
          </p:nvSpPr>
          <p:spPr>
            <a:xfrm>
              <a:off x="7051706" y="2146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1" name="pt21941"/>
            <p:cNvSpPr/>
            <p:nvPr/>
          </p:nvSpPr>
          <p:spPr>
            <a:xfrm>
              <a:off x="7325342" y="1953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2" name="pt21942"/>
            <p:cNvSpPr/>
            <p:nvPr/>
          </p:nvSpPr>
          <p:spPr>
            <a:xfrm>
              <a:off x="6952490" y="1804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3" name="pt21943"/>
            <p:cNvSpPr/>
            <p:nvPr/>
          </p:nvSpPr>
          <p:spPr>
            <a:xfrm>
              <a:off x="7087513" y="216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4" name="pt21944"/>
            <p:cNvSpPr/>
            <p:nvPr/>
          </p:nvSpPr>
          <p:spPr>
            <a:xfrm>
              <a:off x="7081845" y="2101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5" name="pt21945"/>
            <p:cNvSpPr/>
            <p:nvPr/>
          </p:nvSpPr>
          <p:spPr>
            <a:xfrm>
              <a:off x="7220900" y="2075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6" name="pt21946"/>
            <p:cNvSpPr/>
            <p:nvPr/>
          </p:nvSpPr>
          <p:spPr>
            <a:xfrm>
              <a:off x="7074545" y="2083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7" name="pt21947"/>
            <p:cNvSpPr/>
            <p:nvPr/>
          </p:nvSpPr>
          <p:spPr>
            <a:xfrm>
              <a:off x="6955890" y="1761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8" name="pt21948"/>
            <p:cNvSpPr/>
            <p:nvPr/>
          </p:nvSpPr>
          <p:spPr>
            <a:xfrm>
              <a:off x="6978887" y="2218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9" name="pt21949"/>
            <p:cNvSpPr/>
            <p:nvPr/>
          </p:nvSpPr>
          <p:spPr>
            <a:xfrm>
              <a:off x="7024811" y="2087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0" name="pt21950"/>
            <p:cNvSpPr/>
            <p:nvPr/>
          </p:nvSpPr>
          <p:spPr>
            <a:xfrm>
              <a:off x="7029972" y="2174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1" name="pt21951"/>
            <p:cNvSpPr/>
            <p:nvPr/>
          </p:nvSpPr>
          <p:spPr>
            <a:xfrm>
              <a:off x="7126945" y="2129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2" name="pt21952"/>
            <p:cNvSpPr/>
            <p:nvPr/>
          </p:nvSpPr>
          <p:spPr>
            <a:xfrm>
              <a:off x="7060354" y="2098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3" name="pt21953"/>
            <p:cNvSpPr/>
            <p:nvPr/>
          </p:nvSpPr>
          <p:spPr>
            <a:xfrm>
              <a:off x="7374880" y="254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4" name="pt21954"/>
            <p:cNvSpPr/>
            <p:nvPr/>
          </p:nvSpPr>
          <p:spPr>
            <a:xfrm>
              <a:off x="6978126" y="2177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5" name="pt21955"/>
            <p:cNvSpPr/>
            <p:nvPr/>
          </p:nvSpPr>
          <p:spPr>
            <a:xfrm>
              <a:off x="7468668" y="2575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6" name="pt21956"/>
            <p:cNvSpPr/>
            <p:nvPr/>
          </p:nvSpPr>
          <p:spPr>
            <a:xfrm>
              <a:off x="7123926" y="200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7" name="pt21957"/>
            <p:cNvSpPr/>
            <p:nvPr/>
          </p:nvSpPr>
          <p:spPr>
            <a:xfrm>
              <a:off x="7103198" y="2202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8" name="pt21958"/>
            <p:cNvSpPr/>
            <p:nvPr/>
          </p:nvSpPr>
          <p:spPr>
            <a:xfrm>
              <a:off x="7107313" y="2084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9" name="pt21959"/>
            <p:cNvSpPr/>
            <p:nvPr/>
          </p:nvSpPr>
          <p:spPr>
            <a:xfrm>
              <a:off x="7190688" y="2169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0" name="pt21960"/>
            <p:cNvSpPr/>
            <p:nvPr/>
          </p:nvSpPr>
          <p:spPr>
            <a:xfrm>
              <a:off x="7087860" y="2127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1" name="pt21961"/>
            <p:cNvSpPr/>
            <p:nvPr/>
          </p:nvSpPr>
          <p:spPr>
            <a:xfrm>
              <a:off x="7108866" y="2092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2" name="pt21962"/>
            <p:cNvSpPr/>
            <p:nvPr/>
          </p:nvSpPr>
          <p:spPr>
            <a:xfrm>
              <a:off x="6913742" y="1989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3" name="pt21963"/>
            <p:cNvSpPr/>
            <p:nvPr/>
          </p:nvSpPr>
          <p:spPr>
            <a:xfrm>
              <a:off x="7509009" y="2020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4" name="pt21964"/>
            <p:cNvSpPr/>
            <p:nvPr/>
          </p:nvSpPr>
          <p:spPr>
            <a:xfrm>
              <a:off x="7195959" y="2039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5" name="pt21965"/>
            <p:cNvSpPr/>
            <p:nvPr/>
          </p:nvSpPr>
          <p:spPr>
            <a:xfrm>
              <a:off x="7008743" y="2047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6" name="pt21966"/>
            <p:cNvSpPr/>
            <p:nvPr/>
          </p:nvSpPr>
          <p:spPr>
            <a:xfrm>
              <a:off x="7054873" y="1976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7" name="pt21967"/>
            <p:cNvSpPr/>
            <p:nvPr/>
          </p:nvSpPr>
          <p:spPr>
            <a:xfrm>
              <a:off x="7056164" y="2048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8" name="pt21968"/>
            <p:cNvSpPr/>
            <p:nvPr/>
          </p:nvSpPr>
          <p:spPr>
            <a:xfrm>
              <a:off x="7060610" y="2208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9" name="pt21969"/>
            <p:cNvSpPr/>
            <p:nvPr/>
          </p:nvSpPr>
          <p:spPr>
            <a:xfrm>
              <a:off x="6951280" y="1979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0" name="pt21970"/>
            <p:cNvSpPr/>
            <p:nvPr/>
          </p:nvSpPr>
          <p:spPr>
            <a:xfrm>
              <a:off x="7277466" y="2038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1" name="pt21971"/>
            <p:cNvSpPr/>
            <p:nvPr/>
          </p:nvSpPr>
          <p:spPr>
            <a:xfrm>
              <a:off x="6971987" y="1873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2" name="pt21972"/>
            <p:cNvSpPr/>
            <p:nvPr/>
          </p:nvSpPr>
          <p:spPr>
            <a:xfrm>
              <a:off x="7227541" y="2060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3" name="pt21973"/>
            <p:cNvSpPr/>
            <p:nvPr/>
          </p:nvSpPr>
          <p:spPr>
            <a:xfrm>
              <a:off x="6907907" y="2025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4" name="pt21974"/>
            <p:cNvSpPr/>
            <p:nvPr/>
          </p:nvSpPr>
          <p:spPr>
            <a:xfrm>
              <a:off x="7108489" y="1990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5" name="pt21975"/>
            <p:cNvSpPr/>
            <p:nvPr/>
          </p:nvSpPr>
          <p:spPr>
            <a:xfrm>
              <a:off x="7144192" y="1993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6" name="pt21976"/>
            <p:cNvSpPr/>
            <p:nvPr/>
          </p:nvSpPr>
          <p:spPr>
            <a:xfrm>
              <a:off x="7163235" y="2334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7" name="pt21977"/>
            <p:cNvSpPr/>
            <p:nvPr/>
          </p:nvSpPr>
          <p:spPr>
            <a:xfrm>
              <a:off x="7196931" y="2166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8" name="pt21978"/>
            <p:cNvSpPr/>
            <p:nvPr/>
          </p:nvSpPr>
          <p:spPr>
            <a:xfrm>
              <a:off x="6972299" y="1817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9" name="pt21979"/>
            <p:cNvSpPr/>
            <p:nvPr/>
          </p:nvSpPr>
          <p:spPr>
            <a:xfrm>
              <a:off x="7144233" y="1989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0" name="pt21980"/>
            <p:cNvSpPr/>
            <p:nvPr/>
          </p:nvSpPr>
          <p:spPr>
            <a:xfrm>
              <a:off x="7221901" y="1769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1" name="pt21981"/>
            <p:cNvSpPr/>
            <p:nvPr/>
          </p:nvSpPr>
          <p:spPr>
            <a:xfrm>
              <a:off x="7025150" y="2128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2" name="pt21982"/>
            <p:cNvSpPr/>
            <p:nvPr/>
          </p:nvSpPr>
          <p:spPr>
            <a:xfrm>
              <a:off x="7365485" y="2500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3" name="pt21983"/>
            <p:cNvSpPr/>
            <p:nvPr/>
          </p:nvSpPr>
          <p:spPr>
            <a:xfrm>
              <a:off x="7199354" y="1941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4" name="pt21984"/>
            <p:cNvSpPr/>
            <p:nvPr/>
          </p:nvSpPr>
          <p:spPr>
            <a:xfrm>
              <a:off x="7137847" y="1968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5" name="pt21985"/>
            <p:cNvSpPr/>
            <p:nvPr/>
          </p:nvSpPr>
          <p:spPr>
            <a:xfrm>
              <a:off x="6942462" y="1936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6" name="pt21986"/>
            <p:cNvSpPr/>
            <p:nvPr/>
          </p:nvSpPr>
          <p:spPr>
            <a:xfrm>
              <a:off x="7073160" y="2104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7" name="pt21987"/>
            <p:cNvSpPr/>
            <p:nvPr/>
          </p:nvSpPr>
          <p:spPr>
            <a:xfrm>
              <a:off x="6936268" y="2091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8" name="pt21988"/>
            <p:cNvSpPr/>
            <p:nvPr/>
          </p:nvSpPr>
          <p:spPr>
            <a:xfrm>
              <a:off x="7156475" y="2368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9" name="pt21989"/>
            <p:cNvSpPr/>
            <p:nvPr/>
          </p:nvSpPr>
          <p:spPr>
            <a:xfrm>
              <a:off x="6952129" y="1993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0" name="pt21990"/>
            <p:cNvSpPr/>
            <p:nvPr/>
          </p:nvSpPr>
          <p:spPr>
            <a:xfrm>
              <a:off x="6923326" y="2038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1" name="pt21991"/>
            <p:cNvSpPr/>
            <p:nvPr/>
          </p:nvSpPr>
          <p:spPr>
            <a:xfrm>
              <a:off x="6978011" y="2205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2" name="pt21992"/>
            <p:cNvSpPr/>
            <p:nvPr/>
          </p:nvSpPr>
          <p:spPr>
            <a:xfrm>
              <a:off x="7145238" y="1926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3" name="pt21993"/>
            <p:cNvSpPr/>
            <p:nvPr/>
          </p:nvSpPr>
          <p:spPr>
            <a:xfrm>
              <a:off x="7126613" y="2138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4" name="pt21994"/>
            <p:cNvSpPr/>
            <p:nvPr/>
          </p:nvSpPr>
          <p:spPr>
            <a:xfrm>
              <a:off x="7140583" y="2011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5" name="pt21995"/>
            <p:cNvSpPr/>
            <p:nvPr/>
          </p:nvSpPr>
          <p:spPr>
            <a:xfrm>
              <a:off x="7173588" y="2049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6" name="pt21996"/>
            <p:cNvSpPr/>
            <p:nvPr/>
          </p:nvSpPr>
          <p:spPr>
            <a:xfrm>
              <a:off x="7093777" y="2226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7" name="pt21997"/>
            <p:cNvSpPr/>
            <p:nvPr/>
          </p:nvSpPr>
          <p:spPr>
            <a:xfrm>
              <a:off x="7187200" y="1814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8" name="pt21998"/>
            <p:cNvSpPr/>
            <p:nvPr/>
          </p:nvSpPr>
          <p:spPr>
            <a:xfrm>
              <a:off x="7039930" y="2190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9" name="pt21999"/>
            <p:cNvSpPr/>
            <p:nvPr/>
          </p:nvSpPr>
          <p:spPr>
            <a:xfrm>
              <a:off x="7122699" y="2047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0" name="pt22000"/>
            <p:cNvSpPr/>
            <p:nvPr/>
          </p:nvSpPr>
          <p:spPr>
            <a:xfrm>
              <a:off x="7261249" y="2004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1" name="pt22001"/>
            <p:cNvSpPr/>
            <p:nvPr/>
          </p:nvSpPr>
          <p:spPr>
            <a:xfrm>
              <a:off x="7176614" y="2137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2" name="pt22002"/>
            <p:cNvSpPr/>
            <p:nvPr/>
          </p:nvSpPr>
          <p:spPr>
            <a:xfrm>
              <a:off x="7036124" y="2045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3" name="pt22003"/>
            <p:cNvSpPr/>
            <p:nvPr/>
          </p:nvSpPr>
          <p:spPr>
            <a:xfrm>
              <a:off x="6935368" y="2055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4" name="pt22004"/>
            <p:cNvSpPr/>
            <p:nvPr/>
          </p:nvSpPr>
          <p:spPr>
            <a:xfrm>
              <a:off x="7045210" y="2191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5" name="pt22005"/>
            <p:cNvSpPr/>
            <p:nvPr/>
          </p:nvSpPr>
          <p:spPr>
            <a:xfrm>
              <a:off x="6837727" y="1825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6" name="pt22006"/>
            <p:cNvSpPr/>
            <p:nvPr/>
          </p:nvSpPr>
          <p:spPr>
            <a:xfrm>
              <a:off x="7626006" y="2272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7" name="pt22007"/>
            <p:cNvSpPr/>
            <p:nvPr/>
          </p:nvSpPr>
          <p:spPr>
            <a:xfrm>
              <a:off x="7042990" y="2281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8" name="pt22008"/>
            <p:cNvSpPr/>
            <p:nvPr/>
          </p:nvSpPr>
          <p:spPr>
            <a:xfrm>
              <a:off x="6859749" y="2116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9" name="pt22009"/>
            <p:cNvSpPr/>
            <p:nvPr/>
          </p:nvSpPr>
          <p:spPr>
            <a:xfrm>
              <a:off x="7044472" y="2166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0" name="pt22010"/>
            <p:cNvSpPr/>
            <p:nvPr/>
          </p:nvSpPr>
          <p:spPr>
            <a:xfrm>
              <a:off x="6938553" y="2033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1" name="pt22011"/>
            <p:cNvSpPr/>
            <p:nvPr/>
          </p:nvSpPr>
          <p:spPr>
            <a:xfrm>
              <a:off x="6718292" y="250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2" name="pt22012"/>
            <p:cNvSpPr/>
            <p:nvPr/>
          </p:nvSpPr>
          <p:spPr>
            <a:xfrm>
              <a:off x="7210058" y="198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3" name="pt22013"/>
            <p:cNvSpPr/>
            <p:nvPr/>
          </p:nvSpPr>
          <p:spPr>
            <a:xfrm>
              <a:off x="6982394" y="2270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4" name="pt22014"/>
            <p:cNvSpPr/>
            <p:nvPr/>
          </p:nvSpPr>
          <p:spPr>
            <a:xfrm>
              <a:off x="7149609" y="2150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5" name="pt22015"/>
            <p:cNvSpPr/>
            <p:nvPr/>
          </p:nvSpPr>
          <p:spPr>
            <a:xfrm>
              <a:off x="6963878" y="188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6" name="pt22016"/>
            <p:cNvSpPr/>
            <p:nvPr/>
          </p:nvSpPr>
          <p:spPr>
            <a:xfrm>
              <a:off x="7051942" y="2192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7" name="pt22017"/>
            <p:cNvSpPr/>
            <p:nvPr/>
          </p:nvSpPr>
          <p:spPr>
            <a:xfrm>
              <a:off x="7166832" y="2062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8" name="pt22018"/>
            <p:cNvSpPr/>
            <p:nvPr/>
          </p:nvSpPr>
          <p:spPr>
            <a:xfrm>
              <a:off x="7079759" y="2187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9" name="pt22019"/>
            <p:cNvSpPr/>
            <p:nvPr/>
          </p:nvSpPr>
          <p:spPr>
            <a:xfrm>
              <a:off x="6956173" y="1979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0" name="pt22020"/>
            <p:cNvSpPr/>
            <p:nvPr/>
          </p:nvSpPr>
          <p:spPr>
            <a:xfrm>
              <a:off x="7058428" y="2078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1" name="pt22021"/>
            <p:cNvSpPr/>
            <p:nvPr/>
          </p:nvSpPr>
          <p:spPr>
            <a:xfrm>
              <a:off x="7076664" y="2096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2" name="pt22022"/>
            <p:cNvSpPr/>
            <p:nvPr/>
          </p:nvSpPr>
          <p:spPr>
            <a:xfrm>
              <a:off x="7198074" y="1981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3" name="pt22023"/>
            <p:cNvSpPr/>
            <p:nvPr/>
          </p:nvSpPr>
          <p:spPr>
            <a:xfrm>
              <a:off x="7058231" y="2025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4" name="pt22024"/>
            <p:cNvSpPr/>
            <p:nvPr/>
          </p:nvSpPr>
          <p:spPr>
            <a:xfrm>
              <a:off x="7076551" y="2169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5" name="pt22025"/>
            <p:cNvSpPr/>
            <p:nvPr/>
          </p:nvSpPr>
          <p:spPr>
            <a:xfrm>
              <a:off x="7067306" y="2093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6" name="pt22026"/>
            <p:cNvSpPr/>
            <p:nvPr/>
          </p:nvSpPr>
          <p:spPr>
            <a:xfrm>
              <a:off x="7160017" y="2261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7" name="pt22027"/>
            <p:cNvSpPr/>
            <p:nvPr/>
          </p:nvSpPr>
          <p:spPr>
            <a:xfrm>
              <a:off x="7027693" y="2116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8" name="pt22028"/>
            <p:cNvSpPr/>
            <p:nvPr/>
          </p:nvSpPr>
          <p:spPr>
            <a:xfrm>
              <a:off x="7160889" y="2201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9" name="pt22029"/>
            <p:cNvSpPr/>
            <p:nvPr/>
          </p:nvSpPr>
          <p:spPr>
            <a:xfrm>
              <a:off x="7157937" y="2240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0" name="pt22030"/>
            <p:cNvSpPr/>
            <p:nvPr/>
          </p:nvSpPr>
          <p:spPr>
            <a:xfrm>
              <a:off x="6976028" y="2009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1" name="pt22031"/>
            <p:cNvSpPr/>
            <p:nvPr/>
          </p:nvSpPr>
          <p:spPr>
            <a:xfrm>
              <a:off x="7182218" y="1996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2" name="pt22032"/>
            <p:cNvSpPr/>
            <p:nvPr/>
          </p:nvSpPr>
          <p:spPr>
            <a:xfrm>
              <a:off x="6927429" y="1972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3" name="pt22033"/>
            <p:cNvSpPr/>
            <p:nvPr/>
          </p:nvSpPr>
          <p:spPr>
            <a:xfrm>
              <a:off x="6710471" y="2685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4" name="pt22034"/>
            <p:cNvSpPr/>
            <p:nvPr/>
          </p:nvSpPr>
          <p:spPr>
            <a:xfrm>
              <a:off x="7182654" y="2046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5" name="pt22035"/>
            <p:cNvSpPr/>
            <p:nvPr/>
          </p:nvSpPr>
          <p:spPr>
            <a:xfrm>
              <a:off x="7188571" y="2199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6" name="pt22036"/>
            <p:cNvSpPr/>
            <p:nvPr/>
          </p:nvSpPr>
          <p:spPr>
            <a:xfrm>
              <a:off x="7675470" y="2301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7" name="pt22037"/>
            <p:cNvSpPr/>
            <p:nvPr/>
          </p:nvSpPr>
          <p:spPr>
            <a:xfrm>
              <a:off x="7241152" y="2035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8" name="pt22038"/>
            <p:cNvSpPr/>
            <p:nvPr/>
          </p:nvSpPr>
          <p:spPr>
            <a:xfrm>
              <a:off x="7010431" y="2014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9" name="pt22039"/>
            <p:cNvSpPr/>
            <p:nvPr/>
          </p:nvSpPr>
          <p:spPr>
            <a:xfrm>
              <a:off x="7316247" y="2302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0" name="pt22040"/>
            <p:cNvSpPr/>
            <p:nvPr/>
          </p:nvSpPr>
          <p:spPr>
            <a:xfrm>
              <a:off x="7071581" y="2112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1" name="pt22041"/>
            <p:cNvSpPr/>
            <p:nvPr/>
          </p:nvSpPr>
          <p:spPr>
            <a:xfrm>
              <a:off x="7040933" y="2249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2" name="pt22042"/>
            <p:cNvSpPr/>
            <p:nvPr/>
          </p:nvSpPr>
          <p:spPr>
            <a:xfrm>
              <a:off x="7129222" y="2095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3" name="pt22043"/>
            <p:cNvSpPr/>
            <p:nvPr/>
          </p:nvSpPr>
          <p:spPr>
            <a:xfrm>
              <a:off x="6988175" y="2157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4" name="pt22044"/>
            <p:cNvSpPr/>
            <p:nvPr/>
          </p:nvSpPr>
          <p:spPr>
            <a:xfrm>
              <a:off x="6757406" y="2104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5" name="pt22045"/>
            <p:cNvSpPr/>
            <p:nvPr/>
          </p:nvSpPr>
          <p:spPr>
            <a:xfrm>
              <a:off x="7082429" y="2148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6" name="pt22046"/>
            <p:cNvSpPr/>
            <p:nvPr/>
          </p:nvSpPr>
          <p:spPr>
            <a:xfrm>
              <a:off x="7122788" y="2026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7" name="pt22047"/>
            <p:cNvSpPr/>
            <p:nvPr/>
          </p:nvSpPr>
          <p:spPr>
            <a:xfrm>
              <a:off x="7142413" y="196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8" name="pt22048"/>
            <p:cNvSpPr/>
            <p:nvPr/>
          </p:nvSpPr>
          <p:spPr>
            <a:xfrm>
              <a:off x="7244448" y="1925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9" name="pt22049"/>
            <p:cNvSpPr/>
            <p:nvPr/>
          </p:nvSpPr>
          <p:spPr>
            <a:xfrm>
              <a:off x="6702665" y="2362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0" name="pt22050"/>
            <p:cNvSpPr/>
            <p:nvPr/>
          </p:nvSpPr>
          <p:spPr>
            <a:xfrm>
              <a:off x="6974341" y="1861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1" name="pt22051"/>
            <p:cNvSpPr/>
            <p:nvPr/>
          </p:nvSpPr>
          <p:spPr>
            <a:xfrm>
              <a:off x="7108594" y="2112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2" name="pt22052"/>
            <p:cNvSpPr/>
            <p:nvPr/>
          </p:nvSpPr>
          <p:spPr>
            <a:xfrm>
              <a:off x="7078527" y="2111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3" name="pt22053"/>
            <p:cNvSpPr/>
            <p:nvPr/>
          </p:nvSpPr>
          <p:spPr>
            <a:xfrm>
              <a:off x="7121493" y="2044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4" name="pt22054"/>
            <p:cNvSpPr/>
            <p:nvPr/>
          </p:nvSpPr>
          <p:spPr>
            <a:xfrm>
              <a:off x="7526227" y="2000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5" name="pt22055"/>
            <p:cNvSpPr/>
            <p:nvPr/>
          </p:nvSpPr>
          <p:spPr>
            <a:xfrm>
              <a:off x="7201959" y="2101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6" name="pt22056"/>
            <p:cNvSpPr/>
            <p:nvPr/>
          </p:nvSpPr>
          <p:spPr>
            <a:xfrm>
              <a:off x="7063478" y="2081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7" name="pt22057"/>
            <p:cNvSpPr/>
            <p:nvPr/>
          </p:nvSpPr>
          <p:spPr>
            <a:xfrm>
              <a:off x="7390844" y="236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8" name="pt22058"/>
            <p:cNvSpPr/>
            <p:nvPr/>
          </p:nvSpPr>
          <p:spPr>
            <a:xfrm>
              <a:off x="6926144" y="1991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9" name="pt22059"/>
            <p:cNvSpPr/>
            <p:nvPr/>
          </p:nvSpPr>
          <p:spPr>
            <a:xfrm>
              <a:off x="6665555" y="1855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0" name="pt22060"/>
            <p:cNvSpPr/>
            <p:nvPr/>
          </p:nvSpPr>
          <p:spPr>
            <a:xfrm>
              <a:off x="7031009" y="2152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1" name="pt22061"/>
            <p:cNvSpPr/>
            <p:nvPr/>
          </p:nvSpPr>
          <p:spPr>
            <a:xfrm>
              <a:off x="7167701" y="2187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2" name="pt22062"/>
            <p:cNvSpPr/>
            <p:nvPr/>
          </p:nvSpPr>
          <p:spPr>
            <a:xfrm>
              <a:off x="7007542" y="1509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3" name="pt22063"/>
            <p:cNvSpPr/>
            <p:nvPr/>
          </p:nvSpPr>
          <p:spPr>
            <a:xfrm>
              <a:off x="7157773" y="2177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4" name="pt22064"/>
            <p:cNvSpPr/>
            <p:nvPr/>
          </p:nvSpPr>
          <p:spPr>
            <a:xfrm>
              <a:off x="7213153" y="1909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5" name="pt22065"/>
            <p:cNvSpPr/>
            <p:nvPr/>
          </p:nvSpPr>
          <p:spPr>
            <a:xfrm>
              <a:off x="6703022" y="2383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6" name="pt22066"/>
            <p:cNvSpPr/>
            <p:nvPr/>
          </p:nvSpPr>
          <p:spPr>
            <a:xfrm>
              <a:off x="7049280" y="2148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7" name="pt22067"/>
            <p:cNvSpPr/>
            <p:nvPr/>
          </p:nvSpPr>
          <p:spPr>
            <a:xfrm>
              <a:off x="7190177" y="2292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8" name="pt22068"/>
            <p:cNvSpPr/>
            <p:nvPr/>
          </p:nvSpPr>
          <p:spPr>
            <a:xfrm>
              <a:off x="7214550" y="1760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9" name="pt22069"/>
            <p:cNvSpPr/>
            <p:nvPr/>
          </p:nvSpPr>
          <p:spPr>
            <a:xfrm>
              <a:off x="6739993" y="2306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0" name="pt22070"/>
            <p:cNvSpPr/>
            <p:nvPr/>
          </p:nvSpPr>
          <p:spPr>
            <a:xfrm>
              <a:off x="7068518" y="2047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1" name="pt22071"/>
            <p:cNvSpPr/>
            <p:nvPr/>
          </p:nvSpPr>
          <p:spPr>
            <a:xfrm>
              <a:off x="7143607" y="1968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2" name="pt22072"/>
            <p:cNvSpPr/>
            <p:nvPr/>
          </p:nvSpPr>
          <p:spPr>
            <a:xfrm>
              <a:off x="7030069" y="2179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3" name="pt22073"/>
            <p:cNvSpPr/>
            <p:nvPr/>
          </p:nvSpPr>
          <p:spPr>
            <a:xfrm>
              <a:off x="7218439" y="2062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4" name="pt22074"/>
            <p:cNvSpPr/>
            <p:nvPr/>
          </p:nvSpPr>
          <p:spPr>
            <a:xfrm>
              <a:off x="7078993" y="2159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5" name="pt22075"/>
            <p:cNvSpPr/>
            <p:nvPr/>
          </p:nvSpPr>
          <p:spPr>
            <a:xfrm>
              <a:off x="7100660" y="2305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6" name="pt22076"/>
            <p:cNvSpPr/>
            <p:nvPr/>
          </p:nvSpPr>
          <p:spPr>
            <a:xfrm>
              <a:off x="6979769" y="2158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7" name="pt22077"/>
            <p:cNvSpPr/>
            <p:nvPr/>
          </p:nvSpPr>
          <p:spPr>
            <a:xfrm>
              <a:off x="7273873" y="2078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8" name="pt22078"/>
            <p:cNvSpPr/>
            <p:nvPr/>
          </p:nvSpPr>
          <p:spPr>
            <a:xfrm>
              <a:off x="6717668" y="2438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9" name="pt22079"/>
            <p:cNvSpPr/>
            <p:nvPr/>
          </p:nvSpPr>
          <p:spPr>
            <a:xfrm>
              <a:off x="6987697" y="2131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0" name="pt22080"/>
            <p:cNvSpPr/>
            <p:nvPr/>
          </p:nvSpPr>
          <p:spPr>
            <a:xfrm>
              <a:off x="7152855" y="2101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1" name="pt22081"/>
            <p:cNvSpPr/>
            <p:nvPr/>
          </p:nvSpPr>
          <p:spPr>
            <a:xfrm>
              <a:off x="7181023" y="1984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2" name="pt22082"/>
            <p:cNvSpPr/>
            <p:nvPr/>
          </p:nvSpPr>
          <p:spPr>
            <a:xfrm>
              <a:off x="7129315" y="2138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3" name="pt22083"/>
            <p:cNvSpPr/>
            <p:nvPr/>
          </p:nvSpPr>
          <p:spPr>
            <a:xfrm>
              <a:off x="6871090" y="2183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4" name="pt22084"/>
            <p:cNvSpPr/>
            <p:nvPr/>
          </p:nvSpPr>
          <p:spPr>
            <a:xfrm>
              <a:off x="7195056" y="215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5" name="pt22085"/>
            <p:cNvSpPr/>
            <p:nvPr/>
          </p:nvSpPr>
          <p:spPr>
            <a:xfrm>
              <a:off x="6889554" y="2002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6" name="pt22086"/>
            <p:cNvSpPr/>
            <p:nvPr/>
          </p:nvSpPr>
          <p:spPr>
            <a:xfrm>
              <a:off x="7451806" y="2739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7" name="pt22087"/>
            <p:cNvSpPr/>
            <p:nvPr/>
          </p:nvSpPr>
          <p:spPr>
            <a:xfrm>
              <a:off x="7034776" y="2125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8" name="pt22088"/>
            <p:cNvSpPr/>
            <p:nvPr/>
          </p:nvSpPr>
          <p:spPr>
            <a:xfrm>
              <a:off x="6968730" y="1791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9" name="pt22089"/>
            <p:cNvSpPr/>
            <p:nvPr/>
          </p:nvSpPr>
          <p:spPr>
            <a:xfrm>
              <a:off x="6817800" y="2165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0" name="pt22090"/>
            <p:cNvSpPr/>
            <p:nvPr/>
          </p:nvSpPr>
          <p:spPr>
            <a:xfrm>
              <a:off x="7074929" y="2229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1" name="pt22091"/>
            <p:cNvSpPr/>
            <p:nvPr/>
          </p:nvSpPr>
          <p:spPr>
            <a:xfrm>
              <a:off x="7019824" y="2118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2" name="pt22092"/>
            <p:cNvSpPr/>
            <p:nvPr/>
          </p:nvSpPr>
          <p:spPr>
            <a:xfrm>
              <a:off x="7171486" y="2013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3" name="pt22093"/>
            <p:cNvSpPr/>
            <p:nvPr/>
          </p:nvSpPr>
          <p:spPr>
            <a:xfrm>
              <a:off x="7234763" y="1890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4" name="pt22094"/>
            <p:cNvSpPr/>
            <p:nvPr/>
          </p:nvSpPr>
          <p:spPr>
            <a:xfrm>
              <a:off x="7167056" y="1955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5" name="pt22095"/>
            <p:cNvSpPr/>
            <p:nvPr/>
          </p:nvSpPr>
          <p:spPr>
            <a:xfrm>
              <a:off x="7011571" y="207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6" name="pt22096"/>
            <p:cNvSpPr/>
            <p:nvPr/>
          </p:nvSpPr>
          <p:spPr>
            <a:xfrm>
              <a:off x="7397435" y="2696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7" name="pt22097"/>
            <p:cNvSpPr/>
            <p:nvPr/>
          </p:nvSpPr>
          <p:spPr>
            <a:xfrm>
              <a:off x="6935209" y="2041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8" name="pt22098"/>
            <p:cNvSpPr/>
            <p:nvPr/>
          </p:nvSpPr>
          <p:spPr>
            <a:xfrm>
              <a:off x="7082738" y="2167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9" name="pt22099"/>
            <p:cNvSpPr/>
            <p:nvPr/>
          </p:nvSpPr>
          <p:spPr>
            <a:xfrm>
              <a:off x="6981425" y="2131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0" name="pt22100"/>
            <p:cNvSpPr/>
            <p:nvPr/>
          </p:nvSpPr>
          <p:spPr>
            <a:xfrm>
              <a:off x="7121669" y="2024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1" name="pt22101"/>
            <p:cNvSpPr/>
            <p:nvPr/>
          </p:nvSpPr>
          <p:spPr>
            <a:xfrm>
              <a:off x="6984064" y="2302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2" name="pt22102"/>
            <p:cNvSpPr/>
            <p:nvPr/>
          </p:nvSpPr>
          <p:spPr>
            <a:xfrm>
              <a:off x="7352432" y="2709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3" name="pt22103"/>
            <p:cNvSpPr/>
            <p:nvPr/>
          </p:nvSpPr>
          <p:spPr>
            <a:xfrm>
              <a:off x="6946127" y="1996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4" name="pt22104"/>
            <p:cNvSpPr/>
            <p:nvPr/>
          </p:nvSpPr>
          <p:spPr>
            <a:xfrm>
              <a:off x="6994009" y="2315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5" name="pt22105"/>
            <p:cNvSpPr/>
            <p:nvPr/>
          </p:nvSpPr>
          <p:spPr>
            <a:xfrm>
              <a:off x="7137030" y="198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6" name="pt22106"/>
            <p:cNvSpPr/>
            <p:nvPr/>
          </p:nvSpPr>
          <p:spPr>
            <a:xfrm>
              <a:off x="6942424" y="1996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7" name="pt22107"/>
            <p:cNvSpPr/>
            <p:nvPr/>
          </p:nvSpPr>
          <p:spPr>
            <a:xfrm>
              <a:off x="7055244" y="2007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8" name="pt22108"/>
            <p:cNvSpPr/>
            <p:nvPr/>
          </p:nvSpPr>
          <p:spPr>
            <a:xfrm>
              <a:off x="7095657" y="2283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9" name="pt22109"/>
            <p:cNvSpPr/>
            <p:nvPr/>
          </p:nvSpPr>
          <p:spPr>
            <a:xfrm>
              <a:off x="7037677" y="2249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0" name="pt22110"/>
            <p:cNvSpPr/>
            <p:nvPr/>
          </p:nvSpPr>
          <p:spPr>
            <a:xfrm>
              <a:off x="7836002" y="2327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1" name="pt22111"/>
            <p:cNvSpPr/>
            <p:nvPr/>
          </p:nvSpPr>
          <p:spPr>
            <a:xfrm>
              <a:off x="7052522" y="2127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2" name="pt22112"/>
            <p:cNvSpPr/>
            <p:nvPr/>
          </p:nvSpPr>
          <p:spPr>
            <a:xfrm>
              <a:off x="7133610" y="2061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3" name="pt22113"/>
            <p:cNvSpPr/>
            <p:nvPr/>
          </p:nvSpPr>
          <p:spPr>
            <a:xfrm>
              <a:off x="7190743" y="2207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4" name="pt22114"/>
            <p:cNvSpPr/>
            <p:nvPr/>
          </p:nvSpPr>
          <p:spPr>
            <a:xfrm>
              <a:off x="7374077" y="2405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5" name="pt22115"/>
            <p:cNvSpPr/>
            <p:nvPr/>
          </p:nvSpPr>
          <p:spPr>
            <a:xfrm>
              <a:off x="7093890" y="229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6" name="pt22116"/>
            <p:cNvSpPr/>
            <p:nvPr/>
          </p:nvSpPr>
          <p:spPr>
            <a:xfrm>
              <a:off x="7013743" y="1966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7" name="pt22117"/>
            <p:cNvSpPr/>
            <p:nvPr/>
          </p:nvSpPr>
          <p:spPr>
            <a:xfrm>
              <a:off x="7212964" y="2017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8" name="pt22118"/>
            <p:cNvSpPr/>
            <p:nvPr/>
          </p:nvSpPr>
          <p:spPr>
            <a:xfrm>
              <a:off x="7093870" y="2314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9" name="pt22119"/>
            <p:cNvSpPr/>
            <p:nvPr/>
          </p:nvSpPr>
          <p:spPr>
            <a:xfrm>
              <a:off x="7013947" y="2043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0" name="pt22120"/>
            <p:cNvSpPr/>
            <p:nvPr/>
          </p:nvSpPr>
          <p:spPr>
            <a:xfrm>
              <a:off x="6982594" y="2233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1" name="pt22121"/>
            <p:cNvSpPr/>
            <p:nvPr/>
          </p:nvSpPr>
          <p:spPr>
            <a:xfrm>
              <a:off x="7110237" y="2025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2" name="pt22122"/>
            <p:cNvSpPr/>
            <p:nvPr/>
          </p:nvSpPr>
          <p:spPr>
            <a:xfrm>
              <a:off x="6877539" y="2180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3" name="pt22123"/>
            <p:cNvSpPr/>
            <p:nvPr/>
          </p:nvSpPr>
          <p:spPr>
            <a:xfrm>
              <a:off x="7267804" y="2019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4" name="pt22124"/>
            <p:cNvSpPr/>
            <p:nvPr/>
          </p:nvSpPr>
          <p:spPr>
            <a:xfrm>
              <a:off x="7002584" y="1995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5" name="pt22125"/>
            <p:cNvSpPr/>
            <p:nvPr/>
          </p:nvSpPr>
          <p:spPr>
            <a:xfrm>
              <a:off x="7272488" y="1906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6" name="pt22126"/>
            <p:cNvSpPr/>
            <p:nvPr/>
          </p:nvSpPr>
          <p:spPr>
            <a:xfrm>
              <a:off x="6863937" y="2135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7" name="pt22127"/>
            <p:cNvSpPr/>
            <p:nvPr/>
          </p:nvSpPr>
          <p:spPr>
            <a:xfrm>
              <a:off x="7367588" y="2527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8" name="pt22128"/>
            <p:cNvSpPr/>
            <p:nvPr/>
          </p:nvSpPr>
          <p:spPr>
            <a:xfrm>
              <a:off x="7008475" y="1731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9" name="pt22129"/>
            <p:cNvSpPr/>
            <p:nvPr/>
          </p:nvSpPr>
          <p:spPr>
            <a:xfrm>
              <a:off x="7118827" y="1961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0" name="pt22130"/>
            <p:cNvSpPr/>
            <p:nvPr/>
          </p:nvSpPr>
          <p:spPr>
            <a:xfrm>
              <a:off x="6936124" y="2052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1" name="pt22131"/>
            <p:cNvSpPr/>
            <p:nvPr/>
          </p:nvSpPr>
          <p:spPr>
            <a:xfrm>
              <a:off x="7028919" y="2215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2" name="pt22132"/>
            <p:cNvSpPr/>
            <p:nvPr/>
          </p:nvSpPr>
          <p:spPr>
            <a:xfrm>
              <a:off x="7036401" y="2177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3" name="pt22133"/>
            <p:cNvSpPr/>
            <p:nvPr/>
          </p:nvSpPr>
          <p:spPr>
            <a:xfrm>
              <a:off x="7276129" y="1896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4" name="pt22134"/>
            <p:cNvSpPr/>
            <p:nvPr/>
          </p:nvSpPr>
          <p:spPr>
            <a:xfrm>
              <a:off x="7105211" y="208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5" name="pt22135"/>
            <p:cNvSpPr/>
            <p:nvPr/>
          </p:nvSpPr>
          <p:spPr>
            <a:xfrm>
              <a:off x="7283925" y="1947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6" name="pt22136"/>
            <p:cNvSpPr/>
            <p:nvPr/>
          </p:nvSpPr>
          <p:spPr>
            <a:xfrm>
              <a:off x="6844776" y="2068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7" name="pt22137"/>
            <p:cNvSpPr/>
            <p:nvPr/>
          </p:nvSpPr>
          <p:spPr>
            <a:xfrm>
              <a:off x="7321190" y="2306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8" name="pt22138"/>
            <p:cNvSpPr/>
            <p:nvPr/>
          </p:nvSpPr>
          <p:spPr>
            <a:xfrm>
              <a:off x="7087645" y="2272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9" name="pt22139"/>
            <p:cNvSpPr/>
            <p:nvPr/>
          </p:nvSpPr>
          <p:spPr>
            <a:xfrm>
              <a:off x="6941575" y="1961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0" name="pt22140"/>
            <p:cNvSpPr/>
            <p:nvPr/>
          </p:nvSpPr>
          <p:spPr>
            <a:xfrm>
              <a:off x="6960186" y="2201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1" name="pt22141"/>
            <p:cNvSpPr/>
            <p:nvPr/>
          </p:nvSpPr>
          <p:spPr>
            <a:xfrm>
              <a:off x="7042083" y="2229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2" name="pt22142"/>
            <p:cNvSpPr/>
            <p:nvPr/>
          </p:nvSpPr>
          <p:spPr>
            <a:xfrm>
              <a:off x="7011149" y="2109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3" name="pt22143"/>
            <p:cNvSpPr/>
            <p:nvPr/>
          </p:nvSpPr>
          <p:spPr>
            <a:xfrm>
              <a:off x="6943258" y="1876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4" name="pt22144"/>
            <p:cNvSpPr/>
            <p:nvPr/>
          </p:nvSpPr>
          <p:spPr>
            <a:xfrm>
              <a:off x="6912536" y="1860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5" name="pt22145"/>
            <p:cNvSpPr/>
            <p:nvPr/>
          </p:nvSpPr>
          <p:spPr>
            <a:xfrm>
              <a:off x="7388054" y="2910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6" name="pt22146"/>
            <p:cNvSpPr/>
            <p:nvPr/>
          </p:nvSpPr>
          <p:spPr>
            <a:xfrm>
              <a:off x="7224347" y="1853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7" name="pt22147"/>
            <p:cNvSpPr/>
            <p:nvPr/>
          </p:nvSpPr>
          <p:spPr>
            <a:xfrm>
              <a:off x="7231677" y="2068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8" name="pt22148"/>
            <p:cNvSpPr/>
            <p:nvPr/>
          </p:nvSpPr>
          <p:spPr>
            <a:xfrm>
              <a:off x="7298920" y="2173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9" name="pt22149"/>
            <p:cNvSpPr/>
            <p:nvPr/>
          </p:nvSpPr>
          <p:spPr>
            <a:xfrm>
              <a:off x="6973126" y="1899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0" name="pt22150"/>
            <p:cNvSpPr/>
            <p:nvPr/>
          </p:nvSpPr>
          <p:spPr>
            <a:xfrm>
              <a:off x="7096370" y="2296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1" name="pt22151"/>
            <p:cNvSpPr/>
            <p:nvPr/>
          </p:nvSpPr>
          <p:spPr>
            <a:xfrm>
              <a:off x="7036818" y="2080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2" name="pt22152"/>
            <p:cNvSpPr/>
            <p:nvPr/>
          </p:nvSpPr>
          <p:spPr>
            <a:xfrm>
              <a:off x="7044028" y="2137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3" name="pt22153"/>
            <p:cNvSpPr/>
            <p:nvPr/>
          </p:nvSpPr>
          <p:spPr>
            <a:xfrm>
              <a:off x="6956163" y="1826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4" name="pt22154"/>
            <p:cNvSpPr/>
            <p:nvPr/>
          </p:nvSpPr>
          <p:spPr>
            <a:xfrm>
              <a:off x="7026661" y="2095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5" name="pt22155"/>
            <p:cNvSpPr/>
            <p:nvPr/>
          </p:nvSpPr>
          <p:spPr>
            <a:xfrm>
              <a:off x="6872604" y="2124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6" name="pt22156"/>
            <p:cNvSpPr/>
            <p:nvPr/>
          </p:nvSpPr>
          <p:spPr>
            <a:xfrm>
              <a:off x="7257152" y="2047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7" name="pt22157"/>
            <p:cNvSpPr/>
            <p:nvPr/>
          </p:nvSpPr>
          <p:spPr>
            <a:xfrm>
              <a:off x="6617254" y="1911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8" name="pt22158"/>
            <p:cNvSpPr/>
            <p:nvPr/>
          </p:nvSpPr>
          <p:spPr>
            <a:xfrm>
              <a:off x="6921054" y="193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9" name="pt22159"/>
            <p:cNvSpPr/>
            <p:nvPr/>
          </p:nvSpPr>
          <p:spPr>
            <a:xfrm>
              <a:off x="7008603" y="2033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0" name="pt22160"/>
            <p:cNvSpPr/>
            <p:nvPr/>
          </p:nvSpPr>
          <p:spPr>
            <a:xfrm>
              <a:off x="7033235" y="2204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1" name="pt22161"/>
            <p:cNvSpPr/>
            <p:nvPr/>
          </p:nvSpPr>
          <p:spPr>
            <a:xfrm>
              <a:off x="7129858" y="2082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2" name="pt22162"/>
            <p:cNvSpPr/>
            <p:nvPr/>
          </p:nvSpPr>
          <p:spPr>
            <a:xfrm>
              <a:off x="6797229" y="2194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3" name="pt22163"/>
            <p:cNvSpPr/>
            <p:nvPr/>
          </p:nvSpPr>
          <p:spPr>
            <a:xfrm>
              <a:off x="7196294" y="1913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4" name="pt22164"/>
            <p:cNvSpPr/>
            <p:nvPr/>
          </p:nvSpPr>
          <p:spPr>
            <a:xfrm>
              <a:off x="7211635" y="1916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5" name="pt22165"/>
            <p:cNvSpPr/>
            <p:nvPr/>
          </p:nvSpPr>
          <p:spPr>
            <a:xfrm>
              <a:off x="6979254" y="2135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6" name="pt22166"/>
            <p:cNvSpPr/>
            <p:nvPr/>
          </p:nvSpPr>
          <p:spPr>
            <a:xfrm>
              <a:off x="6964535" y="199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7" name="pt22167"/>
            <p:cNvSpPr/>
            <p:nvPr/>
          </p:nvSpPr>
          <p:spPr>
            <a:xfrm>
              <a:off x="7042692" y="221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8" name="pt22168"/>
            <p:cNvSpPr/>
            <p:nvPr/>
          </p:nvSpPr>
          <p:spPr>
            <a:xfrm>
              <a:off x="7342293" y="2110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9" name="pt22169"/>
            <p:cNvSpPr/>
            <p:nvPr/>
          </p:nvSpPr>
          <p:spPr>
            <a:xfrm>
              <a:off x="7067746" y="2025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0" name="pt22170"/>
            <p:cNvSpPr/>
            <p:nvPr/>
          </p:nvSpPr>
          <p:spPr>
            <a:xfrm>
              <a:off x="6918375" y="1924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1" name="pt22171"/>
            <p:cNvSpPr/>
            <p:nvPr/>
          </p:nvSpPr>
          <p:spPr>
            <a:xfrm>
              <a:off x="7138471" y="1941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2" name="pt22172"/>
            <p:cNvSpPr/>
            <p:nvPr/>
          </p:nvSpPr>
          <p:spPr>
            <a:xfrm>
              <a:off x="6853968" y="2231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3" name="pt22173"/>
            <p:cNvSpPr/>
            <p:nvPr/>
          </p:nvSpPr>
          <p:spPr>
            <a:xfrm>
              <a:off x="7032496" y="2275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4" name="pt22174"/>
            <p:cNvSpPr/>
            <p:nvPr/>
          </p:nvSpPr>
          <p:spPr>
            <a:xfrm>
              <a:off x="6999215" y="2137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5" name="pt22175"/>
            <p:cNvSpPr/>
            <p:nvPr/>
          </p:nvSpPr>
          <p:spPr>
            <a:xfrm>
              <a:off x="7027636" y="2014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6" name="pt22176"/>
            <p:cNvSpPr/>
            <p:nvPr/>
          </p:nvSpPr>
          <p:spPr>
            <a:xfrm>
              <a:off x="7027419" y="2075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7" name="pt22177"/>
            <p:cNvSpPr/>
            <p:nvPr/>
          </p:nvSpPr>
          <p:spPr>
            <a:xfrm>
              <a:off x="7105274" y="2092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8" name="pt22178"/>
            <p:cNvSpPr/>
            <p:nvPr/>
          </p:nvSpPr>
          <p:spPr>
            <a:xfrm>
              <a:off x="6873915" y="1936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9" name="pt22179"/>
            <p:cNvSpPr/>
            <p:nvPr/>
          </p:nvSpPr>
          <p:spPr>
            <a:xfrm>
              <a:off x="7392545" y="2535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0" name="pt22180"/>
            <p:cNvSpPr/>
            <p:nvPr/>
          </p:nvSpPr>
          <p:spPr>
            <a:xfrm>
              <a:off x="7255537" y="1849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1" name="pt22181"/>
            <p:cNvSpPr/>
            <p:nvPr/>
          </p:nvSpPr>
          <p:spPr>
            <a:xfrm>
              <a:off x="7248155" y="1900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2" name="pt22182"/>
            <p:cNvSpPr/>
            <p:nvPr/>
          </p:nvSpPr>
          <p:spPr>
            <a:xfrm>
              <a:off x="6883813" y="1935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3" name="pt22183"/>
            <p:cNvSpPr/>
            <p:nvPr/>
          </p:nvSpPr>
          <p:spPr>
            <a:xfrm>
              <a:off x="7206600" y="2132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4" name="pt22184"/>
            <p:cNvSpPr/>
            <p:nvPr/>
          </p:nvSpPr>
          <p:spPr>
            <a:xfrm>
              <a:off x="6977307" y="2160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5" name="pt22185"/>
            <p:cNvSpPr/>
            <p:nvPr/>
          </p:nvSpPr>
          <p:spPr>
            <a:xfrm>
              <a:off x="7090640" y="2227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6" name="pt22186"/>
            <p:cNvSpPr/>
            <p:nvPr/>
          </p:nvSpPr>
          <p:spPr>
            <a:xfrm>
              <a:off x="7133469" y="1969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7" name="pt22187"/>
            <p:cNvSpPr/>
            <p:nvPr/>
          </p:nvSpPr>
          <p:spPr>
            <a:xfrm>
              <a:off x="6655997" y="2228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8" name="pt22188"/>
            <p:cNvSpPr/>
            <p:nvPr/>
          </p:nvSpPr>
          <p:spPr>
            <a:xfrm>
              <a:off x="6960461" y="2056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9" name="pt22189"/>
            <p:cNvSpPr/>
            <p:nvPr/>
          </p:nvSpPr>
          <p:spPr>
            <a:xfrm>
              <a:off x="6941226" y="1955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0" name="pt22190"/>
            <p:cNvSpPr/>
            <p:nvPr/>
          </p:nvSpPr>
          <p:spPr>
            <a:xfrm>
              <a:off x="7114566" y="1956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1" name="pt22191"/>
            <p:cNvSpPr/>
            <p:nvPr/>
          </p:nvSpPr>
          <p:spPr>
            <a:xfrm>
              <a:off x="6864502" y="2159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2" name="pt22192"/>
            <p:cNvSpPr/>
            <p:nvPr/>
          </p:nvSpPr>
          <p:spPr>
            <a:xfrm>
              <a:off x="7083242" y="2190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3" name="pt22193"/>
            <p:cNvSpPr/>
            <p:nvPr/>
          </p:nvSpPr>
          <p:spPr>
            <a:xfrm>
              <a:off x="7023258" y="1991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4" name="pt22194"/>
            <p:cNvSpPr/>
            <p:nvPr/>
          </p:nvSpPr>
          <p:spPr>
            <a:xfrm>
              <a:off x="7239511" y="1852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5" name="pt22195"/>
            <p:cNvSpPr/>
            <p:nvPr/>
          </p:nvSpPr>
          <p:spPr>
            <a:xfrm>
              <a:off x="7170867" y="2044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6" name="pt22196"/>
            <p:cNvSpPr/>
            <p:nvPr/>
          </p:nvSpPr>
          <p:spPr>
            <a:xfrm>
              <a:off x="7062214" y="2095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7" name="pt22197"/>
            <p:cNvSpPr/>
            <p:nvPr/>
          </p:nvSpPr>
          <p:spPr>
            <a:xfrm>
              <a:off x="7264697" y="1845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8" name="pt22198"/>
            <p:cNvSpPr/>
            <p:nvPr/>
          </p:nvSpPr>
          <p:spPr>
            <a:xfrm>
              <a:off x="6985044" y="2180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9" name="pt22199"/>
            <p:cNvSpPr/>
            <p:nvPr/>
          </p:nvSpPr>
          <p:spPr>
            <a:xfrm>
              <a:off x="7163621" y="2092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0" name="pt22200"/>
            <p:cNvSpPr/>
            <p:nvPr/>
          </p:nvSpPr>
          <p:spPr>
            <a:xfrm>
              <a:off x="6970607" y="194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1" name="pt22201"/>
            <p:cNvSpPr/>
            <p:nvPr/>
          </p:nvSpPr>
          <p:spPr>
            <a:xfrm>
              <a:off x="6937893" y="2074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2" name="pt22202"/>
            <p:cNvSpPr/>
            <p:nvPr/>
          </p:nvSpPr>
          <p:spPr>
            <a:xfrm>
              <a:off x="6910267" y="1967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3" name="pt22203"/>
            <p:cNvSpPr/>
            <p:nvPr/>
          </p:nvSpPr>
          <p:spPr>
            <a:xfrm>
              <a:off x="7186875" y="161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4" name="pt22204"/>
            <p:cNvSpPr/>
            <p:nvPr/>
          </p:nvSpPr>
          <p:spPr>
            <a:xfrm>
              <a:off x="7144910" y="2052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5" name="pt22205"/>
            <p:cNvSpPr/>
            <p:nvPr/>
          </p:nvSpPr>
          <p:spPr>
            <a:xfrm>
              <a:off x="7138327" y="2047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6" name="pt22206"/>
            <p:cNvSpPr/>
            <p:nvPr/>
          </p:nvSpPr>
          <p:spPr>
            <a:xfrm>
              <a:off x="7037985" y="2229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7" name="pt22207"/>
            <p:cNvSpPr/>
            <p:nvPr/>
          </p:nvSpPr>
          <p:spPr>
            <a:xfrm>
              <a:off x="7101484" y="2178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8" name="pt22208"/>
            <p:cNvSpPr/>
            <p:nvPr/>
          </p:nvSpPr>
          <p:spPr>
            <a:xfrm>
              <a:off x="7091733" y="2223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9" name="pt22209"/>
            <p:cNvSpPr/>
            <p:nvPr/>
          </p:nvSpPr>
          <p:spPr>
            <a:xfrm>
              <a:off x="7060317" y="217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0" name="pt22210"/>
            <p:cNvSpPr/>
            <p:nvPr/>
          </p:nvSpPr>
          <p:spPr>
            <a:xfrm>
              <a:off x="7178859" y="2053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1" name="pt22211"/>
            <p:cNvSpPr/>
            <p:nvPr/>
          </p:nvSpPr>
          <p:spPr>
            <a:xfrm>
              <a:off x="7030248" y="2140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2" name="pt22212"/>
            <p:cNvSpPr/>
            <p:nvPr/>
          </p:nvSpPr>
          <p:spPr>
            <a:xfrm>
              <a:off x="6786729" y="2441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3" name="pt22213"/>
            <p:cNvSpPr/>
            <p:nvPr/>
          </p:nvSpPr>
          <p:spPr>
            <a:xfrm>
              <a:off x="7007312" y="1835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4" name="pt22214"/>
            <p:cNvSpPr/>
            <p:nvPr/>
          </p:nvSpPr>
          <p:spPr>
            <a:xfrm>
              <a:off x="7035116" y="2208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5" name="pt22215"/>
            <p:cNvSpPr/>
            <p:nvPr/>
          </p:nvSpPr>
          <p:spPr>
            <a:xfrm>
              <a:off x="7107380" y="1886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6" name="pt22216"/>
            <p:cNvSpPr/>
            <p:nvPr/>
          </p:nvSpPr>
          <p:spPr>
            <a:xfrm>
              <a:off x="6879203" y="2247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7" name="pt22217"/>
            <p:cNvSpPr/>
            <p:nvPr/>
          </p:nvSpPr>
          <p:spPr>
            <a:xfrm>
              <a:off x="7083404" y="2133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8" name="pt22218"/>
            <p:cNvSpPr/>
            <p:nvPr/>
          </p:nvSpPr>
          <p:spPr>
            <a:xfrm>
              <a:off x="7476827" y="2507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9" name="pt22219"/>
            <p:cNvSpPr/>
            <p:nvPr/>
          </p:nvSpPr>
          <p:spPr>
            <a:xfrm>
              <a:off x="7682729" y="2236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0" name="pt22220"/>
            <p:cNvSpPr/>
            <p:nvPr/>
          </p:nvSpPr>
          <p:spPr>
            <a:xfrm>
              <a:off x="7016330" y="2236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1" name="pt22221"/>
            <p:cNvSpPr/>
            <p:nvPr/>
          </p:nvSpPr>
          <p:spPr>
            <a:xfrm>
              <a:off x="6988600" y="2288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2" name="pt22222"/>
            <p:cNvSpPr/>
            <p:nvPr/>
          </p:nvSpPr>
          <p:spPr>
            <a:xfrm>
              <a:off x="7063713" y="2140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3" name="pt22223"/>
            <p:cNvSpPr/>
            <p:nvPr/>
          </p:nvSpPr>
          <p:spPr>
            <a:xfrm>
              <a:off x="7188447" y="2161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4" name="pt22224"/>
            <p:cNvSpPr/>
            <p:nvPr/>
          </p:nvSpPr>
          <p:spPr>
            <a:xfrm>
              <a:off x="7341450" y="210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5" name="pt22225"/>
            <p:cNvSpPr/>
            <p:nvPr/>
          </p:nvSpPr>
          <p:spPr>
            <a:xfrm>
              <a:off x="7136538" y="2047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6" name="pt22226"/>
            <p:cNvSpPr/>
            <p:nvPr/>
          </p:nvSpPr>
          <p:spPr>
            <a:xfrm>
              <a:off x="7450076" y="2377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7" name="pt22227"/>
            <p:cNvSpPr/>
            <p:nvPr/>
          </p:nvSpPr>
          <p:spPr>
            <a:xfrm>
              <a:off x="7018373" y="2037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8" name="pt22228"/>
            <p:cNvSpPr/>
            <p:nvPr/>
          </p:nvSpPr>
          <p:spPr>
            <a:xfrm>
              <a:off x="6997638" y="2253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9" name="pt22229"/>
            <p:cNvSpPr/>
            <p:nvPr/>
          </p:nvSpPr>
          <p:spPr>
            <a:xfrm>
              <a:off x="7008441" y="2091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0" name="pt22230"/>
            <p:cNvSpPr/>
            <p:nvPr/>
          </p:nvSpPr>
          <p:spPr>
            <a:xfrm>
              <a:off x="7205485" y="2181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1" name="pt22231"/>
            <p:cNvSpPr/>
            <p:nvPr/>
          </p:nvSpPr>
          <p:spPr>
            <a:xfrm>
              <a:off x="7055895" y="2019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2" name="pt22232"/>
            <p:cNvSpPr/>
            <p:nvPr/>
          </p:nvSpPr>
          <p:spPr>
            <a:xfrm>
              <a:off x="7213485" y="191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3" name="pt22233"/>
            <p:cNvSpPr/>
            <p:nvPr/>
          </p:nvSpPr>
          <p:spPr>
            <a:xfrm>
              <a:off x="7513517" y="1919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4" name="pt22234"/>
            <p:cNvSpPr/>
            <p:nvPr/>
          </p:nvSpPr>
          <p:spPr>
            <a:xfrm>
              <a:off x="7042024" y="218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5" name="pt22235"/>
            <p:cNvSpPr/>
            <p:nvPr/>
          </p:nvSpPr>
          <p:spPr>
            <a:xfrm>
              <a:off x="7127639" y="2132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6" name="pt22236"/>
            <p:cNvSpPr/>
            <p:nvPr/>
          </p:nvSpPr>
          <p:spPr>
            <a:xfrm>
              <a:off x="6934206" y="1966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7" name="pt22237"/>
            <p:cNvSpPr/>
            <p:nvPr/>
          </p:nvSpPr>
          <p:spPr>
            <a:xfrm>
              <a:off x="6777532" y="2084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8" name="pt22238"/>
            <p:cNvSpPr/>
            <p:nvPr/>
          </p:nvSpPr>
          <p:spPr>
            <a:xfrm>
              <a:off x="7261237" y="2032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9" name="pt22239"/>
            <p:cNvSpPr/>
            <p:nvPr/>
          </p:nvSpPr>
          <p:spPr>
            <a:xfrm>
              <a:off x="7103605" y="2176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0" name="pt22240"/>
            <p:cNvSpPr/>
            <p:nvPr/>
          </p:nvSpPr>
          <p:spPr>
            <a:xfrm>
              <a:off x="6677614" y="2462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1" name="pt22241"/>
            <p:cNvSpPr/>
            <p:nvPr/>
          </p:nvSpPr>
          <p:spPr>
            <a:xfrm>
              <a:off x="7150620" y="2056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2" name="pt22242"/>
            <p:cNvSpPr/>
            <p:nvPr/>
          </p:nvSpPr>
          <p:spPr>
            <a:xfrm>
              <a:off x="6841235" y="2008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3" name="pt22243"/>
            <p:cNvSpPr/>
            <p:nvPr/>
          </p:nvSpPr>
          <p:spPr>
            <a:xfrm>
              <a:off x="7046230" y="2180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4" name="pt22244"/>
            <p:cNvSpPr/>
            <p:nvPr/>
          </p:nvSpPr>
          <p:spPr>
            <a:xfrm>
              <a:off x="7059184" y="2026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5" name="pt22245"/>
            <p:cNvSpPr/>
            <p:nvPr/>
          </p:nvSpPr>
          <p:spPr>
            <a:xfrm>
              <a:off x="7043567" y="2240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6" name="pt22246"/>
            <p:cNvSpPr/>
            <p:nvPr/>
          </p:nvSpPr>
          <p:spPr>
            <a:xfrm>
              <a:off x="7251615" y="1991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7" name="pt22247"/>
            <p:cNvSpPr/>
            <p:nvPr/>
          </p:nvSpPr>
          <p:spPr>
            <a:xfrm>
              <a:off x="7217897" y="1968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8" name="pt22248"/>
            <p:cNvSpPr/>
            <p:nvPr/>
          </p:nvSpPr>
          <p:spPr>
            <a:xfrm>
              <a:off x="6824812" y="1915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9" name="pt22249"/>
            <p:cNvSpPr/>
            <p:nvPr/>
          </p:nvSpPr>
          <p:spPr>
            <a:xfrm>
              <a:off x="6827890" y="1926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0" name="pt22250"/>
            <p:cNvSpPr/>
            <p:nvPr/>
          </p:nvSpPr>
          <p:spPr>
            <a:xfrm>
              <a:off x="7454850" y="2707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1" name="pt22251"/>
            <p:cNvSpPr/>
            <p:nvPr/>
          </p:nvSpPr>
          <p:spPr>
            <a:xfrm>
              <a:off x="7040979" y="2197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2" name="pt22252"/>
            <p:cNvSpPr/>
            <p:nvPr/>
          </p:nvSpPr>
          <p:spPr>
            <a:xfrm>
              <a:off x="6908649" y="2041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3" name="pt22253"/>
            <p:cNvSpPr/>
            <p:nvPr/>
          </p:nvSpPr>
          <p:spPr>
            <a:xfrm>
              <a:off x="7274714" y="1956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4" name="pt22254"/>
            <p:cNvSpPr/>
            <p:nvPr/>
          </p:nvSpPr>
          <p:spPr>
            <a:xfrm>
              <a:off x="7223323" y="2017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5" name="pt22255"/>
            <p:cNvSpPr/>
            <p:nvPr/>
          </p:nvSpPr>
          <p:spPr>
            <a:xfrm>
              <a:off x="7120445" y="2045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6" name="pt22256"/>
            <p:cNvSpPr/>
            <p:nvPr/>
          </p:nvSpPr>
          <p:spPr>
            <a:xfrm>
              <a:off x="7229821" y="2077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7" name="pt22257"/>
            <p:cNvSpPr/>
            <p:nvPr/>
          </p:nvSpPr>
          <p:spPr>
            <a:xfrm>
              <a:off x="7093726" y="223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8" name="pt22258"/>
            <p:cNvSpPr/>
            <p:nvPr/>
          </p:nvSpPr>
          <p:spPr>
            <a:xfrm>
              <a:off x="7372800" y="2501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9" name="pt22259"/>
            <p:cNvSpPr/>
            <p:nvPr/>
          </p:nvSpPr>
          <p:spPr>
            <a:xfrm>
              <a:off x="7169182" y="2008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0" name="pt22260"/>
            <p:cNvSpPr/>
            <p:nvPr/>
          </p:nvSpPr>
          <p:spPr>
            <a:xfrm>
              <a:off x="7078963" y="207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1" name="pt22261"/>
            <p:cNvSpPr/>
            <p:nvPr/>
          </p:nvSpPr>
          <p:spPr>
            <a:xfrm>
              <a:off x="7125059" y="2105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2" name="pt22262"/>
            <p:cNvSpPr/>
            <p:nvPr/>
          </p:nvSpPr>
          <p:spPr>
            <a:xfrm>
              <a:off x="7216617" y="1968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3" name="pt22263"/>
            <p:cNvSpPr/>
            <p:nvPr/>
          </p:nvSpPr>
          <p:spPr>
            <a:xfrm>
              <a:off x="7135647" y="2050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4" name="pt22264"/>
            <p:cNvSpPr/>
            <p:nvPr/>
          </p:nvSpPr>
          <p:spPr>
            <a:xfrm>
              <a:off x="7165256" y="2031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5" name="pt22265"/>
            <p:cNvSpPr/>
            <p:nvPr/>
          </p:nvSpPr>
          <p:spPr>
            <a:xfrm>
              <a:off x="7037934" y="2243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6" name="pt22266"/>
            <p:cNvSpPr/>
            <p:nvPr/>
          </p:nvSpPr>
          <p:spPr>
            <a:xfrm>
              <a:off x="7088981" y="2219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7" name="pt22267"/>
            <p:cNvSpPr/>
            <p:nvPr/>
          </p:nvSpPr>
          <p:spPr>
            <a:xfrm>
              <a:off x="7223646" y="2109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8" name="pt22268"/>
            <p:cNvSpPr/>
            <p:nvPr/>
          </p:nvSpPr>
          <p:spPr>
            <a:xfrm>
              <a:off x="7083206" y="2159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9" name="pt22269"/>
            <p:cNvSpPr/>
            <p:nvPr/>
          </p:nvSpPr>
          <p:spPr>
            <a:xfrm>
              <a:off x="7095649" y="2336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0" name="pt22270"/>
            <p:cNvSpPr/>
            <p:nvPr/>
          </p:nvSpPr>
          <p:spPr>
            <a:xfrm>
              <a:off x="7117056" y="1968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1" name="pt22271"/>
            <p:cNvSpPr/>
            <p:nvPr/>
          </p:nvSpPr>
          <p:spPr>
            <a:xfrm>
              <a:off x="7288076" y="2101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2" name="pt22272"/>
            <p:cNvSpPr/>
            <p:nvPr/>
          </p:nvSpPr>
          <p:spPr>
            <a:xfrm>
              <a:off x="6842264" y="2048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3" name="pt22273"/>
            <p:cNvSpPr/>
            <p:nvPr/>
          </p:nvSpPr>
          <p:spPr>
            <a:xfrm>
              <a:off x="7170961" y="2058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4" name="pt22274"/>
            <p:cNvSpPr/>
            <p:nvPr/>
          </p:nvSpPr>
          <p:spPr>
            <a:xfrm>
              <a:off x="7012979" y="1818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5" name="pt22275"/>
            <p:cNvSpPr/>
            <p:nvPr/>
          </p:nvSpPr>
          <p:spPr>
            <a:xfrm>
              <a:off x="7077921" y="2052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6" name="pt22276"/>
            <p:cNvSpPr/>
            <p:nvPr/>
          </p:nvSpPr>
          <p:spPr>
            <a:xfrm>
              <a:off x="7131281" y="2087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7" name="pt22277"/>
            <p:cNvSpPr/>
            <p:nvPr/>
          </p:nvSpPr>
          <p:spPr>
            <a:xfrm>
              <a:off x="7448980" y="2163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8" name="pt22278"/>
            <p:cNvSpPr/>
            <p:nvPr/>
          </p:nvSpPr>
          <p:spPr>
            <a:xfrm>
              <a:off x="6976640" y="2042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9" name="pt22279"/>
            <p:cNvSpPr/>
            <p:nvPr/>
          </p:nvSpPr>
          <p:spPr>
            <a:xfrm>
              <a:off x="7117256" y="1961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0" name="pt22280"/>
            <p:cNvSpPr/>
            <p:nvPr/>
          </p:nvSpPr>
          <p:spPr>
            <a:xfrm>
              <a:off x="7134087" y="2040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1" name="pt22281"/>
            <p:cNvSpPr/>
            <p:nvPr/>
          </p:nvSpPr>
          <p:spPr>
            <a:xfrm>
              <a:off x="7616707" y="2347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2" name="pt22282"/>
            <p:cNvSpPr/>
            <p:nvPr/>
          </p:nvSpPr>
          <p:spPr>
            <a:xfrm>
              <a:off x="6877797" y="1990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3" name="pt22283"/>
            <p:cNvSpPr/>
            <p:nvPr/>
          </p:nvSpPr>
          <p:spPr>
            <a:xfrm>
              <a:off x="7247642" y="1964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4" name="pt22284"/>
            <p:cNvSpPr/>
            <p:nvPr/>
          </p:nvSpPr>
          <p:spPr>
            <a:xfrm>
              <a:off x="6922953" y="1933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5" name="pt22285"/>
            <p:cNvSpPr/>
            <p:nvPr/>
          </p:nvSpPr>
          <p:spPr>
            <a:xfrm>
              <a:off x="6887950" y="2163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6" name="pt22286"/>
            <p:cNvSpPr/>
            <p:nvPr/>
          </p:nvSpPr>
          <p:spPr>
            <a:xfrm>
              <a:off x="7018011" y="2243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7" name="pt22287"/>
            <p:cNvSpPr/>
            <p:nvPr/>
          </p:nvSpPr>
          <p:spPr>
            <a:xfrm>
              <a:off x="7087511" y="2154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8" name="pt22288"/>
            <p:cNvSpPr/>
            <p:nvPr/>
          </p:nvSpPr>
          <p:spPr>
            <a:xfrm>
              <a:off x="7111852" y="2052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9" name="pt22289"/>
            <p:cNvSpPr/>
            <p:nvPr/>
          </p:nvSpPr>
          <p:spPr>
            <a:xfrm>
              <a:off x="6507182" y="1609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0" name="pt22290"/>
            <p:cNvSpPr/>
            <p:nvPr/>
          </p:nvSpPr>
          <p:spPr>
            <a:xfrm>
              <a:off x="7239333" y="1902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1" name="pt22291"/>
            <p:cNvSpPr/>
            <p:nvPr/>
          </p:nvSpPr>
          <p:spPr>
            <a:xfrm>
              <a:off x="6977231" y="2159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2" name="pt22292"/>
            <p:cNvSpPr/>
            <p:nvPr/>
          </p:nvSpPr>
          <p:spPr>
            <a:xfrm>
              <a:off x="7063681" y="2096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3" name="pt22293"/>
            <p:cNvSpPr/>
            <p:nvPr/>
          </p:nvSpPr>
          <p:spPr>
            <a:xfrm>
              <a:off x="7053676" y="2144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4" name="pt22294"/>
            <p:cNvSpPr/>
            <p:nvPr/>
          </p:nvSpPr>
          <p:spPr>
            <a:xfrm>
              <a:off x="6945640" y="1982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5" name="pt22295"/>
            <p:cNvSpPr/>
            <p:nvPr/>
          </p:nvSpPr>
          <p:spPr>
            <a:xfrm>
              <a:off x="7392749" y="2790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6" name="pt22296"/>
            <p:cNvSpPr/>
            <p:nvPr/>
          </p:nvSpPr>
          <p:spPr>
            <a:xfrm>
              <a:off x="7206401" y="2054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7" name="pt22297"/>
            <p:cNvSpPr/>
            <p:nvPr/>
          </p:nvSpPr>
          <p:spPr>
            <a:xfrm>
              <a:off x="7073734" y="2114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8" name="pt22298"/>
            <p:cNvSpPr/>
            <p:nvPr/>
          </p:nvSpPr>
          <p:spPr>
            <a:xfrm>
              <a:off x="7148261" y="2090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9" name="pt22299"/>
            <p:cNvSpPr/>
            <p:nvPr/>
          </p:nvSpPr>
          <p:spPr>
            <a:xfrm>
              <a:off x="7218943" y="2001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0" name="pt22300"/>
            <p:cNvSpPr/>
            <p:nvPr/>
          </p:nvSpPr>
          <p:spPr>
            <a:xfrm>
              <a:off x="7116065" y="1993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1" name="pt22301"/>
            <p:cNvSpPr/>
            <p:nvPr/>
          </p:nvSpPr>
          <p:spPr>
            <a:xfrm>
              <a:off x="6920611" y="2072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2" name="pt22302"/>
            <p:cNvSpPr/>
            <p:nvPr/>
          </p:nvSpPr>
          <p:spPr>
            <a:xfrm>
              <a:off x="7569237" y="2389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3" name="pt22303"/>
            <p:cNvSpPr/>
            <p:nvPr/>
          </p:nvSpPr>
          <p:spPr>
            <a:xfrm>
              <a:off x="7274124" y="1972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4" name="pt22304"/>
            <p:cNvSpPr/>
            <p:nvPr/>
          </p:nvSpPr>
          <p:spPr>
            <a:xfrm>
              <a:off x="7135968" y="2055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5" name="pt22305"/>
            <p:cNvSpPr/>
            <p:nvPr/>
          </p:nvSpPr>
          <p:spPr>
            <a:xfrm>
              <a:off x="7294558" y="2030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6" name="pt22306"/>
            <p:cNvSpPr/>
            <p:nvPr/>
          </p:nvSpPr>
          <p:spPr>
            <a:xfrm>
              <a:off x="7393925" y="2483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7" name="pt22307"/>
            <p:cNvSpPr/>
            <p:nvPr/>
          </p:nvSpPr>
          <p:spPr>
            <a:xfrm>
              <a:off x="7065785" y="1986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8" name="pt22308"/>
            <p:cNvSpPr/>
            <p:nvPr/>
          </p:nvSpPr>
          <p:spPr>
            <a:xfrm>
              <a:off x="7128975" y="2159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9" name="pt22309"/>
            <p:cNvSpPr/>
            <p:nvPr/>
          </p:nvSpPr>
          <p:spPr>
            <a:xfrm>
              <a:off x="7186038" y="1986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0" name="pt22310"/>
            <p:cNvSpPr/>
            <p:nvPr/>
          </p:nvSpPr>
          <p:spPr>
            <a:xfrm>
              <a:off x="7249231" y="1904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1" name="pt22311"/>
            <p:cNvSpPr/>
            <p:nvPr/>
          </p:nvSpPr>
          <p:spPr>
            <a:xfrm>
              <a:off x="7209614" y="2082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2" name="pt22312"/>
            <p:cNvSpPr/>
            <p:nvPr/>
          </p:nvSpPr>
          <p:spPr>
            <a:xfrm>
              <a:off x="7055033" y="2031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3" name="pt22313"/>
            <p:cNvSpPr/>
            <p:nvPr/>
          </p:nvSpPr>
          <p:spPr>
            <a:xfrm>
              <a:off x="7124243" y="2101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4" name="pt22314"/>
            <p:cNvSpPr/>
            <p:nvPr/>
          </p:nvSpPr>
          <p:spPr>
            <a:xfrm>
              <a:off x="7340995" y="2139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5" name="pt22315"/>
            <p:cNvSpPr/>
            <p:nvPr/>
          </p:nvSpPr>
          <p:spPr>
            <a:xfrm>
              <a:off x="7077437" y="2128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6" name="pt22316"/>
            <p:cNvSpPr/>
            <p:nvPr/>
          </p:nvSpPr>
          <p:spPr>
            <a:xfrm>
              <a:off x="6733812" y="2290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7" name="pt22317"/>
            <p:cNvSpPr/>
            <p:nvPr/>
          </p:nvSpPr>
          <p:spPr>
            <a:xfrm>
              <a:off x="7190244" y="2140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8" name="pt22318"/>
            <p:cNvSpPr/>
            <p:nvPr/>
          </p:nvSpPr>
          <p:spPr>
            <a:xfrm>
              <a:off x="7121231" y="196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9" name="pt22319"/>
            <p:cNvSpPr/>
            <p:nvPr/>
          </p:nvSpPr>
          <p:spPr>
            <a:xfrm>
              <a:off x="7066121" y="2036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0" name="pt22320"/>
            <p:cNvSpPr/>
            <p:nvPr/>
          </p:nvSpPr>
          <p:spPr>
            <a:xfrm>
              <a:off x="6740787" y="2306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1" name="pt22321"/>
            <p:cNvSpPr/>
            <p:nvPr/>
          </p:nvSpPr>
          <p:spPr>
            <a:xfrm>
              <a:off x="7333155" y="223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2" name="pt22322"/>
            <p:cNvSpPr/>
            <p:nvPr/>
          </p:nvSpPr>
          <p:spPr>
            <a:xfrm>
              <a:off x="7122245" y="2087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3" name="pt22323"/>
            <p:cNvSpPr/>
            <p:nvPr/>
          </p:nvSpPr>
          <p:spPr>
            <a:xfrm>
              <a:off x="6939604" y="1900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4" name="pt22324"/>
            <p:cNvSpPr/>
            <p:nvPr/>
          </p:nvSpPr>
          <p:spPr>
            <a:xfrm>
              <a:off x="7371306" y="2427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5" name="pt22325"/>
            <p:cNvSpPr/>
            <p:nvPr/>
          </p:nvSpPr>
          <p:spPr>
            <a:xfrm>
              <a:off x="7059689" y="2190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6" name="pt22326"/>
            <p:cNvSpPr/>
            <p:nvPr/>
          </p:nvSpPr>
          <p:spPr>
            <a:xfrm>
              <a:off x="7195444" y="213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7" name="pt22327"/>
            <p:cNvSpPr/>
            <p:nvPr/>
          </p:nvSpPr>
          <p:spPr>
            <a:xfrm>
              <a:off x="7255299" y="1953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8" name="pt22328"/>
            <p:cNvSpPr/>
            <p:nvPr/>
          </p:nvSpPr>
          <p:spPr>
            <a:xfrm>
              <a:off x="7038537" y="2060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9" name="pt22329"/>
            <p:cNvSpPr/>
            <p:nvPr/>
          </p:nvSpPr>
          <p:spPr>
            <a:xfrm>
              <a:off x="6987459" y="2178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0" name="pt22330"/>
            <p:cNvSpPr/>
            <p:nvPr/>
          </p:nvSpPr>
          <p:spPr>
            <a:xfrm>
              <a:off x="7168069" y="2227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1" name="pt22331"/>
            <p:cNvSpPr/>
            <p:nvPr/>
          </p:nvSpPr>
          <p:spPr>
            <a:xfrm>
              <a:off x="7016060" y="2234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2" name="pt22332"/>
            <p:cNvSpPr/>
            <p:nvPr/>
          </p:nvSpPr>
          <p:spPr>
            <a:xfrm>
              <a:off x="7126430" y="2133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3" name="pt22333"/>
            <p:cNvSpPr/>
            <p:nvPr/>
          </p:nvSpPr>
          <p:spPr>
            <a:xfrm>
              <a:off x="6913905" y="1995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4" name="pt22334"/>
            <p:cNvSpPr/>
            <p:nvPr/>
          </p:nvSpPr>
          <p:spPr>
            <a:xfrm>
              <a:off x="6908380" y="2063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5" name="pt22335"/>
            <p:cNvSpPr/>
            <p:nvPr/>
          </p:nvSpPr>
          <p:spPr>
            <a:xfrm>
              <a:off x="7362319" y="2320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6" name="pt22336"/>
            <p:cNvSpPr/>
            <p:nvPr/>
          </p:nvSpPr>
          <p:spPr>
            <a:xfrm>
              <a:off x="7087550" y="2213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7" name="pt22337"/>
            <p:cNvSpPr/>
            <p:nvPr/>
          </p:nvSpPr>
          <p:spPr>
            <a:xfrm>
              <a:off x="6795179" y="2391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8" name="pt22338"/>
            <p:cNvSpPr/>
            <p:nvPr/>
          </p:nvSpPr>
          <p:spPr>
            <a:xfrm>
              <a:off x="7293793" y="2035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9" name="pt22339"/>
            <p:cNvSpPr/>
            <p:nvPr/>
          </p:nvSpPr>
          <p:spPr>
            <a:xfrm>
              <a:off x="7011140" y="2059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0" name="pt22340"/>
            <p:cNvSpPr/>
            <p:nvPr/>
          </p:nvSpPr>
          <p:spPr>
            <a:xfrm>
              <a:off x="7117706" y="198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1" name="pt22341"/>
            <p:cNvSpPr/>
            <p:nvPr/>
          </p:nvSpPr>
          <p:spPr>
            <a:xfrm>
              <a:off x="7010558" y="2143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2" name="pt22342"/>
            <p:cNvSpPr/>
            <p:nvPr/>
          </p:nvSpPr>
          <p:spPr>
            <a:xfrm>
              <a:off x="6912495" y="1989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3" name="pt22343"/>
            <p:cNvSpPr/>
            <p:nvPr/>
          </p:nvSpPr>
          <p:spPr>
            <a:xfrm>
              <a:off x="7140754" y="2022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4" name="pt22344"/>
            <p:cNvSpPr/>
            <p:nvPr/>
          </p:nvSpPr>
          <p:spPr>
            <a:xfrm>
              <a:off x="7274264" y="2013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5" name="pt22345"/>
            <p:cNvSpPr/>
            <p:nvPr/>
          </p:nvSpPr>
          <p:spPr>
            <a:xfrm>
              <a:off x="7051704" y="2125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6" name="pt22346"/>
            <p:cNvSpPr/>
            <p:nvPr/>
          </p:nvSpPr>
          <p:spPr>
            <a:xfrm>
              <a:off x="7253665" y="1802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7" name="pt22347"/>
            <p:cNvSpPr/>
            <p:nvPr/>
          </p:nvSpPr>
          <p:spPr>
            <a:xfrm>
              <a:off x="7120026" y="1986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8" name="pt22348"/>
            <p:cNvSpPr/>
            <p:nvPr/>
          </p:nvSpPr>
          <p:spPr>
            <a:xfrm>
              <a:off x="7302862" y="2003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9" name="pt22349"/>
            <p:cNvSpPr/>
            <p:nvPr/>
          </p:nvSpPr>
          <p:spPr>
            <a:xfrm>
              <a:off x="7349938" y="2695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0" name="pt22350"/>
            <p:cNvSpPr/>
            <p:nvPr/>
          </p:nvSpPr>
          <p:spPr>
            <a:xfrm>
              <a:off x="7182018" y="2148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1" name="pt22351"/>
            <p:cNvSpPr/>
            <p:nvPr/>
          </p:nvSpPr>
          <p:spPr>
            <a:xfrm>
              <a:off x="7193152" y="2156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2" name="pt22352"/>
            <p:cNvSpPr/>
            <p:nvPr/>
          </p:nvSpPr>
          <p:spPr>
            <a:xfrm>
              <a:off x="7107508" y="2059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3" name="pt22353"/>
            <p:cNvSpPr/>
            <p:nvPr/>
          </p:nvSpPr>
          <p:spPr>
            <a:xfrm>
              <a:off x="6990161" y="2126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4" name="pt22354"/>
            <p:cNvSpPr/>
            <p:nvPr/>
          </p:nvSpPr>
          <p:spPr>
            <a:xfrm>
              <a:off x="7298411" y="2141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5" name="pt22355"/>
            <p:cNvSpPr/>
            <p:nvPr/>
          </p:nvSpPr>
          <p:spPr>
            <a:xfrm>
              <a:off x="7379012" y="2377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6" name="pt22356"/>
            <p:cNvSpPr/>
            <p:nvPr/>
          </p:nvSpPr>
          <p:spPr>
            <a:xfrm>
              <a:off x="7023813" y="1962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7" name="pt22357"/>
            <p:cNvSpPr/>
            <p:nvPr/>
          </p:nvSpPr>
          <p:spPr>
            <a:xfrm>
              <a:off x="7042869" y="2185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8" name="pt22358"/>
            <p:cNvSpPr/>
            <p:nvPr/>
          </p:nvSpPr>
          <p:spPr>
            <a:xfrm>
              <a:off x="6868953" y="2164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9" name="pt22359"/>
            <p:cNvSpPr/>
            <p:nvPr/>
          </p:nvSpPr>
          <p:spPr>
            <a:xfrm>
              <a:off x="6892295" y="2124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0" name="pt22360"/>
            <p:cNvSpPr/>
            <p:nvPr/>
          </p:nvSpPr>
          <p:spPr>
            <a:xfrm>
              <a:off x="7017004" y="2212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1" name="pt22361"/>
            <p:cNvSpPr/>
            <p:nvPr/>
          </p:nvSpPr>
          <p:spPr>
            <a:xfrm>
              <a:off x="7003692" y="1851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2" name="pt22362"/>
            <p:cNvSpPr/>
            <p:nvPr/>
          </p:nvSpPr>
          <p:spPr>
            <a:xfrm>
              <a:off x="6793079" y="2291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3" name="pt22363"/>
            <p:cNvSpPr/>
            <p:nvPr/>
          </p:nvSpPr>
          <p:spPr>
            <a:xfrm>
              <a:off x="7223924" y="191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4" name="pt22364"/>
            <p:cNvSpPr/>
            <p:nvPr/>
          </p:nvSpPr>
          <p:spPr>
            <a:xfrm>
              <a:off x="7193998" y="2045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5" name="pt22365"/>
            <p:cNvSpPr/>
            <p:nvPr/>
          </p:nvSpPr>
          <p:spPr>
            <a:xfrm>
              <a:off x="7018797" y="2083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6" name="pt22366"/>
            <p:cNvSpPr/>
            <p:nvPr/>
          </p:nvSpPr>
          <p:spPr>
            <a:xfrm>
              <a:off x="7102333" y="216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7" name="pt22367"/>
            <p:cNvSpPr/>
            <p:nvPr/>
          </p:nvSpPr>
          <p:spPr>
            <a:xfrm>
              <a:off x="7073102" y="2094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8" name="pt22368"/>
            <p:cNvSpPr/>
            <p:nvPr/>
          </p:nvSpPr>
          <p:spPr>
            <a:xfrm>
              <a:off x="6872065" y="2209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9" name="pt22369"/>
            <p:cNvSpPr/>
            <p:nvPr/>
          </p:nvSpPr>
          <p:spPr>
            <a:xfrm>
              <a:off x="7294585" y="2103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0" name="pt22370"/>
            <p:cNvSpPr/>
            <p:nvPr/>
          </p:nvSpPr>
          <p:spPr>
            <a:xfrm>
              <a:off x="7104368" y="2009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1" name="pt22371"/>
            <p:cNvSpPr/>
            <p:nvPr/>
          </p:nvSpPr>
          <p:spPr>
            <a:xfrm>
              <a:off x="6943998" y="1896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2" name="pt22372"/>
            <p:cNvSpPr/>
            <p:nvPr/>
          </p:nvSpPr>
          <p:spPr>
            <a:xfrm>
              <a:off x="6879497" y="211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3" name="pt22373"/>
            <p:cNvSpPr/>
            <p:nvPr/>
          </p:nvSpPr>
          <p:spPr>
            <a:xfrm>
              <a:off x="7283984" y="1949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4" name="pt22374"/>
            <p:cNvSpPr/>
            <p:nvPr/>
          </p:nvSpPr>
          <p:spPr>
            <a:xfrm>
              <a:off x="7220224" y="2028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5" name="pt22375"/>
            <p:cNvSpPr/>
            <p:nvPr/>
          </p:nvSpPr>
          <p:spPr>
            <a:xfrm>
              <a:off x="7238468" y="1868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6" name="pt22376"/>
            <p:cNvSpPr/>
            <p:nvPr/>
          </p:nvSpPr>
          <p:spPr>
            <a:xfrm>
              <a:off x="7392936" y="2422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7" name="pt22377"/>
            <p:cNvSpPr/>
            <p:nvPr/>
          </p:nvSpPr>
          <p:spPr>
            <a:xfrm>
              <a:off x="7086203" y="2218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8" name="pt22378"/>
            <p:cNvSpPr/>
            <p:nvPr/>
          </p:nvSpPr>
          <p:spPr>
            <a:xfrm>
              <a:off x="7064203" y="2177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9" name="pt22379"/>
            <p:cNvSpPr/>
            <p:nvPr/>
          </p:nvSpPr>
          <p:spPr>
            <a:xfrm>
              <a:off x="6917083" y="2012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0" name="pt22380"/>
            <p:cNvSpPr/>
            <p:nvPr/>
          </p:nvSpPr>
          <p:spPr>
            <a:xfrm>
              <a:off x="6874615" y="2179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1" name="pt22381"/>
            <p:cNvSpPr/>
            <p:nvPr/>
          </p:nvSpPr>
          <p:spPr>
            <a:xfrm>
              <a:off x="7158199" y="2332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2" name="pt22382"/>
            <p:cNvSpPr/>
            <p:nvPr/>
          </p:nvSpPr>
          <p:spPr>
            <a:xfrm>
              <a:off x="7246632" y="2053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3" name="pt22383"/>
            <p:cNvSpPr/>
            <p:nvPr/>
          </p:nvSpPr>
          <p:spPr>
            <a:xfrm>
              <a:off x="6762149" y="2023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4" name="pt22384"/>
            <p:cNvSpPr/>
            <p:nvPr/>
          </p:nvSpPr>
          <p:spPr>
            <a:xfrm>
              <a:off x="7115143" y="1970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5" name="pt22385"/>
            <p:cNvSpPr/>
            <p:nvPr/>
          </p:nvSpPr>
          <p:spPr>
            <a:xfrm>
              <a:off x="7008205" y="1662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6" name="pt22386"/>
            <p:cNvSpPr/>
            <p:nvPr/>
          </p:nvSpPr>
          <p:spPr>
            <a:xfrm>
              <a:off x="6817005" y="2234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7" name="pt22387"/>
            <p:cNvSpPr/>
            <p:nvPr/>
          </p:nvSpPr>
          <p:spPr>
            <a:xfrm>
              <a:off x="7150055" y="2140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8" name="pt22388"/>
            <p:cNvSpPr/>
            <p:nvPr/>
          </p:nvSpPr>
          <p:spPr>
            <a:xfrm>
              <a:off x="7022768" y="2072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9" name="pt22389"/>
            <p:cNvSpPr/>
            <p:nvPr/>
          </p:nvSpPr>
          <p:spPr>
            <a:xfrm>
              <a:off x="7067981" y="2118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0" name="pt22390"/>
            <p:cNvSpPr/>
            <p:nvPr/>
          </p:nvSpPr>
          <p:spPr>
            <a:xfrm>
              <a:off x="7305125" y="2318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1" name="pt22391"/>
            <p:cNvSpPr/>
            <p:nvPr/>
          </p:nvSpPr>
          <p:spPr>
            <a:xfrm>
              <a:off x="7117011" y="1999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2" name="pt22392"/>
            <p:cNvSpPr/>
            <p:nvPr/>
          </p:nvSpPr>
          <p:spPr>
            <a:xfrm>
              <a:off x="6902981" y="2040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3" name="pt22393"/>
            <p:cNvSpPr/>
            <p:nvPr/>
          </p:nvSpPr>
          <p:spPr>
            <a:xfrm>
              <a:off x="7145928" y="1942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4" name="pt22394"/>
            <p:cNvSpPr/>
            <p:nvPr/>
          </p:nvSpPr>
          <p:spPr>
            <a:xfrm>
              <a:off x="7083842" y="2254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5" name="pt22395"/>
            <p:cNvSpPr/>
            <p:nvPr/>
          </p:nvSpPr>
          <p:spPr>
            <a:xfrm>
              <a:off x="6904058" y="2038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6" name="pt22396"/>
            <p:cNvSpPr/>
            <p:nvPr/>
          </p:nvSpPr>
          <p:spPr>
            <a:xfrm>
              <a:off x="7060171" y="2090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7" name="pt22397"/>
            <p:cNvSpPr/>
            <p:nvPr/>
          </p:nvSpPr>
          <p:spPr>
            <a:xfrm>
              <a:off x="6863301" y="207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8" name="pt22398"/>
            <p:cNvSpPr/>
            <p:nvPr/>
          </p:nvSpPr>
          <p:spPr>
            <a:xfrm>
              <a:off x="6787915" y="2229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9" name="pt22399"/>
            <p:cNvSpPr/>
            <p:nvPr/>
          </p:nvSpPr>
          <p:spPr>
            <a:xfrm>
              <a:off x="6894253" y="2214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0" name="pt22400"/>
            <p:cNvSpPr/>
            <p:nvPr/>
          </p:nvSpPr>
          <p:spPr>
            <a:xfrm>
              <a:off x="6751773" y="244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1" name="pt22401"/>
            <p:cNvSpPr/>
            <p:nvPr/>
          </p:nvSpPr>
          <p:spPr>
            <a:xfrm>
              <a:off x="7118068" y="1966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2" name="pt22402"/>
            <p:cNvSpPr/>
            <p:nvPr/>
          </p:nvSpPr>
          <p:spPr>
            <a:xfrm>
              <a:off x="6990239" y="2186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3" name="pt22403"/>
            <p:cNvSpPr/>
            <p:nvPr/>
          </p:nvSpPr>
          <p:spPr>
            <a:xfrm>
              <a:off x="7225395" y="2108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4" name="pt22404"/>
            <p:cNvSpPr/>
            <p:nvPr/>
          </p:nvSpPr>
          <p:spPr>
            <a:xfrm>
              <a:off x="7414175" y="2981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5" name="pt22405"/>
            <p:cNvSpPr/>
            <p:nvPr/>
          </p:nvSpPr>
          <p:spPr>
            <a:xfrm>
              <a:off x="7246747" y="1916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6" name="pt22406"/>
            <p:cNvSpPr/>
            <p:nvPr/>
          </p:nvSpPr>
          <p:spPr>
            <a:xfrm>
              <a:off x="6970477" y="1762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7" name="pt22407"/>
            <p:cNvSpPr/>
            <p:nvPr/>
          </p:nvSpPr>
          <p:spPr>
            <a:xfrm>
              <a:off x="6866999" y="213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8" name="pt22408"/>
            <p:cNvSpPr/>
            <p:nvPr/>
          </p:nvSpPr>
          <p:spPr>
            <a:xfrm>
              <a:off x="7165996" y="2227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9" name="pt22409"/>
            <p:cNvSpPr/>
            <p:nvPr/>
          </p:nvSpPr>
          <p:spPr>
            <a:xfrm>
              <a:off x="7137995" y="199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0" name="pt22410"/>
            <p:cNvSpPr/>
            <p:nvPr/>
          </p:nvSpPr>
          <p:spPr>
            <a:xfrm>
              <a:off x="6978487" y="2158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1" name="pt22411"/>
            <p:cNvSpPr/>
            <p:nvPr/>
          </p:nvSpPr>
          <p:spPr>
            <a:xfrm>
              <a:off x="6692674" y="2468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2" name="pt22412"/>
            <p:cNvSpPr/>
            <p:nvPr/>
          </p:nvSpPr>
          <p:spPr>
            <a:xfrm>
              <a:off x="7145790" y="1984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3" name="pt22413"/>
            <p:cNvSpPr/>
            <p:nvPr/>
          </p:nvSpPr>
          <p:spPr>
            <a:xfrm>
              <a:off x="7168893" y="2061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4" name="pt22414"/>
            <p:cNvSpPr/>
            <p:nvPr/>
          </p:nvSpPr>
          <p:spPr>
            <a:xfrm>
              <a:off x="7039120" y="2215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5" name="pt22415"/>
            <p:cNvSpPr/>
            <p:nvPr/>
          </p:nvSpPr>
          <p:spPr>
            <a:xfrm>
              <a:off x="6751233" y="2143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6" name="pt22416"/>
            <p:cNvSpPr/>
            <p:nvPr/>
          </p:nvSpPr>
          <p:spPr>
            <a:xfrm>
              <a:off x="7023040" y="2098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7" name="pt22417"/>
            <p:cNvSpPr/>
            <p:nvPr/>
          </p:nvSpPr>
          <p:spPr>
            <a:xfrm>
              <a:off x="7402958" y="2769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8" name="pt22418"/>
            <p:cNvSpPr/>
            <p:nvPr/>
          </p:nvSpPr>
          <p:spPr>
            <a:xfrm>
              <a:off x="6958370" y="1973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9" name="pt22419"/>
            <p:cNvSpPr/>
            <p:nvPr/>
          </p:nvSpPr>
          <p:spPr>
            <a:xfrm>
              <a:off x="6989312" y="2218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0" name="pt22420"/>
            <p:cNvSpPr/>
            <p:nvPr/>
          </p:nvSpPr>
          <p:spPr>
            <a:xfrm>
              <a:off x="7155265" y="2158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1" name="pt22421"/>
            <p:cNvSpPr/>
            <p:nvPr/>
          </p:nvSpPr>
          <p:spPr>
            <a:xfrm>
              <a:off x="7162062" y="2198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2" name="pt22422"/>
            <p:cNvSpPr/>
            <p:nvPr/>
          </p:nvSpPr>
          <p:spPr>
            <a:xfrm>
              <a:off x="7023912" y="1955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3" name="pt22423"/>
            <p:cNvSpPr/>
            <p:nvPr/>
          </p:nvSpPr>
          <p:spPr>
            <a:xfrm>
              <a:off x="7032952" y="2144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4" name="pt22424"/>
            <p:cNvSpPr/>
            <p:nvPr/>
          </p:nvSpPr>
          <p:spPr>
            <a:xfrm>
              <a:off x="6868811" y="2168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5" name="pt22425"/>
            <p:cNvSpPr/>
            <p:nvPr/>
          </p:nvSpPr>
          <p:spPr>
            <a:xfrm>
              <a:off x="6759451" y="2104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6" name="pt22426"/>
            <p:cNvSpPr/>
            <p:nvPr/>
          </p:nvSpPr>
          <p:spPr>
            <a:xfrm>
              <a:off x="7112730" y="1971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7" name="pt22427"/>
            <p:cNvSpPr/>
            <p:nvPr/>
          </p:nvSpPr>
          <p:spPr>
            <a:xfrm>
              <a:off x="7020034" y="2127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8" name="pt22428"/>
            <p:cNvSpPr/>
            <p:nvPr/>
          </p:nvSpPr>
          <p:spPr>
            <a:xfrm>
              <a:off x="7007561" y="1626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9" name="pt22429"/>
            <p:cNvSpPr/>
            <p:nvPr/>
          </p:nvSpPr>
          <p:spPr>
            <a:xfrm>
              <a:off x="6873519" y="2184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0" name="pt22430"/>
            <p:cNvSpPr/>
            <p:nvPr/>
          </p:nvSpPr>
          <p:spPr>
            <a:xfrm>
              <a:off x="7362904" y="261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1" name="pt22431"/>
            <p:cNvSpPr/>
            <p:nvPr/>
          </p:nvSpPr>
          <p:spPr>
            <a:xfrm>
              <a:off x="7245159" y="1833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2" name="pt22432"/>
            <p:cNvSpPr/>
            <p:nvPr/>
          </p:nvSpPr>
          <p:spPr>
            <a:xfrm>
              <a:off x="7152236" y="2276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3" name="pt22433"/>
            <p:cNvSpPr/>
            <p:nvPr/>
          </p:nvSpPr>
          <p:spPr>
            <a:xfrm>
              <a:off x="6759409" y="1938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4" name="pt22434"/>
            <p:cNvSpPr/>
            <p:nvPr/>
          </p:nvSpPr>
          <p:spPr>
            <a:xfrm>
              <a:off x="7093556" y="2297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5" name="pt22435"/>
            <p:cNvSpPr/>
            <p:nvPr/>
          </p:nvSpPr>
          <p:spPr>
            <a:xfrm>
              <a:off x="7125796" y="2018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6" name="pt22436"/>
            <p:cNvSpPr/>
            <p:nvPr/>
          </p:nvSpPr>
          <p:spPr>
            <a:xfrm>
              <a:off x="6792590" y="2062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7" name="pt22437"/>
            <p:cNvSpPr/>
            <p:nvPr/>
          </p:nvSpPr>
          <p:spPr>
            <a:xfrm>
              <a:off x="7112081" y="2033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8" name="pt22438"/>
            <p:cNvSpPr/>
            <p:nvPr/>
          </p:nvSpPr>
          <p:spPr>
            <a:xfrm>
              <a:off x="7505898" y="1819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9" name="pt22439"/>
            <p:cNvSpPr/>
            <p:nvPr/>
          </p:nvSpPr>
          <p:spPr>
            <a:xfrm>
              <a:off x="7271752" y="1902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0" name="pt22440"/>
            <p:cNvSpPr/>
            <p:nvPr/>
          </p:nvSpPr>
          <p:spPr>
            <a:xfrm>
              <a:off x="7042976" y="224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1" name="pt22441"/>
            <p:cNvSpPr/>
            <p:nvPr/>
          </p:nvSpPr>
          <p:spPr>
            <a:xfrm>
              <a:off x="6954209" y="1724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2" name="pt22442"/>
            <p:cNvSpPr/>
            <p:nvPr/>
          </p:nvSpPr>
          <p:spPr>
            <a:xfrm>
              <a:off x="7091640" y="2146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3" name="pt22443"/>
            <p:cNvSpPr/>
            <p:nvPr/>
          </p:nvSpPr>
          <p:spPr>
            <a:xfrm>
              <a:off x="6992052" y="2410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4" name="pt22444"/>
            <p:cNvSpPr/>
            <p:nvPr/>
          </p:nvSpPr>
          <p:spPr>
            <a:xfrm>
              <a:off x="7061466" y="2083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5" name="pt22445"/>
            <p:cNvSpPr/>
            <p:nvPr/>
          </p:nvSpPr>
          <p:spPr>
            <a:xfrm>
              <a:off x="6809094" y="2128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6" name="pt22446"/>
            <p:cNvSpPr/>
            <p:nvPr/>
          </p:nvSpPr>
          <p:spPr>
            <a:xfrm>
              <a:off x="6961526" y="2032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7" name="pt22447"/>
            <p:cNvSpPr/>
            <p:nvPr/>
          </p:nvSpPr>
          <p:spPr>
            <a:xfrm>
              <a:off x="7251125" y="1945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8" name="pt22448"/>
            <p:cNvSpPr/>
            <p:nvPr/>
          </p:nvSpPr>
          <p:spPr>
            <a:xfrm>
              <a:off x="6853913" y="2063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9" name="pt22449"/>
            <p:cNvSpPr/>
            <p:nvPr/>
          </p:nvSpPr>
          <p:spPr>
            <a:xfrm>
              <a:off x="7096779" y="2260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0" name="pt22450"/>
            <p:cNvSpPr/>
            <p:nvPr/>
          </p:nvSpPr>
          <p:spPr>
            <a:xfrm>
              <a:off x="7247156" y="2170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1" name="pt22451"/>
            <p:cNvSpPr/>
            <p:nvPr/>
          </p:nvSpPr>
          <p:spPr>
            <a:xfrm>
              <a:off x="7090528" y="2228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2" name="pt22452"/>
            <p:cNvSpPr/>
            <p:nvPr/>
          </p:nvSpPr>
          <p:spPr>
            <a:xfrm>
              <a:off x="7221296" y="1997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3" name="pt22453"/>
            <p:cNvSpPr/>
            <p:nvPr/>
          </p:nvSpPr>
          <p:spPr>
            <a:xfrm>
              <a:off x="7271839" y="203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4" name="pt22454"/>
            <p:cNvSpPr/>
            <p:nvPr/>
          </p:nvSpPr>
          <p:spPr>
            <a:xfrm>
              <a:off x="7061519" y="2060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5" name="pt22455"/>
            <p:cNvSpPr/>
            <p:nvPr/>
          </p:nvSpPr>
          <p:spPr>
            <a:xfrm>
              <a:off x="7013184" y="2013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6" name="pt22456"/>
            <p:cNvSpPr/>
            <p:nvPr/>
          </p:nvSpPr>
          <p:spPr>
            <a:xfrm>
              <a:off x="7055436" y="2077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7" name="pt22457"/>
            <p:cNvSpPr/>
            <p:nvPr/>
          </p:nvSpPr>
          <p:spPr>
            <a:xfrm>
              <a:off x="7356797" y="2623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8" name="pt22458"/>
            <p:cNvSpPr/>
            <p:nvPr/>
          </p:nvSpPr>
          <p:spPr>
            <a:xfrm>
              <a:off x="7103130" y="2184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9" name="pt22459"/>
            <p:cNvSpPr/>
            <p:nvPr/>
          </p:nvSpPr>
          <p:spPr>
            <a:xfrm>
              <a:off x="6827523" y="1507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0" name="pt22460"/>
            <p:cNvSpPr/>
            <p:nvPr/>
          </p:nvSpPr>
          <p:spPr>
            <a:xfrm>
              <a:off x="7276392" y="1860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1" name="pt22461"/>
            <p:cNvSpPr/>
            <p:nvPr/>
          </p:nvSpPr>
          <p:spPr>
            <a:xfrm>
              <a:off x="7097284" y="2314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2" name="pt22462"/>
            <p:cNvSpPr/>
            <p:nvPr/>
          </p:nvSpPr>
          <p:spPr>
            <a:xfrm>
              <a:off x="7071124" y="2177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3" name="pt22463"/>
            <p:cNvSpPr/>
            <p:nvPr/>
          </p:nvSpPr>
          <p:spPr>
            <a:xfrm>
              <a:off x="7102140" y="2161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4" name="pt22464"/>
            <p:cNvSpPr/>
            <p:nvPr/>
          </p:nvSpPr>
          <p:spPr>
            <a:xfrm>
              <a:off x="7297684" y="2079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5" name="pt22465"/>
            <p:cNvSpPr/>
            <p:nvPr/>
          </p:nvSpPr>
          <p:spPr>
            <a:xfrm>
              <a:off x="7376910" y="2502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6" name="pt22466"/>
            <p:cNvSpPr/>
            <p:nvPr/>
          </p:nvSpPr>
          <p:spPr>
            <a:xfrm>
              <a:off x="7051391" y="2169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7" name="pt22467"/>
            <p:cNvSpPr/>
            <p:nvPr/>
          </p:nvSpPr>
          <p:spPr>
            <a:xfrm>
              <a:off x="7321277" y="2507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8" name="pt22468"/>
            <p:cNvSpPr/>
            <p:nvPr/>
          </p:nvSpPr>
          <p:spPr>
            <a:xfrm>
              <a:off x="7236144" y="1926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9" name="pt22469"/>
            <p:cNvSpPr/>
            <p:nvPr/>
          </p:nvSpPr>
          <p:spPr>
            <a:xfrm>
              <a:off x="7038200" y="2162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0" name="pt22470"/>
            <p:cNvSpPr/>
            <p:nvPr/>
          </p:nvSpPr>
          <p:spPr>
            <a:xfrm>
              <a:off x="7337676" y="2009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1" name="pt22471"/>
            <p:cNvSpPr/>
            <p:nvPr/>
          </p:nvSpPr>
          <p:spPr>
            <a:xfrm>
              <a:off x="6879405" y="2219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2" name="pt22472"/>
            <p:cNvSpPr/>
            <p:nvPr/>
          </p:nvSpPr>
          <p:spPr>
            <a:xfrm>
              <a:off x="6738803" y="2724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3" name="pt22473"/>
            <p:cNvSpPr/>
            <p:nvPr/>
          </p:nvSpPr>
          <p:spPr>
            <a:xfrm>
              <a:off x="6939620" y="2027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4" name="pt22474"/>
            <p:cNvSpPr/>
            <p:nvPr/>
          </p:nvSpPr>
          <p:spPr>
            <a:xfrm>
              <a:off x="6658736" y="2514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5" name="pt22475"/>
            <p:cNvSpPr/>
            <p:nvPr/>
          </p:nvSpPr>
          <p:spPr>
            <a:xfrm>
              <a:off x="7025594" y="2082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6" name="pt22476"/>
            <p:cNvSpPr/>
            <p:nvPr/>
          </p:nvSpPr>
          <p:spPr>
            <a:xfrm>
              <a:off x="7010761" y="2060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7" name="pt22477"/>
            <p:cNvSpPr/>
            <p:nvPr/>
          </p:nvSpPr>
          <p:spPr>
            <a:xfrm>
              <a:off x="6869027" y="2277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8" name="pt22478"/>
            <p:cNvSpPr/>
            <p:nvPr/>
          </p:nvSpPr>
          <p:spPr>
            <a:xfrm>
              <a:off x="7002545" y="2069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9" name="pt22479"/>
            <p:cNvSpPr/>
            <p:nvPr/>
          </p:nvSpPr>
          <p:spPr>
            <a:xfrm>
              <a:off x="6921544" y="1959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0" name="pt22480"/>
            <p:cNvSpPr/>
            <p:nvPr/>
          </p:nvSpPr>
          <p:spPr>
            <a:xfrm>
              <a:off x="7178572" y="2229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1" name="pt22481"/>
            <p:cNvSpPr/>
            <p:nvPr/>
          </p:nvSpPr>
          <p:spPr>
            <a:xfrm>
              <a:off x="7325512" y="2109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2" name="pt22482"/>
            <p:cNvSpPr/>
            <p:nvPr/>
          </p:nvSpPr>
          <p:spPr>
            <a:xfrm>
              <a:off x="7125165" y="2070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3" name="pt22483"/>
            <p:cNvSpPr/>
            <p:nvPr/>
          </p:nvSpPr>
          <p:spPr>
            <a:xfrm>
              <a:off x="7146171" y="1992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4" name="pt22484"/>
            <p:cNvSpPr/>
            <p:nvPr/>
          </p:nvSpPr>
          <p:spPr>
            <a:xfrm>
              <a:off x="7059731" y="2167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5" name="pt22485"/>
            <p:cNvSpPr/>
            <p:nvPr/>
          </p:nvSpPr>
          <p:spPr>
            <a:xfrm>
              <a:off x="7052474" y="2125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6" name="pt22486"/>
            <p:cNvSpPr/>
            <p:nvPr/>
          </p:nvSpPr>
          <p:spPr>
            <a:xfrm>
              <a:off x="7080820" y="2184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7" name="pt22487"/>
            <p:cNvSpPr/>
            <p:nvPr/>
          </p:nvSpPr>
          <p:spPr>
            <a:xfrm>
              <a:off x="6874310" y="2107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8" name="pt22488"/>
            <p:cNvSpPr/>
            <p:nvPr/>
          </p:nvSpPr>
          <p:spPr>
            <a:xfrm>
              <a:off x="7241074" y="2050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9" name="pt22489"/>
            <p:cNvSpPr/>
            <p:nvPr/>
          </p:nvSpPr>
          <p:spPr>
            <a:xfrm>
              <a:off x="6871167" y="2308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0" name="pt22490"/>
            <p:cNvSpPr/>
            <p:nvPr/>
          </p:nvSpPr>
          <p:spPr>
            <a:xfrm>
              <a:off x="7136730" y="1971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1" name="pt22491"/>
            <p:cNvSpPr/>
            <p:nvPr/>
          </p:nvSpPr>
          <p:spPr>
            <a:xfrm>
              <a:off x="7053622" y="2107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2" name="pt22492"/>
            <p:cNvSpPr/>
            <p:nvPr/>
          </p:nvSpPr>
          <p:spPr>
            <a:xfrm>
              <a:off x="7087005" y="2250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3" name="pt22493"/>
            <p:cNvSpPr/>
            <p:nvPr/>
          </p:nvSpPr>
          <p:spPr>
            <a:xfrm>
              <a:off x="7146925" y="1963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4" name="pt22494"/>
            <p:cNvSpPr/>
            <p:nvPr/>
          </p:nvSpPr>
          <p:spPr>
            <a:xfrm>
              <a:off x="6954360" y="1806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5" name="pt22495"/>
            <p:cNvSpPr/>
            <p:nvPr/>
          </p:nvSpPr>
          <p:spPr>
            <a:xfrm>
              <a:off x="7142505" y="2031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6" name="pt22496"/>
            <p:cNvSpPr/>
            <p:nvPr/>
          </p:nvSpPr>
          <p:spPr>
            <a:xfrm>
              <a:off x="7703307" y="2469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7" name="pt22497"/>
            <p:cNvSpPr/>
            <p:nvPr/>
          </p:nvSpPr>
          <p:spPr>
            <a:xfrm>
              <a:off x="7455768" y="2570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8" name="pt22498"/>
            <p:cNvSpPr/>
            <p:nvPr/>
          </p:nvSpPr>
          <p:spPr>
            <a:xfrm>
              <a:off x="6845035" y="1884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9" name="pt22499"/>
            <p:cNvSpPr/>
            <p:nvPr/>
          </p:nvSpPr>
          <p:spPr>
            <a:xfrm>
              <a:off x="7130827" y="2130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0" name="pt22500"/>
            <p:cNvSpPr/>
            <p:nvPr/>
          </p:nvSpPr>
          <p:spPr>
            <a:xfrm>
              <a:off x="6891037" y="2047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1" name="pt22501"/>
            <p:cNvSpPr/>
            <p:nvPr/>
          </p:nvSpPr>
          <p:spPr>
            <a:xfrm>
              <a:off x="6955678" y="1868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2" name="pt22502"/>
            <p:cNvSpPr/>
            <p:nvPr/>
          </p:nvSpPr>
          <p:spPr>
            <a:xfrm>
              <a:off x="6879050" y="2247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3" name="pt22503"/>
            <p:cNvSpPr/>
            <p:nvPr/>
          </p:nvSpPr>
          <p:spPr>
            <a:xfrm>
              <a:off x="7394592" y="2761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4" name="pt22504"/>
            <p:cNvSpPr/>
            <p:nvPr/>
          </p:nvSpPr>
          <p:spPr>
            <a:xfrm>
              <a:off x="6950400" y="2095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5" name="pt22505"/>
            <p:cNvSpPr/>
            <p:nvPr/>
          </p:nvSpPr>
          <p:spPr>
            <a:xfrm>
              <a:off x="7182585" y="2048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6" name="pt22506"/>
            <p:cNvSpPr/>
            <p:nvPr/>
          </p:nvSpPr>
          <p:spPr>
            <a:xfrm>
              <a:off x="7079130" y="2229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7" name="pt22507"/>
            <p:cNvSpPr/>
            <p:nvPr/>
          </p:nvSpPr>
          <p:spPr>
            <a:xfrm>
              <a:off x="7474848" y="204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8" name="pt22508"/>
            <p:cNvSpPr/>
            <p:nvPr/>
          </p:nvSpPr>
          <p:spPr>
            <a:xfrm>
              <a:off x="7251836" y="1987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9" name="pt22509"/>
            <p:cNvSpPr/>
            <p:nvPr/>
          </p:nvSpPr>
          <p:spPr>
            <a:xfrm>
              <a:off x="7161012" y="2237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0" name="pt22510"/>
            <p:cNvSpPr/>
            <p:nvPr/>
          </p:nvSpPr>
          <p:spPr>
            <a:xfrm>
              <a:off x="7152251" y="2067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1" name="pt22511"/>
            <p:cNvSpPr/>
            <p:nvPr/>
          </p:nvSpPr>
          <p:spPr>
            <a:xfrm>
              <a:off x="7097814" y="2229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2" name="pt22512"/>
            <p:cNvSpPr/>
            <p:nvPr/>
          </p:nvSpPr>
          <p:spPr>
            <a:xfrm>
              <a:off x="7144191" y="1959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3" name="pt22513"/>
            <p:cNvSpPr/>
            <p:nvPr/>
          </p:nvSpPr>
          <p:spPr>
            <a:xfrm>
              <a:off x="7092960" y="2361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4" name="pt22514"/>
            <p:cNvSpPr/>
            <p:nvPr/>
          </p:nvSpPr>
          <p:spPr>
            <a:xfrm>
              <a:off x="7175306" y="1953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5" name="pt22515"/>
            <p:cNvSpPr/>
            <p:nvPr/>
          </p:nvSpPr>
          <p:spPr>
            <a:xfrm>
              <a:off x="7081533" y="2190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6" name="pt22516"/>
            <p:cNvSpPr/>
            <p:nvPr/>
          </p:nvSpPr>
          <p:spPr>
            <a:xfrm>
              <a:off x="7126353" y="2108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7" name="pt22517"/>
            <p:cNvSpPr/>
            <p:nvPr/>
          </p:nvSpPr>
          <p:spPr>
            <a:xfrm>
              <a:off x="7175604" y="2136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8" name="pt22518"/>
            <p:cNvSpPr/>
            <p:nvPr/>
          </p:nvSpPr>
          <p:spPr>
            <a:xfrm>
              <a:off x="6800907" y="2161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9" name="pt22519"/>
            <p:cNvSpPr/>
            <p:nvPr/>
          </p:nvSpPr>
          <p:spPr>
            <a:xfrm>
              <a:off x="6940743" y="1970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0" name="pt22520"/>
            <p:cNvSpPr/>
            <p:nvPr/>
          </p:nvSpPr>
          <p:spPr>
            <a:xfrm>
              <a:off x="6997702" y="2220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1" name="pt22521"/>
            <p:cNvSpPr/>
            <p:nvPr/>
          </p:nvSpPr>
          <p:spPr>
            <a:xfrm>
              <a:off x="7200867" y="1932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2" name="pt22522"/>
            <p:cNvSpPr/>
            <p:nvPr/>
          </p:nvSpPr>
          <p:spPr>
            <a:xfrm>
              <a:off x="7062215" y="2085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3" name="pt22523"/>
            <p:cNvSpPr/>
            <p:nvPr/>
          </p:nvSpPr>
          <p:spPr>
            <a:xfrm>
              <a:off x="7103163" y="2166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4" name="pt22524"/>
            <p:cNvSpPr/>
            <p:nvPr/>
          </p:nvSpPr>
          <p:spPr>
            <a:xfrm>
              <a:off x="7054490" y="195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5" name="pt22525"/>
            <p:cNvSpPr/>
            <p:nvPr/>
          </p:nvSpPr>
          <p:spPr>
            <a:xfrm>
              <a:off x="7156076" y="234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6" name="pt22526"/>
            <p:cNvSpPr/>
            <p:nvPr/>
          </p:nvSpPr>
          <p:spPr>
            <a:xfrm>
              <a:off x="7168346" y="2295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7" name="pt22527"/>
            <p:cNvSpPr/>
            <p:nvPr/>
          </p:nvSpPr>
          <p:spPr>
            <a:xfrm>
              <a:off x="7169207" y="2228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8" name="pt22528"/>
            <p:cNvSpPr/>
            <p:nvPr/>
          </p:nvSpPr>
          <p:spPr>
            <a:xfrm>
              <a:off x="6975138" y="2147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9" name="pt22529"/>
            <p:cNvSpPr/>
            <p:nvPr/>
          </p:nvSpPr>
          <p:spPr>
            <a:xfrm>
              <a:off x="7104819" y="2195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0" name="pt22530"/>
            <p:cNvSpPr/>
            <p:nvPr/>
          </p:nvSpPr>
          <p:spPr>
            <a:xfrm>
              <a:off x="6672915" y="1899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1" name="pt22531"/>
            <p:cNvSpPr/>
            <p:nvPr/>
          </p:nvSpPr>
          <p:spPr>
            <a:xfrm>
              <a:off x="7362129" y="2758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2" name="pt22532"/>
            <p:cNvSpPr/>
            <p:nvPr/>
          </p:nvSpPr>
          <p:spPr>
            <a:xfrm>
              <a:off x="7033224" y="2219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3" name="pt22533"/>
            <p:cNvSpPr/>
            <p:nvPr/>
          </p:nvSpPr>
          <p:spPr>
            <a:xfrm>
              <a:off x="6913478" y="1912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4" name="pt22534"/>
            <p:cNvSpPr/>
            <p:nvPr/>
          </p:nvSpPr>
          <p:spPr>
            <a:xfrm>
              <a:off x="7279658" y="1914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5" name="pt22535"/>
            <p:cNvSpPr/>
            <p:nvPr/>
          </p:nvSpPr>
          <p:spPr>
            <a:xfrm>
              <a:off x="7110610" y="2074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6" name="pt22536"/>
            <p:cNvSpPr/>
            <p:nvPr/>
          </p:nvSpPr>
          <p:spPr>
            <a:xfrm>
              <a:off x="7239496" y="1974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7" name="pt22537"/>
            <p:cNvSpPr/>
            <p:nvPr/>
          </p:nvSpPr>
          <p:spPr>
            <a:xfrm>
              <a:off x="6805722" y="2264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8" name="pt22538"/>
            <p:cNvSpPr/>
            <p:nvPr/>
          </p:nvSpPr>
          <p:spPr>
            <a:xfrm>
              <a:off x="7065632" y="210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9" name="pt22539"/>
            <p:cNvSpPr/>
            <p:nvPr/>
          </p:nvSpPr>
          <p:spPr>
            <a:xfrm>
              <a:off x="7231827" y="1974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0" name="pt22540"/>
            <p:cNvSpPr/>
            <p:nvPr/>
          </p:nvSpPr>
          <p:spPr>
            <a:xfrm>
              <a:off x="6991338" y="243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1" name="pt22541"/>
            <p:cNvSpPr/>
            <p:nvPr/>
          </p:nvSpPr>
          <p:spPr>
            <a:xfrm>
              <a:off x="7391800" y="2420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2" name="pt22542"/>
            <p:cNvSpPr/>
            <p:nvPr/>
          </p:nvSpPr>
          <p:spPr>
            <a:xfrm>
              <a:off x="7093735" y="2273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3" name="pt22543"/>
            <p:cNvSpPr/>
            <p:nvPr/>
          </p:nvSpPr>
          <p:spPr>
            <a:xfrm>
              <a:off x="7092670" y="2314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4" name="pt22544"/>
            <p:cNvSpPr/>
            <p:nvPr/>
          </p:nvSpPr>
          <p:spPr>
            <a:xfrm>
              <a:off x="7110567" y="2082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5" name="pt22545"/>
            <p:cNvSpPr/>
            <p:nvPr/>
          </p:nvSpPr>
          <p:spPr>
            <a:xfrm>
              <a:off x="7386214" y="2623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6" name="pt22546"/>
            <p:cNvSpPr/>
            <p:nvPr/>
          </p:nvSpPr>
          <p:spPr>
            <a:xfrm>
              <a:off x="7195835" y="2127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7" name="pt22547"/>
            <p:cNvSpPr/>
            <p:nvPr/>
          </p:nvSpPr>
          <p:spPr>
            <a:xfrm>
              <a:off x="7348237" y="2368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8" name="pt22548"/>
            <p:cNvSpPr/>
            <p:nvPr/>
          </p:nvSpPr>
          <p:spPr>
            <a:xfrm>
              <a:off x="7069459" y="2171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9" name="pt22549"/>
            <p:cNvSpPr/>
            <p:nvPr/>
          </p:nvSpPr>
          <p:spPr>
            <a:xfrm>
              <a:off x="7231646" y="2037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0" name="pt22550"/>
            <p:cNvSpPr/>
            <p:nvPr/>
          </p:nvSpPr>
          <p:spPr>
            <a:xfrm>
              <a:off x="7226746" y="1968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1" name="pt22551"/>
            <p:cNvSpPr/>
            <p:nvPr/>
          </p:nvSpPr>
          <p:spPr>
            <a:xfrm>
              <a:off x="6743006" y="271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2" name="pt22552"/>
            <p:cNvSpPr/>
            <p:nvPr/>
          </p:nvSpPr>
          <p:spPr>
            <a:xfrm>
              <a:off x="7223333" y="1858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3" name="pt22553"/>
            <p:cNvSpPr/>
            <p:nvPr/>
          </p:nvSpPr>
          <p:spPr>
            <a:xfrm>
              <a:off x="7569697" y="2168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4" name="pt22554"/>
            <p:cNvSpPr/>
            <p:nvPr/>
          </p:nvSpPr>
          <p:spPr>
            <a:xfrm>
              <a:off x="7058296" y="1984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5" name="pt22555"/>
            <p:cNvSpPr/>
            <p:nvPr/>
          </p:nvSpPr>
          <p:spPr>
            <a:xfrm>
              <a:off x="7328660" y="2393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6" name="pt22556"/>
            <p:cNvSpPr/>
            <p:nvPr/>
          </p:nvSpPr>
          <p:spPr>
            <a:xfrm>
              <a:off x="7239582" y="189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7" name="pt22557"/>
            <p:cNvSpPr/>
            <p:nvPr/>
          </p:nvSpPr>
          <p:spPr>
            <a:xfrm>
              <a:off x="7133280" y="2000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8" name="pt22558"/>
            <p:cNvSpPr/>
            <p:nvPr/>
          </p:nvSpPr>
          <p:spPr>
            <a:xfrm>
              <a:off x="7131148" y="2074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9" name="pt22559"/>
            <p:cNvSpPr/>
            <p:nvPr/>
          </p:nvSpPr>
          <p:spPr>
            <a:xfrm>
              <a:off x="7192591" y="2182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0" name="pt22560"/>
            <p:cNvSpPr/>
            <p:nvPr/>
          </p:nvSpPr>
          <p:spPr>
            <a:xfrm>
              <a:off x="7270406" y="1882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1" name="pt22561"/>
            <p:cNvSpPr/>
            <p:nvPr/>
          </p:nvSpPr>
          <p:spPr>
            <a:xfrm>
              <a:off x="6958090" y="1954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2" name="pt22562"/>
            <p:cNvSpPr/>
            <p:nvPr/>
          </p:nvSpPr>
          <p:spPr>
            <a:xfrm>
              <a:off x="7045657" y="2193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3" name="pt22563"/>
            <p:cNvSpPr/>
            <p:nvPr/>
          </p:nvSpPr>
          <p:spPr>
            <a:xfrm>
              <a:off x="7086703" y="2263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4" name="pt22564"/>
            <p:cNvSpPr/>
            <p:nvPr/>
          </p:nvSpPr>
          <p:spPr>
            <a:xfrm>
              <a:off x="7224324" y="1988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5" name="pt22565"/>
            <p:cNvSpPr/>
            <p:nvPr/>
          </p:nvSpPr>
          <p:spPr>
            <a:xfrm>
              <a:off x="7006947" y="1717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6" name="pt22566"/>
            <p:cNvSpPr/>
            <p:nvPr/>
          </p:nvSpPr>
          <p:spPr>
            <a:xfrm>
              <a:off x="7115705" y="1982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7" name="pt22567"/>
            <p:cNvSpPr/>
            <p:nvPr/>
          </p:nvSpPr>
          <p:spPr>
            <a:xfrm>
              <a:off x="6750037" y="2234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8" name="pt22568"/>
            <p:cNvSpPr/>
            <p:nvPr/>
          </p:nvSpPr>
          <p:spPr>
            <a:xfrm>
              <a:off x="6667896" y="1576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9" name="pt22569"/>
            <p:cNvSpPr/>
            <p:nvPr/>
          </p:nvSpPr>
          <p:spPr>
            <a:xfrm>
              <a:off x="7209872" y="1967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0" name="pt22570"/>
            <p:cNvSpPr/>
            <p:nvPr/>
          </p:nvSpPr>
          <p:spPr>
            <a:xfrm>
              <a:off x="7228931" y="2034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1" name="pt22571"/>
            <p:cNvSpPr/>
            <p:nvPr/>
          </p:nvSpPr>
          <p:spPr>
            <a:xfrm>
              <a:off x="7149414" y="2096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2" name="pt22572"/>
            <p:cNvSpPr/>
            <p:nvPr/>
          </p:nvSpPr>
          <p:spPr>
            <a:xfrm>
              <a:off x="6990998" y="2329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3" name="pt22573"/>
            <p:cNvSpPr/>
            <p:nvPr/>
          </p:nvSpPr>
          <p:spPr>
            <a:xfrm>
              <a:off x="7459434" y="2450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4" name="pt22574"/>
            <p:cNvSpPr/>
            <p:nvPr/>
          </p:nvSpPr>
          <p:spPr>
            <a:xfrm>
              <a:off x="7028680" y="214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5" name="pt22575"/>
            <p:cNvSpPr/>
            <p:nvPr/>
          </p:nvSpPr>
          <p:spPr>
            <a:xfrm>
              <a:off x="7141263" y="1992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6" name="pt22576"/>
            <p:cNvSpPr/>
            <p:nvPr/>
          </p:nvSpPr>
          <p:spPr>
            <a:xfrm>
              <a:off x="7551161" y="2338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7" name="pt22577"/>
            <p:cNvSpPr/>
            <p:nvPr/>
          </p:nvSpPr>
          <p:spPr>
            <a:xfrm>
              <a:off x="6863528" y="2233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8" name="pt22578"/>
            <p:cNvSpPr/>
            <p:nvPr/>
          </p:nvSpPr>
          <p:spPr>
            <a:xfrm>
              <a:off x="6884953" y="2108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9" name="pt22579"/>
            <p:cNvSpPr/>
            <p:nvPr/>
          </p:nvSpPr>
          <p:spPr>
            <a:xfrm>
              <a:off x="6999150" y="2185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0" name="pt22580"/>
            <p:cNvSpPr/>
            <p:nvPr/>
          </p:nvSpPr>
          <p:spPr>
            <a:xfrm>
              <a:off x="7076940" y="2029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1" name="pt22581"/>
            <p:cNvSpPr/>
            <p:nvPr/>
          </p:nvSpPr>
          <p:spPr>
            <a:xfrm>
              <a:off x="7480330" y="2766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2" name="pt22582"/>
            <p:cNvSpPr/>
            <p:nvPr/>
          </p:nvSpPr>
          <p:spPr>
            <a:xfrm>
              <a:off x="7209009" y="1974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3" name="pt22583"/>
            <p:cNvSpPr/>
            <p:nvPr/>
          </p:nvSpPr>
          <p:spPr>
            <a:xfrm>
              <a:off x="6921725" y="1855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4" name="pt22584"/>
            <p:cNvSpPr/>
            <p:nvPr/>
          </p:nvSpPr>
          <p:spPr>
            <a:xfrm>
              <a:off x="7185898" y="1753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5" name="pt22585"/>
            <p:cNvSpPr/>
            <p:nvPr/>
          </p:nvSpPr>
          <p:spPr>
            <a:xfrm>
              <a:off x="6898995" y="2037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6" name="pt22586"/>
            <p:cNvSpPr/>
            <p:nvPr/>
          </p:nvSpPr>
          <p:spPr>
            <a:xfrm>
              <a:off x="7029493" y="2158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7" name="pt22587"/>
            <p:cNvSpPr/>
            <p:nvPr/>
          </p:nvSpPr>
          <p:spPr>
            <a:xfrm>
              <a:off x="6893327" y="2074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8" name="pt22588"/>
            <p:cNvSpPr/>
            <p:nvPr/>
          </p:nvSpPr>
          <p:spPr>
            <a:xfrm>
              <a:off x="6833646" y="1811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9" name="pt22589"/>
            <p:cNvSpPr/>
            <p:nvPr/>
          </p:nvSpPr>
          <p:spPr>
            <a:xfrm>
              <a:off x="6919693" y="1948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0" name="pt22590"/>
            <p:cNvSpPr/>
            <p:nvPr/>
          </p:nvSpPr>
          <p:spPr>
            <a:xfrm>
              <a:off x="7471129" y="2517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1" name="pt22591"/>
            <p:cNvSpPr/>
            <p:nvPr/>
          </p:nvSpPr>
          <p:spPr>
            <a:xfrm>
              <a:off x="7118466" y="1932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2" name="pt22592"/>
            <p:cNvSpPr/>
            <p:nvPr/>
          </p:nvSpPr>
          <p:spPr>
            <a:xfrm>
              <a:off x="6992248" y="2281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3" name="pt22593"/>
            <p:cNvSpPr/>
            <p:nvPr/>
          </p:nvSpPr>
          <p:spPr>
            <a:xfrm>
              <a:off x="7180422" y="2207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4" name="pt22594"/>
            <p:cNvSpPr/>
            <p:nvPr/>
          </p:nvSpPr>
          <p:spPr>
            <a:xfrm>
              <a:off x="7108906" y="2047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5" name="pt22595"/>
            <p:cNvSpPr/>
            <p:nvPr/>
          </p:nvSpPr>
          <p:spPr>
            <a:xfrm>
              <a:off x="7112892" y="200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6" name="pt22596"/>
            <p:cNvSpPr/>
            <p:nvPr/>
          </p:nvSpPr>
          <p:spPr>
            <a:xfrm>
              <a:off x="7034258" y="212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7" name="pt22597"/>
            <p:cNvSpPr/>
            <p:nvPr/>
          </p:nvSpPr>
          <p:spPr>
            <a:xfrm>
              <a:off x="6933524" y="1957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8" name="pt22598"/>
            <p:cNvSpPr/>
            <p:nvPr/>
          </p:nvSpPr>
          <p:spPr>
            <a:xfrm>
              <a:off x="7156068" y="2331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9" name="pt22599"/>
            <p:cNvSpPr/>
            <p:nvPr/>
          </p:nvSpPr>
          <p:spPr>
            <a:xfrm>
              <a:off x="7013807" y="2057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0" name="pt22600"/>
            <p:cNvSpPr/>
            <p:nvPr/>
          </p:nvSpPr>
          <p:spPr>
            <a:xfrm>
              <a:off x="7023367" y="2107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1" name="pt22601"/>
            <p:cNvSpPr/>
            <p:nvPr/>
          </p:nvSpPr>
          <p:spPr>
            <a:xfrm>
              <a:off x="6956250" y="1738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2" name="pt22602"/>
            <p:cNvSpPr/>
            <p:nvPr/>
          </p:nvSpPr>
          <p:spPr>
            <a:xfrm>
              <a:off x="7096390" y="2347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3" name="pt22603"/>
            <p:cNvSpPr/>
            <p:nvPr/>
          </p:nvSpPr>
          <p:spPr>
            <a:xfrm>
              <a:off x="7250986" y="2072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4" name="pt22604"/>
            <p:cNvSpPr/>
            <p:nvPr/>
          </p:nvSpPr>
          <p:spPr>
            <a:xfrm>
              <a:off x="7121479" y="1986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5" name="pt22605"/>
            <p:cNvSpPr/>
            <p:nvPr/>
          </p:nvSpPr>
          <p:spPr>
            <a:xfrm>
              <a:off x="7079620" y="2126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6" name="pt22606"/>
            <p:cNvSpPr/>
            <p:nvPr/>
          </p:nvSpPr>
          <p:spPr>
            <a:xfrm>
              <a:off x="7007314" y="1570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7" name="pt22607"/>
            <p:cNvSpPr/>
            <p:nvPr/>
          </p:nvSpPr>
          <p:spPr>
            <a:xfrm>
              <a:off x="7230832" y="2120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8" name="pt22608"/>
            <p:cNvSpPr/>
            <p:nvPr/>
          </p:nvSpPr>
          <p:spPr>
            <a:xfrm>
              <a:off x="6871927" y="2241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9" name="pt22609"/>
            <p:cNvSpPr/>
            <p:nvPr/>
          </p:nvSpPr>
          <p:spPr>
            <a:xfrm>
              <a:off x="7076168" y="2124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0" name="pt22610"/>
            <p:cNvSpPr/>
            <p:nvPr/>
          </p:nvSpPr>
          <p:spPr>
            <a:xfrm>
              <a:off x="7180995" y="1975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1" name="pt22611"/>
            <p:cNvSpPr/>
            <p:nvPr/>
          </p:nvSpPr>
          <p:spPr>
            <a:xfrm>
              <a:off x="7253735" y="1839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2" name="pt22612"/>
            <p:cNvSpPr/>
            <p:nvPr/>
          </p:nvSpPr>
          <p:spPr>
            <a:xfrm>
              <a:off x="7136907" y="2013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3" name="pt22613"/>
            <p:cNvSpPr/>
            <p:nvPr/>
          </p:nvSpPr>
          <p:spPr>
            <a:xfrm>
              <a:off x="6983436" y="2409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4" name="pt22614"/>
            <p:cNvSpPr/>
            <p:nvPr/>
          </p:nvSpPr>
          <p:spPr>
            <a:xfrm>
              <a:off x="7122378" y="2038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5" name="pt22615"/>
            <p:cNvSpPr/>
            <p:nvPr/>
          </p:nvSpPr>
          <p:spPr>
            <a:xfrm>
              <a:off x="7015591" y="2175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6" name="pt22616"/>
            <p:cNvSpPr/>
            <p:nvPr/>
          </p:nvSpPr>
          <p:spPr>
            <a:xfrm>
              <a:off x="7212719" y="2027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7" name="pt22617"/>
            <p:cNvSpPr/>
            <p:nvPr/>
          </p:nvSpPr>
          <p:spPr>
            <a:xfrm>
              <a:off x="7110818" y="2053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8" name="pt22618"/>
            <p:cNvSpPr/>
            <p:nvPr/>
          </p:nvSpPr>
          <p:spPr>
            <a:xfrm>
              <a:off x="7148277" y="2101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9" name="pt22619"/>
            <p:cNvSpPr/>
            <p:nvPr/>
          </p:nvSpPr>
          <p:spPr>
            <a:xfrm>
              <a:off x="7482303" y="2439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0" name="pt22620"/>
            <p:cNvSpPr/>
            <p:nvPr/>
          </p:nvSpPr>
          <p:spPr>
            <a:xfrm>
              <a:off x="7195111" y="1941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1" name="pt22621"/>
            <p:cNvSpPr/>
            <p:nvPr/>
          </p:nvSpPr>
          <p:spPr>
            <a:xfrm>
              <a:off x="6880063" y="2060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2" name="pt22622"/>
            <p:cNvSpPr/>
            <p:nvPr/>
          </p:nvSpPr>
          <p:spPr>
            <a:xfrm>
              <a:off x="6935347" y="1899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3" name="pt22623"/>
            <p:cNvSpPr/>
            <p:nvPr/>
          </p:nvSpPr>
          <p:spPr>
            <a:xfrm>
              <a:off x="7242285" y="2030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4" name="pt22624"/>
            <p:cNvSpPr/>
            <p:nvPr/>
          </p:nvSpPr>
          <p:spPr>
            <a:xfrm>
              <a:off x="6943855" y="1940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5" name="pt22625"/>
            <p:cNvSpPr/>
            <p:nvPr/>
          </p:nvSpPr>
          <p:spPr>
            <a:xfrm>
              <a:off x="7322017" y="2671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6" name="pt22626"/>
            <p:cNvSpPr/>
            <p:nvPr/>
          </p:nvSpPr>
          <p:spPr>
            <a:xfrm>
              <a:off x="7037714" y="2169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7" name="pt22627"/>
            <p:cNvSpPr/>
            <p:nvPr/>
          </p:nvSpPr>
          <p:spPr>
            <a:xfrm>
              <a:off x="7318893" y="2471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8" name="pt22628"/>
            <p:cNvSpPr/>
            <p:nvPr/>
          </p:nvSpPr>
          <p:spPr>
            <a:xfrm>
              <a:off x="7284112" y="2143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9" name="pt22629"/>
            <p:cNvSpPr/>
            <p:nvPr/>
          </p:nvSpPr>
          <p:spPr>
            <a:xfrm>
              <a:off x="7043293" y="2133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0" name="pt22630"/>
            <p:cNvSpPr/>
            <p:nvPr/>
          </p:nvSpPr>
          <p:spPr>
            <a:xfrm>
              <a:off x="6923272" y="2017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1" name="pt22631"/>
            <p:cNvSpPr/>
            <p:nvPr/>
          </p:nvSpPr>
          <p:spPr>
            <a:xfrm>
              <a:off x="6926258" y="1956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2" name="pt22632"/>
            <p:cNvSpPr/>
            <p:nvPr/>
          </p:nvSpPr>
          <p:spPr>
            <a:xfrm>
              <a:off x="7054056" y="2027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3" name="pt22633"/>
            <p:cNvSpPr/>
            <p:nvPr/>
          </p:nvSpPr>
          <p:spPr>
            <a:xfrm>
              <a:off x="7100854" y="2315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4" name="pt22634"/>
            <p:cNvSpPr/>
            <p:nvPr/>
          </p:nvSpPr>
          <p:spPr>
            <a:xfrm>
              <a:off x="7098535" y="2290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5" name="pt22635"/>
            <p:cNvSpPr/>
            <p:nvPr/>
          </p:nvSpPr>
          <p:spPr>
            <a:xfrm>
              <a:off x="7206087" y="2100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6" name="pt22636"/>
            <p:cNvSpPr/>
            <p:nvPr/>
          </p:nvSpPr>
          <p:spPr>
            <a:xfrm>
              <a:off x="7006233" y="1745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7" name="pt22637"/>
            <p:cNvSpPr/>
            <p:nvPr/>
          </p:nvSpPr>
          <p:spPr>
            <a:xfrm>
              <a:off x="7057373" y="2082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8" name="pt22638"/>
            <p:cNvSpPr/>
            <p:nvPr/>
          </p:nvSpPr>
          <p:spPr>
            <a:xfrm>
              <a:off x="7361601" y="2618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9" name="pt22639"/>
            <p:cNvSpPr/>
            <p:nvPr/>
          </p:nvSpPr>
          <p:spPr>
            <a:xfrm>
              <a:off x="6957729" y="2087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0" name="pt22640"/>
            <p:cNvSpPr/>
            <p:nvPr/>
          </p:nvSpPr>
          <p:spPr>
            <a:xfrm>
              <a:off x="7051436" y="2140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1" name="pt22641"/>
            <p:cNvSpPr/>
            <p:nvPr/>
          </p:nvSpPr>
          <p:spPr>
            <a:xfrm>
              <a:off x="7029889" y="2190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2" name="pt22642"/>
            <p:cNvSpPr/>
            <p:nvPr/>
          </p:nvSpPr>
          <p:spPr>
            <a:xfrm>
              <a:off x="7012010" y="2014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3" name="pt22643"/>
            <p:cNvSpPr/>
            <p:nvPr/>
          </p:nvSpPr>
          <p:spPr>
            <a:xfrm>
              <a:off x="6882201" y="1943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4" name="pt22644"/>
            <p:cNvSpPr/>
            <p:nvPr/>
          </p:nvSpPr>
          <p:spPr>
            <a:xfrm>
              <a:off x="7192220" y="2248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5" name="pt22645"/>
            <p:cNvSpPr/>
            <p:nvPr/>
          </p:nvSpPr>
          <p:spPr>
            <a:xfrm>
              <a:off x="7075973" y="2103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6" name="pt22646"/>
            <p:cNvSpPr/>
            <p:nvPr/>
          </p:nvSpPr>
          <p:spPr>
            <a:xfrm>
              <a:off x="7184028" y="1955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7" name="pt22647"/>
            <p:cNvSpPr/>
            <p:nvPr/>
          </p:nvSpPr>
          <p:spPr>
            <a:xfrm>
              <a:off x="7051212" y="212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8" name="pt22648"/>
            <p:cNvSpPr/>
            <p:nvPr/>
          </p:nvSpPr>
          <p:spPr>
            <a:xfrm>
              <a:off x="6972624" y="1862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9" name="pt22649"/>
            <p:cNvSpPr/>
            <p:nvPr/>
          </p:nvSpPr>
          <p:spPr>
            <a:xfrm>
              <a:off x="7118772" y="1941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0" name="pt22650"/>
            <p:cNvSpPr/>
            <p:nvPr/>
          </p:nvSpPr>
          <p:spPr>
            <a:xfrm>
              <a:off x="7160941" y="2241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1" name="pt22651"/>
            <p:cNvSpPr/>
            <p:nvPr/>
          </p:nvSpPr>
          <p:spPr>
            <a:xfrm>
              <a:off x="7101086" y="2116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2" name="pt22652"/>
            <p:cNvSpPr/>
            <p:nvPr/>
          </p:nvSpPr>
          <p:spPr>
            <a:xfrm>
              <a:off x="7088254" y="2238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3" name="pt22653"/>
            <p:cNvSpPr/>
            <p:nvPr/>
          </p:nvSpPr>
          <p:spPr>
            <a:xfrm>
              <a:off x="6915744" y="2001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4" name="pt22654"/>
            <p:cNvSpPr/>
            <p:nvPr/>
          </p:nvSpPr>
          <p:spPr>
            <a:xfrm>
              <a:off x="6981846" y="2218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5" name="pt22655"/>
            <p:cNvSpPr/>
            <p:nvPr/>
          </p:nvSpPr>
          <p:spPr>
            <a:xfrm>
              <a:off x="7038209" y="2192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6" name="pt22656"/>
            <p:cNvSpPr/>
            <p:nvPr/>
          </p:nvSpPr>
          <p:spPr>
            <a:xfrm>
              <a:off x="7100646" y="2361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7" name="pt22657"/>
            <p:cNvSpPr/>
            <p:nvPr/>
          </p:nvSpPr>
          <p:spPr>
            <a:xfrm>
              <a:off x="7129366" y="2154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8" name="pt22658"/>
            <p:cNvSpPr/>
            <p:nvPr/>
          </p:nvSpPr>
          <p:spPr>
            <a:xfrm>
              <a:off x="7225699" y="2003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9" name="pt22659"/>
            <p:cNvSpPr/>
            <p:nvPr/>
          </p:nvSpPr>
          <p:spPr>
            <a:xfrm>
              <a:off x="7100263" y="2299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0" name="pt22660"/>
            <p:cNvSpPr/>
            <p:nvPr/>
          </p:nvSpPr>
          <p:spPr>
            <a:xfrm>
              <a:off x="6984955" y="2286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1" name="pt22661"/>
            <p:cNvSpPr/>
            <p:nvPr/>
          </p:nvSpPr>
          <p:spPr>
            <a:xfrm>
              <a:off x="7199475" y="2079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2" name="pt22662"/>
            <p:cNvSpPr/>
            <p:nvPr/>
          </p:nvSpPr>
          <p:spPr>
            <a:xfrm>
              <a:off x="7087232" y="2219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3" name="pt22663"/>
            <p:cNvSpPr/>
            <p:nvPr/>
          </p:nvSpPr>
          <p:spPr>
            <a:xfrm>
              <a:off x="7070560" y="209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4" name="pt22664"/>
            <p:cNvSpPr/>
            <p:nvPr/>
          </p:nvSpPr>
          <p:spPr>
            <a:xfrm>
              <a:off x="6778028" y="2091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5" name="pt22665"/>
            <p:cNvSpPr/>
            <p:nvPr/>
          </p:nvSpPr>
          <p:spPr>
            <a:xfrm>
              <a:off x="7095228" y="2323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6" name="pt22666"/>
            <p:cNvSpPr/>
            <p:nvPr/>
          </p:nvSpPr>
          <p:spPr>
            <a:xfrm>
              <a:off x="7212579" y="1948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7" name="pt22667"/>
            <p:cNvSpPr/>
            <p:nvPr/>
          </p:nvSpPr>
          <p:spPr>
            <a:xfrm>
              <a:off x="7211954" y="2032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8" name="pt22668"/>
            <p:cNvSpPr/>
            <p:nvPr/>
          </p:nvSpPr>
          <p:spPr>
            <a:xfrm>
              <a:off x="7207750" y="2047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9" name="pt22669"/>
            <p:cNvSpPr/>
            <p:nvPr/>
          </p:nvSpPr>
          <p:spPr>
            <a:xfrm>
              <a:off x="7122433" y="201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0" name="pt22670"/>
            <p:cNvSpPr/>
            <p:nvPr/>
          </p:nvSpPr>
          <p:spPr>
            <a:xfrm>
              <a:off x="7062952" y="2169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1" name="pt22671"/>
            <p:cNvSpPr/>
            <p:nvPr/>
          </p:nvSpPr>
          <p:spPr>
            <a:xfrm>
              <a:off x="7025006" y="2002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2" name="pt22672"/>
            <p:cNvSpPr/>
            <p:nvPr/>
          </p:nvSpPr>
          <p:spPr>
            <a:xfrm>
              <a:off x="7052481" y="2133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3" name="pt22673"/>
            <p:cNvSpPr/>
            <p:nvPr/>
          </p:nvSpPr>
          <p:spPr>
            <a:xfrm>
              <a:off x="6959379" y="2006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4" name="pt22674"/>
            <p:cNvSpPr/>
            <p:nvPr/>
          </p:nvSpPr>
          <p:spPr>
            <a:xfrm>
              <a:off x="6990391" y="2320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5" name="pt22675"/>
            <p:cNvSpPr/>
            <p:nvPr/>
          </p:nvSpPr>
          <p:spPr>
            <a:xfrm>
              <a:off x="7038275" y="2247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6" name="pt22676"/>
            <p:cNvSpPr/>
            <p:nvPr/>
          </p:nvSpPr>
          <p:spPr>
            <a:xfrm>
              <a:off x="6785778" y="2143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7" name="pt22677"/>
            <p:cNvSpPr/>
            <p:nvPr/>
          </p:nvSpPr>
          <p:spPr>
            <a:xfrm>
              <a:off x="6739142" y="2302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8" name="pt22678"/>
            <p:cNvSpPr/>
            <p:nvPr/>
          </p:nvSpPr>
          <p:spPr>
            <a:xfrm>
              <a:off x="6970824" y="1844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9" name="pt22679"/>
            <p:cNvSpPr/>
            <p:nvPr/>
          </p:nvSpPr>
          <p:spPr>
            <a:xfrm>
              <a:off x="7047421" y="2132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0" name="pt22680"/>
            <p:cNvSpPr/>
            <p:nvPr/>
          </p:nvSpPr>
          <p:spPr>
            <a:xfrm>
              <a:off x="7260729" y="2062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1" name="pt22681"/>
            <p:cNvSpPr/>
            <p:nvPr/>
          </p:nvSpPr>
          <p:spPr>
            <a:xfrm>
              <a:off x="7086431" y="2148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2" name="pt22682"/>
            <p:cNvSpPr/>
            <p:nvPr/>
          </p:nvSpPr>
          <p:spPr>
            <a:xfrm>
              <a:off x="7092229" y="2352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3" name="pt22683"/>
            <p:cNvSpPr/>
            <p:nvPr/>
          </p:nvSpPr>
          <p:spPr>
            <a:xfrm>
              <a:off x="7279903" y="1929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4" name="pt22684"/>
            <p:cNvSpPr/>
            <p:nvPr/>
          </p:nvSpPr>
          <p:spPr>
            <a:xfrm>
              <a:off x="7099279" y="2271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5" name="pt22685"/>
            <p:cNvSpPr/>
            <p:nvPr/>
          </p:nvSpPr>
          <p:spPr>
            <a:xfrm>
              <a:off x="6900268" y="2070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6" name="pt22686"/>
            <p:cNvSpPr/>
            <p:nvPr/>
          </p:nvSpPr>
          <p:spPr>
            <a:xfrm>
              <a:off x="6646879" y="1995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7" name="pt22687"/>
            <p:cNvSpPr/>
            <p:nvPr/>
          </p:nvSpPr>
          <p:spPr>
            <a:xfrm>
              <a:off x="7318680" y="2407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8" name="pt22688"/>
            <p:cNvSpPr/>
            <p:nvPr/>
          </p:nvSpPr>
          <p:spPr>
            <a:xfrm>
              <a:off x="7223900" y="2038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9" name="pt22689"/>
            <p:cNvSpPr/>
            <p:nvPr/>
          </p:nvSpPr>
          <p:spPr>
            <a:xfrm>
              <a:off x="7024017" y="2093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0" name="pt22690"/>
            <p:cNvSpPr/>
            <p:nvPr/>
          </p:nvSpPr>
          <p:spPr>
            <a:xfrm>
              <a:off x="7004155" y="1983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1" name="pt22691"/>
            <p:cNvSpPr/>
            <p:nvPr/>
          </p:nvSpPr>
          <p:spPr>
            <a:xfrm>
              <a:off x="7429563" y="2229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2" name="pt22692"/>
            <p:cNvSpPr/>
            <p:nvPr/>
          </p:nvSpPr>
          <p:spPr>
            <a:xfrm>
              <a:off x="7060270" y="2198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3" name="pt22693"/>
            <p:cNvSpPr/>
            <p:nvPr/>
          </p:nvSpPr>
          <p:spPr>
            <a:xfrm>
              <a:off x="6936997" y="2082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4" name="pt22694"/>
            <p:cNvSpPr/>
            <p:nvPr/>
          </p:nvSpPr>
          <p:spPr>
            <a:xfrm>
              <a:off x="7439850" y="2500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5" name="pt22695"/>
            <p:cNvSpPr/>
            <p:nvPr/>
          </p:nvSpPr>
          <p:spPr>
            <a:xfrm>
              <a:off x="6906628" y="2039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6" name="pt22696"/>
            <p:cNvSpPr/>
            <p:nvPr/>
          </p:nvSpPr>
          <p:spPr>
            <a:xfrm>
              <a:off x="7297696" y="2083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7" name="pt22697"/>
            <p:cNvSpPr/>
            <p:nvPr/>
          </p:nvSpPr>
          <p:spPr>
            <a:xfrm>
              <a:off x="6815362" y="2232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8" name="pt22698"/>
            <p:cNvSpPr/>
            <p:nvPr/>
          </p:nvSpPr>
          <p:spPr>
            <a:xfrm>
              <a:off x="7090770" y="2267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9" name="pt22699"/>
            <p:cNvSpPr/>
            <p:nvPr/>
          </p:nvSpPr>
          <p:spPr>
            <a:xfrm>
              <a:off x="7356275" y="2798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0" name="pt22700"/>
            <p:cNvSpPr/>
            <p:nvPr/>
          </p:nvSpPr>
          <p:spPr>
            <a:xfrm>
              <a:off x="6998410" y="2274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1" name="pt22701"/>
            <p:cNvSpPr/>
            <p:nvPr/>
          </p:nvSpPr>
          <p:spPr>
            <a:xfrm>
              <a:off x="7124228" y="2065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2" name="pt22702"/>
            <p:cNvSpPr/>
            <p:nvPr/>
          </p:nvSpPr>
          <p:spPr>
            <a:xfrm>
              <a:off x="6933868" y="1832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3" name="pt22703"/>
            <p:cNvSpPr/>
            <p:nvPr/>
          </p:nvSpPr>
          <p:spPr>
            <a:xfrm>
              <a:off x="7059476" y="2154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4" name="pt22704"/>
            <p:cNvSpPr/>
            <p:nvPr/>
          </p:nvSpPr>
          <p:spPr>
            <a:xfrm>
              <a:off x="7139318" y="2027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5" name="pt22705"/>
            <p:cNvSpPr/>
            <p:nvPr/>
          </p:nvSpPr>
          <p:spPr>
            <a:xfrm>
              <a:off x="7296612" y="2075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6" name="pt22706"/>
            <p:cNvSpPr/>
            <p:nvPr/>
          </p:nvSpPr>
          <p:spPr>
            <a:xfrm>
              <a:off x="7033309" y="2178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7" name="pt22707"/>
            <p:cNvSpPr/>
            <p:nvPr/>
          </p:nvSpPr>
          <p:spPr>
            <a:xfrm>
              <a:off x="7128706" y="2097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8" name="pt22708"/>
            <p:cNvSpPr/>
            <p:nvPr/>
          </p:nvSpPr>
          <p:spPr>
            <a:xfrm>
              <a:off x="6892681" y="2167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9" name="pt22709"/>
            <p:cNvSpPr/>
            <p:nvPr/>
          </p:nvSpPr>
          <p:spPr>
            <a:xfrm>
              <a:off x="7058750" y="2016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0" name="pt22710"/>
            <p:cNvSpPr/>
            <p:nvPr/>
          </p:nvSpPr>
          <p:spPr>
            <a:xfrm>
              <a:off x="7191013" y="2250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1" name="pt22711"/>
            <p:cNvSpPr/>
            <p:nvPr/>
          </p:nvSpPr>
          <p:spPr>
            <a:xfrm>
              <a:off x="7112794" y="1993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2" name="pt22712"/>
            <p:cNvSpPr/>
            <p:nvPr/>
          </p:nvSpPr>
          <p:spPr>
            <a:xfrm>
              <a:off x="6847011" y="1977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3" name="pt22713"/>
            <p:cNvSpPr/>
            <p:nvPr/>
          </p:nvSpPr>
          <p:spPr>
            <a:xfrm>
              <a:off x="7241558" y="1994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4" name="pt22714"/>
            <p:cNvSpPr/>
            <p:nvPr/>
          </p:nvSpPr>
          <p:spPr>
            <a:xfrm>
              <a:off x="7479637" y="2496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5" name="pt22715"/>
            <p:cNvSpPr/>
            <p:nvPr/>
          </p:nvSpPr>
          <p:spPr>
            <a:xfrm>
              <a:off x="6968714" y="1820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6" name="pt22716"/>
            <p:cNvSpPr/>
            <p:nvPr/>
          </p:nvSpPr>
          <p:spPr>
            <a:xfrm>
              <a:off x="7088516" y="2182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7" name="pt22717"/>
            <p:cNvSpPr/>
            <p:nvPr/>
          </p:nvSpPr>
          <p:spPr>
            <a:xfrm>
              <a:off x="6804507" y="2187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8" name="pt22718"/>
            <p:cNvSpPr/>
            <p:nvPr/>
          </p:nvSpPr>
          <p:spPr>
            <a:xfrm>
              <a:off x="7293635" y="2085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9" name="pt22719"/>
            <p:cNvSpPr/>
            <p:nvPr/>
          </p:nvSpPr>
          <p:spPr>
            <a:xfrm>
              <a:off x="7284110" y="1998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0" name="pt22720"/>
            <p:cNvSpPr/>
            <p:nvPr/>
          </p:nvSpPr>
          <p:spPr>
            <a:xfrm>
              <a:off x="7064242" y="2141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1" name="pt22721"/>
            <p:cNvSpPr/>
            <p:nvPr/>
          </p:nvSpPr>
          <p:spPr>
            <a:xfrm>
              <a:off x="7158137" y="2170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2" name="pt22722"/>
            <p:cNvSpPr/>
            <p:nvPr/>
          </p:nvSpPr>
          <p:spPr>
            <a:xfrm>
              <a:off x="7163497" y="2049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3" name="pt22723"/>
            <p:cNvSpPr/>
            <p:nvPr/>
          </p:nvSpPr>
          <p:spPr>
            <a:xfrm>
              <a:off x="7150109" y="2189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4" name="pt22724"/>
            <p:cNvSpPr/>
            <p:nvPr/>
          </p:nvSpPr>
          <p:spPr>
            <a:xfrm>
              <a:off x="7061016" y="2113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5" name="pt22725"/>
            <p:cNvSpPr/>
            <p:nvPr/>
          </p:nvSpPr>
          <p:spPr>
            <a:xfrm>
              <a:off x="7209721" y="1717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6" name="pt22726"/>
            <p:cNvSpPr/>
            <p:nvPr/>
          </p:nvSpPr>
          <p:spPr>
            <a:xfrm>
              <a:off x="6972629" y="2021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7" name="pt22727"/>
            <p:cNvSpPr/>
            <p:nvPr/>
          </p:nvSpPr>
          <p:spPr>
            <a:xfrm>
              <a:off x="6963735" y="1827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8" name="pt22728"/>
            <p:cNvSpPr/>
            <p:nvPr/>
          </p:nvSpPr>
          <p:spPr>
            <a:xfrm>
              <a:off x="7319713" y="2516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9" name="pt22729"/>
            <p:cNvSpPr/>
            <p:nvPr/>
          </p:nvSpPr>
          <p:spPr>
            <a:xfrm>
              <a:off x="7404955" y="2535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0" name="pt22730"/>
            <p:cNvSpPr/>
            <p:nvPr/>
          </p:nvSpPr>
          <p:spPr>
            <a:xfrm>
              <a:off x="6873325" y="2191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1" name="pt22731"/>
            <p:cNvSpPr/>
            <p:nvPr/>
          </p:nvSpPr>
          <p:spPr>
            <a:xfrm>
              <a:off x="7183591" y="1956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2" name="pt22732"/>
            <p:cNvSpPr/>
            <p:nvPr/>
          </p:nvSpPr>
          <p:spPr>
            <a:xfrm>
              <a:off x="7341464" y="2177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3" name="pt22733"/>
            <p:cNvSpPr/>
            <p:nvPr/>
          </p:nvSpPr>
          <p:spPr>
            <a:xfrm>
              <a:off x="7121855" y="2115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4" name="pt22734"/>
            <p:cNvSpPr/>
            <p:nvPr/>
          </p:nvSpPr>
          <p:spPr>
            <a:xfrm>
              <a:off x="7083821" y="2184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5" name="pt22735"/>
            <p:cNvSpPr/>
            <p:nvPr/>
          </p:nvSpPr>
          <p:spPr>
            <a:xfrm>
              <a:off x="7173456" y="2178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6" name="pt22736"/>
            <p:cNvSpPr/>
            <p:nvPr/>
          </p:nvSpPr>
          <p:spPr>
            <a:xfrm>
              <a:off x="6958940" y="2102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7" name="pt22737"/>
            <p:cNvSpPr/>
            <p:nvPr/>
          </p:nvSpPr>
          <p:spPr>
            <a:xfrm>
              <a:off x="6852746" y="2238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8" name="pt22738"/>
            <p:cNvSpPr/>
            <p:nvPr/>
          </p:nvSpPr>
          <p:spPr>
            <a:xfrm>
              <a:off x="6805781" y="2274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9" name="pt22739"/>
            <p:cNvSpPr/>
            <p:nvPr/>
          </p:nvSpPr>
          <p:spPr>
            <a:xfrm>
              <a:off x="7072958" y="2053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0" name="pt22740"/>
            <p:cNvSpPr/>
            <p:nvPr/>
          </p:nvSpPr>
          <p:spPr>
            <a:xfrm>
              <a:off x="7040280" y="2062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1" name="pt22741"/>
            <p:cNvSpPr/>
            <p:nvPr/>
          </p:nvSpPr>
          <p:spPr>
            <a:xfrm>
              <a:off x="7154855" y="2202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2" name="pt22742"/>
            <p:cNvSpPr/>
            <p:nvPr/>
          </p:nvSpPr>
          <p:spPr>
            <a:xfrm>
              <a:off x="7032318" y="2196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3" name="pt22743"/>
            <p:cNvSpPr/>
            <p:nvPr/>
          </p:nvSpPr>
          <p:spPr>
            <a:xfrm>
              <a:off x="7051191" y="2112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4" name="pt22744"/>
            <p:cNvSpPr/>
            <p:nvPr/>
          </p:nvSpPr>
          <p:spPr>
            <a:xfrm>
              <a:off x="7156158" y="2178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5" name="pt22745"/>
            <p:cNvSpPr/>
            <p:nvPr/>
          </p:nvSpPr>
          <p:spPr>
            <a:xfrm>
              <a:off x="6970617" y="1773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6" name="pt22746"/>
            <p:cNvSpPr/>
            <p:nvPr/>
          </p:nvSpPr>
          <p:spPr>
            <a:xfrm>
              <a:off x="6953886" y="1943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7" name="pt22747"/>
            <p:cNvSpPr/>
            <p:nvPr/>
          </p:nvSpPr>
          <p:spPr>
            <a:xfrm>
              <a:off x="7147355" y="2029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8" name="pt22748"/>
            <p:cNvSpPr/>
            <p:nvPr/>
          </p:nvSpPr>
          <p:spPr>
            <a:xfrm>
              <a:off x="7181790" y="2095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9" name="pt22749"/>
            <p:cNvSpPr/>
            <p:nvPr/>
          </p:nvSpPr>
          <p:spPr>
            <a:xfrm>
              <a:off x="6844459" y="1538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0" name="pt22750"/>
            <p:cNvSpPr/>
            <p:nvPr/>
          </p:nvSpPr>
          <p:spPr>
            <a:xfrm>
              <a:off x="7139557" y="2011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1" name="pt22751"/>
            <p:cNvSpPr/>
            <p:nvPr/>
          </p:nvSpPr>
          <p:spPr>
            <a:xfrm>
              <a:off x="7193536" y="2199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2" name="pt22752"/>
            <p:cNvSpPr/>
            <p:nvPr/>
          </p:nvSpPr>
          <p:spPr>
            <a:xfrm>
              <a:off x="6992863" y="2295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3" name="pt22753"/>
            <p:cNvSpPr/>
            <p:nvPr/>
          </p:nvSpPr>
          <p:spPr>
            <a:xfrm>
              <a:off x="7124789" y="2072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4" name="pt22754"/>
            <p:cNvSpPr/>
            <p:nvPr/>
          </p:nvSpPr>
          <p:spPr>
            <a:xfrm>
              <a:off x="7138713" y="1966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5" name="pt22755"/>
            <p:cNvSpPr/>
            <p:nvPr/>
          </p:nvSpPr>
          <p:spPr>
            <a:xfrm>
              <a:off x="7076941" y="2057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6" name="pt22756"/>
            <p:cNvSpPr/>
            <p:nvPr/>
          </p:nvSpPr>
          <p:spPr>
            <a:xfrm>
              <a:off x="6871193" y="2193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7" name="pt22757"/>
            <p:cNvSpPr/>
            <p:nvPr/>
          </p:nvSpPr>
          <p:spPr>
            <a:xfrm>
              <a:off x="7121688" y="2025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8" name="pt22758"/>
            <p:cNvSpPr/>
            <p:nvPr/>
          </p:nvSpPr>
          <p:spPr>
            <a:xfrm>
              <a:off x="7087700" y="2117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9" name="pt22759"/>
            <p:cNvSpPr/>
            <p:nvPr/>
          </p:nvSpPr>
          <p:spPr>
            <a:xfrm>
              <a:off x="7065635" y="216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0" name="pt22760"/>
            <p:cNvSpPr/>
            <p:nvPr/>
          </p:nvSpPr>
          <p:spPr>
            <a:xfrm>
              <a:off x="7266864" y="191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1" name="pt22761"/>
            <p:cNvSpPr/>
            <p:nvPr/>
          </p:nvSpPr>
          <p:spPr>
            <a:xfrm>
              <a:off x="7115404" y="1976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2" name="pt22762"/>
            <p:cNvSpPr/>
            <p:nvPr/>
          </p:nvSpPr>
          <p:spPr>
            <a:xfrm>
              <a:off x="7051490" y="2157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3" name="pt22763"/>
            <p:cNvSpPr/>
            <p:nvPr/>
          </p:nvSpPr>
          <p:spPr>
            <a:xfrm>
              <a:off x="6944674" y="190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4" name="pt22764"/>
            <p:cNvSpPr/>
            <p:nvPr/>
          </p:nvSpPr>
          <p:spPr>
            <a:xfrm>
              <a:off x="7287005" y="2031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5" name="pt22765"/>
            <p:cNvSpPr/>
            <p:nvPr/>
          </p:nvSpPr>
          <p:spPr>
            <a:xfrm>
              <a:off x="7028612" y="2136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6" name="pt22766"/>
            <p:cNvSpPr/>
            <p:nvPr/>
          </p:nvSpPr>
          <p:spPr>
            <a:xfrm>
              <a:off x="7385150" y="2797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7" name="pt22767"/>
            <p:cNvSpPr/>
            <p:nvPr/>
          </p:nvSpPr>
          <p:spPr>
            <a:xfrm>
              <a:off x="7146985" y="2045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8" name="pt22768"/>
            <p:cNvSpPr/>
            <p:nvPr/>
          </p:nvSpPr>
          <p:spPr>
            <a:xfrm>
              <a:off x="7005880" y="1787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9" name="pt22769"/>
            <p:cNvSpPr/>
            <p:nvPr/>
          </p:nvSpPr>
          <p:spPr>
            <a:xfrm>
              <a:off x="7046381" y="2196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0" name="pt22770"/>
            <p:cNvSpPr/>
            <p:nvPr/>
          </p:nvSpPr>
          <p:spPr>
            <a:xfrm>
              <a:off x="6998309" y="2309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1" name="pt22771"/>
            <p:cNvSpPr/>
            <p:nvPr/>
          </p:nvSpPr>
          <p:spPr>
            <a:xfrm>
              <a:off x="6688396" y="1733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2" name="pt22772"/>
            <p:cNvSpPr/>
            <p:nvPr/>
          </p:nvSpPr>
          <p:spPr>
            <a:xfrm>
              <a:off x="6994250" y="2368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3" name="pt22773"/>
            <p:cNvSpPr/>
            <p:nvPr/>
          </p:nvSpPr>
          <p:spPr>
            <a:xfrm>
              <a:off x="7071540" y="2060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4" name="pt22774"/>
            <p:cNvSpPr/>
            <p:nvPr/>
          </p:nvSpPr>
          <p:spPr>
            <a:xfrm>
              <a:off x="6963580" y="2017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5" name="pt22775"/>
            <p:cNvSpPr/>
            <p:nvPr/>
          </p:nvSpPr>
          <p:spPr>
            <a:xfrm>
              <a:off x="7038786" y="2208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6" name="pt22776"/>
            <p:cNvSpPr/>
            <p:nvPr/>
          </p:nvSpPr>
          <p:spPr>
            <a:xfrm>
              <a:off x="7056617" y="1993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7" name="pt22777"/>
            <p:cNvSpPr/>
            <p:nvPr/>
          </p:nvSpPr>
          <p:spPr>
            <a:xfrm>
              <a:off x="7013050" y="189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8" name="pt22778"/>
            <p:cNvSpPr/>
            <p:nvPr/>
          </p:nvSpPr>
          <p:spPr>
            <a:xfrm>
              <a:off x="7168843" y="1986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9" name="pt22779"/>
            <p:cNvSpPr/>
            <p:nvPr/>
          </p:nvSpPr>
          <p:spPr>
            <a:xfrm>
              <a:off x="6896866" y="1949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0" name="pt22780"/>
            <p:cNvSpPr/>
            <p:nvPr/>
          </p:nvSpPr>
          <p:spPr>
            <a:xfrm>
              <a:off x="7029365" y="2121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1" name="pt22781"/>
            <p:cNvSpPr/>
            <p:nvPr/>
          </p:nvSpPr>
          <p:spPr>
            <a:xfrm>
              <a:off x="7164494" y="204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2" name="pt22782"/>
            <p:cNvSpPr/>
            <p:nvPr/>
          </p:nvSpPr>
          <p:spPr>
            <a:xfrm>
              <a:off x="6844375" y="1887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3" name="pt22783"/>
            <p:cNvSpPr/>
            <p:nvPr/>
          </p:nvSpPr>
          <p:spPr>
            <a:xfrm>
              <a:off x="6723080" y="2531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4" name="pt22784"/>
            <p:cNvSpPr/>
            <p:nvPr/>
          </p:nvSpPr>
          <p:spPr>
            <a:xfrm>
              <a:off x="7239798" y="1963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5" name="pt22785"/>
            <p:cNvSpPr/>
            <p:nvPr/>
          </p:nvSpPr>
          <p:spPr>
            <a:xfrm>
              <a:off x="7113455" y="197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6" name="pt22786"/>
            <p:cNvSpPr/>
            <p:nvPr/>
          </p:nvSpPr>
          <p:spPr>
            <a:xfrm>
              <a:off x="7375061" y="2741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7" name="pt22787"/>
            <p:cNvSpPr/>
            <p:nvPr/>
          </p:nvSpPr>
          <p:spPr>
            <a:xfrm>
              <a:off x="7110748" y="2010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8" name="pt22788"/>
            <p:cNvSpPr/>
            <p:nvPr/>
          </p:nvSpPr>
          <p:spPr>
            <a:xfrm>
              <a:off x="7023052" y="2149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9" name="pt22789"/>
            <p:cNvSpPr/>
            <p:nvPr/>
          </p:nvSpPr>
          <p:spPr>
            <a:xfrm>
              <a:off x="7098286" y="2429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0" name="pt22790"/>
            <p:cNvSpPr/>
            <p:nvPr/>
          </p:nvSpPr>
          <p:spPr>
            <a:xfrm>
              <a:off x="7218737" y="2066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1" name="pt22791"/>
            <p:cNvSpPr/>
            <p:nvPr/>
          </p:nvSpPr>
          <p:spPr>
            <a:xfrm>
              <a:off x="7124672" y="2102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2" name="pt22792"/>
            <p:cNvSpPr/>
            <p:nvPr/>
          </p:nvSpPr>
          <p:spPr>
            <a:xfrm>
              <a:off x="7256380" y="1954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3" name="pt22793"/>
            <p:cNvSpPr/>
            <p:nvPr/>
          </p:nvSpPr>
          <p:spPr>
            <a:xfrm>
              <a:off x="6993123" y="2265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4" name="pt22794"/>
            <p:cNvSpPr/>
            <p:nvPr/>
          </p:nvSpPr>
          <p:spPr>
            <a:xfrm>
              <a:off x="7139807" y="1952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5" name="pt22795"/>
            <p:cNvSpPr/>
            <p:nvPr/>
          </p:nvSpPr>
          <p:spPr>
            <a:xfrm>
              <a:off x="7280442" y="1989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6" name="pt22796"/>
            <p:cNvSpPr/>
            <p:nvPr/>
          </p:nvSpPr>
          <p:spPr>
            <a:xfrm>
              <a:off x="7032189" y="2213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7" name="pt22797"/>
            <p:cNvSpPr/>
            <p:nvPr/>
          </p:nvSpPr>
          <p:spPr>
            <a:xfrm>
              <a:off x="7111481" y="2099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8" name="pt22798"/>
            <p:cNvSpPr/>
            <p:nvPr/>
          </p:nvSpPr>
          <p:spPr>
            <a:xfrm>
              <a:off x="7096239" y="2302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9" name="pt22799"/>
            <p:cNvSpPr/>
            <p:nvPr/>
          </p:nvSpPr>
          <p:spPr>
            <a:xfrm>
              <a:off x="6775349" y="2124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0" name="pt22800"/>
            <p:cNvSpPr/>
            <p:nvPr/>
          </p:nvSpPr>
          <p:spPr>
            <a:xfrm>
              <a:off x="7340696" y="1975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1" name="pt22801"/>
            <p:cNvSpPr/>
            <p:nvPr/>
          </p:nvSpPr>
          <p:spPr>
            <a:xfrm>
              <a:off x="7228124" y="1862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2" name="pt22802"/>
            <p:cNvSpPr/>
            <p:nvPr/>
          </p:nvSpPr>
          <p:spPr>
            <a:xfrm>
              <a:off x="6968940" y="1839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3" name="pt22803"/>
            <p:cNvSpPr/>
            <p:nvPr/>
          </p:nvSpPr>
          <p:spPr>
            <a:xfrm>
              <a:off x="7056231" y="212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4" name="pt22804"/>
            <p:cNvSpPr/>
            <p:nvPr/>
          </p:nvSpPr>
          <p:spPr>
            <a:xfrm>
              <a:off x="7032238" y="2234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5" name="pt22805"/>
            <p:cNvSpPr/>
            <p:nvPr/>
          </p:nvSpPr>
          <p:spPr>
            <a:xfrm>
              <a:off x="7153073" y="2303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6" name="pt22806"/>
            <p:cNvSpPr/>
            <p:nvPr/>
          </p:nvSpPr>
          <p:spPr>
            <a:xfrm>
              <a:off x="7020340" y="2104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7" name="pt22807"/>
            <p:cNvSpPr/>
            <p:nvPr/>
          </p:nvSpPr>
          <p:spPr>
            <a:xfrm>
              <a:off x="7028395" y="212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8" name="pt22808"/>
            <p:cNvSpPr/>
            <p:nvPr/>
          </p:nvSpPr>
          <p:spPr>
            <a:xfrm>
              <a:off x="7143654" y="2027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9" name="pt22809"/>
            <p:cNvSpPr/>
            <p:nvPr/>
          </p:nvSpPr>
          <p:spPr>
            <a:xfrm>
              <a:off x="7038578" y="2177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0" name="pt22810"/>
            <p:cNvSpPr/>
            <p:nvPr/>
          </p:nvSpPr>
          <p:spPr>
            <a:xfrm>
              <a:off x="7128499" y="2046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1" name="pt22811"/>
            <p:cNvSpPr/>
            <p:nvPr/>
          </p:nvSpPr>
          <p:spPr>
            <a:xfrm>
              <a:off x="6994998" y="2431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2" name="pt22812"/>
            <p:cNvSpPr/>
            <p:nvPr/>
          </p:nvSpPr>
          <p:spPr>
            <a:xfrm>
              <a:off x="6949242" y="1946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3" name="pt22813"/>
            <p:cNvSpPr/>
            <p:nvPr/>
          </p:nvSpPr>
          <p:spPr>
            <a:xfrm>
              <a:off x="6809579" y="2105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4" name="pt22814"/>
            <p:cNvSpPr/>
            <p:nvPr/>
          </p:nvSpPr>
          <p:spPr>
            <a:xfrm>
              <a:off x="7134501" y="2077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5" name="pt22815"/>
            <p:cNvSpPr/>
            <p:nvPr/>
          </p:nvSpPr>
          <p:spPr>
            <a:xfrm>
              <a:off x="7114928" y="1964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6" name="pt22816"/>
            <p:cNvSpPr/>
            <p:nvPr/>
          </p:nvSpPr>
          <p:spPr>
            <a:xfrm>
              <a:off x="6958947" y="202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7" name="pt22817"/>
            <p:cNvSpPr/>
            <p:nvPr/>
          </p:nvSpPr>
          <p:spPr>
            <a:xfrm>
              <a:off x="7062564" y="2187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8" name="pt22818"/>
            <p:cNvSpPr/>
            <p:nvPr/>
          </p:nvSpPr>
          <p:spPr>
            <a:xfrm>
              <a:off x="6855586" y="2270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9" name="pt22819"/>
            <p:cNvSpPr/>
            <p:nvPr/>
          </p:nvSpPr>
          <p:spPr>
            <a:xfrm>
              <a:off x="7095386" y="2272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0" name="pt22820"/>
            <p:cNvSpPr/>
            <p:nvPr/>
          </p:nvSpPr>
          <p:spPr>
            <a:xfrm>
              <a:off x="7164895" y="2165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1" name="pt22821"/>
            <p:cNvSpPr/>
            <p:nvPr/>
          </p:nvSpPr>
          <p:spPr>
            <a:xfrm>
              <a:off x="7462713" y="2248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2" name="pt22822"/>
            <p:cNvSpPr/>
            <p:nvPr/>
          </p:nvSpPr>
          <p:spPr>
            <a:xfrm>
              <a:off x="7006756" y="1633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3" name="pt22823"/>
            <p:cNvSpPr/>
            <p:nvPr/>
          </p:nvSpPr>
          <p:spPr>
            <a:xfrm>
              <a:off x="6892596" y="2077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4" name="pt22824"/>
            <p:cNvSpPr/>
            <p:nvPr/>
          </p:nvSpPr>
          <p:spPr>
            <a:xfrm>
              <a:off x="6932004" y="1900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5" name="pt22825"/>
            <p:cNvSpPr/>
            <p:nvPr/>
          </p:nvSpPr>
          <p:spPr>
            <a:xfrm>
              <a:off x="7097570" y="2320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6" name="pt22826"/>
            <p:cNvSpPr/>
            <p:nvPr/>
          </p:nvSpPr>
          <p:spPr>
            <a:xfrm>
              <a:off x="7106672" y="2123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7" name="pt22827"/>
            <p:cNvSpPr/>
            <p:nvPr/>
          </p:nvSpPr>
          <p:spPr>
            <a:xfrm>
              <a:off x="7027197" y="216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8" name="pt22828"/>
            <p:cNvSpPr/>
            <p:nvPr/>
          </p:nvSpPr>
          <p:spPr>
            <a:xfrm>
              <a:off x="7281930" y="2035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9" name="pt22829"/>
            <p:cNvSpPr/>
            <p:nvPr/>
          </p:nvSpPr>
          <p:spPr>
            <a:xfrm>
              <a:off x="6957399" y="1853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0" name="pt22830"/>
            <p:cNvSpPr/>
            <p:nvPr/>
          </p:nvSpPr>
          <p:spPr>
            <a:xfrm>
              <a:off x="7163644" y="2219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1" name="pt22831"/>
            <p:cNvSpPr/>
            <p:nvPr/>
          </p:nvSpPr>
          <p:spPr>
            <a:xfrm>
              <a:off x="7081424" y="2189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2" name="pt22832"/>
            <p:cNvSpPr/>
            <p:nvPr/>
          </p:nvSpPr>
          <p:spPr>
            <a:xfrm>
              <a:off x="6904233" y="204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3" name="pt22833"/>
            <p:cNvSpPr/>
            <p:nvPr/>
          </p:nvSpPr>
          <p:spPr>
            <a:xfrm>
              <a:off x="7308801" y="2418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4" name="pt22834"/>
            <p:cNvSpPr/>
            <p:nvPr/>
          </p:nvSpPr>
          <p:spPr>
            <a:xfrm>
              <a:off x="6937771" y="2006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5" name="pt22835"/>
            <p:cNvSpPr/>
            <p:nvPr/>
          </p:nvSpPr>
          <p:spPr>
            <a:xfrm>
              <a:off x="6903024" y="1959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6" name="pt22836"/>
            <p:cNvSpPr/>
            <p:nvPr/>
          </p:nvSpPr>
          <p:spPr>
            <a:xfrm>
              <a:off x="7056797" y="2087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7" name="pt22837"/>
            <p:cNvSpPr/>
            <p:nvPr/>
          </p:nvSpPr>
          <p:spPr>
            <a:xfrm>
              <a:off x="6983725" y="2153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8" name="pt22838"/>
            <p:cNvSpPr/>
            <p:nvPr/>
          </p:nvSpPr>
          <p:spPr>
            <a:xfrm>
              <a:off x="7124734" y="2088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9" name="pt22839"/>
            <p:cNvSpPr/>
            <p:nvPr/>
          </p:nvSpPr>
          <p:spPr>
            <a:xfrm>
              <a:off x="7075256" y="2123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0" name="pt22840"/>
            <p:cNvSpPr/>
            <p:nvPr/>
          </p:nvSpPr>
          <p:spPr>
            <a:xfrm>
              <a:off x="7341165" y="2075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1" name="pt22841"/>
            <p:cNvSpPr/>
            <p:nvPr/>
          </p:nvSpPr>
          <p:spPr>
            <a:xfrm>
              <a:off x="7034919" y="2213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2" name="pt22842"/>
            <p:cNvSpPr/>
            <p:nvPr/>
          </p:nvSpPr>
          <p:spPr>
            <a:xfrm>
              <a:off x="7154750" y="2173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3" name="pt22843"/>
            <p:cNvSpPr/>
            <p:nvPr/>
          </p:nvSpPr>
          <p:spPr>
            <a:xfrm>
              <a:off x="7038744" y="2248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4" name="pt22844"/>
            <p:cNvSpPr/>
            <p:nvPr/>
          </p:nvSpPr>
          <p:spPr>
            <a:xfrm>
              <a:off x="7054667" y="2074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5" name="pt22845"/>
            <p:cNvSpPr/>
            <p:nvPr/>
          </p:nvSpPr>
          <p:spPr>
            <a:xfrm>
              <a:off x="7142464" y="2023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6" name="pt22846"/>
            <p:cNvSpPr/>
            <p:nvPr/>
          </p:nvSpPr>
          <p:spPr>
            <a:xfrm>
              <a:off x="6954439" y="1857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7" name="pt22847"/>
            <p:cNvSpPr/>
            <p:nvPr/>
          </p:nvSpPr>
          <p:spPr>
            <a:xfrm>
              <a:off x="7206866" y="2142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8" name="pt22848"/>
            <p:cNvSpPr/>
            <p:nvPr/>
          </p:nvSpPr>
          <p:spPr>
            <a:xfrm>
              <a:off x="7119670" y="1942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9" name="pt22849"/>
            <p:cNvSpPr/>
            <p:nvPr/>
          </p:nvSpPr>
          <p:spPr>
            <a:xfrm>
              <a:off x="7038664" y="2169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0" name="pt22850"/>
            <p:cNvSpPr/>
            <p:nvPr/>
          </p:nvSpPr>
          <p:spPr>
            <a:xfrm>
              <a:off x="6793475" y="2312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1" name="pt22851"/>
            <p:cNvSpPr/>
            <p:nvPr/>
          </p:nvSpPr>
          <p:spPr>
            <a:xfrm>
              <a:off x="7029899" y="2095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2" name="pt22852"/>
            <p:cNvSpPr/>
            <p:nvPr/>
          </p:nvSpPr>
          <p:spPr>
            <a:xfrm>
              <a:off x="6996432" y="2118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3" name="pt22853"/>
            <p:cNvSpPr/>
            <p:nvPr/>
          </p:nvSpPr>
          <p:spPr>
            <a:xfrm>
              <a:off x="7472401" y="2578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4" name="pt22854"/>
            <p:cNvSpPr/>
            <p:nvPr/>
          </p:nvSpPr>
          <p:spPr>
            <a:xfrm>
              <a:off x="7239574" y="1917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5" name="pt22855"/>
            <p:cNvSpPr/>
            <p:nvPr/>
          </p:nvSpPr>
          <p:spPr>
            <a:xfrm>
              <a:off x="7220247" y="2074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6" name="pt22856"/>
            <p:cNvSpPr/>
            <p:nvPr/>
          </p:nvSpPr>
          <p:spPr>
            <a:xfrm>
              <a:off x="7076541" y="1956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7" name="pt22857"/>
            <p:cNvSpPr/>
            <p:nvPr/>
          </p:nvSpPr>
          <p:spPr>
            <a:xfrm>
              <a:off x="7387317" y="2184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8" name="pt22858"/>
            <p:cNvSpPr/>
            <p:nvPr/>
          </p:nvSpPr>
          <p:spPr>
            <a:xfrm>
              <a:off x="7239103" y="197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9" name="pt22859"/>
            <p:cNvSpPr/>
            <p:nvPr/>
          </p:nvSpPr>
          <p:spPr>
            <a:xfrm>
              <a:off x="7140613" y="1962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0" name="pt22860"/>
            <p:cNvSpPr/>
            <p:nvPr/>
          </p:nvSpPr>
          <p:spPr>
            <a:xfrm>
              <a:off x="6732802" y="2452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1" name="pt22861"/>
            <p:cNvSpPr/>
            <p:nvPr/>
          </p:nvSpPr>
          <p:spPr>
            <a:xfrm>
              <a:off x="6998318" y="2186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2" name="pt22862"/>
            <p:cNvSpPr/>
            <p:nvPr/>
          </p:nvSpPr>
          <p:spPr>
            <a:xfrm>
              <a:off x="7139638" y="1973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3" name="pt22863"/>
            <p:cNvSpPr/>
            <p:nvPr/>
          </p:nvSpPr>
          <p:spPr>
            <a:xfrm>
              <a:off x="6916444" y="1949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4" name="pt22864"/>
            <p:cNvSpPr/>
            <p:nvPr/>
          </p:nvSpPr>
          <p:spPr>
            <a:xfrm>
              <a:off x="7470772" y="2484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5" name="pt22865"/>
            <p:cNvSpPr/>
            <p:nvPr/>
          </p:nvSpPr>
          <p:spPr>
            <a:xfrm>
              <a:off x="7338202" y="2098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6" name="pt22866"/>
            <p:cNvSpPr/>
            <p:nvPr/>
          </p:nvSpPr>
          <p:spPr>
            <a:xfrm>
              <a:off x="7166256" y="2134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7" name="pt22867"/>
            <p:cNvSpPr/>
            <p:nvPr/>
          </p:nvSpPr>
          <p:spPr>
            <a:xfrm>
              <a:off x="7181756" y="2140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8" name="pt22868"/>
            <p:cNvSpPr/>
            <p:nvPr/>
          </p:nvSpPr>
          <p:spPr>
            <a:xfrm>
              <a:off x="6872220" y="2204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9" name="pt22869"/>
            <p:cNvSpPr/>
            <p:nvPr/>
          </p:nvSpPr>
          <p:spPr>
            <a:xfrm>
              <a:off x="7184766" y="1853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0" name="pt22870"/>
            <p:cNvSpPr/>
            <p:nvPr/>
          </p:nvSpPr>
          <p:spPr>
            <a:xfrm>
              <a:off x="7421782" y="2298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1" name="pt22871"/>
            <p:cNvSpPr/>
            <p:nvPr/>
          </p:nvSpPr>
          <p:spPr>
            <a:xfrm>
              <a:off x="7037109" y="2276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2" name="pt22872"/>
            <p:cNvSpPr/>
            <p:nvPr/>
          </p:nvSpPr>
          <p:spPr>
            <a:xfrm>
              <a:off x="6854133" y="2065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3" name="pt22873"/>
            <p:cNvSpPr/>
            <p:nvPr/>
          </p:nvSpPr>
          <p:spPr>
            <a:xfrm>
              <a:off x="6912329" y="1962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4" name="pt22874"/>
            <p:cNvSpPr/>
            <p:nvPr/>
          </p:nvSpPr>
          <p:spPr>
            <a:xfrm>
              <a:off x="6744991" y="2099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5" name="pt22875"/>
            <p:cNvSpPr/>
            <p:nvPr/>
          </p:nvSpPr>
          <p:spPr>
            <a:xfrm>
              <a:off x="6918212" y="2011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6" name="pt22876"/>
            <p:cNvSpPr/>
            <p:nvPr/>
          </p:nvSpPr>
          <p:spPr>
            <a:xfrm>
              <a:off x="7013101" y="2092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7" name="pt22877"/>
            <p:cNvSpPr/>
            <p:nvPr/>
          </p:nvSpPr>
          <p:spPr>
            <a:xfrm>
              <a:off x="7014075" y="2182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8" name="pt22878"/>
            <p:cNvSpPr/>
            <p:nvPr/>
          </p:nvSpPr>
          <p:spPr>
            <a:xfrm>
              <a:off x="7149569" y="2134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9" name="pt22879"/>
            <p:cNvSpPr/>
            <p:nvPr/>
          </p:nvSpPr>
          <p:spPr>
            <a:xfrm>
              <a:off x="7052809" y="2088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0" name="pt22880"/>
            <p:cNvSpPr/>
            <p:nvPr/>
          </p:nvSpPr>
          <p:spPr>
            <a:xfrm>
              <a:off x="7049525" y="2179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1" name="pt22881"/>
            <p:cNvSpPr/>
            <p:nvPr/>
          </p:nvSpPr>
          <p:spPr>
            <a:xfrm>
              <a:off x="7006897" y="1585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2" name="pt22882"/>
            <p:cNvSpPr/>
            <p:nvPr/>
          </p:nvSpPr>
          <p:spPr>
            <a:xfrm>
              <a:off x="6981000" y="2185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3" name="pt22883"/>
            <p:cNvSpPr/>
            <p:nvPr/>
          </p:nvSpPr>
          <p:spPr>
            <a:xfrm>
              <a:off x="7026826" y="2069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4" name="pt22884"/>
            <p:cNvSpPr/>
            <p:nvPr/>
          </p:nvSpPr>
          <p:spPr>
            <a:xfrm>
              <a:off x="6944453" y="1780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5" name="pt22885"/>
            <p:cNvSpPr/>
            <p:nvPr/>
          </p:nvSpPr>
          <p:spPr>
            <a:xfrm>
              <a:off x="7098305" y="2282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6" name="pt22886"/>
            <p:cNvSpPr/>
            <p:nvPr/>
          </p:nvSpPr>
          <p:spPr>
            <a:xfrm>
              <a:off x="7108165" y="2080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7" name="pt22887"/>
            <p:cNvSpPr/>
            <p:nvPr/>
          </p:nvSpPr>
          <p:spPr>
            <a:xfrm>
              <a:off x="7333901" y="2125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8" name="pt22888"/>
            <p:cNvSpPr/>
            <p:nvPr/>
          </p:nvSpPr>
          <p:spPr>
            <a:xfrm>
              <a:off x="6914890" y="1922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9" name="pt22889"/>
            <p:cNvSpPr/>
            <p:nvPr/>
          </p:nvSpPr>
          <p:spPr>
            <a:xfrm>
              <a:off x="7123391" y="1996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0" name="pt22890"/>
            <p:cNvSpPr/>
            <p:nvPr/>
          </p:nvSpPr>
          <p:spPr>
            <a:xfrm>
              <a:off x="6811593" y="2159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1" name="pt22891"/>
            <p:cNvSpPr/>
            <p:nvPr/>
          </p:nvSpPr>
          <p:spPr>
            <a:xfrm>
              <a:off x="7078440" y="2171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2" name="pt22892"/>
            <p:cNvSpPr/>
            <p:nvPr/>
          </p:nvSpPr>
          <p:spPr>
            <a:xfrm>
              <a:off x="7008956" y="2025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3" name="pt22893"/>
            <p:cNvSpPr/>
            <p:nvPr/>
          </p:nvSpPr>
          <p:spPr>
            <a:xfrm>
              <a:off x="7230638" y="1984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4" name="pt22894"/>
            <p:cNvSpPr/>
            <p:nvPr/>
          </p:nvSpPr>
          <p:spPr>
            <a:xfrm>
              <a:off x="7144555" y="2004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5" name="pt22895"/>
            <p:cNvSpPr/>
            <p:nvPr/>
          </p:nvSpPr>
          <p:spPr>
            <a:xfrm>
              <a:off x="6996028" y="2298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6" name="pt22896"/>
            <p:cNvSpPr/>
            <p:nvPr/>
          </p:nvSpPr>
          <p:spPr>
            <a:xfrm>
              <a:off x="6972924" y="2064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7" name="pt22897"/>
            <p:cNvSpPr/>
            <p:nvPr/>
          </p:nvSpPr>
          <p:spPr>
            <a:xfrm>
              <a:off x="7034412" y="2024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8" name="pt22898"/>
            <p:cNvSpPr/>
            <p:nvPr/>
          </p:nvSpPr>
          <p:spPr>
            <a:xfrm>
              <a:off x="7329216" y="2116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9" name="pt22899"/>
            <p:cNvSpPr/>
            <p:nvPr/>
          </p:nvSpPr>
          <p:spPr>
            <a:xfrm>
              <a:off x="7093352" y="2240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0" name="pt22900"/>
            <p:cNvSpPr/>
            <p:nvPr/>
          </p:nvSpPr>
          <p:spPr>
            <a:xfrm>
              <a:off x="7201771" y="2016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1" name="pt22901"/>
            <p:cNvSpPr/>
            <p:nvPr/>
          </p:nvSpPr>
          <p:spPr>
            <a:xfrm>
              <a:off x="7279553" y="2006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2" name="pt22902"/>
            <p:cNvSpPr/>
            <p:nvPr/>
          </p:nvSpPr>
          <p:spPr>
            <a:xfrm>
              <a:off x="7074956" y="2069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3" name="pt22903"/>
            <p:cNvSpPr/>
            <p:nvPr/>
          </p:nvSpPr>
          <p:spPr>
            <a:xfrm>
              <a:off x="7356275" y="2726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4" name="pt22904"/>
            <p:cNvSpPr/>
            <p:nvPr/>
          </p:nvSpPr>
          <p:spPr>
            <a:xfrm>
              <a:off x="7226428" y="2006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5" name="pt22905"/>
            <p:cNvSpPr/>
            <p:nvPr/>
          </p:nvSpPr>
          <p:spPr>
            <a:xfrm>
              <a:off x="6719266" y="2341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6" name="pt22906"/>
            <p:cNvSpPr/>
            <p:nvPr/>
          </p:nvSpPr>
          <p:spPr>
            <a:xfrm>
              <a:off x="7278979" y="2072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7" name="pt22907"/>
            <p:cNvSpPr/>
            <p:nvPr/>
          </p:nvSpPr>
          <p:spPr>
            <a:xfrm>
              <a:off x="7109772" y="2002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8" name="pt22908"/>
            <p:cNvSpPr/>
            <p:nvPr/>
          </p:nvSpPr>
          <p:spPr>
            <a:xfrm>
              <a:off x="7077548" y="2156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9" name="pt22909"/>
            <p:cNvSpPr/>
            <p:nvPr/>
          </p:nvSpPr>
          <p:spPr>
            <a:xfrm>
              <a:off x="7272596" y="2002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0" name="pt22910"/>
            <p:cNvSpPr/>
            <p:nvPr/>
          </p:nvSpPr>
          <p:spPr>
            <a:xfrm>
              <a:off x="7133857" y="2017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1" name="pt22911"/>
            <p:cNvSpPr/>
            <p:nvPr/>
          </p:nvSpPr>
          <p:spPr>
            <a:xfrm>
              <a:off x="7124160" y="2081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2" name="pt22912"/>
            <p:cNvSpPr/>
            <p:nvPr/>
          </p:nvSpPr>
          <p:spPr>
            <a:xfrm>
              <a:off x="7098016" y="2331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3" name="pt22913"/>
            <p:cNvSpPr/>
            <p:nvPr/>
          </p:nvSpPr>
          <p:spPr>
            <a:xfrm>
              <a:off x="6657669" y="2097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4" name="pt22914"/>
            <p:cNvSpPr/>
            <p:nvPr/>
          </p:nvSpPr>
          <p:spPr>
            <a:xfrm>
              <a:off x="7395381" y="2542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5" name="pt22915"/>
            <p:cNvSpPr/>
            <p:nvPr/>
          </p:nvSpPr>
          <p:spPr>
            <a:xfrm>
              <a:off x="7022768" y="1952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6" name="pt22916"/>
            <p:cNvSpPr/>
            <p:nvPr/>
          </p:nvSpPr>
          <p:spPr>
            <a:xfrm>
              <a:off x="6686902" y="1767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7" name="pt22917"/>
            <p:cNvSpPr/>
            <p:nvPr/>
          </p:nvSpPr>
          <p:spPr>
            <a:xfrm>
              <a:off x="7169693" y="2205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8" name="pt22918"/>
            <p:cNvSpPr/>
            <p:nvPr/>
          </p:nvSpPr>
          <p:spPr>
            <a:xfrm>
              <a:off x="6975373" y="211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9" name="pt22919"/>
            <p:cNvSpPr/>
            <p:nvPr/>
          </p:nvSpPr>
          <p:spPr>
            <a:xfrm>
              <a:off x="6824285" y="1730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0" name="pt22920"/>
            <p:cNvSpPr/>
            <p:nvPr/>
          </p:nvSpPr>
          <p:spPr>
            <a:xfrm>
              <a:off x="6666833" y="1538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1" name="pt22921"/>
            <p:cNvSpPr/>
            <p:nvPr/>
          </p:nvSpPr>
          <p:spPr>
            <a:xfrm>
              <a:off x="7101964" y="2228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2" name="pt22922"/>
            <p:cNvSpPr/>
            <p:nvPr/>
          </p:nvSpPr>
          <p:spPr>
            <a:xfrm>
              <a:off x="7294167" y="2321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3" name="pt22923"/>
            <p:cNvSpPr/>
            <p:nvPr/>
          </p:nvSpPr>
          <p:spPr>
            <a:xfrm>
              <a:off x="7151212" y="2101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4" name="pt22924"/>
            <p:cNvSpPr/>
            <p:nvPr/>
          </p:nvSpPr>
          <p:spPr>
            <a:xfrm>
              <a:off x="7347410" y="2113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5" name="pt22925"/>
            <p:cNvSpPr/>
            <p:nvPr/>
          </p:nvSpPr>
          <p:spPr>
            <a:xfrm>
              <a:off x="7245467" y="1954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6" name="pt22926"/>
            <p:cNvSpPr/>
            <p:nvPr/>
          </p:nvSpPr>
          <p:spPr>
            <a:xfrm>
              <a:off x="6859615" y="2144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7" name="pt22927"/>
            <p:cNvSpPr/>
            <p:nvPr/>
          </p:nvSpPr>
          <p:spPr>
            <a:xfrm>
              <a:off x="6821309" y="1841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8" name="pt22928"/>
            <p:cNvSpPr/>
            <p:nvPr/>
          </p:nvSpPr>
          <p:spPr>
            <a:xfrm>
              <a:off x="7137844" y="2027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9" name="pt22929"/>
            <p:cNvSpPr/>
            <p:nvPr/>
          </p:nvSpPr>
          <p:spPr>
            <a:xfrm>
              <a:off x="7438230" y="2162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0" name="pt22930"/>
            <p:cNvSpPr/>
            <p:nvPr/>
          </p:nvSpPr>
          <p:spPr>
            <a:xfrm>
              <a:off x="6914009" y="1933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1" name="pt22931"/>
            <p:cNvSpPr/>
            <p:nvPr/>
          </p:nvSpPr>
          <p:spPr>
            <a:xfrm>
              <a:off x="7223802" y="2053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2" name="pt22932"/>
            <p:cNvSpPr/>
            <p:nvPr/>
          </p:nvSpPr>
          <p:spPr>
            <a:xfrm>
              <a:off x="7099114" y="2347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3" name="pt22933"/>
            <p:cNvSpPr/>
            <p:nvPr/>
          </p:nvSpPr>
          <p:spPr>
            <a:xfrm>
              <a:off x="6788451" y="2360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4" name="pt22934"/>
            <p:cNvSpPr/>
            <p:nvPr/>
          </p:nvSpPr>
          <p:spPr>
            <a:xfrm>
              <a:off x="7026211" y="2017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5" name="pt22935"/>
            <p:cNvSpPr/>
            <p:nvPr/>
          </p:nvSpPr>
          <p:spPr>
            <a:xfrm>
              <a:off x="7046433" y="2209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6" name="pt22936"/>
            <p:cNvSpPr/>
            <p:nvPr/>
          </p:nvSpPr>
          <p:spPr>
            <a:xfrm>
              <a:off x="6929493" y="1910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7" name="pt22937"/>
            <p:cNvSpPr/>
            <p:nvPr/>
          </p:nvSpPr>
          <p:spPr>
            <a:xfrm>
              <a:off x="7070088" y="2121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8" name="pt22938"/>
            <p:cNvSpPr/>
            <p:nvPr/>
          </p:nvSpPr>
          <p:spPr>
            <a:xfrm>
              <a:off x="7019848" y="2075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9" name="pt22939"/>
            <p:cNvSpPr/>
            <p:nvPr/>
          </p:nvSpPr>
          <p:spPr>
            <a:xfrm>
              <a:off x="6705318" y="2419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0" name="pt22940"/>
            <p:cNvSpPr/>
            <p:nvPr/>
          </p:nvSpPr>
          <p:spPr>
            <a:xfrm>
              <a:off x="7029902" y="2163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1" name="pt22941"/>
            <p:cNvSpPr/>
            <p:nvPr/>
          </p:nvSpPr>
          <p:spPr>
            <a:xfrm>
              <a:off x="7298271" y="2195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2" name="pt22942"/>
            <p:cNvSpPr/>
            <p:nvPr/>
          </p:nvSpPr>
          <p:spPr>
            <a:xfrm>
              <a:off x="7007650" y="1805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3" name="pt22943"/>
            <p:cNvSpPr/>
            <p:nvPr/>
          </p:nvSpPr>
          <p:spPr>
            <a:xfrm>
              <a:off x="7337198" y="2059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4" name="pt22944"/>
            <p:cNvSpPr/>
            <p:nvPr/>
          </p:nvSpPr>
          <p:spPr>
            <a:xfrm>
              <a:off x="7142480" y="1965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5" name="pt22945"/>
            <p:cNvSpPr/>
            <p:nvPr/>
          </p:nvSpPr>
          <p:spPr>
            <a:xfrm>
              <a:off x="7154581" y="2270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6" name="pt22946"/>
            <p:cNvSpPr/>
            <p:nvPr/>
          </p:nvSpPr>
          <p:spPr>
            <a:xfrm>
              <a:off x="6986607" y="2143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7" name="pt22947"/>
            <p:cNvSpPr/>
            <p:nvPr/>
          </p:nvSpPr>
          <p:spPr>
            <a:xfrm>
              <a:off x="7459544" y="211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8" name="pt22948"/>
            <p:cNvSpPr/>
            <p:nvPr/>
          </p:nvSpPr>
          <p:spPr>
            <a:xfrm>
              <a:off x="6739728" y="2311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9" name="pt22949"/>
            <p:cNvSpPr/>
            <p:nvPr/>
          </p:nvSpPr>
          <p:spPr>
            <a:xfrm>
              <a:off x="7229813" y="2012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0" name="pt22950"/>
            <p:cNvSpPr/>
            <p:nvPr/>
          </p:nvSpPr>
          <p:spPr>
            <a:xfrm>
              <a:off x="7000827" y="2039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1" name="pt22951"/>
            <p:cNvSpPr/>
            <p:nvPr/>
          </p:nvSpPr>
          <p:spPr>
            <a:xfrm>
              <a:off x="7215024" y="1975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2" name="pt22952"/>
            <p:cNvSpPr/>
            <p:nvPr/>
          </p:nvSpPr>
          <p:spPr>
            <a:xfrm>
              <a:off x="7224000" y="1921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3" name="pt22953"/>
            <p:cNvSpPr/>
            <p:nvPr/>
          </p:nvSpPr>
          <p:spPr>
            <a:xfrm>
              <a:off x="7180145" y="2067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4" name="pt22954"/>
            <p:cNvSpPr/>
            <p:nvPr/>
          </p:nvSpPr>
          <p:spPr>
            <a:xfrm>
              <a:off x="7044829" y="225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5" name="pt22955"/>
            <p:cNvSpPr/>
            <p:nvPr/>
          </p:nvSpPr>
          <p:spPr>
            <a:xfrm>
              <a:off x="7174321" y="2199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6" name="pt22956"/>
            <p:cNvSpPr/>
            <p:nvPr/>
          </p:nvSpPr>
          <p:spPr>
            <a:xfrm>
              <a:off x="6976638" y="198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7" name="pt22957"/>
            <p:cNvSpPr/>
            <p:nvPr/>
          </p:nvSpPr>
          <p:spPr>
            <a:xfrm>
              <a:off x="6783926" y="2213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8" name="pt22958"/>
            <p:cNvSpPr/>
            <p:nvPr/>
          </p:nvSpPr>
          <p:spPr>
            <a:xfrm>
              <a:off x="7085263" y="2318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9" name="pt22959"/>
            <p:cNvSpPr/>
            <p:nvPr/>
          </p:nvSpPr>
          <p:spPr>
            <a:xfrm>
              <a:off x="7065482" y="2042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0" name="pt22960"/>
            <p:cNvSpPr/>
            <p:nvPr/>
          </p:nvSpPr>
          <p:spPr>
            <a:xfrm>
              <a:off x="7105640" y="1953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1" name="pt22961"/>
            <p:cNvSpPr/>
            <p:nvPr/>
          </p:nvSpPr>
          <p:spPr>
            <a:xfrm>
              <a:off x="7090486" y="2303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2" name="pt22962"/>
            <p:cNvSpPr/>
            <p:nvPr/>
          </p:nvSpPr>
          <p:spPr>
            <a:xfrm>
              <a:off x="6984524" y="2193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3" name="pt22963"/>
            <p:cNvSpPr/>
            <p:nvPr/>
          </p:nvSpPr>
          <p:spPr>
            <a:xfrm>
              <a:off x="7399384" y="2488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4" name="pt22964"/>
            <p:cNvSpPr/>
            <p:nvPr/>
          </p:nvSpPr>
          <p:spPr>
            <a:xfrm>
              <a:off x="7250552" y="2086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5" name="pt22965"/>
            <p:cNvSpPr/>
            <p:nvPr/>
          </p:nvSpPr>
          <p:spPr>
            <a:xfrm>
              <a:off x="7149113" y="2193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6" name="pt22966"/>
            <p:cNvSpPr/>
            <p:nvPr/>
          </p:nvSpPr>
          <p:spPr>
            <a:xfrm>
              <a:off x="6993149" y="2316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7" name="pt22967"/>
            <p:cNvSpPr/>
            <p:nvPr/>
          </p:nvSpPr>
          <p:spPr>
            <a:xfrm>
              <a:off x="7108613" y="2010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8" name="pt22968"/>
            <p:cNvSpPr/>
            <p:nvPr/>
          </p:nvSpPr>
          <p:spPr>
            <a:xfrm>
              <a:off x="6877191" y="2144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9" name="pt22969"/>
            <p:cNvSpPr/>
            <p:nvPr/>
          </p:nvSpPr>
          <p:spPr>
            <a:xfrm>
              <a:off x="7062186" y="2136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0" name="pt22970"/>
            <p:cNvSpPr/>
            <p:nvPr/>
          </p:nvSpPr>
          <p:spPr>
            <a:xfrm>
              <a:off x="7148595" y="2067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1" name="pt22971"/>
            <p:cNvSpPr/>
            <p:nvPr/>
          </p:nvSpPr>
          <p:spPr>
            <a:xfrm>
              <a:off x="7082770" y="214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2" name="pt22972"/>
            <p:cNvSpPr/>
            <p:nvPr/>
          </p:nvSpPr>
          <p:spPr>
            <a:xfrm>
              <a:off x="6740404" y="2202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3" name="pt22973"/>
            <p:cNvSpPr/>
            <p:nvPr/>
          </p:nvSpPr>
          <p:spPr>
            <a:xfrm>
              <a:off x="6975008" y="2141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4" name="pt22974"/>
            <p:cNvSpPr/>
            <p:nvPr/>
          </p:nvSpPr>
          <p:spPr>
            <a:xfrm>
              <a:off x="7674493" y="2243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5" name="pt22975"/>
            <p:cNvSpPr/>
            <p:nvPr/>
          </p:nvSpPr>
          <p:spPr>
            <a:xfrm>
              <a:off x="7162768" y="2369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6" name="pt22976"/>
            <p:cNvSpPr/>
            <p:nvPr/>
          </p:nvSpPr>
          <p:spPr>
            <a:xfrm>
              <a:off x="6942326" y="1980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7" name="pt22977"/>
            <p:cNvSpPr/>
            <p:nvPr/>
          </p:nvSpPr>
          <p:spPr>
            <a:xfrm>
              <a:off x="7050940" y="213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8" name="pt22978"/>
            <p:cNvSpPr/>
            <p:nvPr/>
          </p:nvSpPr>
          <p:spPr>
            <a:xfrm>
              <a:off x="6807588" y="2224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9" name="pt22979"/>
            <p:cNvSpPr/>
            <p:nvPr/>
          </p:nvSpPr>
          <p:spPr>
            <a:xfrm>
              <a:off x="6787324" y="2257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0" name="pt22980"/>
            <p:cNvSpPr/>
            <p:nvPr/>
          </p:nvSpPr>
          <p:spPr>
            <a:xfrm>
              <a:off x="7256400" y="1944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1" name="pt22981"/>
            <p:cNvSpPr/>
            <p:nvPr/>
          </p:nvSpPr>
          <p:spPr>
            <a:xfrm>
              <a:off x="6882159" y="2169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2" name="pt22982"/>
            <p:cNvSpPr/>
            <p:nvPr/>
          </p:nvSpPr>
          <p:spPr>
            <a:xfrm>
              <a:off x="7121989" y="2046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3" name="pt22983"/>
            <p:cNvSpPr/>
            <p:nvPr/>
          </p:nvSpPr>
          <p:spPr>
            <a:xfrm>
              <a:off x="6728049" y="2464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4" name="pt22984"/>
            <p:cNvSpPr/>
            <p:nvPr/>
          </p:nvSpPr>
          <p:spPr>
            <a:xfrm>
              <a:off x="7268052" y="1904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5" name="pt22985"/>
            <p:cNvSpPr/>
            <p:nvPr/>
          </p:nvSpPr>
          <p:spPr>
            <a:xfrm>
              <a:off x="7203473" y="2067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6" name="pt22986"/>
            <p:cNvSpPr/>
            <p:nvPr/>
          </p:nvSpPr>
          <p:spPr>
            <a:xfrm>
              <a:off x="7140859" y="1994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7" name="pt22987"/>
            <p:cNvSpPr/>
            <p:nvPr/>
          </p:nvSpPr>
          <p:spPr>
            <a:xfrm>
              <a:off x="7102006" y="2188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8" name="pt22988"/>
            <p:cNvSpPr/>
            <p:nvPr/>
          </p:nvSpPr>
          <p:spPr>
            <a:xfrm>
              <a:off x="7136581" y="2050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9" name="pt22989"/>
            <p:cNvSpPr/>
            <p:nvPr/>
          </p:nvSpPr>
          <p:spPr>
            <a:xfrm>
              <a:off x="6990252" y="2238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0" name="pt22990"/>
            <p:cNvSpPr/>
            <p:nvPr/>
          </p:nvSpPr>
          <p:spPr>
            <a:xfrm>
              <a:off x="6929307" y="1867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1" name="pt22991"/>
            <p:cNvSpPr/>
            <p:nvPr/>
          </p:nvSpPr>
          <p:spPr>
            <a:xfrm>
              <a:off x="7139868" y="1840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2" name="pt22992"/>
            <p:cNvSpPr/>
            <p:nvPr/>
          </p:nvSpPr>
          <p:spPr>
            <a:xfrm>
              <a:off x="7318842" y="2494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3" name="pt22993"/>
            <p:cNvSpPr/>
            <p:nvPr/>
          </p:nvSpPr>
          <p:spPr>
            <a:xfrm>
              <a:off x="7212471" y="1930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4" name="pt22994"/>
            <p:cNvSpPr/>
            <p:nvPr/>
          </p:nvSpPr>
          <p:spPr>
            <a:xfrm>
              <a:off x="6981445" y="2297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5" name="pt22995"/>
            <p:cNvSpPr/>
            <p:nvPr/>
          </p:nvSpPr>
          <p:spPr>
            <a:xfrm>
              <a:off x="7104920" y="2121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6" name="pt22996"/>
            <p:cNvSpPr/>
            <p:nvPr/>
          </p:nvSpPr>
          <p:spPr>
            <a:xfrm>
              <a:off x="6583989" y="2117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7" name="pt22997"/>
            <p:cNvSpPr/>
            <p:nvPr/>
          </p:nvSpPr>
          <p:spPr>
            <a:xfrm>
              <a:off x="7017297" y="2203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8" name="pt22998"/>
            <p:cNvSpPr/>
            <p:nvPr/>
          </p:nvSpPr>
          <p:spPr>
            <a:xfrm>
              <a:off x="7230706" y="1849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9" name="pt22999"/>
            <p:cNvSpPr/>
            <p:nvPr/>
          </p:nvSpPr>
          <p:spPr>
            <a:xfrm>
              <a:off x="7195778" y="2164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0" name="pt23000"/>
            <p:cNvSpPr/>
            <p:nvPr/>
          </p:nvSpPr>
          <p:spPr>
            <a:xfrm>
              <a:off x="7060997" y="2195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1" name="pt23001"/>
            <p:cNvSpPr/>
            <p:nvPr/>
          </p:nvSpPr>
          <p:spPr>
            <a:xfrm>
              <a:off x="7195329" y="1951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2" name="pt23002"/>
            <p:cNvSpPr/>
            <p:nvPr/>
          </p:nvSpPr>
          <p:spPr>
            <a:xfrm>
              <a:off x="6745459" y="2670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3" name="pt23003"/>
            <p:cNvSpPr/>
            <p:nvPr/>
          </p:nvSpPr>
          <p:spPr>
            <a:xfrm>
              <a:off x="6849497" y="2135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4" name="pt23004"/>
            <p:cNvSpPr/>
            <p:nvPr/>
          </p:nvSpPr>
          <p:spPr>
            <a:xfrm>
              <a:off x="7507509" y="2052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5" name="pt23005"/>
            <p:cNvSpPr/>
            <p:nvPr/>
          </p:nvSpPr>
          <p:spPr>
            <a:xfrm>
              <a:off x="7296217" y="2274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6" name="pt23006"/>
            <p:cNvSpPr/>
            <p:nvPr/>
          </p:nvSpPr>
          <p:spPr>
            <a:xfrm>
              <a:off x="7131103" y="2113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7" name="pt23007"/>
            <p:cNvSpPr/>
            <p:nvPr/>
          </p:nvSpPr>
          <p:spPr>
            <a:xfrm>
              <a:off x="7140392" y="2029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8" name="pt23008"/>
            <p:cNvSpPr/>
            <p:nvPr/>
          </p:nvSpPr>
          <p:spPr>
            <a:xfrm>
              <a:off x="6958087" y="2185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9" name="pt23009"/>
            <p:cNvSpPr/>
            <p:nvPr/>
          </p:nvSpPr>
          <p:spPr>
            <a:xfrm>
              <a:off x="7211357" y="2087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0" name="pt23010"/>
            <p:cNvSpPr/>
            <p:nvPr/>
          </p:nvSpPr>
          <p:spPr>
            <a:xfrm>
              <a:off x="6708487" y="2479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1" name="pt23011"/>
            <p:cNvSpPr/>
            <p:nvPr/>
          </p:nvSpPr>
          <p:spPr>
            <a:xfrm>
              <a:off x="7191385" y="2200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2" name="pt23012"/>
            <p:cNvSpPr/>
            <p:nvPr/>
          </p:nvSpPr>
          <p:spPr>
            <a:xfrm>
              <a:off x="6981365" y="2204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3" name="pt23013"/>
            <p:cNvSpPr/>
            <p:nvPr/>
          </p:nvSpPr>
          <p:spPr>
            <a:xfrm>
              <a:off x="6754900" y="2151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4" name="pt23014"/>
            <p:cNvSpPr/>
            <p:nvPr/>
          </p:nvSpPr>
          <p:spPr>
            <a:xfrm>
              <a:off x="7216486" y="1977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5" name="pt23015"/>
            <p:cNvSpPr/>
            <p:nvPr/>
          </p:nvSpPr>
          <p:spPr>
            <a:xfrm>
              <a:off x="7135314" y="1983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6" name="pt23016"/>
            <p:cNvSpPr/>
            <p:nvPr/>
          </p:nvSpPr>
          <p:spPr>
            <a:xfrm>
              <a:off x="7137792" y="2006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7" name="pt23017"/>
            <p:cNvSpPr/>
            <p:nvPr/>
          </p:nvSpPr>
          <p:spPr>
            <a:xfrm>
              <a:off x="7043554" y="2186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8" name="pt23018"/>
            <p:cNvSpPr/>
            <p:nvPr/>
          </p:nvSpPr>
          <p:spPr>
            <a:xfrm>
              <a:off x="7274365" y="2138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9" name="pt23019"/>
            <p:cNvSpPr/>
            <p:nvPr/>
          </p:nvSpPr>
          <p:spPr>
            <a:xfrm>
              <a:off x="7223707" y="1705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0" name="pt23020"/>
            <p:cNvSpPr/>
            <p:nvPr/>
          </p:nvSpPr>
          <p:spPr>
            <a:xfrm>
              <a:off x="7018806" y="2013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1" name="pt23021"/>
            <p:cNvSpPr/>
            <p:nvPr/>
          </p:nvSpPr>
          <p:spPr>
            <a:xfrm>
              <a:off x="7121507" y="1983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2" name="pt23022"/>
            <p:cNvSpPr/>
            <p:nvPr/>
          </p:nvSpPr>
          <p:spPr>
            <a:xfrm>
              <a:off x="6968607" y="1789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3" name="pt23023"/>
            <p:cNvSpPr/>
            <p:nvPr/>
          </p:nvSpPr>
          <p:spPr>
            <a:xfrm>
              <a:off x="7542233" y="2097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4" name="pt23024"/>
            <p:cNvSpPr/>
            <p:nvPr/>
          </p:nvSpPr>
          <p:spPr>
            <a:xfrm>
              <a:off x="6989686" y="229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5" name="pt23025"/>
            <p:cNvSpPr/>
            <p:nvPr/>
          </p:nvSpPr>
          <p:spPr>
            <a:xfrm>
              <a:off x="7085702" y="2151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6" name="pt23026"/>
            <p:cNvSpPr/>
            <p:nvPr/>
          </p:nvSpPr>
          <p:spPr>
            <a:xfrm>
              <a:off x="6982296" y="2243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7" name="pt23027"/>
            <p:cNvSpPr/>
            <p:nvPr/>
          </p:nvSpPr>
          <p:spPr>
            <a:xfrm>
              <a:off x="7197339" y="2163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8" name="pt23028"/>
            <p:cNvSpPr/>
            <p:nvPr/>
          </p:nvSpPr>
          <p:spPr>
            <a:xfrm>
              <a:off x="7174053" y="1986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9" name="pt23029"/>
            <p:cNvSpPr/>
            <p:nvPr/>
          </p:nvSpPr>
          <p:spPr>
            <a:xfrm>
              <a:off x="6766817" y="2127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0" name="pt23030"/>
            <p:cNvSpPr/>
            <p:nvPr/>
          </p:nvSpPr>
          <p:spPr>
            <a:xfrm>
              <a:off x="7035564" y="2161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1" name="pt23031"/>
            <p:cNvSpPr/>
            <p:nvPr/>
          </p:nvSpPr>
          <p:spPr>
            <a:xfrm>
              <a:off x="7123673" y="2098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2" name="pt23032"/>
            <p:cNvSpPr/>
            <p:nvPr/>
          </p:nvSpPr>
          <p:spPr>
            <a:xfrm>
              <a:off x="6860604" y="2121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3" name="pt23033"/>
            <p:cNvSpPr/>
            <p:nvPr/>
          </p:nvSpPr>
          <p:spPr>
            <a:xfrm>
              <a:off x="7054051" y="2148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4" name="pt23034"/>
            <p:cNvSpPr/>
            <p:nvPr/>
          </p:nvSpPr>
          <p:spPr>
            <a:xfrm>
              <a:off x="6945984" y="1909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5" name="pt23035"/>
            <p:cNvSpPr/>
            <p:nvPr/>
          </p:nvSpPr>
          <p:spPr>
            <a:xfrm>
              <a:off x="7422148" y="2431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6" name="pt23036"/>
            <p:cNvSpPr/>
            <p:nvPr/>
          </p:nvSpPr>
          <p:spPr>
            <a:xfrm>
              <a:off x="6720652" y="2487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7" name="pt23037"/>
            <p:cNvSpPr/>
            <p:nvPr/>
          </p:nvSpPr>
          <p:spPr>
            <a:xfrm>
              <a:off x="7013023" y="2097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8" name="pt23038"/>
            <p:cNvSpPr/>
            <p:nvPr/>
          </p:nvSpPr>
          <p:spPr>
            <a:xfrm>
              <a:off x="7229085" y="2078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9" name="pt23039"/>
            <p:cNvSpPr/>
            <p:nvPr/>
          </p:nvSpPr>
          <p:spPr>
            <a:xfrm>
              <a:off x="7130035" y="2055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0" name="pt23040"/>
            <p:cNvSpPr/>
            <p:nvPr/>
          </p:nvSpPr>
          <p:spPr>
            <a:xfrm>
              <a:off x="7322628" y="2650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1" name="pt23041"/>
            <p:cNvSpPr/>
            <p:nvPr/>
          </p:nvSpPr>
          <p:spPr>
            <a:xfrm>
              <a:off x="6975745" y="2038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2" name="pt23042"/>
            <p:cNvSpPr/>
            <p:nvPr/>
          </p:nvSpPr>
          <p:spPr>
            <a:xfrm>
              <a:off x="6989211" y="2160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3" name="pt23043"/>
            <p:cNvSpPr/>
            <p:nvPr/>
          </p:nvSpPr>
          <p:spPr>
            <a:xfrm>
              <a:off x="7065761" y="2087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4" name="pt23044"/>
            <p:cNvSpPr/>
            <p:nvPr/>
          </p:nvSpPr>
          <p:spPr>
            <a:xfrm>
              <a:off x="7140585" y="1932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5" name="pt23045"/>
            <p:cNvSpPr/>
            <p:nvPr/>
          </p:nvSpPr>
          <p:spPr>
            <a:xfrm>
              <a:off x="7039639" y="2185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6" name="pt23046"/>
            <p:cNvSpPr/>
            <p:nvPr/>
          </p:nvSpPr>
          <p:spPr>
            <a:xfrm>
              <a:off x="7101900" y="2148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7" name="pt23047"/>
            <p:cNvSpPr/>
            <p:nvPr/>
          </p:nvSpPr>
          <p:spPr>
            <a:xfrm>
              <a:off x="7011854" y="2022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8" name="pt23048"/>
            <p:cNvSpPr/>
            <p:nvPr/>
          </p:nvSpPr>
          <p:spPr>
            <a:xfrm>
              <a:off x="7179155" y="2108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9" name="pt23049"/>
            <p:cNvSpPr/>
            <p:nvPr/>
          </p:nvSpPr>
          <p:spPr>
            <a:xfrm>
              <a:off x="7021796" y="2222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0" name="pt23050"/>
            <p:cNvSpPr/>
            <p:nvPr/>
          </p:nvSpPr>
          <p:spPr>
            <a:xfrm>
              <a:off x="7044681" y="2115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1" name="pt23051"/>
            <p:cNvSpPr/>
            <p:nvPr/>
          </p:nvSpPr>
          <p:spPr>
            <a:xfrm>
              <a:off x="7663315" y="2117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2" name="pt23052"/>
            <p:cNvSpPr/>
            <p:nvPr/>
          </p:nvSpPr>
          <p:spPr>
            <a:xfrm>
              <a:off x="7319140" y="2634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3" name="pt23053"/>
            <p:cNvSpPr/>
            <p:nvPr/>
          </p:nvSpPr>
          <p:spPr>
            <a:xfrm>
              <a:off x="7164488" y="2055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4" name="pt23054"/>
            <p:cNvSpPr/>
            <p:nvPr/>
          </p:nvSpPr>
          <p:spPr>
            <a:xfrm>
              <a:off x="7122073" y="2077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5" name="pt23055"/>
            <p:cNvSpPr/>
            <p:nvPr/>
          </p:nvSpPr>
          <p:spPr>
            <a:xfrm>
              <a:off x="7177607" y="2053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6" name="pt23056"/>
            <p:cNvSpPr/>
            <p:nvPr/>
          </p:nvSpPr>
          <p:spPr>
            <a:xfrm>
              <a:off x="7205251" y="2101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7" name="pt23057"/>
            <p:cNvSpPr/>
            <p:nvPr/>
          </p:nvSpPr>
          <p:spPr>
            <a:xfrm>
              <a:off x="7484468" y="2527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8" name="pt23058"/>
            <p:cNvSpPr/>
            <p:nvPr/>
          </p:nvSpPr>
          <p:spPr>
            <a:xfrm>
              <a:off x="7034000" y="2141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9" name="pt23059"/>
            <p:cNvSpPr/>
            <p:nvPr/>
          </p:nvSpPr>
          <p:spPr>
            <a:xfrm>
              <a:off x="6892497" y="2182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0" name="pt23060"/>
            <p:cNvSpPr/>
            <p:nvPr/>
          </p:nvSpPr>
          <p:spPr>
            <a:xfrm>
              <a:off x="6958003" y="1913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1" name="pt23061"/>
            <p:cNvSpPr/>
            <p:nvPr/>
          </p:nvSpPr>
          <p:spPr>
            <a:xfrm>
              <a:off x="7050914" y="2173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2" name="pt23062"/>
            <p:cNvSpPr/>
            <p:nvPr/>
          </p:nvSpPr>
          <p:spPr>
            <a:xfrm>
              <a:off x="7060927" y="2187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3" name="pt23063"/>
            <p:cNvSpPr/>
            <p:nvPr/>
          </p:nvSpPr>
          <p:spPr>
            <a:xfrm>
              <a:off x="7389769" y="2715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4" name="pt23064"/>
            <p:cNvSpPr/>
            <p:nvPr/>
          </p:nvSpPr>
          <p:spPr>
            <a:xfrm>
              <a:off x="7178659" y="2272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5" name="pt23065"/>
            <p:cNvSpPr/>
            <p:nvPr/>
          </p:nvSpPr>
          <p:spPr>
            <a:xfrm>
              <a:off x="7271855" y="1997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6" name="pt23066"/>
            <p:cNvSpPr/>
            <p:nvPr/>
          </p:nvSpPr>
          <p:spPr>
            <a:xfrm>
              <a:off x="6449196" y="2020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7" name="pt23067"/>
            <p:cNvSpPr/>
            <p:nvPr/>
          </p:nvSpPr>
          <p:spPr>
            <a:xfrm>
              <a:off x="6975650" y="2073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8" name="pt23068"/>
            <p:cNvSpPr/>
            <p:nvPr/>
          </p:nvSpPr>
          <p:spPr>
            <a:xfrm>
              <a:off x="7317254" y="2607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9" name="pt23069"/>
            <p:cNvSpPr/>
            <p:nvPr/>
          </p:nvSpPr>
          <p:spPr>
            <a:xfrm>
              <a:off x="7226116" y="2024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0" name="pt23070"/>
            <p:cNvSpPr/>
            <p:nvPr/>
          </p:nvSpPr>
          <p:spPr>
            <a:xfrm>
              <a:off x="6900000" y="1982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1" name="pt23071"/>
            <p:cNvSpPr/>
            <p:nvPr/>
          </p:nvSpPr>
          <p:spPr>
            <a:xfrm>
              <a:off x="6966132" y="1992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2" name="pt23072"/>
            <p:cNvSpPr/>
            <p:nvPr/>
          </p:nvSpPr>
          <p:spPr>
            <a:xfrm>
              <a:off x="6741442" y="2129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3" name="pt23073"/>
            <p:cNvSpPr/>
            <p:nvPr/>
          </p:nvSpPr>
          <p:spPr>
            <a:xfrm>
              <a:off x="7050656" y="2217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4" name="pt23074"/>
            <p:cNvSpPr/>
            <p:nvPr/>
          </p:nvSpPr>
          <p:spPr>
            <a:xfrm>
              <a:off x="7002046" y="2012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5" name="pt23075"/>
            <p:cNvSpPr/>
            <p:nvPr/>
          </p:nvSpPr>
          <p:spPr>
            <a:xfrm>
              <a:off x="7187198" y="1721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6" name="pt23076"/>
            <p:cNvSpPr/>
            <p:nvPr/>
          </p:nvSpPr>
          <p:spPr>
            <a:xfrm>
              <a:off x="7250630" y="1927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7" name="pt23077"/>
            <p:cNvSpPr/>
            <p:nvPr/>
          </p:nvSpPr>
          <p:spPr>
            <a:xfrm>
              <a:off x="7018766" y="2215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8" name="pt23078"/>
            <p:cNvSpPr/>
            <p:nvPr/>
          </p:nvSpPr>
          <p:spPr>
            <a:xfrm>
              <a:off x="7131507" y="2123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9" name="pt23079"/>
            <p:cNvSpPr/>
            <p:nvPr/>
          </p:nvSpPr>
          <p:spPr>
            <a:xfrm>
              <a:off x="7000878" y="2066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0" name="pt23080"/>
            <p:cNvSpPr/>
            <p:nvPr/>
          </p:nvSpPr>
          <p:spPr>
            <a:xfrm>
              <a:off x="7278837" y="2166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1" name="pt23081"/>
            <p:cNvSpPr/>
            <p:nvPr/>
          </p:nvSpPr>
          <p:spPr>
            <a:xfrm>
              <a:off x="7092883" y="2361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2" name="pt23082"/>
            <p:cNvSpPr/>
            <p:nvPr/>
          </p:nvSpPr>
          <p:spPr>
            <a:xfrm>
              <a:off x="7206433" y="2191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3" name="pt23083"/>
            <p:cNvSpPr/>
            <p:nvPr/>
          </p:nvSpPr>
          <p:spPr>
            <a:xfrm>
              <a:off x="7026719" y="2112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4" name="pt23084"/>
            <p:cNvSpPr/>
            <p:nvPr/>
          </p:nvSpPr>
          <p:spPr>
            <a:xfrm>
              <a:off x="7050378" y="2162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5" name="pt23085"/>
            <p:cNvSpPr/>
            <p:nvPr/>
          </p:nvSpPr>
          <p:spPr>
            <a:xfrm>
              <a:off x="6919574" y="2005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6" name="pt23086"/>
            <p:cNvSpPr/>
            <p:nvPr/>
          </p:nvSpPr>
          <p:spPr>
            <a:xfrm>
              <a:off x="7277937" y="1964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7" name="pt23087"/>
            <p:cNvSpPr/>
            <p:nvPr/>
          </p:nvSpPr>
          <p:spPr>
            <a:xfrm>
              <a:off x="6845802" y="1955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8" name="pt23088"/>
            <p:cNvSpPr/>
            <p:nvPr/>
          </p:nvSpPr>
          <p:spPr>
            <a:xfrm>
              <a:off x="7123696" y="2022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9" name="pt23089"/>
            <p:cNvSpPr/>
            <p:nvPr/>
          </p:nvSpPr>
          <p:spPr>
            <a:xfrm>
              <a:off x="7176626" y="2053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0" name="pt23090"/>
            <p:cNvSpPr/>
            <p:nvPr/>
          </p:nvSpPr>
          <p:spPr>
            <a:xfrm>
              <a:off x="6976090" y="2217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1" name="pt23091"/>
            <p:cNvSpPr/>
            <p:nvPr/>
          </p:nvSpPr>
          <p:spPr>
            <a:xfrm>
              <a:off x="7228514" y="2047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2" name="pt23092"/>
            <p:cNvSpPr/>
            <p:nvPr/>
          </p:nvSpPr>
          <p:spPr>
            <a:xfrm>
              <a:off x="6757295" y="2087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3" name="pt23093"/>
            <p:cNvSpPr/>
            <p:nvPr/>
          </p:nvSpPr>
          <p:spPr>
            <a:xfrm>
              <a:off x="6620075" y="1484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4" name="pt23094"/>
            <p:cNvSpPr/>
            <p:nvPr/>
          </p:nvSpPr>
          <p:spPr>
            <a:xfrm>
              <a:off x="7342314" y="2083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5" name="pt23095"/>
            <p:cNvSpPr/>
            <p:nvPr/>
          </p:nvSpPr>
          <p:spPr>
            <a:xfrm>
              <a:off x="7084701" y="2061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6" name="pt23096"/>
            <p:cNvSpPr/>
            <p:nvPr/>
          </p:nvSpPr>
          <p:spPr>
            <a:xfrm>
              <a:off x="6825566" y="1897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7" name="pt23097"/>
            <p:cNvSpPr/>
            <p:nvPr/>
          </p:nvSpPr>
          <p:spPr>
            <a:xfrm>
              <a:off x="7289481" y="202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8" name="pt23098"/>
            <p:cNvSpPr/>
            <p:nvPr/>
          </p:nvSpPr>
          <p:spPr>
            <a:xfrm>
              <a:off x="7099982" y="2310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9" name="pt23099"/>
            <p:cNvSpPr/>
            <p:nvPr/>
          </p:nvSpPr>
          <p:spPr>
            <a:xfrm>
              <a:off x="7251226" y="2012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0" name="pt23100"/>
            <p:cNvSpPr/>
            <p:nvPr/>
          </p:nvSpPr>
          <p:spPr>
            <a:xfrm>
              <a:off x="7153191" y="2205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1" name="pt23101"/>
            <p:cNvSpPr/>
            <p:nvPr/>
          </p:nvSpPr>
          <p:spPr>
            <a:xfrm>
              <a:off x="6948328" y="2011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2" name="pt23102"/>
            <p:cNvSpPr/>
            <p:nvPr/>
          </p:nvSpPr>
          <p:spPr>
            <a:xfrm>
              <a:off x="6853436" y="2256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3" name="pt23103"/>
            <p:cNvSpPr/>
            <p:nvPr/>
          </p:nvSpPr>
          <p:spPr>
            <a:xfrm>
              <a:off x="7047228" y="2168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4" name="pt23104"/>
            <p:cNvSpPr/>
            <p:nvPr/>
          </p:nvSpPr>
          <p:spPr>
            <a:xfrm>
              <a:off x="6946376" y="1909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5" name="pt23105"/>
            <p:cNvSpPr/>
            <p:nvPr/>
          </p:nvSpPr>
          <p:spPr>
            <a:xfrm>
              <a:off x="7115758" y="1949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6" name="pt23106"/>
            <p:cNvSpPr/>
            <p:nvPr/>
          </p:nvSpPr>
          <p:spPr>
            <a:xfrm>
              <a:off x="7042058" y="2244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7" name="pt23107"/>
            <p:cNvSpPr/>
            <p:nvPr/>
          </p:nvSpPr>
          <p:spPr>
            <a:xfrm>
              <a:off x="7274553" y="2202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8" name="pt23108"/>
            <p:cNvSpPr/>
            <p:nvPr/>
          </p:nvSpPr>
          <p:spPr>
            <a:xfrm>
              <a:off x="7059159" y="2086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9" name="pt23109"/>
            <p:cNvSpPr/>
            <p:nvPr/>
          </p:nvSpPr>
          <p:spPr>
            <a:xfrm>
              <a:off x="7010553" y="2149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0" name="pt23110"/>
            <p:cNvSpPr/>
            <p:nvPr/>
          </p:nvSpPr>
          <p:spPr>
            <a:xfrm>
              <a:off x="6945095" y="1725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1" name="pt23111"/>
            <p:cNvSpPr/>
            <p:nvPr/>
          </p:nvSpPr>
          <p:spPr>
            <a:xfrm>
              <a:off x="7208687" y="1983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2" name="pt23112"/>
            <p:cNvSpPr/>
            <p:nvPr/>
          </p:nvSpPr>
          <p:spPr>
            <a:xfrm>
              <a:off x="6789315" y="2388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3" name="pt23113"/>
            <p:cNvSpPr/>
            <p:nvPr/>
          </p:nvSpPr>
          <p:spPr>
            <a:xfrm>
              <a:off x="7048287" y="2164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4" name="pt23114"/>
            <p:cNvSpPr/>
            <p:nvPr/>
          </p:nvSpPr>
          <p:spPr>
            <a:xfrm>
              <a:off x="6921942" y="1970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5" name="pt23115"/>
            <p:cNvSpPr/>
            <p:nvPr/>
          </p:nvSpPr>
          <p:spPr>
            <a:xfrm>
              <a:off x="7018226" y="2235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6" name="pt23116"/>
            <p:cNvSpPr/>
            <p:nvPr/>
          </p:nvSpPr>
          <p:spPr>
            <a:xfrm>
              <a:off x="6957600" y="2175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7" name="pt23117"/>
            <p:cNvSpPr/>
            <p:nvPr/>
          </p:nvSpPr>
          <p:spPr>
            <a:xfrm>
              <a:off x="7356031" y="2396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8" name="pt23118"/>
            <p:cNvSpPr/>
            <p:nvPr/>
          </p:nvSpPr>
          <p:spPr>
            <a:xfrm>
              <a:off x="7148743" y="2242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9" name="pt23119"/>
            <p:cNvSpPr/>
            <p:nvPr/>
          </p:nvSpPr>
          <p:spPr>
            <a:xfrm>
              <a:off x="7129460" y="2109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0" name="pt23120"/>
            <p:cNvSpPr/>
            <p:nvPr/>
          </p:nvSpPr>
          <p:spPr>
            <a:xfrm>
              <a:off x="7032666" y="2109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1" name="pt23121"/>
            <p:cNvSpPr/>
            <p:nvPr/>
          </p:nvSpPr>
          <p:spPr>
            <a:xfrm>
              <a:off x="7140124" y="1978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2" name="pt23122"/>
            <p:cNvSpPr/>
            <p:nvPr/>
          </p:nvSpPr>
          <p:spPr>
            <a:xfrm>
              <a:off x="7244897" y="2123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3" name="pt23123"/>
            <p:cNvSpPr/>
            <p:nvPr/>
          </p:nvSpPr>
          <p:spPr>
            <a:xfrm>
              <a:off x="7333802" y="2146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4" name="pt23124"/>
            <p:cNvSpPr/>
            <p:nvPr/>
          </p:nvSpPr>
          <p:spPr>
            <a:xfrm>
              <a:off x="7272962" y="1930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5" name="pt23125"/>
            <p:cNvSpPr/>
            <p:nvPr/>
          </p:nvSpPr>
          <p:spPr>
            <a:xfrm>
              <a:off x="7307737" y="2299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6" name="pt23126"/>
            <p:cNvSpPr/>
            <p:nvPr/>
          </p:nvSpPr>
          <p:spPr>
            <a:xfrm>
              <a:off x="7278381" y="1942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7" name="pt23127"/>
            <p:cNvSpPr/>
            <p:nvPr/>
          </p:nvSpPr>
          <p:spPr>
            <a:xfrm>
              <a:off x="7144398" y="189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8" name="pt23128"/>
            <p:cNvSpPr/>
            <p:nvPr/>
          </p:nvSpPr>
          <p:spPr>
            <a:xfrm>
              <a:off x="7360482" y="2468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9" name="pt23129"/>
            <p:cNvSpPr/>
            <p:nvPr/>
          </p:nvSpPr>
          <p:spPr>
            <a:xfrm>
              <a:off x="7230851" y="2038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0" name="pt23130"/>
            <p:cNvSpPr/>
            <p:nvPr/>
          </p:nvSpPr>
          <p:spPr>
            <a:xfrm>
              <a:off x="7146935" y="2014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1" name="pt23131"/>
            <p:cNvSpPr/>
            <p:nvPr/>
          </p:nvSpPr>
          <p:spPr>
            <a:xfrm>
              <a:off x="7064999" y="2134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2" name="pt23132"/>
            <p:cNvSpPr/>
            <p:nvPr/>
          </p:nvSpPr>
          <p:spPr>
            <a:xfrm>
              <a:off x="7004562" y="1990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3" name="pt23133"/>
            <p:cNvSpPr/>
            <p:nvPr/>
          </p:nvSpPr>
          <p:spPr>
            <a:xfrm>
              <a:off x="6798258" y="2135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4" name="pt23134"/>
            <p:cNvSpPr/>
            <p:nvPr/>
          </p:nvSpPr>
          <p:spPr>
            <a:xfrm>
              <a:off x="7104892" y="1997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5" name="pt23135"/>
            <p:cNvSpPr/>
            <p:nvPr/>
          </p:nvSpPr>
          <p:spPr>
            <a:xfrm>
              <a:off x="6865840" y="2090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6" name="pt23136"/>
            <p:cNvSpPr/>
            <p:nvPr/>
          </p:nvSpPr>
          <p:spPr>
            <a:xfrm>
              <a:off x="7077592" y="2053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7" name="pt23137"/>
            <p:cNvSpPr/>
            <p:nvPr/>
          </p:nvSpPr>
          <p:spPr>
            <a:xfrm>
              <a:off x="6874793" y="2217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8" name="pt23138"/>
            <p:cNvSpPr/>
            <p:nvPr/>
          </p:nvSpPr>
          <p:spPr>
            <a:xfrm>
              <a:off x="6732528" y="2422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9" name="pt23139"/>
            <p:cNvSpPr/>
            <p:nvPr/>
          </p:nvSpPr>
          <p:spPr>
            <a:xfrm>
              <a:off x="6872250" y="2168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0" name="pt23140"/>
            <p:cNvSpPr/>
            <p:nvPr/>
          </p:nvSpPr>
          <p:spPr>
            <a:xfrm>
              <a:off x="7380382" y="2221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1" name="pt23141"/>
            <p:cNvSpPr/>
            <p:nvPr/>
          </p:nvSpPr>
          <p:spPr>
            <a:xfrm>
              <a:off x="7142090" y="1939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2" name="pt23142"/>
            <p:cNvSpPr/>
            <p:nvPr/>
          </p:nvSpPr>
          <p:spPr>
            <a:xfrm>
              <a:off x="7288913" y="2258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3" name="pt23143"/>
            <p:cNvSpPr/>
            <p:nvPr/>
          </p:nvSpPr>
          <p:spPr>
            <a:xfrm>
              <a:off x="6611826" y="1964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4" name="pt23144"/>
            <p:cNvSpPr/>
            <p:nvPr/>
          </p:nvSpPr>
          <p:spPr>
            <a:xfrm>
              <a:off x="7167611" y="2133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5" name="pt23145"/>
            <p:cNvSpPr/>
            <p:nvPr/>
          </p:nvSpPr>
          <p:spPr>
            <a:xfrm>
              <a:off x="6836814" y="1714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6" name="pt23146"/>
            <p:cNvSpPr/>
            <p:nvPr/>
          </p:nvSpPr>
          <p:spPr>
            <a:xfrm>
              <a:off x="7088209" y="2197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7" name="pt23147"/>
            <p:cNvSpPr/>
            <p:nvPr/>
          </p:nvSpPr>
          <p:spPr>
            <a:xfrm>
              <a:off x="7020691" y="2147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8" name="pt23148"/>
            <p:cNvSpPr/>
            <p:nvPr/>
          </p:nvSpPr>
          <p:spPr>
            <a:xfrm>
              <a:off x="6980197" y="2235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9" name="pt23149"/>
            <p:cNvSpPr/>
            <p:nvPr/>
          </p:nvSpPr>
          <p:spPr>
            <a:xfrm>
              <a:off x="7335791" y="2249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0" name="pt23150"/>
            <p:cNvSpPr/>
            <p:nvPr/>
          </p:nvSpPr>
          <p:spPr>
            <a:xfrm>
              <a:off x="7461942" y="2648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1" name="pt23151"/>
            <p:cNvSpPr/>
            <p:nvPr/>
          </p:nvSpPr>
          <p:spPr>
            <a:xfrm>
              <a:off x="6933809" y="1912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2" name="pt23152"/>
            <p:cNvSpPr/>
            <p:nvPr/>
          </p:nvSpPr>
          <p:spPr>
            <a:xfrm>
              <a:off x="7183342" y="1980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3" name="pt23153"/>
            <p:cNvSpPr/>
            <p:nvPr/>
          </p:nvSpPr>
          <p:spPr>
            <a:xfrm>
              <a:off x="7179033" y="2142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4" name="pt23154"/>
            <p:cNvSpPr/>
            <p:nvPr/>
          </p:nvSpPr>
          <p:spPr>
            <a:xfrm>
              <a:off x="7332621" y="2160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5" name="pt23155"/>
            <p:cNvSpPr/>
            <p:nvPr/>
          </p:nvSpPr>
          <p:spPr>
            <a:xfrm>
              <a:off x="7092916" y="2381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6" name="pt23156"/>
            <p:cNvSpPr/>
            <p:nvPr/>
          </p:nvSpPr>
          <p:spPr>
            <a:xfrm>
              <a:off x="7056778" y="201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7" name="pt23157"/>
            <p:cNvSpPr/>
            <p:nvPr/>
          </p:nvSpPr>
          <p:spPr>
            <a:xfrm>
              <a:off x="7148570" y="2104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8" name="pt23158"/>
            <p:cNvSpPr/>
            <p:nvPr/>
          </p:nvSpPr>
          <p:spPr>
            <a:xfrm>
              <a:off x="7119435" y="196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9" name="pt23159"/>
            <p:cNvSpPr/>
            <p:nvPr/>
          </p:nvSpPr>
          <p:spPr>
            <a:xfrm>
              <a:off x="7194706" y="2139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0" name="pt23160"/>
            <p:cNvSpPr/>
            <p:nvPr/>
          </p:nvSpPr>
          <p:spPr>
            <a:xfrm>
              <a:off x="7111075" y="2066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1" name="pt23161"/>
            <p:cNvSpPr/>
            <p:nvPr/>
          </p:nvSpPr>
          <p:spPr>
            <a:xfrm>
              <a:off x="7259642" y="1993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2" name="pt23162"/>
            <p:cNvSpPr/>
            <p:nvPr/>
          </p:nvSpPr>
          <p:spPr>
            <a:xfrm>
              <a:off x="7180610" y="1965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3" name="pt23163"/>
            <p:cNvSpPr/>
            <p:nvPr/>
          </p:nvSpPr>
          <p:spPr>
            <a:xfrm>
              <a:off x="7073277" y="2148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4" name="pt23164"/>
            <p:cNvSpPr/>
            <p:nvPr/>
          </p:nvSpPr>
          <p:spPr>
            <a:xfrm>
              <a:off x="6985174" y="2239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5" name="pt23165"/>
            <p:cNvSpPr/>
            <p:nvPr/>
          </p:nvSpPr>
          <p:spPr>
            <a:xfrm>
              <a:off x="6933037" y="1965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6" name="pt23166"/>
            <p:cNvSpPr/>
            <p:nvPr/>
          </p:nvSpPr>
          <p:spPr>
            <a:xfrm>
              <a:off x="6803401" y="2333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7" name="pt23167"/>
            <p:cNvSpPr/>
            <p:nvPr/>
          </p:nvSpPr>
          <p:spPr>
            <a:xfrm>
              <a:off x="7027006" y="2113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8" name="pt23168"/>
            <p:cNvSpPr/>
            <p:nvPr/>
          </p:nvSpPr>
          <p:spPr>
            <a:xfrm>
              <a:off x="7163588" y="2301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9" name="pt23169"/>
            <p:cNvSpPr/>
            <p:nvPr/>
          </p:nvSpPr>
          <p:spPr>
            <a:xfrm>
              <a:off x="7091360" y="212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0" name="pt23170"/>
            <p:cNvSpPr/>
            <p:nvPr/>
          </p:nvSpPr>
          <p:spPr>
            <a:xfrm>
              <a:off x="7255507" y="1969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1" name="pt23171"/>
            <p:cNvSpPr/>
            <p:nvPr/>
          </p:nvSpPr>
          <p:spPr>
            <a:xfrm>
              <a:off x="6984674" y="2326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2" name="pt23172"/>
            <p:cNvSpPr/>
            <p:nvPr/>
          </p:nvSpPr>
          <p:spPr>
            <a:xfrm>
              <a:off x="7060605" y="2194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3" name="pt23173"/>
            <p:cNvSpPr/>
            <p:nvPr/>
          </p:nvSpPr>
          <p:spPr>
            <a:xfrm>
              <a:off x="7091028" y="2219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4" name="pt23174"/>
            <p:cNvSpPr/>
            <p:nvPr/>
          </p:nvSpPr>
          <p:spPr>
            <a:xfrm>
              <a:off x="7042941" y="2249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5" name="pt23175"/>
            <p:cNvSpPr/>
            <p:nvPr/>
          </p:nvSpPr>
          <p:spPr>
            <a:xfrm>
              <a:off x="6807156" y="2001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6" name="pt23176"/>
            <p:cNvSpPr/>
            <p:nvPr/>
          </p:nvSpPr>
          <p:spPr>
            <a:xfrm>
              <a:off x="6917680" y="2019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7" name="pt23177"/>
            <p:cNvSpPr/>
            <p:nvPr/>
          </p:nvSpPr>
          <p:spPr>
            <a:xfrm>
              <a:off x="6692166" y="1552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8" name="pt23178"/>
            <p:cNvSpPr/>
            <p:nvPr/>
          </p:nvSpPr>
          <p:spPr>
            <a:xfrm>
              <a:off x="6826742" y="1746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9" name="pt23179"/>
            <p:cNvSpPr/>
            <p:nvPr/>
          </p:nvSpPr>
          <p:spPr>
            <a:xfrm>
              <a:off x="7041242" y="2239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0" name="pt23180"/>
            <p:cNvSpPr/>
            <p:nvPr/>
          </p:nvSpPr>
          <p:spPr>
            <a:xfrm>
              <a:off x="7295493" y="2096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1" name="pt23181"/>
            <p:cNvSpPr/>
            <p:nvPr/>
          </p:nvSpPr>
          <p:spPr>
            <a:xfrm>
              <a:off x="7371539" y="2314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2" name="pt23182"/>
            <p:cNvSpPr/>
            <p:nvPr/>
          </p:nvSpPr>
          <p:spPr>
            <a:xfrm>
              <a:off x="7193598" y="211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3" name="pt23183"/>
            <p:cNvSpPr/>
            <p:nvPr/>
          </p:nvSpPr>
          <p:spPr>
            <a:xfrm>
              <a:off x="7372819" y="2375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4" name="pt23184"/>
            <p:cNvSpPr/>
            <p:nvPr/>
          </p:nvSpPr>
          <p:spPr>
            <a:xfrm>
              <a:off x="7260193" y="1992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5" name="pt23185"/>
            <p:cNvSpPr/>
            <p:nvPr/>
          </p:nvSpPr>
          <p:spPr>
            <a:xfrm>
              <a:off x="7104378" y="2189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6" name="pt23186"/>
            <p:cNvSpPr/>
            <p:nvPr/>
          </p:nvSpPr>
          <p:spPr>
            <a:xfrm>
              <a:off x="7198793" y="2091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7" name="pt23187"/>
            <p:cNvSpPr/>
            <p:nvPr/>
          </p:nvSpPr>
          <p:spPr>
            <a:xfrm>
              <a:off x="7378822" y="2616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8" name="pt23188"/>
            <p:cNvSpPr/>
            <p:nvPr/>
          </p:nvSpPr>
          <p:spPr>
            <a:xfrm>
              <a:off x="7145135" y="1937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9" name="pt23189"/>
            <p:cNvSpPr/>
            <p:nvPr/>
          </p:nvSpPr>
          <p:spPr>
            <a:xfrm>
              <a:off x="7038236" y="2109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0" name="pt23190"/>
            <p:cNvSpPr/>
            <p:nvPr/>
          </p:nvSpPr>
          <p:spPr>
            <a:xfrm>
              <a:off x="6947537" y="2022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1" name="pt23191"/>
            <p:cNvSpPr/>
            <p:nvPr/>
          </p:nvSpPr>
          <p:spPr>
            <a:xfrm>
              <a:off x="7130704" y="2134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2" name="pt23192"/>
            <p:cNvSpPr/>
            <p:nvPr/>
          </p:nvSpPr>
          <p:spPr>
            <a:xfrm>
              <a:off x="7275834" y="187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3" name="pt23193"/>
            <p:cNvSpPr/>
            <p:nvPr/>
          </p:nvSpPr>
          <p:spPr>
            <a:xfrm>
              <a:off x="7268288" y="1940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4" name="pt23194"/>
            <p:cNvSpPr/>
            <p:nvPr/>
          </p:nvSpPr>
          <p:spPr>
            <a:xfrm>
              <a:off x="7109653" y="2108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5" name="pt23195"/>
            <p:cNvSpPr/>
            <p:nvPr/>
          </p:nvSpPr>
          <p:spPr>
            <a:xfrm>
              <a:off x="7075050" y="2096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6" name="pt23196"/>
            <p:cNvSpPr/>
            <p:nvPr/>
          </p:nvSpPr>
          <p:spPr>
            <a:xfrm>
              <a:off x="6968680" y="1909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7" name="pt23197"/>
            <p:cNvSpPr/>
            <p:nvPr/>
          </p:nvSpPr>
          <p:spPr>
            <a:xfrm>
              <a:off x="7054560" y="2096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8" name="pt23198"/>
            <p:cNvSpPr/>
            <p:nvPr/>
          </p:nvSpPr>
          <p:spPr>
            <a:xfrm>
              <a:off x="7422125" y="288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9" name="pt23199"/>
            <p:cNvSpPr/>
            <p:nvPr/>
          </p:nvSpPr>
          <p:spPr>
            <a:xfrm>
              <a:off x="7049977" y="2181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0" name="pt23200"/>
            <p:cNvSpPr/>
            <p:nvPr/>
          </p:nvSpPr>
          <p:spPr>
            <a:xfrm>
              <a:off x="7107593" y="201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1" name="pt23201"/>
            <p:cNvSpPr/>
            <p:nvPr/>
          </p:nvSpPr>
          <p:spPr>
            <a:xfrm>
              <a:off x="7088663" y="2212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2" name="pt23202"/>
            <p:cNvSpPr/>
            <p:nvPr/>
          </p:nvSpPr>
          <p:spPr>
            <a:xfrm>
              <a:off x="7181983" y="2016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3" name="pt23203"/>
            <p:cNvSpPr/>
            <p:nvPr/>
          </p:nvSpPr>
          <p:spPr>
            <a:xfrm>
              <a:off x="6832997" y="2058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4" name="pt23204"/>
            <p:cNvSpPr/>
            <p:nvPr/>
          </p:nvSpPr>
          <p:spPr>
            <a:xfrm>
              <a:off x="7226261" y="1810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5" name="pt23205"/>
            <p:cNvSpPr/>
            <p:nvPr/>
          </p:nvSpPr>
          <p:spPr>
            <a:xfrm>
              <a:off x="7284309" y="2027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6" name="pt23206"/>
            <p:cNvSpPr/>
            <p:nvPr/>
          </p:nvSpPr>
          <p:spPr>
            <a:xfrm>
              <a:off x="7004516" y="1960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7" name="pt23207"/>
            <p:cNvSpPr/>
            <p:nvPr/>
          </p:nvSpPr>
          <p:spPr>
            <a:xfrm>
              <a:off x="7169373" y="2032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8" name="pt23208"/>
            <p:cNvSpPr/>
            <p:nvPr/>
          </p:nvSpPr>
          <p:spPr>
            <a:xfrm>
              <a:off x="7361927" y="2791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9" name="pt23209"/>
            <p:cNvSpPr/>
            <p:nvPr/>
          </p:nvSpPr>
          <p:spPr>
            <a:xfrm>
              <a:off x="7262921" y="1967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0" name="pt23210"/>
            <p:cNvSpPr/>
            <p:nvPr/>
          </p:nvSpPr>
          <p:spPr>
            <a:xfrm>
              <a:off x="7103522" y="2077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1" name="pt23211"/>
            <p:cNvSpPr/>
            <p:nvPr/>
          </p:nvSpPr>
          <p:spPr>
            <a:xfrm>
              <a:off x="7194745" y="2043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2" name="pt23212"/>
            <p:cNvSpPr/>
            <p:nvPr/>
          </p:nvSpPr>
          <p:spPr>
            <a:xfrm>
              <a:off x="7199329" y="2119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3" name="pt23213"/>
            <p:cNvSpPr/>
            <p:nvPr/>
          </p:nvSpPr>
          <p:spPr>
            <a:xfrm>
              <a:off x="7199850" y="2063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4" name="pt23214"/>
            <p:cNvSpPr/>
            <p:nvPr/>
          </p:nvSpPr>
          <p:spPr>
            <a:xfrm>
              <a:off x="7032789" y="2214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5" name="pt23215"/>
            <p:cNvSpPr/>
            <p:nvPr/>
          </p:nvSpPr>
          <p:spPr>
            <a:xfrm>
              <a:off x="6880932" y="2186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6" name="pt23216"/>
            <p:cNvSpPr/>
            <p:nvPr/>
          </p:nvSpPr>
          <p:spPr>
            <a:xfrm>
              <a:off x="7006298" y="1719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7" name="pt23217"/>
            <p:cNvSpPr/>
            <p:nvPr/>
          </p:nvSpPr>
          <p:spPr>
            <a:xfrm>
              <a:off x="7105089" y="2081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8" name="pt23218"/>
            <p:cNvSpPr/>
            <p:nvPr/>
          </p:nvSpPr>
          <p:spPr>
            <a:xfrm>
              <a:off x="6901750" y="2036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9" name="pt23219"/>
            <p:cNvSpPr/>
            <p:nvPr/>
          </p:nvSpPr>
          <p:spPr>
            <a:xfrm>
              <a:off x="7093501" y="2241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0" name="pt23220"/>
            <p:cNvSpPr/>
            <p:nvPr/>
          </p:nvSpPr>
          <p:spPr>
            <a:xfrm>
              <a:off x="7060783" y="2158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1" name="pt23221"/>
            <p:cNvSpPr/>
            <p:nvPr/>
          </p:nvSpPr>
          <p:spPr>
            <a:xfrm>
              <a:off x="7185357" y="1889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2" name="pt23222"/>
            <p:cNvSpPr/>
            <p:nvPr/>
          </p:nvSpPr>
          <p:spPr>
            <a:xfrm>
              <a:off x="7256857" y="2019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3" name="pt23223"/>
            <p:cNvSpPr/>
            <p:nvPr/>
          </p:nvSpPr>
          <p:spPr>
            <a:xfrm>
              <a:off x="7060647" y="2152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4" name="pt23224"/>
            <p:cNvSpPr/>
            <p:nvPr/>
          </p:nvSpPr>
          <p:spPr>
            <a:xfrm>
              <a:off x="6758316" y="220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5" name="pt23225"/>
            <p:cNvSpPr/>
            <p:nvPr/>
          </p:nvSpPr>
          <p:spPr>
            <a:xfrm>
              <a:off x="7109953" y="2111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6" name="pt23226"/>
            <p:cNvSpPr/>
            <p:nvPr/>
          </p:nvSpPr>
          <p:spPr>
            <a:xfrm>
              <a:off x="6986220" y="2199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7" name="pt23227"/>
            <p:cNvSpPr/>
            <p:nvPr/>
          </p:nvSpPr>
          <p:spPr>
            <a:xfrm>
              <a:off x="7012450" y="2058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8" name="pt23228"/>
            <p:cNvSpPr/>
            <p:nvPr/>
          </p:nvSpPr>
          <p:spPr>
            <a:xfrm>
              <a:off x="7008235" y="1632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9" name="pt23229"/>
            <p:cNvSpPr/>
            <p:nvPr/>
          </p:nvSpPr>
          <p:spPr>
            <a:xfrm>
              <a:off x="7155760" y="2327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0" name="pt23230"/>
            <p:cNvSpPr/>
            <p:nvPr/>
          </p:nvSpPr>
          <p:spPr>
            <a:xfrm>
              <a:off x="7099698" y="2337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1" name="pt23231"/>
            <p:cNvSpPr/>
            <p:nvPr/>
          </p:nvSpPr>
          <p:spPr>
            <a:xfrm>
              <a:off x="7285067" y="2096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2" name="pt23232"/>
            <p:cNvSpPr/>
            <p:nvPr/>
          </p:nvSpPr>
          <p:spPr>
            <a:xfrm>
              <a:off x="7142889" y="2000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3" name="pt23233"/>
            <p:cNvSpPr/>
            <p:nvPr/>
          </p:nvSpPr>
          <p:spPr>
            <a:xfrm>
              <a:off x="7013349" y="1829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4" name="pt23234"/>
            <p:cNvSpPr/>
            <p:nvPr/>
          </p:nvSpPr>
          <p:spPr>
            <a:xfrm>
              <a:off x="6974633" y="1973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5" name="pt23235"/>
            <p:cNvSpPr/>
            <p:nvPr/>
          </p:nvSpPr>
          <p:spPr>
            <a:xfrm>
              <a:off x="7077489" y="2079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6" name="pt23236"/>
            <p:cNvSpPr/>
            <p:nvPr/>
          </p:nvSpPr>
          <p:spPr>
            <a:xfrm>
              <a:off x="7099954" y="2203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7" name="pt23237"/>
            <p:cNvSpPr/>
            <p:nvPr/>
          </p:nvSpPr>
          <p:spPr>
            <a:xfrm>
              <a:off x="7070206" y="2077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8" name="pt23238"/>
            <p:cNvSpPr/>
            <p:nvPr/>
          </p:nvSpPr>
          <p:spPr>
            <a:xfrm>
              <a:off x="7100610" y="2213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9" name="pt23239"/>
            <p:cNvSpPr/>
            <p:nvPr/>
          </p:nvSpPr>
          <p:spPr>
            <a:xfrm>
              <a:off x="7197867" y="2209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0" name="pt23240"/>
            <p:cNvSpPr/>
            <p:nvPr/>
          </p:nvSpPr>
          <p:spPr>
            <a:xfrm>
              <a:off x="7066492" y="2126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1" name="pt23241"/>
            <p:cNvSpPr/>
            <p:nvPr/>
          </p:nvSpPr>
          <p:spPr>
            <a:xfrm>
              <a:off x="7008898" y="2044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2" name="pt23242"/>
            <p:cNvSpPr/>
            <p:nvPr/>
          </p:nvSpPr>
          <p:spPr>
            <a:xfrm>
              <a:off x="7165850" y="2110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3" name="pt23243"/>
            <p:cNvSpPr/>
            <p:nvPr/>
          </p:nvSpPr>
          <p:spPr>
            <a:xfrm>
              <a:off x="7282334" y="1890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4" name="pt23244"/>
            <p:cNvSpPr/>
            <p:nvPr/>
          </p:nvSpPr>
          <p:spPr>
            <a:xfrm>
              <a:off x="7166907" y="1996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5" name="pt23245"/>
            <p:cNvSpPr/>
            <p:nvPr/>
          </p:nvSpPr>
          <p:spPr>
            <a:xfrm>
              <a:off x="7230224" y="2105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6" name="pt23246"/>
            <p:cNvSpPr/>
            <p:nvPr/>
          </p:nvSpPr>
          <p:spPr>
            <a:xfrm>
              <a:off x="7267515" y="1889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7" name="pt23247"/>
            <p:cNvSpPr/>
            <p:nvPr/>
          </p:nvSpPr>
          <p:spPr>
            <a:xfrm>
              <a:off x="7011028" y="2040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8" name="pt23248"/>
            <p:cNvSpPr/>
            <p:nvPr/>
          </p:nvSpPr>
          <p:spPr>
            <a:xfrm>
              <a:off x="6872897" y="2177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9" name="pt23249"/>
            <p:cNvSpPr/>
            <p:nvPr/>
          </p:nvSpPr>
          <p:spPr>
            <a:xfrm>
              <a:off x="7183457" y="1825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0" name="pt23250"/>
            <p:cNvSpPr/>
            <p:nvPr/>
          </p:nvSpPr>
          <p:spPr>
            <a:xfrm>
              <a:off x="7105580" y="2010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1" name="pt23251"/>
            <p:cNvSpPr/>
            <p:nvPr/>
          </p:nvSpPr>
          <p:spPr>
            <a:xfrm>
              <a:off x="7085915" y="2178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2" name="pt23252"/>
            <p:cNvSpPr/>
            <p:nvPr/>
          </p:nvSpPr>
          <p:spPr>
            <a:xfrm>
              <a:off x="6847007" y="1971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3" name="pt23253"/>
            <p:cNvSpPr/>
            <p:nvPr/>
          </p:nvSpPr>
          <p:spPr>
            <a:xfrm>
              <a:off x="6848197" y="2032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4" name="pt23254"/>
            <p:cNvSpPr/>
            <p:nvPr/>
          </p:nvSpPr>
          <p:spPr>
            <a:xfrm>
              <a:off x="7073222" y="2048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5" name="pt23255"/>
            <p:cNvSpPr/>
            <p:nvPr/>
          </p:nvSpPr>
          <p:spPr>
            <a:xfrm>
              <a:off x="7167186" y="2014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6" name="pt23256"/>
            <p:cNvSpPr/>
            <p:nvPr/>
          </p:nvSpPr>
          <p:spPr>
            <a:xfrm>
              <a:off x="7339197" y="2233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7" name="pt23257"/>
            <p:cNvSpPr/>
            <p:nvPr/>
          </p:nvSpPr>
          <p:spPr>
            <a:xfrm>
              <a:off x="6986563" y="2235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8" name="pt23258"/>
            <p:cNvSpPr/>
            <p:nvPr/>
          </p:nvSpPr>
          <p:spPr>
            <a:xfrm>
              <a:off x="7100598" y="2304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9" name="pt23259"/>
            <p:cNvSpPr/>
            <p:nvPr/>
          </p:nvSpPr>
          <p:spPr>
            <a:xfrm>
              <a:off x="7117575" y="1946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0" name="pt23260"/>
            <p:cNvSpPr/>
            <p:nvPr/>
          </p:nvSpPr>
          <p:spPr>
            <a:xfrm>
              <a:off x="7309706" y="248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1" name="pt23261"/>
            <p:cNvSpPr/>
            <p:nvPr/>
          </p:nvSpPr>
          <p:spPr>
            <a:xfrm>
              <a:off x="6695569" y="1770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2" name="pt23262"/>
            <p:cNvSpPr/>
            <p:nvPr/>
          </p:nvSpPr>
          <p:spPr>
            <a:xfrm>
              <a:off x="6864655" y="2023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3" name="pt23263"/>
            <p:cNvSpPr/>
            <p:nvPr/>
          </p:nvSpPr>
          <p:spPr>
            <a:xfrm>
              <a:off x="7197413" y="2115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4" name="pt23264"/>
            <p:cNvSpPr/>
            <p:nvPr/>
          </p:nvSpPr>
          <p:spPr>
            <a:xfrm>
              <a:off x="7351426" y="2348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5" name="pt23265"/>
            <p:cNvSpPr/>
            <p:nvPr/>
          </p:nvSpPr>
          <p:spPr>
            <a:xfrm>
              <a:off x="7059166" y="2091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6" name="pt23266"/>
            <p:cNvSpPr/>
            <p:nvPr/>
          </p:nvSpPr>
          <p:spPr>
            <a:xfrm>
              <a:off x="7002956" y="1974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7" name="pt23267"/>
            <p:cNvSpPr/>
            <p:nvPr/>
          </p:nvSpPr>
          <p:spPr>
            <a:xfrm>
              <a:off x="7103062" y="2040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8" name="pt23268"/>
            <p:cNvSpPr/>
            <p:nvPr/>
          </p:nvSpPr>
          <p:spPr>
            <a:xfrm>
              <a:off x="7100997" y="2333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9" name="pt23269"/>
            <p:cNvSpPr/>
            <p:nvPr/>
          </p:nvSpPr>
          <p:spPr>
            <a:xfrm>
              <a:off x="7241218" y="1961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0" name="pt23270"/>
            <p:cNvSpPr/>
            <p:nvPr/>
          </p:nvSpPr>
          <p:spPr>
            <a:xfrm>
              <a:off x="6881692" y="2132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1" name="pt23271"/>
            <p:cNvSpPr/>
            <p:nvPr/>
          </p:nvSpPr>
          <p:spPr>
            <a:xfrm>
              <a:off x="7034160" y="215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2" name="pt23272"/>
            <p:cNvSpPr/>
            <p:nvPr/>
          </p:nvSpPr>
          <p:spPr>
            <a:xfrm>
              <a:off x="7049515" y="2263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3" name="pt23273"/>
            <p:cNvSpPr/>
            <p:nvPr/>
          </p:nvSpPr>
          <p:spPr>
            <a:xfrm>
              <a:off x="7132656" y="2117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4" name="pt23274"/>
            <p:cNvSpPr/>
            <p:nvPr/>
          </p:nvSpPr>
          <p:spPr>
            <a:xfrm>
              <a:off x="6753574" y="2306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5" name="pt23275"/>
            <p:cNvSpPr/>
            <p:nvPr/>
          </p:nvSpPr>
          <p:spPr>
            <a:xfrm>
              <a:off x="7042137" y="216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6" name="pt23276"/>
            <p:cNvSpPr/>
            <p:nvPr/>
          </p:nvSpPr>
          <p:spPr>
            <a:xfrm>
              <a:off x="7031547" y="224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7" name="pt23277"/>
            <p:cNvSpPr/>
            <p:nvPr/>
          </p:nvSpPr>
          <p:spPr>
            <a:xfrm>
              <a:off x="6812389" y="1999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8" name="pt23278"/>
            <p:cNvSpPr/>
            <p:nvPr/>
          </p:nvSpPr>
          <p:spPr>
            <a:xfrm>
              <a:off x="7005473" y="1603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9" name="pt23279"/>
            <p:cNvSpPr/>
            <p:nvPr/>
          </p:nvSpPr>
          <p:spPr>
            <a:xfrm>
              <a:off x="7278781" y="203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0" name="pt23280"/>
            <p:cNvSpPr/>
            <p:nvPr/>
          </p:nvSpPr>
          <p:spPr>
            <a:xfrm>
              <a:off x="7042795" y="2194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1" name="pt23281"/>
            <p:cNvSpPr/>
            <p:nvPr/>
          </p:nvSpPr>
          <p:spPr>
            <a:xfrm>
              <a:off x="6973663" y="164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2" name="pt23282"/>
            <p:cNvSpPr/>
            <p:nvPr/>
          </p:nvSpPr>
          <p:spPr>
            <a:xfrm>
              <a:off x="7144718" y="2074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3" name="pt23283"/>
            <p:cNvSpPr/>
            <p:nvPr/>
          </p:nvSpPr>
          <p:spPr>
            <a:xfrm>
              <a:off x="7051812" y="2189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4" name="pt23284"/>
            <p:cNvSpPr/>
            <p:nvPr/>
          </p:nvSpPr>
          <p:spPr>
            <a:xfrm>
              <a:off x="7128413" y="2139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5" name="pt23285"/>
            <p:cNvSpPr/>
            <p:nvPr/>
          </p:nvSpPr>
          <p:spPr>
            <a:xfrm>
              <a:off x="6895371" y="2176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6" name="pt23286"/>
            <p:cNvSpPr/>
            <p:nvPr/>
          </p:nvSpPr>
          <p:spPr>
            <a:xfrm>
              <a:off x="7007563" y="1801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7" name="pt23287"/>
            <p:cNvSpPr/>
            <p:nvPr/>
          </p:nvSpPr>
          <p:spPr>
            <a:xfrm>
              <a:off x="7003360" y="2049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8" name="pt23288"/>
            <p:cNvSpPr/>
            <p:nvPr/>
          </p:nvSpPr>
          <p:spPr>
            <a:xfrm>
              <a:off x="7028515" y="2125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9" name="pt23289"/>
            <p:cNvSpPr/>
            <p:nvPr/>
          </p:nvSpPr>
          <p:spPr>
            <a:xfrm>
              <a:off x="7330686" y="2438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0" name="pt23290"/>
            <p:cNvSpPr/>
            <p:nvPr/>
          </p:nvSpPr>
          <p:spPr>
            <a:xfrm>
              <a:off x="7342212" y="1750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1" name="pt23291"/>
            <p:cNvSpPr/>
            <p:nvPr/>
          </p:nvSpPr>
          <p:spPr>
            <a:xfrm>
              <a:off x="6994487" y="2345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2" name="pt23292"/>
            <p:cNvSpPr/>
            <p:nvPr/>
          </p:nvSpPr>
          <p:spPr>
            <a:xfrm>
              <a:off x="7055220" y="2127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3" name="pt23293"/>
            <p:cNvSpPr/>
            <p:nvPr/>
          </p:nvSpPr>
          <p:spPr>
            <a:xfrm>
              <a:off x="7232880" y="2016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4" name="pt23294"/>
            <p:cNvSpPr/>
            <p:nvPr/>
          </p:nvSpPr>
          <p:spPr>
            <a:xfrm>
              <a:off x="7372829" y="2525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5" name="pt23295"/>
            <p:cNvSpPr/>
            <p:nvPr/>
          </p:nvSpPr>
          <p:spPr>
            <a:xfrm>
              <a:off x="6994262" y="2238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6" name="pt23296"/>
            <p:cNvSpPr/>
            <p:nvPr/>
          </p:nvSpPr>
          <p:spPr>
            <a:xfrm>
              <a:off x="7127158" y="2112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7" name="pt23297"/>
            <p:cNvSpPr/>
            <p:nvPr/>
          </p:nvSpPr>
          <p:spPr>
            <a:xfrm>
              <a:off x="7108304" y="2025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8" name="pt23298"/>
            <p:cNvSpPr/>
            <p:nvPr/>
          </p:nvSpPr>
          <p:spPr>
            <a:xfrm>
              <a:off x="6875588" y="2242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9" name="pt23299"/>
            <p:cNvSpPr/>
            <p:nvPr/>
          </p:nvSpPr>
          <p:spPr>
            <a:xfrm>
              <a:off x="7206271" y="2165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0" name="pt23300"/>
            <p:cNvSpPr/>
            <p:nvPr/>
          </p:nvSpPr>
          <p:spPr>
            <a:xfrm>
              <a:off x="7109435" y="2074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1" name="pt23301"/>
            <p:cNvSpPr/>
            <p:nvPr/>
          </p:nvSpPr>
          <p:spPr>
            <a:xfrm>
              <a:off x="6678841" y="1488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2" name="pt23302"/>
            <p:cNvSpPr/>
            <p:nvPr/>
          </p:nvSpPr>
          <p:spPr>
            <a:xfrm>
              <a:off x="6983955" y="2046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3" name="pt23303"/>
            <p:cNvSpPr/>
            <p:nvPr/>
          </p:nvSpPr>
          <p:spPr>
            <a:xfrm>
              <a:off x="7094589" y="2310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4" name="pt23304"/>
            <p:cNvSpPr/>
            <p:nvPr/>
          </p:nvSpPr>
          <p:spPr>
            <a:xfrm>
              <a:off x="6951725" y="1886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5" name="pt23305"/>
            <p:cNvSpPr/>
            <p:nvPr/>
          </p:nvSpPr>
          <p:spPr>
            <a:xfrm>
              <a:off x="7050250" y="2158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6" name="pt23306"/>
            <p:cNvSpPr/>
            <p:nvPr/>
          </p:nvSpPr>
          <p:spPr>
            <a:xfrm>
              <a:off x="7099296" y="2331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7" name="pt23307"/>
            <p:cNvSpPr/>
            <p:nvPr/>
          </p:nvSpPr>
          <p:spPr>
            <a:xfrm>
              <a:off x="6909434" y="1921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8" name="pt23308"/>
            <p:cNvSpPr/>
            <p:nvPr/>
          </p:nvSpPr>
          <p:spPr>
            <a:xfrm>
              <a:off x="7050089" y="2238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9" name="pt23309"/>
            <p:cNvSpPr/>
            <p:nvPr/>
          </p:nvSpPr>
          <p:spPr>
            <a:xfrm>
              <a:off x="7179968" y="2195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0" name="pt23310"/>
            <p:cNvSpPr/>
            <p:nvPr/>
          </p:nvSpPr>
          <p:spPr>
            <a:xfrm>
              <a:off x="7352824" y="2710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1" name="pt23311"/>
            <p:cNvSpPr/>
            <p:nvPr/>
          </p:nvSpPr>
          <p:spPr>
            <a:xfrm>
              <a:off x="7006733" y="1640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2" name="pt23312"/>
            <p:cNvSpPr/>
            <p:nvPr/>
          </p:nvSpPr>
          <p:spPr>
            <a:xfrm>
              <a:off x="7212366" y="2042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3" name="pt23313"/>
            <p:cNvSpPr/>
            <p:nvPr/>
          </p:nvSpPr>
          <p:spPr>
            <a:xfrm>
              <a:off x="7149791" y="199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4" name="pt23314"/>
            <p:cNvSpPr/>
            <p:nvPr/>
          </p:nvSpPr>
          <p:spPr>
            <a:xfrm>
              <a:off x="7257356" y="2051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5" name="pt23315"/>
            <p:cNvSpPr/>
            <p:nvPr/>
          </p:nvSpPr>
          <p:spPr>
            <a:xfrm>
              <a:off x="7230274" y="1938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6" name="pt23316"/>
            <p:cNvSpPr/>
            <p:nvPr/>
          </p:nvSpPr>
          <p:spPr>
            <a:xfrm>
              <a:off x="7160426" y="2253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7" name="pt23317"/>
            <p:cNvSpPr/>
            <p:nvPr/>
          </p:nvSpPr>
          <p:spPr>
            <a:xfrm>
              <a:off x="7168401" y="2192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8" name="pt23318"/>
            <p:cNvSpPr/>
            <p:nvPr/>
          </p:nvSpPr>
          <p:spPr>
            <a:xfrm>
              <a:off x="7189106" y="208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9" name="pt23319"/>
            <p:cNvSpPr/>
            <p:nvPr/>
          </p:nvSpPr>
          <p:spPr>
            <a:xfrm>
              <a:off x="6941205" y="1861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0" name="pt23320"/>
            <p:cNvSpPr/>
            <p:nvPr/>
          </p:nvSpPr>
          <p:spPr>
            <a:xfrm>
              <a:off x="7215403" y="1998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1" name="pt23321"/>
            <p:cNvSpPr/>
            <p:nvPr/>
          </p:nvSpPr>
          <p:spPr>
            <a:xfrm>
              <a:off x="6948737" y="1926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2" name="pt23322"/>
            <p:cNvSpPr/>
            <p:nvPr/>
          </p:nvSpPr>
          <p:spPr>
            <a:xfrm>
              <a:off x="7262680" y="2173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3" name="pt23323"/>
            <p:cNvSpPr/>
            <p:nvPr/>
          </p:nvSpPr>
          <p:spPr>
            <a:xfrm>
              <a:off x="7214853" y="1937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4" name="pt23324"/>
            <p:cNvSpPr/>
            <p:nvPr/>
          </p:nvSpPr>
          <p:spPr>
            <a:xfrm>
              <a:off x="7117216" y="1896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5" name="pt23325"/>
            <p:cNvSpPr/>
            <p:nvPr/>
          </p:nvSpPr>
          <p:spPr>
            <a:xfrm>
              <a:off x="7155811" y="2324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6" name="pt23326"/>
            <p:cNvSpPr/>
            <p:nvPr/>
          </p:nvSpPr>
          <p:spPr>
            <a:xfrm>
              <a:off x="7026766" y="2062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7" name="pt23327"/>
            <p:cNvSpPr/>
            <p:nvPr/>
          </p:nvSpPr>
          <p:spPr>
            <a:xfrm>
              <a:off x="7106067" y="2054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8" name="pt23328"/>
            <p:cNvSpPr/>
            <p:nvPr/>
          </p:nvSpPr>
          <p:spPr>
            <a:xfrm>
              <a:off x="7076606" y="2141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9" name="pt23329"/>
            <p:cNvSpPr/>
            <p:nvPr/>
          </p:nvSpPr>
          <p:spPr>
            <a:xfrm>
              <a:off x="6767617" y="1725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0" name="pt23330"/>
            <p:cNvSpPr/>
            <p:nvPr/>
          </p:nvSpPr>
          <p:spPr>
            <a:xfrm>
              <a:off x="6957331" y="1889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1" name="pt23331"/>
            <p:cNvSpPr/>
            <p:nvPr/>
          </p:nvSpPr>
          <p:spPr>
            <a:xfrm>
              <a:off x="6707491" y="2528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2" name="pt23332"/>
            <p:cNvSpPr/>
            <p:nvPr/>
          </p:nvSpPr>
          <p:spPr>
            <a:xfrm>
              <a:off x="6914710" y="1981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3" name="pt23333"/>
            <p:cNvSpPr/>
            <p:nvPr/>
          </p:nvSpPr>
          <p:spPr>
            <a:xfrm>
              <a:off x="7129045" y="2093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4" name="pt23334"/>
            <p:cNvSpPr/>
            <p:nvPr/>
          </p:nvSpPr>
          <p:spPr>
            <a:xfrm>
              <a:off x="7067019" y="2107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5" name="pt23335"/>
            <p:cNvSpPr/>
            <p:nvPr/>
          </p:nvSpPr>
          <p:spPr>
            <a:xfrm>
              <a:off x="7133474" y="2037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6" name="pt23336"/>
            <p:cNvSpPr/>
            <p:nvPr/>
          </p:nvSpPr>
          <p:spPr>
            <a:xfrm>
              <a:off x="6890273" y="2200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7" name="pt23337"/>
            <p:cNvSpPr/>
            <p:nvPr/>
          </p:nvSpPr>
          <p:spPr>
            <a:xfrm>
              <a:off x="7186259" y="1756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8" name="pt23338"/>
            <p:cNvSpPr/>
            <p:nvPr/>
          </p:nvSpPr>
          <p:spPr>
            <a:xfrm>
              <a:off x="7118445" y="190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9" name="pt23339"/>
            <p:cNvSpPr/>
            <p:nvPr/>
          </p:nvSpPr>
          <p:spPr>
            <a:xfrm>
              <a:off x="7060455" y="2097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0" name="pt23340"/>
            <p:cNvSpPr/>
            <p:nvPr/>
          </p:nvSpPr>
          <p:spPr>
            <a:xfrm>
              <a:off x="7478583" y="230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1" name="pt23341"/>
            <p:cNvSpPr/>
            <p:nvPr/>
          </p:nvSpPr>
          <p:spPr>
            <a:xfrm>
              <a:off x="7177573" y="2137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2" name="pt23342"/>
            <p:cNvSpPr/>
            <p:nvPr/>
          </p:nvSpPr>
          <p:spPr>
            <a:xfrm>
              <a:off x="7099868" y="234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3" name="pt23343"/>
            <p:cNvSpPr/>
            <p:nvPr/>
          </p:nvSpPr>
          <p:spPr>
            <a:xfrm>
              <a:off x="7153902" y="2217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4" name="pt23344"/>
            <p:cNvSpPr/>
            <p:nvPr/>
          </p:nvSpPr>
          <p:spPr>
            <a:xfrm>
              <a:off x="6926333" y="1864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5" name="pt23345"/>
            <p:cNvSpPr/>
            <p:nvPr/>
          </p:nvSpPr>
          <p:spPr>
            <a:xfrm>
              <a:off x="7028028" y="2198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6" name="pt23346"/>
            <p:cNvSpPr/>
            <p:nvPr/>
          </p:nvSpPr>
          <p:spPr>
            <a:xfrm>
              <a:off x="7158040" y="2113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7" name="pt23347"/>
            <p:cNvSpPr/>
            <p:nvPr/>
          </p:nvSpPr>
          <p:spPr>
            <a:xfrm>
              <a:off x="7047866" y="2187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8" name="pt23348"/>
            <p:cNvSpPr/>
            <p:nvPr/>
          </p:nvSpPr>
          <p:spPr>
            <a:xfrm>
              <a:off x="7266018" y="2014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9" name="pt23349"/>
            <p:cNvSpPr/>
            <p:nvPr/>
          </p:nvSpPr>
          <p:spPr>
            <a:xfrm>
              <a:off x="7322359" y="2707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0" name="pt23350"/>
            <p:cNvSpPr/>
            <p:nvPr/>
          </p:nvSpPr>
          <p:spPr>
            <a:xfrm>
              <a:off x="7090410" y="2275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1" name="pt23351"/>
            <p:cNvSpPr/>
            <p:nvPr/>
          </p:nvSpPr>
          <p:spPr>
            <a:xfrm>
              <a:off x="7243995" y="1977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2" name="pt23352"/>
            <p:cNvSpPr/>
            <p:nvPr/>
          </p:nvSpPr>
          <p:spPr>
            <a:xfrm>
              <a:off x="7225052" y="1771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3" name="pt23353"/>
            <p:cNvSpPr/>
            <p:nvPr/>
          </p:nvSpPr>
          <p:spPr>
            <a:xfrm>
              <a:off x="7033582" y="2184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4" name="pt23354"/>
            <p:cNvSpPr/>
            <p:nvPr/>
          </p:nvSpPr>
          <p:spPr>
            <a:xfrm>
              <a:off x="7168759" y="2025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5" name="pt23355"/>
            <p:cNvSpPr/>
            <p:nvPr/>
          </p:nvSpPr>
          <p:spPr>
            <a:xfrm>
              <a:off x="7001898" y="2086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6" name="pt23356"/>
            <p:cNvSpPr/>
            <p:nvPr/>
          </p:nvSpPr>
          <p:spPr>
            <a:xfrm>
              <a:off x="6952938" y="1733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7" name="pt23357"/>
            <p:cNvSpPr/>
            <p:nvPr/>
          </p:nvSpPr>
          <p:spPr>
            <a:xfrm>
              <a:off x="7057837" y="2098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8" name="pt23358"/>
            <p:cNvSpPr/>
            <p:nvPr/>
          </p:nvSpPr>
          <p:spPr>
            <a:xfrm>
              <a:off x="6869355" y="211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9" name="pt23359"/>
            <p:cNvSpPr/>
            <p:nvPr/>
          </p:nvSpPr>
          <p:spPr>
            <a:xfrm>
              <a:off x="7078094" y="2047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0" name="pt23360"/>
            <p:cNvSpPr/>
            <p:nvPr/>
          </p:nvSpPr>
          <p:spPr>
            <a:xfrm>
              <a:off x="7116648" y="198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1" name="pt23361"/>
            <p:cNvSpPr/>
            <p:nvPr/>
          </p:nvSpPr>
          <p:spPr>
            <a:xfrm>
              <a:off x="7104720" y="2156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2" name="pt23362"/>
            <p:cNvSpPr/>
            <p:nvPr/>
          </p:nvSpPr>
          <p:spPr>
            <a:xfrm>
              <a:off x="7474720" y="2466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3" name="pt23363"/>
            <p:cNvSpPr/>
            <p:nvPr/>
          </p:nvSpPr>
          <p:spPr>
            <a:xfrm>
              <a:off x="6771309" y="2104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4" name="pt23364"/>
            <p:cNvSpPr/>
            <p:nvPr/>
          </p:nvSpPr>
          <p:spPr>
            <a:xfrm>
              <a:off x="6851289" y="2131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5" name="pt23365"/>
            <p:cNvSpPr/>
            <p:nvPr/>
          </p:nvSpPr>
          <p:spPr>
            <a:xfrm>
              <a:off x="7302313" y="2034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6" name="pt23366"/>
            <p:cNvSpPr/>
            <p:nvPr/>
          </p:nvSpPr>
          <p:spPr>
            <a:xfrm>
              <a:off x="6956687" y="1678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7" name="pt23367"/>
            <p:cNvSpPr/>
            <p:nvPr/>
          </p:nvSpPr>
          <p:spPr>
            <a:xfrm>
              <a:off x="7103558" y="2182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8" name="pt23368"/>
            <p:cNvSpPr/>
            <p:nvPr/>
          </p:nvSpPr>
          <p:spPr>
            <a:xfrm>
              <a:off x="6915459" y="1976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9" name="pt23369"/>
            <p:cNvSpPr/>
            <p:nvPr/>
          </p:nvSpPr>
          <p:spPr>
            <a:xfrm>
              <a:off x="7172363" y="2229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0" name="pt23370"/>
            <p:cNvSpPr/>
            <p:nvPr/>
          </p:nvSpPr>
          <p:spPr>
            <a:xfrm>
              <a:off x="6940938" y="1939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1" name="pt23371"/>
            <p:cNvSpPr/>
            <p:nvPr/>
          </p:nvSpPr>
          <p:spPr>
            <a:xfrm>
              <a:off x="7212823" y="1957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2" name="pt23372"/>
            <p:cNvSpPr/>
            <p:nvPr/>
          </p:nvSpPr>
          <p:spPr>
            <a:xfrm>
              <a:off x="6999802" y="2119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3" name="pt23373"/>
            <p:cNvSpPr/>
            <p:nvPr/>
          </p:nvSpPr>
          <p:spPr>
            <a:xfrm>
              <a:off x="7177383" y="200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4" name="pt23374"/>
            <p:cNvSpPr/>
            <p:nvPr/>
          </p:nvSpPr>
          <p:spPr>
            <a:xfrm>
              <a:off x="7093398" y="2307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5" name="pt23375"/>
            <p:cNvSpPr/>
            <p:nvPr/>
          </p:nvSpPr>
          <p:spPr>
            <a:xfrm>
              <a:off x="7252986" y="1904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6" name="pt23376"/>
            <p:cNvSpPr/>
            <p:nvPr/>
          </p:nvSpPr>
          <p:spPr>
            <a:xfrm>
              <a:off x="7054319" y="2032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7" name="pt23377"/>
            <p:cNvSpPr/>
            <p:nvPr/>
          </p:nvSpPr>
          <p:spPr>
            <a:xfrm>
              <a:off x="7072528" y="2115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8" name="pt23378"/>
            <p:cNvSpPr/>
            <p:nvPr/>
          </p:nvSpPr>
          <p:spPr>
            <a:xfrm>
              <a:off x="7097275" y="2314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9" name="pt23379"/>
            <p:cNvSpPr/>
            <p:nvPr/>
          </p:nvSpPr>
          <p:spPr>
            <a:xfrm>
              <a:off x="7209283" y="1907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0" name="pt23380"/>
            <p:cNvSpPr/>
            <p:nvPr/>
          </p:nvSpPr>
          <p:spPr>
            <a:xfrm>
              <a:off x="7527316" y="2056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1" name="pt23381"/>
            <p:cNvSpPr/>
            <p:nvPr/>
          </p:nvSpPr>
          <p:spPr>
            <a:xfrm>
              <a:off x="6941978" y="1891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2" name="pt23382"/>
            <p:cNvSpPr/>
            <p:nvPr/>
          </p:nvSpPr>
          <p:spPr>
            <a:xfrm>
              <a:off x="7095886" y="2228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3" name="pt23383"/>
            <p:cNvSpPr/>
            <p:nvPr/>
          </p:nvSpPr>
          <p:spPr>
            <a:xfrm>
              <a:off x="6798391" y="2225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4" name="pt23384"/>
            <p:cNvSpPr/>
            <p:nvPr/>
          </p:nvSpPr>
          <p:spPr>
            <a:xfrm>
              <a:off x="6800227" y="213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5" name="pt23385"/>
            <p:cNvSpPr/>
            <p:nvPr/>
          </p:nvSpPr>
          <p:spPr>
            <a:xfrm>
              <a:off x="7346583" y="2127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6" name="pt23386"/>
            <p:cNvSpPr/>
            <p:nvPr/>
          </p:nvSpPr>
          <p:spPr>
            <a:xfrm>
              <a:off x="6944681" y="1762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7" name="pt23387"/>
            <p:cNvSpPr/>
            <p:nvPr/>
          </p:nvSpPr>
          <p:spPr>
            <a:xfrm>
              <a:off x="7071060" y="2052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8" name="pt23388"/>
            <p:cNvSpPr/>
            <p:nvPr/>
          </p:nvSpPr>
          <p:spPr>
            <a:xfrm>
              <a:off x="7418309" y="2342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9" name="pt23389"/>
            <p:cNvSpPr/>
            <p:nvPr/>
          </p:nvSpPr>
          <p:spPr>
            <a:xfrm>
              <a:off x="7028162" y="2168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0" name="pt23390"/>
            <p:cNvSpPr/>
            <p:nvPr/>
          </p:nvSpPr>
          <p:spPr>
            <a:xfrm>
              <a:off x="7186103" y="1969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1" name="pt23391"/>
            <p:cNvSpPr/>
            <p:nvPr/>
          </p:nvSpPr>
          <p:spPr>
            <a:xfrm>
              <a:off x="7116412" y="1933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2" name="pt23392"/>
            <p:cNvSpPr/>
            <p:nvPr/>
          </p:nvSpPr>
          <p:spPr>
            <a:xfrm>
              <a:off x="6768180" y="2010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3" name="pt23393"/>
            <p:cNvSpPr/>
            <p:nvPr/>
          </p:nvSpPr>
          <p:spPr>
            <a:xfrm>
              <a:off x="7156248" y="2171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4" name="pt23394"/>
            <p:cNvSpPr/>
            <p:nvPr/>
          </p:nvSpPr>
          <p:spPr>
            <a:xfrm>
              <a:off x="6929994" y="1972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5" name="pt23395"/>
            <p:cNvSpPr/>
            <p:nvPr/>
          </p:nvSpPr>
          <p:spPr>
            <a:xfrm>
              <a:off x="7019866" y="2053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6" name="pt23396"/>
            <p:cNvSpPr/>
            <p:nvPr/>
          </p:nvSpPr>
          <p:spPr>
            <a:xfrm>
              <a:off x="6912333" y="2050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7" name="pt23397"/>
            <p:cNvSpPr/>
            <p:nvPr/>
          </p:nvSpPr>
          <p:spPr>
            <a:xfrm>
              <a:off x="7107973" y="2112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8" name="pt23398"/>
            <p:cNvSpPr/>
            <p:nvPr/>
          </p:nvSpPr>
          <p:spPr>
            <a:xfrm>
              <a:off x="7136042" y="2050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9" name="pt23399"/>
            <p:cNvSpPr/>
            <p:nvPr/>
          </p:nvSpPr>
          <p:spPr>
            <a:xfrm>
              <a:off x="6943325" y="1946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0" name="pt23400"/>
            <p:cNvSpPr/>
            <p:nvPr/>
          </p:nvSpPr>
          <p:spPr>
            <a:xfrm>
              <a:off x="7338047" y="1729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1" name="pt23401"/>
            <p:cNvSpPr/>
            <p:nvPr/>
          </p:nvSpPr>
          <p:spPr>
            <a:xfrm>
              <a:off x="6926725" y="1949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2" name="pt23402"/>
            <p:cNvSpPr/>
            <p:nvPr/>
          </p:nvSpPr>
          <p:spPr>
            <a:xfrm>
              <a:off x="7307337" y="2131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3" name="pt23403"/>
            <p:cNvSpPr/>
            <p:nvPr/>
          </p:nvSpPr>
          <p:spPr>
            <a:xfrm>
              <a:off x="7148800" y="2116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4" name="pt23404"/>
            <p:cNvSpPr/>
            <p:nvPr/>
          </p:nvSpPr>
          <p:spPr>
            <a:xfrm>
              <a:off x="7060223" y="2195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5" name="pt23405"/>
            <p:cNvSpPr/>
            <p:nvPr/>
          </p:nvSpPr>
          <p:spPr>
            <a:xfrm>
              <a:off x="7153147" y="2324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6" name="pt23406"/>
            <p:cNvSpPr/>
            <p:nvPr/>
          </p:nvSpPr>
          <p:spPr>
            <a:xfrm>
              <a:off x="7010246" y="2090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7" name="pt23407"/>
            <p:cNvSpPr/>
            <p:nvPr/>
          </p:nvSpPr>
          <p:spPr>
            <a:xfrm>
              <a:off x="7019564" y="1839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8" name="pt23408"/>
            <p:cNvSpPr/>
            <p:nvPr/>
          </p:nvSpPr>
          <p:spPr>
            <a:xfrm>
              <a:off x="7019098" y="2303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9" name="pt23409"/>
            <p:cNvSpPr/>
            <p:nvPr/>
          </p:nvSpPr>
          <p:spPr>
            <a:xfrm>
              <a:off x="7098459" y="2291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0" name="pt23410"/>
            <p:cNvSpPr/>
            <p:nvPr/>
          </p:nvSpPr>
          <p:spPr>
            <a:xfrm>
              <a:off x="7159886" y="2166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1" name="pt23411"/>
            <p:cNvSpPr/>
            <p:nvPr/>
          </p:nvSpPr>
          <p:spPr>
            <a:xfrm>
              <a:off x="7070223" y="2127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2" name="pt23412"/>
            <p:cNvSpPr/>
            <p:nvPr/>
          </p:nvSpPr>
          <p:spPr>
            <a:xfrm>
              <a:off x="7343060" y="2136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3" name="pt23413"/>
            <p:cNvSpPr/>
            <p:nvPr/>
          </p:nvSpPr>
          <p:spPr>
            <a:xfrm>
              <a:off x="7318233" y="2737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4" name="pt23414"/>
            <p:cNvSpPr/>
            <p:nvPr/>
          </p:nvSpPr>
          <p:spPr>
            <a:xfrm>
              <a:off x="7336256" y="2006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5" name="pt23415"/>
            <p:cNvSpPr/>
            <p:nvPr/>
          </p:nvSpPr>
          <p:spPr>
            <a:xfrm>
              <a:off x="7249891" y="1977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6" name="pt23416"/>
            <p:cNvSpPr/>
            <p:nvPr/>
          </p:nvSpPr>
          <p:spPr>
            <a:xfrm>
              <a:off x="7009809" y="2059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7" name="pt23417"/>
            <p:cNvSpPr/>
            <p:nvPr/>
          </p:nvSpPr>
          <p:spPr>
            <a:xfrm>
              <a:off x="6925443" y="204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8" name="pt23418"/>
            <p:cNvSpPr/>
            <p:nvPr/>
          </p:nvSpPr>
          <p:spPr>
            <a:xfrm>
              <a:off x="7035143" y="219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9" name="pt23419"/>
            <p:cNvSpPr/>
            <p:nvPr/>
          </p:nvSpPr>
          <p:spPr>
            <a:xfrm>
              <a:off x="7068171" y="2042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0" name="pt23420"/>
            <p:cNvSpPr/>
            <p:nvPr/>
          </p:nvSpPr>
          <p:spPr>
            <a:xfrm>
              <a:off x="7078995" y="2246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1" name="pt23421"/>
            <p:cNvSpPr/>
            <p:nvPr/>
          </p:nvSpPr>
          <p:spPr>
            <a:xfrm>
              <a:off x="7066286" y="2124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2" name="pt23422"/>
            <p:cNvSpPr/>
            <p:nvPr/>
          </p:nvSpPr>
          <p:spPr>
            <a:xfrm>
              <a:off x="7190840" y="2296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3" name="pt23423"/>
            <p:cNvSpPr/>
            <p:nvPr/>
          </p:nvSpPr>
          <p:spPr>
            <a:xfrm>
              <a:off x="6795877" y="2386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4" name="pt23424"/>
            <p:cNvSpPr/>
            <p:nvPr/>
          </p:nvSpPr>
          <p:spPr>
            <a:xfrm>
              <a:off x="7028945" y="2071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5" name="pt23425"/>
            <p:cNvSpPr/>
            <p:nvPr/>
          </p:nvSpPr>
          <p:spPr>
            <a:xfrm>
              <a:off x="7222103" y="1902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6" name="pt23426"/>
            <p:cNvSpPr/>
            <p:nvPr/>
          </p:nvSpPr>
          <p:spPr>
            <a:xfrm>
              <a:off x="7206548" y="2030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7" name="pt23427"/>
            <p:cNvSpPr/>
            <p:nvPr/>
          </p:nvSpPr>
          <p:spPr>
            <a:xfrm>
              <a:off x="6990618" y="207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8" name="pt23428"/>
            <p:cNvSpPr/>
            <p:nvPr/>
          </p:nvSpPr>
          <p:spPr>
            <a:xfrm>
              <a:off x="7382932" y="2280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9" name="pt23429"/>
            <p:cNvSpPr/>
            <p:nvPr/>
          </p:nvSpPr>
          <p:spPr>
            <a:xfrm>
              <a:off x="6617755" y="2126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0" name="pt23430"/>
            <p:cNvSpPr/>
            <p:nvPr/>
          </p:nvSpPr>
          <p:spPr>
            <a:xfrm>
              <a:off x="6932707" y="1814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1" name="pt23431"/>
            <p:cNvSpPr/>
            <p:nvPr/>
          </p:nvSpPr>
          <p:spPr>
            <a:xfrm>
              <a:off x="6956868" y="1883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2" name="pt23432"/>
            <p:cNvSpPr/>
            <p:nvPr/>
          </p:nvSpPr>
          <p:spPr>
            <a:xfrm>
              <a:off x="7171652" y="2169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3" name="pt23433"/>
            <p:cNvSpPr/>
            <p:nvPr/>
          </p:nvSpPr>
          <p:spPr>
            <a:xfrm>
              <a:off x="7143170" y="206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4" name="pt23434"/>
            <p:cNvSpPr/>
            <p:nvPr/>
          </p:nvSpPr>
          <p:spPr>
            <a:xfrm>
              <a:off x="7016854" y="2204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5" name="pt23435"/>
            <p:cNvSpPr/>
            <p:nvPr/>
          </p:nvSpPr>
          <p:spPr>
            <a:xfrm>
              <a:off x="7081443" y="2206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6" name="pt23436"/>
            <p:cNvSpPr/>
            <p:nvPr/>
          </p:nvSpPr>
          <p:spPr>
            <a:xfrm>
              <a:off x="7051486" y="2134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7" name="pt23437"/>
            <p:cNvSpPr/>
            <p:nvPr/>
          </p:nvSpPr>
          <p:spPr>
            <a:xfrm>
              <a:off x="6861346" y="2100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8" name="pt23438"/>
            <p:cNvSpPr/>
            <p:nvPr/>
          </p:nvSpPr>
          <p:spPr>
            <a:xfrm>
              <a:off x="7016659" y="2221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9" name="pt23439"/>
            <p:cNvSpPr/>
            <p:nvPr/>
          </p:nvSpPr>
          <p:spPr>
            <a:xfrm>
              <a:off x="7023202" y="2067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0" name="pt23440"/>
            <p:cNvSpPr/>
            <p:nvPr/>
          </p:nvSpPr>
          <p:spPr>
            <a:xfrm>
              <a:off x="7095000" y="2332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1" name="pt23441"/>
            <p:cNvSpPr/>
            <p:nvPr/>
          </p:nvSpPr>
          <p:spPr>
            <a:xfrm>
              <a:off x="7117032" y="2002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2" name="pt23442"/>
            <p:cNvSpPr/>
            <p:nvPr/>
          </p:nvSpPr>
          <p:spPr>
            <a:xfrm>
              <a:off x="7031179" y="2208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3" name="pt23443"/>
            <p:cNvSpPr/>
            <p:nvPr/>
          </p:nvSpPr>
          <p:spPr>
            <a:xfrm>
              <a:off x="7241074" y="1936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4" name="pt23444"/>
            <p:cNvSpPr/>
            <p:nvPr/>
          </p:nvSpPr>
          <p:spPr>
            <a:xfrm>
              <a:off x="6966331" y="1983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5" name="pt23445"/>
            <p:cNvSpPr/>
            <p:nvPr/>
          </p:nvSpPr>
          <p:spPr>
            <a:xfrm>
              <a:off x="7105668" y="2051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6" name="pt23446"/>
            <p:cNvSpPr/>
            <p:nvPr/>
          </p:nvSpPr>
          <p:spPr>
            <a:xfrm>
              <a:off x="7038387" y="2006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7" name="pt23447"/>
            <p:cNvSpPr/>
            <p:nvPr/>
          </p:nvSpPr>
          <p:spPr>
            <a:xfrm>
              <a:off x="7286018" y="1946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8" name="pt23448"/>
            <p:cNvSpPr/>
            <p:nvPr/>
          </p:nvSpPr>
          <p:spPr>
            <a:xfrm>
              <a:off x="7177124" y="2203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9" name="pt23449"/>
            <p:cNvSpPr/>
            <p:nvPr/>
          </p:nvSpPr>
          <p:spPr>
            <a:xfrm>
              <a:off x="7010053" y="2071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0" name="pt23450"/>
            <p:cNvSpPr/>
            <p:nvPr/>
          </p:nvSpPr>
          <p:spPr>
            <a:xfrm>
              <a:off x="7207283" y="2059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1" name="pt23451"/>
            <p:cNvSpPr/>
            <p:nvPr/>
          </p:nvSpPr>
          <p:spPr>
            <a:xfrm>
              <a:off x="7011552" y="211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2" name="pt23452"/>
            <p:cNvSpPr/>
            <p:nvPr/>
          </p:nvSpPr>
          <p:spPr>
            <a:xfrm>
              <a:off x="7074928" y="2156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3" name="pt23453"/>
            <p:cNvSpPr/>
            <p:nvPr/>
          </p:nvSpPr>
          <p:spPr>
            <a:xfrm>
              <a:off x="6976699" y="1957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4" name="pt23454"/>
            <p:cNvSpPr/>
            <p:nvPr/>
          </p:nvSpPr>
          <p:spPr>
            <a:xfrm>
              <a:off x="7319204" y="2502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5" name="pt23455"/>
            <p:cNvSpPr/>
            <p:nvPr/>
          </p:nvSpPr>
          <p:spPr>
            <a:xfrm>
              <a:off x="7151561" y="2093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6" name="pt23456"/>
            <p:cNvSpPr/>
            <p:nvPr/>
          </p:nvSpPr>
          <p:spPr>
            <a:xfrm>
              <a:off x="7233583" y="2058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7" name="pt23457"/>
            <p:cNvSpPr/>
            <p:nvPr/>
          </p:nvSpPr>
          <p:spPr>
            <a:xfrm>
              <a:off x="7164507" y="2099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8" name="pt23458"/>
            <p:cNvSpPr/>
            <p:nvPr/>
          </p:nvSpPr>
          <p:spPr>
            <a:xfrm>
              <a:off x="7119960" y="1985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9" name="pt23459"/>
            <p:cNvSpPr/>
            <p:nvPr/>
          </p:nvSpPr>
          <p:spPr>
            <a:xfrm>
              <a:off x="7088138" y="2135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0" name="pt23460"/>
            <p:cNvSpPr/>
            <p:nvPr/>
          </p:nvSpPr>
          <p:spPr>
            <a:xfrm>
              <a:off x="7309182" y="2344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1" name="pt23461"/>
            <p:cNvSpPr/>
            <p:nvPr/>
          </p:nvSpPr>
          <p:spPr>
            <a:xfrm>
              <a:off x="7341943" y="205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2" name="pt23462"/>
            <p:cNvSpPr/>
            <p:nvPr/>
          </p:nvSpPr>
          <p:spPr>
            <a:xfrm>
              <a:off x="7289519" y="2012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3" name="pt23463"/>
            <p:cNvSpPr/>
            <p:nvPr/>
          </p:nvSpPr>
          <p:spPr>
            <a:xfrm>
              <a:off x="6651665" y="1867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4" name="pt23464"/>
            <p:cNvSpPr/>
            <p:nvPr/>
          </p:nvSpPr>
          <p:spPr>
            <a:xfrm>
              <a:off x="7076217" y="2132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5" name="pt23465"/>
            <p:cNvSpPr/>
            <p:nvPr/>
          </p:nvSpPr>
          <p:spPr>
            <a:xfrm>
              <a:off x="6983777" y="2237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6" name="pt23466"/>
            <p:cNvSpPr/>
            <p:nvPr/>
          </p:nvSpPr>
          <p:spPr>
            <a:xfrm>
              <a:off x="6974962" y="1979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7" name="pt23467"/>
            <p:cNvSpPr/>
            <p:nvPr/>
          </p:nvSpPr>
          <p:spPr>
            <a:xfrm>
              <a:off x="7178596" y="2110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8" name="pt23468"/>
            <p:cNvSpPr/>
            <p:nvPr/>
          </p:nvSpPr>
          <p:spPr>
            <a:xfrm>
              <a:off x="6973232" y="1752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9" name="pt23469"/>
            <p:cNvSpPr/>
            <p:nvPr/>
          </p:nvSpPr>
          <p:spPr>
            <a:xfrm>
              <a:off x="6954109" y="1600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0" name="pt23470"/>
            <p:cNvSpPr/>
            <p:nvPr/>
          </p:nvSpPr>
          <p:spPr>
            <a:xfrm>
              <a:off x="7266745" y="1982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1" name="pt23471"/>
            <p:cNvSpPr/>
            <p:nvPr/>
          </p:nvSpPr>
          <p:spPr>
            <a:xfrm>
              <a:off x="7018071" y="2153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2" name="pt23472"/>
            <p:cNvSpPr/>
            <p:nvPr/>
          </p:nvSpPr>
          <p:spPr>
            <a:xfrm>
              <a:off x="7452810" y="2453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3" name="pt23473"/>
            <p:cNvSpPr/>
            <p:nvPr/>
          </p:nvSpPr>
          <p:spPr>
            <a:xfrm>
              <a:off x="7214830" y="2024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4" name="pt23474"/>
            <p:cNvSpPr/>
            <p:nvPr/>
          </p:nvSpPr>
          <p:spPr>
            <a:xfrm>
              <a:off x="7045289" y="211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5" name="pt23475"/>
            <p:cNvSpPr/>
            <p:nvPr/>
          </p:nvSpPr>
          <p:spPr>
            <a:xfrm>
              <a:off x="6726482" y="2618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6" name="pt23476"/>
            <p:cNvSpPr/>
            <p:nvPr/>
          </p:nvSpPr>
          <p:spPr>
            <a:xfrm>
              <a:off x="7286361" y="2043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7" name="pt23477"/>
            <p:cNvSpPr/>
            <p:nvPr/>
          </p:nvSpPr>
          <p:spPr>
            <a:xfrm>
              <a:off x="7196778" y="2180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8" name="pt23478"/>
            <p:cNvSpPr/>
            <p:nvPr/>
          </p:nvSpPr>
          <p:spPr>
            <a:xfrm>
              <a:off x="6913791" y="2003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9" name="pt23479"/>
            <p:cNvSpPr/>
            <p:nvPr/>
          </p:nvSpPr>
          <p:spPr>
            <a:xfrm>
              <a:off x="7056830" y="2129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0" name="pt23480"/>
            <p:cNvSpPr/>
            <p:nvPr/>
          </p:nvSpPr>
          <p:spPr>
            <a:xfrm>
              <a:off x="7039029" y="2207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1" name="pt23481"/>
            <p:cNvSpPr/>
            <p:nvPr/>
          </p:nvSpPr>
          <p:spPr>
            <a:xfrm>
              <a:off x="7055921" y="2113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2" name="pt23482"/>
            <p:cNvSpPr/>
            <p:nvPr/>
          </p:nvSpPr>
          <p:spPr>
            <a:xfrm>
              <a:off x="7483230" y="2114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3" name="pt23483"/>
            <p:cNvSpPr/>
            <p:nvPr/>
          </p:nvSpPr>
          <p:spPr>
            <a:xfrm>
              <a:off x="7251768" y="197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4" name="pt23484"/>
            <p:cNvSpPr/>
            <p:nvPr/>
          </p:nvSpPr>
          <p:spPr>
            <a:xfrm>
              <a:off x="7355940" y="2602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5" name="pt23485"/>
            <p:cNvSpPr/>
            <p:nvPr/>
          </p:nvSpPr>
          <p:spPr>
            <a:xfrm>
              <a:off x="7351558" y="2934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6" name="pt23486"/>
            <p:cNvSpPr/>
            <p:nvPr/>
          </p:nvSpPr>
          <p:spPr>
            <a:xfrm>
              <a:off x="7131004" y="2154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7" name="pt23487"/>
            <p:cNvSpPr/>
            <p:nvPr/>
          </p:nvSpPr>
          <p:spPr>
            <a:xfrm>
              <a:off x="6736168" y="2132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8" name="pt23488"/>
            <p:cNvSpPr/>
            <p:nvPr/>
          </p:nvSpPr>
          <p:spPr>
            <a:xfrm>
              <a:off x="7044113" y="2227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9" name="pt23489"/>
            <p:cNvSpPr/>
            <p:nvPr/>
          </p:nvSpPr>
          <p:spPr>
            <a:xfrm>
              <a:off x="7065419" y="2091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0" name="pt23490"/>
            <p:cNvSpPr/>
            <p:nvPr/>
          </p:nvSpPr>
          <p:spPr>
            <a:xfrm>
              <a:off x="6894116" y="2176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1" name="pt23491"/>
            <p:cNvSpPr/>
            <p:nvPr/>
          </p:nvSpPr>
          <p:spPr>
            <a:xfrm>
              <a:off x="7098506" y="2347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2" name="pt23492"/>
            <p:cNvSpPr/>
            <p:nvPr/>
          </p:nvSpPr>
          <p:spPr>
            <a:xfrm>
              <a:off x="6718374" y="2467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3" name="pt23493"/>
            <p:cNvSpPr/>
            <p:nvPr/>
          </p:nvSpPr>
          <p:spPr>
            <a:xfrm>
              <a:off x="7460088" y="2529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4" name="pt23494"/>
            <p:cNvSpPr/>
            <p:nvPr/>
          </p:nvSpPr>
          <p:spPr>
            <a:xfrm>
              <a:off x="7303527" y="1937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5" name="pt23495"/>
            <p:cNvSpPr/>
            <p:nvPr/>
          </p:nvSpPr>
          <p:spPr>
            <a:xfrm>
              <a:off x="7137497" y="2046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6" name="pt23496"/>
            <p:cNvSpPr/>
            <p:nvPr/>
          </p:nvSpPr>
          <p:spPr>
            <a:xfrm>
              <a:off x="7172316" y="2009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7" name="pt23497"/>
            <p:cNvSpPr/>
            <p:nvPr/>
          </p:nvSpPr>
          <p:spPr>
            <a:xfrm>
              <a:off x="7147733" y="2024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8" name="pt23498"/>
            <p:cNvSpPr/>
            <p:nvPr/>
          </p:nvSpPr>
          <p:spPr>
            <a:xfrm>
              <a:off x="7198456" y="2134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9" name="pt23499"/>
            <p:cNvSpPr/>
            <p:nvPr/>
          </p:nvSpPr>
          <p:spPr>
            <a:xfrm>
              <a:off x="7009302" y="2018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0" name="pt23500"/>
            <p:cNvSpPr/>
            <p:nvPr/>
          </p:nvSpPr>
          <p:spPr>
            <a:xfrm>
              <a:off x="7186429" y="1589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1" name="pt23501"/>
            <p:cNvSpPr/>
            <p:nvPr/>
          </p:nvSpPr>
          <p:spPr>
            <a:xfrm>
              <a:off x="7003501" y="2005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2" name="pt23502"/>
            <p:cNvSpPr/>
            <p:nvPr/>
          </p:nvSpPr>
          <p:spPr>
            <a:xfrm>
              <a:off x="7195367" y="2056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3" name="pt23503"/>
            <p:cNvSpPr/>
            <p:nvPr/>
          </p:nvSpPr>
          <p:spPr>
            <a:xfrm>
              <a:off x="7153347" y="2392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4" name="pt23504"/>
            <p:cNvSpPr/>
            <p:nvPr/>
          </p:nvSpPr>
          <p:spPr>
            <a:xfrm>
              <a:off x="7019276" y="214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5" name="pt23505"/>
            <p:cNvSpPr/>
            <p:nvPr/>
          </p:nvSpPr>
          <p:spPr>
            <a:xfrm>
              <a:off x="7181385" y="2088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6" name="pt23506"/>
            <p:cNvSpPr/>
            <p:nvPr/>
          </p:nvSpPr>
          <p:spPr>
            <a:xfrm>
              <a:off x="7083386" y="2108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7" name="pt23507"/>
            <p:cNvSpPr/>
            <p:nvPr/>
          </p:nvSpPr>
          <p:spPr>
            <a:xfrm>
              <a:off x="7092475" y="2272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8" name="pt23508"/>
            <p:cNvSpPr/>
            <p:nvPr/>
          </p:nvSpPr>
          <p:spPr>
            <a:xfrm>
              <a:off x="7192950" y="2039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9" name="pt23509"/>
            <p:cNvSpPr/>
            <p:nvPr/>
          </p:nvSpPr>
          <p:spPr>
            <a:xfrm>
              <a:off x="7274492" y="1913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0" name="pt23510"/>
            <p:cNvSpPr/>
            <p:nvPr/>
          </p:nvSpPr>
          <p:spPr>
            <a:xfrm>
              <a:off x="6928492" y="1934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1" name="pt23511"/>
            <p:cNvSpPr/>
            <p:nvPr/>
          </p:nvSpPr>
          <p:spPr>
            <a:xfrm>
              <a:off x="7028720" y="2150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2" name="pt23512"/>
            <p:cNvSpPr/>
            <p:nvPr/>
          </p:nvSpPr>
          <p:spPr>
            <a:xfrm>
              <a:off x="6865416" y="2153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3" name="pt23513"/>
            <p:cNvSpPr/>
            <p:nvPr/>
          </p:nvSpPr>
          <p:spPr>
            <a:xfrm>
              <a:off x="7282246" y="2034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4" name="pt23514"/>
            <p:cNvSpPr/>
            <p:nvPr/>
          </p:nvSpPr>
          <p:spPr>
            <a:xfrm>
              <a:off x="7196917" y="2108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5" name="pt23515"/>
            <p:cNvSpPr/>
            <p:nvPr/>
          </p:nvSpPr>
          <p:spPr>
            <a:xfrm>
              <a:off x="7017589" y="2240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6" name="pt23516"/>
            <p:cNvSpPr/>
            <p:nvPr/>
          </p:nvSpPr>
          <p:spPr>
            <a:xfrm>
              <a:off x="7091659" y="2186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7" name="pt23517"/>
            <p:cNvSpPr/>
            <p:nvPr/>
          </p:nvSpPr>
          <p:spPr>
            <a:xfrm>
              <a:off x="7191009" y="2143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8" name="pt23518"/>
            <p:cNvSpPr/>
            <p:nvPr/>
          </p:nvSpPr>
          <p:spPr>
            <a:xfrm>
              <a:off x="7133298" y="2010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9" name="pt23519"/>
            <p:cNvSpPr/>
            <p:nvPr/>
          </p:nvSpPr>
          <p:spPr>
            <a:xfrm>
              <a:off x="6957725" y="2077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0" name="pt23520"/>
            <p:cNvSpPr/>
            <p:nvPr/>
          </p:nvSpPr>
          <p:spPr>
            <a:xfrm>
              <a:off x="6938945" y="209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1" name="pt23521"/>
            <p:cNvSpPr/>
            <p:nvPr/>
          </p:nvSpPr>
          <p:spPr>
            <a:xfrm>
              <a:off x="7137493" y="2010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2" name="pt23522"/>
            <p:cNvSpPr/>
            <p:nvPr/>
          </p:nvSpPr>
          <p:spPr>
            <a:xfrm>
              <a:off x="6946489" y="1998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3" name="pt23523"/>
            <p:cNvSpPr/>
            <p:nvPr/>
          </p:nvSpPr>
          <p:spPr>
            <a:xfrm>
              <a:off x="6954248" y="1697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4" name="pt23524"/>
            <p:cNvSpPr/>
            <p:nvPr/>
          </p:nvSpPr>
          <p:spPr>
            <a:xfrm>
              <a:off x="7033174" y="2176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5" name="pt23525"/>
            <p:cNvSpPr/>
            <p:nvPr/>
          </p:nvSpPr>
          <p:spPr>
            <a:xfrm>
              <a:off x="7060296" y="2186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6" name="pt23526"/>
            <p:cNvSpPr/>
            <p:nvPr/>
          </p:nvSpPr>
          <p:spPr>
            <a:xfrm>
              <a:off x="7019729" y="2037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7" name="pt23527"/>
            <p:cNvSpPr/>
            <p:nvPr/>
          </p:nvSpPr>
          <p:spPr>
            <a:xfrm>
              <a:off x="7208322" y="2115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8" name="pt23528"/>
            <p:cNvSpPr/>
            <p:nvPr/>
          </p:nvSpPr>
          <p:spPr>
            <a:xfrm>
              <a:off x="7005849" y="1691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9" name="pt23529"/>
            <p:cNvSpPr/>
            <p:nvPr/>
          </p:nvSpPr>
          <p:spPr>
            <a:xfrm>
              <a:off x="7086839" y="2175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0" name="pt23530"/>
            <p:cNvSpPr/>
            <p:nvPr/>
          </p:nvSpPr>
          <p:spPr>
            <a:xfrm>
              <a:off x="7074782" y="2056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1" name="pt23531"/>
            <p:cNvSpPr/>
            <p:nvPr/>
          </p:nvSpPr>
          <p:spPr>
            <a:xfrm>
              <a:off x="7223846" y="2013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2" name="pt23532"/>
            <p:cNvSpPr/>
            <p:nvPr/>
          </p:nvSpPr>
          <p:spPr>
            <a:xfrm>
              <a:off x="6957664" y="2081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3" name="pt23533"/>
            <p:cNvSpPr/>
            <p:nvPr/>
          </p:nvSpPr>
          <p:spPr>
            <a:xfrm>
              <a:off x="7054739" y="2149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4" name="pt23534"/>
            <p:cNvSpPr/>
            <p:nvPr/>
          </p:nvSpPr>
          <p:spPr>
            <a:xfrm>
              <a:off x="7407802" y="2381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5" name="pt23535"/>
            <p:cNvSpPr/>
            <p:nvPr/>
          </p:nvSpPr>
          <p:spPr>
            <a:xfrm>
              <a:off x="7230541" y="2058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6" name="pt23536"/>
            <p:cNvSpPr/>
            <p:nvPr/>
          </p:nvSpPr>
          <p:spPr>
            <a:xfrm>
              <a:off x="7082021" y="2165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7" name="pt23537"/>
            <p:cNvSpPr/>
            <p:nvPr/>
          </p:nvSpPr>
          <p:spPr>
            <a:xfrm>
              <a:off x="7140577" y="2003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8" name="pt23538"/>
            <p:cNvSpPr/>
            <p:nvPr/>
          </p:nvSpPr>
          <p:spPr>
            <a:xfrm>
              <a:off x="7186633" y="1833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9" name="pt23539"/>
            <p:cNvSpPr/>
            <p:nvPr/>
          </p:nvSpPr>
          <p:spPr>
            <a:xfrm>
              <a:off x="7058967" y="2071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0" name="pt23540"/>
            <p:cNvSpPr/>
            <p:nvPr/>
          </p:nvSpPr>
          <p:spPr>
            <a:xfrm>
              <a:off x="6783404" y="237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1" name="pt23541"/>
            <p:cNvSpPr/>
            <p:nvPr/>
          </p:nvSpPr>
          <p:spPr>
            <a:xfrm>
              <a:off x="7529853" y="1885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2" name="pt23542"/>
            <p:cNvSpPr/>
            <p:nvPr/>
          </p:nvSpPr>
          <p:spPr>
            <a:xfrm>
              <a:off x="6861254" y="2196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3" name="pt23543"/>
            <p:cNvSpPr/>
            <p:nvPr/>
          </p:nvSpPr>
          <p:spPr>
            <a:xfrm>
              <a:off x="7156784" y="237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4" name="pt23544"/>
            <p:cNvSpPr/>
            <p:nvPr/>
          </p:nvSpPr>
          <p:spPr>
            <a:xfrm>
              <a:off x="6893121" y="2114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5" name="pt23545"/>
            <p:cNvSpPr/>
            <p:nvPr/>
          </p:nvSpPr>
          <p:spPr>
            <a:xfrm>
              <a:off x="6973979" y="1865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6" name="pt23546"/>
            <p:cNvSpPr/>
            <p:nvPr/>
          </p:nvSpPr>
          <p:spPr>
            <a:xfrm>
              <a:off x="7109222" y="207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7" name="pt23547"/>
            <p:cNvSpPr/>
            <p:nvPr/>
          </p:nvSpPr>
          <p:spPr>
            <a:xfrm>
              <a:off x="7068136" y="2104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8" name="pt23548"/>
            <p:cNvSpPr/>
            <p:nvPr/>
          </p:nvSpPr>
          <p:spPr>
            <a:xfrm>
              <a:off x="6715263" y="2424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9" name="pt23549"/>
            <p:cNvSpPr/>
            <p:nvPr/>
          </p:nvSpPr>
          <p:spPr>
            <a:xfrm>
              <a:off x="7363679" y="2396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0" name="pt23550"/>
            <p:cNvSpPr/>
            <p:nvPr/>
          </p:nvSpPr>
          <p:spPr>
            <a:xfrm>
              <a:off x="7212144" y="191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1" name="pt23551"/>
            <p:cNvSpPr/>
            <p:nvPr/>
          </p:nvSpPr>
          <p:spPr>
            <a:xfrm>
              <a:off x="7046690" y="224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2" name="pt23552"/>
            <p:cNvSpPr/>
            <p:nvPr/>
          </p:nvSpPr>
          <p:spPr>
            <a:xfrm>
              <a:off x="7108910" y="2092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3" name="pt23553"/>
            <p:cNvSpPr/>
            <p:nvPr/>
          </p:nvSpPr>
          <p:spPr>
            <a:xfrm>
              <a:off x="7039116" y="2164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4" name="pt23554"/>
            <p:cNvSpPr/>
            <p:nvPr/>
          </p:nvSpPr>
          <p:spPr>
            <a:xfrm>
              <a:off x="6951972" y="1941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5" name="pt23555"/>
            <p:cNvSpPr/>
            <p:nvPr/>
          </p:nvSpPr>
          <p:spPr>
            <a:xfrm>
              <a:off x="7072626" y="2150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6" name="pt23556"/>
            <p:cNvSpPr/>
            <p:nvPr/>
          </p:nvSpPr>
          <p:spPr>
            <a:xfrm>
              <a:off x="7029179" y="2126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7" name="pt23557"/>
            <p:cNvSpPr/>
            <p:nvPr/>
          </p:nvSpPr>
          <p:spPr>
            <a:xfrm>
              <a:off x="7224297" y="1994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8" name="pt23558"/>
            <p:cNvSpPr/>
            <p:nvPr/>
          </p:nvSpPr>
          <p:spPr>
            <a:xfrm>
              <a:off x="6833383" y="1592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9" name="pt23559"/>
            <p:cNvSpPr/>
            <p:nvPr/>
          </p:nvSpPr>
          <p:spPr>
            <a:xfrm>
              <a:off x="7034548" y="2171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0" name="pt23560"/>
            <p:cNvSpPr/>
            <p:nvPr/>
          </p:nvSpPr>
          <p:spPr>
            <a:xfrm>
              <a:off x="7572803" y="216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1" name="pt23561"/>
            <p:cNvSpPr/>
            <p:nvPr/>
          </p:nvSpPr>
          <p:spPr>
            <a:xfrm>
              <a:off x="7150391" y="2224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2" name="pt23562"/>
            <p:cNvSpPr/>
            <p:nvPr/>
          </p:nvSpPr>
          <p:spPr>
            <a:xfrm>
              <a:off x="7048377" y="2142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3" name="pt23563"/>
            <p:cNvSpPr/>
            <p:nvPr/>
          </p:nvSpPr>
          <p:spPr>
            <a:xfrm>
              <a:off x="6891268" y="2010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4" name="pt23564"/>
            <p:cNvSpPr/>
            <p:nvPr/>
          </p:nvSpPr>
          <p:spPr>
            <a:xfrm>
              <a:off x="6972546" y="1911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5" name="pt23565"/>
            <p:cNvSpPr/>
            <p:nvPr/>
          </p:nvSpPr>
          <p:spPr>
            <a:xfrm>
              <a:off x="7269328" y="1959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6" name="pt23566"/>
            <p:cNvSpPr/>
            <p:nvPr/>
          </p:nvSpPr>
          <p:spPr>
            <a:xfrm>
              <a:off x="7537799" y="2090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7" name="pt23567"/>
            <p:cNvSpPr/>
            <p:nvPr/>
          </p:nvSpPr>
          <p:spPr>
            <a:xfrm>
              <a:off x="6823818" y="1703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8" name="pt23568"/>
            <p:cNvSpPr/>
            <p:nvPr/>
          </p:nvSpPr>
          <p:spPr>
            <a:xfrm>
              <a:off x="6853227" y="2143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9" name="pt23569"/>
            <p:cNvSpPr/>
            <p:nvPr/>
          </p:nvSpPr>
          <p:spPr>
            <a:xfrm>
              <a:off x="7313025" y="2509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0" name="pt23570"/>
            <p:cNvSpPr/>
            <p:nvPr/>
          </p:nvSpPr>
          <p:spPr>
            <a:xfrm>
              <a:off x="7156678" y="2216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1" name="pt23571"/>
            <p:cNvSpPr/>
            <p:nvPr/>
          </p:nvSpPr>
          <p:spPr>
            <a:xfrm>
              <a:off x="7031380" y="2184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2" name="pt23572"/>
            <p:cNvSpPr/>
            <p:nvPr/>
          </p:nvSpPr>
          <p:spPr>
            <a:xfrm>
              <a:off x="7117526" y="191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3" name="pt23573"/>
            <p:cNvSpPr/>
            <p:nvPr/>
          </p:nvSpPr>
          <p:spPr>
            <a:xfrm>
              <a:off x="7015501" y="2001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4" name="pt23574"/>
            <p:cNvSpPr/>
            <p:nvPr/>
          </p:nvSpPr>
          <p:spPr>
            <a:xfrm>
              <a:off x="7058979" y="2008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5" name="pt23575"/>
            <p:cNvSpPr/>
            <p:nvPr/>
          </p:nvSpPr>
          <p:spPr>
            <a:xfrm>
              <a:off x="6924602" y="1970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6" name="pt23576"/>
            <p:cNvSpPr/>
            <p:nvPr/>
          </p:nvSpPr>
          <p:spPr>
            <a:xfrm>
              <a:off x="7255016" y="1973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7" name="pt23577"/>
            <p:cNvSpPr/>
            <p:nvPr/>
          </p:nvSpPr>
          <p:spPr>
            <a:xfrm>
              <a:off x="7005613" y="1712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8" name="pt23578"/>
            <p:cNvSpPr/>
            <p:nvPr/>
          </p:nvSpPr>
          <p:spPr>
            <a:xfrm>
              <a:off x="7073107" y="217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9" name="pt23579"/>
            <p:cNvSpPr/>
            <p:nvPr/>
          </p:nvSpPr>
          <p:spPr>
            <a:xfrm>
              <a:off x="7097312" y="2372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0" name="pt23580"/>
            <p:cNvSpPr/>
            <p:nvPr/>
          </p:nvSpPr>
          <p:spPr>
            <a:xfrm>
              <a:off x="6751464" y="2291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1" name="pt23581"/>
            <p:cNvSpPr/>
            <p:nvPr/>
          </p:nvSpPr>
          <p:spPr>
            <a:xfrm>
              <a:off x="7077239" y="2099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2" name="pt23582"/>
            <p:cNvSpPr/>
            <p:nvPr/>
          </p:nvSpPr>
          <p:spPr>
            <a:xfrm>
              <a:off x="6870286" y="2180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3" name="pt23583"/>
            <p:cNvSpPr/>
            <p:nvPr/>
          </p:nvSpPr>
          <p:spPr>
            <a:xfrm>
              <a:off x="6986029" y="2230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4" name="pt23584"/>
            <p:cNvSpPr/>
            <p:nvPr/>
          </p:nvSpPr>
          <p:spPr>
            <a:xfrm>
              <a:off x="7073594" y="2163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5" name="pt23585"/>
            <p:cNvSpPr/>
            <p:nvPr/>
          </p:nvSpPr>
          <p:spPr>
            <a:xfrm>
              <a:off x="7142667" y="1915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6" name="pt23586"/>
            <p:cNvSpPr/>
            <p:nvPr/>
          </p:nvSpPr>
          <p:spPr>
            <a:xfrm>
              <a:off x="7186733" y="1668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7" name="pt23587"/>
            <p:cNvSpPr/>
            <p:nvPr/>
          </p:nvSpPr>
          <p:spPr>
            <a:xfrm>
              <a:off x="7007365" y="1774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8" name="pt23588"/>
            <p:cNvSpPr/>
            <p:nvPr/>
          </p:nvSpPr>
          <p:spPr>
            <a:xfrm>
              <a:off x="7074655" y="2151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9" name="pt23589"/>
            <p:cNvSpPr/>
            <p:nvPr/>
          </p:nvSpPr>
          <p:spPr>
            <a:xfrm>
              <a:off x="6784173" y="2212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0" name="pt23590"/>
            <p:cNvSpPr/>
            <p:nvPr/>
          </p:nvSpPr>
          <p:spPr>
            <a:xfrm>
              <a:off x="7005409" y="1678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1" name="pt23591"/>
            <p:cNvSpPr/>
            <p:nvPr/>
          </p:nvSpPr>
          <p:spPr>
            <a:xfrm>
              <a:off x="7292481" y="2236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2" name="pt23592"/>
            <p:cNvSpPr/>
            <p:nvPr/>
          </p:nvSpPr>
          <p:spPr>
            <a:xfrm>
              <a:off x="7153188" y="2237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3" name="pt23593"/>
            <p:cNvSpPr/>
            <p:nvPr/>
          </p:nvSpPr>
          <p:spPr>
            <a:xfrm>
              <a:off x="7023301" y="2033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4" name="pt23594"/>
            <p:cNvSpPr/>
            <p:nvPr/>
          </p:nvSpPr>
          <p:spPr>
            <a:xfrm>
              <a:off x="7394600" y="2411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5" name="pt23595"/>
            <p:cNvSpPr/>
            <p:nvPr/>
          </p:nvSpPr>
          <p:spPr>
            <a:xfrm>
              <a:off x="6930548" y="1923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6" name="pt23596"/>
            <p:cNvSpPr/>
            <p:nvPr/>
          </p:nvSpPr>
          <p:spPr>
            <a:xfrm>
              <a:off x="7070415" y="2092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7" name="pt23597"/>
            <p:cNvSpPr/>
            <p:nvPr/>
          </p:nvSpPr>
          <p:spPr>
            <a:xfrm>
              <a:off x="7189776" y="2209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8" name="pt23598"/>
            <p:cNvSpPr/>
            <p:nvPr/>
          </p:nvSpPr>
          <p:spPr>
            <a:xfrm>
              <a:off x="7119114" y="1949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9" name="pt23599"/>
            <p:cNvSpPr/>
            <p:nvPr/>
          </p:nvSpPr>
          <p:spPr>
            <a:xfrm>
              <a:off x="7170277" y="1934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0" name="pt23600"/>
            <p:cNvSpPr/>
            <p:nvPr/>
          </p:nvSpPr>
          <p:spPr>
            <a:xfrm>
              <a:off x="7026237" y="2100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1" name="pt23601"/>
            <p:cNvSpPr/>
            <p:nvPr/>
          </p:nvSpPr>
          <p:spPr>
            <a:xfrm>
              <a:off x="6913995" y="1967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2" name="pt23602"/>
            <p:cNvSpPr/>
            <p:nvPr/>
          </p:nvSpPr>
          <p:spPr>
            <a:xfrm>
              <a:off x="7012280" y="1903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3" name="pt23603"/>
            <p:cNvSpPr/>
            <p:nvPr/>
          </p:nvSpPr>
          <p:spPr>
            <a:xfrm>
              <a:off x="7086154" y="2194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4" name="pt23604"/>
            <p:cNvSpPr/>
            <p:nvPr/>
          </p:nvSpPr>
          <p:spPr>
            <a:xfrm>
              <a:off x="7156568" y="2438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5" name="pt23605"/>
            <p:cNvSpPr/>
            <p:nvPr/>
          </p:nvSpPr>
          <p:spPr>
            <a:xfrm>
              <a:off x="6993700" y="2291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6" name="pt23606"/>
            <p:cNvSpPr/>
            <p:nvPr/>
          </p:nvSpPr>
          <p:spPr>
            <a:xfrm>
              <a:off x="7141158" y="2093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7" name="pt23607"/>
            <p:cNvSpPr/>
            <p:nvPr/>
          </p:nvSpPr>
          <p:spPr>
            <a:xfrm>
              <a:off x="7142957" y="2083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8" name="pt23608"/>
            <p:cNvSpPr/>
            <p:nvPr/>
          </p:nvSpPr>
          <p:spPr>
            <a:xfrm>
              <a:off x="6931248" y="1915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9" name="pt23609"/>
            <p:cNvSpPr/>
            <p:nvPr/>
          </p:nvSpPr>
          <p:spPr>
            <a:xfrm>
              <a:off x="7081080" y="2264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0" name="pt23610"/>
            <p:cNvSpPr/>
            <p:nvPr/>
          </p:nvSpPr>
          <p:spPr>
            <a:xfrm>
              <a:off x="6783097" y="2097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1" name="pt23611"/>
            <p:cNvSpPr/>
            <p:nvPr/>
          </p:nvSpPr>
          <p:spPr>
            <a:xfrm>
              <a:off x="7158126" y="2372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2" name="pt23612"/>
            <p:cNvSpPr/>
            <p:nvPr/>
          </p:nvSpPr>
          <p:spPr>
            <a:xfrm>
              <a:off x="6722264" y="2462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3" name="pt23613"/>
            <p:cNvSpPr/>
            <p:nvPr/>
          </p:nvSpPr>
          <p:spPr>
            <a:xfrm>
              <a:off x="7044476" y="2212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4" name="pt23614"/>
            <p:cNvSpPr/>
            <p:nvPr/>
          </p:nvSpPr>
          <p:spPr>
            <a:xfrm>
              <a:off x="6721478" y="2636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5" name="pt23615"/>
            <p:cNvSpPr/>
            <p:nvPr/>
          </p:nvSpPr>
          <p:spPr>
            <a:xfrm>
              <a:off x="7170814" y="2002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6" name="pt23616"/>
            <p:cNvSpPr/>
            <p:nvPr/>
          </p:nvSpPr>
          <p:spPr>
            <a:xfrm>
              <a:off x="6877879" y="2021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7" name="pt23617"/>
            <p:cNvSpPr/>
            <p:nvPr/>
          </p:nvSpPr>
          <p:spPr>
            <a:xfrm>
              <a:off x="7055807" y="2010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8" name="pt23618"/>
            <p:cNvSpPr/>
            <p:nvPr/>
          </p:nvSpPr>
          <p:spPr>
            <a:xfrm>
              <a:off x="7305127" y="233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9" name="pt23619"/>
            <p:cNvSpPr/>
            <p:nvPr/>
          </p:nvSpPr>
          <p:spPr>
            <a:xfrm>
              <a:off x="6664617" y="1603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0" name="pt23620"/>
            <p:cNvSpPr/>
            <p:nvPr/>
          </p:nvSpPr>
          <p:spPr>
            <a:xfrm>
              <a:off x="7096263" y="2298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1" name="pt23621"/>
            <p:cNvSpPr/>
            <p:nvPr/>
          </p:nvSpPr>
          <p:spPr>
            <a:xfrm>
              <a:off x="6897349" y="2028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2" name="pt23622"/>
            <p:cNvSpPr/>
            <p:nvPr/>
          </p:nvSpPr>
          <p:spPr>
            <a:xfrm>
              <a:off x="7105361" y="2107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3" name="pt23623"/>
            <p:cNvSpPr/>
            <p:nvPr/>
          </p:nvSpPr>
          <p:spPr>
            <a:xfrm>
              <a:off x="7033831" y="2186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4" name="pt23624"/>
            <p:cNvSpPr/>
            <p:nvPr/>
          </p:nvSpPr>
          <p:spPr>
            <a:xfrm>
              <a:off x="7084700" y="2193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5" name="pt23625"/>
            <p:cNvSpPr/>
            <p:nvPr/>
          </p:nvSpPr>
          <p:spPr>
            <a:xfrm>
              <a:off x="6740157" y="2364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6" name="pt23626"/>
            <p:cNvSpPr/>
            <p:nvPr/>
          </p:nvSpPr>
          <p:spPr>
            <a:xfrm>
              <a:off x="7277477" y="2091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7" name="pt23627"/>
            <p:cNvSpPr/>
            <p:nvPr/>
          </p:nvSpPr>
          <p:spPr>
            <a:xfrm>
              <a:off x="7179532" y="2044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8" name="pt23628"/>
            <p:cNvSpPr/>
            <p:nvPr/>
          </p:nvSpPr>
          <p:spPr>
            <a:xfrm>
              <a:off x="7097247" y="2287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9" name="pt23629"/>
            <p:cNvSpPr/>
            <p:nvPr/>
          </p:nvSpPr>
          <p:spPr>
            <a:xfrm>
              <a:off x="7183343" y="1882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0" name="pt23630"/>
            <p:cNvSpPr/>
            <p:nvPr/>
          </p:nvSpPr>
          <p:spPr>
            <a:xfrm>
              <a:off x="6890067" y="2151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1" name="pt23631"/>
            <p:cNvSpPr/>
            <p:nvPr/>
          </p:nvSpPr>
          <p:spPr>
            <a:xfrm>
              <a:off x="7308710" y="2593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2" name="pt23632"/>
            <p:cNvSpPr/>
            <p:nvPr/>
          </p:nvSpPr>
          <p:spPr>
            <a:xfrm>
              <a:off x="7407372" y="3077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3" name="pt23633"/>
            <p:cNvSpPr/>
            <p:nvPr/>
          </p:nvSpPr>
          <p:spPr>
            <a:xfrm>
              <a:off x="7193712" y="2262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4" name="pt23634"/>
            <p:cNvSpPr/>
            <p:nvPr/>
          </p:nvSpPr>
          <p:spPr>
            <a:xfrm>
              <a:off x="7052699" y="2060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5" name="pt23635"/>
            <p:cNvSpPr/>
            <p:nvPr/>
          </p:nvSpPr>
          <p:spPr>
            <a:xfrm>
              <a:off x="7021060" y="2102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6" name="pt23636"/>
            <p:cNvSpPr/>
            <p:nvPr/>
          </p:nvSpPr>
          <p:spPr>
            <a:xfrm>
              <a:off x="7050769" y="2155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7" name="pt23637"/>
            <p:cNvSpPr/>
            <p:nvPr/>
          </p:nvSpPr>
          <p:spPr>
            <a:xfrm>
              <a:off x="7156958" y="2109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8" name="pt23638"/>
            <p:cNvSpPr/>
            <p:nvPr/>
          </p:nvSpPr>
          <p:spPr>
            <a:xfrm>
              <a:off x="6908131" y="1890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9" name="pt23639"/>
            <p:cNvSpPr/>
            <p:nvPr/>
          </p:nvSpPr>
          <p:spPr>
            <a:xfrm>
              <a:off x="7187419" y="1853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0" name="pt23640"/>
            <p:cNvSpPr/>
            <p:nvPr/>
          </p:nvSpPr>
          <p:spPr>
            <a:xfrm>
              <a:off x="7092091" y="2370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1" name="pt23641"/>
            <p:cNvSpPr/>
            <p:nvPr/>
          </p:nvSpPr>
          <p:spPr>
            <a:xfrm>
              <a:off x="6953212" y="1741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2" name="pt23642"/>
            <p:cNvSpPr/>
            <p:nvPr/>
          </p:nvSpPr>
          <p:spPr>
            <a:xfrm>
              <a:off x="7192077" y="2192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3" name="pt23643"/>
            <p:cNvSpPr/>
            <p:nvPr/>
          </p:nvSpPr>
          <p:spPr>
            <a:xfrm>
              <a:off x="7223568" y="1846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4" name="pt23644"/>
            <p:cNvSpPr/>
            <p:nvPr/>
          </p:nvSpPr>
          <p:spPr>
            <a:xfrm>
              <a:off x="6934202" y="1882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5" name="pt23645"/>
            <p:cNvSpPr/>
            <p:nvPr/>
          </p:nvSpPr>
          <p:spPr>
            <a:xfrm>
              <a:off x="7030203" y="2184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6" name="pt23646"/>
            <p:cNvSpPr/>
            <p:nvPr/>
          </p:nvSpPr>
          <p:spPr>
            <a:xfrm>
              <a:off x="7037339" y="2152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7" name="pt23647"/>
            <p:cNvSpPr/>
            <p:nvPr/>
          </p:nvSpPr>
          <p:spPr>
            <a:xfrm>
              <a:off x="7009442" y="1782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8" name="pt23648"/>
            <p:cNvSpPr/>
            <p:nvPr/>
          </p:nvSpPr>
          <p:spPr>
            <a:xfrm>
              <a:off x="7094996" y="2338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9" name="pt23649"/>
            <p:cNvSpPr/>
            <p:nvPr/>
          </p:nvSpPr>
          <p:spPr>
            <a:xfrm>
              <a:off x="6725865" y="2356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0" name="pt23650"/>
            <p:cNvSpPr/>
            <p:nvPr/>
          </p:nvSpPr>
          <p:spPr>
            <a:xfrm>
              <a:off x="7077152" y="2103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1" name="pt23651"/>
            <p:cNvSpPr/>
            <p:nvPr/>
          </p:nvSpPr>
          <p:spPr>
            <a:xfrm>
              <a:off x="6919580" y="2008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2" name="pt23652"/>
            <p:cNvSpPr/>
            <p:nvPr/>
          </p:nvSpPr>
          <p:spPr>
            <a:xfrm>
              <a:off x="7083274" y="2023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3" name="pt23653"/>
            <p:cNvSpPr/>
            <p:nvPr/>
          </p:nvSpPr>
          <p:spPr>
            <a:xfrm>
              <a:off x="7099617" y="2380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4" name="pt23654"/>
            <p:cNvSpPr/>
            <p:nvPr/>
          </p:nvSpPr>
          <p:spPr>
            <a:xfrm>
              <a:off x="7110538" y="2098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5" name="pt23655"/>
            <p:cNvSpPr/>
            <p:nvPr/>
          </p:nvSpPr>
          <p:spPr>
            <a:xfrm>
              <a:off x="7054827" y="2057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6" name="pt23656"/>
            <p:cNvSpPr/>
            <p:nvPr/>
          </p:nvSpPr>
          <p:spPr>
            <a:xfrm>
              <a:off x="7204173" y="2021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7" name="pt23657"/>
            <p:cNvSpPr/>
            <p:nvPr/>
          </p:nvSpPr>
          <p:spPr>
            <a:xfrm>
              <a:off x="6895892" y="2084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8" name="pt23658"/>
            <p:cNvSpPr/>
            <p:nvPr/>
          </p:nvSpPr>
          <p:spPr>
            <a:xfrm>
              <a:off x="7104067" y="2168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9" name="pt23659"/>
            <p:cNvSpPr/>
            <p:nvPr/>
          </p:nvSpPr>
          <p:spPr>
            <a:xfrm>
              <a:off x="7111082" y="2066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0" name="pt23660"/>
            <p:cNvSpPr/>
            <p:nvPr/>
          </p:nvSpPr>
          <p:spPr>
            <a:xfrm>
              <a:off x="6938404" y="1938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1" name="pt23661"/>
            <p:cNvSpPr/>
            <p:nvPr/>
          </p:nvSpPr>
          <p:spPr>
            <a:xfrm>
              <a:off x="7302024" y="2080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2" name="pt23662"/>
            <p:cNvSpPr/>
            <p:nvPr/>
          </p:nvSpPr>
          <p:spPr>
            <a:xfrm>
              <a:off x="7252220" y="1950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3" name="pt23663"/>
            <p:cNvSpPr/>
            <p:nvPr/>
          </p:nvSpPr>
          <p:spPr>
            <a:xfrm>
              <a:off x="7010845" y="210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4" name="pt23664"/>
            <p:cNvSpPr/>
            <p:nvPr/>
          </p:nvSpPr>
          <p:spPr>
            <a:xfrm>
              <a:off x="7026928" y="194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5" name="pt23665"/>
            <p:cNvSpPr/>
            <p:nvPr/>
          </p:nvSpPr>
          <p:spPr>
            <a:xfrm>
              <a:off x="7227167" y="2100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6" name="pt23666"/>
            <p:cNvSpPr/>
            <p:nvPr/>
          </p:nvSpPr>
          <p:spPr>
            <a:xfrm>
              <a:off x="7337002" y="2284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7" name="pt23667"/>
            <p:cNvSpPr/>
            <p:nvPr/>
          </p:nvSpPr>
          <p:spPr>
            <a:xfrm>
              <a:off x="7208152" y="202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8" name="pt23668"/>
            <p:cNvSpPr/>
            <p:nvPr/>
          </p:nvSpPr>
          <p:spPr>
            <a:xfrm>
              <a:off x="6903336" y="1992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9" name="pt23669"/>
            <p:cNvSpPr/>
            <p:nvPr/>
          </p:nvSpPr>
          <p:spPr>
            <a:xfrm>
              <a:off x="7422064" y="2710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0" name="pt23670"/>
            <p:cNvSpPr/>
            <p:nvPr/>
          </p:nvSpPr>
          <p:spPr>
            <a:xfrm>
              <a:off x="7174728" y="220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1" name="pt23671"/>
            <p:cNvSpPr/>
            <p:nvPr/>
          </p:nvSpPr>
          <p:spPr>
            <a:xfrm>
              <a:off x="6923570" y="2021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2" name="pt23672"/>
            <p:cNvSpPr/>
            <p:nvPr/>
          </p:nvSpPr>
          <p:spPr>
            <a:xfrm>
              <a:off x="6863931" y="2200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3" name="pt23673"/>
            <p:cNvSpPr/>
            <p:nvPr/>
          </p:nvSpPr>
          <p:spPr>
            <a:xfrm>
              <a:off x="7005000" y="1674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4" name="pt23674"/>
            <p:cNvSpPr/>
            <p:nvPr/>
          </p:nvSpPr>
          <p:spPr>
            <a:xfrm>
              <a:off x="7219398" y="2054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5" name="pt23675"/>
            <p:cNvSpPr/>
            <p:nvPr/>
          </p:nvSpPr>
          <p:spPr>
            <a:xfrm>
              <a:off x="7142189" y="2019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6" name="pt23676"/>
            <p:cNvSpPr/>
            <p:nvPr/>
          </p:nvSpPr>
          <p:spPr>
            <a:xfrm>
              <a:off x="7096957" y="2379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7" name="pt23677"/>
            <p:cNvSpPr/>
            <p:nvPr/>
          </p:nvSpPr>
          <p:spPr>
            <a:xfrm>
              <a:off x="6988226" y="2232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8" name="pt23678"/>
            <p:cNvSpPr/>
            <p:nvPr/>
          </p:nvSpPr>
          <p:spPr>
            <a:xfrm>
              <a:off x="7224209" y="1988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9" name="pt23679"/>
            <p:cNvSpPr/>
            <p:nvPr/>
          </p:nvSpPr>
          <p:spPr>
            <a:xfrm>
              <a:off x="7177063" y="2163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0" name="pt23680"/>
            <p:cNvSpPr/>
            <p:nvPr/>
          </p:nvSpPr>
          <p:spPr>
            <a:xfrm>
              <a:off x="7173862" y="2057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1" name="pt23681"/>
            <p:cNvSpPr/>
            <p:nvPr/>
          </p:nvSpPr>
          <p:spPr>
            <a:xfrm>
              <a:off x="7063142" y="2169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2" name="pt23682"/>
            <p:cNvSpPr/>
            <p:nvPr/>
          </p:nvSpPr>
          <p:spPr>
            <a:xfrm>
              <a:off x="6966169" y="1724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3" name="pt23683"/>
            <p:cNvSpPr/>
            <p:nvPr/>
          </p:nvSpPr>
          <p:spPr>
            <a:xfrm>
              <a:off x="7014862" y="2269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4" name="pt23684"/>
            <p:cNvSpPr/>
            <p:nvPr/>
          </p:nvSpPr>
          <p:spPr>
            <a:xfrm>
              <a:off x="6791311" y="2449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5" name="pt23685"/>
            <p:cNvSpPr/>
            <p:nvPr/>
          </p:nvSpPr>
          <p:spPr>
            <a:xfrm>
              <a:off x="6951451" y="1939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6" name="pt23686"/>
            <p:cNvSpPr/>
            <p:nvPr/>
          </p:nvSpPr>
          <p:spPr>
            <a:xfrm>
              <a:off x="7213428" y="1887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7" name="pt23687"/>
            <p:cNvSpPr/>
            <p:nvPr/>
          </p:nvSpPr>
          <p:spPr>
            <a:xfrm>
              <a:off x="6735869" y="2316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8" name="pt23688"/>
            <p:cNvSpPr/>
            <p:nvPr/>
          </p:nvSpPr>
          <p:spPr>
            <a:xfrm>
              <a:off x="7127984" y="2099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9" name="pt23689"/>
            <p:cNvSpPr/>
            <p:nvPr/>
          </p:nvSpPr>
          <p:spPr>
            <a:xfrm>
              <a:off x="7048102" y="2235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0" name="pt23690"/>
            <p:cNvSpPr/>
            <p:nvPr/>
          </p:nvSpPr>
          <p:spPr>
            <a:xfrm>
              <a:off x="6841827" y="2073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1" name="pt23691"/>
            <p:cNvSpPr/>
            <p:nvPr/>
          </p:nvSpPr>
          <p:spPr>
            <a:xfrm>
              <a:off x="7068796" y="2209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2" name="pt23692"/>
            <p:cNvSpPr/>
            <p:nvPr/>
          </p:nvSpPr>
          <p:spPr>
            <a:xfrm>
              <a:off x="7122353" y="1981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3" name="pt23693"/>
            <p:cNvSpPr/>
            <p:nvPr/>
          </p:nvSpPr>
          <p:spPr>
            <a:xfrm>
              <a:off x="7055926" y="2042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4" name="pt23694"/>
            <p:cNvSpPr/>
            <p:nvPr/>
          </p:nvSpPr>
          <p:spPr>
            <a:xfrm>
              <a:off x="7124356" y="2092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5" name="pt23695"/>
            <p:cNvSpPr/>
            <p:nvPr/>
          </p:nvSpPr>
          <p:spPr>
            <a:xfrm>
              <a:off x="7155808" y="2131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6" name="pt23696"/>
            <p:cNvSpPr/>
            <p:nvPr/>
          </p:nvSpPr>
          <p:spPr>
            <a:xfrm>
              <a:off x="7259492" y="2098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7" name="pt23697"/>
            <p:cNvSpPr/>
            <p:nvPr/>
          </p:nvSpPr>
          <p:spPr>
            <a:xfrm>
              <a:off x="7145747" y="1944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8" name="pt23698"/>
            <p:cNvSpPr/>
            <p:nvPr/>
          </p:nvSpPr>
          <p:spPr>
            <a:xfrm>
              <a:off x="7280483" y="2039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9" name="pt23699"/>
            <p:cNvSpPr/>
            <p:nvPr/>
          </p:nvSpPr>
          <p:spPr>
            <a:xfrm>
              <a:off x="7076256" y="2168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0" name="pt23700"/>
            <p:cNvSpPr/>
            <p:nvPr/>
          </p:nvSpPr>
          <p:spPr>
            <a:xfrm>
              <a:off x="7476884" y="2539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1" name="pt23701"/>
            <p:cNvSpPr/>
            <p:nvPr/>
          </p:nvSpPr>
          <p:spPr>
            <a:xfrm>
              <a:off x="6862270" y="2080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2" name="pt23702"/>
            <p:cNvSpPr/>
            <p:nvPr/>
          </p:nvSpPr>
          <p:spPr>
            <a:xfrm>
              <a:off x="6984545" y="2214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3" name="pt23703"/>
            <p:cNvSpPr/>
            <p:nvPr/>
          </p:nvSpPr>
          <p:spPr>
            <a:xfrm>
              <a:off x="6984925" y="2168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4" name="pt23704"/>
            <p:cNvSpPr/>
            <p:nvPr/>
          </p:nvSpPr>
          <p:spPr>
            <a:xfrm>
              <a:off x="7022673" y="1974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5" name="pt23705"/>
            <p:cNvSpPr/>
            <p:nvPr/>
          </p:nvSpPr>
          <p:spPr>
            <a:xfrm>
              <a:off x="7040125" y="2015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6" name="pt23706"/>
            <p:cNvSpPr/>
            <p:nvPr/>
          </p:nvSpPr>
          <p:spPr>
            <a:xfrm>
              <a:off x="7197508" y="2137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7" name="pt23707"/>
            <p:cNvSpPr/>
            <p:nvPr/>
          </p:nvSpPr>
          <p:spPr>
            <a:xfrm>
              <a:off x="7314367" y="2702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8" name="pt23708"/>
            <p:cNvSpPr/>
            <p:nvPr/>
          </p:nvSpPr>
          <p:spPr>
            <a:xfrm>
              <a:off x="6881040" y="2144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9" name="pt23709"/>
            <p:cNvSpPr/>
            <p:nvPr/>
          </p:nvSpPr>
          <p:spPr>
            <a:xfrm>
              <a:off x="6981386" y="2132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0" name="pt23710"/>
            <p:cNvSpPr/>
            <p:nvPr/>
          </p:nvSpPr>
          <p:spPr>
            <a:xfrm>
              <a:off x="7044749" y="2112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1" name="pt23711"/>
            <p:cNvSpPr/>
            <p:nvPr/>
          </p:nvSpPr>
          <p:spPr>
            <a:xfrm>
              <a:off x="7291106" y="2206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2" name="pt23712"/>
            <p:cNvSpPr/>
            <p:nvPr/>
          </p:nvSpPr>
          <p:spPr>
            <a:xfrm>
              <a:off x="7249323" y="1975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3" name="pt23713"/>
            <p:cNvSpPr/>
            <p:nvPr/>
          </p:nvSpPr>
          <p:spPr>
            <a:xfrm>
              <a:off x="7178081" y="2195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4" name="pt23714"/>
            <p:cNvSpPr/>
            <p:nvPr/>
          </p:nvSpPr>
          <p:spPr>
            <a:xfrm>
              <a:off x="7150281" y="2081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5" name="pt23715"/>
            <p:cNvSpPr/>
            <p:nvPr/>
          </p:nvSpPr>
          <p:spPr>
            <a:xfrm>
              <a:off x="7149641" y="2233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6" name="pt23716"/>
            <p:cNvSpPr/>
            <p:nvPr/>
          </p:nvSpPr>
          <p:spPr>
            <a:xfrm>
              <a:off x="7116276" y="2000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7" name="pt23717"/>
            <p:cNvSpPr/>
            <p:nvPr/>
          </p:nvSpPr>
          <p:spPr>
            <a:xfrm>
              <a:off x="6881924" y="218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8" name="pt23718"/>
            <p:cNvSpPr/>
            <p:nvPr/>
          </p:nvSpPr>
          <p:spPr>
            <a:xfrm>
              <a:off x="6748115" y="2244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9" name="pt23719"/>
            <p:cNvSpPr/>
            <p:nvPr/>
          </p:nvSpPr>
          <p:spPr>
            <a:xfrm>
              <a:off x="7203143" y="2156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0" name="pt23720"/>
            <p:cNvSpPr/>
            <p:nvPr/>
          </p:nvSpPr>
          <p:spPr>
            <a:xfrm>
              <a:off x="6877324" y="1890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1" name="pt23721"/>
            <p:cNvSpPr/>
            <p:nvPr/>
          </p:nvSpPr>
          <p:spPr>
            <a:xfrm>
              <a:off x="7016743" y="2254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2" name="pt23722"/>
            <p:cNvSpPr/>
            <p:nvPr/>
          </p:nvSpPr>
          <p:spPr>
            <a:xfrm>
              <a:off x="7186253" y="1790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3" name="pt23723"/>
            <p:cNvSpPr/>
            <p:nvPr/>
          </p:nvSpPr>
          <p:spPr>
            <a:xfrm>
              <a:off x="7100144" y="2259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4" name="pt23724"/>
            <p:cNvSpPr/>
            <p:nvPr/>
          </p:nvSpPr>
          <p:spPr>
            <a:xfrm>
              <a:off x="7256922" y="1982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5" name="pt23725"/>
            <p:cNvSpPr/>
            <p:nvPr/>
          </p:nvSpPr>
          <p:spPr>
            <a:xfrm>
              <a:off x="7182803" y="2120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6" name="pt23726"/>
            <p:cNvSpPr/>
            <p:nvPr/>
          </p:nvSpPr>
          <p:spPr>
            <a:xfrm>
              <a:off x="7170297" y="1983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7" name="pt23727"/>
            <p:cNvSpPr/>
            <p:nvPr/>
          </p:nvSpPr>
          <p:spPr>
            <a:xfrm>
              <a:off x="6996545" y="2299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8" name="pt23728"/>
            <p:cNvSpPr/>
            <p:nvPr/>
          </p:nvSpPr>
          <p:spPr>
            <a:xfrm>
              <a:off x="7165180" y="2147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9" name="pt23729"/>
            <p:cNvSpPr/>
            <p:nvPr/>
          </p:nvSpPr>
          <p:spPr>
            <a:xfrm>
              <a:off x="7000871" y="1626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0" name="pt23730"/>
            <p:cNvSpPr/>
            <p:nvPr/>
          </p:nvSpPr>
          <p:spPr>
            <a:xfrm>
              <a:off x="7091843" y="2058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1" name="pt23731"/>
            <p:cNvSpPr/>
            <p:nvPr/>
          </p:nvSpPr>
          <p:spPr>
            <a:xfrm>
              <a:off x="7152693" y="2091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2" name="pt23732"/>
            <p:cNvSpPr/>
            <p:nvPr/>
          </p:nvSpPr>
          <p:spPr>
            <a:xfrm>
              <a:off x="7073173" y="2087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3" name="pt23733"/>
            <p:cNvSpPr/>
            <p:nvPr/>
          </p:nvSpPr>
          <p:spPr>
            <a:xfrm>
              <a:off x="7231274" y="2100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4" name="pt23734"/>
            <p:cNvSpPr/>
            <p:nvPr/>
          </p:nvSpPr>
          <p:spPr>
            <a:xfrm>
              <a:off x="7347678" y="1885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5" name="pt23735"/>
            <p:cNvSpPr/>
            <p:nvPr/>
          </p:nvSpPr>
          <p:spPr>
            <a:xfrm>
              <a:off x="7191198" y="2139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6" name="pt23736"/>
            <p:cNvSpPr/>
            <p:nvPr/>
          </p:nvSpPr>
          <p:spPr>
            <a:xfrm>
              <a:off x="6957527" y="1739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7" name="pt23737"/>
            <p:cNvSpPr/>
            <p:nvPr/>
          </p:nvSpPr>
          <p:spPr>
            <a:xfrm>
              <a:off x="7084466" y="2184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8" name="pt23738"/>
            <p:cNvSpPr/>
            <p:nvPr/>
          </p:nvSpPr>
          <p:spPr>
            <a:xfrm>
              <a:off x="6911410" y="1870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9" name="pt23739"/>
            <p:cNvSpPr/>
            <p:nvPr/>
          </p:nvSpPr>
          <p:spPr>
            <a:xfrm>
              <a:off x="7122171" y="2050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0" name="pt23740"/>
            <p:cNvSpPr/>
            <p:nvPr/>
          </p:nvSpPr>
          <p:spPr>
            <a:xfrm>
              <a:off x="7191300" y="2226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1" name="pt23741"/>
            <p:cNvSpPr/>
            <p:nvPr/>
          </p:nvSpPr>
          <p:spPr>
            <a:xfrm>
              <a:off x="7117325" y="1944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2" name="pt23742"/>
            <p:cNvSpPr/>
            <p:nvPr/>
          </p:nvSpPr>
          <p:spPr>
            <a:xfrm>
              <a:off x="7066220" y="2130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3" name="pt23743"/>
            <p:cNvSpPr/>
            <p:nvPr/>
          </p:nvSpPr>
          <p:spPr>
            <a:xfrm>
              <a:off x="6707742" y="2745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4" name="pt23744"/>
            <p:cNvSpPr/>
            <p:nvPr/>
          </p:nvSpPr>
          <p:spPr>
            <a:xfrm>
              <a:off x="7213612" y="1993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5" name="pt23745"/>
            <p:cNvSpPr/>
            <p:nvPr/>
          </p:nvSpPr>
          <p:spPr>
            <a:xfrm>
              <a:off x="7222290" y="207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6" name="pt23746"/>
            <p:cNvSpPr/>
            <p:nvPr/>
          </p:nvSpPr>
          <p:spPr>
            <a:xfrm>
              <a:off x="7023991" y="2084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7" name="pt23747"/>
            <p:cNvSpPr/>
            <p:nvPr/>
          </p:nvSpPr>
          <p:spPr>
            <a:xfrm>
              <a:off x="6613834" y="1964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8" name="pt23748"/>
            <p:cNvSpPr/>
            <p:nvPr/>
          </p:nvSpPr>
          <p:spPr>
            <a:xfrm>
              <a:off x="7158931" y="2183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9" name="pt23749"/>
            <p:cNvSpPr/>
            <p:nvPr/>
          </p:nvSpPr>
          <p:spPr>
            <a:xfrm>
              <a:off x="7345806" y="2039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0" name="pt23750"/>
            <p:cNvSpPr/>
            <p:nvPr/>
          </p:nvSpPr>
          <p:spPr>
            <a:xfrm>
              <a:off x="6933567" y="1964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1" name="pt23751"/>
            <p:cNvSpPr/>
            <p:nvPr/>
          </p:nvSpPr>
          <p:spPr>
            <a:xfrm>
              <a:off x="7109842" y="2092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2" name="pt23752"/>
            <p:cNvSpPr/>
            <p:nvPr/>
          </p:nvSpPr>
          <p:spPr>
            <a:xfrm>
              <a:off x="6944677" y="2069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3" name="pt23753"/>
            <p:cNvSpPr/>
            <p:nvPr/>
          </p:nvSpPr>
          <p:spPr>
            <a:xfrm>
              <a:off x="7186925" y="1819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4" name="pt23754"/>
            <p:cNvSpPr/>
            <p:nvPr/>
          </p:nvSpPr>
          <p:spPr>
            <a:xfrm>
              <a:off x="7203133" y="2153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5" name="pt23755"/>
            <p:cNvSpPr/>
            <p:nvPr/>
          </p:nvSpPr>
          <p:spPr>
            <a:xfrm>
              <a:off x="6946281" y="2060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6" name="pt23756"/>
            <p:cNvSpPr/>
            <p:nvPr/>
          </p:nvSpPr>
          <p:spPr>
            <a:xfrm>
              <a:off x="7135405" y="2019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7" name="pt23757"/>
            <p:cNvSpPr/>
            <p:nvPr/>
          </p:nvSpPr>
          <p:spPr>
            <a:xfrm>
              <a:off x="7040438" y="2179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8" name="pt23758"/>
            <p:cNvSpPr/>
            <p:nvPr/>
          </p:nvSpPr>
          <p:spPr>
            <a:xfrm>
              <a:off x="7185873" y="1952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9" name="pt23759"/>
            <p:cNvSpPr/>
            <p:nvPr/>
          </p:nvSpPr>
          <p:spPr>
            <a:xfrm>
              <a:off x="7084392" y="2121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0" name="pt23760"/>
            <p:cNvSpPr/>
            <p:nvPr/>
          </p:nvSpPr>
          <p:spPr>
            <a:xfrm>
              <a:off x="7081849" y="2142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1" name="pt23761"/>
            <p:cNvSpPr/>
            <p:nvPr/>
          </p:nvSpPr>
          <p:spPr>
            <a:xfrm>
              <a:off x="6969392" y="1713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2" name="pt23762"/>
            <p:cNvSpPr/>
            <p:nvPr/>
          </p:nvSpPr>
          <p:spPr>
            <a:xfrm>
              <a:off x="6934655" y="2012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3" name="pt23763"/>
            <p:cNvSpPr/>
            <p:nvPr/>
          </p:nvSpPr>
          <p:spPr>
            <a:xfrm>
              <a:off x="7094500" y="2378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4" name="pt23764"/>
            <p:cNvSpPr/>
            <p:nvPr/>
          </p:nvSpPr>
          <p:spPr>
            <a:xfrm>
              <a:off x="7058105" y="2034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5" name="pt23765"/>
            <p:cNvSpPr/>
            <p:nvPr/>
          </p:nvSpPr>
          <p:spPr>
            <a:xfrm>
              <a:off x="7122424" y="209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6" name="pt23766"/>
            <p:cNvSpPr/>
            <p:nvPr/>
          </p:nvSpPr>
          <p:spPr>
            <a:xfrm>
              <a:off x="7438861" y="2631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7" name="pt23767"/>
            <p:cNvSpPr/>
            <p:nvPr/>
          </p:nvSpPr>
          <p:spPr>
            <a:xfrm>
              <a:off x="7127635" y="2129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8" name="pt23768"/>
            <p:cNvSpPr/>
            <p:nvPr/>
          </p:nvSpPr>
          <p:spPr>
            <a:xfrm>
              <a:off x="7063676" y="2131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9" name="pt23769"/>
            <p:cNvSpPr/>
            <p:nvPr/>
          </p:nvSpPr>
          <p:spPr>
            <a:xfrm>
              <a:off x="7100097" y="2346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0" name="pt23770"/>
            <p:cNvSpPr/>
            <p:nvPr/>
          </p:nvSpPr>
          <p:spPr>
            <a:xfrm>
              <a:off x="7322388" y="2474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1" name="pt23771"/>
            <p:cNvSpPr/>
            <p:nvPr/>
          </p:nvSpPr>
          <p:spPr>
            <a:xfrm>
              <a:off x="7247448" y="1841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2" name="pt23772"/>
            <p:cNvSpPr/>
            <p:nvPr/>
          </p:nvSpPr>
          <p:spPr>
            <a:xfrm>
              <a:off x="7110453" y="2091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3" name="pt23773"/>
            <p:cNvSpPr/>
            <p:nvPr/>
          </p:nvSpPr>
          <p:spPr>
            <a:xfrm>
              <a:off x="6880951" y="2216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4" name="pt23774"/>
            <p:cNvSpPr/>
            <p:nvPr/>
          </p:nvSpPr>
          <p:spPr>
            <a:xfrm>
              <a:off x="6843934" y="1951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5" name="pt23775"/>
            <p:cNvSpPr/>
            <p:nvPr/>
          </p:nvSpPr>
          <p:spPr>
            <a:xfrm>
              <a:off x="7109826" y="2021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6" name="pt23776"/>
            <p:cNvSpPr/>
            <p:nvPr/>
          </p:nvSpPr>
          <p:spPr>
            <a:xfrm>
              <a:off x="7206103" y="2056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7" name="pt23777"/>
            <p:cNvSpPr/>
            <p:nvPr/>
          </p:nvSpPr>
          <p:spPr>
            <a:xfrm>
              <a:off x="7216177" y="2077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8" name="pt23778"/>
            <p:cNvSpPr/>
            <p:nvPr/>
          </p:nvSpPr>
          <p:spPr>
            <a:xfrm>
              <a:off x="7083577" y="2144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9" name="pt23779"/>
            <p:cNvSpPr/>
            <p:nvPr/>
          </p:nvSpPr>
          <p:spPr>
            <a:xfrm>
              <a:off x="7459823" y="2252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0" name="pt23780"/>
            <p:cNvSpPr/>
            <p:nvPr/>
          </p:nvSpPr>
          <p:spPr>
            <a:xfrm>
              <a:off x="7097403" y="2372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1" name="pt23781"/>
            <p:cNvSpPr/>
            <p:nvPr/>
          </p:nvSpPr>
          <p:spPr>
            <a:xfrm>
              <a:off x="6984985" y="2204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2" name="pt23782"/>
            <p:cNvSpPr/>
            <p:nvPr/>
          </p:nvSpPr>
          <p:spPr>
            <a:xfrm>
              <a:off x="7155211" y="2341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3" name="pt23783"/>
            <p:cNvSpPr/>
            <p:nvPr/>
          </p:nvSpPr>
          <p:spPr>
            <a:xfrm>
              <a:off x="7194529" y="2064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4" name="pt23784"/>
            <p:cNvSpPr/>
            <p:nvPr/>
          </p:nvSpPr>
          <p:spPr>
            <a:xfrm>
              <a:off x="7177882" y="2269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5" name="pt23785"/>
            <p:cNvSpPr/>
            <p:nvPr/>
          </p:nvSpPr>
          <p:spPr>
            <a:xfrm>
              <a:off x="7201957" y="2059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6" name="pt23786"/>
            <p:cNvSpPr/>
            <p:nvPr/>
          </p:nvSpPr>
          <p:spPr>
            <a:xfrm>
              <a:off x="7192964" y="2201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7" name="pt23787"/>
            <p:cNvSpPr/>
            <p:nvPr/>
          </p:nvSpPr>
          <p:spPr>
            <a:xfrm>
              <a:off x="7045743" y="2120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8" name="pt23788"/>
            <p:cNvSpPr/>
            <p:nvPr/>
          </p:nvSpPr>
          <p:spPr>
            <a:xfrm>
              <a:off x="6975981" y="2074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9" name="pt23789"/>
            <p:cNvSpPr/>
            <p:nvPr/>
          </p:nvSpPr>
          <p:spPr>
            <a:xfrm>
              <a:off x="6835777" y="1985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0" name="pt23790"/>
            <p:cNvSpPr/>
            <p:nvPr/>
          </p:nvSpPr>
          <p:spPr>
            <a:xfrm>
              <a:off x="6864423" y="2109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1" name="pt23791"/>
            <p:cNvSpPr/>
            <p:nvPr/>
          </p:nvSpPr>
          <p:spPr>
            <a:xfrm>
              <a:off x="7061641" y="2121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2" name="pt23792"/>
            <p:cNvSpPr/>
            <p:nvPr/>
          </p:nvSpPr>
          <p:spPr>
            <a:xfrm>
              <a:off x="7267186" y="1892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3" name="pt23793"/>
            <p:cNvSpPr/>
            <p:nvPr/>
          </p:nvSpPr>
          <p:spPr>
            <a:xfrm>
              <a:off x="7045810" y="2142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4" name="pt23794"/>
            <p:cNvSpPr/>
            <p:nvPr/>
          </p:nvSpPr>
          <p:spPr>
            <a:xfrm>
              <a:off x="6998560" y="2211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5" name="pt23795"/>
            <p:cNvSpPr/>
            <p:nvPr/>
          </p:nvSpPr>
          <p:spPr>
            <a:xfrm>
              <a:off x="7015312" y="2226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6" name="pt23796"/>
            <p:cNvSpPr/>
            <p:nvPr/>
          </p:nvSpPr>
          <p:spPr>
            <a:xfrm>
              <a:off x="7053748" y="2154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7" name="pt23797"/>
            <p:cNvSpPr/>
            <p:nvPr/>
          </p:nvSpPr>
          <p:spPr>
            <a:xfrm>
              <a:off x="7128388" y="2114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8" name="pt23798"/>
            <p:cNvSpPr/>
            <p:nvPr/>
          </p:nvSpPr>
          <p:spPr>
            <a:xfrm>
              <a:off x="6887657" y="2112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9" name="pt23799"/>
            <p:cNvSpPr/>
            <p:nvPr/>
          </p:nvSpPr>
          <p:spPr>
            <a:xfrm>
              <a:off x="7031162" y="2175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0" name="pt23800"/>
            <p:cNvSpPr/>
            <p:nvPr/>
          </p:nvSpPr>
          <p:spPr>
            <a:xfrm>
              <a:off x="7069886" y="206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1" name="pt23801"/>
            <p:cNvSpPr/>
            <p:nvPr/>
          </p:nvSpPr>
          <p:spPr>
            <a:xfrm>
              <a:off x="7239791" y="1967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2" name="pt23802"/>
            <p:cNvSpPr/>
            <p:nvPr/>
          </p:nvSpPr>
          <p:spPr>
            <a:xfrm>
              <a:off x="7152298" y="2175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3" name="pt23803"/>
            <p:cNvSpPr/>
            <p:nvPr/>
          </p:nvSpPr>
          <p:spPr>
            <a:xfrm>
              <a:off x="7159729" y="2127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4" name="pt23804"/>
            <p:cNvSpPr/>
            <p:nvPr/>
          </p:nvSpPr>
          <p:spPr>
            <a:xfrm>
              <a:off x="7074183" y="2080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5" name="pt23805"/>
            <p:cNvSpPr/>
            <p:nvPr/>
          </p:nvSpPr>
          <p:spPr>
            <a:xfrm>
              <a:off x="7355176" y="2462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6" name="pt23806"/>
            <p:cNvSpPr/>
            <p:nvPr/>
          </p:nvSpPr>
          <p:spPr>
            <a:xfrm>
              <a:off x="7199814" y="2088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7" name="pt23807"/>
            <p:cNvSpPr/>
            <p:nvPr/>
          </p:nvSpPr>
          <p:spPr>
            <a:xfrm>
              <a:off x="7301908" y="1843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8" name="pt23808"/>
            <p:cNvSpPr/>
            <p:nvPr/>
          </p:nvSpPr>
          <p:spPr>
            <a:xfrm>
              <a:off x="6733843" y="2435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9" name="pt23809"/>
            <p:cNvSpPr/>
            <p:nvPr/>
          </p:nvSpPr>
          <p:spPr>
            <a:xfrm>
              <a:off x="7078891" y="2153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0" name="pt23810"/>
            <p:cNvSpPr/>
            <p:nvPr/>
          </p:nvSpPr>
          <p:spPr>
            <a:xfrm>
              <a:off x="6950068" y="1974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1" name="pt23811"/>
            <p:cNvSpPr/>
            <p:nvPr/>
          </p:nvSpPr>
          <p:spPr>
            <a:xfrm>
              <a:off x="6923126" y="1944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2" name="pt23812"/>
            <p:cNvSpPr/>
            <p:nvPr/>
          </p:nvSpPr>
          <p:spPr>
            <a:xfrm>
              <a:off x="6968864" y="1851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3" name="pt23813"/>
            <p:cNvSpPr/>
            <p:nvPr/>
          </p:nvSpPr>
          <p:spPr>
            <a:xfrm>
              <a:off x="6933090" y="1906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4" name="pt23814"/>
            <p:cNvSpPr/>
            <p:nvPr/>
          </p:nvSpPr>
          <p:spPr>
            <a:xfrm>
              <a:off x="6790614" y="2269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5" name="pt23815"/>
            <p:cNvSpPr/>
            <p:nvPr/>
          </p:nvSpPr>
          <p:spPr>
            <a:xfrm>
              <a:off x="7200122" y="2192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6" name="pt23816"/>
            <p:cNvSpPr/>
            <p:nvPr/>
          </p:nvSpPr>
          <p:spPr>
            <a:xfrm>
              <a:off x="7057319" y="2188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7" name="pt23817"/>
            <p:cNvSpPr/>
            <p:nvPr/>
          </p:nvSpPr>
          <p:spPr>
            <a:xfrm>
              <a:off x="6765301" y="2037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8" name="pt23818"/>
            <p:cNvSpPr/>
            <p:nvPr/>
          </p:nvSpPr>
          <p:spPr>
            <a:xfrm>
              <a:off x="6705177" y="2719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9" name="pt23819"/>
            <p:cNvSpPr/>
            <p:nvPr/>
          </p:nvSpPr>
          <p:spPr>
            <a:xfrm>
              <a:off x="7315892" y="2798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0" name="pt23820"/>
            <p:cNvSpPr/>
            <p:nvPr/>
          </p:nvSpPr>
          <p:spPr>
            <a:xfrm>
              <a:off x="7230013" y="1992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1" name="pt23821"/>
            <p:cNvSpPr/>
            <p:nvPr/>
          </p:nvSpPr>
          <p:spPr>
            <a:xfrm>
              <a:off x="7060415" y="2208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2" name="pt23822"/>
            <p:cNvSpPr/>
            <p:nvPr/>
          </p:nvSpPr>
          <p:spPr>
            <a:xfrm>
              <a:off x="7429818" y="2309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3" name="pt23823"/>
            <p:cNvSpPr/>
            <p:nvPr/>
          </p:nvSpPr>
          <p:spPr>
            <a:xfrm>
              <a:off x="7067612" y="2128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4" name="pt23824"/>
            <p:cNvSpPr/>
            <p:nvPr/>
          </p:nvSpPr>
          <p:spPr>
            <a:xfrm>
              <a:off x="7033335" y="2162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5" name="pt23825"/>
            <p:cNvSpPr/>
            <p:nvPr/>
          </p:nvSpPr>
          <p:spPr>
            <a:xfrm>
              <a:off x="7232334" y="1971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6" name="pt23826"/>
            <p:cNvSpPr/>
            <p:nvPr/>
          </p:nvSpPr>
          <p:spPr>
            <a:xfrm>
              <a:off x="6867906" y="211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7" name="pt23827"/>
            <p:cNvSpPr/>
            <p:nvPr/>
          </p:nvSpPr>
          <p:spPr>
            <a:xfrm>
              <a:off x="7057850" y="2122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8" name="pt23828"/>
            <p:cNvSpPr/>
            <p:nvPr/>
          </p:nvSpPr>
          <p:spPr>
            <a:xfrm>
              <a:off x="7219932" y="1874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9" name="pt23829"/>
            <p:cNvSpPr/>
            <p:nvPr/>
          </p:nvSpPr>
          <p:spPr>
            <a:xfrm>
              <a:off x="7120423" y="2060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0" name="pt23830"/>
            <p:cNvSpPr/>
            <p:nvPr/>
          </p:nvSpPr>
          <p:spPr>
            <a:xfrm>
              <a:off x="7106473" y="2038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1" name="pt23831"/>
            <p:cNvSpPr/>
            <p:nvPr/>
          </p:nvSpPr>
          <p:spPr>
            <a:xfrm>
              <a:off x="7152131" y="2070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2" name="pt23832"/>
            <p:cNvSpPr/>
            <p:nvPr/>
          </p:nvSpPr>
          <p:spPr>
            <a:xfrm>
              <a:off x="7230214" y="1992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3" name="pt23833"/>
            <p:cNvSpPr/>
            <p:nvPr/>
          </p:nvSpPr>
          <p:spPr>
            <a:xfrm>
              <a:off x="7070913" y="2102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4" name="pt23834"/>
            <p:cNvSpPr/>
            <p:nvPr/>
          </p:nvSpPr>
          <p:spPr>
            <a:xfrm>
              <a:off x="6906685" y="190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5" name="pt23835"/>
            <p:cNvSpPr/>
            <p:nvPr/>
          </p:nvSpPr>
          <p:spPr>
            <a:xfrm>
              <a:off x="6954447" y="1801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6" name="pt23836"/>
            <p:cNvSpPr/>
            <p:nvPr/>
          </p:nvSpPr>
          <p:spPr>
            <a:xfrm>
              <a:off x="7154765" y="2423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7" name="pt23837"/>
            <p:cNvSpPr/>
            <p:nvPr/>
          </p:nvSpPr>
          <p:spPr>
            <a:xfrm>
              <a:off x="7422782" y="2486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8" name="pt23838"/>
            <p:cNvSpPr/>
            <p:nvPr/>
          </p:nvSpPr>
          <p:spPr>
            <a:xfrm>
              <a:off x="7042587" y="2204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9" name="pt23839"/>
            <p:cNvSpPr/>
            <p:nvPr/>
          </p:nvSpPr>
          <p:spPr>
            <a:xfrm>
              <a:off x="7029299" y="2128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0" name="pt23840"/>
            <p:cNvSpPr/>
            <p:nvPr/>
          </p:nvSpPr>
          <p:spPr>
            <a:xfrm>
              <a:off x="7113599" y="1968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1" name="pt23841"/>
            <p:cNvSpPr/>
            <p:nvPr/>
          </p:nvSpPr>
          <p:spPr>
            <a:xfrm>
              <a:off x="7049151" y="2157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2" name="pt23842"/>
            <p:cNvSpPr/>
            <p:nvPr/>
          </p:nvSpPr>
          <p:spPr>
            <a:xfrm>
              <a:off x="6964423" y="1955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3" name="pt23843"/>
            <p:cNvSpPr/>
            <p:nvPr/>
          </p:nvSpPr>
          <p:spPr>
            <a:xfrm>
              <a:off x="7338041" y="2063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4" name="pt23844"/>
            <p:cNvSpPr/>
            <p:nvPr/>
          </p:nvSpPr>
          <p:spPr>
            <a:xfrm>
              <a:off x="7062038" y="2063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5" name="pt23845"/>
            <p:cNvSpPr/>
            <p:nvPr/>
          </p:nvSpPr>
          <p:spPr>
            <a:xfrm>
              <a:off x="7284242" y="1978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6" name="pt23846"/>
            <p:cNvSpPr/>
            <p:nvPr/>
          </p:nvSpPr>
          <p:spPr>
            <a:xfrm>
              <a:off x="7177231" y="2229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7" name="pt23847"/>
            <p:cNvSpPr/>
            <p:nvPr/>
          </p:nvSpPr>
          <p:spPr>
            <a:xfrm>
              <a:off x="7061037" y="215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8" name="pt23848"/>
            <p:cNvSpPr/>
            <p:nvPr/>
          </p:nvSpPr>
          <p:spPr>
            <a:xfrm>
              <a:off x="7220926" y="2038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9" name="pt23849"/>
            <p:cNvSpPr/>
            <p:nvPr/>
          </p:nvSpPr>
          <p:spPr>
            <a:xfrm>
              <a:off x="7083504" y="2104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0" name="pt23850"/>
            <p:cNvSpPr/>
            <p:nvPr/>
          </p:nvSpPr>
          <p:spPr>
            <a:xfrm>
              <a:off x="7234974" y="1690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1" name="pt23851"/>
            <p:cNvSpPr/>
            <p:nvPr/>
          </p:nvSpPr>
          <p:spPr>
            <a:xfrm>
              <a:off x="7320890" y="2770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2" name="pt23852"/>
            <p:cNvSpPr/>
            <p:nvPr/>
          </p:nvSpPr>
          <p:spPr>
            <a:xfrm>
              <a:off x="7184358" y="1755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3" name="pt23853"/>
            <p:cNvSpPr/>
            <p:nvPr/>
          </p:nvSpPr>
          <p:spPr>
            <a:xfrm>
              <a:off x="7275307" y="1918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4" name="pt23854"/>
            <p:cNvSpPr/>
            <p:nvPr/>
          </p:nvSpPr>
          <p:spPr>
            <a:xfrm>
              <a:off x="6821165" y="1740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5" name="pt23855"/>
            <p:cNvSpPr/>
            <p:nvPr/>
          </p:nvSpPr>
          <p:spPr>
            <a:xfrm>
              <a:off x="6788340" y="2145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6" name="pt23856"/>
            <p:cNvSpPr/>
            <p:nvPr/>
          </p:nvSpPr>
          <p:spPr>
            <a:xfrm>
              <a:off x="7132720" y="2102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7" name="pt23857"/>
            <p:cNvSpPr/>
            <p:nvPr/>
          </p:nvSpPr>
          <p:spPr>
            <a:xfrm>
              <a:off x="7089825" y="2220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8" name="pt23858"/>
            <p:cNvSpPr/>
            <p:nvPr/>
          </p:nvSpPr>
          <p:spPr>
            <a:xfrm>
              <a:off x="6903678" y="2045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9" name="pt23859"/>
            <p:cNvSpPr/>
            <p:nvPr/>
          </p:nvSpPr>
          <p:spPr>
            <a:xfrm>
              <a:off x="7032463" y="2240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0" name="pt23860"/>
            <p:cNvSpPr/>
            <p:nvPr/>
          </p:nvSpPr>
          <p:spPr>
            <a:xfrm>
              <a:off x="7207020" y="2068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1" name="pt23861"/>
            <p:cNvSpPr/>
            <p:nvPr/>
          </p:nvSpPr>
          <p:spPr>
            <a:xfrm>
              <a:off x="6792545" y="2088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2" name="pt23862"/>
            <p:cNvSpPr/>
            <p:nvPr/>
          </p:nvSpPr>
          <p:spPr>
            <a:xfrm>
              <a:off x="6995125" y="2053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3" name="pt23863"/>
            <p:cNvSpPr/>
            <p:nvPr/>
          </p:nvSpPr>
          <p:spPr>
            <a:xfrm>
              <a:off x="7065711" y="2131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4" name="pt23864"/>
            <p:cNvSpPr/>
            <p:nvPr/>
          </p:nvSpPr>
          <p:spPr>
            <a:xfrm>
              <a:off x="7219578" y="195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5" name="pt23865"/>
            <p:cNvSpPr/>
            <p:nvPr/>
          </p:nvSpPr>
          <p:spPr>
            <a:xfrm>
              <a:off x="7228368" y="2040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6" name="pt23866"/>
            <p:cNvSpPr/>
            <p:nvPr/>
          </p:nvSpPr>
          <p:spPr>
            <a:xfrm>
              <a:off x="7022429" y="210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7" name="pt23867"/>
            <p:cNvSpPr/>
            <p:nvPr/>
          </p:nvSpPr>
          <p:spPr>
            <a:xfrm>
              <a:off x="7169323" y="2276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8" name="pt23868"/>
            <p:cNvSpPr/>
            <p:nvPr/>
          </p:nvSpPr>
          <p:spPr>
            <a:xfrm>
              <a:off x="7113789" y="2003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9" name="pt23869"/>
            <p:cNvSpPr/>
            <p:nvPr/>
          </p:nvSpPr>
          <p:spPr>
            <a:xfrm>
              <a:off x="7295421" y="2062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0" name="pt23870"/>
            <p:cNvSpPr/>
            <p:nvPr/>
          </p:nvSpPr>
          <p:spPr>
            <a:xfrm>
              <a:off x="7010533" y="2105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1" name="pt23871"/>
            <p:cNvSpPr/>
            <p:nvPr/>
          </p:nvSpPr>
          <p:spPr>
            <a:xfrm>
              <a:off x="7032241" y="2200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2" name="pt23872"/>
            <p:cNvSpPr/>
            <p:nvPr/>
          </p:nvSpPr>
          <p:spPr>
            <a:xfrm>
              <a:off x="7297023" y="2092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3" name="pt23873"/>
            <p:cNvSpPr/>
            <p:nvPr/>
          </p:nvSpPr>
          <p:spPr>
            <a:xfrm>
              <a:off x="7165492" y="2248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4" name="pt23874"/>
            <p:cNvSpPr/>
            <p:nvPr/>
          </p:nvSpPr>
          <p:spPr>
            <a:xfrm>
              <a:off x="7268096" y="1969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5" name="pt23875"/>
            <p:cNvSpPr/>
            <p:nvPr/>
          </p:nvSpPr>
          <p:spPr>
            <a:xfrm>
              <a:off x="7067273" y="2128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6" name="pt23876"/>
            <p:cNvSpPr/>
            <p:nvPr/>
          </p:nvSpPr>
          <p:spPr>
            <a:xfrm>
              <a:off x="7169307" y="2017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7" name="pt23877"/>
            <p:cNvSpPr/>
            <p:nvPr/>
          </p:nvSpPr>
          <p:spPr>
            <a:xfrm>
              <a:off x="7371262" y="2110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8" name="pt23878"/>
            <p:cNvSpPr/>
            <p:nvPr/>
          </p:nvSpPr>
          <p:spPr>
            <a:xfrm>
              <a:off x="7081103" y="2129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9" name="pt23879"/>
            <p:cNvSpPr/>
            <p:nvPr/>
          </p:nvSpPr>
          <p:spPr>
            <a:xfrm>
              <a:off x="6853286" y="2153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0" name="pt23880"/>
            <p:cNvSpPr/>
            <p:nvPr/>
          </p:nvSpPr>
          <p:spPr>
            <a:xfrm>
              <a:off x="7135542" y="1983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1" name="pt23881"/>
            <p:cNvSpPr/>
            <p:nvPr/>
          </p:nvSpPr>
          <p:spPr>
            <a:xfrm>
              <a:off x="7022900" y="2035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2" name="pt23882"/>
            <p:cNvSpPr/>
            <p:nvPr/>
          </p:nvSpPr>
          <p:spPr>
            <a:xfrm>
              <a:off x="6978760" y="2169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3" name="pt23883"/>
            <p:cNvSpPr/>
            <p:nvPr/>
          </p:nvSpPr>
          <p:spPr>
            <a:xfrm>
              <a:off x="7019592" y="2099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4" name="pt23884"/>
            <p:cNvSpPr/>
            <p:nvPr/>
          </p:nvSpPr>
          <p:spPr>
            <a:xfrm>
              <a:off x="7058065" y="2096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5" name="pt23885"/>
            <p:cNvSpPr/>
            <p:nvPr/>
          </p:nvSpPr>
          <p:spPr>
            <a:xfrm>
              <a:off x="6694674" y="2114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6" name="pt23886"/>
            <p:cNvSpPr/>
            <p:nvPr/>
          </p:nvSpPr>
          <p:spPr>
            <a:xfrm>
              <a:off x="6959176" y="2140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7" name="pt23887"/>
            <p:cNvSpPr/>
            <p:nvPr/>
          </p:nvSpPr>
          <p:spPr>
            <a:xfrm>
              <a:off x="7046887" y="2186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8" name="pt23888"/>
            <p:cNvSpPr/>
            <p:nvPr/>
          </p:nvSpPr>
          <p:spPr>
            <a:xfrm>
              <a:off x="7114359" y="2003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9" name="pt23889"/>
            <p:cNvSpPr/>
            <p:nvPr/>
          </p:nvSpPr>
          <p:spPr>
            <a:xfrm>
              <a:off x="7030579" y="2217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0" name="pt23890"/>
            <p:cNvSpPr/>
            <p:nvPr/>
          </p:nvSpPr>
          <p:spPr>
            <a:xfrm>
              <a:off x="7131677" y="2151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1" name="pt23891"/>
            <p:cNvSpPr/>
            <p:nvPr/>
          </p:nvSpPr>
          <p:spPr>
            <a:xfrm>
              <a:off x="6982776" y="2209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2" name="pt23892"/>
            <p:cNvSpPr/>
            <p:nvPr/>
          </p:nvSpPr>
          <p:spPr>
            <a:xfrm>
              <a:off x="7011791" y="219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3" name="pt23893"/>
            <p:cNvSpPr/>
            <p:nvPr/>
          </p:nvSpPr>
          <p:spPr>
            <a:xfrm>
              <a:off x="7113123" y="2061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4" name="pt23894"/>
            <p:cNvSpPr/>
            <p:nvPr/>
          </p:nvSpPr>
          <p:spPr>
            <a:xfrm>
              <a:off x="6707095" y="2479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5" name="pt23895"/>
            <p:cNvSpPr/>
            <p:nvPr/>
          </p:nvSpPr>
          <p:spPr>
            <a:xfrm>
              <a:off x="7013535" y="2055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6" name="pt23896"/>
            <p:cNvSpPr/>
            <p:nvPr/>
          </p:nvSpPr>
          <p:spPr>
            <a:xfrm>
              <a:off x="6955481" y="1741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7" name="pt23897"/>
            <p:cNvSpPr/>
            <p:nvPr/>
          </p:nvSpPr>
          <p:spPr>
            <a:xfrm>
              <a:off x="7067997" y="2182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8" name="pt23898"/>
            <p:cNvSpPr/>
            <p:nvPr/>
          </p:nvSpPr>
          <p:spPr>
            <a:xfrm>
              <a:off x="7312408" y="2461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9" name="pt23899"/>
            <p:cNvSpPr/>
            <p:nvPr/>
          </p:nvSpPr>
          <p:spPr>
            <a:xfrm>
              <a:off x="6980342" y="2231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0" name="pt23900"/>
            <p:cNvSpPr/>
            <p:nvPr/>
          </p:nvSpPr>
          <p:spPr>
            <a:xfrm>
              <a:off x="6917010" y="1919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1" name="pt23901"/>
            <p:cNvSpPr/>
            <p:nvPr/>
          </p:nvSpPr>
          <p:spPr>
            <a:xfrm>
              <a:off x="6978336" y="219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2" name="pt23902"/>
            <p:cNvSpPr/>
            <p:nvPr/>
          </p:nvSpPr>
          <p:spPr>
            <a:xfrm>
              <a:off x="6988158" y="2215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3" name="pt23903"/>
            <p:cNvSpPr/>
            <p:nvPr/>
          </p:nvSpPr>
          <p:spPr>
            <a:xfrm>
              <a:off x="6783439" y="2167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4" name="pt23904"/>
            <p:cNvSpPr/>
            <p:nvPr/>
          </p:nvSpPr>
          <p:spPr>
            <a:xfrm>
              <a:off x="7031938" y="2187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5" name="pt23905"/>
            <p:cNvSpPr/>
            <p:nvPr/>
          </p:nvSpPr>
          <p:spPr>
            <a:xfrm>
              <a:off x="6948635" y="2017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6" name="pt23906"/>
            <p:cNvSpPr/>
            <p:nvPr/>
          </p:nvSpPr>
          <p:spPr>
            <a:xfrm>
              <a:off x="6945702" y="212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7" name="pt23907"/>
            <p:cNvSpPr/>
            <p:nvPr/>
          </p:nvSpPr>
          <p:spPr>
            <a:xfrm>
              <a:off x="7253222" y="1938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8" name="pt23908"/>
            <p:cNvSpPr/>
            <p:nvPr/>
          </p:nvSpPr>
          <p:spPr>
            <a:xfrm>
              <a:off x="7061007" y="2092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9" name="pt23909"/>
            <p:cNvSpPr/>
            <p:nvPr/>
          </p:nvSpPr>
          <p:spPr>
            <a:xfrm>
              <a:off x="7010306" y="2103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0" name="pt23910"/>
            <p:cNvSpPr/>
            <p:nvPr/>
          </p:nvSpPr>
          <p:spPr>
            <a:xfrm>
              <a:off x="6892765" y="2150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1" name="pt23911"/>
            <p:cNvSpPr/>
            <p:nvPr/>
          </p:nvSpPr>
          <p:spPr>
            <a:xfrm>
              <a:off x="6702389" y="2483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2" name="pt23912"/>
            <p:cNvSpPr/>
            <p:nvPr/>
          </p:nvSpPr>
          <p:spPr>
            <a:xfrm>
              <a:off x="7280617" y="1869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3" name="pt23913"/>
            <p:cNvSpPr/>
            <p:nvPr/>
          </p:nvSpPr>
          <p:spPr>
            <a:xfrm>
              <a:off x="7230065" y="1985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4" name="pt23914"/>
            <p:cNvSpPr/>
            <p:nvPr/>
          </p:nvSpPr>
          <p:spPr>
            <a:xfrm>
              <a:off x="7226390" y="2037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5" name="pt23915"/>
            <p:cNvSpPr/>
            <p:nvPr/>
          </p:nvSpPr>
          <p:spPr>
            <a:xfrm>
              <a:off x="7124499" y="2030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6" name="pt23916"/>
            <p:cNvSpPr/>
            <p:nvPr/>
          </p:nvSpPr>
          <p:spPr>
            <a:xfrm>
              <a:off x="7058491" y="1990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7" name="pt23917"/>
            <p:cNvSpPr/>
            <p:nvPr/>
          </p:nvSpPr>
          <p:spPr>
            <a:xfrm>
              <a:off x="6822159" y="2111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8" name="pt23918"/>
            <p:cNvSpPr/>
            <p:nvPr/>
          </p:nvSpPr>
          <p:spPr>
            <a:xfrm>
              <a:off x="7106443" y="2068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9" name="pt23919"/>
            <p:cNvSpPr/>
            <p:nvPr/>
          </p:nvSpPr>
          <p:spPr>
            <a:xfrm>
              <a:off x="7253759" y="1934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0" name="pt23920"/>
            <p:cNvSpPr/>
            <p:nvPr/>
          </p:nvSpPr>
          <p:spPr>
            <a:xfrm>
              <a:off x="7078535" y="2157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1" name="pt23921"/>
            <p:cNvSpPr/>
            <p:nvPr/>
          </p:nvSpPr>
          <p:spPr>
            <a:xfrm>
              <a:off x="7096518" y="2089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2" name="pt23922"/>
            <p:cNvSpPr/>
            <p:nvPr/>
          </p:nvSpPr>
          <p:spPr>
            <a:xfrm>
              <a:off x="7178946" y="2096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3" name="pt23923"/>
            <p:cNvSpPr/>
            <p:nvPr/>
          </p:nvSpPr>
          <p:spPr>
            <a:xfrm>
              <a:off x="7103830" y="2125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4" name="pt23924"/>
            <p:cNvSpPr/>
            <p:nvPr/>
          </p:nvSpPr>
          <p:spPr>
            <a:xfrm>
              <a:off x="6919508" y="1829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5" name="pt23925"/>
            <p:cNvSpPr/>
            <p:nvPr/>
          </p:nvSpPr>
          <p:spPr>
            <a:xfrm>
              <a:off x="7059179" y="2018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6" name="pt23926"/>
            <p:cNvSpPr/>
            <p:nvPr/>
          </p:nvSpPr>
          <p:spPr>
            <a:xfrm>
              <a:off x="7176210" y="1968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7" name="pt23927"/>
            <p:cNvSpPr/>
            <p:nvPr/>
          </p:nvSpPr>
          <p:spPr>
            <a:xfrm>
              <a:off x="7208335" y="2080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8" name="pt23928"/>
            <p:cNvSpPr/>
            <p:nvPr/>
          </p:nvSpPr>
          <p:spPr>
            <a:xfrm>
              <a:off x="6805069" y="2306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9" name="pt23929"/>
            <p:cNvSpPr/>
            <p:nvPr/>
          </p:nvSpPr>
          <p:spPr>
            <a:xfrm>
              <a:off x="7008496" y="2017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0" name="pt23930"/>
            <p:cNvSpPr/>
            <p:nvPr/>
          </p:nvSpPr>
          <p:spPr>
            <a:xfrm>
              <a:off x="7056583" y="2067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1" name="pt23931"/>
            <p:cNvSpPr/>
            <p:nvPr/>
          </p:nvSpPr>
          <p:spPr>
            <a:xfrm>
              <a:off x="7411182" y="2595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2" name="pt23932"/>
            <p:cNvSpPr/>
            <p:nvPr/>
          </p:nvSpPr>
          <p:spPr>
            <a:xfrm>
              <a:off x="7123303" y="2042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3" name="pt23933"/>
            <p:cNvSpPr/>
            <p:nvPr/>
          </p:nvSpPr>
          <p:spPr>
            <a:xfrm>
              <a:off x="7133337" y="2022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4" name="pt23934"/>
            <p:cNvSpPr/>
            <p:nvPr/>
          </p:nvSpPr>
          <p:spPr>
            <a:xfrm>
              <a:off x="7216161" y="2020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5" name="pt23935"/>
            <p:cNvSpPr/>
            <p:nvPr/>
          </p:nvSpPr>
          <p:spPr>
            <a:xfrm>
              <a:off x="7072535" y="2111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6" name="pt23936"/>
            <p:cNvSpPr/>
            <p:nvPr/>
          </p:nvSpPr>
          <p:spPr>
            <a:xfrm>
              <a:off x="6991868" y="2248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7" name="pt23937"/>
            <p:cNvSpPr/>
            <p:nvPr/>
          </p:nvSpPr>
          <p:spPr>
            <a:xfrm>
              <a:off x="7143386" y="1971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8" name="pt23938"/>
            <p:cNvSpPr/>
            <p:nvPr/>
          </p:nvSpPr>
          <p:spPr>
            <a:xfrm>
              <a:off x="7035174" y="2160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9" name="pt23939"/>
            <p:cNvSpPr/>
            <p:nvPr/>
          </p:nvSpPr>
          <p:spPr>
            <a:xfrm>
              <a:off x="6689518" y="200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0" name="pt23940"/>
            <p:cNvSpPr/>
            <p:nvPr/>
          </p:nvSpPr>
          <p:spPr>
            <a:xfrm>
              <a:off x="6908086" y="2035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1" name="pt23941"/>
            <p:cNvSpPr/>
            <p:nvPr/>
          </p:nvSpPr>
          <p:spPr>
            <a:xfrm>
              <a:off x="7224280" y="201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2" name="pt23942"/>
            <p:cNvSpPr/>
            <p:nvPr/>
          </p:nvSpPr>
          <p:spPr>
            <a:xfrm>
              <a:off x="7036511" y="2205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3" name="pt23943"/>
            <p:cNvSpPr/>
            <p:nvPr/>
          </p:nvSpPr>
          <p:spPr>
            <a:xfrm>
              <a:off x="7026754" y="2113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4" name="pt23944"/>
            <p:cNvSpPr/>
            <p:nvPr/>
          </p:nvSpPr>
          <p:spPr>
            <a:xfrm>
              <a:off x="7380052" y="2425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5" name="pt23945"/>
            <p:cNvSpPr/>
            <p:nvPr/>
          </p:nvSpPr>
          <p:spPr>
            <a:xfrm>
              <a:off x="7295768" y="2103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6" name="pt23946"/>
            <p:cNvSpPr/>
            <p:nvPr/>
          </p:nvSpPr>
          <p:spPr>
            <a:xfrm>
              <a:off x="7083340" y="2249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7" name="pt23947"/>
            <p:cNvSpPr/>
            <p:nvPr/>
          </p:nvSpPr>
          <p:spPr>
            <a:xfrm>
              <a:off x="7250322" y="1908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8" name="pt23948"/>
            <p:cNvSpPr/>
            <p:nvPr/>
          </p:nvSpPr>
          <p:spPr>
            <a:xfrm>
              <a:off x="7143412" y="2097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9" name="pt23949"/>
            <p:cNvSpPr/>
            <p:nvPr/>
          </p:nvSpPr>
          <p:spPr>
            <a:xfrm>
              <a:off x="7044550" y="2205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0" name="pt23950"/>
            <p:cNvSpPr/>
            <p:nvPr/>
          </p:nvSpPr>
          <p:spPr>
            <a:xfrm>
              <a:off x="7178817" y="2059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1" name="pt23951"/>
            <p:cNvSpPr/>
            <p:nvPr/>
          </p:nvSpPr>
          <p:spPr>
            <a:xfrm>
              <a:off x="6760712" y="1816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2" name="pt23952"/>
            <p:cNvSpPr/>
            <p:nvPr/>
          </p:nvSpPr>
          <p:spPr>
            <a:xfrm>
              <a:off x="7289326" y="2176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3" name="pt23953"/>
            <p:cNvSpPr/>
            <p:nvPr/>
          </p:nvSpPr>
          <p:spPr>
            <a:xfrm>
              <a:off x="7158721" y="2256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4" name="pt23954"/>
            <p:cNvSpPr/>
            <p:nvPr/>
          </p:nvSpPr>
          <p:spPr>
            <a:xfrm>
              <a:off x="7042755" y="2208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5" name="pt23955"/>
            <p:cNvSpPr/>
            <p:nvPr/>
          </p:nvSpPr>
          <p:spPr>
            <a:xfrm>
              <a:off x="7200605" y="2028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6" name="pt23956"/>
            <p:cNvSpPr/>
            <p:nvPr/>
          </p:nvSpPr>
          <p:spPr>
            <a:xfrm>
              <a:off x="6913412" y="198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7" name="pt23957"/>
            <p:cNvSpPr/>
            <p:nvPr/>
          </p:nvSpPr>
          <p:spPr>
            <a:xfrm>
              <a:off x="7085204" y="2183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8" name="pt23958"/>
            <p:cNvSpPr/>
            <p:nvPr/>
          </p:nvSpPr>
          <p:spPr>
            <a:xfrm>
              <a:off x="7095766" y="2294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9" name="pt23959"/>
            <p:cNvSpPr/>
            <p:nvPr/>
          </p:nvSpPr>
          <p:spPr>
            <a:xfrm>
              <a:off x="7340719" y="2179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0" name="pt23960"/>
            <p:cNvSpPr/>
            <p:nvPr/>
          </p:nvSpPr>
          <p:spPr>
            <a:xfrm>
              <a:off x="6985822" y="2176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1" name="pt23961"/>
            <p:cNvSpPr/>
            <p:nvPr/>
          </p:nvSpPr>
          <p:spPr>
            <a:xfrm>
              <a:off x="7108634" y="2090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2" name="pt23962"/>
            <p:cNvSpPr/>
            <p:nvPr/>
          </p:nvSpPr>
          <p:spPr>
            <a:xfrm>
              <a:off x="6984257" y="2205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3" name="pt23963"/>
            <p:cNvSpPr/>
            <p:nvPr/>
          </p:nvSpPr>
          <p:spPr>
            <a:xfrm>
              <a:off x="7007634" y="1737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4" name="pt23964"/>
            <p:cNvSpPr/>
            <p:nvPr/>
          </p:nvSpPr>
          <p:spPr>
            <a:xfrm>
              <a:off x="7148859" y="2118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5" name="pt23965"/>
            <p:cNvSpPr/>
            <p:nvPr/>
          </p:nvSpPr>
          <p:spPr>
            <a:xfrm>
              <a:off x="6931961" y="1901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6" name="pt23966"/>
            <p:cNvSpPr/>
            <p:nvPr/>
          </p:nvSpPr>
          <p:spPr>
            <a:xfrm>
              <a:off x="6989508" y="2052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7" name="pt23967"/>
            <p:cNvSpPr/>
            <p:nvPr/>
          </p:nvSpPr>
          <p:spPr>
            <a:xfrm>
              <a:off x="7103605" y="2072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8" name="pt23968"/>
            <p:cNvSpPr/>
            <p:nvPr/>
          </p:nvSpPr>
          <p:spPr>
            <a:xfrm>
              <a:off x="6931604" y="1877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9" name="pt23969"/>
            <p:cNvSpPr/>
            <p:nvPr/>
          </p:nvSpPr>
          <p:spPr>
            <a:xfrm>
              <a:off x="7193438" y="2180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0" name="pt23970"/>
            <p:cNvSpPr/>
            <p:nvPr/>
          </p:nvSpPr>
          <p:spPr>
            <a:xfrm>
              <a:off x="7075732" y="2011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1" name="pt23971"/>
            <p:cNvSpPr/>
            <p:nvPr/>
          </p:nvSpPr>
          <p:spPr>
            <a:xfrm>
              <a:off x="7165922" y="2305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2" name="pt23972"/>
            <p:cNvSpPr/>
            <p:nvPr/>
          </p:nvSpPr>
          <p:spPr>
            <a:xfrm>
              <a:off x="7267233" y="1918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3" name="pt23973"/>
            <p:cNvSpPr/>
            <p:nvPr/>
          </p:nvSpPr>
          <p:spPr>
            <a:xfrm>
              <a:off x="7120118" y="1943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4" name="pt23974"/>
            <p:cNvSpPr/>
            <p:nvPr/>
          </p:nvSpPr>
          <p:spPr>
            <a:xfrm>
              <a:off x="7113027" y="1936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5" name="pt23975"/>
            <p:cNvSpPr/>
            <p:nvPr/>
          </p:nvSpPr>
          <p:spPr>
            <a:xfrm>
              <a:off x="6977115" y="2033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6" name="pt23976"/>
            <p:cNvSpPr/>
            <p:nvPr/>
          </p:nvSpPr>
          <p:spPr>
            <a:xfrm>
              <a:off x="7121606" y="1992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7" name="pt23977"/>
            <p:cNvSpPr/>
            <p:nvPr/>
          </p:nvSpPr>
          <p:spPr>
            <a:xfrm>
              <a:off x="7208405" y="2132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8" name="pt23978"/>
            <p:cNvSpPr/>
            <p:nvPr/>
          </p:nvSpPr>
          <p:spPr>
            <a:xfrm>
              <a:off x="6859596" y="2216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9" name="pt23979"/>
            <p:cNvSpPr/>
            <p:nvPr/>
          </p:nvSpPr>
          <p:spPr>
            <a:xfrm>
              <a:off x="7126442" y="2090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0" name="pt23980"/>
            <p:cNvSpPr/>
            <p:nvPr/>
          </p:nvSpPr>
          <p:spPr>
            <a:xfrm>
              <a:off x="7173921" y="1980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1" name="pt23981"/>
            <p:cNvSpPr/>
            <p:nvPr/>
          </p:nvSpPr>
          <p:spPr>
            <a:xfrm>
              <a:off x="7240258" y="2020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2" name="pt23982"/>
            <p:cNvSpPr/>
            <p:nvPr/>
          </p:nvSpPr>
          <p:spPr>
            <a:xfrm>
              <a:off x="7081691" y="2219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3" name="pt23983"/>
            <p:cNvSpPr/>
            <p:nvPr/>
          </p:nvSpPr>
          <p:spPr>
            <a:xfrm>
              <a:off x="7059360" y="2216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4" name="pt23984"/>
            <p:cNvSpPr/>
            <p:nvPr/>
          </p:nvSpPr>
          <p:spPr>
            <a:xfrm>
              <a:off x="6956057" y="1861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5" name="pt23985"/>
            <p:cNvSpPr/>
            <p:nvPr/>
          </p:nvSpPr>
          <p:spPr>
            <a:xfrm>
              <a:off x="7085435" y="2357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6" name="pt23986"/>
            <p:cNvSpPr/>
            <p:nvPr/>
          </p:nvSpPr>
          <p:spPr>
            <a:xfrm>
              <a:off x="7432834" y="260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7" name="pt23987"/>
            <p:cNvSpPr/>
            <p:nvPr/>
          </p:nvSpPr>
          <p:spPr>
            <a:xfrm>
              <a:off x="6826371" y="1680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8" name="pt23988"/>
            <p:cNvSpPr/>
            <p:nvPr/>
          </p:nvSpPr>
          <p:spPr>
            <a:xfrm>
              <a:off x="6808666" y="2167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9" name="pt23989"/>
            <p:cNvSpPr/>
            <p:nvPr/>
          </p:nvSpPr>
          <p:spPr>
            <a:xfrm>
              <a:off x="6654458" y="2266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0" name="pt23990"/>
            <p:cNvSpPr/>
            <p:nvPr/>
          </p:nvSpPr>
          <p:spPr>
            <a:xfrm>
              <a:off x="7041437" y="2220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1" name="pt23991"/>
            <p:cNvSpPr/>
            <p:nvPr/>
          </p:nvSpPr>
          <p:spPr>
            <a:xfrm>
              <a:off x="7286953" y="2142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2" name="pt23992"/>
            <p:cNvSpPr/>
            <p:nvPr/>
          </p:nvSpPr>
          <p:spPr>
            <a:xfrm>
              <a:off x="7070741" y="2076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3" name="pt23993"/>
            <p:cNvSpPr/>
            <p:nvPr/>
          </p:nvSpPr>
          <p:spPr>
            <a:xfrm>
              <a:off x="6988353" y="2375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4" name="pt23994"/>
            <p:cNvSpPr/>
            <p:nvPr/>
          </p:nvSpPr>
          <p:spPr>
            <a:xfrm>
              <a:off x="7434536" y="2208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5" name="pt23995"/>
            <p:cNvSpPr/>
            <p:nvPr/>
          </p:nvSpPr>
          <p:spPr>
            <a:xfrm>
              <a:off x="7226625" y="2050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6" name="pt23996"/>
            <p:cNvSpPr/>
            <p:nvPr/>
          </p:nvSpPr>
          <p:spPr>
            <a:xfrm>
              <a:off x="6903372" y="1959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7" name="pt23997"/>
            <p:cNvSpPr/>
            <p:nvPr/>
          </p:nvSpPr>
          <p:spPr>
            <a:xfrm>
              <a:off x="7090961" y="2305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8" name="pt23998"/>
            <p:cNvSpPr/>
            <p:nvPr/>
          </p:nvSpPr>
          <p:spPr>
            <a:xfrm>
              <a:off x="7139183" y="204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9" name="pt23999"/>
            <p:cNvSpPr/>
            <p:nvPr/>
          </p:nvSpPr>
          <p:spPr>
            <a:xfrm>
              <a:off x="7026980" y="2096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0" name="pt24000"/>
            <p:cNvSpPr/>
            <p:nvPr/>
          </p:nvSpPr>
          <p:spPr>
            <a:xfrm>
              <a:off x="6934501" y="1958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1" name="pt24001"/>
            <p:cNvSpPr/>
            <p:nvPr/>
          </p:nvSpPr>
          <p:spPr>
            <a:xfrm>
              <a:off x="6885443" y="2102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2" name="pt24002"/>
            <p:cNvSpPr/>
            <p:nvPr/>
          </p:nvSpPr>
          <p:spPr>
            <a:xfrm>
              <a:off x="7168013" y="2211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3" name="pt24003"/>
            <p:cNvSpPr/>
            <p:nvPr/>
          </p:nvSpPr>
          <p:spPr>
            <a:xfrm>
              <a:off x="7072650" y="2167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4" name="pt24004"/>
            <p:cNvSpPr/>
            <p:nvPr/>
          </p:nvSpPr>
          <p:spPr>
            <a:xfrm>
              <a:off x="7406395" y="2672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5" name="pt24005"/>
            <p:cNvSpPr/>
            <p:nvPr/>
          </p:nvSpPr>
          <p:spPr>
            <a:xfrm>
              <a:off x="7139992" y="2003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6" name="pt24006"/>
            <p:cNvSpPr/>
            <p:nvPr/>
          </p:nvSpPr>
          <p:spPr>
            <a:xfrm>
              <a:off x="7228955" y="199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7" name="pt24007"/>
            <p:cNvSpPr/>
            <p:nvPr/>
          </p:nvSpPr>
          <p:spPr>
            <a:xfrm>
              <a:off x="7293020" y="2009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8" name="pt24008"/>
            <p:cNvSpPr/>
            <p:nvPr/>
          </p:nvSpPr>
          <p:spPr>
            <a:xfrm>
              <a:off x="7212098" y="2040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9" name="pt24009"/>
            <p:cNvSpPr/>
            <p:nvPr/>
          </p:nvSpPr>
          <p:spPr>
            <a:xfrm>
              <a:off x="6862578" y="2207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0" name="pt24010"/>
            <p:cNvSpPr/>
            <p:nvPr/>
          </p:nvSpPr>
          <p:spPr>
            <a:xfrm>
              <a:off x="7235813" y="1881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1" name="pt24011"/>
            <p:cNvSpPr/>
            <p:nvPr/>
          </p:nvSpPr>
          <p:spPr>
            <a:xfrm>
              <a:off x="7081012" y="2146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2" name="pt24012"/>
            <p:cNvSpPr/>
            <p:nvPr/>
          </p:nvSpPr>
          <p:spPr>
            <a:xfrm>
              <a:off x="7193472" y="2185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3" name="pt24013"/>
            <p:cNvSpPr/>
            <p:nvPr/>
          </p:nvSpPr>
          <p:spPr>
            <a:xfrm>
              <a:off x="6957208" y="1924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4" name="pt24014"/>
            <p:cNvSpPr/>
            <p:nvPr/>
          </p:nvSpPr>
          <p:spPr>
            <a:xfrm>
              <a:off x="7104641" y="208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5" name="pt24015"/>
            <p:cNvSpPr/>
            <p:nvPr/>
          </p:nvSpPr>
          <p:spPr>
            <a:xfrm>
              <a:off x="7153318" y="2341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6" name="pt24016"/>
            <p:cNvSpPr/>
            <p:nvPr/>
          </p:nvSpPr>
          <p:spPr>
            <a:xfrm>
              <a:off x="7168543" y="198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7" name="pt24017"/>
            <p:cNvSpPr/>
            <p:nvPr/>
          </p:nvSpPr>
          <p:spPr>
            <a:xfrm>
              <a:off x="7274622" y="2040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8" name="pt24018"/>
            <p:cNvSpPr/>
            <p:nvPr/>
          </p:nvSpPr>
          <p:spPr>
            <a:xfrm>
              <a:off x="6992375" y="2229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9" name="pt24019"/>
            <p:cNvSpPr/>
            <p:nvPr/>
          </p:nvSpPr>
          <p:spPr>
            <a:xfrm>
              <a:off x="6944716" y="1893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0" name="pt24020"/>
            <p:cNvSpPr/>
            <p:nvPr/>
          </p:nvSpPr>
          <p:spPr>
            <a:xfrm>
              <a:off x="7457243" y="2257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1" name="pt24021"/>
            <p:cNvSpPr/>
            <p:nvPr/>
          </p:nvSpPr>
          <p:spPr>
            <a:xfrm>
              <a:off x="7024473" y="1985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2" name="pt24022"/>
            <p:cNvSpPr/>
            <p:nvPr/>
          </p:nvSpPr>
          <p:spPr>
            <a:xfrm>
              <a:off x="7379019" y="2675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3" name="pt24023"/>
            <p:cNvSpPr/>
            <p:nvPr/>
          </p:nvSpPr>
          <p:spPr>
            <a:xfrm>
              <a:off x="7012694" y="1997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4" name="pt24024"/>
            <p:cNvSpPr/>
            <p:nvPr/>
          </p:nvSpPr>
          <p:spPr>
            <a:xfrm>
              <a:off x="7009298" y="2103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5" name="pt24025"/>
            <p:cNvSpPr/>
            <p:nvPr/>
          </p:nvSpPr>
          <p:spPr>
            <a:xfrm>
              <a:off x="6924231" y="1951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6" name="pt24026"/>
            <p:cNvSpPr/>
            <p:nvPr/>
          </p:nvSpPr>
          <p:spPr>
            <a:xfrm>
              <a:off x="7137294" y="2021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7" name="pt24027"/>
            <p:cNvSpPr/>
            <p:nvPr/>
          </p:nvSpPr>
          <p:spPr>
            <a:xfrm>
              <a:off x="7215844" y="2051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8" name="pt24028"/>
            <p:cNvSpPr/>
            <p:nvPr/>
          </p:nvSpPr>
          <p:spPr>
            <a:xfrm>
              <a:off x="7235073" y="1649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9" name="pt24029"/>
            <p:cNvSpPr/>
            <p:nvPr/>
          </p:nvSpPr>
          <p:spPr>
            <a:xfrm>
              <a:off x="7165511" y="206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0" name="pt24030"/>
            <p:cNvSpPr/>
            <p:nvPr/>
          </p:nvSpPr>
          <p:spPr>
            <a:xfrm>
              <a:off x="7029645" y="2175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1" name="pt24031"/>
            <p:cNvSpPr/>
            <p:nvPr/>
          </p:nvSpPr>
          <p:spPr>
            <a:xfrm>
              <a:off x="7224260" y="1973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2" name="pt24032"/>
            <p:cNvSpPr/>
            <p:nvPr/>
          </p:nvSpPr>
          <p:spPr>
            <a:xfrm>
              <a:off x="6850229" y="2153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3" name="pt24033"/>
            <p:cNvSpPr/>
            <p:nvPr/>
          </p:nvSpPr>
          <p:spPr>
            <a:xfrm>
              <a:off x="6988892" y="2147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4" name="pt24034"/>
            <p:cNvSpPr/>
            <p:nvPr/>
          </p:nvSpPr>
          <p:spPr>
            <a:xfrm>
              <a:off x="7053031" y="2107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5" name="pt24035"/>
            <p:cNvSpPr/>
            <p:nvPr/>
          </p:nvSpPr>
          <p:spPr>
            <a:xfrm>
              <a:off x="7017963" y="222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6" name="pt24036"/>
            <p:cNvSpPr/>
            <p:nvPr/>
          </p:nvSpPr>
          <p:spPr>
            <a:xfrm>
              <a:off x="7308560" y="2458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7" name="pt24037"/>
            <p:cNvSpPr/>
            <p:nvPr/>
          </p:nvSpPr>
          <p:spPr>
            <a:xfrm>
              <a:off x="7319927" y="2365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8" name="pt24038"/>
            <p:cNvSpPr/>
            <p:nvPr/>
          </p:nvSpPr>
          <p:spPr>
            <a:xfrm>
              <a:off x="7106111" y="2073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9" name="pt24039"/>
            <p:cNvSpPr/>
            <p:nvPr/>
          </p:nvSpPr>
          <p:spPr>
            <a:xfrm>
              <a:off x="7033205" y="2268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0" name="pt24040"/>
            <p:cNvSpPr/>
            <p:nvPr/>
          </p:nvSpPr>
          <p:spPr>
            <a:xfrm>
              <a:off x="7190839" y="2205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1" name="pt24041"/>
            <p:cNvSpPr/>
            <p:nvPr/>
          </p:nvSpPr>
          <p:spPr>
            <a:xfrm>
              <a:off x="7125166" y="213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2" name="pt24042"/>
            <p:cNvSpPr/>
            <p:nvPr/>
          </p:nvSpPr>
          <p:spPr>
            <a:xfrm>
              <a:off x="7090511" y="2171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3" name="pt24043"/>
            <p:cNvSpPr/>
            <p:nvPr/>
          </p:nvSpPr>
          <p:spPr>
            <a:xfrm>
              <a:off x="7192789" y="2212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4" name="pt24044"/>
            <p:cNvSpPr/>
            <p:nvPr/>
          </p:nvSpPr>
          <p:spPr>
            <a:xfrm>
              <a:off x="7332837" y="2135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5" name="pt24045"/>
            <p:cNvSpPr/>
            <p:nvPr/>
          </p:nvSpPr>
          <p:spPr>
            <a:xfrm>
              <a:off x="7106443" y="2021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6" name="pt24046"/>
            <p:cNvSpPr/>
            <p:nvPr/>
          </p:nvSpPr>
          <p:spPr>
            <a:xfrm>
              <a:off x="7017906" y="2227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7" name="pt24047"/>
            <p:cNvSpPr/>
            <p:nvPr/>
          </p:nvSpPr>
          <p:spPr>
            <a:xfrm>
              <a:off x="6868352" y="2056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8" name="pt24048"/>
            <p:cNvSpPr/>
            <p:nvPr/>
          </p:nvSpPr>
          <p:spPr>
            <a:xfrm>
              <a:off x="7111891" y="1944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9" name="pt24049"/>
            <p:cNvSpPr/>
            <p:nvPr/>
          </p:nvSpPr>
          <p:spPr>
            <a:xfrm>
              <a:off x="7065568" y="2105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0" name="pt24050"/>
            <p:cNvSpPr/>
            <p:nvPr/>
          </p:nvSpPr>
          <p:spPr>
            <a:xfrm>
              <a:off x="6975589" y="2041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1" name="pt24051"/>
            <p:cNvSpPr/>
            <p:nvPr/>
          </p:nvSpPr>
          <p:spPr>
            <a:xfrm>
              <a:off x="7286394" y="2107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2" name="pt24052"/>
            <p:cNvSpPr/>
            <p:nvPr/>
          </p:nvSpPr>
          <p:spPr>
            <a:xfrm>
              <a:off x="6880528" y="2026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3" name="pt24053"/>
            <p:cNvSpPr/>
            <p:nvPr/>
          </p:nvSpPr>
          <p:spPr>
            <a:xfrm>
              <a:off x="7041413" y="2200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4" name="pt24054"/>
            <p:cNvSpPr/>
            <p:nvPr/>
          </p:nvSpPr>
          <p:spPr>
            <a:xfrm>
              <a:off x="7145990" y="2023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5" name="pt24055"/>
            <p:cNvSpPr/>
            <p:nvPr/>
          </p:nvSpPr>
          <p:spPr>
            <a:xfrm>
              <a:off x="7028991" y="2056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6" name="pt24056"/>
            <p:cNvSpPr/>
            <p:nvPr/>
          </p:nvSpPr>
          <p:spPr>
            <a:xfrm>
              <a:off x="6986068" y="2299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7" name="pt24057"/>
            <p:cNvSpPr/>
            <p:nvPr/>
          </p:nvSpPr>
          <p:spPr>
            <a:xfrm>
              <a:off x="6975162" y="2114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8" name="pt24058"/>
            <p:cNvSpPr/>
            <p:nvPr/>
          </p:nvSpPr>
          <p:spPr>
            <a:xfrm>
              <a:off x="7218226" y="2046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9" name="pt24059"/>
            <p:cNvSpPr/>
            <p:nvPr/>
          </p:nvSpPr>
          <p:spPr>
            <a:xfrm>
              <a:off x="7011530" y="2094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0" name="pt24060"/>
            <p:cNvSpPr/>
            <p:nvPr/>
          </p:nvSpPr>
          <p:spPr>
            <a:xfrm>
              <a:off x="7083111" y="2030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1" name="pt24061"/>
            <p:cNvSpPr/>
            <p:nvPr/>
          </p:nvSpPr>
          <p:spPr>
            <a:xfrm>
              <a:off x="6890212" y="2188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2" name="pt24062"/>
            <p:cNvSpPr/>
            <p:nvPr/>
          </p:nvSpPr>
          <p:spPr>
            <a:xfrm>
              <a:off x="7030610" y="2187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3" name="pt24063"/>
            <p:cNvSpPr/>
            <p:nvPr/>
          </p:nvSpPr>
          <p:spPr>
            <a:xfrm>
              <a:off x="6943105" y="1958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4" name="pt24064"/>
            <p:cNvSpPr/>
            <p:nvPr/>
          </p:nvSpPr>
          <p:spPr>
            <a:xfrm>
              <a:off x="6909205" y="1947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5" name="pt24065"/>
            <p:cNvSpPr/>
            <p:nvPr/>
          </p:nvSpPr>
          <p:spPr>
            <a:xfrm>
              <a:off x="7165537" y="2063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6" name="pt24066"/>
            <p:cNvSpPr/>
            <p:nvPr/>
          </p:nvSpPr>
          <p:spPr>
            <a:xfrm>
              <a:off x="7103677" y="2189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7" name="pt24067"/>
            <p:cNvSpPr/>
            <p:nvPr/>
          </p:nvSpPr>
          <p:spPr>
            <a:xfrm>
              <a:off x="7083206" y="2148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8" name="pt24068"/>
            <p:cNvSpPr/>
            <p:nvPr/>
          </p:nvSpPr>
          <p:spPr>
            <a:xfrm>
              <a:off x="7051066" y="2092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9" name="pt24069"/>
            <p:cNvSpPr/>
            <p:nvPr/>
          </p:nvSpPr>
          <p:spPr>
            <a:xfrm>
              <a:off x="7044667" y="2197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0" name="pt24070"/>
            <p:cNvSpPr/>
            <p:nvPr/>
          </p:nvSpPr>
          <p:spPr>
            <a:xfrm>
              <a:off x="7322907" y="2647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1" name="pt24071"/>
            <p:cNvSpPr/>
            <p:nvPr/>
          </p:nvSpPr>
          <p:spPr>
            <a:xfrm>
              <a:off x="7020184" y="1950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2" name="pt24072"/>
            <p:cNvSpPr/>
            <p:nvPr/>
          </p:nvSpPr>
          <p:spPr>
            <a:xfrm>
              <a:off x="7134537" y="208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3" name="pt24073"/>
            <p:cNvSpPr/>
            <p:nvPr/>
          </p:nvSpPr>
          <p:spPr>
            <a:xfrm>
              <a:off x="7084598" y="217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4" name="pt24074"/>
            <p:cNvSpPr/>
            <p:nvPr/>
          </p:nvSpPr>
          <p:spPr>
            <a:xfrm>
              <a:off x="6946976" y="1937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5" name="pt24075"/>
            <p:cNvSpPr/>
            <p:nvPr/>
          </p:nvSpPr>
          <p:spPr>
            <a:xfrm>
              <a:off x="7143811" y="1968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6" name="pt24076"/>
            <p:cNvSpPr/>
            <p:nvPr/>
          </p:nvSpPr>
          <p:spPr>
            <a:xfrm>
              <a:off x="7086017" y="2310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7" name="pt24077"/>
            <p:cNvSpPr/>
            <p:nvPr/>
          </p:nvSpPr>
          <p:spPr>
            <a:xfrm>
              <a:off x="7124011" y="2053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8" name="pt24078"/>
            <p:cNvSpPr/>
            <p:nvPr/>
          </p:nvSpPr>
          <p:spPr>
            <a:xfrm>
              <a:off x="7146727" y="2036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9" name="pt24079"/>
            <p:cNvSpPr/>
            <p:nvPr/>
          </p:nvSpPr>
          <p:spPr>
            <a:xfrm>
              <a:off x="7241657" y="2070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0" name="pt24080"/>
            <p:cNvSpPr/>
            <p:nvPr/>
          </p:nvSpPr>
          <p:spPr>
            <a:xfrm>
              <a:off x="6805981" y="2220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1" name="pt24081"/>
            <p:cNvSpPr/>
            <p:nvPr/>
          </p:nvSpPr>
          <p:spPr>
            <a:xfrm>
              <a:off x="6970448" y="1933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2" name="pt24082"/>
            <p:cNvSpPr/>
            <p:nvPr/>
          </p:nvSpPr>
          <p:spPr>
            <a:xfrm>
              <a:off x="7301694" y="2086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3" name="pt24083"/>
            <p:cNvSpPr/>
            <p:nvPr/>
          </p:nvSpPr>
          <p:spPr>
            <a:xfrm>
              <a:off x="7115129" y="1891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4" name="pt24084"/>
            <p:cNvSpPr/>
            <p:nvPr/>
          </p:nvSpPr>
          <p:spPr>
            <a:xfrm>
              <a:off x="6931868" y="1842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5" name="pt24085"/>
            <p:cNvSpPr/>
            <p:nvPr/>
          </p:nvSpPr>
          <p:spPr>
            <a:xfrm>
              <a:off x="7080324" y="2239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6" name="pt24086"/>
            <p:cNvSpPr/>
            <p:nvPr/>
          </p:nvSpPr>
          <p:spPr>
            <a:xfrm>
              <a:off x="7212523" y="2220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7" name="pt24087"/>
            <p:cNvSpPr/>
            <p:nvPr/>
          </p:nvSpPr>
          <p:spPr>
            <a:xfrm>
              <a:off x="7140185" y="1985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8" name="pt24088"/>
            <p:cNvSpPr/>
            <p:nvPr/>
          </p:nvSpPr>
          <p:spPr>
            <a:xfrm>
              <a:off x="7013924" y="1999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9" name="pt24089"/>
            <p:cNvSpPr/>
            <p:nvPr/>
          </p:nvSpPr>
          <p:spPr>
            <a:xfrm>
              <a:off x="7091125" y="2134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0" name="pt24090"/>
            <p:cNvSpPr/>
            <p:nvPr/>
          </p:nvSpPr>
          <p:spPr>
            <a:xfrm>
              <a:off x="7018195" y="2228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1" name="pt24091"/>
            <p:cNvSpPr/>
            <p:nvPr/>
          </p:nvSpPr>
          <p:spPr>
            <a:xfrm>
              <a:off x="7197925" y="2103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2" name="pt24092"/>
            <p:cNvSpPr/>
            <p:nvPr/>
          </p:nvSpPr>
          <p:spPr>
            <a:xfrm>
              <a:off x="7000597" y="2185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3" name="pt24093"/>
            <p:cNvSpPr/>
            <p:nvPr/>
          </p:nvSpPr>
          <p:spPr>
            <a:xfrm>
              <a:off x="6939310" y="1890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4" name="pt24094"/>
            <p:cNvSpPr/>
            <p:nvPr/>
          </p:nvSpPr>
          <p:spPr>
            <a:xfrm>
              <a:off x="6918528" y="2066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5" name="pt24095"/>
            <p:cNvSpPr/>
            <p:nvPr/>
          </p:nvSpPr>
          <p:spPr>
            <a:xfrm>
              <a:off x="7234101" y="1911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6" name="pt24096"/>
            <p:cNvSpPr/>
            <p:nvPr/>
          </p:nvSpPr>
          <p:spPr>
            <a:xfrm>
              <a:off x="7454202" y="2402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7" name="pt24097"/>
            <p:cNvSpPr/>
            <p:nvPr/>
          </p:nvSpPr>
          <p:spPr>
            <a:xfrm>
              <a:off x="7198779" y="2072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8" name="pt24098"/>
            <p:cNvSpPr/>
            <p:nvPr/>
          </p:nvSpPr>
          <p:spPr>
            <a:xfrm>
              <a:off x="6892225" y="212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9" name="pt24099"/>
            <p:cNvSpPr/>
            <p:nvPr/>
          </p:nvSpPr>
          <p:spPr>
            <a:xfrm>
              <a:off x="7015335" y="2339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0" name="pt24100"/>
            <p:cNvSpPr/>
            <p:nvPr/>
          </p:nvSpPr>
          <p:spPr>
            <a:xfrm>
              <a:off x="6741084" y="2418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1" name="pt24101"/>
            <p:cNvSpPr/>
            <p:nvPr/>
          </p:nvSpPr>
          <p:spPr>
            <a:xfrm>
              <a:off x="6970378" y="1834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2" name="pt24102"/>
            <p:cNvSpPr/>
            <p:nvPr/>
          </p:nvSpPr>
          <p:spPr>
            <a:xfrm>
              <a:off x="6759392" y="2030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3" name="pt24103"/>
            <p:cNvSpPr/>
            <p:nvPr/>
          </p:nvSpPr>
          <p:spPr>
            <a:xfrm>
              <a:off x="7096339" y="2189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4" name="pt24104"/>
            <p:cNvSpPr/>
            <p:nvPr/>
          </p:nvSpPr>
          <p:spPr>
            <a:xfrm>
              <a:off x="6737211" y="2445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5" name="pt24105"/>
            <p:cNvSpPr/>
            <p:nvPr/>
          </p:nvSpPr>
          <p:spPr>
            <a:xfrm>
              <a:off x="6874346" y="2210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6" name="pt24106"/>
            <p:cNvSpPr/>
            <p:nvPr/>
          </p:nvSpPr>
          <p:spPr>
            <a:xfrm>
              <a:off x="7116895" y="197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7" name="pt24107"/>
            <p:cNvSpPr/>
            <p:nvPr/>
          </p:nvSpPr>
          <p:spPr>
            <a:xfrm>
              <a:off x="7281388" y="1938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8" name="pt24108"/>
            <p:cNvSpPr/>
            <p:nvPr/>
          </p:nvSpPr>
          <p:spPr>
            <a:xfrm>
              <a:off x="7385221" y="2413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9" name="pt24109"/>
            <p:cNvSpPr/>
            <p:nvPr/>
          </p:nvSpPr>
          <p:spPr>
            <a:xfrm>
              <a:off x="6867177" y="2114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0" name="pt24110"/>
            <p:cNvSpPr/>
            <p:nvPr/>
          </p:nvSpPr>
          <p:spPr>
            <a:xfrm>
              <a:off x="7212546" y="2008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1" name="pt24111"/>
            <p:cNvSpPr/>
            <p:nvPr/>
          </p:nvSpPr>
          <p:spPr>
            <a:xfrm>
              <a:off x="7155086" y="2194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2" name="pt24112"/>
            <p:cNvSpPr/>
            <p:nvPr/>
          </p:nvSpPr>
          <p:spPr>
            <a:xfrm>
              <a:off x="7082048" y="2234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3" name="pt24113"/>
            <p:cNvSpPr/>
            <p:nvPr/>
          </p:nvSpPr>
          <p:spPr>
            <a:xfrm>
              <a:off x="7086935" y="2186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4" name="pt24114"/>
            <p:cNvSpPr/>
            <p:nvPr/>
          </p:nvSpPr>
          <p:spPr>
            <a:xfrm>
              <a:off x="6854242" y="1997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5" name="pt24115"/>
            <p:cNvSpPr/>
            <p:nvPr/>
          </p:nvSpPr>
          <p:spPr>
            <a:xfrm>
              <a:off x="7226828" y="199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6" name="pt24116"/>
            <p:cNvSpPr/>
            <p:nvPr/>
          </p:nvSpPr>
          <p:spPr>
            <a:xfrm>
              <a:off x="7009598" y="2085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7" name="pt24117"/>
            <p:cNvSpPr/>
            <p:nvPr/>
          </p:nvSpPr>
          <p:spPr>
            <a:xfrm>
              <a:off x="7229928" y="2121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8" name="pt24118"/>
            <p:cNvSpPr/>
            <p:nvPr/>
          </p:nvSpPr>
          <p:spPr>
            <a:xfrm>
              <a:off x="7160113" y="2141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9" name="pt24119"/>
            <p:cNvSpPr/>
            <p:nvPr/>
          </p:nvSpPr>
          <p:spPr>
            <a:xfrm>
              <a:off x="7133278" y="2096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0" name="pt24120"/>
            <p:cNvSpPr/>
            <p:nvPr/>
          </p:nvSpPr>
          <p:spPr>
            <a:xfrm>
              <a:off x="7084021" y="2099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1" name="pt24121"/>
            <p:cNvSpPr/>
            <p:nvPr/>
          </p:nvSpPr>
          <p:spPr>
            <a:xfrm>
              <a:off x="6644476" y="2217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2" name="pt24122"/>
            <p:cNvSpPr/>
            <p:nvPr/>
          </p:nvSpPr>
          <p:spPr>
            <a:xfrm>
              <a:off x="7048236" y="2161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3" name="pt24123"/>
            <p:cNvSpPr/>
            <p:nvPr/>
          </p:nvSpPr>
          <p:spPr>
            <a:xfrm>
              <a:off x="7167577" y="2054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4" name="pt24124"/>
            <p:cNvSpPr/>
            <p:nvPr/>
          </p:nvSpPr>
          <p:spPr>
            <a:xfrm>
              <a:off x="7263389" y="2033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5" name="pt24125"/>
            <p:cNvSpPr/>
            <p:nvPr/>
          </p:nvSpPr>
          <p:spPr>
            <a:xfrm>
              <a:off x="7268966" y="1991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6" name="pt24126"/>
            <p:cNvSpPr/>
            <p:nvPr/>
          </p:nvSpPr>
          <p:spPr>
            <a:xfrm>
              <a:off x="7002388" y="1868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7" name="pt24127"/>
            <p:cNvSpPr/>
            <p:nvPr/>
          </p:nvSpPr>
          <p:spPr>
            <a:xfrm>
              <a:off x="7259901" y="1989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8" name="pt24128"/>
            <p:cNvSpPr/>
            <p:nvPr/>
          </p:nvSpPr>
          <p:spPr>
            <a:xfrm>
              <a:off x="6865144" y="2102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9" name="pt24129"/>
            <p:cNvSpPr/>
            <p:nvPr/>
          </p:nvSpPr>
          <p:spPr>
            <a:xfrm>
              <a:off x="7088674" y="2179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0" name="pt24130"/>
            <p:cNvSpPr/>
            <p:nvPr/>
          </p:nvSpPr>
          <p:spPr>
            <a:xfrm>
              <a:off x="7179082" y="2057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1" name="pt24131"/>
            <p:cNvSpPr/>
            <p:nvPr/>
          </p:nvSpPr>
          <p:spPr>
            <a:xfrm>
              <a:off x="7080822" y="2153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2" name="pt24132"/>
            <p:cNvSpPr/>
            <p:nvPr/>
          </p:nvSpPr>
          <p:spPr>
            <a:xfrm>
              <a:off x="7288346" y="1961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3" name="pt24133"/>
            <p:cNvSpPr/>
            <p:nvPr/>
          </p:nvSpPr>
          <p:spPr>
            <a:xfrm>
              <a:off x="7015778" y="2214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4" name="pt24134"/>
            <p:cNvSpPr/>
            <p:nvPr/>
          </p:nvSpPr>
          <p:spPr>
            <a:xfrm>
              <a:off x="7114705" y="1969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5" name="pt24135"/>
            <p:cNvSpPr/>
            <p:nvPr/>
          </p:nvSpPr>
          <p:spPr>
            <a:xfrm>
              <a:off x="7057912" y="2071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6" name="pt24136"/>
            <p:cNvSpPr/>
            <p:nvPr/>
          </p:nvSpPr>
          <p:spPr>
            <a:xfrm>
              <a:off x="6711906" y="2448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7" name="pt24137"/>
            <p:cNvSpPr/>
            <p:nvPr/>
          </p:nvSpPr>
          <p:spPr>
            <a:xfrm>
              <a:off x="7132696" y="2092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8" name="pt24138"/>
            <p:cNvSpPr/>
            <p:nvPr/>
          </p:nvSpPr>
          <p:spPr>
            <a:xfrm>
              <a:off x="6986936" y="2201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9" name="pt24139"/>
            <p:cNvSpPr/>
            <p:nvPr/>
          </p:nvSpPr>
          <p:spPr>
            <a:xfrm>
              <a:off x="7225888" y="2059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0" name="pt24140"/>
            <p:cNvSpPr/>
            <p:nvPr/>
          </p:nvSpPr>
          <p:spPr>
            <a:xfrm>
              <a:off x="7137151" y="2044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1" name="pt24141"/>
            <p:cNvSpPr/>
            <p:nvPr/>
          </p:nvSpPr>
          <p:spPr>
            <a:xfrm>
              <a:off x="7054896" y="2029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2" name="pt24142"/>
            <p:cNvSpPr/>
            <p:nvPr/>
          </p:nvSpPr>
          <p:spPr>
            <a:xfrm>
              <a:off x="7353411" y="2386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3" name="pt24143"/>
            <p:cNvSpPr/>
            <p:nvPr/>
          </p:nvSpPr>
          <p:spPr>
            <a:xfrm>
              <a:off x="7065603" y="2093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4" name="pt24144"/>
            <p:cNvSpPr/>
            <p:nvPr/>
          </p:nvSpPr>
          <p:spPr>
            <a:xfrm>
              <a:off x="7007304" y="1619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5" name="pt24145"/>
            <p:cNvSpPr/>
            <p:nvPr/>
          </p:nvSpPr>
          <p:spPr>
            <a:xfrm>
              <a:off x="7242296" y="1883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6" name="pt24146"/>
            <p:cNvSpPr/>
            <p:nvPr/>
          </p:nvSpPr>
          <p:spPr>
            <a:xfrm>
              <a:off x="7210211" y="2070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7" name="pt24147"/>
            <p:cNvSpPr/>
            <p:nvPr/>
          </p:nvSpPr>
          <p:spPr>
            <a:xfrm>
              <a:off x="7061559" y="217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8" name="pt24148"/>
            <p:cNvSpPr/>
            <p:nvPr/>
          </p:nvSpPr>
          <p:spPr>
            <a:xfrm>
              <a:off x="7019528" y="2104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9" name="pt24149"/>
            <p:cNvSpPr/>
            <p:nvPr/>
          </p:nvSpPr>
          <p:spPr>
            <a:xfrm>
              <a:off x="7223271" y="2054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0" name="pt24150"/>
            <p:cNvSpPr/>
            <p:nvPr/>
          </p:nvSpPr>
          <p:spPr>
            <a:xfrm>
              <a:off x="6762716" y="1899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1" name="pt24151"/>
            <p:cNvSpPr/>
            <p:nvPr/>
          </p:nvSpPr>
          <p:spPr>
            <a:xfrm>
              <a:off x="7228309" y="1862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2" name="pt24152"/>
            <p:cNvSpPr/>
            <p:nvPr/>
          </p:nvSpPr>
          <p:spPr>
            <a:xfrm>
              <a:off x="7432272" y="2641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3" name="pt24153"/>
            <p:cNvSpPr/>
            <p:nvPr/>
          </p:nvSpPr>
          <p:spPr>
            <a:xfrm>
              <a:off x="7113184" y="1922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4" name="pt24154"/>
            <p:cNvSpPr/>
            <p:nvPr/>
          </p:nvSpPr>
          <p:spPr>
            <a:xfrm>
              <a:off x="7055085" y="2091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5" name="pt24155"/>
            <p:cNvSpPr/>
            <p:nvPr/>
          </p:nvSpPr>
          <p:spPr>
            <a:xfrm>
              <a:off x="6884352" y="2114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6" name="pt24156"/>
            <p:cNvSpPr/>
            <p:nvPr/>
          </p:nvSpPr>
          <p:spPr>
            <a:xfrm>
              <a:off x="7163281" y="2196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7" name="pt24157"/>
            <p:cNvSpPr/>
            <p:nvPr/>
          </p:nvSpPr>
          <p:spPr>
            <a:xfrm>
              <a:off x="7460548" y="2222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8" name="pt24158"/>
            <p:cNvSpPr/>
            <p:nvPr/>
          </p:nvSpPr>
          <p:spPr>
            <a:xfrm>
              <a:off x="7044480" y="2124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9" name="pt24159"/>
            <p:cNvSpPr/>
            <p:nvPr/>
          </p:nvSpPr>
          <p:spPr>
            <a:xfrm>
              <a:off x="7317205" y="2626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0" name="pt24160"/>
            <p:cNvSpPr/>
            <p:nvPr/>
          </p:nvSpPr>
          <p:spPr>
            <a:xfrm>
              <a:off x="6982685" y="2165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1" name="pt24161"/>
            <p:cNvSpPr/>
            <p:nvPr/>
          </p:nvSpPr>
          <p:spPr>
            <a:xfrm>
              <a:off x="7011757" y="2090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2" name="pt24162"/>
            <p:cNvSpPr/>
            <p:nvPr/>
          </p:nvSpPr>
          <p:spPr>
            <a:xfrm>
              <a:off x="7173448" y="2180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3" name="pt24163"/>
            <p:cNvSpPr/>
            <p:nvPr/>
          </p:nvSpPr>
          <p:spPr>
            <a:xfrm>
              <a:off x="6910347" y="1893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4" name="pt24164"/>
            <p:cNvSpPr/>
            <p:nvPr/>
          </p:nvSpPr>
          <p:spPr>
            <a:xfrm>
              <a:off x="7109072" y="2061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5" name="pt24165"/>
            <p:cNvSpPr/>
            <p:nvPr/>
          </p:nvSpPr>
          <p:spPr>
            <a:xfrm>
              <a:off x="6803374" y="2333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6" name="pt24166"/>
            <p:cNvSpPr/>
            <p:nvPr/>
          </p:nvSpPr>
          <p:spPr>
            <a:xfrm>
              <a:off x="6855751" y="2104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7" name="pt24167"/>
            <p:cNvSpPr/>
            <p:nvPr/>
          </p:nvSpPr>
          <p:spPr>
            <a:xfrm>
              <a:off x="6971393" y="1814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8" name="pt24168"/>
            <p:cNvSpPr/>
            <p:nvPr/>
          </p:nvSpPr>
          <p:spPr>
            <a:xfrm>
              <a:off x="7124541" y="2032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9" name="pt24169"/>
            <p:cNvSpPr/>
            <p:nvPr/>
          </p:nvSpPr>
          <p:spPr>
            <a:xfrm>
              <a:off x="6856588" y="2105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0" name="pt24170"/>
            <p:cNvSpPr/>
            <p:nvPr/>
          </p:nvSpPr>
          <p:spPr>
            <a:xfrm>
              <a:off x="7210564" y="1972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1" name="pt24171"/>
            <p:cNvSpPr/>
            <p:nvPr/>
          </p:nvSpPr>
          <p:spPr>
            <a:xfrm>
              <a:off x="6800987" y="2237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2" name="pt24172"/>
            <p:cNvSpPr/>
            <p:nvPr/>
          </p:nvSpPr>
          <p:spPr>
            <a:xfrm>
              <a:off x="7159029" y="2280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3" name="pt24173"/>
            <p:cNvSpPr/>
            <p:nvPr/>
          </p:nvSpPr>
          <p:spPr>
            <a:xfrm>
              <a:off x="6860977" y="2142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4" name="pt24174"/>
            <p:cNvSpPr/>
            <p:nvPr/>
          </p:nvSpPr>
          <p:spPr>
            <a:xfrm>
              <a:off x="7112551" y="199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5" name="pt24175"/>
            <p:cNvSpPr/>
            <p:nvPr/>
          </p:nvSpPr>
          <p:spPr>
            <a:xfrm>
              <a:off x="7089973" y="228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6" name="pt24176"/>
            <p:cNvSpPr/>
            <p:nvPr/>
          </p:nvSpPr>
          <p:spPr>
            <a:xfrm>
              <a:off x="6733361" y="2434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7" name="pt24177"/>
            <p:cNvSpPr/>
            <p:nvPr/>
          </p:nvSpPr>
          <p:spPr>
            <a:xfrm>
              <a:off x="7016818" y="216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8" name="pt24178"/>
            <p:cNvSpPr/>
            <p:nvPr/>
          </p:nvSpPr>
          <p:spPr>
            <a:xfrm>
              <a:off x="7083983" y="2080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9" name="pt24179"/>
            <p:cNvSpPr/>
            <p:nvPr/>
          </p:nvSpPr>
          <p:spPr>
            <a:xfrm>
              <a:off x="7018504" y="2287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0" name="pt24180"/>
            <p:cNvSpPr/>
            <p:nvPr/>
          </p:nvSpPr>
          <p:spPr>
            <a:xfrm>
              <a:off x="6563957" y="2190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1" name="pt24181"/>
            <p:cNvSpPr/>
            <p:nvPr/>
          </p:nvSpPr>
          <p:spPr>
            <a:xfrm>
              <a:off x="7136973" y="2011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2" name="pt24182"/>
            <p:cNvSpPr/>
            <p:nvPr/>
          </p:nvSpPr>
          <p:spPr>
            <a:xfrm>
              <a:off x="7006446" y="1813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3" name="pt24183"/>
            <p:cNvSpPr/>
            <p:nvPr/>
          </p:nvSpPr>
          <p:spPr>
            <a:xfrm>
              <a:off x="6814357" y="2270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4" name="pt24184"/>
            <p:cNvSpPr/>
            <p:nvPr/>
          </p:nvSpPr>
          <p:spPr>
            <a:xfrm>
              <a:off x="7209622" y="1905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5" name="pt24185"/>
            <p:cNvSpPr/>
            <p:nvPr/>
          </p:nvSpPr>
          <p:spPr>
            <a:xfrm>
              <a:off x="6691739" y="1878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6" name="pt24186"/>
            <p:cNvSpPr/>
            <p:nvPr/>
          </p:nvSpPr>
          <p:spPr>
            <a:xfrm>
              <a:off x="7143192" y="1980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7" name="pt24187"/>
            <p:cNvSpPr/>
            <p:nvPr/>
          </p:nvSpPr>
          <p:spPr>
            <a:xfrm>
              <a:off x="7253159" y="2181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8" name="pt24188"/>
            <p:cNvSpPr/>
            <p:nvPr/>
          </p:nvSpPr>
          <p:spPr>
            <a:xfrm>
              <a:off x="6954942" y="1695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9" name="pt24189"/>
            <p:cNvSpPr/>
            <p:nvPr/>
          </p:nvSpPr>
          <p:spPr>
            <a:xfrm>
              <a:off x="7114384" y="2027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0" name="pt24190"/>
            <p:cNvSpPr/>
            <p:nvPr/>
          </p:nvSpPr>
          <p:spPr>
            <a:xfrm>
              <a:off x="7113152" y="1939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1" name="pt24191"/>
            <p:cNvSpPr/>
            <p:nvPr/>
          </p:nvSpPr>
          <p:spPr>
            <a:xfrm>
              <a:off x="7115579" y="1975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2" name="pt24192"/>
            <p:cNvSpPr/>
            <p:nvPr/>
          </p:nvSpPr>
          <p:spPr>
            <a:xfrm>
              <a:off x="7037901" y="2165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3" name="pt24193"/>
            <p:cNvSpPr/>
            <p:nvPr/>
          </p:nvSpPr>
          <p:spPr>
            <a:xfrm>
              <a:off x="7206093" y="2229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4" name="pt24194"/>
            <p:cNvSpPr/>
            <p:nvPr/>
          </p:nvSpPr>
          <p:spPr>
            <a:xfrm>
              <a:off x="7014028" y="2238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5" name="pt24195"/>
            <p:cNvSpPr/>
            <p:nvPr/>
          </p:nvSpPr>
          <p:spPr>
            <a:xfrm>
              <a:off x="7325428" y="1698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6" name="pt24196"/>
            <p:cNvSpPr/>
            <p:nvPr/>
          </p:nvSpPr>
          <p:spPr>
            <a:xfrm>
              <a:off x="7178292" y="2034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7" name="pt24197"/>
            <p:cNvSpPr/>
            <p:nvPr/>
          </p:nvSpPr>
          <p:spPr>
            <a:xfrm>
              <a:off x="7270787" y="1982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8" name="pt24198"/>
            <p:cNvSpPr/>
            <p:nvPr/>
          </p:nvSpPr>
          <p:spPr>
            <a:xfrm>
              <a:off x="7206574" y="2018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9" name="pt24199"/>
            <p:cNvSpPr/>
            <p:nvPr/>
          </p:nvSpPr>
          <p:spPr>
            <a:xfrm>
              <a:off x="7017021" y="2135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0" name="pt24200"/>
            <p:cNvSpPr/>
            <p:nvPr/>
          </p:nvSpPr>
          <p:spPr>
            <a:xfrm>
              <a:off x="7482355" y="2402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1" name="pt24201"/>
            <p:cNvSpPr/>
            <p:nvPr/>
          </p:nvSpPr>
          <p:spPr>
            <a:xfrm>
              <a:off x="6996078" y="2323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2" name="pt24202"/>
            <p:cNvSpPr/>
            <p:nvPr/>
          </p:nvSpPr>
          <p:spPr>
            <a:xfrm>
              <a:off x="7200831" y="1967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3" name="pt24203"/>
            <p:cNvSpPr/>
            <p:nvPr/>
          </p:nvSpPr>
          <p:spPr>
            <a:xfrm>
              <a:off x="7164905" y="2205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4" name="pt24204"/>
            <p:cNvSpPr/>
            <p:nvPr/>
          </p:nvSpPr>
          <p:spPr>
            <a:xfrm>
              <a:off x="6983687" y="2259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5" name="pt24205"/>
            <p:cNvSpPr/>
            <p:nvPr/>
          </p:nvSpPr>
          <p:spPr>
            <a:xfrm>
              <a:off x="7200098" y="1979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6" name="pt24206"/>
            <p:cNvSpPr/>
            <p:nvPr/>
          </p:nvSpPr>
          <p:spPr>
            <a:xfrm>
              <a:off x="6929473" y="192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7" name="pt24207"/>
            <p:cNvSpPr/>
            <p:nvPr/>
          </p:nvSpPr>
          <p:spPr>
            <a:xfrm>
              <a:off x="7169708" y="2120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8" name="pt24208"/>
            <p:cNvSpPr/>
            <p:nvPr/>
          </p:nvSpPr>
          <p:spPr>
            <a:xfrm>
              <a:off x="7147915" y="1996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9" name="pt24209"/>
            <p:cNvSpPr/>
            <p:nvPr/>
          </p:nvSpPr>
          <p:spPr>
            <a:xfrm>
              <a:off x="7087411" y="2208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0" name="pt24210"/>
            <p:cNvSpPr/>
            <p:nvPr/>
          </p:nvSpPr>
          <p:spPr>
            <a:xfrm>
              <a:off x="6937949" y="1992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1" name="pt24211"/>
            <p:cNvSpPr/>
            <p:nvPr/>
          </p:nvSpPr>
          <p:spPr>
            <a:xfrm>
              <a:off x="7230019" y="210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2" name="pt24212"/>
            <p:cNvSpPr/>
            <p:nvPr/>
          </p:nvSpPr>
          <p:spPr>
            <a:xfrm>
              <a:off x="7121668" y="2058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3" name="pt24213"/>
            <p:cNvSpPr/>
            <p:nvPr/>
          </p:nvSpPr>
          <p:spPr>
            <a:xfrm>
              <a:off x="7144279" y="2041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4" name="pt24214"/>
            <p:cNvSpPr/>
            <p:nvPr/>
          </p:nvSpPr>
          <p:spPr>
            <a:xfrm>
              <a:off x="7226220" y="1929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5" name="pt24215"/>
            <p:cNvSpPr/>
            <p:nvPr/>
          </p:nvSpPr>
          <p:spPr>
            <a:xfrm>
              <a:off x="7042867" y="2206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6" name="pt24216"/>
            <p:cNvSpPr/>
            <p:nvPr/>
          </p:nvSpPr>
          <p:spPr>
            <a:xfrm>
              <a:off x="7170541" y="2065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7" name="pt24217"/>
            <p:cNvSpPr/>
            <p:nvPr/>
          </p:nvSpPr>
          <p:spPr>
            <a:xfrm>
              <a:off x="7047358" y="2173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8" name="pt24218"/>
            <p:cNvSpPr/>
            <p:nvPr/>
          </p:nvSpPr>
          <p:spPr>
            <a:xfrm>
              <a:off x="7086150" y="2205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9" name="pt24219"/>
            <p:cNvSpPr/>
            <p:nvPr/>
          </p:nvSpPr>
          <p:spPr>
            <a:xfrm>
              <a:off x="7081932" y="2137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0" name="pt24220"/>
            <p:cNvSpPr/>
            <p:nvPr/>
          </p:nvSpPr>
          <p:spPr>
            <a:xfrm>
              <a:off x="7020585" y="2126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1" name="pt24221"/>
            <p:cNvSpPr/>
            <p:nvPr/>
          </p:nvSpPr>
          <p:spPr>
            <a:xfrm>
              <a:off x="7272116" y="1997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2" name="pt24222"/>
            <p:cNvSpPr/>
            <p:nvPr/>
          </p:nvSpPr>
          <p:spPr>
            <a:xfrm>
              <a:off x="7115294" y="1922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3" name="pt24223"/>
            <p:cNvSpPr/>
            <p:nvPr/>
          </p:nvSpPr>
          <p:spPr>
            <a:xfrm>
              <a:off x="6987612" y="2286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4" name="pt24224"/>
            <p:cNvSpPr/>
            <p:nvPr/>
          </p:nvSpPr>
          <p:spPr>
            <a:xfrm>
              <a:off x="7096010" y="2243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5" name="pt24225"/>
            <p:cNvSpPr/>
            <p:nvPr/>
          </p:nvSpPr>
          <p:spPr>
            <a:xfrm>
              <a:off x="7043781" y="2092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6" name="pt24226"/>
            <p:cNvSpPr/>
            <p:nvPr/>
          </p:nvSpPr>
          <p:spPr>
            <a:xfrm>
              <a:off x="7056937" y="2086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7" name="pt24227"/>
            <p:cNvSpPr/>
            <p:nvPr/>
          </p:nvSpPr>
          <p:spPr>
            <a:xfrm>
              <a:off x="7099815" y="2307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8" name="pt24228"/>
            <p:cNvSpPr/>
            <p:nvPr/>
          </p:nvSpPr>
          <p:spPr>
            <a:xfrm>
              <a:off x="7155388" y="2155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9" name="pt24229"/>
            <p:cNvSpPr/>
            <p:nvPr/>
          </p:nvSpPr>
          <p:spPr>
            <a:xfrm>
              <a:off x="7014292" y="2240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0" name="pt24230"/>
            <p:cNvSpPr/>
            <p:nvPr/>
          </p:nvSpPr>
          <p:spPr>
            <a:xfrm>
              <a:off x="6956486" y="1814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1" name="pt24231"/>
            <p:cNvSpPr/>
            <p:nvPr/>
          </p:nvSpPr>
          <p:spPr>
            <a:xfrm>
              <a:off x="6579414" y="2294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2" name="pt24232"/>
            <p:cNvSpPr/>
            <p:nvPr/>
          </p:nvSpPr>
          <p:spPr>
            <a:xfrm>
              <a:off x="6969986" y="1865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3" name="pt24233"/>
            <p:cNvSpPr/>
            <p:nvPr/>
          </p:nvSpPr>
          <p:spPr>
            <a:xfrm>
              <a:off x="7257667" y="2038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4" name="pt24234"/>
            <p:cNvSpPr/>
            <p:nvPr/>
          </p:nvSpPr>
          <p:spPr>
            <a:xfrm>
              <a:off x="7189717" y="2184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5" name="pt24235"/>
            <p:cNvSpPr/>
            <p:nvPr/>
          </p:nvSpPr>
          <p:spPr>
            <a:xfrm>
              <a:off x="7111818" y="1905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6" name="pt24236"/>
            <p:cNvSpPr/>
            <p:nvPr/>
          </p:nvSpPr>
          <p:spPr>
            <a:xfrm>
              <a:off x="7324708" y="2125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7" name="pt24237"/>
            <p:cNvSpPr/>
            <p:nvPr/>
          </p:nvSpPr>
          <p:spPr>
            <a:xfrm>
              <a:off x="7104777" y="2162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8" name="pt24238"/>
            <p:cNvSpPr/>
            <p:nvPr/>
          </p:nvSpPr>
          <p:spPr>
            <a:xfrm>
              <a:off x="7057068" y="2126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9" name="pt24239"/>
            <p:cNvSpPr/>
            <p:nvPr/>
          </p:nvSpPr>
          <p:spPr>
            <a:xfrm>
              <a:off x="7468202" y="2648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0" name="pt24240"/>
            <p:cNvSpPr/>
            <p:nvPr/>
          </p:nvSpPr>
          <p:spPr>
            <a:xfrm>
              <a:off x="6795546" y="2155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1" name="pt24241"/>
            <p:cNvSpPr/>
            <p:nvPr/>
          </p:nvSpPr>
          <p:spPr>
            <a:xfrm>
              <a:off x="6829610" y="1894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2" name="pt24242"/>
            <p:cNvSpPr/>
            <p:nvPr/>
          </p:nvSpPr>
          <p:spPr>
            <a:xfrm>
              <a:off x="7158673" y="2111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3" name="pt24243"/>
            <p:cNvSpPr/>
            <p:nvPr/>
          </p:nvSpPr>
          <p:spPr>
            <a:xfrm>
              <a:off x="7156136" y="2131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4" name="pt24244"/>
            <p:cNvSpPr/>
            <p:nvPr/>
          </p:nvSpPr>
          <p:spPr>
            <a:xfrm>
              <a:off x="6977514" y="2170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5" name="pt24245"/>
            <p:cNvSpPr/>
            <p:nvPr/>
          </p:nvSpPr>
          <p:spPr>
            <a:xfrm>
              <a:off x="6961144" y="206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6" name="pt24246"/>
            <p:cNvSpPr/>
            <p:nvPr/>
          </p:nvSpPr>
          <p:spPr>
            <a:xfrm>
              <a:off x="7113996" y="1985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7" name="pt24247"/>
            <p:cNvSpPr/>
            <p:nvPr/>
          </p:nvSpPr>
          <p:spPr>
            <a:xfrm>
              <a:off x="6948614" y="1992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8" name="pt24248"/>
            <p:cNvSpPr/>
            <p:nvPr/>
          </p:nvSpPr>
          <p:spPr>
            <a:xfrm>
              <a:off x="7109523" y="2083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9" name="pt24249"/>
            <p:cNvSpPr/>
            <p:nvPr/>
          </p:nvSpPr>
          <p:spPr>
            <a:xfrm>
              <a:off x="7035424" y="2142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0" name="pt24250"/>
            <p:cNvSpPr/>
            <p:nvPr/>
          </p:nvSpPr>
          <p:spPr>
            <a:xfrm>
              <a:off x="7341628" y="2083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1" name="pt24251"/>
            <p:cNvSpPr/>
            <p:nvPr/>
          </p:nvSpPr>
          <p:spPr>
            <a:xfrm>
              <a:off x="6761073" y="2039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2" name="pt24252"/>
            <p:cNvSpPr/>
            <p:nvPr/>
          </p:nvSpPr>
          <p:spPr>
            <a:xfrm>
              <a:off x="6827490" y="1933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3" name="pt24253"/>
            <p:cNvSpPr/>
            <p:nvPr/>
          </p:nvSpPr>
          <p:spPr>
            <a:xfrm>
              <a:off x="7405853" y="2521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4" name="pt24254"/>
            <p:cNvSpPr/>
            <p:nvPr/>
          </p:nvSpPr>
          <p:spPr>
            <a:xfrm>
              <a:off x="7100875" y="2361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5" name="pt24255"/>
            <p:cNvSpPr/>
            <p:nvPr/>
          </p:nvSpPr>
          <p:spPr>
            <a:xfrm>
              <a:off x="7053657" y="2150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6" name="pt24256"/>
            <p:cNvSpPr/>
            <p:nvPr/>
          </p:nvSpPr>
          <p:spPr>
            <a:xfrm>
              <a:off x="7138187" y="2011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7" name="pt24257"/>
            <p:cNvSpPr/>
            <p:nvPr/>
          </p:nvSpPr>
          <p:spPr>
            <a:xfrm>
              <a:off x="7073922" y="2091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8" name="pt24258"/>
            <p:cNvSpPr/>
            <p:nvPr/>
          </p:nvSpPr>
          <p:spPr>
            <a:xfrm>
              <a:off x="7189477" y="2215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9" name="pt24259"/>
            <p:cNvSpPr/>
            <p:nvPr/>
          </p:nvSpPr>
          <p:spPr>
            <a:xfrm>
              <a:off x="6893826" y="2067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0" name="pt24260"/>
            <p:cNvSpPr/>
            <p:nvPr/>
          </p:nvSpPr>
          <p:spPr>
            <a:xfrm>
              <a:off x="7024852" y="2065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1" name="pt24261"/>
            <p:cNvSpPr/>
            <p:nvPr/>
          </p:nvSpPr>
          <p:spPr>
            <a:xfrm>
              <a:off x="7387501" y="2283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2" name="pt24262"/>
            <p:cNvSpPr/>
            <p:nvPr/>
          </p:nvSpPr>
          <p:spPr>
            <a:xfrm>
              <a:off x="7350587" y="2425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3" name="pt24263"/>
            <p:cNvSpPr/>
            <p:nvPr/>
          </p:nvSpPr>
          <p:spPr>
            <a:xfrm>
              <a:off x="6973408" y="1750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4" name="pt24264"/>
            <p:cNvSpPr/>
            <p:nvPr/>
          </p:nvSpPr>
          <p:spPr>
            <a:xfrm>
              <a:off x="7157989" y="2214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5" name="pt24265"/>
            <p:cNvSpPr/>
            <p:nvPr/>
          </p:nvSpPr>
          <p:spPr>
            <a:xfrm>
              <a:off x="7060694" y="2203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6" name="pt24266"/>
            <p:cNvSpPr/>
            <p:nvPr/>
          </p:nvSpPr>
          <p:spPr>
            <a:xfrm>
              <a:off x="7012934" y="2108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7" name="pt24267"/>
            <p:cNvSpPr/>
            <p:nvPr/>
          </p:nvSpPr>
          <p:spPr>
            <a:xfrm>
              <a:off x="7059524" y="2136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8" name="pt24268"/>
            <p:cNvSpPr/>
            <p:nvPr/>
          </p:nvSpPr>
          <p:spPr>
            <a:xfrm>
              <a:off x="7138205" y="1854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9" name="pt24269"/>
            <p:cNvSpPr/>
            <p:nvPr/>
          </p:nvSpPr>
          <p:spPr>
            <a:xfrm>
              <a:off x="6952386" y="1846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0" name="pt24270"/>
            <p:cNvSpPr/>
            <p:nvPr/>
          </p:nvSpPr>
          <p:spPr>
            <a:xfrm>
              <a:off x="7088574" y="2222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1" name="pt24271"/>
            <p:cNvSpPr/>
            <p:nvPr/>
          </p:nvSpPr>
          <p:spPr>
            <a:xfrm>
              <a:off x="7082602" y="2209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2" name="pt24272"/>
            <p:cNvSpPr/>
            <p:nvPr/>
          </p:nvSpPr>
          <p:spPr>
            <a:xfrm>
              <a:off x="6803854" y="2094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3" name="pt24273"/>
            <p:cNvSpPr/>
            <p:nvPr/>
          </p:nvSpPr>
          <p:spPr>
            <a:xfrm>
              <a:off x="7005624" y="1794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4" name="pt24274"/>
            <p:cNvSpPr/>
            <p:nvPr/>
          </p:nvSpPr>
          <p:spPr>
            <a:xfrm>
              <a:off x="7238834" y="1876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5" name="pt24275"/>
            <p:cNvSpPr/>
            <p:nvPr/>
          </p:nvSpPr>
          <p:spPr>
            <a:xfrm>
              <a:off x="7289158" y="2031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6" name="pt24276"/>
            <p:cNvSpPr/>
            <p:nvPr/>
          </p:nvSpPr>
          <p:spPr>
            <a:xfrm>
              <a:off x="7169797" y="2198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7" name="pt24277"/>
            <p:cNvSpPr/>
            <p:nvPr/>
          </p:nvSpPr>
          <p:spPr>
            <a:xfrm>
              <a:off x="7320867" y="2539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8" name="pt24278"/>
            <p:cNvSpPr/>
            <p:nvPr/>
          </p:nvSpPr>
          <p:spPr>
            <a:xfrm>
              <a:off x="7327459" y="2259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9" name="pt24279"/>
            <p:cNvSpPr/>
            <p:nvPr/>
          </p:nvSpPr>
          <p:spPr>
            <a:xfrm>
              <a:off x="7463111" y="2361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0" name="pt24280"/>
            <p:cNvSpPr/>
            <p:nvPr/>
          </p:nvSpPr>
          <p:spPr>
            <a:xfrm>
              <a:off x="7084065" y="2113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1" name="pt24281"/>
            <p:cNvSpPr/>
            <p:nvPr/>
          </p:nvSpPr>
          <p:spPr>
            <a:xfrm>
              <a:off x="6877355" y="2125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2" name="pt24282"/>
            <p:cNvSpPr/>
            <p:nvPr/>
          </p:nvSpPr>
          <p:spPr>
            <a:xfrm>
              <a:off x="7212165" y="205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3" name="pt24283"/>
            <p:cNvSpPr/>
            <p:nvPr/>
          </p:nvSpPr>
          <p:spPr>
            <a:xfrm>
              <a:off x="6884199" y="2095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4" name="pt24284"/>
            <p:cNvSpPr/>
            <p:nvPr/>
          </p:nvSpPr>
          <p:spPr>
            <a:xfrm>
              <a:off x="7294488" y="2193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5" name="pt24285"/>
            <p:cNvSpPr/>
            <p:nvPr/>
          </p:nvSpPr>
          <p:spPr>
            <a:xfrm>
              <a:off x="7139652" y="2012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6" name="pt24286"/>
            <p:cNvSpPr/>
            <p:nvPr/>
          </p:nvSpPr>
          <p:spPr>
            <a:xfrm>
              <a:off x="7071435" y="2119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7" name="pt24287"/>
            <p:cNvSpPr/>
            <p:nvPr/>
          </p:nvSpPr>
          <p:spPr>
            <a:xfrm>
              <a:off x="7441858" y="2548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8" name="pt24288"/>
            <p:cNvSpPr/>
            <p:nvPr/>
          </p:nvSpPr>
          <p:spPr>
            <a:xfrm>
              <a:off x="7137243" y="1951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9" name="pt24289"/>
            <p:cNvSpPr/>
            <p:nvPr/>
          </p:nvSpPr>
          <p:spPr>
            <a:xfrm>
              <a:off x="7236673" y="1975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0" name="pt24290"/>
            <p:cNvSpPr/>
            <p:nvPr/>
          </p:nvSpPr>
          <p:spPr>
            <a:xfrm>
              <a:off x="7112299" y="1929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1" name="pt24291"/>
            <p:cNvSpPr/>
            <p:nvPr/>
          </p:nvSpPr>
          <p:spPr>
            <a:xfrm>
              <a:off x="7173204" y="2248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2" name="pt24292"/>
            <p:cNvSpPr/>
            <p:nvPr/>
          </p:nvSpPr>
          <p:spPr>
            <a:xfrm>
              <a:off x="7080915" y="217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3" name="pt24293"/>
            <p:cNvSpPr/>
            <p:nvPr/>
          </p:nvSpPr>
          <p:spPr>
            <a:xfrm>
              <a:off x="7123282" y="2033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4" name="pt24294"/>
            <p:cNvSpPr/>
            <p:nvPr/>
          </p:nvSpPr>
          <p:spPr>
            <a:xfrm>
              <a:off x="7051027" y="2073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5" name="pt24295"/>
            <p:cNvSpPr/>
            <p:nvPr/>
          </p:nvSpPr>
          <p:spPr>
            <a:xfrm>
              <a:off x="7263234" y="1830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6" name="pt24296"/>
            <p:cNvSpPr/>
            <p:nvPr/>
          </p:nvSpPr>
          <p:spPr>
            <a:xfrm>
              <a:off x="7285164" y="1977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7" name="pt24297"/>
            <p:cNvSpPr/>
            <p:nvPr/>
          </p:nvSpPr>
          <p:spPr>
            <a:xfrm>
              <a:off x="7243933" y="190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8" name="pt24298"/>
            <p:cNvSpPr/>
            <p:nvPr/>
          </p:nvSpPr>
          <p:spPr>
            <a:xfrm>
              <a:off x="7088729" y="2240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9" name="pt24299"/>
            <p:cNvSpPr/>
            <p:nvPr/>
          </p:nvSpPr>
          <p:spPr>
            <a:xfrm>
              <a:off x="6968160" y="1797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0" name="pt24300"/>
            <p:cNvSpPr/>
            <p:nvPr/>
          </p:nvSpPr>
          <p:spPr>
            <a:xfrm>
              <a:off x="7188576" y="2185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1" name="pt24301"/>
            <p:cNvSpPr/>
            <p:nvPr/>
          </p:nvSpPr>
          <p:spPr>
            <a:xfrm>
              <a:off x="7077998" y="2087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2" name="pt24302"/>
            <p:cNvSpPr/>
            <p:nvPr/>
          </p:nvSpPr>
          <p:spPr>
            <a:xfrm>
              <a:off x="6819202" y="1826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3" name="pt24303"/>
            <p:cNvSpPr/>
            <p:nvPr/>
          </p:nvSpPr>
          <p:spPr>
            <a:xfrm>
              <a:off x="7222332" y="1970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4" name="pt24304"/>
            <p:cNvSpPr/>
            <p:nvPr/>
          </p:nvSpPr>
          <p:spPr>
            <a:xfrm>
              <a:off x="7127734" y="2111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5" name="pt24305"/>
            <p:cNvSpPr/>
            <p:nvPr/>
          </p:nvSpPr>
          <p:spPr>
            <a:xfrm>
              <a:off x="7035780" y="2166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6" name="pt24306"/>
            <p:cNvSpPr/>
            <p:nvPr/>
          </p:nvSpPr>
          <p:spPr>
            <a:xfrm>
              <a:off x="7127996" y="2072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7" name="pt24307"/>
            <p:cNvSpPr/>
            <p:nvPr/>
          </p:nvSpPr>
          <p:spPr>
            <a:xfrm>
              <a:off x="7184884" y="1749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8" name="pt24308"/>
            <p:cNvSpPr/>
            <p:nvPr/>
          </p:nvSpPr>
          <p:spPr>
            <a:xfrm>
              <a:off x="7155285" y="2282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9" name="pt24309"/>
            <p:cNvSpPr/>
            <p:nvPr/>
          </p:nvSpPr>
          <p:spPr>
            <a:xfrm>
              <a:off x="7147523" y="1987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0" name="pt24310"/>
            <p:cNvSpPr/>
            <p:nvPr/>
          </p:nvSpPr>
          <p:spPr>
            <a:xfrm>
              <a:off x="7145307" y="1926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1" name="pt24311"/>
            <p:cNvSpPr/>
            <p:nvPr/>
          </p:nvSpPr>
          <p:spPr>
            <a:xfrm>
              <a:off x="7042852" y="2128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2" name="pt24312"/>
            <p:cNvSpPr/>
            <p:nvPr/>
          </p:nvSpPr>
          <p:spPr>
            <a:xfrm>
              <a:off x="7392836" y="2753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3" name="pt24313"/>
            <p:cNvSpPr/>
            <p:nvPr/>
          </p:nvSpPr>
          <p:spPr>
            <a:xfrm>
              <a:off x="7250010" y="1920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4" name="pt24314"/>
            <p:cNvSpPr/>
            <p:nvPr/>
          </p:nvSpPr>
          <p:spPr>
            <a:xfrm>
              <a:off x="6974439" y="1745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5" name="pt24315"/>
            <p:cNvSpPr/>
            <p:nvPr/>
          </p:nvSpPr>
          <p:spPr>
            <a:xfrm>
              <a:off x="7212372" y="2120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6" name="pt24316"/>
            <p:cNvSpPr/>
            <p:nvPr/>
          </p:nvSpPr>
          <p:spPr>
            <a:xfrm>
              <a:off x="7312110" y="2514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7" name="pt24317"/>
            <p:cNvSpPr/>
            <p:nvPr/>
          </p:nvSpPr>
          <p:spPr>
            <a:xfrm>
              <a:off x="6984716" y="2094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8" name="pt24318"/>
            <p:cNvSpPr/>
            <p:nvPr/>
          </p:nvSpPr>
          <p:spPr>
            <a:xfrm>
              <a:off x="7128970" y="2082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9" name="pt24319"/>
            <p:cNvSpPr/>
            <p:nvPr/>
          </p:nvSpPr>
          <p:spPr>
            <a:xfrm>
              <a:off x="6893544" y="2241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0" name="pt24320"/>
            <p:cNvSpPr/>
            <p:nvPr/>
          </p:nvSpPr>
          <p:spPr>
            <a:xfrm>
              <a:off x="7511510" y="1790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1" name="pt24321"/>
            <p:cNvSpPr/>
            <p:nvPr/>
          </p:nvSpPr>
          <p:spPr>
            <a:xfrm>
              <a:off x="6954184" y="1884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2" name="pt24322"/>
            <p:cNvSpPr/>
            <p:nvPr/>
          </p:nvSpPr>
          <p:spPr>
            <a:xfrm>
              <a:off x="7114968" y="1920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3" name="pt24323"/>
            <p:cNvSpPr/>
            <p:nvPr/>
          </p:nvSpPr>
          <p:spPr>
            <a:xfrm>
              <a:off x="6774585" y="1934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4" name="pt24324"/>
            <p:cNvSpPr/>
            <p:nvPr/>
          </p:nvSpPr>
          <p:spPr>
            <a:xfrm>
              <a:off x="7292939" y="2063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5" name="pt24325"/>
            <p:cNvSpPr/>
            <p:nvPr/>
          </p:nvSpPr>
          <p:spPr>
            <a:xfrm>
              <a:off x="7128280" y="1996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6" name="pt24326"/>
            <p:cNvSpPr/>
            <p:nvPr/>
          </p:nvSpPr>
          <p:spPr>
            <a:xfrm>
              <a:off x="7252086" y="1964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7" name="pt24327"/>
            <p:cNvSpPr/>
            <p:nvPr/>
          </p:nvSpPr>
          <p:spPr>
            <a:xfrm>
              <a:off x="7121919" y="208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8" name="pt24328"/>
            <p:cNvSpPr/>
            <p:nvPr/>
          </p:nvSpPr>
          <p:spPr>
            <a:xfrm>
              <a:off x="7094028" y="2293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9" name="pt24329"/>
            <p:cNvSpPr/>
            <p:nvPr/>
          </p:nvSpPr>
          <p:spPr>
            <a:xfrm>
              <a:off x="7088270" y="2169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0" name="pt24330"/>
            <p:cNvSpPr/>
            <p:nvPr/>
          </p:nvSpPr>
          <p:spPr>
            <a:xfrm>
              <a:off x="7027840" y="2087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1" name="pt24331"/>
            <p:cNvSpPr/>
            <p:nvPr/>
          </p:nvSpPr>
          <p:spPr>
            <a:xfrm>
              <a:off x="6878771" y="1923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2" name="pt24332"/>
            <p:cNvSpPr/>
            <p:nvPr/>
          </p:nvSpPr>
          <p:spPr>
            <a:xfrm>
              <a:off x="6821056" y="214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3" name="pt24333"/>
            <p:cNvSpPr/>
            <p:nvPr/>
          </p:nvSpPr>
          <p:spPr>
            <a:xfrm>
              <a:off x="7141084" y="2084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4" name="pt24334"/>
            <p:cNvSpPr/>
            <p:nvPr/>
          </p:nvSpPr>
          <p:spPr>
            <a:xfrm>
              <a:off x="6974121" y="1756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5" name="pt24335"/>
            <p:cNvSpPr/>
            <p:nvPr/>
          </p:nvSpPr>
          <p:spPr>
            <a:xfrm>
              <a:off x="7121081" y="2065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6" name="pt24336"/>
            <p:cNvSpPr/>
            <p:nvPr/>
          </p:nvSpPr>
          <p:spPr>
            <a:xfrm>
              <a:off x="6973994" y="1943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7" name="pt24337"/>
            <p:cNvSpPr/>
            <p:nvPr/>
          </p:nvSpPr>
          <p:spPr>
            <a:xfrm>
              <a:off x="7091409" y="2207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8" name="pt24338"/>
            <p:cNvSpPr/>
            <p:nvPr/>
          </p:nvSpPr>
          <p:spPr>
            <a:xfrm>
              <a:off x="7245779" y="2004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9" name="pt24339"/>
            <p:cNvSpPr/>
            <p:nvPr/>
          </p:nvSpPr>
          <p:spPr>
            <a:xfrm>
              <a:off x="6958791" y="2035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0" name="pt24340"/>
            <p:cNvSpPr/>
            <p:nvPr/>
          </p:nvSpPr>
          <p:spPr>
            <a:xfrm>
              <a:off x="7249905" y="2051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1" name="pt24341"/>
            <p:cNvSpPr/>
            <p:nvPr/>
          </p:nvSpPr>
          <p:spPr>
            <a:xfrm>
              <a:off x="7025236" y="2024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2" name="pt24342"/>
            <p:cNvSpPr/>
            <p:nvPr/>
          </p:nvSpPr>
          <p:spPr>
            <a:xfrm>
              <a:off x="6993153" y="2232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3" name="pt24343"/>
            <p:cNvSpPr/>
            <p:nvPr/>
          </p:nvSpPr>
          <p:spPr>
            <a:xfrm>
              <a:off x="7035609" y="221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4" name="pt24344"/>
            <p:cNvSpPr/>
            <p:nvPr/>
          </p:nvSpPr>
          <p:spPr>
            <a:xfrm>
              <a:off x="7009773" y="2018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5" name="pt24345"/>
            <p:cNvSpPr/>
            <p:nvPr/>
          </p:nvSpPr>
          <p:spPr>
            <a:xfrm>
              <a:off x="6682500" y="1822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6" name="pt24346"/>
            <p:cNvSpPr/>
            <p:nvPr/>
          </p:nvSpPr>
          <p:spPr>
            <a:xfrm>
              <a:off x="7043492" y="2117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7" name="pt24347"/>
            <p:cNvSpPr/>
            <p:nvPr/>
          </p:nvSpPr>
          <p:spPr>
            <a:xfrm>
              <a:off x="7116579" y="1925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8" name="pt24348"/>
            <p:cNvSpPr/>
            <p:nvPr/>
          </p:nvSpPr>
          <p:spPr>
            <a:xfrm>
              <a:off x="7115120" y="1881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9" name="pt24349"/>
            <p:cNvSpPr/>
            <p:nvPr/>
          </p:nvSpPr>
          <p:spPr>
            <a:xfrm>
              <a:off x="7001467" y="1948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0" name="pt24350"/>
            <p:cNvSpPr/>
            <p:nvPr/>
          </p:nvSpPr>
          <p:spPr>
            <a:xfrm>
              <a:off x="7160932" y="2200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1" name="pt24351"/>
            <p:cNvSpPr/>
            <p:nvPr/>
          </p:nvSpPr>
          <p:spPr>
            <a:xfrm>
              <a:off x="7196395" y="2030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2" name="pt24352"/>
            <p:cNvSpPr/>
            <p:nvPr/>
          </p:nvSpPr>
          <p:spPr>
            <a:xfrm>
              <a:off x="7199537" y="1970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3" name="pt24353"/>
            <p:cNvSpPr/>
            <p:nvPr/>
          </p:nvSpPr>
          <p:spPr>
            <a:xfrm>
              <a:off x="7020395" y="2131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4" name="pt24354"/>
            <p:cNvSpPr/>
            <p:nvPr/>
          </p:nvSpPr>
          <p:spPr>
            <a:xfrm>
              <a:off x="7082259" y="2215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5" name="pt24355"/>
            <p:cNvSpPr/>
            <p:nvPr/>
          </p:nvSpPr>
          <p:spPr>
            <a:xfrm>
              <a:off x="7105674" y="2021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6" name="pt24356"/>
            <p:cNvSpPr/>
            <p:nvPr/>
          </p:nvSpPr>
          <p:spPr>
            <a:xfrm>
              <a:off x="7225592" y="2057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7" name="pt24357"/>
            <p:cNvSpPr/>
            <p:nvPr/>
          </p:nvSpPr>
          <p:spPr>
            <a:xfrm>
              <a:off x="7380989" y="2240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8" name="pt24358"/>
            <p:cNvSpPr/>
            <p:nvPr/>
          </p:nvSpPr>
          <p:spPr>
            <a:xfrm>
              <a:off x="7042234" y="2215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9" name="pt24359"/>
            <p:cNvSpPr/>
            <p:nvPr/>
          </p:nvSpPr>
          <p:spPr>
            <a:xfrm>
              <a:off x="7143123" y="2046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0" name="pt24360"/>
            <p:cNvSpPr/>
            <p:nvPr/>
          </p:nvSpPr>
          <p:spPr>
            <a:xfrm>
              <a:off x="7559011" y="2331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1" name="pt24361"/>
            <p:cNvSpPr/>
            <p:nvPr/>
          </p:nvSpPr>
          <p:spPr>
            <a:xfrm>
              <a:off x="7311073" y="2404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2" name="pt24362"/>
            <p:cNvSpPr/>
            <p:nvPr/>
          </p:nvSpPr>
          <p:spPr>
            <a:xfrm>
              <a:off x="6706580" y="2723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3" name="pt24363"/>
            <p:cNvSpPr/>
            <p:nvPr/>
          </p:nvSpPr>
          <p:spPr>
            <a:xfrm>
              <a:off x="7162989" y="2387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4" name="pt24364"/>
            <p:cNvSpPr/>
            <p:nvPr/>
          </p:nvSpPr>
          <p:spPr>
            <a:xfrm>
              <a:off x="7269726" y="2004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5" name="pt24365"/>
            <p:cNvSpPr/>
            <p:nvPr/>
          </p:nvSpPr>
          <p:spPr>
            <a:xfrm>
              <a:off x="7202724" y="1930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6" name="pt24366"/>
            <p:cNvSpPr/>
            <p:nvPr/>
          </p:nvSpPr>
          <p:spPr>
            <a:xfrm>
              <a:off x="6760228" y="1949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7" name="pt24367"/>
            <p:cNvSpPr/>
            <p:nvPr/>
          </p:nvSpPr>
          <p:spPr>
            <a:xfrm>
              <a:off x="7073977" y="2016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8" name="pt24368"/>
            <p:cNvSpPr/>
            <p:nvPr/>
          </p:nvSpPr>
          <p:spPr>
            <a:xfrm>
              <a:off x="7132982" y="2139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9" name="pt24369"/>
            <p:cNvSpPr/>
            <p:nvPr/>
          </p:nvSpPr>
          <p:spPr>
            <a:xfrm>
              <a:off x="7009841" y="2061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0" name="pt24370"/>
            <p:cNvSpPr/>
            <p:nvPr/>
          </p:nvSpPr>
          <p:spPr>
            <a:xfrm>
              <a:off x="7237856" y="1903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1" name="pt24371"/>
            <p:cNvSpPr/>
            <p:nvPr/>
          </p:nvSpPr>
          <p:spPr>
            <a:xfrm>
              <a:off x="7142687" y="2050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2" name="pt24372"/>
            <p:cNvSpPr/>
            <p:nvPr/>
          </p:nvSpPr>
          <p:spPr>
            <a:xfrm>
              <a:off x="7198127" y="2033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3" name="pt24373"/>
            <p:cNvSpPr/>
            <p:nvPr/>
          </p:nvSpPr>
          <p:spPr>
            <a:xfrm>
              <a:off x="7110705" y="2099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4" name="pt24374"/>
            <p:cNvSpPr/>
            <p:nvPr/>
          </p:nvSpPr>
          <p:spPr>
            <a:xfrm>
              <a:off x="6999982" y="2211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5" name="pt24375"/>
            <p:cNvSpPr/>
            <p:nvPr/>
          </p:nvSpPr>
          <p:spPr>
            <a:xfrm>
              <a:off x="7035766" y="2218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6" name="pt24376"/>
            <p:cNvSpPr/>
            <p:nvPr/>
          </p:nvSpPr>
          <p:spPr>
            <a:xfrm>
              <a:off x="7027813" y="2087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7" name="pt24377"/>
            <p:cNvSpPr/>
            <p:nvPr/>
          </p:nvSpPr>
          <p:spPr>
            <a:xfrm>
              <a:off x="6643226" y="1791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8" name="pt24378"/>
            <p:cNvSpPr/>
            <p:nvPr/>
          </p:nvSpPr>
          <p:spPr>
            <a:xfrm>
              <a:off x="7129508" y="2115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9" name="pt24379"/>
            <p:cNvSpPr/>
            <p:nvPr/>
          </p:nvSpPr>
          <p:spPr>
            <a:xfrm>
              <a:off x="6925562" y="2022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0" name="pt24380"/>
            <p:cNvSpPr/>
            <p:nvPr/>
          </p:nvSpPr>
          <p:spPr>
            <a:xfrm>
              <a:off x="6899477" y="2004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1" name="pt24381"/>
            <p:cNvSpPr/>
            <p:nvPr/>
          </p:nvSpPr>
          <p:spPr>
            <a:xfrm>
              <a:off x="7136118" y="2010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2" name="pt24382"/>
            <p:cNvSpPr/>
            <p:nvPr/>
          </p:nvSpPr>
          <p:spPr>
            <a:xfrm>
              <a:off x="6984545" y="2179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3" name="pt24383"/>
            <p:cNvSpPr/>
            <p:nvPr/>
          </p:nvSpPr>
          <p:spPr>
            <a:xfrm>
              <a:off x="6949739" y="1979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4" name="pt24384"/>
            <p:cNvSpPr/>
            <p:nvPr/>
          </p:nvSpPr>
          <p:spPr>
            <a:xfrm>
              <a:off x="6994217" y="2419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5" name="pt24385"/>
            <p:cNvSpPr/>
            <p:nvPr/>
          </p:nvSpPr>
          <p:spPr>
            <a:xfrm>
              <a:off x="7094202" y="2424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6" name="pt24386"/>
            <p:cNvSpPr/>
            <p:nvPr/>
          </p:nvSpPr>
          <p:spPr>
            <a:xfrm>
              <a:off x="6878409" y="2077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7" name="pt24387"/>
            <p:cNvSpPr/>
            <p:nvPr/>
          </p:nvSpPr>
          <p:spPr>
            <a:xfrm>
              <a:off x="6935363" y="2056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8" name="pt24388"/>
            <p:cNvSpPr/>
            <p:nvPr/>
          </p:nvSpPr>
          <p:spPr>
            <a:xfrm>
              <a:off x="7111099" y="2016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9" name="pt24389"/>
            <p:cNvSpPr/>
            <p:nvPr/>
          </p:nvSpPr>
          <p:spPr>
            <a:xfrm>
              <a:off x="6999256" y="2237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0" name="pt24390"/>
            <p:cNvSpPr/>
            <p:nvPr/>
          </p:nvSpPr>
          <p:spPr>
            <a:xfrm>
              <a:off x="6675110" y="2201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1" name="pt24391"/>
            <p:cNvSpPr/>
            <p:nvPr/>
          </p:nvSpPr>
          <p:spPr>
            <a:xfrm>
              <a:off x="6864791" y="223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2" name="pt24392"/>
            <p:cNvSpPr/>
            <p:nvPr/>
          </p:nvSpPr>
          <p:spPr>
            <a:xfrm>
              <a:off x="7199137" y="1969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3" name="pt24393"/>
            <p:cNvSpPr/>
            <p:nvPr/>
          </p:nvSpPr>
          <p:spPr>
            <a:xfrm>
              <a:off x="7066224" y="2093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4" name="pt24394"/>
            <p:cNvSpPr/>
            <p:nvPr/>
          </p:nvSpPr>
          <p:spPr>
            <a:xfrm>
              <a:off x="7129825" y="2159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5" name="pt24395"/>
            <p:cNvSpPr/>
            <p:nvPr/>
          </p:nvSpPr>
          <p:spPr>
            <a:xfrm>
              <a:off x="7302226" y="1980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6" name="pt24396"/>
            <p:cNvSpPr/>
            <p:nvPr/>
          </p:nvSpPr>
          <p:spPr>
            <a:xfrm>
              <a:off x="7073016" y="2136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7" name="pt24397"/>
            <p:cNvSpPr/>
            <p:nvPr/>
          </p:nvSpPr>
          <p:spPr>
            <a:xfrm>
              <a:off x="7056642" y="2076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8" name="pt24398"/>
            <p:cNvSpPr/>
            <p:nvPr/>
          </p:nvSpPr>
          <p:spPr>
            <a:xfrm>
              <a:off x="7136189" y="2006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9" name="pt24399"/>
            <p:cNvSpPr/>
            <p:nvPr/>
          </p:nvSpPr>
          <p:spPr>
            <a:xfrm>
              <a:off x="7020521" y="2119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0" name="pt24400"/>
            <p:cNvSpPr/>
            <p:nvPr/>
          </p:nvSpPr>
          <p:spPr>
            <a:xfrm>
              <a:off x="7115765" y="1919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1" name="pt24401"/>
            <p:cNvSpPr/>
            <p:nvPr/>
          </p:nvSpPr>
          <p:spPr>
            <a:xfrm>
              <a:off x="7256173" y="1922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2" name="pt24402"/>
            <p:cNvSpPr/>
            <p:nvPr/>
          </p:nvSpPr>
          <p:spPr>
            <a:xfrm>
              <a:off x="7199306" y="2020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3" name="pt24403"/>
            <p:cNvSpPr/>
            <p:nvPr/>
          </p:nvSpPr>
          <p:spPr>
            <a:xfrm>
              <a:off x="7104779" y="217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4" name="pt24404"/>
            <p:cNvSpPr/>
            <p:nvPr/>
          </p:nvSpPr>
          <p:spPr>
            <a:xfrm>
              <a:off x="7075994" y="2121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5" name="pt24405"/>
            <p:cNvSpPr/>
            <p:nvPr/>
          </p:nvSpPr>
          <p:spPr>
            <a:xfrm>
              <a:off x="7102804" y="1977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6" name="pt24406"/>
            <p:cNvSpPr/>
            <p:nvPr/>
          </p:nvSpPr>
          <p:spPr>
            <a:xfrm>
              <a:off x="7067920" y="2115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7" name="pt24407"/>
            <p:cNvSpPr/>
            <p:nvPr/>
          </p:nvSpPr>
          <p:spPr>
            <a:xfrm>
              <a:off x="7033966" y="2138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8" name="pt24408"/>
            <p:cNvSpPr/>
            <p:nvPr/>
          </p:nvSpPr>
          <p:spPr>
            <a:xfrm>
              <a:off x="7065117" y="208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9" name="pt24409"/>
            <p:cNvSpPr/>
            <p:nvPr/>
          </p:nvSpPr>
          <p:spPr>
            <a:xfrm>
              <a:off x="6869842" y="2155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0" name="pt24410"/>
            <p:cNvSpPr/>
            <p:nvPr/>
          </p:nvSpPr>
          <p:spPr>
            <a:xfrm>
              <a:off x="7195069" y="2139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1" name="pt24411"/>
            <p:cNvSpPr/>
            <p:nvPr/>
          </p:nvSpPr>
          <p:spPr>
            <a:xfrm>
              <a:off x="7561692" y="2582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2" name="pt24412"/>
            <p:cNvSpPr/>
            <p:nvPr/>
          </p:nvSpPr>
          <p:spPr>
            <a:xfrm>
              <a:off x="7005554" y="1700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3" name="pt24413"/>
            <p:cNvSpPr/>
            <p:nvPr/>
          </p:nvSpPr>
          <p:spPr>
            <a:xfrm>
              <a:off x="7248426" y="1953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4" name="pt24414"/>
            <p:cNvSpPr/>
            <p:nvPr/>
          </p:nvSpPr>
          <p:spPr>
            <a:xfrm>
              <a:off x="7631708" y="2292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5" name="pt24415"/>
            <p:cNvSpPr/>
            <p:nvPr/>
          </p:nvSpPr>
          <p:spPr>
            <a:xfrm>
              <a:off x="7454390" y="265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6" name="pt24416"/>
            <p:cNvSpPr/>
            <p:nvPr/>
          </p:nvSpPr>
          <p:spPr>
            <a:xfrm>
              <a:off x="6882527" y="2164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7" name="pt24417"/>
            <p:cNvSpPr/>
            <p:nvPr/>
          </p:nvSpPr>
          <p:spPr>
            <a:xfrm>
              <a:off x="7032597" y="2193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8" name="pt24418"/>
            <p:cNvSpPr/>
            <p:nvPr/>
          </p:nvSpPr>
          <p:spPr>
            <a:xfrm>
              <a:off x="6975379" y="2033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9" name="pt24419"/>
            <p:cNvSpPr/>
            <p:nvPr/>
          </p:nvSpPr>
          <p:spPr>
            <a:xfrm>
              <a:off x="6897280" y="1999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0" name="pt24420"/>
            <p:cNvSpPr/>
            <p:nvPr/>
          </p:nvSpPr>
          <p:spPr>
            <a:xfrm>
              <a:off x="7174700" y="2216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1" name="pt24421"/>
            <p:cNvSpPr/>
            <p:nvPr/>
          </p:nvSpPr>
          <p:spPr>
            <a:xfrm>
              <a:off x="7141875" y="2026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2" name="pt24422"/>
            <p:cNvSpPr/>
            <p:nvPr/>
          </p:nvSpPr>
          <p:spPr>
            <a:xfrm>
              <a:off x="7122438" y="2062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3" name="pt24423"/>
            <p:cNvSpPr/>
            <p:nvPr/>
          </p:nvSpPr>
          <p:spPr>
            <a:xfrm>
              <a:off x="7274378" y="2079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4" name="pt24424"/>
            <p:cNvSpPr/>
            <p:nvPr/>
          </p:nvSpPr>
          <p:spPr>
            <a:xfrm>
              <a:off x="7104399" y="2133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5" name="pt24425"/>
            <p:cNvSpPr/>
            <p:nvPr/>
          </p:nvSpPr>
          <p:spPr>
            <a:xfrm>
              <a:off x="6921796" y="1982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6" name="pt24426"/>
            <p:cNvSpPr/>
            <p:nvPr/>
          </p:nvSpPr>
          <p:spPr>
            <a:xfrm>
              <a:off x="6715268" y="2741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7" name="pt24427"/>
            <p:cNvSpPr/>
            <p:nvPr/>
          </p:nvSpPr>
          <p:spPr>
            <a:xfrm>
              <a:off x="7313456" y="2504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8" name="pt24428"/>
            <p:cNvSpPr/>
            <p:nvPr/>
          </p:nvSpPr>
          <p:spPr>
            <a:xfrm>
              <a:off x="6932741" y="1995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9" name="pt24429"/>
            <p:cNvSpPr/>
            <p:nvPr/>
          </p:nvSpPr>
          <p:spPr>
            <a:xfrm>
              <a:off x="6799651" y="1955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0" name="pt24430"/>
            <p:cNvSpPr/>
            <p:nvPr/>
          </p:nvSpPr>
          <p:spPr>
            <a:xfrm>
              <a:off x="6750747" y="2368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1" name="pt24431"/>
            <p:cNvSpPr/>
            <p:nvPr/>
          </p:nvSpPr>
          <p:spPr>
            <a:xfrm>
              <a:off x="7105466" y="1946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2" name="pt24432"/>
            <p:cNvSpPr/>
            <p:nvPr/>
          </p:nvSpPr>
          <p:spPr>
            <a:xfrm>
              <a:off x="6944266" y="1960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3" name="pt24433"/>
            <p:cNvSpPr/>
            <p:nvPr/>
          </p:nvSpPr>
          <p:spPr>
            <a:xfrm>
              <a:off x="7072897" y="207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4" name="pt24434"/>
            <p:cNvSpPr/>
            <p:nvPr/>
          </p:nvSpPr>
          <p:spPr>
            <a:xfrm>
              <a:off x="7126977" y="2058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5" name="pt24435"/>
            <p:cNvSpPr/>
            <p:nvPr/>
          </p:nvSpPr>
          <p:spPr>
            <a:xfrm>
              <a:off x="7426033" y="2403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6" name="pt24436"/>
            <p:cNvSpPr/>
            <p:nvPr/>
          </p:nvSpPr>
          <p:spPr>
            <a:xfrm>
              <a:off x="6919781" y="2017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7" name="pt24437"/>
            <p:cNvSpPr/>
            <p:nvPr/>
          </p:nvSpPr>
          <p:spPr>
            <a:xfrm>
              <a:off x="7077453" y="2024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8" name="pt24438"/>
            <p:cNvSpPr/>
            <p:nvPr/>
          </p:nvSpPr>
          <p:spPr>
            <a:xfrm>
              <a:off x="7051420" y="2102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9" name="pt24439"/>
            <p:cNvSpPr/>
            <p:nvPr/>
          </p:nvSpPr>
          <p:spPr>
            <a:xfrm>
              <a:off x="6870235" y="2219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0" name="pt24440"/>
            <p:cNvSpPr/>
            <p:nvPr/>
          </p:nvSpPr>
          <p:spPr>
            <a:xfrm>
              <a:off x="6936745" y="2065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1" name="pt24441"/>
            <p:cNvSpPr/>
            <p:nvPr/>
          </p:nvSpPr>
          <p:spPr>
            <a:xfrm>
              <a:off x="6933686" y="1897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2" name="pt24442"/>
            <p:cNvSpPr/>
            <p:nvPr/>
          </p:nvSpPr>
          <p:spPr>
            <a:xfrm>
              <a:off x="6673657" y="1992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3" name="pt24443"/>
            <p:cNvSpPr/>
            <p:nvPr/>
          </p:nvSpPr>
          <p:spPr>
            <a:xfrm>
              <a:off x="7057836" y="2099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4" name="pt24444"/>
            <p:cNvSpPr/>
            <p:nvPr/>
          </p:nvSpPr>
          <p:spPr>
            <a:xfrm>
              <a:off x="6783292" y="2245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5" name="pt24445"/>
            <p:cNvSpPr/>
            <p:nvPr/>
          </p:nvSpPr>
          <p:spPr>
            <a:xfrm>
              <a:off x="7251081" y="1990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6" name="pt24446"/>
            <p:cNvSpPr/>
            <p:nvPr/>
          </p:nvSpPr>
          <p:spPr>
            <a:xfrm>
              <a:off x="7094238" y="2329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7" name="pt24447"/>
            <p:cNvSpPr/>
            <p:nvPr/>
          </p:nvSpPr>
          <p:spPr>
            <a:xfrm>
              <a:off x="7254747" y="1905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8" name="pt24448"/>
            <p:cNvSpPr/>
            <p:nvPr/>
          </p:nvSpPr>
          <p:spPr>
            <a:xfrm>
              <a:off x="7025517" y="2085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9" name="pt24449"/>
            <p:cNvSpPr/>
            <p:nvPr/>
          </p:nvSpPr>
          <p:spPr>
            <a:xfrm>
              <a:off x="7017294" y="1918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0" name="pt24450"/>
            <p:cNvSpPr/>
            <p:nvPr/>
          </p:nvSpPr>
          <p:spPr>
            <a:xfrm>
              <a:off x="7009654" y="2034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1" name="pt24451"/>
            <p:cNvSpPr/>
            <p:nvPr/>
          </p:nvSpPr>
          <p:spPr>
            <a:xfrm>
              <a:off x="6724393" y="2375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2" name="pt24452"/>
            <p:cNvSpPr/>
            <p:nvPr/>
          </p:nvSpPr>
          <p:spPr>
            <a:xfrm>
              <a:off x="6824149" y="190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3" name="pt24453"/>
            <p:cNvSpPr/>
            <p:nvPr/>
          </p:nvSpPr>
          <p:spPr>
            <a:xfrm>
              <a:off x="7039788" y="2156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4" name="pt24454"/>
            <p:cNvSpPr/>
            <p:nvPr/>
          </p:nvSpPr>
          <p:spPr>
            <a:xfrm>
              <a:off x="6884015" y="2131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5" name="pt24455"/>
            <p:cNvSpPr/>
            <p:nvPr/>
          </p:nvSpPr>
          <p:spPr>
            <a:xfrm>
              <a:off x="7217284" y="1982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6" name="pt24456"/>
            <p:cNvSpPr/>
            <p:nvPr/>
          </p:nvSpPr>
          <p:spPr>
            <a:xfrm>
              <a:off x="7065052" y="2134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7" name="pt24457"/>
            <p:cNvSpPr/>
            <p:nvPr/>
          </p:nvSpPr>
          <p:spPr>
            <a:xfrm>
              <a:off x="7450416" y="2130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8" name="pt24458"/>
            <p:cNvSpPr/>
            <p:nvPr/>
          </p:nvSpPr>
          <p:spPr>
            <a:xfrm>
              <a:off x="7120240" y="1942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9" name="pt24459"/>
            <p:cNvSpPr/>
            <p:nvPr/>
          </p:nvSpPr>
          <p:spPr>
            <a:xfrm>
              <a:off x="7201364" y="1949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0" name="pt24460"/>
            <p:cNvSpPr/>
            <p:nvPr/>
          </p:nvSpPr>
          <p:spPr>
            <a:xfrm>
              <a:off x="7291554" y="2110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1" name="pt24461"/>
            <p:cNvSpPr/>
            <p:nvPr/>
          </p:nvSpPr>
          <p:spPr>
            <a:xfrm>
              <a:off x="6940441" y="1957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2" name="pt24462"/>
            <p:cNvSpPr/>
            <p:nvPr/>
          </p:nvSpPr>
          <p:spPr>
            <a:xfrm>
              <a:off x="6935452" y="2169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3" name="pt24463"/>
            <p:cNvSpPr/>
            <p:nvPr/>
          </p:nvSpPr>
          <p:spPr>
            <a:xfrm>
              <a:off x="6871284" y="2212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4" name="pt24464"/>
            <p:cNvSpPr/>
            <p:nvPr/>
          </p:nvSpPr>
          <p:spPr>
            <a:xfrm>
              <a:off x="6794606" y="2438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5" name="pt24465"/>
            <p:cNvSpPr/>
            <p:nvPr/>
          </p:nvSpPr>
          <p:spPr>
            <a:xfrm>
              <a:off x="7294321" y="2124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6" name="pt24466"/>
            <p:cNvSpPr/>
            <p:nvPr/>
          </p:nvSpPr>
          <p:spPr>
            <a:xfrm>
              <a:off x="7414649" y="2648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7" name="pt24467"/>
            <p:cNvSpPr/>
            <p:nvPr/>
          </p:nvSpPr>
          <p:spPr>
            <a:xfrm>
              <a:off x="7042834" y="2058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8" name="pt24468"/>
            <p:cNvSpPr/>
            <p:nvPr/>
          </p:nvSpPr>
          <p:spPr>
            <a:xfrm>
              <a:off x="7259346" y="2101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9" name="pt24469"/>
            <p:cNvSpPr/>
            <p:nvPr/>
          </p:nvSpPr>
          <p:spPr>
            <a:xfrm>
              <a:off x="7458226" y="212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0" name="pt24470"/>
            <p:cNvSpPr/>
            <p:nvPr/>
          </p:nvSpPr>
          <p:spPr>
            <a:xfrm>
              <a:off x="7016855" y="2212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1" name="pt24471"/>
            <p:cNvSpPr/>
            <p:nvPr/>
          </p:nvSpPr>
          <p:spPr>
            <a:xfrm>
              <a:off x="7058972" y="209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2" name="pt24472"/>
            <p:cNvSpPr/>
            <p:nvPr/>
          </p:nvSpPr>
          <p:spPr>
            <a:xfrm>
              <a:off x="7489959" y="2622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3" name="pt24473"/>
            <p:cNvSpPr/>
            <p:nvPr/>
          </p:nvSpPr>
          <p:spPr>
            <a:xfrm>
              <a:off x="6855530" y="2047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4" name="pt24474"/>
            <p:cNvSpPr/>
            <p:nvPr/>
          </p:nvSpPr>
          <p:spPr>
            <a:xfrm>
              <a:off x="7343500" y="2104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5" name="pt24475"/>
            <p:cNvSpPr/>
            <p:nvPr/>
          </p:nvSpPr>
          <p:spPr>
            <a:xfrm>
              <a:off x="7223692" y="2036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6" name="pt24476"/>
            <p:cNvSpPr/>
            <p:nvPr/>
          </p:nvSpPr>
          <p:spPr>
            <a:xfrm>
              <a:off x="6963090" y="1915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7" name="pt24477"/>
            <p:cNvSpPr/>
            <p:nvPr/>
          </p:nvSpPr>
          <p:spPr>
            <a:xfrm>
              <a:off x="7204585" y="2073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8" name="pt24478"/>
            <p:cNvSpPr/>
            <p:nvPr/>
          </p:nvSpPr>
          <p:spPr>
            <a:xfrm>
              <a:off x="7105835" y="2103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9" name="pt24479"/>
            <p:cNvSpPr/>
            <p:nvPr/>
          </p:nvSpPr>
          <p:spPr>
            <a:xfrm>
              <a:off x="7060815" y="2163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0" name="pt24480"/>
            <p:cNvSpPr/>
            <p:nvPr/>
          </p:nvSpPr>
          <p:spPr>
            <a:xfrm>
              <a:off x="7178763" y="2244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1" name="pt24481"/>
            <p:cNvSpPr/>
            <p:nvPr/>
          </p:nvSpPr>
          <p:spPr>
            <a:xfrm>
              <a:off x="7063672" y="2174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2" name="pt24482"/>
            <p:cNvSpPr/>
            <p:nvPr/>
          </p:nvSpPr>
          <p:spPr>
            <a:xfrm>
              <a:off x="6935245" y="2019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3" name="pt24483"/>
            <p:cNvSpPr/>
            <p:nvPr/>
          </p:nvSpPr>
          <p:spPr>
            <a:xfrm>
              <a:off x="6998611" y="2253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4" name="pt24484"/>
            <p:cNvSpPr/>
            <p:nvPr/>
          </p:nvSpPr>
          <p:spPr>
            <a:xfrm>
              <a:off x="7067567" y="2115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5" name="pt24485"/>
            <p:cNvSpPr/>
            <p:nvPr/>
          </p:nvSpPr>
          <p:spPr>
            <a:xfrm>
              <a:off x="7275061" y="1945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6" name="pt24486"/>
            <p:cNvSpPr/>
            <p:nvPr/>
          </p:nvSpPr>
          <p:spPr>
            <a:xfrm>
              <a:off x="7051605" y="2120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7" name="pt24487"/>
            <p:cNvSpPr/>
            <p:nvPr/>
          </p:nvSpPr>
          <p:spPr>
            <a:xfrm>
              <a:off x="7061880" y="2146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8" name="pt24488"/>
            <p:cNvSpPr/>
            <p:nvPr/>
          </p:nvSpPr>
          <p:spPr>
            <a:xfrm>
              <a:off x="7032804" y="2216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9" name="pt24489"/>
            <p:cNvSpPr/>
            <p:nvPr/>
          </p:nvSpPr>
          <p:spPr>
            <a:xfrm>
              <a:off x="7085192" y="2087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0" name="pt24490"/>
            <p:cNvSpPr/>
            <p:nvPr/>
          </p:nvSpPr>
          <p:spPr>
            <a:xfrm>
              <a:off x="6902787" y="1942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1" name="pt24491"/>
            <p:cNvSpPr/>
            <p:nvPr/>
          </p:nvSpPr>
          <p:spPr>
            <a:xfrm>
              <a:off x="7052598" y="2099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2" name="pt24492"/>
            <p:cNvSpPr/>
            <p:nvPr/>
          </p:nvSpPr>
          <p:spPr>
            <a:xfrm>
              <a:off x="7278040" y="1916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3" name="pt24493"/>
            <p:cNvSpPr/>
            <p:nvPr/>
          </p:nvSpPr>
          <p:spPr>
            <a:xfrm>
              <a:off x="7117653" y="1960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4" name="pt24494"/>
            <p:cNvSpPr/>
            <p:nvPr/>
          </p:nvSpPr>
          <p:spPr>
            <a:xfrm>
              <a:off x="7777880" y="2123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5" name="pt24495"/>
            <p:cNvSpPr/>
            <p:nvPr/>
          </p:nvSpPr>
          <p:spPr>
            <a:xfrm>
              <a:off x="7082717" y="2125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6" name="pt24496"/>
            <p:cNvSpPr/>
            <p:nvPr/>
          </p:nvSpPr>
          <p:spPr>
            <a:xfrm>
              <a:off x="6955369" y="176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7" name="pt24497"/>
            <p:cNvSpPr/>
            <p:nvPr/>
          </p:nvSpPr>
          <p:spPr>
            <a:xfrm>
              <a:off x="6996650" y="2506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8" name="pt24498"/>
            <p:cNvSpPr/>
            <p:nvPr/>
          </p:nvSpPr>
          <p:spPr>
            <a:xfrm>
              <a:off x="7002331" y="2059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9" name="pt24499"/>
            <p:cNvSpPr/>
            <p:nvPr/>
          </p:nvSpPr>
          <p:spPr>
            <a:xfrm>
              <a:off x="7119656" y="2016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0" name="pt24500"/>
            <p:cNvSpPr/>
            <p:nvPr/>
          </p:nvSpPr>
          <p:spPr>
            <a:xfrm>
              <a:off x="7103669" y="2099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1" name="pt24501"/>
            <p:cNvSpPr/>
            <p:nvPr/>
          </p:nvSpPr>
          <p:spPr>
            <a:xfrm>
              <a:off x="6860864" y="2215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2" name="pt24502"/>
            <p:cNvSpPr/>
            <p:nvPr/>
          </p:nvSpPr>
          <p:spPr>
            <a:xfrm>
              <a:off x="6974211" y="1771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3" name="pt24503"/>
            <p:cNvSpPr/>
            <p:nvPr/>
          </p:nvSpPr>
          <p:spPr>
            <a:xfrm>
              <a:off x="7050543" y="2215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4" name="pt24504"/>
            <p:cNvSpPr/>
            <p:nvPr/>
          </p:nvSpPr>
          <p:spPr>
            <a:xfrm>
              <a:off x="7079171" y="2101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5" name="pt24505"/>
            <p:cNvSpPr/>
            <p:nvPr/>
          </p:nvSpPr>
          <p:spPr>
            <a:xfrm>
              <a:off x="7082082" y="2173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6" name="pt24506"/>
            <p:cNvSpPr/>
            <p:nvPr/>
          </p:nvSpPr>
          <p:spPr>
            <a:xfrm>
              <a:off x="6698263" y="2490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7" name="pt24507"/>
            <p:cNvSpPr/>
            <p:nvPr/>
          </p:nvSpPr>
          <p:spPr>
            <a:xfrm>
              <a:off x="7034989" y="2232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8" name="pt24508"/>
            <p:cNvSpPr/>
            <p:nvPr/>
          </p:nvSpPr>
          <p:spPr>
            <a:xfrm>
              <a:off x="7023035" y="1955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9" name="pt24509"/>
            <p:cNvSpPr/>
            <p:nvPr/>
          </p:nvSpPr>
          <p:spPr>
            <a:xfrm>
              <a:off x="6759373" y="2117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0" name="pt24510"/>
            <p:cNvSpPr/>
            <p:nvPr/>
          </p:nvSpPr>
          <p:spPr>
            <a:xfrm>
              <a:off x="7133902" y="2042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1" name="pt24511"/>
            <p:cNvSpPr/>
            <p:nvPr/>
          </p:nvSpPr>
          <p:spPr>
            <a:xfrm>
              <a:off x="6888596" y="1900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2" name="pt24512"/>
            <p:cNvSpPr/>
            <p:nvPr/>
          </p:nvSpPr>
          <p:spPr>
            <a:xfrm>
              <a:off x="6955067" y="1698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3" name="pt24513"/>
            <p:cNvSpPr/>
            <p:nvPr/>
          </p:nvSpPr>
          <p:spPr>
            <a:xfrm>
              <a:off x="7283749" y="2175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4" name="pt24514"/>
            <p:cNvSpPr/>
            <p:nvPr/>
          </p:nvSpPr>
          <p:spPr>
            <a:xfrm>
              <a:off x="7334193" y="235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5" name="pt24515"/>
            <p:cNvSpPr/>
            <p:nvPr/>
          </p:nvSpPr>
          <p:spPr>
            <a:xfrm>
              <a:off x="7298633" y="2231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6" name="pt24516"/>
            <p:cNvSpPr/>
            <p:nvPr/>
          </p:nvSpPr>
          <p:spPr>
            <a:xfrm>
              <a:off x="6985915" y="2208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7" name="pt24517"/>
            <p:cNvSpPr/>
            <p:nvPr/>
          </p:nvSpPr>
          <p:spPr>
            <a:xfrm>
              <a:off x="7032366" y="2260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8" name="pt24518"/>
            <p:cNvSpPr/>
            <p:nvPr/>
          </p:nvSpPr>
          <p:spPr>
            <a:xfrm>
              <a:off x="7058503" y="1970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9" name="pt24519"/>
            <p:cNvSpPr/>
            <p:nvPr/>
          </p:nvSpPr>
          <p:spPr>
            <a:xfrm>
              <a:off x="7388513" y="2384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0" name="pt24520"/>
            <p:cNvSpPr/>
            <p:nvPr/>
          </p:nvSpPr>
          <p:spPr>
            <a:xfrm>
              <a:off x="7159840" y="2177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1" name="pt24521"/>
            <p:cNvSpPr/>
            <p:nvPr/>
          </p:nvSpPr>
          <p:spPr>
            <a:xfrm>
              <a:off x="6969246" y="1896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2" name="pt24522"/>
            <p:cNvSpPr/>
            <p:nvPr/>
          </p:nvSpPr>
          <p:spPr>
            <a:xfrm>
              <a:off x="7042900" y="2248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3" name="pt24523"/>
            <p:cNvSpPr/>
            <p:nvPr/>
          </p:nvSpPr>
          <p:spPr>
            <a:xfrm>
              <a:off x="7293448" y="2033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4" name="pt24524"/>
            <p:cNvSpPr/>
            <p:nvPr/>
          </p:nvSpPr>
          <p:spPr>
            <a:xfrm>
              <a:off x="6675455" y="1891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5" name="pt24525"/>
            <p:cNvSpPr/>
            <p:nvPr/>
          </p:nvSpPr>
          <p:spPr>
            <a:xfrm>
              <a:off x="7132628" y="2134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6" name="pt24526"/>
            <p:cNvSpPr/>
            <p:nvPr/>
          </p:nvSpPr>
          <p:spPr>
            <a:xfrm>
              <a:off x="7029666" y="2187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7" name="pt24527"/>
            <p:cNvSpPr/>
            <p:nvPr/>
          </p:nvSpPr>
          <p:spPr>
            <a:xfrm>
              <a:off x="7120044" y="1927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8" name="pt24528"/>
            <p:cNvSpPr/>
            <p:nvPr/>
          </p:nvSpPr>
          <p:spPr>
            <a:xfrm>
              <a:off x="6779154" y="2228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9" name="pt24529"/>
            <p:cNvSpPr/>
            <p:nvPr/>
          </p:nvSpPr>
          <p:spPr>
            <a:xfrm>
              <a:off x="7021488" y="2236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0" name="pt24530"/>
            <p:cNvSpPr/>
            <p:nvPr/>
          </p:nvSpPr>
          <p:spPr>
            <a:xfrm>
              <a:off x="6990777" y="2264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1" name="pt24531"/>
            <p:cNvSpPr/>
            <p:nvPr/>
          </p:nvSpPr>
          <p:spPr>
            <a:xfrm>
              <a:off x="7246629" y="1977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2" name="pt24532"/>
            <p:cNvSpPr/>
            <p:nvPr/>
          </p:nvSpPr>
          <p:spPr>
            <a:xfrm>
              <a:off x="7283973" y="2001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3" name="pt24533"/>
            <p:cNvSpPr/>
            <p:nvPr/>
          </p:nvSpPr>
          <p:spPr>
            <a:xfrm>
              <a:off x="7032060" y="2182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4" name="pt24534"/>
            <p:cNvSpPr/>
            <p:nvPr/>
          </p:nvSpPr>
          <p:spPr>
            <a:xfrm>
              <a:off x="7244769" y="1999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5" name="pt24535"/>
            <p:cNvSpPr/>
            <p:nvPr/>
          </p:nvSpPr>
          <p:spPr>
            <a:xfrm>
              <a:off x="7029804" y="220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6" name="pt24536"/>
            <p:cNvSpPr/>
            <p:nvPr/>
          </p:nvSpPr>
          <p:spPr>
            <a:xfrm>
              <a:off x="7007380" y="1636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7" name="pt24537"/>
            <p:cNvSpPr/>
            <p:nvPr/>
          </p:nvSpPr>
          <p:spPr>
            <a:xfrm>
              <a:off x="7859048" y="2412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8" name="pt24538"/>
            <p:cNvSpPr/>
            <p:nvPr/>
          </p:nvSpPr>
          <p:spPr>
            <a:xfrm>
              <a:off x="7353843" y="2374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9" name="pt24539"/>
            <p:cNvSpPr/>
            <p:nvPr/>
          </p:nvSpPr>
          <p:spPr>
            <a:xfrm>
              <a:off x="7328024" y="2211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0" name="pt24540"/>
            <p:cNvSpPr/>
            <p:nvPr/>
          </p:nvSpPr>
          <p:spPr>
            <a:xfrm>
              <a:off x="7011583" y="2048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1" name="pt24541"/>
            <p:cNvSpPr/>
            <p:nvPr/>
          </p:nvSpPr>
          <p:spPr>
            <a:xfrm>
              <a:off x="7124252" y="1969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2" name="pt24542"/>
            <p:cNvSpPr/>
            <p:nvPr/>
          </p:nvSpPr>
          <p:spPr>
            <a:xfrm>
              <a:off x="6889548" y="2171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3" name="pt24543"/>
            <p:cNvSpPr/>
            <p:nvPr/>
          </p:nvSpPr>
          <p:spPr>
            <a:xfrm>
              <a:off x="7359626" y="2376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4" name="pt24544"/>
            <p:cNvSpPr/>
            <p:nvPr/>
          </p:nvSpPr>
          <p:spPr>
            <a:xfrm>
              <a:off x="7092495" y="232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5" name="pt24545"/>
            <p:cNvSpPr/>
            <p:nvPr/>
          </p:nvSpPr>
          <p:spPr>
            <a:xfrm>
              <a:off x="7079401" y="2086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6" name="pt24546"/>
            <p:cNvSpPr/>
            <p:nvPr/>
          </p:nvSpPr>
          <p:spPr>
            <a:xfrm>
              <a:off x="7191563" y="2266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7" name="pt24547"/>
            <p:cNvSpPr/>
            <p:nvPr/>
          </p:nvSpPr>
          <p:spPr>
            <a:xfrm>
              <a:off x="7071947" y="2085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8" name="pt24548"/>
            <p:cNvSpPr/>
            <p:nvPr/>
          </p:nvSpPr>
          <p:spPr>
            <a:xfrm>
              <a:off x="6896874" y="2074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9" name="pt24549"/>
            <p:cNvSpPr/>
            <p:nvPr/>
          </p:nvSpPr>
          <p:spPr>
            <a:xfrm>
              <a:off x="7484009" y="2321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0" name="pt24550"/>
            <p:cNvSpPr/>
            <p:nvPr/>
          </p:nvSpPr>
          <p:spPr>
            <a:xfrm>
              <a:off x="7046581" y="2179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1" name="pt24551"/>
            <p:cNvSpPr/>
            <p:nvPr/>
          </p:nvSpPr>
          <p:spPr>
            <a:xfrm>
              <a:off x="7143448" y="2050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2" name="pt24552"/>
            <p:cNvSpPr/>
            <p:nvPr/>
          </p:nvSpPr>
          <p:spPr>
            <a:xfrm>
              <a:off x="6662615" y="1977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3" name="pt24553"/>
            <p:cNvSpPr/>
            <p:nvPr/>
          </p:nvSpPr>
          <p:spPr>
            <a:xfrm>
              <a:off x="6860738" y="2042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4" name="pt24554"/>
            <p:cNvSpPr/>
            <p:nvPr/>
          </p:nvSpPr>
          <p:spPr>
            <a:xfrm>
              <a:off x="7299452" y="2020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5" name="pt24555"/>
            <p:cNvSpPr/>
            <p:nvPr/>
          </p:nvSpPr>
          <p:spPr>
            <a:xfrm>
              <a:off x="6981003" y="2201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6" name="pt24556"/>
            <p:cNvSpPr/>
            <p:nvPr/>
          </p:nvSpPr>
          <p:spPr>
            <a:xfrm>
              <a:off x="7103149" y="2109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7" name="pt24557"/>
            <p:cNvSpPr/>
            <p:nvPr/>
          </p:nvSpPr>
          <p:spPr>
            <a:xfrm>
              <a:off x="7535360" y="1982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8" name="pt24558"/>
            <p:cNvSpPr/>
            <p:nvPr/>
          </p:nvSpPr>
          <p:spPr>
            <a:xfrm>
              <a:off x="7218648" y="1968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9" name="pt24559"/>
            <p:cNvSpPr/>
            <p:nvPr/>
          </p:nvSpPr>
          <p:spPr>
            <a:xfrm>
              <a:off x="7109274" y="2014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0" name="pt24560"/>
            <p:cNvSpPr/>
            <p:nvPr/>
          </p:nvSpPr>
          <p:spPr>
            <a:xfrm>
              <a:off x="6976735" y="208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1" name="pt24561"/>
            <p:cNvSpPr/>
            <p:nvPr/>
          </p:nvSpPr>
          <p:spPr>
            <a:xfrm>
              <a:off x="6863743" y="2191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2" name="pt24562"/>
            <p:cNvSpPr/>
            <p:nvPr/>
          </p:nvSpPr>
          <p:spPr>
            <a:xfrm>
              <a:off x="7166630" y="2217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3" name="pt24563"/>
            <p:cNvSpPr/>
            <p:nvPr/>
          </p:nvSpPr>
          <p:spPr>
            <a:xfrm>
              <a:off x="6981262" y="2117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4" name="pt24564"/>
            <p:cNvSpPr/>
            <p:nvPr/>
          </p:nvSpPr>
          <p:spPr>
            <a:xfrm>
              <a:off x="7247698" y="1960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5" name="pt24565"/>
            <p:cNvSpPr/>
            <p:nvPr/>
          </p:nvSpPr>
          <p:spPr>
            <a:xfrm>
              <a:off x="6968989" y="1793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6" name="pt24566"/>
            <p:cNvSpPr/>
            <p:nvPr/>
          </p:nvSpPr>
          <p:spPr>
            <a:xfrm>
              <a:off x="7475070" y="2269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7" name="pt24567"/>
            <p:cNvSpPr/>
            <p:nvPr/>
          </p:nvSpPr>
          <p:spPr>
            <a:xfrm>
              <a:off x="7190339" y="2196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8" name="pt24568"/>
            <p:cNvSpPr/>
            <p:nvPr/>
          </p:nvSpPr>
          <p:spPr>
            <a:xfrm>
              <a:off x="7145569" y="1907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9" name="pt24569"/>
            <p:cNvSpPr/>
            <p:nvPr/>
          </p:nvSpPr>
          <p:spPr>
            <a:xfrm>
              <a:off x="7138583" y="1988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0" name="pt24570"/>
            <p:cNvSpPr/>
            <p:nvPr/>
          </p:nvSpPr>
          <p:spPr>
            <a:xfrm>
              <a:off x="7054144" y="2026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1" name="pt24571"/>
            <p:cNvSpPr/>
            <p:nvPr/>
          </p:nvSpPr>
          <p:spPr>
            <a:xfrm>
              <a:off x="7188753" y="2221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2" name="pt24572"/>
            <p:cNvSpPr/>
            <p:nvPr/>
          </p:nvSpPr>
          <p:spPr>
            <a:xfrm>
              <a:off x="6990751" y="2318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3" name="pt24573"/>
            <p:cNvSpPr/>
            <p:nvPr/>
          </p:nvSpPr>
          <p:spPr>
            <a:xfrm>
              <a:off x="7017819" y="2199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4" name="pt24574"/>
            <p:cNvSpPr/>
            <p:nvPr/>
          </p:nvSpPr>
          <p:spPr>
            <a:xfrm>
              <a:off x="6888199" y="2172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5" name="pt24575"/>
            <p:cNvSpPr/>
            <p:nvPr/>
          </p:nvSpPr>
          <p:spPr>
            <a:xfrm>
              <a:off x="6984732" y="217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6" name="pt24576"/>
            <p:cNvSpPr/>
            <p:nvPr/>
          </p:nvSpPr>
          <p:spPr>
            <a:xfrm>
              <a:off x="7167117" y="1999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7" name="pt24577"/>
            <p:cNvSpPr/>
            <p:nvPr/>
          </p:nvSpPr>
          <p:spPr>
            <a:xfrm>
              <a:off x="7188601" y="2121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8" name="pt24578"/>
            <p:cNvSpPr/>
            <p:nvPr/>
          </p:nvSpPr>
          <p:spPr>
            <a:xfrm>
              <a:off x="7045683" y="2111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9" name="pt24579"/>
            <p:cNvSpPr/>
            <p:nvPr/>
          </p:nvSpPr>
          <p:spPr>
            <a:xfrm>
              <a:off x="7211877" y="2101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0" name="pt24580"/>
            <p:cNvSpPr/>
            <p:nvPr/>
          </p:nvSpPr>
          <p:spPr>
            <a:xfrm>
              <a:off x="7141038" y="1947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1" name="pt24581"/>
            <p:cNvSpPr/>
            <p:nvPr/>
          </p:nvSpPr>
          <p:spPr>
            <a:xfrm>
              <a:off x="7013647" y="2084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2" name="pt24582"/>
            <p:cNvSpPr/>
            <p:nvPr/>
          </p:nvSpPr>
          <p:spPr>
            <a:xfrm>
              <a:off x="7066858" y="2199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3" name="pt24583"/>
            <p:cNvSpPr/>
            <p:nvPr/>
          </p:nvSpPr>
          <p:spPr>
            <a:xfrm>
              <a:off x="7075196" y="2080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4" name="pt24584"/>
            <p:cNvSpPr/>
            <p:nvPr/>
          </p:nvSpPr>
          <p:spPr>
            <a:xfrm>
              <a:off x="7131021" y="2056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5" name="pt24585"/>
            <p:cNvSpPr/>
            <p:nvPr/>
          </p:nvSpPr>
          <p:spPr>
            <a:xfrm>
              <a:off x="7151400" y="2174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6" name="pt24586"/>
            <p:cNvSpPr/>
            <p:nvPr/>
          </p:nvSpPr>
          <p:spPr>
            <a:xfrm>
              <a:off x="6679508" y="201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7" name="pt24587"/>
            <p:cNvSpPr/>
            <p:nvPr/>
          </p:nvSpPr>
          <p:spPr>
            <a:xfrm>
              <a:off x="7134356" y="2066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8" name="pt24588"/>
            <p:cNvSpPr/>
            <p:nvPr/>
          </p:nvSpPr>
          <p:spPr>
            <a:xfrm>
              <a:off x="7184894" y="1829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9" name="pt24589"/>
            <p:cNvSpPr/>
            <p:nvPr/>
          </p:nvSpPr>
          <p:spPr>
            <a:xfrm>
              <a:off x="7042029" y="2232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0" name="pt24590"/>
            <p:cNvSpPr/>
            <p:nvPr/>
          </p:nvSpPr>
          <p:spPr>
            <a:xfrm>
              <a:off x="7120183" y="1961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1" name="pt24591"/>
            <p:cNvSpPr/>
            <p:nvPr/>
          </p:nvSpPr>
          <p:spPr>
            <a:xfrm>
              <a:off x="7036974" y="2157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2" name="pt24592"/>
            <p:cNvSpPr/>
            <p:nvPr/>
          </p:nvSpPr>
          <p:spPr>
            <a:xfrm>
              <a:off x="7203003" y="2095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3" name="pt24593"/>
            <p:cNvSpPr/>
            <p:nvPr/>
          </p:nvSpPr>
          <p:spPr>
            <a:xfrm>
              <a:off x="7087414" y="2258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4" name="pt24594"/>
            <p:cNvSpPr/>
            <p:nvPr/>
          </p:nvSpPr>
          <p:spPr>
            <a:xfrm>
              <a:off x="7220882" y="1999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5" name="pt24595"/>
            <p:cNvSpPr/>
            <p:nvPr/>
          </p:nvSpPr>
          <p:spPr>
            <a:xfrm>
              <a:off x="7161789" y="2163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6" name="pt24596"/>
            <p:cNvSpPr/>
            <p:nvPr/>
          </p:nvSpPr>
          <p:spPr>
            <a:xfrm>
              <a:off x="7113980" y="1956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7" name="pt24597"/>
            <p:cNvSpPr/>
            <p:nvPr/>
          </p:nvSpPr>
          <p:spPr>
            <a:xfrm>
              <a:off x="7036745" y="2190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8" name="pt24598"/>
            <p:cNvSpPr/>
            <p:nvPr/>
          </p:nvSpPr>
          <p:spPr>
            <a:xfrm>
              <a:off x="7307916" y="2124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9" name="pt24599"/>
            <p:cNvSpPr/>
            <p:nvPr/>
          </p:nvSpPr>
          <p:spPr>
            <a:xfrm>
              <a:off x="7067111" y="2132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0" name="pt24600"/>
            <p:cNvSpPr/>
            <p:nvPr/>
          </p:nvSpPr>
          <p:spPr>
            <a:xfrm>
              <a:off x="7172346" y="2045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1" name="pt24601"/>
            <p:cNvSpPr/>
            <p:nvPr/>
          </p:nvSpPr>
          <p:spPr>
            <a:xfrm>
              <a:off x="6868236" y="2237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2" name="pt24602"/>
            <p:cNvSpPr/>
            <p:nvPr/>
          </p:nvSpPr>
          <p:spPr>
            <a:xfrm>
              <a:off x="7148872" y="2090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3" name="pt24603"/>
            <p:cNvSpPr/>
            <p:nvPr/>
          </p:nvSpPr>
          <p:spPr>
            <a:xfrm>
              <a:off x="7245063" y="1989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4" name="pt24604"/>
            <p:cNvSpPr/>
            <p:nvPr/>
          </p:nvSpPr>
          <p:spPr>
            <a:xfrm>
              <a:off x="7214996" y="2165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5" name="pt24605"/>
            <p:cNvSpPr/>
            <p:nvPr/>
          </p:nvSpPr>
          <p:spPr>
            <a:xfrm>
              <a:off x="6970874" y="1781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6" name="pt24606"/>
            <p:cNvSpPr/>
            <p:nvPr/>
          </p:nvSpPr>
          <p:spPr>
            <a:xfrm>
              <a:off x="7088759" y="2196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7" name="pt24607"/>
            <p:cNvSpPr/>
            <p:nvPr/>
          </p:nvSpPr>
          <p:spPr>
            <a:xfrm>
              <a:off x="7075884" y="2039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8" name="pt24608"/>
            <p:cNvSpPr/>
            <p:nvPr/>
          </p:nvSpPr>
          <p:spPr>
            <a:xfrm>
              <a:off x="6918523" y="1948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9" name="pt24609"/>
            <p:cNvSpPr/>
            <p:nvPr/>
          </p:nvSpPr>
          <p:spPr>
            <a:xfrm>
              <a:off x="7209223" y="1802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0" name="pt24610"/>
            <p:cNvSpPr/>
            <p:nvPr/>
          </p:nvSpPr>
          <p:spPr>
            <a:xfrm>
              <a:off x="7054701" y="2068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1" name="pt24611"/>
            <p:cNvSpPr/>
            <p:nvPr/>
          </p:nvSpPr>
          <p:spPr>
            <a:xfrm>
              <a:off x="6926373" y="1940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2" name="pt24612"/>
            <p:cNvSpPr/>
            <p:nvPr/>
          </p:nvSpPr>
          <p:spPr>
            <a:xfrm>
              <a:off x="7222199" y="2002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3" name="pt24613"/>
            <p:cNvSpPr/>
            <p:nvPr/>
          </p:nvSpPr>
          <p:spPr>
            <a:xfrm>
              <a:off x="7000419" y="1814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4" name="pt24614"/>
            <p:cNvSpPr/>
            <p:nvPr/>
          </p:nvSpPr>
          <p:spPr>
            <a:xfrm>
              <a:off x="6808714" y="2206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5" name="pt24615"/>
            <p:cNvSpPr/>
            <p:nvPr/>
          </p:nvSpPr>
          <p:spPr>
            <a:xfrm>
              <a:off x="7152630" y="203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6" name="pt24616"/>
            <p:cNvSpPr/>
            <p:nvPr/>
          </p:nvSpPr>
          <p:spPr>
            <a:xfrm>
              <a:off x="6861716" y="2153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7" name="pt24617"/>
            <p:cNvSpPr/>
            <p:nvPr/>
          </p:nvSpPr>
          <p:spPr>
            <a:xfrm>
              <a:off x="7095517" y="2358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8" name="pt24618"/>
            <p:cNvSpPr/>
            <p:nvPr/>
          </p:nvSpPr>
          <p:spPr>
            <a:xfrm>
              <a:off x="7292179" y="2073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9" name="pt24619"/>
            <p:cNvSpPr/>
            <p:nvPr/>
          </p:nvSpPr>
          <p:spPr>
            <a:xfrm>
              <a:off x="7296831" y="2251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0" name="pt24620"/>
            <p:cNvSpPr/>
            <p:nvPr/>
          </p:nvSpPr>
          <p:spPr>
            <a:xfrm>
              <a:off x="6979409" y="2137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1" name="pt24621"/>
            <p:cNvSpPr/>
            <p:nvPr/>
          </p:nvSpPr>
          <p:spPr>
            <a:xfrm>
              <a:off x="7028420" y="2090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2" name="pt24622"/>
            <p:cNvSpPr/>
            <p:nvPr/>
          </p:nvSpPr>
          <p:spPr>
            <a:xfrm>
              <a:off x="7104684" y="2118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3" name="pt24623"/>
            <p:cNvSpPr/>
            <p:nvPr/>
          </p:nvSpPr>
          <p:spPr>
            <a:xfrm>
              <a:off x="6984482" y="2181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4" name="pt24624"/>
            <p:cNvSpPr/>
            <p:nvPr/>
          </p:nvSpPr>
          <p:spPr>
            <a:xfrm>
              <a:off x="7028120" y="2155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5" name="pt24625"/>
            <p:cNvSpPr/>
            <p:nvPr/>
          </p:nvSpPr>
          <p:spPr>
            <a:xfrm>
              <a:off x="7231492" y="2083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6" name="pt24626"/>
            <p:cNvSpPr/>
            <p:nvPr/>
          </p:nvSpPr>
          <p:spPr>
            <a:xfrm>
              <a:off x="7145473" y="1896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7" name="pt24627"/>
            <p:cNvSpPr/>
            <p:nvPr/>
          </p:nvSpPr>
          <p:spPr>
            <a:xfrm>
              <a:off x="7125493" y="2043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8" name="pt24628"/>
            <p:cNvSpPr/>
            <p:nvPr/>
          </p:nvSpPr>
          <p:spPr>
            <a:xfrm>
              <a:off x="7190726" y="2165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9" name="pt24629"/>
            <p:cNvSpPr/>
            <p:nvPr/>
          </p:nvSpPr>
          <p:spPr>
            <a:xfrm>
              <a:off x="7023118" y="2088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0" name="pt24630"/>
            <p:cNvSpPr/>
            <p:nvPr/>
          </p:nvSpPr>
          <p:spPr>
            <a:xfrm>
              <a:off x="6916795" y="188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1" name="pt24631"/>
            <p:cNvSpPr/>
            <p:nvPr/>
          </p:nvSpPr>
          <p:spPr>
            <a:xfrm>
              <a:off x="7229826" y="2021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2" name="pt24632"/>
            <p:cNvSpPr/>
            <p:nvPr/>
          </p:nvSpPr>
          <p:spPr>
            <a:xfrm>
              <a:off x="7014871" y="2316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3" name="pt24633"/>
            <p:cNvSpPr/>
            <p:nvPr/>
          </p:nvSpPr>
          <p:spPr>
            <a:xfrm>
              <a:off x="7263867" y="1843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4" name="pt24634"/>
            <p:cNvSpPr/>
            <p:nvPr/>
          </p:nvSpPr>
          <p:spPr>
            <a:xfrm>
              <a:off x="7112376" y="2016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5" name="pt24635"/>
            <p:cNvSpPr/>
            <p:nvPr/>
          </p:nvSpPr>
          <p:spPr>
            <a:xfrm>
              <a:off x="7155602" y="2325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6" name="pt24636"/>
            <p:cNvSpPr/>
            <p:nvPr/>
          </p:nvSpPr>
          <p:spPr>
            <a:xfrm>
              <a:off x="7191987" y="2248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7" name="pt24637"/>
            <p:cNvSpPr/>
            <p:nvPr/>
          </p:nvSpPr>
          <p:spPr>
            <a:xfrm>
              <a:off x="7258917" y="1986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8" name="pt24638"/>
            <p:cNvSpPr/>
            <p:nvPr/>
          </p:nvSpPr>
          <p:spPr>
            <a:xfrm>
              <a:off x="7145911" y="196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9" name="pt24639"/>
            <p:cNvSpPr/>
            <p:nvPr/>
          </p:nvSpPr>
          <p:spPr>
            <a:xfrm>
              <a:off x="7566690" y="2652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0" name="pt24640"/>
            <p:cNvSpPr/>
            <p:nvPr/>
          </p:nvSpPr>
          <p:spPr>
            <a:xfrm>
              <a:off x="7149814" y="2213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1" name="pt24641"/>
            <p:cNvSpPr/>
            <p:nvPr/>
          </p:nvSpPr>
          <p:spPr>
            <a:xfrm>
              <a:off x="7019651" y="2123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2" name="pt24642"/>
            <p:cNvSpPr/>
            <p:nvPr/>
          </p:nvSpPr>
          <p:spPr>
            <a:xfrm>
              <a:off x="6957152" y="1813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3" name="pt24643"/>
            <p:cNvSpPr/>
            <p:nvPr/>
          </p:nvSpPr>
          <p:spPr>
            <a:xfrm>
              <a:off x="7219231" y="2017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4" name="pt24644"/>
            <p:cNvSpPr/>
            <p:nvPr/>
          </p:nvSpPr>
          <p:spPr>
            <a:xfrm>
              <a:off x="7234568" y="1921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5" name="pt24645"/>
            <p:cNvSpPr/>
            <p:nvPr/>
          </p:nvSpPr>
          <p:spPr>
            <a:xfrm>
              <a:off x="7034924" y="2179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6" name="pt24646"/>
            <p:cNvSpPr/>
            <p:nvPr/>
          </p:nvSpPr>
          <p:spPr>
            <a:xfrm>
              <a:off x="7134135" y="212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7" name="pt24647"/>
            <p:cNvSpPr/>
            <p:nvPr/>
          </p:nvSpPr>
          <p:spPr>
            <a:xfrm>
              <a:off x="7019283" y="2226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8" name="pt24648"/>
            <p:cNvSpPr/>
            <p:nvPr/>
          </p:nvSpPr>
          <p:spPr>
            <a:xfrm>
              <a:off x="7080668" y="2081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9" name="pt24649"/>
            <p:cNvSpPr/>
            <p:nvPr/>
          </p:nvSpPr>
          <p:spPr>
            <a:xfrm>
              <a:off x="7213657" y="2116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0" name="pt24650"/>
            <p:cNvSpPr/>
            <p:nvPr/>
          </p:nvSpPr>
          <p:spPr>
            <a:xfrm>
              <a:off x="7159363" y="224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1" name="pt24651"/>
            <p:cNvSpPr/>
            <p:nvPr/>
          </p:nvSpPr>
          <p:spPr>
            <a:xfrm>
              <a:off x="6960874" y="2093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2" name="pt24652"/>
            <p:cNvSpPr/>
            <p:nvPr/>
          </p:nvSpPr>
          <p:spPr>
            <a:xfrm>
              <a:off x="6719527" y="261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3" name="pt24653"/>
            <p:cNvSpPr/>
            <p:nvPr/>
          </p:nvSpPr>
          <p:spPr>
            <a:xfrm>
              <a:off x="7046692" y="2186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4" name="pt24654"/>
            <p:cNvSpPr/>
            <p:nvPr/>
          </p:nvSpPr>
          <p:spPr>
            <a:xfrm>
              <a:off x="7181676" y="2121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5" name="pt24655"/>
            <p:cNvSpPr/>
            <p:nvPr/>
          </p:nvSpPr>
          <p:spPr>
            <a:xfrm>
              <a:off x="6879067" y="1987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6" name="pt24656"/>
            <p:cNvSpPr/>
            <p:nvPr/>
          </p:nvSpPr>
          <p:spPr>
            <a:xfrm>
              <a:off x="7088590" y="2205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7" name="pt24657"/>
            <p:cNvSpPr/>
            <p:nvPr/>
          </p:nvSpPr>
          <p:spPr>
            <a:xfrm>
              <a:off x="7081647" y="2181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8" name="pt24658"/>
            <p:cNvSpPr/>
            <p:nvPr/>
          </p:nvSpPr>
          <p:spPr>
            <a:xfrm>
              <a:off x="6872860" y="2108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9" name="pt24659"/>
            <p:cNvSpPr/>
            <p:nvPr/>
          </p:nvSpPr>
          <p:spPr>
            <a:xfrm>
              <a:off x="7257122" y="2084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0" name="pt24660"/>
            <p:cNvSpPr/>
            <p:nvPr/>
          </p:nvSpPr>
          <p:spPr>
            <a:xfrm>
              <a:off x="6944872" y="1831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1" name="pt24661"/>
            <p:cNvSpPr/>
            <p:nvPr/>
          </p:nvSpPr>
          <p:spPr>
            <a:xfrm>
              <a:off x="7123274" y="197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2" name="pt24662"/>
            <p:cNvSpPr/>
            <p:nvPr/>
          </p:nvSpPr>
          <p:spPr>
            <a:xfrm>
              <a:off x="7126553" y="2100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3" name="pt24663"/>
            <p:cNvSpPr/>
            <p:nvPr/>
          </p:nvSpPr>
          <p:spPr>
            <a:xfrm>
              <a:off x="7167019" y="1992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4" name="pt24664"/>
            <p:cNvSpPr/>
            <p:nvPr/>
          </p:nvSpPr>
          <p:spPr>
            <a:xfrm>
              <a:off x="7070263" y="2178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5" name="pt24665"/>
            <p:cNvSpPr/>
            <p:nvPr/>
          </p:nvSpPr>
          <p:spPr>
            <a:xfrm>
              <a:off x="7112772" y="2029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6" name="pt24666"/>
            <p:cNvSpPr/>
            <p:nvPr/>
          </p:nvSpPr>
          <p:spPr>
            <a:xfrm>
              <a:off x="7104322" y="218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7" name="pt24667"/>
            <p:cNvSpPr/>
            <p:nvPr/>
          </p:nvSpPr>
          <p:spPr>
            <a:xfrm>
              <a:off x="6952953" y="1914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8" name="pt24668"/>
            <p:cNvSpPr/>
            <p:nvPr/>
          </p:nvSpPr>
          <p:spPr>
            <a:xfrm>
              <a:off x="7064665" y="211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9" name="pt24669"/>
            <p:cNvSpPr/>
            <p:nvPr/>
          </p:nvSpPr>
          <p:spPr>
            <a:xfrm>
              <a:off x="7104628" y="2037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0" name="pt24670"/>
            <p:cNvSpPr/>
            <p:nvPr/>
          </p:nvSpPr>
          <p:spPr>
            <a:xfrm>
              <a:off x="6871687" y="2175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1" name="pt24671"/>
            <p:cNvSpPr/>
            <p:nvPr/>
          </p:nvSpPr>
          <p:spPr>
            <a:xfrm>
              <a:off x="7135719" y="1966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2" name="pt24672"/>
            <p:cNvSpPr/>
            <p:nvPr/>
          </p:nvSpPr>
          <p:spPr>
            <a:xfrm>
              <a:off x="6916922" y="2069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3" name="pt24673"/>
            <p:cNvSpPr/>
            <p:nvPr/>
          </p:nvSpPr>
          <p:spPr>
            <a:xfrm>
              <a:off x="7131833" y="2129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4" name="pt24674"/>
            <p:cNvSpPr/>
            <p:nvPr/>
          </p:nvSpPr>
          <p:spPr>
            <a:xfrm>
              <a:off x="6984657" y="2283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5" name="pt24675"/>
            <p:cNvSpPr/>
            <p:nvPr/>
          </p:nvSpPr>
          <p:spPr>
            <a:xfrm>
              <a:off x="7225134" y="1862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6" name="pt24676"/>
            <p:cNvSpPr/>
            <p:nvPr/>
          </p:nvSpPr>
          <p:spPr>
            <a:xfrm>
              <a:off x="7231777" y="2062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7" name="pt24677"/>
            <p:cNvSpPr/>
            <p:nvPr/>
          </p:nvSpPr>
          <p:spPr>
            <a:xfrm>
              <a:off x="7255384" y="2099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8" name="pt24678"/>
            <p:cNvSpPr/>
            <p:nvPr/>
          </p:nvSpPr>
          <p:spPr>
            <a:xfrm>
              <a:off x="7268502" y="1883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9" name="pt24679"/>
            <p:cNvSpPr/>
            <p:nvPr/>
          </p:nvSpPr>
          <p:spPr>
            <a:xfrm>
              <a:off x="7290942" y="2071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0" name="pt24680"/>
            <p:cNvSpPr/>
            <p:nvPr/>
          </p:nvSpPr>
          <p:spPr>
            <a:xfrm>
              <a:off x="7230796" y="2136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1" name="pt24681"/>
            <p:cNvSpPr/>
            <p:nvPr/>
          </p:nvSpPr>
          <p:spPr>
            <a:xfrm>
              <a:off x="6909674" y="1892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2" name="pt24682"/>
            <p:cNvSpPr/>
            <p:nvPr/>
          </p:nvSpPr>
          <p:spPr>
            <a:xfrm>
              <a:off x="6808431" y="2081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3" name="pt24683"/>
            <p:cNvSpPr/>
            <p:nvPr/>
          </p:nvSpPr>
          <p:spPr>
            <a:xfrm>
              <a:off x="7202402" y="1853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4" name="pt24684"/>
            <p:cNvSpPr/>
            <p:nvPr/>
          </p:nvSpPr>
          <p:spPr>
            <a:xfrm>
              <a:off x="7056965" y="2131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5" name="pt24685"/>
            <p:cNvSpPr/>
            <p:nvPr/>
          </p:nvSpPr>
          <p:spPr>
            <a:xfrm>
              <a:off x="7112950" y="1943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6" name="pt24686"/>
            <p:cNvSpPr/>
            <p:nvPr/>
          </p:nvSpPr>
          <p:spPr>
            <a:xfrm>
              <a:off x="7029812" y="2142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7" name="pt24687"/>
            <p:cNvSpPr/>
            <p:nvPr/>
          </p:nvSpPr>
          <p:spPr>
            <a:xfrm>
              <a:off x="7123614" y="2031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8" name="pt24688"/>
            <p:cNvSpPr/>
            <p:nvPr/>
          </p:nvSpPr>
          <p:spPr>
            <a:xfrm>
              <a:off x="7106827" y="2121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9" name="pt24689"/>
            <p:cNvSpPr/>
            <p:nvPr/>
          </p:nvSpPr>
          <p:spPr>
            <a:xfrm>
              <a:off x="7155018" y="2404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0" name="pt24690"/>
            <p:cNvSpPr/>
            <p:nvPr/>
          </p:nvSpPr>
          <p:spPr>
            <a:xfrm>
              <a:off x="6786989" y="2246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1" name="pt24691"/>
            <p:cNvSpPr/>
            <p:nvPr/>
          </p:nvSpPr>
          <p:spPr>
            <a:xfrm>
              <a:off x="7019662" y="204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2" name="pt24692"/>
            <p:cNvSpPr/>
            <p:nvPr/>
          </p:nvSpPr>
          <p:spPr>
            <a:xfrm>
              <a:off x="7104666" y="2177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3" name="pt24693"/>
            <p:cNvSpPr/>
            <p:nvPr/>
          </p:nvSpPr>
          <p:spPr>
            <a:xfrm>
              <a:off x="7074024" y="2068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4" name="pt24694"/>
            <p:cNvSpPr/>
            <p:nvPr/>
          </p:nvSpPr>
          <p:spPr>
            <a:xfrm>
              <a:off x="7261274" y="1973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5" name="pt24695"/>
            <p:cNvSpPr/>
            <p:nvPr/>
          </p:nvSpPr>
          <p:spPr>
            <a:xfrm>
              <a:off x="7104613" y="2165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6" name="pt24696"/>
            <p:cNvSpPr/>
            <p:nvPr/>
          </p:nvSpPr>
          <p:spPr>
            <a:xfrm>
              <a:off x="7098946" y="232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7" name="pt24697"/>
            <p:cNvSpPr/>
            <p:nvPr/>
          </p:nvSpPr>
          <p:spPr>
            <a:xfrm>
              <a:off x="7257955" y="2061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8" name="pt24698"/>
            <p:cNvSpPr/>
            <p:nvPr/>
          </p:nvSpPr>
          <p:spPr>
            <a:xfrm>
              <a:off x="7291468" y="2088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9" name="pt24699"/>
            <p:cNvSpPr/>
            <p:nvPr/>
          </p:nvSpPr>
          <p:spPr>
            <a:xfrm>
              <a:off x="7152554" y="2071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0" name="pt24700"/>
            <p:cNvSpPr/>
            <p:nvPr/>
          </p:nvSpPr>
          <p:spPr>
            <a:xfrm>
              <a:off x="7147809" y="2049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1" name="pt24701"/>
            <p:cNvSpPr/>
            <p:nvPr/>
          </p:nvSpPr>
          <p:spPr>
            <a:xfrm>
              <a:off x="7064194" y="2118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2" name="pt24702"/>
            <p:cNvSpPr/>
            <p:nvPr/>
          </p:nvSpPr>
          <p:spPr>
            <a:xfrm>
              <a:off x="7320889" y="2504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3" name="pt24703"/>
            <p:cNvSpPr/>
            <p:nvPr/>
          </p:nvSpPr>
          <p:spPr>
            <a:xfrm>
              <a:off x="7320603" y="2481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4" name="pt24704"/>
            <p:cNvSpPr/>
            <p:nvPr/>
          </p:nvSpPr>
          <p:spPr>
            <a:xfrm>
              <a:off x="7359826" y="2566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5" name="pt24705"/>
            <p:cNvSpPr/>
            <p:nvPr/>
          </p:nvSpPr>
          <p:spPr>
            <a:xfrm>
              <a:off x="6949729" y="2029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6" name="pt24706"/>
            <p:cNvSpPr/>
            <p:nvPr/>
          </p:nvSpPr>
          <p:spPr>
            <a:xfrm>
              <a:off x="7580511" y="2685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7" name="pt24707"/>
            <p:cNvSpPr/>
            <p:nvPr/>
          </p:nvSpPr>
          <p:spPr>
            <a:xfrm>
              <a:off x="7131212" y="2128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8" name="pt24708"/>
            <p:cNvSpPr/>
            <p:nvPr/>
          </p:nvSpPr>
          <p:spPr>
            <a:xfrm>
              <a:off x="7034673" y="2231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9" name="pt24709"/>
            <p:cNvSpPr/>
            <p:nvPr/>
          </p:nvSpPr>
          <p:spPr>
            <a:xfrm>
              <a:off x="7137716" y="1956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0" name="pt24710"/>
            <p:cNvSpPr/>
            <p:nvPr/>
          </p:nvSpPr>
          <p:spPr>
            <a:xfrm>
              <a:off x="7092664" y="2421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1" name="pt24711"/>
            <p:cNvSpPr/>
            <p:nvPr/>
          </p:nvSpPr>
          <p:spPr>
            <a:xfrm>
              <a:off x="6983647" y="2304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2" name="pt24712"/>
            <p:cNvSpPr/>
            <p:nvPr/>
          </p:nvSpPr>
          <p:spPr>
            <a:xfrm>
              <a:off x="6926735" y="1984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3" name="pt24713"/>
            <p:cNvSpPr/>
            <p:nvPr/>
          </p:nvSpPr>
          <p:spPr>
            <a:xfrm>
              <a:off x="7236883" y="1942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4" name="pt24714"/>
            <p:cNvSpPr/>
            <p:nvPr/>
          </p:nvSpPr>
          <p:spPr>
            <a:xfrm>
              <a:off x="7128052" y="2100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5" name="pt24715"/>
            <p:cNvSpPr/>
            <p:nvPr/>
          </p:nvSpPr>
          <p:spPr>
            <a:xfrm>
              <a:off x="7135661" y="2048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6" name="pt24716"/>
            <p:cNvSpPr/>
            <p:nvPr/>
          </p:nvSpPr>
          <p:spPr>
            <a:xfrm>
              <a:off x="7080330" y="2213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7" name="pt24717"/>
            <p:cNvSpPr/>
            <p:nvPr/>
          </p:nvSpPr>
          <p:spPr>
            <a:xfrm>
              <a:off x="7211339" y="1877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8" name="pt24718"/>
            <p:cNvSpPr/>
            <p:nvPr/>
          </p:nvSpPr>
          <p:spPr>
            <a:xfrm>
              <a:off x="7065061" y="2034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9" name="pt24719"/>
            <p:cNvSpPr/>
            <p:nvPr/>
          </p:nvSpPr>
          <p:spPr>
            <a:xfrm>
              <a:off x="7150943" y="2149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0" name="pt24720"/>
            <p:cNvSpPr/>
            <p:nvPr/>
          </p:nvSpPr>
          <p:spPr>
            <a:xfrm>
              <a:off x="7286366" y="2032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1" name="pt24721"/>
            <p:cNvSpPr/>
            <p:nvPr/>
          </p:nvSpPr>
          <p:spPr>
            <a:xfrm>
              <a:off x="7104531" y="2137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2" name="pt24722"/>
            <p:cNvSpPr/>
            <p:nvPr/>
          </p:nvSpPr>
          <p:spPr>
            <a:xfrm>
              <a:off x="7456872" y="2754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3" name="pt24723"/>
            <p:cNvSpPr/>
            <p:nvPr/>
          </p:nvSpPr>
          <p:spPr>
            <a:xfrm>
              <a:off x="7477137" y="2286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4" name="pt24724"/>
            <p:cNvSpPr/>
            <p:nvPr/>
          </p:nvSpPr>
          <p:spPr>
            <a:xfrm>
              <a:off x="7369889" y="2258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5" name="pt24725"/>
            <p:cNvSpPr/>
            <p:nvPr/>
          </p:nvSpPr>
          <p:spPr>
            <a:xfrm>
              <a:off x="7262810" y="1952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6" name="pt24726"/>
            <p:cNvSpPr/>
            <p:nvPr/>
          </p:nvSpPr>
          <p:spPr>
            <a:xfrm>
              <a:off x="7135280" y="2032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7" name="pt24727"/>
            <p:cNvSpPr/>
            <p:nvPr/>
          </p:nvSpPr>
          <p:spPr>
            <a:xfrm>
              <a:off x="7138612" y="1982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8" name="pt24728"/>
            <p:cNvSpPr/>
            <p:nvPr/>
          </p:nvSpPr>
          <p:spPr>
            <a:xfrm>
              <a:off x="6995106" y="2295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9" name="pt24729"/>
            <p:cNvSpPr/>
            <p:nvPr/>
          </p:nvSpPr>
          <p:spPr>
            <a:xfrm>
              <a:off x="6929467" y="1867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0" name="pt24730"/>
            <p:cNvSpPr/>
            <p:nvPr/>
          </p:nvSpPr>
          <p:spPr>
            <a:xfrm>
              <a:off x="7152113" y="2194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1" name="pt24731"/>
            <p:cNvSpPr/>
            <p:nvPr/>
          </p:nvSpPr>
          <p:spPr>
            <a:xfrm>
              <a:off x="6682700" y="1283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2" name="pt24732"/>
            <p:cNvSpPr/>
            <p:nvPr/>
          </p:nvSpPr>
          <p:spPr>
            <a:xfrm>
              <a:off x="7181795" y="2061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3" name="pt24733"/>
            <p:cNvSpPr/>
            <p:nvPr/>
          </p:nvSpPr>
          <p:spPr>
            <a:xfrm>
              <a:off x="6965674" y="1728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4" name="pt24734"/>
            <p:cNvSpPr/>
            <p:nvPr/>
          </p:nvSpPr>
          <p:spPr>
            <a:xfrm>
              <a:off x="7010578" y="2158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5" name="pt24735"/>
            <p:cNvSpPr/>
            <p:nvPr/>
          </p:nvSpPr>
          <p:spPr>
            <a:xfrm>
              <a:off x="7013804" y="2106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6" name="pt24736"/>
            <p:cNvSpPr/>
            <p:nvPr/>
          </p:nvSpPr>
          <p:spPr>
            <a:xfrm>
              <a:off x="6927270" y="1944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7" name="pt24737"/>
            <p:cNvSpPr/>
            <p:nvPr/>
          </p:nvSpPr>
          <p:spPr>
            <a:xfrm>
              <a:off x="6851347" y="2118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8" name="pt24738"/>
            <p:cNvSpPr/>
            <p:nvPr/>
          </p:nvSpPr>
          <p:spPr>
            <a:xfrm>
              <a:off x="7138703" y="1970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9" name="pt24739"/>
            <p:cNvSpPr/>
            <p:nvPr/>
          </p:nvSpPr>
          <p:spPr>
            <a:xfrm>
              <a:off x="7195496" y="2037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0" name="pt24740"/>
            <p:cNvSpPr/>
            <p:nvPr/>
          </p:nvSpPr>
          <p:spPr>
            <a:xfrm>
              <a:off x="6909425" y="1902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1" name="pt24741"/>
            <p:cNvSpPr/>
            <p:nvPr/>
          </p:nvSpPr>
          <p:spPr>
            <a:xfrm>
              <a:off x="7186486" y="1744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2" name="pt24742"/>
            <p:cNvSpPr/>
            <p:nvPr/>
          </p:nvSpPr>
          <p:spPr>
            <a:xfrm>
              <a:off x="7100325" y="2227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3" name="pt24743"/>
            <p:cNvSpPr/>
            <p:nvPr/>
          </p:nvSpPr>
          <p:spPr>
            <a:xfrm>
              <a:off x="7067443" y="204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4" name="pt24744"/>
            <p:cNvSpPr/>
            <p:nvPr/>
          </p:nvSpPr>
          <p:spPr>
            <a:xfrm>
              <a:off x="7348143" y="2264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5" name="pt24745"/>
            <p:cNvSpPr/>
            <p:nvPr/>
          </p:nvSpPr>
          <p:spPr>
            <a:xfrm>
              <a:off x="7067409" y="2133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6" name="pt24746"/>
            <p:cNvSpPr/>
            <p:nvPr/>
          </p:nvSpPr>
          <p:spPr>
            <a:xfrm>
              <a:off x="7114398" y="1898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7" name="pt24747"/>
            <p:cNvSpPr/>
            <p:nvPr/>
          </p:nvSpPr>
          <p:spPr>
            <a:xfrm>
              <a:off x="6988119" y="2173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8" name="pt24748"/>
            <p:cNvSpPr/>
            <p:nvPr/>
          </p:nvSpPr>
          <p:spPr>
            <a:xfrm>
              <a:off x="6895980" y="2108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9" name="pt24749"/>
            <p:cNvSpPr/>
            <p:nvPr/>
          </p:nvSpPr>
          <p:spPr>
            <a:xfrm>
              <a:off x="7197192" y="2105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0" name="pt24750"/>
            <p:cNvSpPr/>
            <p:nvPr/>
          </p:nvSpPr>
          <p:spPr>
            <a:xfrm>
              <a:off x="7151810" y="2094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1" name="pt24751"/>
            <p:cNvSpPr/>
            <p:nvPr/>
          </p:nvSpPr>
          <p:spPr>
            <a:xfrm>
              <a:off x="7330456" y="2457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2" name="pt24752"/>
            <p:cNvSpPr/>
            <p:nvPr/>
          </p:nvSpPr>
          <p:spPr>
            <a:xfrm>
              <a:off x="7123712" y="2085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3" name="pt24753"/>
            <p:cNvSpPr/>
            <p:nvPr/>
          </p:nvSpPr>
          <p:spPr>
            <a:xfrm>
              <a:off x="6895501" y="2171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4" name="pt24754"/>
            <p:cNvSpPr/>
            <p:nvPr/>
          </p:nvSpPr>
          <p:spPr>
            <a:xfrm>
              <a:off x="7086076" y="2295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5" name="pt24755"/>
            <p:cNvSpPr/>
            <p:nvPr/>
          </p:nvSpPr>
          <p:spPr>
            <a:xfrm>
              <a:off x="7065175" y="2115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6" name="pt24756"/>
            <p:cNvSpPr/>
            <p:nvPr/>
          </p:nvSpPr>
          <p:spPr>
            <a:xfrm>
              <a:off x="7054347" y="2039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7" name="pt24757"/>
            <p:cNvSpPr/>
            <p:nvPr/>
          </p:nvSpPr>
          <p:spPr>
            <a:xfrm>
              <a:off x="6833141" y="1871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8" name="pt24758"/>
            <p:cNvSpPr/>
            <p:nvPr/>
          </p:nvSpPr>
          <p:spPr>
            <a:xfrm>
              <a:off x="7203491" y="2055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9" name="pt24759"/>
            <p:cNvSpPr/>
            <p:nvPr/>
          </p:nvSpPr>
          <p:spPr>
            <a:xfrm>
              <a:off x="7089201" y="2286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0" name="pt24760"/>
            <p:cNvSpPr/>
            <p:nvPr/>
          </p:nvSpPr>
          <p:spPr>
            <a:xfrm>
              <a:off x="7145472" y="2008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1" name="pt24761"/>
            <p:cNvSpPr/>
            <p:nvPr/>
          </p:nvSpPr>
          <p:spPr>
            <a:xfrm>
              <a:off x="6971679" y="1769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2" name="pt24762"/>
            <p:cNvSpPr/>
            <p:nvPr/>
          </p:nvSpPr>
          <p:spPr>
            <a:xfrm>
              <a:off x="7101477" y="2099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3" name="pt24763"/>
            <p:cNvSpPr/>
            <p:nvPr/>
          </p:nvSpPr>
          <p:spPr>
            <a:xfrm>
              <a:off x="6735307" y="2197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4" name="pt24764"/>
            <p:cNvSpPr/>
            <p:nvPr/>
          </p:nvSpPr>
          <p:spPr>
            <a:xfrm>
              <a:off x="7144362" y="1979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5" name="pt24765"/>
            <p:cNvSpPr/>
            <p:nvPr/>
          </p:nvSpPr>
          <p:spPr>
            <a:xfrm>
              <a:off x="7357515" y="2379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6" name="pt24766"/>
            <p:cNvSpPr/>
            <p:nvPr/>
          </p:nvSpPr>
          <p:spPr>
            <a:xfrm>
              <a:off x="7458814" y="2197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7" name="pt24767"/>
            <p:cNvSpPr/>
            <p:nvPr/>
          </p:nvSpPr>
          <p:spPr>
            <a:xfrm>
              <a:off x="7308264" y="2400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8" name="pt24768"/>
            <p:cNvSpPr/>
            <p:nvPr/>
          </p:nvSpPr>
          <p:spPr>
            <a:xfrm>
              <a:off x="7053859" y="2055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9" name="pt24769"/>
            <p:cNvSpPr/>
            <p:nvPr/>
          </p:nvSpPr>
          <p:spPr>
            <a:xfrm>
              <a:off x="7026645" y="1985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0" name="pt24770"/>
            <p:cNvSpPr/>
            <p:nvPr/>
          </p:nvSpPr>
          <p:spPr>
            <a:xfrm>
              <a:off x="7222814" y="2093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1" name="pt24771"/>
            <p:cNvSpPr/>
            <p:nvPr/>
          </p:nvSpPr>
          <p:spPr>
            <a:xfrm>
              <a:off x="7255616" y="2053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2" name="pt24772"/>
            <p:cNvSpPr/>
            <p:nvPr/>
          </p:nvSpPr>
          <p:spPr>
            <a:xfrm>
              <a:off x="6918769" y="2082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3" name="pt24773"/>
            <p:cNvSpPr/>
            <p:nvPr/>
          </p:nvSpPr>
          <p:spPr>
            <a:xfrm>
              <a:off x="7056648" y="2084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4" name="pt24774"/>
            <p:cNvSpPr/>
            <p:nvPr/>
          </p:nvSpPr>
          <p:spPr>
            <a:xfrm>
              <a:off x="7624226" y="2401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5" name="pt24775"/>
            <p:cNvSpPr/>
            <p:nvPr/>
          </p:nvSpPr>
          <p:spPr>
            <a:xfrm>
              <a:off x="6998047" y="2201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6" name="pt24776"/>
            <p:cNvSpPr/>
            <p:nvPr/>
          </p:nvSpPr>
          <p:spPr>
            <a:xfrm>
              <a:off x="7129924" y="2225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7" name="pt24777"/>
            <p:cNvSpPr/>
            <p:nvPr/>
          </p:nvSpPr>
          <p:spPr>
            <a:xfrm>
              <a:off x="6848429" y="212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8" name="pt24778"/>
            <p:cNvSpPr/>
            <p:nvPr/>
          </p:nvSpPr>
          <p:spPr>
            <a:xfrm>
              <a:off x="6954813" y="1753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9" name="pt24779"/>
            <p:cNvSpPr/>
            <p:nvPr/>
          </p:nvSpPr>
          <p:spPr>
            <a:xfrm>
              <a:off x="7245150" y="1916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0" name="pt24780"/>
            <p:cNvSpPr/>
            <p:nvPr/>
          </p:nvSpPr>
          <p:spPr>
            <a:xfrm>
              <a:off x="6956219" y="1904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1" name="pt24781"/>
            <p:cNvSpPr/>
            <p:nvPr/>
          </p:nvSpPr>
          <p:spPr>
            <a:xfrm>
              <a:off x="7287182" y="1641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2" name="pt24782"/>
            <p:cNvSpPr/>
            <p:nvPr/>
          </p:nvSpPr>
          <p:spPr>
            <a:xfrm>
              <a:off x="7056654" y="2135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3" name="pt24783"/>
            <p:cNvSpPr/>
            <p:nvPr/>
          </p:nvSpPr>
          <p:spPr>
            <a:xfrm>
              <a:off x="6967725" y="1785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4" name="pt24784"/>
            <p:cNvSpPr/>
            <p:nvPr/>
          </p:nvSpPr>
          <p:spPr>
            <a:xfrm>
              <a:off x="7032451" y="2207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5" name="pt24785"/>
            <p:cNvSpPr/>
            <p:nvPr/>
          </p:nvSpPr>
          <p:spPr>
            <a:xfrm>
              <a:off x="7276620" y="1860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6" name="pt24786"/>
            <p:cNvSpPr/>
            <p:nvPr/>
          </p:nvSpPr>
          <p:spPr>
            <a:xfrm>
              <a:off x="7273581" y="1974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7" name="pt24787"/>
            <p:cNvSpPr/>
            <p:nvPr/>
          </p:nvSpPr>
          <p:spPr>
            <a:xfrm>
              <a:off x="7051678" y="2098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8" name="pt24788"/>
            <p:cNvSpPr/>
            <p:nvPr/>
          </p:nvSpPr>
          <p:spPr>
            <a:xfrm>
              <a:off x="7093103" y="2293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9" name="pt24789"/>
            <p:cNvSpPr/>
            <p:nvPr/>
          </p:nvSpPr>
          <p:spPr>
            <a:xfrm>
              <a:off x="7027035" y="2109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0" name="pt24790"/>
            <p:cNvSpPr/>
            <p:nvPr/>
          </p:nvSpPr>
          <p:spPr>
            <a:xfrm>
              <a:off x="7016029" y="2257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1" name="pt24791"/>
            <p:cNvSpPr/>
            <p:nvPr/>
          </p:nvSpPr>
          <p:spPr>
            <a:xfrm>
              <a:off x="6931523" y="177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2" name="pt24792"/>
            <p:cNvSpPr/>
            <p:nvPr/>
          </p:nvSpPr>
          <p:spPr>
            <a:xfrm>
              <a:off x="6938721" y="1923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3" name="pt24793"/>
            <p:cNvSpPr/>
            <p:nvPr/>
          </p:nvSpPr>
          <p:spPr>
            <a:xfrm>
              <a:off x="7152870" y="2148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4" name="pt24794"/>
            <p:cNvSpPr/>
            <p:nvPr/>
          </p:nvSpPr>
          <p:spPr>
            <a:xfrm>
              <a:off x="7454459" y="2596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5" name="pt24795"/>
            <p:cNvSpPr/>
            <p:nvPr/>
          </p:nvSpPr>
          <p:spPr>
            <a:xfrm>
              <a:off x="7098543" y="234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6" name="pt24796"/>
            <p:cNvSpPr/>
            <p:nvPr/>
          </p:nvSpPr>
          <p:spPr>
            <a:xfrm>
              <a:off x="7161231" y="2174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7" name="pt24797"/>
            <p:cNvSpPr/>
            <p:nvPr/>
          </p:nvSpPr>
          <p:spPr>
            <a:xfrm>
              <a:off x="7216987" y="2061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8" name="pt24798"/>
            <p:cNvSpPr/>
            <p:nvPr/>
          </p:nvSpPr>
          <p:spPr>
            <a:xfrm>
              <a:off x="7132241" y="2137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9" name="pt24799"/>
            <p:cNvSpPr/>
            <p:nvPr/>
          </p:nvSpPr>
          <p:spPr>
            <a:xfrm>
              <a:off x="7091792" y="2175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0" name="pt24800"/>
            <p:cNvSpPr/>
            <p:nvPr/>
          </p:nvSpPr>
          <p:spPr>
            <a:xfrm>
              <a:off x="7227650" y="1944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1" name="pt24801"/>
            <p:cNvSpPr/>
            <p:nvPr/>
          </p:nvSpPr>
          <p:spPr>
            <a:xfrm>
              <a:off x="7158567" y="2222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2" name="pt24802"/>
            <p:cNvSpPr/>
            <p:nvPr/>
          </p:nvSpPr>
          <p:spPr>
            <a:xfrm>
              <a:off x="7185048" y="1882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3" name="pt24803"/>
            <p:cNvSpPr/>
            <p:nvPr/>
          </p:nvSpPr>
          <p:spPr>
            <a:xfrm>
              <a:off x="7172469" y="2183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4" name="pt24804"/>
            <p:cNvSpPr/>
            <p:nvPr/>
          </p:nvSpPr>
          <p:spPr>
            <a:xfrm>
              <a:off x="6937189" y="2180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5" name="pt24805"/>
            <p:cNvSpPr/>
            <p:nvPr/>
          </p:nvSpPr>
          <p:spPr>
            <a:xfrm>
              <a:off x="7073338" y="2064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6" name="pt24806"/>
            <p:cNvSpPr/>
            <p:nvPr/>
          </p:nvSpPr>
          <p:spPr>
            <a:xfrm>
              <a:off x="7070133" y="2180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7" name="pt24807"/>
            <p:cNvSpPr/>
            <p:nvPr/>
          </p:nvSpPr>
          <p:spPr>
            <a:xfrm>
              <a:off x="7444618" y="2307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8" name="pt24808"/>
            <p:cNvSpPr/>
            <p:nvPr/>
          </p:nvSpPr>
          <p:spPr>
            <a:xfrm>
              <a:off x="7220840" y="2013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9" name="pt24809"/>
            <p:cNvSpPr/>
            <p:nvPr/>
          </p:nvSpPr>
          <p:spPr>
            <a:xfrm>
              <a:off x="6992874" y="2066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0" name="pt24810"/>
            <p:cNvSpPr/>
            <p:nvPr/>
          </p:nvSpPr>
          <p:spPr>
            <a:xfrm>
              <a:off x="7361005" y="2427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1" name="pt24811"/>
            <p:cNvSpPr/>
            <p:nvPr/>
          </p:nvSpPr>
          <p:spPr>
            <a:xfrm>
              <a:off x="7149793" y="2158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2" name="pt24812"/>
            <p:cNvSpPr/>
            <p:nvPr/>
          </p:nvSpPr>
          <p:spPr>
            <a:xfrm>
              <a:off x="7069532" y="2105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3" name="pt24813"/>
            <p:cNvSpPr/>
            <p:nvPr/>
          </p:nvSpPr>
          <p:spPr>
            <a:xfrm>
              <a:off x="7004502" y="2047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4" name="pt24814"/>
            <p:cNvSpPr/>
            <p:nvPr/>
          </p:nvSpPr>
          <p:spPr>
            <a:xfrm>
              <a:off x="7240730" y="1957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5" name="pt24815"/>
            <p:cNvSpPr/>
            <p:nvPr/>
          </p:nvSpPr>
          <p:spPr>
            <a:xfrm>
              <a:off x="6972187" y="1965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6" name="pt24816"/>
            <p:cNvSpPr/>
            <p:nvPr/>
          </p:nvSpPr>
          <p:spPr>
            <a:xfrm>
              <a:off x="7136161" y="2007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7" name="pt24817"/>
            <p:cNvSpPr/>
            <p:nvPr/>
          </p:nvSpPr>
          <p:spPr>
            <a:xfrm>
              <a:off x="7142521" y="1983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8" name="pt24818"/>
            <p:cNvSpPr/>
            <p:nvPr/>
          </p:nvSpPr>
          <p:spPr>
            <a:xfrm>
              <a:off x="7380885" y="2429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9" name="pt24819"/>
            <p:cNvSpPr/>
            <p:nvPr/>
          </p:nvSpPr>
          <p:spPr>
            <a:xfrm>
              <a:off x="6873843" y="2188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0" name="pt24820"/>
            <p:cNvSpPr/>
            <p:nvPr/>
          </p:nvSpPr>
          <p:spPr>
            <a:xfrm>
              <a:off x="7133084" y="2103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1" name="pt24821"/>
            <p:cNvSpPr/>
            <p:nvPr/>
          </p:nvSpPr>
          <p:spPr>
            <a:xfrm>
              <a:off x="6629586" y="1848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2" name="pt24822"/>
            <p:cNvSpPr/>
            <p:nvPr/>
          </p:nvSpPr>
          <p:spPr>
            <a:xfrm>
              <a:off x="6881637" y="2093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3" name="pt24823"/>
            <p:cNvSpPr/>
            <p:nvPr/>
          </p:nvSpPr>
          <p:spPr>
            <a:xfrm>
              <a:off x="6839213" y="1946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4" name="pt24824"/>
            <p:cNvSpPr/>
            <p:nvPr/>
          </p:nvSpPr>
          <p:spPr>
            <a:xfrm>
              <a:off x="6924377" y="1907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5" name="pt24825"/>
            <p:cNvSpPr/>
            <p:nvPr/>
          </p:nvSpPr>
          <p:spPr>
            <a:xfrm>
              <a:off x="6922283" y="2081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6" name="pt24826"/>
            <p:cNvSpPr/>
            <p:nvPr/>
          </p:nvSpPr>
          <p:spPr>
            <a:xfrm>
              <a:off x="6945100" y="1929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7" name="pt24827"/>
            <p:cNvSpPr/>
            <p:nvPr/>
          </p:nvSpPr>
          <p:spPr>
            <a:xfrm>
              <a:off x="7135016" y="2025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8" name="pt24828"/>
            <p:cNvSpPr/>
            <p:nvPr/>
          </p:nvSpPr>
          <p:spPr>
            <a:xfrm>
              <a:off x="7154560" y="2217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9" name="pt24829"/>
            <p:cNvSpPr/>
            <p:nvPr/>
          </p:nvSpPr>
          <p:spPr>
            <a:xfrm>
              <a:off x="7178775" y="2029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0" name="pt24830"/>
            <p:cNvSpPr/>
            <p:nvPr/>
          </p:nvSpPr>
          <p:spPr>
            <a:xfrm>
              <a:off x="7077159" y="2081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1" name="pt24831"/>
            <p:cNvSpPr/>
            <p:nvPr/>
          </p:nvSpPr>
          <p:spPr>
            <a:xfrm>
              <a:off x="6968185" y="1767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2" name="pt24832"/>
            <p:cNvSpPr/>
            <p:nvPr/>
          </p:nvSpPr>
          <p:spPr>
            <a:xfrm>
              <a:off x="7100653" y="2234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3" name="pt24833"/>
            <p:cNvSpPr/>
            <p:nvPr/>
          </p:nvSpPr>
          <p:spPr>
            <a:xfrm>
              <a:off x="6707598" y="2770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4" name="pt24834"/>
            <p:cNvSpPr/>
            <p:nvPr/>
          </p:nvSpPr>
          <p:spPr>
            <a:xfrm>
              <a:off x="7178722" y="2232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5" name="pt24835"/>
            <p:cNvSpPr/>
            <p:nvPr/>
          </p:nvSpPr>
          <p:spPr>
            <a:xfrm>
              <a:off x="7151932" y="2031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6" name="pt24836"/>
            <p:cNvSpPr/>
            <p:nvPr/>
          </p:nvSpPr>
          <p:spPr>
            <a:xfrm>
              <a:off x="7510005" y="2292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7" name="pt24837"/>
            <p:cNvSpPr/>
            <p:nvPr/>
          </p:nvSpPr>
          <p:spPr>
            <a:xfrm>
              <a:off x="7132008" y="2085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8" name="pt24838"/>
            <p:cNvSpPr/>
            <p:nvPr/>
          </p:nvSpPr>
          <p:spPr>
            <a:xfrm>
              <a:off x="6750850" y="2492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9" name="pt24839"/>
            <p:cNvSpPr/>
            <p:nvPr/>
          </p:nvSpPr>
          <p:spPr>
            <a:xfrm>
              <a:off x="7088689" y="2243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0" name="pt24840"/>
            <p:cNvSpPr/>
            <p:nvPr/>
          </p:nvSpPr>
          <p:spPr>
            <a:xfrm>
              <a:off x="6987482" y="2142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1" name="pt24841"/>
            <p:cNvSpPr/>
            <p:nvPr/>
          </p:nvSpPr>
          <p:spPr>
            <a:xfrm>
              <a:off x="7235623" y="1828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2" name="pt24842"/>
            <p:cNvSpPr/>
            <p:nvPr/>
          </p:nvSpPr>
          <p:spPr>
            <a:xfrm>
              <a:off x="7127615" y="2127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3" name="pt24843"/>
            <p:cNvSpPr/>
            <p:nvPr/>
          </p:nvSpPr>
          <p:spPr>
            <a:xfrm>
              <a:off x="7042177" y="2162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4" name="pt24844"/>
            <p:cNvSpPr/>
            <p:nvPr/>
          </p:nvSpPr>
          <p:spPr>
            <a:xfrm>
              <a:off x="6825424" y="1915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5" name="pt24845"/>
            <p:cNvSpPr/>
            <p:nvPr/>
          </p:nvSpPr>
          <p:spPr>
            <a:xfrm>
              <a:off x="6885720" y="1976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6" name="pt24846"/>
            <p:cNvSpPr/>
            <p:nvPr/>
          </p:nvSpPr>
          <p:spPr>
            <a:xfrm>
              <a:off x="7531695" y="2271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7" name="pt24847"/>
            <p:cNvSpPr/>
            <p:nvPr/>
          </p:nvSpPr>
          <p:spPr>
            <a:xfrm>
              <a:off x="7044802" y="2232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8" name="pt24848"/>
            <p:cNvSpPr/>
            <p:nvPr/>
          </p:nvSpPr>
          <p:spPr>
            <a:xfrm>
              <a:off x="7010857" y="1919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9" name="pt24849"/>
            <p:cNvSpPr/>
            <p:nvPr/>
          </p:nvSpPr>
          <p:spPr>
            <a:xfrm>
              <a:off x="7433820" y="2368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0" name="pt24850"/>
            <p:cNvSpPr/>
            <p:nvPr/>
          </p:nvSpPr>
          <p:spPr>
            <a:xfrm>
              <a:off x="7158878" y="231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1" name="pt24851"/>
            <p:cNvSpPr/>
            <p:nvPr/>
          </p:nvSpPr>
          <p:spPr>
            <a:xfrm>
              <a:off x="7086998" y="2159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2" name="pt24852"/>
            <p:cNvSpPr/>
            <p:nvPr/>
          </p:nvSpPr>
          <p:spPr>
            <a:xfrm>
              <a:off x="7164031" y="2051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3" name="pt24853"/>
            <p:cNvSpPr/>
            <p:nvPr/>
          </p:nvSpPr>
          <p:spPr>
            <a:xfrm>
              <a:off x="7094289" y="2315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4" name="pt24854"/>
            <p:cNvSpPr/>
            <p:nvPr/>
          </p:nvSpPr>
          <p:spPr>
            <a:xfrm>
              <a:off x="7065101" y="2171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5" name="pt24855"/>
            <p:cNvSpPr/>
            <p:nvPr/>
          </p:nvSpPr>
          <p:spPr>
            <a:xfrm>
              <a:off x="7066257" y="2161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6" name="pt24856"/>
            <p:cNvSpPr/>
            <p:nvPr/>
          </p:nvSpPr>
          <p:spPr>
            <a:xfrm>
              <a:off x="6820526" y="2088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7" name="pt24857"/>
            <p:cNvSpPr/>
            <p:nvPr/>
          </p:nvSpPr>
          <p:spPr>
            <a:xfrm>
              <a:off x="6800988" y="2001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8" name="pt24858"/>
            <p:cNvSpPr/>
            <p:nvPr/>
          </p:nvSpPr>
          <p:spPr>
            <a:xfrm>
              <a:off x="6915651" y="199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9" name="pt24859"/>
            <p:cNvSpPr/>
            <p:nvPr/>
          </p:nvSpPr>
          <p:spPr>
            <a:xfrm>
              <a:off x="6721892" y="2671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0" name="pt24860"/>
            <p:cNvSpPr/>
            <p:nvPr/>
          </p:nvSpPr>
          <p:spPr>
            <a:xfrm>
              <a:off x="7311931" y="2515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1" name="pt24861"/>
            <p:cNvSpPr/>
            <p:nvPr/>
          </p:nvSpPr>
          <p:spPr>
            <a:xfrm>
              <a:off x="7066885" y="2150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2" name="pt24862"/>
            <p:cNvSpPr/>
            <p:nvPr/>
          </p:nvSpPr>
          <p:spPr>
            <a:xfrm>
              <a:off x="7111693" y="2081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3" name="pt24863"/>
            <p:cNvSpPr/>
            <p:nvPr/>
          </p:nvSpPr>
          <p:spPr>
            <a:xfrm>
              <a:off x="6995559" y="2241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4" name="pt24864"/>
            <p:cNvSpPr/>
            <p:nvPr/>
          </p:nvSpPr>
          <p:spPr>
            <a:xfrm>
              <a:off x="7134813" y="2031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5" name="pt24865"/>
            <p:cNvSpPr/>
            <p:nvPr/>
          </p:nvSpPr>
          <p:spPr>
            <a:xfrm>
              <a:off x="7180258" y="2050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6" name="pt24866"/>
            <p:cNvSpPr/>
            <p:nvPr/>
          </p:nvSpPr>
          <p:spPr>
            <a:xfrm>
              <a:off x="7036650" y="221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7" name="pt24867"/>
            <p:cNvSpPr/>
            <p:nvPr/>
          </p:nvSpPr>
          <p:spPr>
            <a:xfrm>
              <a:off x="7003066" y="1983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8" name="pt24868"/>
            <p:cNvSpPr/>
            <p:nvPr/>
          </p:nvSpPr>
          <p:spPr>
            <a:xfrm>
              <a:off x="7065022" y="2079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9" name="pt24869"/>
            <p:cNvSpPr/>
            <p:nvPr/>
          </p:nvSpPr>
          <p:spPr>
            <a:xfrm>
              <a:off x="7224880" y="1980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0" name="pt24870"/>
            <p:cNvSpPr/>
            <p:nvPr/>
          </p:nvSpPr>
          <p:spPr>
            <a:xfrm>
              <a:off x="6921227" y="1901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1" name="pt24871"/>
            <p:cNvSpPr/>
            <p:nvPr/>
          </p:nvSpPr>
          <p:spPr>
            <a:xfrm>
              <a:off x="7035356" y="2241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2" name="pt24872"/>
            <p:cNvSpPr/>
            <p:nvPr/>
          </p:nvSpPr>
          <p:spPr>
            <a:xfrm>
              <a:off x="7198352" y="2036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3" name="pt24873"/>
            <p:cNvSpPr/>
            <p:nvPr/>
          </p:nvSpPr>
          <p:spPr>
            <a:xfrm>
              <a:off x="7308611" y="2442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4" name="pt24874"/>
            <p:cNvSpPr/>
            <p:nvPr/>
          </p:nvSpPr>
          <p:spPr>
            <a:xfrm>
              <a:off x="7154511" y="2121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5" name="pt24875"/>
            <p:cNvSpPr/>
            <p:nvPr/>
          </p:nvSpPr>
          <p:spPr>
            <a:xfrm>
              <a:off x="6905282" y="1863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6" name="pt24876"/>
            <p:cNvSpPr/>
            <p:nvPr/>
          </p:nvSpPr>
          <p:spPr>
            <a:xfrm>
              <a:off x="6920951" y="1932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7" name="pt24877"/>
            <p:cNvSpPr/>
            <p:nvPr/>
          </p:nvSpPr>
          <p:spPr>
            <a:xfrm>
              <a:off x="7139478" y="1984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8" name="pt24878"/>
            <p:cNvSpPr/>
            <p:nvPr/>
          </p:nvSpPr>
          <p:spPr>
            <a:xfrm>
              <a:off x="7024569" y="1991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9" name="pt24879"/>
            <p:cNvSpPr/>
            <p:nvPr/>
          </p:nvSpPr>
          <p:spPr>
            <a:xfrm>
              <a:off x="7288546" y="2036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0" name="pt24880"/>
            <p:cNvSpPr/>
            <p:nvPr/>
          </p:nvSpPr>
          <p:spPr>
            <a:xfrm>
              <a:off x="7233480" y="1874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1" name="pt24881"/>
            <p:cNvSpPr/>
            <p:nvPr/>
          </p:nvSpPr>
          <p:spPr>
            <a:xfrm>
              <a:off x="7439970" y="2056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2" name="pt24882"/>
            <p:cNvSpPr/>
            <p:nvPr/>
          </p:nvSpPr>
          <p:spPr>
            <a:xfrm>
              <a:off x="7111177" y="2096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3" name="pt24883"/>
            <p:cNvSpPr/>
            <p:nvPr/>
          </p:nvSpPr>
          <p:spPr>
            <a:xfrm>
              <a:off x="7154299" y="2292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4" name="pt24884"/>
            <p:cNvSpPr/>
            <p:nvPr/>
          </p:nvSpPr>
          <p:spPr>
            <a:xfrm>
              <a:off x="7315938" y="2702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5" name="pt24885"/>
            <p:cNvSpPr/>
            <p:nvPr/>
          </p:nvSpPr>
          <p:spPr>
            <a:xfrm>
              <a:off x="7186051" y="1899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6" name="pt24886"/>
            <p:cNvSpPr/>
            <p:nvPr/>
          </p:nvSpPr>
          <p:spPr>
            <a:xfrm>
              <a:off x="7299474" y="2180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7" name="pt24887"/>
            <p:cNvSpPr/>
            <p:nvPr/>
          </p:nvSpPr>
          <p:spPr>
            <a:xfrm>
              <a:off x="6995666" y="2288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8" name="pt24888"/>
            <p:cNvSpPr/>
            <p:nvPr/>
          </p:nvSpPr>
          <p:spPr>
            <a:xfrm>
              <a:off x="6873583" y="1986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9" name="pt24889"/>
            <p:cNvSpPr/>
            <p:nvPr/>
          </p:nvSpPr>
          <p:spPr>
            <a:xfrm>
              <a:off x="6965230" y="201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0" name="pt24890"/>
            <p:cNvSpPr/>
            <p:nvPr/>
          </p:nvSpPr>
          <p:spPr>
            <a:xfrm>
              <a:off x="7051846" y="2189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1" name="pt24891"/>
            <p:cNvSpPr/>
            <p:nvPr/>
          </p:nvSpPr>
          <p:spPr>
            <a:xfrm>
              <a:off x="7145891" y="1902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2" name="pt24892"/>
            <p:cNvSpPr/>
            <p:nvPr/>
          </p:nvSpPr>
          <p:spPr>
            <a:xfrm>
              <a:off x="7172469" y="197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3" name="pt24893"/>
            <p:cNvSpPr/>
            <p:nvPr/>
          </p:nvSpPr>
          <p:spPr>
            <a:xfrm>
              <a:off x="6913121" y="1998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4" name="pt24894"/>
            <p:cNvSpPr/>
            <p:nvPr/>
          </p:nvSpPr>
          <p:spPr>
            <a:xfrm>
              <a:off x="7065612" y="2159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5" name="pt24895"/>
            <p:cNvSpPr/>
            <p:nvPr/>
          </p:nvSpPr>
          <p:spPr>
            <a:xfrm>
              <a:off x="7194757" y="1969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6" name="pt24896"/>
            <p:cNvSpPr/>
            <p:nvPr/>
          </p:nvSpPr>
          <p:spPr>
            <a:xfrm>
              <a:off x="7022438" y="1874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7" name="pt24897"/>
            <p:cNvSpPr/>
            <p:nvPr/>
          </p:nvSpPr>
          <p:spPr>
            <a:xfrm>
              <a:off x="7092603" y="2296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8" name="pt24898"/>
            <p:cNvSpPr/>
            <p:nvPr/>
          </p:nvSpPr>
          <p:spPr>
            <a:xfrm>
              <a:off x="7074747" y="2116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9" name="pt24899"/>
            <p:cNvSpPr/>
            <p:nvPr/>
          </p:nvSpPr>
          <p:spPr>
            <a:xfrm>
              <a:off x="6997998" y="2210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0" name="pt24900"/>
            <p:cNvSpPr/>
            <p:nvPr/>
          </p:nvSpPr>
          <p:spPr>
            <a:xfrm>
              <a:off x="7106212" y="2050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1" name="pt24901"/>
            <p:cNvSpPr/>
            <p:nvPr/>
          </p:nvSpPr>
          <p:spPr>
            <a:xfrm>
              <a:off x="7449077" y="2255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2" name="pt24902"/>
            <p:cNvSpPr/>
            <p:nvPr/>
          </p:nvSpPr>
          <p:spPr>
            <a:xfrm>
              <a:off x="7095430" y="224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3" name="pt24903"/>
            <p:cNvSpPr/>
            <p:nvPr/>
          </p:nvSpPr>
          <p:spPr>
            <a:xfrm>
              <a:off x="7151242" y="2285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4" name="pt24904"/>
            <p:cNvSpPr/>
            <p:nvPr/>
          </p:nvSpPr>
          <p:spPr>
            <a:xfrm>
              <a:off x="7158418" y="2302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5" name="pt24905"/>
            <p:cNvSpPr/>
            <p:nvPr/>
          </p:nvSpPr>
          <p:spPr>
            <a:xfrm>
              <a:off x="7189977" y="2157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6" name="pt24906"/>
            <p:cNvSpPr/>
            <p:nvPr/>
          </p:nvSpPr>
          <p:spPr>
            <a:xfrm>
              <a:off x="7329736" y="2274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7" name="pt24907"/>
            <p:cNvSpPr/>
            <p:nvPr/>
          </p:nvSpPr>
          <p:spPr>
            <a:xfrm>
              <a:off x="6730409" y="2422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8" name="pt24908"/>
            <p:cNvSpPr/>
            <p:nvPr/>
          </p:nvSpPr>
          <p:spPr>
            <a:xfrm>
              <a:off x="7065022" y="2128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9" name="pt24909"/>
            <p:cNvSpPr/>
            <p:nvPr/>
          </p:nvSpPr>
          <p:spPr>
            <a:xfrm>
              <a:off x="7149430" y="2204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0" name="pt24910"/>
            <p:cNvSpPr/>
            <p:nvPr/>
          </p:nvSpPr>
          <p:spPr>
            <a:xfrm>
              <a:off x="7194574" y="1973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1" name="pt24911"/>
            <p:cNvSpPr/>
            <p:nvPr/>
          </p:nvSpPr>
          <p:spPr>
            <a:xfrm>
              <a:off x="6900999" y="2003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2" name="pt24912"/>
            <p:cNvSpPr/>
            <p:nvPr/>
          </p:nvSpPr>
          <p:spPr>
            <a:xfrm>
              <a:off x="7203067" y="2069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3" name="pt24913"/>
            <p:cNvSpPr/>
            <p:nvPr/>
          </p:nvSpPr>
          <p:spPr>
            <a:xfrm>
              <a:off x="7062555" y="2157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4" name="pt24914"/>
            <p:cNvSpPr/>
            <p:nvPr/>
          </p:nvSpPr>
          <p:spPr>
            <a:xfrm>
              <a:off x="7171893" y="1988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5" name="pt24915"/>
            <p:cNvSpPr/>
            <p:nvPr/>
          </p:nvSpPr>
          <p:spPr>
            <a:xfrm>
              <a:off x="7285054" y="1951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6" name="pt24916"/>
            <p:cNvSpPr/>
            <p:nvPr/>
          </p:nvSpPr>
          <p:spPr>
            <a:xfrm>
              <a:off x="7225763" y="1987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7" name="pt24917"/>
            <p:cNvSpPr/>
            <p:nvPr/>
          </p:nvSpPr>
          <p:spPr>
            <a:xfrm>
              <a:off x="7080734" y="2143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8" name="pt24918"/>
            <p:cNvSpPr/>
            <p:nvPr/>
          </p:nvSpPr>
          <p:spPr>
            <a:xfrm>
              <a:off x="6773003" y="2005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9" name="pt24919"/>
            <p:cNvSpPr/>
            <p:nvPr/>
          </p:nvSpPr>
          <p:spPr>
            <a:xfrm>
              <a:off x="6819175" y="2288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0" name="pt24920"/>
            <p:cNvSpPr/>
            <p:nvPr/>
          </p:nvSpPr>
          <p:spPr>
            <a:xfrm>
              <a:off x="7212920" y="2139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1" name="pt24921"/>
            <p:cNvSpPr/>
            <p:nvPr/>
          </p:nvSpPr>
          <p:spPr>
            <a:xfrm>
              <a:off x="7189281" y="2204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2" name="pt24922"/>
            <p:cNvSpPr/>
            <p:nvPr/>
          </p:nvSpPr>
          <p:spPr>
            <a:xfrm>
              <a:off x="7296437" y="2137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3" name="pt24923"/>
            <p:cNvSpPr/>
            <p:nvPr/>
          </p:nvSpPr>
          <p:spPr>
            <a:xfrm>
              <a:off x="7339364" y="2140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4" name="pt24924"/>
            <p:cNvSpPr/>
            <p:nvPr/>
          </p:nvSpPr>
          <p:spPr>
            <a:xfrm>
              <a:off x="7089145" y="2175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5" name="pt24925"/>
            <p:cNvSpPr/>
            <p:nvPr/>
          </p:nvSpPr>
          <p:spPr>
            <a:xfrm>
              <a:off x="7127204" y="2069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6" name="pt24926"/>
            <p:cNvSpPr/>
            <p:nvPr/>
          </p:nvSpPr>
          <p:spPr>
            <a:xfrm>
              <a:off x="7030177" y="2175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7" name="pt24927"/>
            <p:cNvSpPr/>
            <p:nvPr/>
          </p:nvSpPr>
          <p:spPr>
            <a:xfrm>
              <a:off x="6994659" y="2404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8" name="pt24928"/>
            <p:cNvSpPr/>
            <p:nvPr/>
          </p:nvSpPr>
          <p:spPr>
            <a:xfrm>
              <a:off x="7148787" y="2053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9" name="pt24929"/>
            <p:cNvSpPr/>
            <p:nvPr/>
          </p:nvSpPr>
          <p:spPr>
            <a:xfrm>
              <a:off x="7142095" y="1971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0" name="pt24930"/>
            <p:cNvSpPr/>
            <p:nvPr/>
          </p:nvSpPr>
          <p:spPr>
            <a:xfrm>
              <a:off x="7111986" y="1934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1" name="pt24931"/>
            <p:cNvSpPr/>
            <p:nvPr/>
          </p:nvSpPr>
          <p:spPr>
            <a:xfrm>
              <a:off x="6986465" y="1968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2" name="pt24932"/>
            <p:cNvSpPr/>
            <p:nvPr/>
          </p:nvSpPr>
          <p:spPr>
            <a:xfrm>
              <a:off x="6845518" y="1769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3" name="pt24933"/>
            <p:cNvSpPr/>
            <p:nvPr/>
          </p:nvSpPr>
          <p:spPr>
            <a:xfrm>
              <a:off x="7019643" y="2069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4" name="pt24934"/>
            <p:cNvSpPr/>
            <p:nvPr/>
          </p:nvSpPr>
          <p:spPr>
            <a:xfrm>
              <a:off x="7154214" y="217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5" name="pt24935"/>
            <p:cNvSpPr/>
            <p:nvPr/>
          </p:nvSpPr>
          <p:spPr>
            <a:xfrm>
              <a:off x="7202025" y="2046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6" name="pt24936"/>
            <p:cNvSpPr/>
            <p:nvPr/>
          </p:nvSpPr>
          <p:spPr>
            <a:xfrm>
              <a:off x="7149743" y="2075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7" name="pt24937"/>
            <p:cNvSpPr/>
            <p:nvPr/>
          </p:nvSpPr>
          <p:spPr>
            <a:xfrm>
              <a:off x="7420070" y="2691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8" name="pt24938"/>
            <p:cNvSpPr/>
            <p:nvPr/>
          </p:nvSpPr>
          <p:spPr>
            <a:xfrm>
              <a:off x="6866123" y="1914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9" name="pt24939"/>
            <p:cNvSpPr/>
            <p:nvPr/>
          </p:nvSpPr>
          <p:spPr>
            <a:xfrm>
              <a:off x="6970276" y="2011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0" name="pt24940"/>
            <p:cNvSpPr/>
            <p:nvPr/>
          </p:nvSpPr>
          <p:spPr>
            <a:xfrm>
              <a:off x="6667634" y="1728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1" name="pt24941"/>
            <p:cNvSpPr/>
            <p:nvPr/>
          </p:nvSpPr>
          <p:spPr>
            <a:xfrm>
              <a:off x="7052471" y="2056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2" name="pt24942"/>
            <p:cNvSpPr/>
            <p:nvPr/>
          </p:nvSpPr>
          <p:spPr>
            <a:xfrm>
              <a:off x="7060030" y="2090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3" name="pt24943"/>
            <p:cNvSpPr/>
            <p:nvPr/>
          </p:nvSpPr>
          <p:spPr>
            <a:xfrm>
              <a:off x="7093897" y="2400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4" name="pt24944"/>
            <p:cNvSpPr/>
            <p:nvPr/>
          </p:nvSpPr>
          <p:spPr>
            <a:xfrm>
              <a:off x="6904697" y="1976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5" name="pt24945"/>
            <p:cNvSpPr/>
            <p:nvPr/>
          </p:nvSpPr>
          <p:spPr>
            <a:xfrm>
              <a:off x="7050683" y="2142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6" name="pt24946"/>
            <p:cNvSpPr/>
            <p:nvPr/>
          </p:nvSpPr>
          <p:spPr>
            <a:xfrm>
              <a:off x="7034269" y="211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7" name="pt24947"/>
            <p:cNvSpPr/>
            <p:nvPr/>
          </p:nvSpPr>
          <p:spPr>
            <a:xfrm>
              <a:off x="7078856" y="2175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8" name="pt24948"/>
            <p:cNvSpPr/>
            <p:nvPr/>
          </p:nvSpPr>
          <p:spPr>
            <a:xfrm>
              <a:off x="7380670" y="2332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9" name="pt24949"/>
            <p:cNvSpPr/>
            <p:nvPr/>
          </p:nvSpPr>
          <p:spPr>
            <a:xfrm>
              <a:off x="7053795" y="2116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0" name="pt24950"/>
            <p:cNvSpPr/>
            <p:nvPr/>
          </p:nvSpPr>
          <p:spPr>
            <a:xfrm>
              <a:off x="7331666" y="2262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1" name="pt24951"/>
            <p:cNvSpPr/>
            <p:nvPr/>
          </p:nvSpPr>
          <p:spPr>
            <a:xfrm>
              <a:off x="7244772" y="2049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2" name="pt24952"/>
            <p:cNvSpPr/>
            <p:nvPr/>
          </p:nvSpPr>
          <p:spPr>
            <a:xfrm>
              <a:off x="7015416" y="223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3" name="pt24953"/>
            <p:cNvSpPr/>
            <p:nvPr/>
          </p:nvSpPr>
          <p:spPr>
            <a:xfrm>
              <a:off x="7235921" y="1810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4" name="pt24954"/>
            <p:cNvSpPr/>
            <p:nvPr/>
          </p:nvSpPr>
          <p:spPr>
            <a:xfrm>
              <a:off x="7680284" y="2154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5" name="pt24955"/>
            <p:cNvSpPr/>
            <p:nvPr/>
          </p:nvSpPr>
          <p:spPr>
            <a:xfrm>
              <a:off x="6873798" y="2031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6" name="pt24956"/>
            <p:cNvSpPr/>
            <p:nvPr/>
          </p:nvSpPr>
          <p:spPr>
            <a:xfrm>
              <a:off x="6733419" y="2726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7" name="pt24957"/>
            <p:cNvSpPr/>
            <p:nvPr/>
          </p:nvSpPr>
          <p:spPr>
            <a:xfrm>
              <a:off x="6836110" y="2051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8" name="pt24958"/>
            <p:cNvSpPr/>
            <p:nvPr/>
          </p:nvSpPr>
          <p:spPr>
            <a:xfrm>
              <a:off x="7291188" y="2036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9" name="pt24959"/>
            <p:cNvSpPr/>
            <p:nvPr/>
          </p:nvSpPr>
          <p:spPr>
            <a:xfrm>
              <a:off x="7230625" y="2030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0" name="pt24960"/>
            <p:cNvSpPr/>
            <p:nvPr/>
          </p:nvSpPr>
          <p:spPr>
            <a:xfrm>
              <a:off x="6913269" y="2014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1" name="pt24961"/>
            <p:cNvSpPr/>
            <p:nvPr/>
          </p:nvSpPr>
          <p:spPr>
            <a:xfrm>
              <a:off x="6921109" y="1948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2" name="pt24962"/>
            <p:cNvSpPr/>
            <p:nvPr/>
          </p:nvSpPr>
          <p:spPr>
            <a:xfrm>
              <a:off x="7055605" y="2152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3" name="pt24963"/>
            <p:cNvSpPr/>
            <p:nvPr/>
          </p:nvSpPr>
          <p:spPr>
            <a:xfrm>
              <a:off x="7043079" y="2173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4" name="pt24964"/>
            <p:cNvSpPr/>
            <p:nvPr/>
          </p:nvSpPr>
          <p:spPr>
            <a:xfrm>
              <a:off x="7153906" y="2248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5" name="pt24965"/>
            <p:cNvSpPr/>
            <p:nvPr/>
          </p:nvSpPr>
          <p:spPr>
            <a:xfrm>
              <a:off x="7257797" y="2250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6" name="pt24966"/>
            <p:cNvSpPr/>
            <p:nvPr/>
          </p:nvSpPr>
          <p:spPr>
            <a:xfrm>
              <a:off x="7091675" y="2276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7" name="pt24967"/>
            <p:cNvSpPr/>
            <p:nvPr/>
          </p:nvSpPr>
          <p:spPr>
            <a:xfrm>
              <a:off x="6897182" y="2087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8" name="pt24968"/>
            <p:cNvSpPr/>
            <p:nvPr/>
          </p:nvSpPr>
          <p:spPr>
            <a:xfrm>
              <a:off x="7151686" y="2165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9" name="pt24969"/>
            <p:cNvSpPr/>
            <p:nvPr/>
          </p:nvSpPr>
          <p:spPr>
            <a:xfrm>
              <a:off x="7163801" y="2110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0" name="pt24970"/>
            <p:cNvSpPr/>
            <p:nvPr/>
          </p:nvSpPr>
          <p:spPr>
            <a:xfrm>
              <a:off x="7134695" y="2078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1" name="pt24971"/>
            <p:cNvSpPr/>
            <p:nvPr/>
          </p:nvSpPr>
          <p:spPr>
            <a:xfrm>
              <a:off x="7209013" y="1928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2" name="pt24972"/>
            <p:cNvSpPr/>
            <p:nvPr/>
          </p:nvSpPr>
          <p:spPr>
            <a:xfrm>
              <a:off x="6948265" y="2016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3" name="pt24973"/>
            <p:cNvSpPr/>
            <p:nvPr/>
          </p:nvSpPr>
          <p:spPr>
            <a:xfrm>
              <a:off x="6931736" y="183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4" name="pt24974"/>
            <p:cNvSpPr/>
            <p:nvPr/>
          </p:nvSpPr>
          <p:spPr>
            <a:xfrm>
              <a:off x="6924730" y="1866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5" name="pt24975"/>
            <p:cNvSpPr/>
            <p:nvPr/>
          </p:nvSpPr>
          <p:spPr>
            <a:xfrm>
              <a:off x="7067143" y="2135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6" name="pt24976"/>
            <p:cNvSpPr/>
            <p:nvPr/>
          </p:nvSpPr>
          <p:spPr>
            <a:xfrm>
              <a:off x="7007984" y="1623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7" name="pt24977"/>
            <p:cNvSpPr/>
            <p:nvPr/>
          </p:nvSpPr>
          <p:spPr>
            <a:xfrm>
              <a:off x="7180093" y="2160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8" name="pt24978"/>
            <p:cNvSpPr/>
            <p:nvPr/>
          </p:nvSpPr>
          <p:spPr>
            <a:xfrm>
              <a:off x="6963815" y="2041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9" name="pt24979"/>
            <p:cNvSpPr/>
            <p:nvPr/>
          </p:nvSpPr>
          <p:spPr>
            <a:xfrm>
              <a:off x="7073775" y="2057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0" name="pt24980"/>
            <p:cNvSpPr/>
            <p:nvPr/>
          </p:nvSpPr>
          <p:spPr>
            <a:xfrm>
              <a:off x="7291332" y="2007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1" name="pt24981"/>
            <p:cNvSpPr/>
            <p:nvPr/>
          </p:nvSpPr>
          <p:spPr>
            <a:xfrm>
              <a:off x="7174940" y="1991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2" name="pt24982"/>
            <p:cNvSpPr/>
            <p:nvPr/>
          </p:nvSpPr>
          <p:spPr>
            <a:xfrm>
              <a:off x="7261939" y="2017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3" name="pt24983"/>
            <p:cNvSpPr/>
            <p:nvPr/>
          </p:nvSpPr>
          <p:spPr>
            <a:xfrm>
              <a:off x="7029031" y="2116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4" name="pt24984"/>
            <p:cNvSpPr/>
            <p:nvPr/>
          </p:nvSpPr>
          <p:spPr>
            <a:xfrm>
              <a:off x="7106279" y="2103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5" name="pt24985"/>
            <p:cNvSpPr/>
            <p:nvPr/>
          </p:nvSpPr>
          <p:spPr>
            <a:xfrm>
              <a:off x="7066500" y="2146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6" name="pt24986"/>
            <p:cNvSpPr/>
            <p:nvPr/>
          </p:nvSpPr>
          <p:spPr>
            <a:xfrm>
              <a:off x="7271903" y="1892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7" name="pt24987"/>
            <p:cNvSpPr/>
            <p:nvPr/>
          </p:nvSpPr>
          <p:spPr>
            <a:xfrm>
              <a:off x="7094419" y="2312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8" name="pt24988"/>
            <p:cNvSpPr/>
            <p:nvPr/>
          </p:nvSpPr>
          <p:spPr>
            <a:xfrm>
              <a:off x="7203960" y="1884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9" name="pt24989"/>
            <p:cNvSpPr/>
            <p:nvPr/>
          </p:nvSpPr>
          <p:spPr>
            <a:xfrm>
              <a:off x="7103439" y="2150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0" name="pt24990"/>
            <p:cNvSpPr/>
            <p:nvPr/>
          </p:nvSpPr>
          <p:spPr>
            <a:xfrm>
              <a:off x="7791941" y="2386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1" name="pt24991"/>
            <p:cNvSpPr/>
            <p:nvPr/>
          </p:nvSpPr>
          <p:spPr>
            <a:xfrm>
              <a:off x="7104281" y="2211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2" name="pt24992"/>
            <p:cNvSpPr/>
            <p:nvPr/>
          </p:nvSpPr>
          <p:spPr>
            <a:xfrm>
              <a:off x="7140941" y="2089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3" name="pt24993"/>
            <p:cNvSpPr/>
            <p:nvPr/>
          </p:nvSpPr>
          <p:spPr>
            <a:xfrm>
              <a:off x="7337554" y="1957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4" name="pt24994"/>
            <p:cNvSpPr/>
            <p:nvPr/>
          </p:nvSpPr>
          <p:spPr>
            <a:xfrm>
              <a:off x="6891600" y="1997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5" name="pt24995"/>
            <p:cNvSpPr/>
            <p:nvPr/>
          </p:nvSpPr>
          <p:spPr>
            <a:xfrm>
              <a:off x="7037929" y="2091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6" name="pt24996"/>
            <p:cNvSpPr/>
            <p:nvPr/>
          </p:nvSpPr>
          <p:spPr>
            <a:xfrm>
              <a:off x="7200624" y="2023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7" name="pt24997"/>
            <p:cNvSpPr/>
            <p:nvPr/>
          </p:nvSpPr>
          <p:spPr>
            <a:xfrm>
              <a:off x="7138040" y="2037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8" name="pt24998"/>
            <p:cNvSpPr/>
            <p:nvPr/>
          </p:nvSpPr>
          <p:spPr>
            <a:xfrm>
              <a:off x="7225908" y="2033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9" name="pt24999"/>
            <p:cNvSpPr/>
            <p:nvPr/>
          </p:nvSpPr>
          <p:spPr>
            <a:xfrm>
              <a:off x="6965756" y="1850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0" name="pt25000"/>
            <p:cNvSpPr/>
            <p:nvPr/>
          </p:nvSpPr>
          <p:spPr>
            <a:xfrm>
              <a:off x="7041427" y="2236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1" name="pt25001"/>
            <p:cNvSpPr/>
            <p:nvPr/>
          </p:nvSpPr>
          <p:spPr>
            <a:xfrm>
              <a:off x="7244673" y="2015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2" name="pt25002"/>
            <p:cNvSpPr/>
            <p:nvPr/>
          </p:nvSpPr>
          <p:spPr>
            <a:xfrm>
              <a:off x="7114116" y="1978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3" name="pt25003"/>
            <p:cNvSpPr/>
            <p:nvPr/>
          </p:nvSpPr>
          <p:spPr>
            <a:xfrm>
              <a:off x="7043420" y="2245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4" name="pt25004"/>
            <p:cNvSpPr/>
            <p:nvPr/>
          </p:nvSpPr>
          <p:spPr>
            <a:xfrm>
              <a:off x="6878919" y="1972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5" name="pt25005"/>
            <p:cNvSpPr/>
            <p:nvPr/>
          </p:nvSpPr>
          <p:spPr>
            <a:xfrm>
              <a:off x="6932771" y="1591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6" name="pt25006"/>
            <p:cNvSpPr/>
            <p:nvPr/>
          </p:nvSpPr>
          <p:spPr>
            <a:xfrm>
              <a:off x="7057199" y="2021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7" name="pt25007"/>
            <p:cNvSpPr/>
            <p:nvPr/>
          </p:nvSpPr>
          <p:spPr>
            <a:xfrm>
              <a:off x="7020475" y="2147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8" name="pt25008"/>
            <p:cNvSpPr/>
            <p:nvPr/>
          </p:nvSpPr>
          <p:spPr>
            <a:xfrm>
              <a:off x="7220892" y="1957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9" name="pt25009"/>
            <p:cNvSpPr/>
            <p:nvPr/>
          </p:nvSpPr>
          <p:spPr>
            <a:xfrm>
              <a:off x="7488095" y="2153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0" name="pt25010"/>
            <p:cNvSpPr/>
            <p:nvPr/>
          </p:nvSpPr>
          <p:spPr>
            <a:xfrm>
              <a:off x="7197043" y="2118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1" name="pt25011"/>
            <p:cNvSpPr/>
            <p:nvPr/>
          </p:nvSpPr>
          <p:spPr>
            <a:xfrm>
              <a:off x="7030139" y="2144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2" name="pt25012"/>
            <p:cNvSpPr/>
            <p:nvPr/>
          </p:nvSpPr>
          <p:spPr>
            <a:xfrm>
              <a:off x="7348673" y="2023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3" name="pt25013"/>
            <p:cNvSpPr/>
            <p:nvPr/>
          </p:nvSpPr>
          <p:spPr>
            <a:xfrm>
              <a:off x="6980081" y="2105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4" name="pt25014"/>
            <p:cNvSpPr/>
            <p:nvPr/>
          </p:nvSpPr>
          <p:spPr>
            <a:xfrm>
              <a:off x="7215789" y="1913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5" name="pt25015"/>
            <p:cNvSpPr/>
            <p:nvPr/>
          </p:nvSpPr>
          <p:spPr>
            <a:xfrm>
              <a:off x="7120574" y="2068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6" name="pt25016"/>
            <p:cNvSpPr/>
            <p:nvPr/>
          </p:nvSpPr>
          <p:spPr>
            <a:xfrm>
              <a:off x="7222555" y="1983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7" name="pt25017"/>
            <p:cNvSpPr/>
            <p:nvPr/>
          </p:nvSpPr>
          <p:spPr>
            <a:xfrm>
              <a:off x="7131424" y="2165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8" name="pt25018"/>
            <p:cNvSpPr/>
            <p:nvPr/>
          </p:nvSpPr>
          <p:spPr>
            <a:xfrm>
              <a:off x="7380580" y="2572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9" name="pt25019"/>
            <p:cNvSpPr/>
            <p:nvPr/>
          </p:nvSpPr>
          <p:spPr>
            <a:xfrm>
              <a:off x="7063942" y="2069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0" name="pt25020"/>
            <p:cNvSpPr/>
            <p:nvPr/>
          </p:nvSpPr>
          <p:spPr>
            <a:xfrm>
              <a:off x="7207124" y="2082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1" name="pt25021"/>
            <p:cNvSpPr/>
            <p:nvPr/>
          </p:nvSpPr>
          <p:spPr>
            <a:xfrm>
              <a:off x="7103735" y="2183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2" name="pt25022"/>
            <p:cNvSpPr/>
            <p:nvPr/>
          </p:nvSpPr>
          <p:spPr>
            <a:xfrm>
              <a:off x="7569096" y="204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3" name="pt25023"/>
            <p:cNvSpPr/>
            <p:nvPr/>
          </p:nvSpPr>
          <p:spPr>
            <a:xfrm>
              <a:off x="7010414" y="2115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4" name="pt25024"/>
            <p:cNvSpPr/>
            <p:nvPr/>
          </p:nvSpPr>
          <p:spPr>
            <a:xfrm>
              <a:off x="6988778" y="2173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5" name="pt25025"/>
            <p:cNvSpPr/>
            <p:nvPr/>
          </p:nvSpPr>
          <p:spPr>
            <a:xfrm>
              <a:off x="7311487" y="2360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6" name="pt25026"/>
            <p:cNvSpPr/>
            <p:nvPr/>
          </p:nvSpPr>
          <p:spPr>
            <a:xfrm>
              <a:off x="6963213" y="2112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7" name="pt25027"/>
            <p:cNvSpPr/>
            <p:nvPr/>
          </p:nvSpPr>
          <p:spPr>
            <a:xfrm>
              <a:off x="7061194" y="2188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8" name="pt25028"/>
            <p:cNvSpPr/>
            <p:nvPr/>
          </p:nvSpPr>
          <p:spPr>
            <a:xfrm>
              <a:off x="7067520" y="2105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9" name="pt25029"/>
            <p:cNvSpPr/>
            <p:nvPr/>
          </p:nvSpPr>
          <p:spPr>
            <a:xfrm>
              <a:off x="7007420" y="1808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0" name="pt25030"/>
            <p:cNvSpPr/>
            <p:nvPr/>
          </p:nvSpPr>
          <p:spPr>
            <a:xfrm>
              <a:off x="7224611" y="1952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1" name="pt25031"/>
            <p:cNvSpPr/>
            <p:nvPr/>
          </p:nvSpPr>
          <p:spPr>
            <a:xfrm>
              <a:off x="7068553" y="209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2" name="pt25032"/>
            <p:cNvSpPr/>
            <p:nvPr/>
          </p:nvSpPr>
          <p:spPr>
            <a:xfrm>
              <a:off x="7228848" y="1996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3" name="pt25033"/>
            <p:cNvSpPr/>
            <p:nvPr/>
          </p:nvSpPr>
          <p:spPr>
            <a:xfrm>
              <a:off x="6835624" y="1595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4" name="pt25034"/>
            <p:cNvSpPr/>
            <p:nvPr/>
          </p:nvSpPr>
          <p:spPr>
            <a:xfrm>
              <a:off x="6962161" y="2079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5" name="pt25035"/>
            <p:cNvSpPr/>
            <p:nvPr/>
          </p:nvSpPr>
          <p:spPr>
            <a:xfrm>
              <a:off x="6950951" y="2006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6" name="pt25036"/>
            <p:cNvSpPr/>
            <p:nvPr/>
          </p:nvSpPr>
          <p:spPr>
            <a:xfrm>
              <a:off x="7187450" y="1809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7" name="pt25037"/>
            <p:cNvSpPr/>
            <p:nvPr/>
          </p:nvSpPr>
          <p:spPr>
            <a:xfrm>
              <a:off x="6746509" y="2272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8" name="pt25038"/>
            <p:cNvSpPr/>
            <p:nvPr/>
          </p:nvSpPr>
          <p:spPr>
            <a:xfrm>
              <a:off x="7140359" y="199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9" name="pt25039"/>
            <p:cNvSpPr/>
            <p:nvPr/>
          </p:nvSpPr>
          <p:spPr>
            <a:xfrm>
              <a:off x="7467921" y="2048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0" name="pt25040"/>
            <p:cNvSpPr/>
            <p:nvPr/>
          </p:nvSpPr>
          <p:spPr>
            <a:xfrm>
              <a:off x="7250102" y="1992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1" name="pt25041"/>
            <p:cNvSpPr/>
            <p:nvPr/>
          </p:nvSpPr>
          <p:spPr>
            <a:xfrm>
              <a:off x="7002506" y="1966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2" name="pt25042"/>
            <p:cNvSpPr/>
            <p:nvPr/>
          </p:nvSpPr>
          <p:spPr>
            <a:xfrm>
              <a:off x="7096849" y="2233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3" name="pt25043"/>
            <p:cNvSpPr/>
            <p:nvPr/>
          </p:nvSpPr>
          <p:spPr>
            <a:xfrm>
              <a:off x="7233987" y="2049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4" name="pt25044"/>
            <p:cNvSpPr/>
            <p:nvPr/>
          </p:nvSpPr>
          <p:spPr>
            <a:xfrm>
              <a:off x="6787021" y="2268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5" name="pt25045"/>
            <p:cNvSpPr/>
            <p:nvPr/>
          </p:nvSpPr>
          <p:spPr>
            <a:xfrm>
              <a:off x="6954238" y="1715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6" name="pt25046"/>
            <p:cNvSpPr/>
            <p:nvPr/>
          </p:nvSpPr>
          <p:spPr>
            <a:xfrm>
              <a:off x="7048827" y="2106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7" name="pt25047"/>
            <p:cNvSpPr/>
            <p:nvPr/>
          </p:nvSpPr>
          <p:spPr>
            <a:xfrm>
              <a:off x="7129976" y="2053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8" name="pt25048"/>
            <p:cNvSpPr/>
            <p:nvPr/>
          </p:nvSpPr>
          <p:spPr>
            <a:xfrm>
              <a:off x="7623388" y="2267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9" name="pt25049"/>
            <p:cNvSpPr/>
            <p:nvPr/>
          </p:nvSpPr>
          <p:spPr>
            <a:xfrm>
              <a:off x="7356740" y="2741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0" name="pt25050"/>
            <p:cNvSpPr/>
            <p:nvPr/>
          </p:nvSpPr>
          <p:spPr>
            <a:xfrm>
              <a:off x="7070529" y="2083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1" name="pt25051"/>
            <p:cNvSpPr/>
            <p:nvPr/>
          </p:nvSpPr>
          <p:spPr>
            <a:xfrm>
              <a:off x="6981320" y="2123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2" name="pt25052"/>
            <p:cNvSpPr/>
            <p:nvPr/>
          </p:nvSpPr>
          <p:spPr>
            <a:xfrm>
              <a:off x="6915593" y="191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3" name="pt25053"/>
            <p:cNvSpPr/>
            <p:nvPr/>
          </p:nvSpPr>
          <p:spPr>
            <a:xfrm>
              <a:off x="7051063" y="2140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4" name="pt25054"/>
            <p:cNvSpPr/>
            <p:nvPr/>
          </p:nvSpPr>
          <p:spPr>
            <a:xfrm>
              <a:off x="6964695" y="1785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5" name="pt25055"/>
            <p:cNvSpPr/>
            <p:nvPr/>
          </p:nvSpPr>
          <p:spPr>
            <a:xfrm>
              <a:off x="7018535" y="2112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6" name="pt25056"/>
            <p:cNvSpPr/>
            <p:nvPr/>
          </p:nvSpPr>
          <p:spPr>
            <a:xfrm>
              <a:off x="7032407" y="2254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7" name="pt25057"/>
            <p:cNvSpPr/>
            <p:nvPr/>
          </p:nvSpPr>
          <p:spPr>
            <a:xfrm>
              <a:off x="7597758" y="2128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8" name="pt25058"/>
            <p:cNvSpPr/>
            <p:nvPr/>
          </p:nvSpPr>
          <p:spPr>
            <a:xfrm>
              <a:off x="7144231" y="1939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9" name="pt25059"/>
            <p:cNvSpPr/>
            <p:nvPr/>
          </p:nvSpPr>
          <p:spPr>
            <a:xfrm>
              <a:off x="7113888" y="1996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0" name="pt25060"/>
            <p:cNvSpPr/>
            <p:nvPr/>
          </p:nvSpPr>
          <p:spPr>
            <a:xfrm>
              <a:off x="7201174" y="2042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1" name="pt25061"/>
            <p:cNvSpPr/>
            <p:nvPr/>
          </p:nvSpPr>
          <p:spPr>
            <a:xfrm>
              <a:off x="7055827" y="2048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2" name="pt25062"/>
            <p:cNvSpPr/>
            <p:nvPr/>
          </p:nvSpPr>
          <p:spPr>
            <a:xfrm>
              <a:off x="7057433" y="2135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3" name="pt25063"/>
            <p:cNvSpPr/>
            <p:nvPr/>
          </p:nvSpPr>
          <p:spPr>
            <a:xfrm>
              <a:off x="7135996" y="208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4" name="pt25064"/>
            <p:cNvSpPr/>
            <p:nvPr/>
          </p:nvSpPr>
          <p:spPr>
            <a:xfrm>
              <a:off x="7039621" y="214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5" name="pt25065"/>
            <p:cNvSpPr/>
            <p:nvPr/>
          </p:nvSpPr>
          <p:spPr>
            <a:xfrm>
              <a:off x="7034193" y="2184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6" name="pt25066"/>
            <p:cNvSpPr/>
            <p:nvPr/>
          </p:nvSpPr>
          <p:spPr>
            <a:xfrm>
              <a:off x="7140324" y="1986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7" name="pt25067"/>
            <p:cNvSpPr/>
            <p:nvPr/>
          </p:nvSpPr>
          <p:spPr>
            <a:xfrm>
              <a:off x="6900792" y="2071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8" name="pt25068"/>
            <p:cNvSpPr/>
            <p:nvPr/>
          </p:nvSpPr>
          <p:spPr>
            <a:xfrm>
              <a:off x="7120132" y="1956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9" name="pt25069"/>
            <p:cNvSpPr/>
            <p:nvPr/>
          </p:nvSpPr>
          <p:spPr>
            <a:xfrm>
              <a:off x="7146473" y="1989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0" name="pt25070"/>
            <p:cNvSpPr/>
            <p:nvPr/>
          </p:nvSpPr>
          <p:spPr>
            <a:xfrm>
              <a:off x="7090920" y="2226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1" name="pt25071"/>
            <p:cNvSpPr/>
            <p:nvPr/>
          </p:nvSpPr>
          <p:spPr>
            <a:xfrm>
              <a:off x="7091517" y="2262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2" name="pt25072"/>
            <p:cNvSpPr/>
            <p:nvPr/>
          </p:nvSpPr>
          <p:spPr>
            <a:xfrm>
              <a:off x="6991936" y="2180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3" name="pt25073"/>
            <p:cNvSpPr/>
            <p:nvPr/>
          </p:nvSpPr>
          <p:spPr>
            <a:xfrm>
              <a:off x="7109652" y="2054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4" name="pt25074"/>
            <p:cNvSpPr/>
            <p:nvPr/>
          </p:nvSpPr>
          <p:spPr>
            <a:xfrm>
              <a:off x="7241504" y="1871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5" name="pt25075"/>
            <p:cNvSpPr/>
            <p:nvPr/>
          </p:nvSpPr>
          <p:spPr>
            <a:xfrm>
              <a:off x="7221795" y="2002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6" name="pt25076"/>
            <p:cNvSpPr/>
            <p:nvPr/>
          </p:nvSpPr>
          <p:spPr>
            <a:xfrm>
              <a:off x="6915760" y="2059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7" name="pt25077"/>
            <p:cNvSpPr/>
            <p:nvPr/>
          </p:nvSpPr>
          <p:spPr>
            <a:xfrm>
              <a:off x="7078045" y="2050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8" name="pt25078"/>
            <p:cNvSpPr/>
            <p:nvPr/>
          </p:nvSpPr>
          <p:spPr>
            <a:xfrm>
              <a:off x="7209949" y="201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9" name="pt25079"/>
            <p:cNvSpPr/>
            <p:nvPr/>
          </p:nvSpPr>
          <p:spPr>
            <a:xfrm>
              <a:off x="7154473" y="235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0" name="pt25080"/>
            <p:cNvSpPr/>
            <p:nvPr/>
          </p:nvSpPr>
          <p:spPr>
            <a:xfrm>
              <a:off x="7196248" y="2017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1" name="pt25081"/>
            <p:cNvSpPr/>
            <p:nvPr/>
          </p:nvSpPr>
          <p:spPr>
            <a:xfrm>
              <a:off x="7138105" y="1999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2" name="pt25082"/>
            <p:cNvSpPr/>
            <p:nvPr/>
          </p:nvSpPr>
          <p:spPr>
            <a:xfrm>
              <a:off x="7061264" y="2164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3" name="pt25083"/>
            <p:cNvSpPr/>
            <p:nvPr/>
          </p:nvSpPr>
          <p:spPr>
            <a:xfrm>
              <a:off x="6994183" y="2333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4" name="pt25084"/>
            <p:cNvSpPr/>
            <p:nvPr/>
          </p:nvSpPr>
          <p:spPr>
            <a:xfrm>
              <a:off x="6905398" y="2019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5" name="pt25085"/>
            <p:cNvSpPr/>
            <p:nvPr/>
          </p:nvSpPr>
          <p:spPr>
            <a:xfrm>
              <a:off x="7169165" y="2187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6" name="pt25086"/>
            <p:cNvSpPr/>
            <p:nvPr/>
          </p:nvSpPr>
          <p:spPr>
            <a:xfrm>
              <a:off x="7220146" y="2042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7" name="pt25087"/>
            <p:cNvSpPr/>
            <p:nvPr/>
          </p:nvSpPr>
          <p:spPr>
            <a:xfrm>
              <a:off x="7014500" y="2261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8" name="pt25088"/>
            <p:cNvSpPr/>
            <p:nvPr/>
          </p:nvSpPr>
          <p:spPr>
            <a:xfrm>
              <a:off x="7071006" y="2145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9" name="pt25089"/>
            <p:cNvSpPr/>
            <p:nvPr/>
          </p:nvSpPr>
          <p:spPr>
            <a:xfrm>
              <a:off x="7369518" y="2781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0" name="pt25090"/>
            <p:cNvSpPr/>
            <p:nvPr/>
          </p:nvSpPr>
          <p:spPr>
            <a:xfrm>
              <a:off x="6695657" y="2142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1" name="pt25091"/>
            <p:cNvSpPr/>
            <p:nvPr/>
          </p:nvSpPr>
          <p:spPr>
            <a:xfrm>
              <a:off x="7232423" y="199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2" name="pt25092"/>
            <p:cNvSpPr/>
            <p:nvPr/>
          </p:nvSpPr>
          <p:spPr>
            <a:xfrm>
              <a:off x="6864320" y="2250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3" name="pt25093"/>
            <p:cNvSpPr/>
            <p:nvPr/>
          </p:nvSpPr>
          <p:spPr>
            <a:xfrm>
              <a:off x="6725398" y="2418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4" name="pt25094"/>
            <p:cNvSpPr/>
            <p:nvPr/>
          </p:nvSpPr>
          <p:spPr>
            <a:xfrm>
              <a:off x="7245368" y="2012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5" name="pt25095"/>
            <p:cNvSpPr/>
            <p:nvPr/>
          </p:nvSpPr>
          <p:spPr>
            <a:xfrm>
              <a:off x="6848857" y="2254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6" name="pt25096"/>
            <p:cNvSpPr/>
            <p:nvPr/>
          </p:nvSpPr>
          <p:spPr>
            <a:xfrm>
              <a:off x="6981938" y="2205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7" name="pt25097"/>
            <p:cNvSpPr/>
            <p:nvPr/>
          </p:nvSpPr>
          <p:spPr>
            <a:xfrm>
              <a:off x="7365680" y="2674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8" name="pt25098"/>
            <p:cNvSpPr/>
            <p:nvPr/>
          </p:nvSpPr>
          <p:spPr>
            <a:xfrm>
              <a:off x="6921508" y="1909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9" name="pt25099"/>
            <p:cNvSpPr/>
            <p:nvPr/>
          </p:nvSpPr>
          <p:spPr>
            <a:xfrm>
              <a:off x="6823079" y="1802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0" name="pt25100"/>
            <p:cNvSpPr/>
            <p:nvPr/>
          </p:nvSpPr>
          <p:spPr>
            <a:xfrm>
              <a:off x="6951931" y="1960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1" name="pt25101"/>
            <p:cNvSpPr/>
            <p:nvPr/>
          </p:nvSpPr>
          <p:spPr>
            <a:xfrm>
              <a:off x="7095435" y="2206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2" name="pt25102"/>
            <p:cNvSpPr/>
            <p:nvPr/>
          </p:nvSpPr>
          <p:spPr>
            <a:xfrm>
              <a:off x="7160453" y="2253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3" name="pt25103"/>
            <p:cNvSpPr/>
            <p:nvPr/>
          </p:nvSpPr>
          <p:spPr>
            <a:xfrm>
              <a:off x="7133708" y="2067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4" name="pt25104"/>
            <p:cNvSpPr/>
            <p:nvPr/>
          </p:nvSpPr>
          <p:spPr>
            <a:xfrm>
              <a:off x="7044677" y="2219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5" name="pt25105"/>
            <p:cNvSpPr/>
            <p:nvPr/>
          </p:nvSpPr>
          <p:spPr>
            <a:xfrm>
              <a:off x="7657219" y="2568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6" name="pt25106"/>
            <p:cNvSpPr/>
            <p:nvPr/>
          </p:nvSpPr>
          <p:spPr>
            <a:xfrm>
              <a:off x="7101983" y="2091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7" name="pt25107"/>
            <p:cNvSpPr/>
            <p:nvPr/>
          </p:nvSpPr>
          <p:spPr>
            <a:xfrm>
              <a:off x="7251635" y="2012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8" name="pt25108"/>
            <p:cNvSpPr/>
            <p:nvPr/>
          </p:nvSpPr>
          <p:spPr>
            <a:xfrm>
              <a:off x="7112639" y="2028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9" name="pt25109"/>
            <p:cNvSpPr/>
            <p:nvPr/>
          </p:nvSpPr>
          <p:spPr>
            <a:xfrm>
              <a:off x="6866674" y="2067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0" name="pt25110"/>
            <p:cNvSpPr/>
            <p:nvPr/>
          </p:nvSpPr>
          <p:spPr>
            <a:xfrm>
              <a:off x="7051825" y="2107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1" name="pt25111"/>
            <p:cNvSpPr/>
            <p:nvPr/>
          </p:nvSpPr>
          <p:spPr>
            <a:xfrm>
              <a:off x="7178926" y="2073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2" name="pt25112"/>
            <p:cNvSpPr/>
            <p:nvPr/>
          </p:nvSpPr>
          <p:spPr>
            <a:xfrm>
              <a:off x="7136142" y="2006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3" name="pt25113"/>
            <p:cNvSpPr/>
            <p:nvPr/>
          </p:nvSpPr>
          <p:spPr>
            <a:xfrm>
              <a:off x="7260636" y="1912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4" name="pt25114"/>
            <p:cNvSpPr/>
            <p:nvPr/>
          </p:nvSpPr>
          <p:spPr>
            <a:xfrm>
              <a:off x="6608128" y="1463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5" name="pt25115"/>
            <p:cNvSpPr/>
            <p:nvPr/>
          </p:nvSpPr>
          <p:spPr>
            <a:xfrm>
              <a:off x="7256797" y="2042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6" name="pt25116"/>
            <p:cNvSpPr/>
            <p:nvPr/>
          </p:nvSpPr>
          <p:spPr>
            <a:xfrm>
              <a:off x="7327701" y="2099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7" name="pt25117"/>
            <p:cNvSpPr/>
            <p:nvPr/>
          </p:nvSpPr>
          <p:spPr>
            <a:xfrm>
              <a:off x="7074372" y="2159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8" name="pt25118"/>
            <p:cNvSpPr/>
            <p:nvPr/>
          </p:nvSpPr>
          <p:spPr>
            <a:xfrm>
              <a:off x="7104908" y="2049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9" name="pt25119"/>
            <p:cNvSpPr/>
            <p:nvPr/>
          </p:nvSpPr>
          <p:spPr>
            <a:xfrm>
              <a:off x="7486747" y="1889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0" name="pt25120"/>
            <p:cNvSpPr/>
            <p:nvPr/>
          </p:nvSpPr>
          <p:spPr>
            <a:xfrm>
              <a:off x="6821459" y="197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1" name="pt25121"/>
            <p:cNvSpPr/>
            <p:nvPr/>
          </p:nvSpPr>
          <p:spPr>
            <a:xfrm>
              <a:off x="7094114" y="2238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2" name="pt25122"/>
            <p:cNvSpPr/>
            <p:nvPr/>
          </p:nvSpPr>
          <p:spPr>
            <a:xfrm>
              <a:off x="7090354" y="2286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3" name="pt25123"/>
            <p:cNvSpPr/>
            <p:nvPr/>
          </p:nvSpPr>
          <p:spPr>
            <a:xfrm>
              <a:off x="7001091" y="2073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4" name="pt25124"/>
            <p:cNvSpPr/>
            <p:nvPr/>
          </p:nvSpPr>
          <p:spPr>
            <a:xfrm>
              <a:off x="6998515" y="2240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5" name="pt25125"/>
            <p:cNvSpPr/>
            <p:nvPr/>
          </p:nvSpPr>
          <p:spPr>
            <a:xfrm>
              <a:off x="7193934" y="2119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6" name="pt25126"/>
            <p:cNvSpPr/>
            <p:nvPr/>
          </p:nvSpPr>
          <p:spPr>
            <a:xfrm>
              <a:off x="7237092" y="1857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7" name="pt25127"/>
            <p:cNvSpPr/>
            <p:nvPr/>
          </p:nvSpPr>
          <p:spPr>
            <a:xfrm>
              <a:off x="6957335" y="1684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8" name="pt25128"/>
            <p:cNvSpPr/>
            <p:nvPr/>
          </p:nvSpPr>
          <p:spPr>
            <a:xfrm>
              <a:off x="7375319" y="2673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9" name="pt25129"/>
            <p:cNvSpPr/>
            <p:nvPr/>
          </p:nvSpPr>
          <p:spPr>
            <a:xfrm>
              <a:off x="7126079" y="2067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0" name="pt25130"/>
            <p:cNvSpPr/>
            <p:nvPr/>
          </p:nvSpPr>
          <p:spPr>
            <a:xfrm>
              <a:off x="6837252" y="1798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1" name="pt25131"/>
            <p:cNvSpPr/>
            <p:nvPr/>
          </p:nvSpPr>
          <p:spPr>
            <a:xfrm>
              <a:off x="7121091" y="2075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2" name="pt25132"/>
            <p:cNvSpPr/>
            <p:nvPr/>
          </p:nvSpPr>
          <p:spPr>
            <a:xfrm>
              <a:off x="7100614" y="2286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3" name="pt25133"/>
            <p:cNvSpPr/>
            <p:nvPr/>
          </p:nvSpPr>
          <p:spPr>
            <a:xfrm>
              <a:off x="7313575" y="2052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4" name="pt25134"/>
            <p:cNvSpPr/>
            <p:nvPr/>
          </p:nvSpPr>
          <p:spPr>
            <a:xfrm>
              <a:off x="7146635" y="2069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5" name="pt25135"/>
            <p:cNvSpPr/>
            <p:nvPr/>
          </p:nvSpPr>
          <p:spPr>
            <a:xfrm>
              <a:off x="7002369" y="2080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6" name="pt25136"/>
            <p:cNvSpPr/>
            <p:nvPr/>
          </p:nvSpPr>
          <p:spPr>
            <a:xfrm>
              <a:off x="7140589" y="2026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7" name="pt25137"/>
            <p:cNvSpPr/>
            <p:nvPr/>
          </p:nvSpPr>
          <p:spPr>
            <a:xfrm>
              <a:off x="6739307" y="228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8" name="pt25138"/>
            <p:cNvSpPr/>
            <p:nvPr/>
          </p:nvSpPr>
          <p:spPr>
            <a:xfrm>
              <a:off x="6994361" y="2203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9" name="pt25139"/>
            <p:cNvSpPr/>
            <p:nvPr/>
          </p:nvSpPr>
          <p:spPr>
            <a:xfrm>
              <a:off x="6913149" y="1855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0" name="pt25140"/>
            <p:cNvSpPr/>
            <p:nvPr/>
          </p:nvSpPr>
          <p:spPr>
            <a:xfrm>
              <a:off x="7231037" y="1993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1" name="pt25141"/>
            <p:cNvSpPr/>
            <p:nvPr/>
          </p:nvSpPr>
          <p:spPr>
            <a:xfrm>
              <a:off x="7281353" y="2014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2" name="pt25142"/>
            <p:cNvSpPr/>
            <p:nvPr/>
          </p:nvSpPr>
          <p:spPr>
            <a:xfrm>
              <a:off x="6915021" y="1998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3" name="pt25143"/>
            <p:cNvSpPr/>
            <p:nvPr/>
          </p:nvSpPr>
          <p:spPr>
            <a:xfrm>
              <a:off x="7263284" y="189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4" name="pt25144"/>
            <p:cNvSpPr/>
            <p:nvPr/>
          </p:nvSpPr>
          <p:spPr>
            <a:xfrm>
              <a:off x="6954845" y="1808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5" name="pt25145"/>
            <p:cNvSpPr/>
            <p:nvPr/>
          </p:nvSpPr>
          <p:spPr>
            <a:xfrm>
              <a:off x="7018791" y="2208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6" name="pt25146"/>
            <p:cNvSpPr/>
            <p:nvPr/>
          </p:nvSpPr>
          <p:spPr>
            <a:xfrm>
              <a:off x="7050693" y="209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7" name="pt25147"/>
            <p:cNvSpPr/>
            <p:nvPr/>
          </p:nvSpPr>
          <p:spPr>
            <a:xfrm>
              <a:off x="7272203" y="1903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8" name="pt25148"/>
            <p:cNvSpPr/>
            <p:nvPr/>
          </p:nvSpPr>
          <p:spPr>
            <a:xfrm>
              <a:off x="7087744" y="2215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9" name="pt25149"/>
            <p:cNvSpPr/>
            <p:nvPr/>
          </p:nvSpPr>
          <p:spPr>
            <a:xfrm>
              <a:off x="7409804" y="2473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0" name="pt25150"/>
            <p:cNvSpPr/>
            <p:nvPr/>
          </p:nvSpPr>
          <p:spPr>
            <a:xfrm>
              <a:off x="7218153" y="2034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1" name="pt25151"/>
            <p:cNvSpPr/>
            <p:nvPr/>
          </p:nvSpPr>
          <p:spPr>
            <a:xfrm>
              <a:off x="7060727" y="217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2" name="pt25152"/>
            <p:cNvSpPr/>
            <p:nvPr/>
          </p:nvSpPr>
          <p:spPr>
            <a:xfrm>
              <a:off x="7054862" y="2105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3" name="pt25153"/>
            <p:cNvSpPr/>
            <p:nvPr/>
          </p:nvSpPr>
          <p:spPr>
            <a:xfrm>
              <a:off x="7131704" y="2068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4" name="pt25154"/>
            <p:cNvSpPr/>
            <p:nvPr/>
          </p:nvSpPr>
          <p:spPr>
            <a:xfrm>
              <a:off x="6730525" y="2270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5" name="pt25155"/>
            <p:cNvSpPr/>
            <p:nvPr/>
          </p:nvSpPr>
          <p:spPr>
            <a:xfrm>
              <a:off x="7074469" y="2113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6" name="pt25156"/>
            <p:cNvSpPr/>
            <p:nvPr/>
          </p:nvSpPr>
          <p:spPr>
            <a:xfrm>
              <a:off x="7192415" y="2221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7" name="pt25157"/>
            <p:cNvSpPr/>
            <p:nvPr/>
          </p:nvSpPr>
          <p:spPr>
            <a:xfrm>
              <a:off x="7116525" y="1988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8" name="pt25158"/>
            <p:cNvSpPr/>
            <p:nvPr/>
          </p:nvSpPr>
          <p:spPr>
            <a:xfrm>
              <a:off x="7262475" y="1938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9" name="pt25159"/>
            <p:cNvSpPr/>
            <p:nvPr/>
          </p:nvSpPr>
          <p:spPr>
            <a:xfrm>
              <a:off x="7167018" y="2010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0" name="pt25160"/>
            <p:cNvSpPr/>
            <p:nvPr/>
          </p:nvSpPr>
          <p:spPr>
            <a:xfrm>
              <a:off x="7080059" y="2185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1" name="pt25161"/>
            <p:cNvSpPr/>
            <p:nvPr/>
          </p:nvSpPr>
          <p:spPr>
            <a:xfrm>
              <a:off x="7183528" y="191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2" name="pt25162"/>
            <p:cNvSpPr/>
            <p:nvPr/>
          </p:nvSpPr>
          <p:spPr>
            <a:xfrm>
              <a:off x="7183286" y="2034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3" name="pt25163"/>
            <p:cNvSpPr/>
            <p:nvPr/>
          </p:nvSpPr>
          <p:spPr>
            <a:xfrm>
              <a:off x="7129360" y="2081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4" name="pt25164"/>
            <p:cNvSpPr/>
            <p:nvPr/>
          </p:nvSpPr>
          <p:spPr>
            <a:xfrm>
              <a:off x="7121537" y="2094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5" name="pt25165"/>
            <p:cNvSpPr/>
            <p:nvPr/>
          </p:nvSpPr>
          <p:spPr>
            <a:xfrm>
              <a:off x="7001540" y="2117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6" name="pt25166"/>
            <p:cNvSpPr/>
            <p:nvPr/>
          </p:nvSpPr>
          <p:spPr>
            <a:xfrm>
              <a:off x="7173331" y="2128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7" name="pt25167"/>
            <p:cNvSpPr/>
            <p:nvPr/>
          </p:nvSpPr>
          <p:spPr>
            <a:xfrm>
              <a:off x="6858404" y="2154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8" name="pt25168"/>
            <p:cNvSpPr/>
            <p:nvPr/>
          </p:nvSpPr>
          <p:spPr>
            <a:xfrm>
              <a:off x="6945264" y="1957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9" name="pt25169"/>
            <p:cNvSpPr/>
            <p:nvPr/>
          </p:nvSpPr>
          <p:spPr>
            <a:xfrm>
              <a:off x="6979502" y="1952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0" name="pt25170"/>
            <p:cNvSpPr/>
            <p:nvPr/>
          </p:nvSpPr>
          <p:spPr>
            <a:xfrm>
              <a:off x="7018403" y="2057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1" name="pt25171"/>
            <p:cNvSpPr/>
            <p:nvPr/>
          </p:nvSpPr>
          <p:spPr>
            <a:xfrm>
              <a:off x="6974930" y="203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2" name="pt25172"/>
            <p:cNvSpPr/>
            <p:nvPr/>
          </p:nvSpPr>
          <p:spPr>
            <a:xfrm>
              <a:off x="7147893" y="2050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3" name="pt25173"/>
            <p:cNvSpPr/>
            <p:nvPr/>
          </p:nvSpPr>
          <p:spPr>
            <a:xfrm>
              <a:off x="7101761" y="2096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4" name="pt25174"/>
            <p:cNvSpPr/>
            <p:nvPr/>
          </p:nvSpPr>
          <p:spPr>
            <a:xfrm>
              <a:off x="7067784" y="2116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5" name="pt25175"/>
            <p:cNvSpPr/>
            <p:nvPr/>
          </p:nvSpPr>
          <p:spPr>
            <a:xfrm>
              <a:off x="6910150" y="1926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6" name="pt25176"/>
            <p:cNvSpPr/>
            <p:nvPr/>
          </p:nvSpPr>
          <p:spPr>
            <a:xfrm>
              <a:off x="6853996" y="2023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7" name="pt25177"/>
            <p:cNvSpPr/>
            <p:nvPr/>
          </p:nvSpPr>
          <p:spPr>
            <a:xfrm>
              <a:off x="7073691" y="2055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8" name="pt25178"/>
            <p:cNvSpPr/>
            <p:nvPr/>
          </p:nvSpPr>
          <p:spPr>
            <a:xfrm>
              <a:off x="7118423" y="1976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9" name="pt25179"/>
            <p:cNvSpPr/>
            <p:nvPr/>
          </p:nvSpPr>
          <p:spPr>
            <a:xfrm>
              <a:off x="7142308" y="1978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0" name="pt25180"/>
            <p:cNvSpPr/>
            <p:nvPr/>
          </p:nvSpPr>
          <p:spPr>
            <a:xfrm>
              <a:off x="6869133" y="227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1" name="pt25181"/>
            <p:cNvSpPr/>
            <p:nvPr/>
          </p:nvSpPr>
          <p:spPr>
            <a:xfrm>
              <a:off x="7074021" y="2051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2" name="pt25182"/>
            <p:cNvSpPr/>
            <p:nvPr/>
          </p:nvSpPr>
          <p:spPr>
            <a:xfrm>
              <a:off x="7068328" y="2100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3" name="pt25183"/>
            <p:cNvSpPr/>
            <p:nvPr/>
          </p:nvSpPr>
          <p:spPr>
            <a:xfrm>
              <a:off x="7193270" y="2129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4" name="pt25184"/>
            <p:cNvSpPr/>
            <p:nvPr/>
          </p:nvSpPr>
          <p:spPr>
            <a:xfrm>
              <a:off x="7434481" y="2466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5" name="pt25185"/>
            <p:cNvSpPr/>
            <p:nvPr/>
          </p:nvSpPr>
          <p:spPr>
            <a:xfrm>
              <a:off x="7069078" y="2142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6" name="pt25186"/>
            <p:cNvSpPr/>
            <p:nvPr/>
          </p:nvSpPr>
          <p:spPr>
            <a:xfrm>
              <a:off x="6856472" y="2190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7" name="pt25187"/>
            <p:cNvSpPr/>
            <p:nvPr/>
          </p:nvSpPr>
          <p:spPr>
            <a:xfrm>
              <a:off x="6996134" y="2381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8" name="pt25188"/>
            <p:cNvSpPr/>
            <p:nvPr/>
          </p:nvSpPr>
          <p:spPr>
            <a:xfrm>
              <a:off x="6956608" y="1861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9" name="pt25189"/>
            <p:cNvSpPr/>
            <p:nvPr/>
          </p:nvSpPr>
          <p:spPr>
            <a:xfrm>
              <a:off x="7013861" y="2051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0" name="pt25190"/>
            <p:cNvSpPr/>
            <p:nvPr/>
          </p:nvSpPr>
          <p:spPr>
            <a:xfrm>
              <a:off x="7139159" y="2101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1" name="pt25191"/>
            <p:cNvSpPr/>
            <p:nvPr/>
          </p:nvSpPr>
          <p:spPr>
            <a:xfrm>
              <a:off x="6973069" y="1970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2" name="pt25192"/>
            <p:cNvSpPr/>
            <p:nvPr/>
          </p:nvSpPr>
          <p:spPr>
            <a:xfrm>
              <a:off x="7328480" y="2072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3" name="pt25193"/>
            <p:cNvSpPr/>
            <p:nvPr/>
          </p:nvSpPr>
          <p:spPr>
            <a:xfrm>
              <a:off x="7037633" y="2215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4" name="pt25194"/>
            <p:cNvSpPr/>
            <p:nvPr/>
          </p:nvSpPr>
          <p:spPr>
            <a:xfrm>
              <a:off x="7058825" y="1916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5" name="pt25195"/>
            <p:cNvSpPr/>
            <p:nvPr/>
          </p:nvSpPr>
          <p:spPr>
            <a:xfrm>
              <a:off x="7279973" y="1881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6" name="pt25196"/>
            <p:cNvSpPr/>
            <p:nvPr/>
          </p:nvSpPr>
          <p:spPr>
            <a:xfrm>
              <a:off x="7332645" y="2214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7" name="pt25197"/>
            <p:cNvSpPr/>
            <p:nvPr/>
          </p:nvSpPr>
          <p:spPr>
            <a:xfrm>
              <a:off x="7091464" y="2108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8" name="pt25198"/>
            <p:cNvSpPr/>
            <p:nvPr/>
          </p:nvSpPr>
          <p:spPr>
            <a:xfrm>
              <a:off x="7061036" y="2074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9" name="pt25199"/>
            <p:cNvSpPr/>
            <p:nvPr/>
          </p:nvSpPr>
          <p:spPr>
            <a:xfrm>
              <a:off x="7087878" y="2201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0" name="pt25200"/>
            <p:cNvSpPr/>
            <p:nvPr/>
          </p:nvSpPr>
          <p:spPr>
            <a:xfrm>
              <a:off x="6986497" y="2233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1" name="pt25201"/>
            <p:cNvSpPr/>
            <p:nvPr/>
          </p:nvSpPr>
          <p:spPr>
            <a:xfrm>
              <a:off x="7211826" y="1988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2" name="pt25202"/>
            <p:cNvSpPr/>
            <p:nvPr/>
          </p:nvSpPr>
          <p:spPr>
            <a:xfrm>
              <a:off x="7150667" y="2248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3" name="pt25203"/>
            <p:cNvSpPr/>
            <p:nvPr/>
          </p:nvSpPr>
          <p:spPr>
            <a:xfrm>
              <a:off x="7144165" y="2005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4" name="pt25204"/>
            <p:cNvSpPr/>
            <p:nvPr/>
          </p:nvSpPr>
          <p:spPr>
            <a:xfrm>
              <a:off x="7028794" y="2124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5" name="pt25205"/>
            <p:cNvSpPr/>
            <p:nvPr/>
          </p:nvSpPr>
          <p:spPr>
            <a:xfrm>
              <a:off x="7074486" y="2136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6" name="pt25206"/>
            <p:cNvSpPr/>
            <p:nvPr/>
          </p:nvSpPr>
          <p:spPr>
            <a:xfrm>
              <a:off x="6904896" y="1969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7" name="pt25207"/>
            <p:cNvSpPr/>
            <p:nvPr/>
          </p:nvSpPr>
          <p:spPr>
            <a:xfrm>
              <a:off x="7213562" y="2078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8" name="pt25208"/>
            <p:cNvSpPr/>
            <p:nvPr/>
          </p:nvSpPr>
          <p:spPr>
            <a:xfrm>
              <a:off x="7208446" y="2152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9" name="pt25209"/>
            <p:cNvSpPr/>
            <p:nvPr/>
          </p:nvSpPr>
          <p:spPr>
            <a:xfrm>
              <a:off x="7161709" y="2388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0" name="pt25210"/>
            <p:cNvSpPr/>
            <p:nvPr/>
          </p:nvSpPr>
          <p:spPr>
            <a:xfrm>
              <a:off x="7059975" y="2161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1" name="pt25211"/>
            <p:cNvSpPr/>
            <p:nvPr/>
          </p:nvSpPr>
          <p:spPr>
            <a:xfrm>
              <a:off x="7175429" y="2169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2" name="pt25212"/>
            <p:cNvSpPr/>
            <p:nvPr/>
          </p:nvSpPr>
          <p:spPr>
            <a:xfrm>
              <a:off x="7222411" y="2015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3" name="pt25213"/>
            <p:cNvSpPr/>
            <p:nvPr/>
          </p:nvSpPr>
          <p:spPr>
            <a:xfrm>
              <a:off x="7240502" y="2014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4" name="pt25214"/>
            <p:cNvSpPr/>
            <p:nvPr/>
          </p:nvSpPr>
          <p:spPr>
            <a:xfrm>
              <a:off x="7070249" y="2088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5" name="pt25215"/>
            <p:cNvSpPr/>
            <p:nvPr/>
          </p:nvSpPr>
          <p:spPr>
            <a:xfrm>
              <a:off x="6909747" y="1921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6" name="pt25216"/>
            <p:cNvSpPr/>
            <p:nvPr/>
          </p:nvSpPr>
          <p:spPr>
            <a:xfrm>
              <a:off x="7249304" y="1988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7" name="pt25217"/>
            <p:cNvSpPr/>
            <p:nvPr/>
          </p:nvSpPr>
          <p:spPr>
            <a:xfrm>
              <a:off x="7051405" y="2140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8" name="pt25218"/>
            <p:cNvSpPr/>
            <p:nvPr/>
          </p:nvSpPr>
          <p:spPr>
            <a:xfrm>
              <a:off x="6861047" y="2047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9" name="pt25219"/>
            <p:cNvSpPr/>
            <p:nvPr/>
          </p:nvSpPr>
          <p:spPr>
            <a:xfrm>
              <a:off x="7210693" y="2077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0" name="pt25220"/>
            <p:cNvSpPr/>
            <p:nvPr/>
          </p:nvSpPr>
          <p:spPr>
            <a:xfrm>
              <a:off x="7134627" y="204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1" name="pt25221"/>
            <p:cNvSpPr/>
            <p:nvPr/>
          </p:nvSpPr>
          <p:spPr>
            <a:xfrm>
              <a:off x="7043924" y="211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2" name="pt25222"/>
            <p:cNvSpPr/>
            <p:nvPr/>
          </p:nvSpPr>
          <p:spPr>
            <a:xfrm>
              <a:off x="7060575" y="2129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3" name="pt25223"/>
            <p:cNvSpPr/>
            <p:nvPr/>
          </p:nvSpPr>
          <p:spPr>
            <a:xfrm>
              <a:off x="6936459" y="1919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4" name="pt25224"/>
            <p:cNvSpPr/>
            <p:nvPr/>
          </p:nvSpPr>
          <p:spPr>
            <a:xfrm>
              <a:off x="7196148" y="2057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5" name="pt25225"/>
            <p:cNvSpPr/>
            <p:nvPr/>
          </p:nvSpPr>
          <p:spPr>
            <a:xfrm>
              <a:off x="7029394" y="2200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6" name="pt25226"/>
            <p:cNvSpPr/>
            <p:nvPr/>
          </p:nvSpPr>
          <p:spPr>
            <a:xfrm>
              <a:off x="7069584" y="2146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7" name="pt25227"/>
            <p:cNvSpPr/>
            <p:nvPr/>
          </p:nvSpPr>
          <p:spPr>
            <a:xfrm>
              <a:off x="6847438" y="2045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8" name="pt25228"/>
            <p:cNvSpPr/>
            <p:nvPr/>
          </p:nvSpPr>
          <p:spPr>
            <a:xfrm>
              <a:off x="7025178" y="1920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9" name="pt25229"/>
            <p:cNvSpPr/>
            <p:nvPr/>
          </p:nvSpPr>
          <p:spPr>
            <a:xfrm>
              <a:off x="7012361" y="2084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0" name="pt25230"/>
            <p:cNvSpPr/>
            <p:nvPr/>
          </p:nvSpPr>
          <p:spPr>
            <a:xfrm>
              <a:off x="6839009" y="1706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1" name="pt25231"/>
            <p:cNvSpPr/>
            <p:nvPr/>
          </p:nvSpPr>
          <p:spPr>
            <a:xfrm>
              <a:off x="7102933" y="2218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2" name="pt25232"/>
            <p:cNvSpPr/>
            <p:nvPr/>
          </p:nvSpPr>
          <p:spPr>
            <a:xfrm>
              <a:off x="7349563" y="2661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3" name="pt25233"/>
            <p:cNvSpPr/>
            <p:nvPr/>
          </p:nvSpPr>
          <p:spPr>
            <a:xfrm>
              <a:off x="7043842" y="2097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4" name="pt25234"/>
            <p:cNvSpPr/>
            <p:nvPr/>
          </p:nvSpPr>
          <p:spPr>
            <a:xfrm>
              <a:off x="7324308" y="2513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5" name="pt25235"/>
            <p:cNvSpPr/>
            <p:nvPr/>
          </p:nvSpPr>
          <p:spPr>
            <a:xfrm>
              <a:off x="7003165" y="2050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6" name="pt25236"/>
            <p:cNvSpPr/>
            <p:nvPr/>
          </p:nvSpPr>
          <p:spPr>
            <a:xfrm>
              <a:off x="7153948" y="2346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7" name="pt25237"/>
            <p:cNvSpPr/>
            <p:nvPr/>
          </p:nvSpPr>
          <p:spPr>
            <a:xfrm>
              <a:off x="7126685" y="2110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8" name="pt25238"/>
            <p:cNvSpPr/>
            <p:nvPr/>
          </p:nvSpPr>
          <p:spPr>
            <a:xfrm>
              <a:off x="7059227" y="2113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9" name="pt25239"/>
            <p:cNvSpPr/>
            <p:nvPr/>
          </p:nvSpPr>
          <p:spPr>
            <a:xfrm>
              <a:off x="7256746" y="2069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0" name="pt25240"/>
            <p:cNvSpPr/>
            <p:nvPr/>
          </p:nvSpPr>
          <p:spPr>
            <a:xfrm>
              <a:off x="6919864" y="2019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1" name="pt25241"/>
            <p:cNvSpPr/>
            <p:nvPr/>
          </p:nvSpPr>
          <p:spPr>
            <a:xfrm>
              <a:off x="6828249" y="2047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2" name="pt25242"/>
            <p:cNvSpPr/>
            <p:nvPr/>
          </p:nvSpPr>
          <p:spPr>
            <a:xfrm>
              <a:off x="6860692" y="2042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3" name="pt25243"/>
            <p:cNvSpPr/>
            <p:nvPr/>
          </p:nvSpPr>
          <p:spPr>
            <a:xfrm>
              <a:off x="7101195" y="1973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4" name="pt25244"/>
            <p:cNvSpPr/>
            <p:nvPr/>
          </p:nvSpPr>
          <p:spPr>
            <a:xfrm>
              <a:off x="6994540" y="2134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5" name="pt25245"/>
            <p:cNvSpPr/>
            <p:nvPr/>
          </p:nvSpPr>
          <p:spPr>
            <a:xfrm>
              <a:off x="7621618" y="2382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6" name="pt25246"/>
            <p:cNvSpPr/>
            <p:nvPr/>
          </p:nvSpPr>
          <p:spPr>
            <a:xfrm>
              <a:off x="7122808" y="2094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7" name="pt25247"/>
            <p:cNvSpPr/>
            <p:nvPr/>
          </p:nvSpPr>
          <p:spPr>
            <a:xfrm>
              <a:off x="7256157" y="1967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8" name="pt25248"/>
            <p:cNvSpPr/>
            <p:nvPr/>
          </p:nvSpPr>
          <p:spPr>
            <a:xfrm>
              <a:off x="7108446" y="2061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9" name="pt25249"/>
            <p:cNvSpPr/>
            <p:nvPr/>
          </p:nvSpPr>
          <p:spPr>
            <a:xfrm>
              <a:off x="7013788" y="211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0" name="pt25250"/>
            <p:cNvSpPr/>
            <p:nvPr/>
          </p:nvSpPr>
          <p:spPr>
            <a:xfrm>
              <a:off x="7076854" y="208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1" name="pt25251"/>
            <p:cNvSpPr/>
            <p:nvPr/>
          </p:nvSpPr>
          <p:spPr>
            <a:xfrm>
              <a:off x="7341008" y="2057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2" name="pt25252"/>
            <p:cNvSpPr/>
            <p:nvPr/>
          </p:nvSpPr>
          <p:spPr>
            <a:xfrm>
              <a:off x="7281565" y="1965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3" name="pt25253"/>
            <p:cNvSpPr/>
            <p:nvPr/>
          </p:nvSpPr>
          <p:spPr>
            <a:xfrm>
              <a:off x="7186053" y="2009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4" name="pt25254"/>
            <p:cNvSpPr/>
            <p:nvPr/>
          </p:nvSpPr>
          <p:spPr>
            <a:xfrm>
              <a:off x="7127901" y="2124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5" name="pt25255"/>
            <p:cNvSpPr/>
            <p:nvPr/>
          </p:nvSpPr>
          <p:spPr>
            <a:xfrm>
              <a:off x="6877924" y="1945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6" name="pt25256"/>
            <p:cNvSpPr/>
            <p:nvPr/>
          </p:nvSpPr>
          <p:spPr>
            <a:xfrm>
              <a:off x="7268305" y="1670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7" name="pt25257"/>
            <p:cNvSpPr/>
            <p:nvPr/>
          </p:nvSpPr>
          <p:spPr>
            <a:xfrm>
              <a:off x="6998398" y="1954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8" name="pt25258"/>
            <p:cNvSpPr/>
            <p:nvPr/>
          </p:nvSpPr>
          <p:spPr>
            <a:xfrm>
              <a:off x="7196091" y="2074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9" name="pt25259"/>
            <p:cNvSpPr/>
            <p:nvPr/>
          </p:nvSpPr>
          <p:spPr>
            <a:xfrm>
              <a:off x="7036765" y="2160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0" name="pt25260"/>
            <p:cNvSpPr/>
            <p:nvPr/>
          </p:nvSpPr>
          <p:spPr>
            <a:xfrm>
              <a:off x="7209814" y="2079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1" name="pt25261"/>
            <p:cNvSpPr/>
            <p:nvPr/>
          </p:nvSpPr>
          <p:spPr>
            <a:xfrm>
              <a:off x="7048288" y="2249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2" name="pt25262"/>
            <p:cNvSpPr/>
            <p:nvPr/>
          </p:nvSpPr>
          <p:spPr>
            <a:xfrm>
              <a:off x="7067818" y="216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3" name="pt25263"/>
            <p:cNvSpPr/>
            <p:nvPr/>
          </p:nvSpPr>
          <p:spPr>
            <a:xfrm>
              <a:off x="7075641" y="2084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4" name="pt25264"/>
            <p:cNvSpPr/>
            <p:nvPr/>
          </p:nvSpPr>
          <p:spPr>
            <a:xfrm>
              <a:off x="7133508" y="2015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5" name="pt25265"/>
            <p:cNvSpPr/>
            <p:nvPr/>
          </p:nvSpPr>
          <p:spPr>
            <a:xfrm>
              <a:off x="7228600" y="2089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6" name="pt25266"/>
            <p:cNvSpPr/>
            <p:nvPr/>
          </p:nvSpPr>
          <p:spPr>
            <a:xfrm>
              <a:off x="7437210" y="2245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7" name="pt25267"/>
            <p:cNvSpPr/>
            <p:nvPr/>
          </p:nvSpPr>
          <p:spPr>
            <a:xfrm>
              <a:off x="7042200" y="2233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8" name="pt25268"/>
            <p:cNvSpPr/>
            <p:nvPr/>
          </p:nvSpPr>
          <p:spPr>
            <a:xfrm>
              <a:off x="7016038" y="2241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9" name="pt25269"/>
            <p:cNvSpPr/>
            <p:nvPr/>
          </p:nvSpPr>
          <p:spPr>
            <a:xfrm>
              <a:off x="7029467" y="2165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0" name="pt25270"/>
            <p:cNvSpPr/>
            <p:nvPr/>
          </p:nvSpPr>
          <p:spPr>
            <a:xfrm>
              <a:off x="7009577" y="1728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1" name="pt25271"/>
            <p:cNvSpPr/>
            <p:nvPr/>
          </p:nvSpPr>
          <p:spPr>
            <a:xfrm>
              <a:off x="7210938" y="2000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2" name="pt25272"/>
            <p:cNvSpPr/>
            <p:nvPr/>
          </p:nvSpPr>
          <p:spPr>
            <a:xfrm>
              <a:off x="6976973" y="2056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3" name="pt25273"/>
            <p:cNvSpPr/>
            <p:nvPr/>
          </p:nvSpPr>
          <p:spPr>
            <a:xfrm>
              <a:off x="7359522" y="2421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4" name="pt25274"/>
            <p:cNvSpPr/>
            <p:nvPr/>
          </p:nvSpPr>
          <p:spPr>
            <a:xfrm>
              <a:off x="7333168" y="188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5" name="pt25275"/>
            <p:cNvSpPr/>
            <p:nvPr/>
          </p:nvSpPr>
          <p:spPr>
            <a:xfrm>
              <a:off x="6923972" y="1937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6" name="pt25276"/>
            <p:cNvSpPr/>
            <p:nvPr/>
          </p:nvSpPr>
          <p:spPr>
            <a:xfrm>
              <a:off x="7204166" y="2075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7" name="pt25277"/>
            <p:cNvSpPr/>
            <p:nvPr/>
          </p:nvSpPr>
          <p:spPr>
            <a:xfrm>
              <a:off x="7238172" y="1949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8" name="pt25278"/>
            <p:cNvSpPr/>
            <p:nvPr/>
          </p:nvSpPr>
          <p:spPr>
            <a:xfrm>
              <a:off x="6855384" y="2143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9" name="pt25279"/>
            <p:cNvSpPr/>
            <p:nvPr/>
          </p:nvSpPr>
          <p:spPr>
            <a:xfrm>
              <a:off x="7031599" y="2154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0" name="pt25280"/>
            <p:cNvSpPr/>
            <p:nvPr/>
          </p:nvSpPr>
          <p:spPr>
            <a:xfrm>
              <a:off x="7006055" y="1705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1" name="pt25281"/>
            <p:cNvSpPr/>
            <p:nvPr/>
          </p:nvSpPr>
          <p:spPr>
            <a:xfrm>
              <a:off x="6986867" y="2222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2" name="pt25282"/>
            <p:cNvSpPr/>
            <p:nvPr/>
          </p:nvSpPr>
          <p:spPr>
            <a:xfrm>
              <a:off x="7272075" y="2012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3" name="pt25283"/>
            <p:cNvSpPr/>
            <p:nvPr/>
          </p:nvSpPr>
          <p:spPr>
            <a:xfrm>
              <a:off x="7050914" y="213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4" name="pt25284"/>
            <p:cNvSpPr/>
            <p:nvPr/>
          </p:nvSpPr>
          <p:spPr>
            <a:xfrm>
              <a:off x="7047600" y="2129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5" name="pt25285"/>
            <p:cNvSpPr/>
            <p:nvPr/>
          </p:nvSpPr>
          <p:spPr>
            <a:xfrm>
              <a:off x="7240097" y="1989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6" name="pt25286"/>
            <p:cNvSpPr/>
            <p:nvPr/>
          </p:nvSpPr>
          <p:spPr>
            <a:xfrm>
              <a:off x="6929743" y="185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7" name="pt25287"/>
            <p:cNvSpPr/>
            <p:nvPr/>
          </p:nvSpPr>
          <p:spPr>
            <a:xfrm>
              <a:off x="6728949" y="2465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8" name="pt25288"/>
            <p:cNvSpPr/>
            <p:nvPr/>
          </p:nvSpPr>
          <p:spPr>
            <a:xfrm>
              <a:off x="6638334" y="1767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9" name="pt25289"/>
            <p:cNvSpPr/>
            <p:nvPr/>
          </p:nvSpPr>
          <p:spPr>
            <a:xfrm>
              <a:off x="7206442" y="1921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0" name="pt25290"/>
            <p:cNvSpPr/>
            <p:nvPr/>
          </p:nvSpPr>
          <p:spPr>
            <a:xfrm>
              <a:off x="6994507" y="2361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1" name="pt25291"/>
            <p:cNvSpPr/>
            <p:nvPr/>
          </p:nvSpPr>
          <p:spPr>
            <a:xfrm>
              <a:off x="6825445" y="1952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2" name="pt25292"/>
            <p:cNvSpPr/>
            <p:nvPr/>
          </p:nvSpPr>
          <p:spPr>
            <a:xfrm>
              <a:off x="7171582" y="2066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3" name="pt25293"/>
            <p:cNvSpPr/>
            <p:nvPr/>
          </p:nvSpPr>
          <p:spPr>
            <a:xfrm>
              <a:off x="7187742" y="1612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4" name="pt25294"/>
            <p:cNvSpPr/>
            <p:nvPr/>
          </p:nvSpPr>
          <p:spPr>
            <a:xfrm>
              <a:off x="7034908" y="2243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5" name="pt25295"/>
            <p:cNvSpPr/>
            <p:nvPr/>
          </p:nvSpPr>
          <p:spPr>
            <a:xfrm>
              <a:off x="7078333" y="2145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6" name="pt25296"/>
            <p:cNvSpPr/>
            <p:nvPr/>
          </p:nvSpPr>
          <p:spPr>
            <a:xfrm>
              <a:off x="7254472" y="1959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7" name="pt25297"/>
            <p:cNvSpPr/>
            <p:nvPr/>
          </p:nvSpPr>
          <p:spPr>
            <a:xfrm>
              <a:off x="7124160" y="2031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8" name="pt25298"/>
            <p:cNvSpPr/>
            <p:nvPr/>
          </p:nvSpPr>
          <p:spPr>
            <a:xfrm>
              <a:off x="7272413" y="2042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9" name="pt25299"/>
            <p:cNvSpPr/>
            <p:nvPr/>
          </p:nvSpPr>
          <p:spPr>
            <a:xfrm>
              <a:off x="7081161" y="2165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0" name="pt25300"/>
            <p:cNvSpPr/>
            <p:nvPr/>
          </p:nvSpPr>
          <p:spPr>
            <a:xfrm>
              <a:off x="7203802" y="2041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1" name="pt25301"/>
            <p:cNvSpPr/>
            <p:nvPr/>
          </p:nvSpPr>
          <p:spPr>
            <a:xfrm>
              <a:off x="7138149" y="1810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2" name="pt25302"/>
            <p:cNvSpPr/>
            <p:nvPr/>
          </p:nvSpPr>
          <p:spPr>
            <a:xfrm>
              <a:off x="7054911" y="2111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3" name="pt25303"/>
            <p:cNvSpPr/>
            <p:nvPr/>
          </p:nvSpPr>
          <p:spPr>
            <a:xfrm>
              <a:off x="7219964" y="1915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4" name="pt25304"/>
            <p:cNvSpPr/>
            <p:nvPr/>
          </p:nvSpPr>
          <p:spPr>
            <a:xfrm>
              <a:off x="7141029" y="1986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5" name="pt25305"/>
            <p:cNvSpPr/>
            <p:nvPr/>
          </p:nvSpPr>
          <p:spPr>
            <a:xfrm>
              <a:off x="7055266" y="2133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6" name="pt25306"/>
            <p:cNvSpPr/>
            <p:nvPr/>
          </p:nvSpPr>
          <p:spPr>
            <a:xfrm>
              <a:off x="6940897" y="1936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7" name="pt25307"/>
            <p:cNvSpPr/>
            <p:nvPr/>
          </p:nvSpPr>
          <p:spPr>
            <a:xfrm>
              <a:off x="7097838" y="2385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8" name="pt25308"/>
            <p:cNvSpPr/>
            <p:nvPr/>
          </p:nvSpPr>
          <p:spPr>
            <a:xfrm>
              <a:off x="6891915" y="2131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9" name="pt25309"/>
            <p:cNvSpPr/>
            <p:nvPr/>
          </p:nvSpPr>
          <p:spPr>
            <a:xfrm>
              <a:off x="7273441" y="1951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0" name="pt25310"/>
            <p:cNvSpPr/>
            <p:nvPr/>
          </p:nvSpPr>
          <p:spPr>
            <a:xfrm>
              <a:off x="6928412" y="1873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1" name="pt25311"/>
            <p:cNvSpPr/>
            <p:nvPr/>
          </p:nvSpPr>
          <p:spPr>
            <a:xfrm>
              <a:off x="7181979" y="2075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2" name="pt25312"/>
            <p:cNvSpPr/>
            <p:nvPr/>
          </p:nvSpPr>
          <p:spPr>
            <a:xfrm>
              <a:off x="6994064" y="2408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3" name="pt25313"/>
            <p:cNvSpPr/>
            <p:nvPr/>
          </p:nvSpPr>
          <p:spPr>
            <a:xfrm>
              <a:off x="7203955" y="2200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4" name="pt25314"/>
            <p:cNvSpPr/>
            <p:nvPr/>
          </p:nvSpPr>
          <p:spPr>
            <a:xfrm>
              <a:off x="7419770" y="2667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5" name="pt25315"/>
            <p:cNvSpPr/>
            <p:nvPr/>
          </p:nvSpPr>
          <p:spPr>
            <a:xfrm>
              <a:off x="7224119" y="2037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6" name="pt25316"/>
            <p:cNvSpPr/>
            <p:nvPr/>
          </p:nvSpPr>
          <p:spPr>
            <a:xfrm>
              <a:off x="7010083" y="2076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7" name="pt25317"/>
            <p:cNvSpPr/>
            <p:nvPr/>
          </p:nvSpPr>
          <p:spPr>
            <a:xfrm>
              <a:off x="7297640" y="2365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8" name="pt25318"/>
            <p:cNvSpPr/>
            <p:nvPr/>
          </p:nvSpPr>
          <p:spPr>
            <a:xfrm>
              <a:off x="7223286" y="2012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9" name="pt25319"/>
            <p:cNvSpPr/>
            <p:nvPr/>
          </p:nvSpPr>
          <p:spPr>
            <a:xfrm>
              <a:off x="7108506" y="2089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0" name="pt25320"/>
            <p:cNvSpPr/>
            <p:nvPr/>
          </p:nvSpPr>
          <p:spPr>
            <a:xfrm>
              <a:off x="7236480" y="1739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1" name="pt25321"/>
            <p:cNvSpPr/>
            <p:nvPr/>
          </p:nvSpPr>
          <p:spPr>
            <a:xfrm>
              <a:off x="6931657" y="1912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2" name="pt25322"/>
            <p:cNvSpPr/>
            <p:nvPr/>
          </p:nvSpPr>
          <p:spPr>
            <a:xfrm>
              <a:off x="7044587" y="2163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3" name="pt25323"/>
            <p:cNvSpPr/>
            <p:nvPr/>
          </p:nvSpPr>
          <p:spPr>
            <a:xfrm>
              <a:off x="7241078" y="1985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4" name="pt25324"/>
            <p:cNvSpPr/>
            <p:nvPr/>
          </p:nvSpPr>
          <p:spPr>
            <a:xfrm>
              <a:off x="7147611" y="2012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5" name="pt25325"/>
            <p:cNvSpPr/>
            <p:nvPr/>
          </p:nvSpPr>
          <p:spPr>
            <a:xfrm>
              <a:off x="7047720" y="2258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6" name="pt25326"/>
            <p:cNvSpPr/>
            <p:nvPr/>
          </p:nvSpPr>
          <p:spPr>
            <a:xfrm>
              <a:off x="7021014" y="2079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7" name="pt25327"/>
            <p:cNvSpPr/>
            <p:nvPr/>
          </p:nvSpPr>
          <p:spPr>
            <a:xfrm>
              <a:off x="6738956" y="2055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8" name="pt25328"/>
            <p:cNvSpPr/>
            <p:nvPr/>
          </p:nvSpPr>
          <p:spPr>
            <a:xfrm>
              <a:off x="7024103" y="2111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9" name="pt25329"/>
            <p:cNvSpPr/>
            <p:nvPr/>
          </p:nvSpPr>
          <p:spPr>
            <a:xfrm>
              <a:off x="7254790" y="1979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0" name="pt25330"/>
            <p:cNvSpPr/>
            <p:nvPr/>
          </p:nvSpPr>
          <p:spPr>
            <a:xfrm>
              <a:off x="7285426" y="2042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1" name="pt25331"/>
            <p:cNvSpPr/>
            <p:nvPr/>
          </p:nvSpPr>
          <p:spPr>
            <a:xfrm>
              <a:off x="7099850" y="2323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2" name="pt25332"/>
            <p:cNvSpPr/>
            <p:nvPr/>
          </p:nvSpPr>
          <p:spPr>
            <a:xfrm>
              <a:off x="7128730" y="201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3" name="pt25333"/>
            <p:cNvSpPr/>
            <p:nvPr/>
          </p:nvSpPr>
          <p:spPr>
            <a:xfrm>
              <a:off x="7328084" y="2408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4" name="pt25334"/>
            <p:cNvSpPr/>
            <p:nvPr/>
          </p:nvSpPr>
          <p:spPr>
            <a:xfrm>
              <a:off x="7141037" y="1982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5" name="pt25335"/>
            <p:cNvSpPr/>
            <p:nvPr/>
          </p:nvSpPr>
          <p:spPr>
            <a:xfrm>
              <a:off x="7080484" y="2116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6" name="pt25336"/>
            <p:cNvSpPr/>
            <p:nvPr/>
          </p:nvSpPr>
          <p:spPr>
            <a:xfrm>
              <a:off x="6979263" y="2166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7" name="pt25337"/>
            <p:cNvSpPr/>
            <p:nvPr/>
          </p:nvSpPr>
          <p:spPr>
            <a:xfrm>
              <a:off x="7111297" y="2094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8" name="pt25338"/>
            <p:cNvSpPr/>
            <p:nvPr/>
          </p:nvSpPr>
          <p:spPr>
            <a:xfrm>
              <a:off x="6941968" y="1904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9" name="pt25339"/>
            <p:cNvSpPr/>
            <p:nvPr/>
          </p:nvSpPr>
          <p:spPr>
            <a:xfrm>
              <a:off x="7240105" y="2048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0" name="pt25340"/>
            <p:cNvSpPr/>
            <p:nvPr/>
          </p:nvSpPr>
          <p:spPr>
            <a:xfrm>
              <a:off x="6885260" y="2184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1" name="pt25341"/>
            <p:cNvSpPr/>
            <p:nvPr/>
          </p:nvSpPr>
          <p:spPr>
            <a:xfrm>
              <a:off x="7200009" y="1996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2" name="pt25342"/>
            <p:cNvSpPr/>
            <p:nvPr/>
          </p:nvSpPr>
          <p:spPr>
            <a:xfrm>
              <a:off x="7055411" y="2023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3" name="pt25343"/>
            <p:cNvSpPr/>
            <p:nvPr/>
          </p:nvSpPr>
          <p:spPr>
            <a:xfrm>
              <a:off x="7031338" y="2170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4" name="pt25344"/>
            <p:cNvSpPr/>
            <p:nvPr/>
          </p:nvSpPr>
          <p:spPr>
            <a:xfrm>
              <a:off x="7043406" y="2253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5" name="pt25345"/>
            <p:cNvSpPr/>
            <p:nvPr/>
          </p:nvSpPr>
          <p:spPr>
            <a:xfrm>
              <a:off x="7214121" y="2022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6" name="pt25346"/>
            <p:cNvSpPr/>
            <p:nvPr/>
          </p:nvSpPr>
          <p:spPr>
            <a:xfrm>
              <a:off x="6865220" y="2078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7" name="pt25347"/>
            <p:cNvSpPr/>
            <p:nvPr/>
          </p:nvSpPr>
          <p:spPr>
            <a:xfrm>
              <a:off x="7161429" y="2114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8" name="pt25348"/>
            <p:cNvSpPr/>
            <p:nvPr/>
          </p:nvSpPr>
          <p:spPr>
            <a:xfrm>
              <a:off x="7125895" y="2108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9" name="pt25349"/>
            <p:cNvSpPr/>
            <p:nvPr/>
          </p:nvSpPr>
          <p:spPr>
            <a:xfrm>
              <a:off x="7071032" y="2043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0" name="pt25350"/>
            <p:cNvSpPr/>
            <p:nvPr/>
          </p:nvSpPr>
          <p:spPr>
            <a:xfrm>
              <a:off x="7091400" y="215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1" name="pt25351"/>
            <p:cNvSpPr/>
            <p:nvPr/>
          </p:nvSpPr>
          <p:spPr>
            <a:xfrm>
              <a:off x="7143834" y="1934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2" name="pt25352"/>
            <p:cNvSpPr/>
            <p:nvPr/>
          </p:nvSpPr>
          <p:spPr>
            <a:xfrm>
              <a:off x="6555811" y="1545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3" name="pt25353"/>
            <p:cNvSpPr/>
            <p:nvPr/>
          </p:nvSpPr>
          <p:spPr>
            <a:xfrm>
              <a:off x="7056771" y="2052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4" name="pt25354"/>
            <p:cNvSpPr/>
            <p:nvPr/>
          </p:nvSpPr>
          <p:spPr>
            <a:xfrm>
              <a:off x="6865863" y="2082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5" name="pt25355"/>
            <p:cNvSpPr/>
            <p:nvPr/>
          </p:nvSpPr>
          <p:spPr>
            <a:xfrm>
              <a:off x="7018961" y="2226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6" name="pt25356"/>
            <p:cNvSpPr/>
            <p:nvPr/>
          </p:nvSpPr>
          <p:spPr>
            <a:xfrm>
              <a:off x="7253256" y="1913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7" name="pt25357"/>
            <p:cNvSpPr/>
            <p:nvPr/>
          </p:nvSpPr>
          <p:spPr>
            <a:xfrm>
              <a:off x="7212022" y="1955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8" name="pt25358"/>
            <p:cNvSpPr/>
            <p:nvPr/>
          </p:nvSpPr>
          <p:spPr>
            <a:xfrm>
              <a:off x="7217266" y="2013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9" name="pt25359"/>
            <p:cNvSpPr/>
            <p:nvPr/>
          </p:nvSpPr>
          <p:spPr>
            <a:xfrm>
              <a:off x="7079686" y="2206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0" name="pt25360"/>
            <p:cNvSpPr/>
            <p:nvPr/>
          </p:nvSpPr>
          <p:spPr>
            <a:xfrm>
              <a:off x="6662032" y="2352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1" name="pt25361"/>
            <p:cNvSpPr/>
            <p:nvPr/>
          </p:nvSpPr>
          <p:spPr>
            <a:xfrm>
              <a:off x="7130657" y="2052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2" name="pt25362"/>
            <p:cNvSpPr/>
            <p:nvPr/>
          </p:nvSpPr>
          <p:spPr>
            <a:xfrm>
              <a:off x="7093846" y="2288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3" name="pt25363"/>
            <p:cNvSpPr/>
            <p:nvPr/>
          </p:nvSpPr>
          <p:spPr>
            <a:xfrm>
              <a:off x="7164546" y="2229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4" name="pt25364"/>
            <p:cNvSpPr/>
            <p:nvPr/>
          </p:nvSpPr>
          <p:spPr>
            <a:xfrm>
              <a:off x="7126424" y="2116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5" name="pt25365"/>
            <p:cNvSpPr/>
            <p:nvPr/>
          </p:nvSpPr>
          <p:spPr>
            <a:xfrm>
              <a:off x="7121100" y="1990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6" name="pt25366"/>
            <p:cNvSpPr/>
            <p:nvPr/>
          </p:nvSpPr>
          <p:spPr>
            <a:xfrm>
              <a:off x="6998422" y="2246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7" name="pt25367"/>
            <p:cNvSpPr/>
            <p:nvPr/>
          </p:nvSpPr>
          <p:spPr>
            <a:xfrm>
              <a:off x="7335591" y="2281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8" name="pt25368"/>
            <p:cNvSpPr/>
            <p:nvPr/>
          </p:nvSpPr>
          <p:spPr>
            <a:xfrm>
              <a:off x="7067956" y="213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9" name="pt25369"/>
            <p:cNvSpPr/>
            <p:nvPr/>
          </p:nvSpPr>
          <p:spPr>
            <a:xfrm>
              <a:off x="6698521" y="2240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0" name="pt25370"/>
            <p:cNvSpPr/>
            <p:nvPr/>
          </p:nvSpPr>
          <p:spPr>
            <a:xfrm>
              <a:off x="6768265" y="2017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1" name="pt25371"/>
            <p:cNvSpPr/>
            <p:nvPr/>
          </p:nvSpPr>
          <p:spPr>
            <a:xfrm>
              <a:off x="6911383" y="1896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2" name="pt25372"/>
            <p:cNvSpPr/>
            <p:nvPr/>
          </p:nvSpPr>
          <p:spPr>
            <a:xfrm>
              <a:off x="7184865" y="1952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3" name="pt25373"/>
            <p:cNvSpPr/>
            <p:nvPr/>
          </p:nvSpPr>
          <p:spPr>
            <a:xfrm>
              <a:off x="7047017" y="2136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4" name="pt25374"/>
            <p:cNvSpPr/>
            <p:nvPr/>
          </p:nvSpPr>
          <p:spPr>
            <a:xfrm>
              <a:off x="7330252" y="225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5" name="pt25375"/>
            <p:cNvSpPr/>
            <p:nvPr/>
          </p:nvSpPr>
          <p:spPr>
            <a:xfrm>
              <a:off x="6995821" y="2301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6" name="pt25376"/>
            <p:cNvSpPr/>
            <p:nvPr/>
          </p:nvSpPr>
          <p:spPr>
            <a:xfrm>
              <a:off x="6796097" y="2304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7" name="pt25377"/>
            <p:cNvSpPr/>
            <p:nvPr/>
          </p:nvSpPr>
          <p:spPr>
            <a:xfrm>
              <a:off x="6996843" y="2315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8" name="pt25378"/>
            <p:cNvSpPr/>
            <p:nvPr/>
          </p:nvSpPr>
          <p:spPr>
            <a:xfrm>
              <a:off x="7129162" y="2096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9" name="pt25379"/>
            <p:cNvSpPr/>
            <p:nvPr/>
          </p:nvSpPr>
          <p:spPr>
            <a:xfrm>
              <a:off x="7016310" y="2292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0" name="pt25380"/>
            <p:cNvSpPr/>
            <p:nvPr/>
          </p:nvSpPr>
          <p:spPr>
            <a:xfrm>
              <a:off x="7276259" y="1913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1" name="pt25381"/>
            <p:cNvSpPr/>
            <p:nvPr/>
          </p:nvSpPr>
          <p:spPr>
            <a:xfrm>
              <a:off x="7055949" y="212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2" name="pt25382"/>
            <p:cNvSpPr/>
            <p:nvPr/>
          </p:nvSpPr>
          <p:spPr>
            <a:xfrm>
              <a:off x="6855175" y="2212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3" name="pt25383"/>
            <p:cNvSpPr/>
            <p:nvPr/>
          </p:nvSpPr>
          <p:spPr>
            <a:xfrm>
              <a:off x="7149458" y="2144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4" name="pt25384"/>
            <p:cNvSpPr/>
            <p:nvPr/>
          </p:nvSpPr>
          <p:spPr>
            <a:xfrm>
              <a:off x="6999325" y="1855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5" name="pt25385"/>
            <p:cNvSpPr/>
            <p:nvPr/>
          </p:nvSpPr>
          <p:spPr>
            <a:xfrm>
              <a:off x="7021973" y="2140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6" name="pt25386"/>
            <p:cNvSpPr/>
            <p:nvPr/>
          </p:nvSpPr>
          <p:spPr>
            <a:xfrm>
              <a:off x="7092171" y="2415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7" name="pt25387"/>
            <p:cNvSpPr/>
            <p:nvPr/>
          </p:nvSpPr>
          <p:spPr>
            <a:xfrm>
              <a:off x="7233141" y="2078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8" name="pt25388"/>
            <p:cNvSpPr/>
            <p:nvPr/>
          </p:nvSpPr>
          <p:spPr>
            <a:xfrm>
              <a:off x="7089679" y="231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9" name="pt25389"/>
            <p:cNvSpPr/>
            <p:nvPr/>
          </p:nvSpPr>
          <p:spPr>
            <a:xfrm>
              <a:off x="7027242" y="2088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0" name="pt25390"/>
            <p:cNvSpPr/>
            <p:nvPr/>
          </p:nvSpPr>
          <p:spPr>
            <a:xfrm>
              <a:off x="7084749" y="2075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1" name="pt25391"/>
            <p:cNvSpPr/>
            <p:nvPr/>
          </p:nvSpPr>
          <p:spPr>
            <a:xfrm>
              <a:off x="7245498" y="1989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2" name="pt25392"/>
            <p:cNvSpPr/>
            <p:nvPr/>
          </p:nvSpPr>
          <p:spPr>
            <a:xfrm>
              <a:off x="7104973" y="2071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3" name="pt25393"/>
            <p:cNvSpPr/>
            <p:nvPr/>
          </p:nvSpPr>
          <p:spPr>
            <a:xfrm>
              <a:off x="7162455" y="2209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4" name="pt25394"/>
            <p:cNvSpPr/>
            <p:nvPr/>
          </p:nvSpPr>
          <p:spPr>
            <a:xfrm>
              <a:off x="7267349" y="1869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5" name="pt25395"/>
            <p:cNvSpPr/>
            <p:nvPr/>
          </p:nvSpPr>
          <p:spPr>
            <a:xfrm>
              <a:off x="7297113" y="2176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6" name="pt25396"/>
            <p:cNvSpPr/>
            <p:nvPr/>
          </p:nvSpPr>
          <p:spPr>
            <a:xfrm>
              <a:off x="7335906" y="2104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7" name="pt25397"/>
            <p:cNvSpPr/>
            <p:nvPr/>
          </p:nvSpPr>
          <p:spPr>
            <a:xfrm>
              <a:off x="7439966" y="2456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8" name="pt25398"/>
            <p:cNvSpPr/>
            <p:nvPr/>
          </p:nvSpPr>
          <p:spPr>
            <a:xfrm>
              <a:off x="6851599" y="2206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9" name="pt25399"/>
            <p:cNvSpPr/>
            <p:nvPr/>
          </p:nvSpPr>
          <p:spPr>
            <a:xfrm>
              <a:off x="6989128" y="2172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0" name="pt25400"/>
            <p:cNvSpPr/>
            <p:nvPr/>
          </p:nvSpPr>
          <p:spPr>
            <a:xfrm>
              <a:off x="7238341" y="1961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1" name="pt25401"/>
            <p:cNvSpPr/>
            <p:nvPr/>
          </p:nvSpPr>
          <p:spPr>
            <a:xfrm>
              <a:off x="6919817" y="2023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2" name="pt25402"/>
            <p:cNvSpPr/>
            <p:nvPr/>
          </p:nvSpPr>
          <p:spPr>
            <a:xfrm>
              <a:off x="7133614" y="2020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3" name="pt25403"/>
            <p:cNvSpPr/>
            <p:nvPr/>
          </p:nvSpPr>
          <p:spPr>
            <a:xfrm>
              <a:off x="6964099" y="1955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4" name="pt25404"/>
            <p:cNvSpPr/>
            <p:nvPr/>
          </p:nvSpPr>
          <p:spPr>
            <a:xfrm>
              <a:off x="7127863" y="2084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5" name="pt25405"/>
            <p:cNvSpPr/>
            <p:nvPr/>
          </p:nvSpPr>
          <p:spPr>
            <a:xfrm>
              <a:off x="6883358" y="2116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6" name="pt25406"/>
            <p:cNvSpPr/>
            <p:nvPr/>
          </p:nvSpPr>
          <p:spPr>
            <a:xfrm>
              <a:off x="7186497" y="1881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7" name="pt25407"/>
            <p:cNvSpPr/>
            <p:nvPr/>
          </p:nvSpPr>
          <p:spPr>
            <a:xfrm>
              <a:off x="7135962" y="2038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8" name="pt25408"/>
            <p:cNvSpPr/>
            <p:nvPr/>
          </p:nvSpPr>
          <p:spPr>
            <a:xfrm>
              <a:off x="6987334" y="2064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9" name="pt25409"/>
            <p:cNvSpPr/>
            <p:nvPr/>
          </p:nvSpPr>
          <p:spPr>
            <a:xfrm>
              <a:off x="7008006" y="1750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0" name="pt25410"/>
            <p:cNvSpPr/>
            <p:nvPr/>
          </p:nvSpPr>
          <p:spPr>
            <a:xfrm>
              <a:off x="7314157" y="2522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1" name="pt25411"/>
            <p:cNvSpPr/>
            <p:nvPr/>
          </p:nvSpPr>
          <p:spPr>
            <a:xfrm>
              <a:off x="6621781" y="1875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2" name="pt25412"/>
            <p:cNvSpPr/>
            <p:nvPr/>
          </p:nvSpPr>
          <p:spPr>
            <a:xfrm>
              <a:off x="7158094" y="2167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3" name="pt25413"/>
            <p:cNvSpPr/>
            <p:nvPr/>
          </p:nvSpPr>
          <p:spPr>
            <a:xfrm>
              <a:off x="6907163" y="1985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4" name="pt25414"/>
            <p:cNvSpPr/>
            <p:nvPr/>
          </p:nvSpPr>
          <p:spPr>
            <a:xfrm>
              <a:off x="7309401" y="240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5" name="pt25415"/>
            <p:cNvSpPr/>
            <p:nvPr/>
          </p:nvSpPr>
          <p:spPr>
            <a:xfrm>
              <a:off x="6971772" y="1736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6" name="pt25416"/>
            <p:cNvSpPr/>
            <p:nvPr/>
          </p:nvSpPr>
          <p:spPr>
            <a:xfrm>
              <a:off x="7276289" y="2026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7" name="pt25417"/>
            <p:cNvSpPr/>
            <p:nvPr/>
          </p:nvSpPr>
          <p:spPr>
            <a:xfrm>
              <a:off x="7215011" y="200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8" name="pt25418"/>
            <p:cNvSpPr/>
            <p:nvPr/>
          </p:nvSpPr>
          <p:spPr>
            <a:xfrm>
              <a:off x="6789393" y="2299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9" name="pt25419"/>
            <p:cNvSpPr/>
            <p:nvPr/>
          </p:nvSpPr>
          <p:spPr>
            <a:xfrm>
              <a:off x="7184864" y="1924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0" name="pt25420"/>
            <p:cNvSpPr/>
            <p:nvPr/>
          </p:nvSpPr>
          <p:spPr>
            <a:xfrm>
              <a:off x="7220488" y="1916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1" name="pt25421"/>
            <p:cNvSpPr/>
            <p:nvPr/>
          </p:nvSpPr>
          <p:spPr>
            <a:xfrm>
              <a:off x="7069449" y="2171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2" name="pt25422"/>
            <p:cNvSpPr/>
            <p:nvPr/>
          </p:nvSpPr>
          <p:spPr>
            <a:xfrm>
              <a:off x="7063322" y="2164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3" name="pt25423"/>
            <p:cNvSpPr/>
            <p:nvPr/>
          </p:nvSpPr>
          <p:spPr>
            <a:xfrm>
              <a:off x="6804233" y="2284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4" name="pt25424"/>
            <p:cNvSpPr/>
            <p:nvPr/>
          </p:nvSpPr>
          <p:spPr>
            <a:xfrm>
              <a:off x="7221494" y="1869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5" name="pt25425"/>
            <p:cNvSpPr/>
            <p:nvPr/>
          </p:nvSpPr>
          <p:spPr>
            <a:xfrm>
              <a:off x="6967904" y="1927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6" name="pt25426"/>
            <p:cNvSpPr/>
            <p:nvPr/>
          </p:nvSpPr>
          <p:spPr>
            <a:xfrm>
              <a:off x="7079031" y="2098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7" name="pt25427"/>
            <p:cNvSpPr/>
            <p:nvPr/>
          </p:nvSpPr>
          <p:spPr>
            <a:xfrm>
              <a:off x="6820194" y="2192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8" name="pt25428"/>
            <p:cNvSpPr/>
            <p:nvPr/>
          </p:nvSpPr>
          <p:spPr>
            <a:xfrm>
              <a:off x="7122741" y="2009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9" name="pt25429"/>
            <p:cNvSpPr/>
            <p:nvPr/>
          </p:nvSpPr>
          <p:spPr>
            <a:xfrm>
              <a:off x="7052771" y="2044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0" name="pt25430"/>
            <p:cNvSpPr/>
            <p:nvPr/>
          </p:nvSpPr>
          <p:spPr>
            <a:xfrm>
              <a:off x="7111703" y="2111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1" name="pt25431"/>
            <p:cNvSpPr/>
            <p:nvPr/>
          </p:nvSpPr>
          <p:spPr>
            <a:xfrm>
              <a:off x="7150231" y="2092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2" name="pt25432"/>
            <p:cNvSpPr/>
            <p:nvPr/>
          </p:nvSpPr>
          <p:spPr>
            <a:xfrm>
              <a:off x="7031414" y="2272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3" name="pt25433"/>
            <p:cNvSpPr/>
            <p:nvPr/>
          </p:nvSpPr>
          <p:spPr>
            <a:xfrm>
              <a:off x="6623304" y="2280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4" name="pt25434"/>
            <p:cNvSpPr/>
            <p:nvPr/>
          </p:nvSpPr>
          <p:spPr>
            <a:xfrm>
              <a:off x="7214445" y="2152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5" name="pt25435"/>
            <p:cNvSpPr/>
            <p:nvPr/>
          </p:nvSpPr>
          <p:spPr>
            <a:xfrm>
              <a:off x="7111091" y="2081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6" name="pt25436"/>
            <p:cNvSpPr/>
            <p:nvPr/>
          </p:nvSpPr>
          <p:spPr>
            <a:xfrm>
              <a:off x="6727702" y="2558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7" name="pt25437"/>
            <p:cNvSpPr/>
            <p:nvPr/>
          </p:nvSpPr>
          <p:spPr>
            <a:xfrm>
              <a:off x="6837801" y="1639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8" name="pt25438"/>
            <p:cNvSpPr/>
            <p:nvPr/>
          </p:nvSpPr>
          <p:spPr>
            <a:xfrm>
              <a:off x="7183449" y="2066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9" name="pt25439"/>
            <p:cNvSpPr/>
            <p:nvPr/>
          </p:nvSpPr>
          <p:spPr>
            <a:xfrm>
              <a:off x="7310727" y="2437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0" name="pt25440"/>
            <p:cNvSpPr/>
            <p:nvPr/>
          </p:nvSpPr>
          <p:spPr>
            <a:xfrm>
              <a:off x="6996521" y="2303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1" name="pt25441"/>
            <p:cNvSpPr/>
            <p:nvPr/>
          </p:nvSpPr>
          <p:spPr>
            <a:xfrm>
              <a:off x="7127133" y="2157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2" name="pt25442"/>
            <p:cNvSpPr/>
            <p:nvPr/>
          </p:nvSpPr>
          <p:spPr>
            <a:xfrm>
              <a:off x="7134387" y="2022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3" name="pt25443"/>
            <p:cNvSpPr/>
            <p:nvPr/>
          </p:nvSpPr>
          <p:spPr>
            <a:xfrm>
              <a:off x="7010292" y="2028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4" name="pt25444"/>
            <p:cNvSpPr/>
            <p:nvPr/>
          </p:nvSpPr>
          <p:spPr>
            <a:xfrm>
              <a:off x="6803803" y="2163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5" name="pt25445"/>
            <p:cNvSpPr/>
            <p:nvPr/>
          </p:nvSpPr>
          <p:spPr>
            <a:xfrm>
              <a:off x="7262974" y="1954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6" name="pt25446"/>
            <p:cNvSpPr/>
            <p:nvPr/>
          </p:nvSpPr>
          <p:spPr>
            <a:xfrm>
              <a:off x="7441921" y="2366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7" name="pt25447"/>
            <p:cNvSpPr/>
            <p:nvPr/>
          </p:nvSpPr>
          <p:spPr>
            <a:xfrm>
              <a:off x="7111513" y="2046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8" name="pt25448"/>
            <p:cNvSpPr/>
            <p:nvPr/>
          </p:nvSpPr>
          <p:spPr>
            <a:xfrm>
              <a:off x="7074947" y="2094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9" name="pt25449"/>
            <p:cNvSpPr/>
            <p:nvPr/>
          </p:nvSpPr>
          <p:spPr>
            <a:xfrm>
              <a:off x="6683361" y="198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0" name="pt25450"/>
            <p:cNvSpPr/>
            <p:nvPr/>
          </p:nvSpPr>
          <p:spPr>
            <a:xfrm>
              <a:off x="7055114" y="2114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1" name="pt25451"/>
            <p:cNvSpPr/>
            <p:nvPr/>
          </p:nvSpPr>
          <p:spPr>
            <a:xfrm>
              <a:off x="7060374" y="2170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2" name="pt25452"/>
            <p:cNvSpPr/>
            <p:nvPr/>
          </p:nvSpPr>
          <p:spPr>
            <a:xfrm>
              <a:off x="7172342" y="2030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3" name="pt25453"/>
            <p:cNvSpPr/>
            <p:nvPr/>
          </p:nvSpPr>
          <p:spPr>
            <a:xfrm>
              <a:off x="7403952" y="2655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4" name="pt25454"/>
            <p:cNvSpPr/>
            <p:nvPr/>
          </p:nvSpPr>
          <p:spPr>
            <a:xfrm>
              <a:off x="7104802" y="2165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5" name="pt25455"/>
            <p:cNvSpPr/>
            <p:nvPr/>
          </p:nvSpPr>
          <p:spPr>
            <a:xfrm>
              <a:off x="7141974" y="2051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6" name="pt25456"/>
            <p:cNvSpPr/>
            <p:nvPr/>
          </p:nvSpPr>
          <p:spPr>
            <a:xfrm>
              <a:off x="7185626" y="1963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7" name="pt25457"/>
            <p:cNvSpPr/>
            <p:nvPr/>
          </p:nvSpPr>
          <p:spPr>
            <a:xfrm>
              <a:off x="7036649" y="2175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8" name="pt25458"/>
            <p:cNvSpPr/>
            <p:nvPr/>
          </p:nvSpPr>
          <p:spPr>
            <a:xfrm>
              <a:off x="6626921" y="2106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9" name="pt25459"/>
            <p:cNvSpPr/>
            <p:nvPr/>
          </p:nvSpPr>
          <p:spPr>
            <a:xfrm>
              <a:off x="6841029" y="2014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0" name="pt25460"/>
            <p:cNvSpPr/>
            <p:nvPr/>
          </p:nvSpPr>
          <p:spPr>
            <a:xfrm>
              <a:off x="7047308" y="2163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1" name="pt25461"/>
            <p:cNvSpPr/>
            <p:nvPr/>
          </p:nvSpPr>
          <p:spPr>
            <a:xfrm>
              <a:off x="6944157" y="1913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2" name="pt25462"/>
            <p:cNvSpPr/>
            <p:nvPr/>
          </p:nvSpPr>
          <p:spPr>
            <a:xfrm>
              <a:off x="6994358" y="2334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3" name="pt25463"/>
            <p:cNvSpPr/>
            <p:nvPr/>
          </p:nvSpPr>
          <p:spPr>
            <a:xfrm>
              <a:off x="6904535" y="201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4" name="pt25464"/>
            <p:cNvSpPr/>
            <p:nvPr/>
          </p:nvSpPr>
          <p:spPr>
            <a:xfrm>
              <a:off x="7269131" y="1802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5" name="pt25465"/>
            <p:cNvSpPr/>
            <p:nvPr/>
          </p:nvSpPr>
          <p:spPr>
            <a:xfrm>
              <a:off x="7158829" y="2258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6" name="pt25466"/>
            <p:cNvSpPr/>
            <p:nvPr/>
          </p:nvSpPr>
          <p:spPr>
            <a:xfrm>
              <a:off x="7119086" y="1974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7" name="pt25467"/>
            <p:cNvSpPr/>
            <p:nvPr/>
          </p:nvSpPr>
          <p:spPr>
            <a:xfrm>
              <a:off x="7185354" y="1815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8" name="pt25468"/>
            <p:cNvSpPr/>
            <p:nvPr/>
          </p:nvSpPr>
          <p:spPr>
            <a:xfrm>
              <a:off x="7145013" y="1970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9" name="pt25469"/>
            <p:cNvSpPr/>
            <p:nvPr/>
          </p:nvSpPr>
          <p:spPr>
            <a:xfrm>
              <a:off x="7375629" y="2111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0" name="pt25470"/>
            <p:cNvSpPr/>
            <p:nvPr/>
          </p:nvSpPr>
          <p:spPr>
            <a:xfrm>
              <a:off x="7527455" y="1997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1" name="pt25471"/>
            <p:cNvSpPr/>
            <p:nvPr/>
          </p:nvSpPr>
          <p:spPr>
            <a:xfrm>
              <a:off x="7292011" y="2040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2" name="pt25472"/>
            <p:cNvSpPr/>
            <p:nvPr/>
          </p:nvSpPr>
          <p:spPr>
            <a:xfrm>
              <a:off x="7238083" y="1857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3" name="pt25473"/>
            <p:cNvSpPr/>
            <p:nvPr/>
          </p:nvSpPr>
          <p:spPr>
            <a:xfrm>
              <a:off x="7259089" y="2079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4" name="pt25474"/>
            <p:cNvSpPr/>
            <p:nvPr/>
          </p:nvSpPr>
          <p:spPr>
            <a:xfrm>
              <a:off x="6981544" y="2199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5" name="pt25475"/>
            <p:cNvSpPr/>
            <p:nvPr/>
          </p:nvSpPr>
          <p:spPr>
            <a:xfrm>
              <a:off x="7512325" y="2396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6" name="pt25476"/>
            <p:cNvSpPr/>
            <p:nvPr/>
          </p:nvSpPr>
          <p:spPr>
            <a:xfrm>
              <a:off x="6906263" y="2040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7" name="pt25477"/>
            <p:cNvSpPr/>
            <p:nvPr/>
          </p:nvSpPr>
          <p:spPr>
            <a:xfrm>
              <a:off x="7184771" y="1853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8" name="pt25478"/>
            <p:cNvSpPr/>
            <p:nvPr/>
          </p:nvSpPr>
          <p:spPr>
            <a:xfrm>
              <a:off x="7316701" y="239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9" name="pt25479"/>
            <p:cNvSpPr/>
            <p:nvPr/>
          </p:nvSpPr>
          <p:spPr>
            <a:xfrm>
              <a:off x="7056133" y="2007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0" name="pt25480"/>
            <p:cNvSpPr/>
            <p:nvPr/>
          </p:nvSpPr>
          <p:spPr>
            <a:xfrm>
              <a:off x="7067248" y="2163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1" name="pt25481"/>
            <p:cNvSpPr/>
            <p:nvPr/>
          </p:nvSpPr>
          <p:spPr>
            <a:xfrm>
              <a:off x="7087965" y="2165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2" name="pt25482"/>
            <p:cNvSpPr/>
            <p:nvPr/>
          </p:nvSpPr>
          <p:spPr>
            <a:xfrm>
              <a:off x="7279690" y="2003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3" name="pt25483"/>
            <p:cNvSpPr/>
            <p:nvPr/>
          </p:nvSpPr>
          <p:spPr>
            <a:xfrm>
              <a:off x="6892782" y="1929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4" name="pt25484"/>
            <p:cNvSpPr/>
            <p:nvPr/>
          </p:nvSpPr>
          <p:spPr>
            <a:xfrm>
              <a:off x="7152233" y="2121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5" name="pt25485"/>
            <p:cNvSpPr/>
            <p:nvPr/>
          </p:nvSpPr>
          <p:spPr>
            <a:xfrm>
              <a:off x="7122816" y="2173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6" name="pt25486"/>
            <p:cNvSpPr/>
            <p:nvPr/>
          </p:nvSpPr>
          <p:spPr>
            <a:xfrm>
              <a:off x="7094242" y="234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7" name="pt25487"/>
            <p:cNvSpPr/>
            <p:nvPr/>
          </p:nvSpPr>
          <p:spPr>
            <a:xfrm>
              <a:off x="7356608" y="2953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8" name="pt25488"/>
            <p:cNvSpPr/>
            <p:nvPr/>
          </p:nvSpPr>
          <p:spPr>
            <a:xfrm>
              <a:off x="7217107" y="2018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9" name="pt25489"/>
            <p:cNvSpPr/>
            <p:nvPr/>
          </p:nvSpPr>
          <p:spPr>
            <a:xfrm>
              <a:off x="7217358" y="2048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0" name="pt25490"/>
            <p:cNvSpPr/>
            <p:nvPr/>
          </p:nvSpPr>
          <p:spPr>
            <a:xfrm>
              <a:off x="6945944" y="2094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1" name="pt25491"/>
            <p:cNvSpPr/>
            <p:nvPr/>
          </p:nvSpPr>
          <p:spPr>
            <a:xfrm>
              <a:off x="7209940" y="2033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2" name="pt25492"/>
            <p:cNvSpPr/>
            <p:nvPr/>
          </p:nvSpPr>
          <p:spPr>
            <a:xfrm>
              <a:off x="7094773" y="2266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3" name="pt25493"/>
            <p:cNvSpPr/>
            <p:nvPr/>
          </p:nvSpPr>
          <p:spPr>
            <a:xfrm>
              <a:off x="7119620" y="1990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4" name="pt25494"/>
            <p:cNvSpPr/>
            <p:nvPr/>
          </p:nvSpPr>
          <p:spPr>
            <a:xfrm>
              <a:off x="7171520" y="2078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5" name="pt25495"/>
            <p:cNvSpPr/>
            <p:nvPr/>
          </p:nvSpPr>
          <p:spPr>
            <a:xfrm>
              <a:off x="7239101" y="1953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6" name="pt25496"/>
            <p:cNvSpPr/>
            <p:nvPr/>
          </p:nvSpPr>
          <p:spPr>
            <a:xfrm>
              <a:off x="6927027" y="1904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7" name="pt25497"/>
            <p:cNvSpPr/>
            <p:nvPr/>
          </p:nvSpPr>
          <p:spPr>
            <a:xfrm>
              <a:off x="7110261" y="2086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8" name="pt25498"/>
            <p:cNvSpPr/>
            <p:nvPr/>
          </p:nvSpPr>
          <p:spPr>
            <a:xfrm>
              <a:off x="7174734" y="2212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9" name="pt25499"/>
            <p:cNvSpPr/>
            <p:nvPr/>
          </p:nvSpPr>
          <p:spPr>
            <a:xfrm>
              <a:off x="6868884" y="2197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0" name="pt25500"/>
            <p:cNvSpPr/>
            <p:nvPr/>
          </p:nvSpPr>
          <p:spPr>
            <a:xfrm>
              <a:off x="6896988" y="2025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1" name="pt25501"/>
            <p:cNvSpPr/>
            <p:nvPr/>
          </p:nvSpPr>
          <p:spPr>
            <a:xfrm>
              <a:off x="7090267" y="2223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2" name="pt25502"/>
            <p:cNvSpPr/>
            <p:nvPr/>
          </p:nvSpPr>
          <p:spPr>
            <a:xfrm>
              <a:off x="7218698" y="2110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3" name="pt25503"/>
            <p:cNvSpPr/>
            <p:nvPr/>
          </p:nvSpPr>
          <p:spPr>
            <a:xfrm>
              <a:off x="7025146" y="2060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4" name="pt25504"/>
            <p:cNvSpPr/>
            <p:nvPr/>
          </p:nvSpPr>
          <p:spPr>
            <a:xfrm>
              <a:off x="7153056" y="2134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5" name="pt25505"/>
            <p:cNvSpPr/>
            <p:nvPr/>
          </p:nvSpPr>
          <p:spPr>
            <a:xfrm>
              <a:off x="7095462" y="2327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6" name="pt25506"/>
            <p:cNvSpPr/>
            <p:nvPr/>
          </p:nvSpPr>
          <p:spPr>
            <a:xfrm>
              <a:off x="7118824" y="1964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7" name="pt25507"/>
            <p:cNvSpPr/>
            <p:nvPr/>
          </p:nvSpPr>
          <p:spPr>
            <a:xfrm>
              <a:off x="6974990" y="2136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8" name="pt25508"/>
            <p:cNvSpPr/>
            <p:nvPr/>
          </p:nvSpPr>
          <p:spPr>
            <a:xfrm>
              <a:off x="7213067" y="2066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9" name="pt25509"/>
            <p:cNvSpPr/>
            <p:nvPr/>
          </p:nvSpPr>
          <p:spPr>
            <a:xfrm>
              <a:off x="7334853" y="2199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0" name="pt25510"/>
            <p:cNvSpPr/>
            <p:nvPr/>
          </p:nvSpPr>
          <p:spPr>
            <a:xfrm>
              <a:off x="7354280" y="2657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1" name="pt25511"/>
            <p:cNvSpPr/>
            <p:nvPr/>
          </p:nvSpPr>
          <p:spPr>
            <a:xfrm>
              <a:off x="7042081" y="2200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2" name="pt25512"/>
            <p:cNvSpPr/>
            <p:nvPr/>
          </p:nvSpPr>
          <p:spPr>
            <a:xfrm>
              <a:off x="6982475" y="2168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3" name="pt25513"/>
            <p:cNvSpPr/>
            <p:nvPr/>
          </p:nvSpPr>
          <p:spPr>
            <a:xfrm>
              <a:off x="6992713" y="2325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4" name="pt25514"/>
            <p:cNvSpPr/>
            <p:nvPr/>
          </p:nvSpPr>
          <p:spPr>
            <a:xfrm>
              <a:off x="7000992" y="2049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5" name="pt25515"/>
            <p:cNvSpPr/>
            <p:nvPr/>
          </p:nvSpPr>
          <p:spPr>
            <a:xfrm>
              <a:off x="7277832" y="2023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6" name="pt25516"/>
            <p:cNvSpPr/>
            <p:nvPr/>
          </p:nvSpPr>
          <p:spPr>
            <a:xfrm>
              <a:off x="6995633" y="2323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7" name="pt25517"/>
            <p:cNvSpPr/>
            <p:nvPr/>
          </p:nvSpPr>
          <p:spPr>
            <a:xfrm>
              <a:off x="7289586" y="2219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8" name="pt25518"/>
            <p:cNvSpPr/>
            <p:nvPr/>
          </p:nvSpPr>
          <p:spPr>
            <a:xfrm>
              <a:off x="7421424" y="2668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9" name="pt25519"/>
            <p:cNvSpPr/>
            <p:nvPr/>
          </p:nvSpPr>
          <p:spPr>
            <a:xfrm>
              <a:off x="7290337" y="2070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0" name="pt25520"/>
            <p:cNvSpPr/>
            <p:nvPr/>
          </p:nvSpPr>
          <p:spPr>
            <a:xfrm>
              <a:off x="6928853" y="1981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1" name="pt25521"/>
            <p:cNvSpPr/>
            <p:nvPr/>
          </p:nvSpPr>
          <p:spPr>
            <a:xfrm>
              <a:off x="7045217" y="2166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2" name="pt25522"/>
            <p:cNvSpPr/>
            <p:nvPr/>
          </p:nvSpPr>
          <p:spPr>
            <a:xfrm>
              <a:off x="7076990" y="2078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3" name="pt25523"/>
            <p:cNvSpPr/>
            <p:nvPr/>
          </p:nvSpPr>
          <p:spPr>
            <a:xfrm>
              <a:off x="7069436" y="213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4" name="pt25524"/>
            <p:cNvSpPr/>
            <p:nvPr/>
          </p:nvSpPr>
          <p:spPr>
            <a:xfrm>
              <a:off x="7087755" y="2211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5" name="pt25525"/>
            <p:cNvSpPr/>
            <p:nvPr/>
          </p:nvSpPr>
          <p:spPr>
            <a:xfrm>
              <a:off x="7007311" y="1680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6" name="pt25526"/>
            <p:cNvSpPr/>
            <p:nvPr/>
          </p:nvSpPr>
          <p:spPr>
            <a:xfrm>
              <a:off x="7152346" y="2145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7" name="pt25527"/>
            <p:cNvSpPr/>
            <p:nvPr/>
          </p:nvSpPr>
          <p:spPr>
            <a:xfrm>
              <a:off x="6949132" y="1841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8" name="pt25528"/>
            <p:cNvSpPr/>
            <p:nvPr/>
          </p:nvSpPr>
          <p:spPr>
            <a:xfrm>
              <a:off x="7190594" y="2266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9" name="pt25529"/>
            <p:cNvSpPr/>
            <p:nvPr/>
          </p:nvSpPr>
          <p:spPr>
            <a:xfrm>
              <a:off x="7051067" y="2104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0" name="pt25530"/>
            <p:cNvSpPr/>
            <p:nvPr/>
          </p:nvSpPr>
          <p:spPr>
            <a:xfrm>
              <a:off x="7111068" y="2084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1" name="pt25531"/>
            <p:cNvSpPr/>
            <p:nvPr/>
          </p:nvSpPr>
          <p:spPr>
            <a:xfrm>
              <a:off x="6867908" y="2029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2" name="pt25532"/>
            <p:cNvSpPr/>
            <p:nvPr/>
          </p:nvSpPr>
          <p:spPr>
            <a:xfrm>
              <a:off x="7078695" y="2132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3" name="pt25533"/>
            <p:cNvSpPr/>
            <p:nvPr/>
          </p:nvSpPr>
          <p:spPr>
            <a:xfrm>
              <a:off x="6984628" y="2228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4" name="pt25534"/>
            <p:cNvSpPr/>
            <p:nvPr/>
          </p:nvSpPr>
          <p:spPr>
            <a:xfrm>
              <a:off x="7111366" y="2006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5" name="pt25535"/>
            <p:cNvSpPr/>
            <p:nvPr/>
          </p:nvSpPr>
          <p:spPr>
            <a:xfrm>
              <a:off x="7025772" y="2131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6" name="pt25536"/>
            <p:cNvSpPr/>
            <p:nvPr/>
          </p:nvSpPr>
          <p:spPr>
            <a:xfrm>
              <a:off x="7105845" y="2018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7" name="pt25537"/>
            <p:cNvSpPr/>
            <p:nvPr/>
          </p:nvSpPr>
          <p:spPr>
            <a:xfrm>
              <a:off x="7031926" y="2204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8" name="pt25538"/>
            <p:cNvSpPr/>
            <p:nvPr/>
          </p:nvSpPr>
          <p:spPr>
            <a:xfrm>
              <a:off x="6690815" y="2007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9" name="pt25539"/>
            <p:cNvSpPr/>
            <p:nvPr/>
          </p:nvSpPr>
          <p:spPr>
            <a:xfrm>
              <a:off x="7201989" y="2089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0" name="pt25540"/>
            <p:cNvSpPr/>
            <p:nvPr/>
          </p:nvSpPr>
          <p:spPr>
            <a:xfrm>
              <a:off x="7017403" y="2084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1" name="pt25541"/>
            <p:cNvSpPr/>
            <p:nvPr/>
          </p:nvSpPr>
          <p:spPr>
            <a:xfrm>
              <a:off x="7095785" y="2399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2" name="pt25542"/>
            <p:cNvSpPr/>
            <p:nvPr/>
          </p:nvSpPr>
          <p:spPr>
            <a:xfrm>
              <a:off x="7119268" y="1975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3" name="pt25543"/>
            <p:cNvSpPr/>
            <p:nvPr/>
          </p:nvSpPr>
          <p:spPr>
            <a:xfrm>
              <a:off x="6886739" y="1995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4" name="pt25544"/>
            <p:cNvSpPr/>
            <p:nvPr/>
          </p:nvSpPr>
          <p:spPr>
            <a:xfrm>
              <a:off x="7071012" y="2115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5" name="pt25545"/>
            <p:cNvSpPr/>
            <p:nvPr/>
          </p:nvSpPr>
          <p:spPr>
            <a:xfrm>
              <a:off x="7304289" y="1961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6" name="pt25546"/>
            <p:cNvSpPr/>
            <p:nvPr/>
          </p:nvSpPr>
          <p:spPr>
            <a:xfrm>
              <a:off x="7191412" y="2193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7" name="pt25547"/>
            <p:cNvSpPr/>
            <p:nvPr/>
          </p:nvSpPr>
          <p:spPr>
            <a:xfrm>
              <a:off x="7208506" y="1921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8" name="pt25548"/>
            <p:cNvSpPr/>
            <p:nvPr/>
          </p:nvSpPr>
          <p:spPr>
            <a:xfrm>
              <a:off x="7099166" y="2305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9" name="pt25549"/>
            <p:cNvSpPr/>
            <p:nvPr/>
          </p:nvSpPr>
          <p:spPr>
            <a:xfrm>
              <a:off x="7262082" y="2056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0" name="pt25550"/>
            <p:cNvSpPr/>
            <p:nvPr/>
          </p:nvSpPr>
          <p:spPr>
            <a:xfrm>
              <a:off x="7200100" y="2126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1" name="pt25551"/>
            <p:cNvSpPr/>
            <p:nvPr/>
          </p:nvSpPr>
          <p:spPr>
            <a:xfrm>
              <a:off x="7155859" y="2260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2" name="pt25552"/>
            <p:cNvSpPr/>
            <p:nvPr/>
          </p:nvSpPr>
          <p:spPr>
            <a:xfrm>
              <a:off x="7179461" y="2081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3" name="pt25553"/>
            <p:cNvSpPr/>
            <p:nvPr/>
          </p:nvSpPr>
          <p:spPr>
            <a:xfrm>
              <a:off x="7181720" y="2037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4" name="pt25554"/>
            <p:cNvSpPr/>
            <p:nvPr/>
          </p:nvSpPr>
          <p:spPr>
            <a:xfrm>
              <a:off x="7141090" y="1998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5" name="pt25555"/>
            <p:cNvSpPr/>
            <p:nvPr/>
          </p:nvSpPr>
          <p:spPr>
            <a:xfrm>
              <a:off x="7260468" y="1921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6" name="pt25556"/>
            <p:cNvSpPr/>
            <p:nvPr/>
          </p:nvSpPr>
          <p:spPr>
            <a:xfrm>
              <a:off x="7088103" y="2114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7" name="pt25557"/>
            <p:cNvSpPr/>
            <p:nvPr/>
          </p:nvSpPr>
          <p:spPr>
            <a:xfrm>
              <a:off x="7068088" y="2180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8" name="pt25558"/>
            <p:cNvSpPr/>
            <p:nvPr/>
          </p:nvSpPr>
          <p:spPr>
            <a:xfrm>
              <a:off x="7029155" y="2113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9" name="pt25559"/>
            <p:cNvSpPr/>
            <p:nvPr/>
          </p:nvSpPr>
          <p:spPr>
            <a:xfrm>
              <a:off x="6963930" y="1918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0" name="pt25560"/>
            <p:cNvSpPr/>
            <p:nvPr/>
          </p:nvSpPr>
          <p:spPr>
            <a:xfrm>
              <a:off x="7057651" y="2115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1" name="pt25561"/>
            <p:cNvSpPr/>
            <p:nvPr/>
          </p:nvSpPr>
          <p:spPr>
            <a:xfrm>
              <a:off x="7057702" y="2086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2" name="pt25562"/>
            <p:cNvSpPr/>
            <p:nvPr/>
          </p:nvSpPr>
          <p:spPr>
            <a:xfrm>
              <a:off x="7322026" y="2571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3" name="pt25563"/>
            <p:cNvSpPr/>
            <p:nvPr/>
          </p:nvSpPr>
          <p:spPr>
            <a:xfrm>
              <a:off x="6665678" y="1834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4" name="pt25564"/>
            <p:cNvSpPr/>
            <p:nvPr/>
          </p:nvSpPr>
          <p:spPr>
            <a:xfrm>
              <a:off x="7129041" y="2115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5" name="pt25565"/>
            <p:cNvSpPr/>
            <p:nvPr/>
          </p:nvSpPr>
          <p:spPr>
            <a:xfrm>
              <a:off x="6915124" y="1867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6" name="pt25566"/>
            <p:cNvSpPr/>
            <p:nvPr/>
          </p:nvSpPr>
          <p:spPr>
            <a:xfrm>
              <a:off x="7059346" y="2070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7" name="pt25567"/>
            <p:cNvSpPr/>
            <p:nvPr/>
          </p:nvSpPr>
          <p:spPr>
            <a:xfrm>
              <a:off x="7048934" y="2150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8" name="pt25568"/>
            <p:cNvSpPr/>
            <p:nvPr/>
          </p:nvSpPr>
          <p:spPr>
            <a:xfrm>
              <a:off x="7158007" y="2250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9" name="pt25569"/>
            <p:cNvSpPr/>
            <p:nvPr/>
          </p:nvSpPr>
          <p:spPr>
            <a:xfrm>
              <a:off x="7006972" y="1656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0" name="pt25570"/>
            <p:cNvSpPr/>
            <p:nvPr/>
          </p:nvSpPr>
          <p:spPr>
            <a:xfrm>
              <a:off x="7096562" y="2197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1" name="pt25571"/>
            <p:cNvSpPr/>
            <p:nvPr/>
          </p:nvSpPr>
          <p:spPr>
            <a:xfrm>
              <a:off x="7194894" y="2072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2" name="pt25572"/>
            <p:cNvSpPr/>
            <p:nvPr/>
          </p:nvSpPr>
          <p:spPr>
            <a:xfrm>
              <a:off x="7044621" y="2223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3" name="pt25573"/>
            <p:cNvSpPr/>
            <p:nvPr/>
          </p:nvSpPr>
          <p:spPr>
            <a:xfrm>
              <a:off x="7260476" y="1954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4" name="pt25574"/>
            <p:cNvSpPr/>
            <p:nvPr/>
          </p:nvSpPr>
          <p:spPr>
            <a:xfrm>
              <a:off x="7188645" y="2229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5" name="pt25575"/>
            <p:cNvSpPr/>
            <p:nvPr/>
          </p:nvSpPr>
          <p:spPr>
            <a:xfrm>
              <a:off x="7043853" y="2144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6" name="pt25576"/>
            <p:cNvSpPr/>
            <p:nvPr/>
          </p:nvSpPr>
          <p:spPr>
            <a:xfrm>
              <a:off x="7085890" y="2346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7" name="pt25577"/>
            <p:cNvSpPr/>
            <p:nvPr/>
          </p:nvSpPr>
          <p:spPr>
            <a:xfrm>
              <a:off x="7550685" y="2312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8" name="pt25578"/>
            <p:cNvSpPr/>
            <p:nvPr/>
          </p:nvSpPr>
          <p:spPr>
            <a:xfrm>
              <a:off x="6909752" y="1901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9" name="pt25579"/>
            <p:cNvSpPr/>
            <p:nvPr/>
          </p:nvSpPr>
          <p:spPr>
            <a:xfrm>
              <a:off x="6716562" y="2464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0" name="pt25580"/>
            <p:cNvSpPr/>
            <p:nvPr/>
          </p:nvSpPr>
          <p:spPr>
            <a:xfrm>
              <a:off x="7162586" y="2257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1" name="pt25581"/>
            <p:cNvSpPr/>
            <p:nvPr/>
          </p:nvSpPr>
          <p:spPr>
            <a:xfrm>
              <a:off x="7375047" y="2490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2" name="pt25582"/>
            <p:cNvSpPr/>
            <p:nvPr/>
          </p:nvSpPr>
          <p:spPr>
            <a:xfrm>
              <a:off x="7103567" y="212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3" name="pt25583"/>
            <p:cNvSpPr/>
            <p:nvPr/>
          </p:nvSpPr>
          <p:spPr>
            <a:xfrm>
              <a:off x="6964719" y="1938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4" name="pt25584"/>
            <p:cNvSpPr/>
            <p:nvPr/>
          </p:nvSpPr>
          <p:spPr>
            <a:xfrm>
              <a:off x="7684022" y="2067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5" name="pt25585"/>
            <p:cNvSpPr/>
            <p:nvPr/>
          </p:nvSpPr>
          <p:spPr>
            <a:xfrm>
              <a:off x="7217824" y="1920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6" name="pt25586"/>
            <p:cNvSpPr/>
            <p:nvPr/>
          </p:nvSpPr>
          <p:spPr>
            <a:xfrm>
              <a:off x="7223952" y="2048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7" name="pt25587"/>
            <p:cNvSpPr/>
            <p:nvPr/>
          </p:nvSpPr>
          <p:spPr>
            <a:xfrm>
              <a:off x="7082132" y="2162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8" name="pt25588"/>
            <p:cNvSpPr/>
            <p:nvPr/>
          </p:nvSpPr>
          <p:spPr>
            <a:xfrm>
              <a:off x="6875196" y="1963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9" name="pt25589"/>
            <p:cNvSpPr/>
            <p:nvPr/>
          </p:nvSpPr>
          <p:spPr>
            <a:xfrm>
              <a:off x="7561615" y="2476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0" name="pt25590"/>
            <p:cNvSpPr/>
            <p:nvPr/>
          </p:nvSpPr>
          <p:spPr>
            <a:xfrm>
              <a:off x="6892993" y="2011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1" name="pt25591"/>
            <p:cNvSpPr/>
            <p:nvPr/>
          </p:nvSpPr>
          <p:spPr>
            <a:xfrm>
              <a:off x="7060713" y="2168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2" name="pt25592"/>
            <p:cNvSpPr/>
            <p:nvPr/>
          </p:nvSpPr>
          <p:spPr>
            <a:xfrm>
              <a:off x="7059017" y="2110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3" name="pt25593"/>
            <p:cNvSpPr/>
            <p:nvPr/>
          </p:nvSpPr>
          <p:spPr>
            <a:xfrm>
              <a:off x="7151464" y="2294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4" name="pt25594"/>
            <p:cNvSpPr/>
            <p:nvPr/>
          </p:nvSpPr>
          <p:spPr>
            <a:xfrm>
              <a:off x="6957980" y="2057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5" name="pt25595"/>
            <p:cNvSpPr/>
            <p:nvPr/>
          </p:nvSpPr>
          <p:spPr>
            <a:xfrm>
              <a:off x="6836051" y="1769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6" name="pt25596"/>
            <p:cNvSpPr/>
            <p:nvPr/>
          </p:nvSpPr>
          <p:spPr>
            <a:xfrm>
              <a:off x="7047750" y="2231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7" name="pt25597"/>
            <p:cNvSpPr/>
            <p:nvPr/>
          </p:nvSpPr>
          <p:spPr>
            <a:xfrm>
              <a:off x="6718851" y="2763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8" name="pt25598"/>
            <p:cNvSpPr/>
            <p:nvPr/>
          </p:nvSpPr>
          <p:spPr>
            <a:xfrm>
              <a:off x="6927309" y="1893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9" name="pt25599"/>
            <p:cNvSpPr/>
            <p:nvPr/>
          </p:nvSpPr>
          <p:spPr>
            <a:xfrm>
              <a:off x="7200773" y="2001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0" name="pt25600"/>
            <p:cNvSpPr/>
            <p:nvPr/>
          </p:nvSpPr>
          <p:spPr>
            <a:xfrm>
              <a:off x="7188090" y="1837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1" name="pt25601"/>
            <p:cNvSpPr/>
            <p:nvPr/>
          </p:nvSpPr>
          <p:spPr>
            <a:xfrm>
              <a:off x="6924281" y="1982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2" name="pt25602"/>
            <p:cNvSpPr/>
            <p:nvPr/>
          </p:nvSpPr>
          <p:spPr>
            <a:xfrm>
              <a:off x="7118571" y="2014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3" name="pt25603"/>
            <p:cNvSpPr/>
            <p:nvPr/>
          </p:nvSpPr>
          <p:spPr>
            <a:xfrm>
              <a:off x="6854198" y="2163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4" name="pt25604"/>
            <p:cNvSpPr/>
            <p:nvPr/>
          </p:nvSpPr>
          <p:spPr>
            <a:xfrm>
              <a:off x="7231245" y="2037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5" name="pt25605"/>
            <p:cNvSpPr/>
            <p:nvPr/>
          </p:nvSpPr>
          <p:spPr>
            <a:xfrm>
              <a:off x="7043467" y="2279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6" name="pt25606"/>
            <p:cNvSpPr/>
            <p:nvPr/>
          </p:nvSpPr>
          <p:spPr>
            <a:xfrm>
              <a:off x="7238451" y="1946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7" name="pt25607"/>
            <p:cNvSpPr/>
            <p:nvPr/>
          </p:nvSpPr>
          <p:spPr>
            <a:xfrm>
              <a:off x="7077602" y="2132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8" name="pt25608"/>
            <p:cNvSpPr/>
            <p:nvPr/>
          </p:nvSpPr>
          <p:spPr>
            <a:xfrm>
              <a:off x="7172752" y="2117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9" name="pt25609"/>
            <p:cNvSpPr/>
            <p:nvPr/>
          </p:nvSpPr>
          <p:spPr>
            <a:xfrm>
              <a:off x="7442641" y="227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0" name="pt25610"/>
            <p:cNvSpPr/>
            <p:nvPr/>
          </p:nvSpPr>
          <p:spPr>
            <a:xfrm>
              <a:off x="7108519" y="2068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1" name="pt25611"/>
            <p:cNvSpPr/>
            <p:nvPr/>
          </p:nvSpPr>
          <p:spPr>
            <a:xfrm>
              <a:off x="7289807" y="2043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2" name="pt25612"/>
            <p:cNvSpPr/>
            <p:nvPr/>
          </p:nvSpPr>
          <p:spPr>
            <a:xfrm>
              <a:off x="7313528" y="2361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3" name="pt25613"/>
            <p:cNvSpPr/>
            <p:nvPr/>
          </p:nvSpPr>
          <p:spPr>
            <a:xfrm>
              <a:off x="7360667" y="242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4" name="pt25614"/>
            <p:cNvSpPr/>
            <p:nvPr/>
          </p:nvSpPr>
          <p:spPr>
            <a:xfrm>
              <a:off x="6867126" y="2182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5" name="pt25615"/>
            <p:cNvSpPr/>
            <p:nvPr/>
          </p:nvSpPr>
          <p:spPr>
            <a:xfrm>
              <a:off x="7309128" y="2345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6" name="pt25616"/>
            <p:cNvSpPr/>
            <p:nvPr/>
          </p:nvSpPr>
          <p:spPr>
            <a:xfrm>
              <a:off x="7063855" y="213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7" name="pt25617"/>
            <p:cNvSpPr/>
            <p:nvPr/>
          </p:nvSpPr>
          <p:spPr>
            <a:xfrm>
              <a:off x="6928686" y="1899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8" name="pt25618"/>
            <p:cNvSpPr/>
            <p:nvPr/>
          </p:nvSpPr>
          <p:spPr>
            <a:xfrm>
              <a:off x="7267671" y="1841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9" name="pt25619"/>
            <p:cNvSpPr/>
            <p:nvPr/>
          </p:nvSpPr>
          <p:spPr>
            <a:xfrm>
              <a:off x="6950128" y="1969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0" name="pt25620"/>
            <p:cNvSpPr/>
            <p:nvPr/>
          </p:nvSpPr>
          <p:spPr>
            <a:xfrm>
              <a:off x="7128477" y="2078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1" name="pt25621"/>
            <p:cNvSpPr/>
            <p:nvPr/>
          </p:nvSpPr>
          <p:spPr>
            <a:xfrm>
              <a:off x="7231455" y="197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2" name="pt25622"/>
            <p:cNvSpPr/>
            <p:nvPr/>
          </p:nvSpPr>
          <p:spPr>
            <a:xfrm>
              <a:off x="7115795" y="2003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3" name="pt25623"/>
            <p:cNvSpPr/>
            <p:nvPr/>
          </p:nvSpPr>
          <p:spPr>
            <a:xfrm>
              <a:off x="6934235" y="1960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4" name="pt25624"/>
            <p:cNvSpPr/>
            <p:nvPr/>
          </p:nvSpPr>
          <p:spPr>
            <a:xfrm>
              <a:off x="7175646" y="2004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5" name="pt25625"/>
            <p:cNvSpPr/>
            <p:nvPr/>
          </p:nvSpPr>
          <p:spPr>
            <a:xfrm>
              <a:off x="7498315" y="2102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6" name="pt25626"/>
            <p:cNvSpPr/>
            <p:nvPr/>
          </p:nvSpPr>
          <p:spPr>
            <a:xfrm>
              <a:off x="7156887" y="2329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7" name="pt25627"/>
            <p:cNvSpPr/>
            <p:nvPr/>
          </p:nvSpPr>
          <p:spPr>
            <a:xfrm>
              <a:off x="6988586" y="2080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8" name="pt25628"/>
            <p:cNvSpPr/>
            <p:nvPr/>
          </p:nvSpPr>
          <p:spPr>
            <a:xfrm>
              <a:off x="6996487" y="2365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9" name="pt25629"/>
            <p:cNvSpPr/>
            <p:nvPr/>
          </p:nvSpPr>
          <p:spPr>
            <a:xfrm>
              <a:off x="6905116" y="1943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0" name="pt25630"/>
            <p:cNvSpPr/>
            <p:nvPr/>
          </p:nvSpPr>
          <p:spPr>
            <a:xfrm>
              <a:off x="7065141" y="2030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1" name="pt25631"/>
            <p:cNvSpPr/>
            <p:nvPr/>
          </p:nvSpPr>
          <p:spPr>
            <a:xfrm>
              <a:off x="7196660" y="2148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2" name="pt25632"/>
            <p:cNvSpPr/>
            <p:nvPr/>
          </p:nvSpPr>
          <p:spPr>
            <a:xfrm>
              <a:off x="6967042" y="187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3" name="pt25633"/>
            <p:cNvSpPr/>
            <p:nvPr/>
          </p:nvSpPr>
          <p:spPr>
            <a:xfrm>
              <a:off x="7219479" y="2033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4" name="pt25634"/>
            <p:cNvSpPr/>
            <p:nvPr/>
          </p:nvSpPr>
          <p:spPr>
            <a:xfrm>
              <a:off x="7057563" y="2078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5" name="pt25635"/>
            <p:cNvSpPr/>
            <p:nvPr/>
          </p:nvSpPr>
          <p:spPr>
            <a:xfrm>
              <a:off x="7051721" y="2168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6" name="pt25636"/>
            <p:cNvSpPr/>
            <p:nvPr/>
          </p:nvSpPr>
          <p:spPr>
            <a:xfrm>
              <a:off x="7155508" y="2294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7" name="pt25637"/>
            <p:cNvSpPr/>
            <p:nvPr/>
          </p:nvSpPr>
          <p:spPr>
            <a:xfrm>
              <a:off x="6815395" y="2138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8" name="pt25638"/>
            <p:cNvSpPr/>
            <p:nvPr/>
          </p:nvSpPr>
          <p:spPr>
            <a:xfrm>
              <a:off x="6989471" y="2350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9" name="pt25639"/>
            <p:cNvSpPr/>
            <p:nvPr/>
          </p:nvSpPr>
          <p:spPr>
            <a:xfrm>
              <a:off x="7147841" y="2006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0" name="pt25640"/>
            <p:cNvSpPr/>
            <p:nvPr/>
          </p:nvSpPr>
          <p:spPr>
            <a:xfrm>
              <a:off x="7064770" y="2072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1" name="pt25641"/>
            <p:cNvSpPr/>
            <p:nvPr/>
          </p:nvSpPr>
          <p:spPr>
            <a:xfrm>
              <a:off x="7064565" y="2041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2" name="pt25642"/>
            <p:cNvSpPr/>
            <p:nvPr/>
          </p:nvSpPr>
          <p:spPr>
            <a:xfrm>
              <a:off x="6772704" y="2028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3" name="pt25643"/>
            <p:cNvSpPr/>
            <p:nvPr/>
          </p:nvSpPr>
          <p:spPr>
            <a:xfrm>
              <a:off x="7076302" y="2086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4" name="pt25644"/>
            <p:cNvSpPr/>
            <p:nvPr/>
          </p:nvSpPr>
          <p:spPr>
            <a:xfrm>
              <a:off x="7185072" y="1749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5" name="pt25645"/>
            <p:cNvSpPr/>
            <p:nvPr/>
          </p:nvSpPr>
          <p:spPr>
            <a:xfrm>
              <a:off x="6927513" y="1891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6" name="pt25646"/>
            <p:cNvSpPr/>
            <p:nvPr/>
          </p:nvSpPr>
          <p:spPr>
            <a:xfrm>
              <a:off x="7131801" y="2079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7" name="pt25647"/>
            <p:cNvSpPr/>
            <p:nvPr/>
          </p:nvSpPr>
          <p:spPr>
            <a:xfrm>
              <a:off x="7276516" y="1872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8" name="pt25648"/>
            <p:cNvSpPr/>
            <p:nvPr/>
          </p:nvSpPr>
          <p:spPr>
            <a:xfrm>
              <a:off x="6947153" y="1944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9" name="pt25649"/>
            <p:cNvSpPr/>
            <p:nvPr/>
          </p:nvSpPr>
          <p:spPr>
            <a:xfrm>
              <a:off x="7110901" y="1955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0" name="pt25650"/>
            <p:cNvSpPr/>
            <p:nvPr/>
          </p:nvSpPr>
          <p:spPr>
            <a:xfrm>
              <a:off x="7231317" y="2005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1" name="pt25651"/>
            <p:cNvSpPr/>
            <p:nvPr/>
          </p:nvSpPr>
          <p:spPr>
            <a:xfrm>
              <a:off x="7164671" y="1928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2" name="pt25652"/>
            <p:cNvSpPr/>
            <p:nvPr/>
          </p:nvSpPr>
          <p:spPr>
            <a:xfrm>
              <a:off x="7128476" y="2053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3" name="pt25653"/>
            <p:cNvSpPr/>
            <p:nvPr/>
          </p:nvSpPr>
          <p:spPr>
            <a:xfrm>
              <a:off x="6918213" y="1995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4" name="pt25654"/>
            <p:cNvSpPr/>
            <p:nvPr/>
          </p:nvSpPr>
          <p:spPr>
            <a:xfrm>
              <a:off x="6952215" y="2000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5" name="pt25655"/>
            <p:cNvSpPr/>
            <p:nvPr/>
          </p:nvSpPr>
          <p:spPr>
            <a:xfrm>
              <a:off x="7103142" y="2256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6" name="pt25656"/>
            <p:cNvSpPr/>
            <p:nvPr/>
          </p:nvSpPr>
          <p:spPr>
            <a:xfrm>
              <a:off x="7085528" y="2304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7" name="pt25657"/>
            <p:cNvSpPr/>
            <p:nvPr/>
          </p:nvSpPr>
          <p:spPr>
            <a:xfrm>
              <a:off x="7162690" y="2095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8" name="pt25658"/>
            <p:cNvSpPr/>
            <p:nvPr/>
          </p:nvSpPr>
          <p:spPr>
            <a:xfrm>
              <a:off x="6998895" y="2162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9" name="pt25659"/>
            <p:cNvSpPr/>
            <p:nvPr/>
          </p:nvSpPr>
          <p:spPr>
            <a:xfrm>
              <a:off x="7265660" y="1865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0" name="pt25660"/>
            <p:cNvSpPr/>
            <p:nvPr/>
          </p:nvSpPr>
          <p:spPr>
            <a:xfrm>
              <a:off x="6805755" y="2022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1" name="pt25661"/>
            <p:cNvSpPr/>
            <p:nvPr/>
          </p:nvSpPr>
          <p:spPr>
            <a:xfrm>
              <a:off x="7152562" y="2047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2" name="pt25662"/>
            <p:cNvSpPr/>
            <p:nvPr/>
          </p:nvSpPr>
          <p:spPr>
            <a:xfrm>
              <a:off x="6992626" y="2299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3" name="pt25663"/>
            <p:cNvSpPr/>
            <p:nvPr/>
          </p:nvSpPr>
          <p:spPr>
            <a:xfrm>
              <a:off x="6865849" y="2137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4" name="pt25664"/>
            <p:cNvSpPr/>
            <p:nvPr/>
          </p:nvSpPr>
          <p:spPr>
            <a:xfrm>
              <a:off x="7106761" y="1951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5" name="pt25665"/>
            <p:cNvSpPr/>
            <p:nvPr/>
          </p:nvSpPr>
          <p:spPr>
            <a:xfrm>
              <a:off x="7140008" y="1938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6" name="pt25666"/>
            <p:cNvSpPr/>
            <p:nvPr/>
          </p:nvSpPr>
          <p:spPr>
            <a:xfrm>
              <a:off x="6694810" y="1851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7" name="pt25667"/>
            <p:cNvSpPr/>
            <p:nvPr/>
          </p:nvSpPr>
          <p:spPr>
            <a:xfrm>
              <a:off x="6780868" y="2207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8" name="pt25668"/>
            <p:cNvSpPr/>
            <p:nvPr/>
          </p:nvSpPr>
          <p:spPr>
            <a:xfrm>
              <a:off x="7016494" y="2270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9" name="pt25669"/>
            <p:cNvSpPr/>
            <p:nvPr/>
          </p:nvSpPr>
          <p:spPr>
            <a:xfrm>
              <a:off x="6897527" y="2090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0" name="pt25670"/>
            <p:cNvSpPr/>
            <p:nvPr/>
          </p:nvSpPr>
          <p:spPr>
            <a:xfrm>
              <a:off x="7135645" y="2071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1" name="pt25671"/>
            <p:cNvSpPr/>
            <p:nvPr/>
          </p:nvSpPr>
          <p:spPr>
            <a:xfrm>
              <a:off x="6902692" y="1978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2" name="pt25672"/>
            <p:cNvSpPr/>
            <p:nvPr/>
          </p:nvSpPr>
          <p:spPr>
            <a:xfrm>
              <a:off x="7398714" y="2493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3" name="pt25673"/>
            <p:cNvSpPr/>
            <p:nvPr/>
          </p:nvSpPr>
          <p:spPr>
            <a:xfrm>
              <a:off x="7165209" y="2038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4" name="pt25674"/>
            <p:cNvSpPr/>
            <p:nvPr/>
          </p:nvSpPr>
          <p:spPr>
            <a:xfrm>
              <a:off x="7064499" y="2064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5" name="pt25675"/>
            <p:cNvSpPr/>
            <p:nvPr/>
          </p:nvSpPr>
          <p:spPr>
            <a:xfrm>
              <a:off x="7223955" y="201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6" name="pt25676"/>
            <p:cNvSpPr/>
            <p:nvPr/>
          </p:nvSpPr>
          <p:spPr>
            <a:xfrm>
              <a:off x="6848338" y="2146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7" name="pt25677"/>
            <p:cNvSpPr/>
            <p:nvPr/>
          </p:nvSpPr>
          <p:spPr>
            <a:xfrm>
              <a:off x="7081114" y="2160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8" name="pt25678"/>
            <p:cNvSpPr/>
            <p:nvPr/>
          </p:nvSpPr>
          <p:spPr>
            <a:xfrm>
              <a:off x="7597150" y="2713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9" name="pt25679"/>
            <p:cNvSpPr/>
            <p:nvPr/>
          </p:nvSpPr>
          <p:spPr>
            <a:xfrm>
              <a:off x="6971821" y="1738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0" name="pt25680"/>
            <p:cNvSpPr/>
            <p:nvPr/>
          </p:nvSpPr>
          <p:spPr>
            <a:xfrm>
              <a:off x="7001393" y="2032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1" name="pt25681"/>
            <p:cNvSpPr/>
            <p:nvPr/>
          </p:nvSpPr>
          <p:spPr>
            <a:xfrm>
              <a:off x="6967702" y="1808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2" name="pt25682"/>
            <p:cNvSpPr/>
            <p:nvPr/>
          </p:nvSpPr>
          <p:spPr>
            <a:xfrm>
              <a:off x="7419324" y="2400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3" name="pt25683"/>
            <p:cNvSpPr/>
            <p:nvPr/>
          </p:nvSpPr>
          <p:spPr>
            <a:xfrm>
              <a:off x="7335811" y="2283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4" name="pt25684"/>
            <p:cNvSpPr/>
            <p:nvPr/>
          </p:nvSpPr>
          <p:spPr>
            <a:xfrm>
              <a:off x="7399810" y="2774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5" name="pt25685"/>
            <p:cNvSpPr/>
            <p:nvPr/>
          </p:nvSpPr>
          <p:spPr>
            <a:xfrm>
              <a:off x="7319712" y="2496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6" name="pt25686"/>
            <p:cNvSpPr/>
            <p:nvPr/>
          </p:nvSpPr>
          <p:spPr>
            <a:xfrm>
              <a:off x="6978230" y="2205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7" name="pt25687"/>
            <p:cNvSpPr/>
            <p:nvPr/>
          </p:nvSpPr>
          <p:spPr>
            <a:xfrm>
              <a:off x="7140714" y="2040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8" name="pt25688"/>
            <p:cNvSpPr/>
            <p:nvPr/>
          </p:nvSpPr>
          <p:spPr>
            <a:xfrm>
              <a:off x="7054989" y="2118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9" name="pt25689"/>
            <p:cNvSpPr/>
            <p:nvPr/>
          </p:nvSpPr>
          <p:spPr>
            <a:xfrm>
              <a:off x="7082850" y="2148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0" name="pt25690"/>
            <p:cNvSpPr/>
            <p:nvPr/>
          </p:nvSpPr>
          <p:spPr>
            <a:xfrm>
              <a:off x="6968034" y="1983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1" name="pt25691"/>
            <p:cNvSpPr/>
            <p:nvPr/>
          </p:nvSpPr>
          <p:spPr>
            <a:xfrm>
              <a:off x="6806830" y="2234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2" name="pt25692"/>
            <p:cNvSpPr/>
            <p:nvPr/>
          </p:nvSpPr>
          <p:spPr>
            <a:xfrm>
              <a:off x="7064313" y="214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3" name="pt25693"/>
            <p:cNvSpPr/>
            <p:nvPr/>
          </p:nvSpPr>
          <p:spPr>
            <a:xfrm>
              <a:off x="6946090" y="1862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4" name="pt25694"/>
            <p:cNvSpPr/>
            <p:nvPr/>
          </p:nvSpPr>
          <p:spPr>
            <a:xfrm>
              <a:off x="6992230" y="2312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5" name="pt25695"/>
            <p:cNvSpPr/>
            <p:nvPr/>
          </p:nvSpPr>
          <p:spPr>
            <a:xfrm>
              <a:off x="7144073" y="1983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6" name="pt25696"/>
            <p:cNvSpPr/>
            <p:nvPr/>
          </p:nvSpPr>
          <p:spPr>
            <a:xfrm>
              <a:off x="6850748" y="2269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7" name="pt25697"/>
            <p:cNvSpPr/>
            <p:nvPr/>
          </p:nvSpPr>
          <p:spPr>
            <a:xfrm>
              <a:off x="7103411" y="2132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8" name="pt25698"/>
            <p:cNvSpPr/>
            <p:nvPr/>
          </p:nvSpPr>
          <p:spPr>
            <a:xfrm>
              <a:off x="7106614" y="2169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9" name="pt25699"/>
            <p:cNvSpPr/>
            <p:nvPr/>
          </p:nvSpPr>
          <p:spPr>
            <a:xfrm>
              <a:off x="6978582" y="2150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0" name="pt25700"/>
            <p:cNvSpPr/>
            <p:nvPr/>
          </p:nvSpPr>
          <p:spPr>
            <a:xfrm>
              <a:off x="7144673" y="2023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1" name="pt25701"/>
            <p:cNvSpPr/>
            <p:nvPr/>
          </p:nvSpPr>
          <p:spPr>
            <a:xfrm>
              <a:off x="7224420" y="1825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2" name="pt25702"/>
            <p:cNvSpPr/>
            <p:nvPr/>
          </p:nvSpPr>
          <p:spPr>
            <a:xfrm>
              <a:off x="6983648" y="2022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3" name="pt25703"/>
            <p:cNvSpPr/>
            <p:nvPr/>
          </p:nvSpPr>
          <p:spPr>
            <a:xfrm>
              <a:off x="6959149" y="2009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4" name="pt25704"/>
            <p:cNvSpPr/>
            <p:nvPr/>
          </p:nvSpPr>
          <p:spPr>
            <a:xfrm>
              <a:off x="6821670" y="1743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5" name="pt25705"/>
            <p:cNvSpPr/>
            <p:nvPr/>
          </p:nvSpPr>
          <p:spPr>
            <a:xfrm>
              <a:off x="7101921" y="221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6" name="pt25706"/>
            <p:cNvSpPr/>
            <p:nvPr/>
          </p:nvSpPr>
          <p:spPr>
            <a:xfrm>
              <a:off x="7059057" y="2116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7" name="pt25707"/>
            <p:cNvSpPr/>
            <p:nvPr/>
          </p:nvSpPr>
          <p:spPr>
            <a:xfrm>
              <a:off x="7046988" y="2172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8" name="pt25708"/>
            <p:cNvSpPr/>
            <p:nvPr/>
          </p:nvSpPr>
          <p:spPr>
            <a:xfrm>
              <a:off x="7093715" y="2284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9" name="pt25709"/>
            <p:cNvSpPr/>
            <p:nvPr/>
          </p:nvSpPr>
          <p:spPr>
            <a:xfrm>
              <a:off x="6803679" y="2112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0" name="pt25710"/>
            <p:cNvSpPr/>
            <p:nvPr/>
          </p:nvSpPr>
          <p:spPr>
            <a:xfrm>
              <a:off x="7253535" y="1977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1" name="pt25711"/>
            <p:cNvSpPr/>
            <p:nvPr/>
          </p:nvSpPr>
          <p:spPr>
            <a:xfrm>
              <a:off x="7157623" y="228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2" name="pt25712"/>
            <p:cNvSpPr/>
            <p:nvPr/>
          </p:nvSpPr>
          <p:spPr>
            <a:xfrm>
              <a:off x="7221743" y="2231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3" name="pt25713"/>
            <p:cNvSpPr/>
            <p:nvPr/>
          </p:nvSpPr>
          <p:spPr>
            <a:xfrm>
              <a:off x="7130031" y="2089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4" name="pt25714"/>
            <p:cNvSpPr/>
            <p:nvPr/>
          </p:nvSpPr>
          <p:spPr>
            <a:xfrm>
              <a:off x="7210982" y="2089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5" name="pt25715"/>
            <p:cNvSpPr/>
            <p:nvPr/>
          </p:nvSpPr>
          <p:spPr>
            <a:xfrm>
              <a:off x="7092971" y="2292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6" name="pt25716"/>
            <p:cNvSpPr/>
            <p:nvPr/>
          </p:nvSpPr>
          <p:spPr>
            <a:xfrm>
              <a:off x="6984940" y="2259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7" name="pt25717"/>
            <p:cNvSpPr/>
            <p:nvPr/>
          </p:nvSpPr>
          <p:spPr>
            <a:xfrm>
              <a:off x="7146742" y="2042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8" name="pt25718"/>
            <p:cNvSpPr/>
            <p:nvPr/>
          </p:nvSpPr>
          <p:spPr>
            <a:xfrm>
              <a:off x="7290537" y="209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9" name="pt25719"/>
            <p:cNvSpPr/>
            <p:nvPr/>
          </p:nvSpPr>
          <p:spPr>
            <a:xfrm>
              <a:off x="7185284" y="1948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0" name="pt25720"/>
            <p:cNvSpPr/>
            <p:nvPr/>
          </p:nvSpPr>
          <p:spPr>
            <a:xfrm>
              <a:off x="6999319" y="222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1" name="pt25721"/>
            <p:cNvSpPr/>
            <p:nvPr/>
          </p:nvSpPr>
          <p:spPr>
            <a:xfrm>
              <a:off x="6611149" y="1688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2" name="pt25722"/>
            <p:cNvSpPr/>
            <p:nvPr/>
          </p:nvSpPr>
          <p:spPr>
            <a:xfrm>
              <a:off x="6949467" y="1952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3" name="pt25723"/>
            <p:cNvSpPr/>
            <p:nvPr/>
          </p:nvSpPr>
          <p:spPr>
            <a:xfrm>
              <a:off x="7047220" y="2214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4" name="pt25724"/>
            <p:cNvSpPr/>
            <p:nvPr/>
          </p:nvSpPr>
          <p:spPr>
            <a:xfrm>
              <a:off x="6876674" y="2201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5" name="pt25725"/>
            <p:cNvSpPr/>
            <p:nvPr/>
          </p:nvSpPr>
          <p:spPr>
            <a:xfrm>
              <a:off x="6846070" y="1771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6" name="pt25726"/>
            <p:cNvSpPr/>
            <p:nvPr/>
          </p:nvSpPr>
          <p:spPr>
            <a:xfrm>
              <a:off x="6917714" y="2023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7" name="pt25727"/>
            <p:cNvSpPr/>
            <p:nvPr/>
          </p:nvSpPr>
          <p:spPr>
            <a:xfrm>
              <a:off x="6897659" y="2119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8" name="pt25728"/>
            <p:cNvSpPr/>
            <p:nvPr/>
          </p:nvSpPr>
          <p:spPr>
            <a:xfrm>
              <a:off x="7065783" y="2058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9" name="pt25729"/>
            <p:cNvSpPr/>
            <p:nvPr/>
          </p:nvSpPr>
          <p:spPr>
            <a:xfrm>
              <a:off x="7074502" y="2087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0" name="pt25730"/>
            <p:cNvSpPr/>
            <p:nvPr/>
          </p:nvSpPr>
          <p:spPr>
            <a:xfrm>
              <a:off x="7031101" y="2033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1" name="pt25731"/>
            <p:cNvSpPr/>
            <p:nvPr/>
          </p:nvSpPr>
          <p:spPr>
            <a:xfrm>
              <a:off x="6746034" y="2516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2" name="pt25732"/>
            <p:cNvSpPr/>
            <p:nvPr/>
          </p:nvSpPr>
          <p:spPr>
            <a:xfrm>
              <a:off x="6949647" y="2153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3" name="pt25733"/>
            <p:cNvSpPr/>
            <p:nvPr/>
          </p:nvSpPr>
          <p:spPr>
            <a:xfrm>
              <a:off x="7134219" y="207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4" name="pt25734"/>
            <p:cNvSpPr/>
            <p:nvPr/>
          </p:nvSpPr>
          <p:spPr>
            <a:xfrm>
              <a:off x="6977344" y="2130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5" name="pt25735"/>
            <p:cNvSpPr/>
            <p:nvPr/>
          </p:nvSpPr>
          <p:spPr>
            <a:xfrm>
              <a:off x="7336093" y="1863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6" name="pt25736"/>
            <p:cNvSpPr/>
            <p:nvPr/>
          </p:nvSpPr>
          <p:spPr>
            <a:xfrm>
              <a:off x="7492507" y="2615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7" name="pt25737"/>
            <p:cNvSpPr/>
            <p:nvPr/>
          </p:nvSpPr>
          <p:spPr>
            <a:xfrm>
              <a:off x="7063142" y="2148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8" name="pt25738"/>
            <p:cNvSpPr/>
            <p:nvPr/>
          </p:nvSpPr>
          <p:spPr>
            <a:xfrm>
              <a:off x="6922519" y="196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9" name="pt25739"/>
            <p:cNvSpPr/>
            <p:nvPr/>
          </p:nvSpPr>
          <p:spPr>
            <a:xfrm>
              <a:off x="7358868" y="2791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0" name="pt25740"/>
            <p:cNvSpPr/>
            <p:nvPr/>
          </p:nvSpPr>
          <p:spPr>
            <a:xfrm>
              <a:off x="7150633" y="2111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1" name="pt25741"/>
            <p:cNvSpPr/>
            <p:nvPr/>
          </p:nvSpPr>
          <p:spPr>
            <a:xfrm>
              <a:off x="7178312" y="2039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2" name="pt25742"/>
            <p:cNvSpPr/>
            <p:nvPr/>
          </p:nvSpPr>
          <p:spPr>
            <a:xfrm>
              <a:off x="7155838" y="2204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3" name="pt25743"/>
            <p:cNvSpPr/>
            <p:nvPr/>
          </p:nvSpPr>
          <p:spPr>
            <a:xfrm>
              <a:off x="6995143" y="2317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4" name="pt25744"/>
            <p:cNvSpPr/>
            <p:nvPr/>
          </p:nvSpPr>
          <p:spPr>
            <a:xfrm>
              <a:off x="7049982" y="2163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5" name="pt25745"/>
            <p:cNvSpPr/>
            <p:nvPr/>
          </p:nvSpPr>
          <p:spPr>
            <a:xfrm>
              <a:off x="6930739" y="179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6" name="pt25746"/>
            <p:cNvSpPr/>
            <p:nvPr/>
          </p:nvSpPr>
          <p:spPr>
            <a:xfrm>
              <a:off x="7380299" y="2517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7" name="pt25747"/>
            <p:cNvSpPr/>
            <p:nvPr/>
          </p:nvSpPr>
          <p:spPr>
            <a:xfrm>
              <a:off x="7097281" y="2362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8" name="pt25748"/>
            <p:cNvSpPr/>
            <p:nvPr/>
          </p:nvSpPr>
          <p:spPr>
            <a:xfrm>
              <a:off x="7109453" y="2082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9" name="pt25749"/>
            <p:cNvSpPr/>
            <p:nvPr/>
          </p:nvSpPr>
          <p:spPr>
            <a:xfrm>
              <a:off x="6949028" y="1824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0" name="pt25750"/>
            <p:cNvSpPr/>
            <p:nvPr/>
          </p:nvSpPr>
          <p:spPr>
            <a:xfrm>
              <a:off x="6872422" y="2179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1" name="pt25751"/>
            <p:cNvSpPr/>
            <p:nvPr/>
          </p:nvSpPr>
          <p:spPr>
            <a:xfrm>
              <a:off x="7222491" y="2036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2" name="pt25752"/>
            <p:cNvSpPr/>
            <p:nvPr/>
          </p:nvSpPr>
          <p:spPr>
            <a:xfrm>
              <a:off x="7087478" y="2241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3" name="pt25753"/>
            <p:cNvSpPr/>
            <p:nvPr/>
          </p:nvSpPr>
          <p:spPr>
            <a:xfrm>
              <a:off x="6768146" y="1873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4" name="pt25754"/>
            <p:cNvSpPr/>
            <p:nvPr/>
          </p:nvSpPr>
          <p:spPr>
            <a:xfrm>
              <a:off x="7267671" y="1883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5" name="pt25755"/>
            <p:cNvSpPr/>
            <p:nvPr/>
          </p:nvSpPr>
          <p:spPr>
            <a:xfrm>
              <a:off x="7099128" y="2238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6" name="pt25756"/>
            <p:cNvSpPr/>
            <p:nvPr/>
          </p:nvSpPr>
          <p:spPr>
            <a:xfrm>
              <a:off x="7043465" y="2199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7" name="pt25757"/>
            <p:cNvSpPr/>
            <p:nvPr/>
          </p:nvSpPr>
          <p:spPr>
            <a:xfrm>
              <a:off x="7311227" y="2217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8" name="pt25758"/>
            <p:cNvSpPr/>
            <p:nvPr/>
          </p:nvSpPr>
          <p:spPr>
            <a:xfrm>
              <a:off x="7117846" y="1984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9" name="pt25759"/>
            <p:cNvSpPr/>
            <p:nvPr/>
          </p:nvSpPr>
          <p:spPr>
            <a:xfrm>
              <a:off x="7094496" y="2315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0" name="pt25760"/>
            <p:cNvSpPr/>
            <p:nvPr/>
          </p:nvSpPr>
          <p:spPr>
            <a:xfrm>
              <a:off x="7291070" y="2056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1" name="pt25761"/>
            <p:cNvSpPr/>
            <p:nvPr/>
          </p:nvSpPr>
          <p:spPr>
            <a:xfrm>
              <a:off x="7060420" y="2226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2" name="pt25762"/>
            <p:cNvSpPr/>
            <p:nvPr/>
          </p:nvSpPr>
          <p:spPr>
            <a:xfrm>
              <a:off x="7127346" y="2130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3" name="pt25763"/>
            <p:cNvSpPr/>
            <p:nvPr/>
          </p:nvSpPr>
          <p:spPr>
            <a:xfrm>
              <a:off x="7070460" y="2151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4" name="pt25764"/>
            <p:cNvSpPr/>
            <p:nvPr/>
          </p:nvSpPr>
          <p:spPr>
            <a:xfrm>
              <a:off x="7149114" y="2108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5" name="pt25765"/>
            <p:cNvSpPr/>
            <p:nvPr/>
          </p:nvSpPr>
          <p:spPr>
            <a:xfrm>
              <a:off x="7142692" y="2006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6" name="pt25766"/>
            <p:cNvSpPr/>
            <p:nvPr/>
          </p:nvSpPr>
          <p:spPr>
            <a:xfrm>
              <a:off x="6812487" y="2231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7" name="pt25767"/>
            <p:cNvSpPr/>
            <p:nvPr/>
          </p:nvSpPr>
          <p:spPr>
            <a:xfrm>
              <a:off x="7059816" y="2149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8" name="pt25768"/>
            <p:cNvSpPr/>
            <p:nvPr/>
          </p:nvSpPr>
          <p:spPr>
            <a:xfrm>
              <a:off x="7382508" y="2324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9" name="pt25769"/>
            <p:cNvSpPr/>
            <p:nvPr/>
          </p:nvSpPr>
          <p:spPr>
            <a:xfrm>
              <a:off x="6951315" y="1900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0" name="pt25770"/>
            <p:cNvSpPr/>
            <p:nvPr/>
          </p:nvSpPr>
          <p:spPr>
            <a:xfrm>
              <a:off x="7128965" y="2168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1" name="pt25771"/>
            <p:cNvSpPr/>
            <p:nvPr/>
          </p:nvSpPr>
          <p:spPr>
            <a:xfrm>
              <a:off x="6916987" y="1907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2" name="pt25772"/>
            <p:cNvSpPr/>
            <p:nvPr/>
          </p:nvSpPr>
          <p:spPr>
            <a:xfrm>
              <a:off x="6936132" y="1945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3" name="pt25773"/>
            <p:cNvSpPr/>
            <p:nvPr/>
          </p:nvSpPr>
          <p:spPr>
            <a:xfrm>
              <a:off x="6841898" y="2002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4" name="pt25774"/>
            <p:cNvSpPr/>
            <p:nvPr/>
          </p:nvSpPr>
          <p:spPr>
            <a:xfrm>
              <a:off x="7121464" y="1977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5" name="pt25775"/>
            <p:cNvSpPr/>
            <p:nvPr/>
          </p:nvSpPr>
          <p:spPr>
            <a:xfrm>
              <a:off x="7077935" y="2082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6" name="pt25776"/>
            <p:cNvSpPr/>
            <p:nvPr/>
          </p:nvSpPr>
          <p:spPr>
            <a:xfrm>
              <a:off x="7163736" y="2191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7" name="pt25777"/>
            <p:cNvSpPr/>
            <p:nvPr/>
          </p:nvSpPr>
          <p:spPr>
            <a:xfrm>
              <a:off x="7270767" y="1956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8" name="pt25778"/>
            <p:cNvSpPr/>
            <p:nvPr/>
          </p:nvSpPr>
          <p:spPr>
            <a:xfrm>
              <a:off x="7130277" y="2140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9" name="pt25779"/>
            <p:cNvSpPr/>
            <p:nvPr/>
          </p:nvSpPr>
          <p:spPr>
            <a:xfrm>
              <a:off x="6884552" y="2162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0" name="pt25780"/>
            <p:cNvSpPr/>
            <p:nvPr/>
          </p:nvSpPr>
          <p:spPr>
            <a:xfrm>
              <a:off x="7424690" y="2459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1" name="pt25781"/>
            <p:cNvSpPr/>
            <p:nvPr/>
          </p:nvSpPr>
          <p:spPr>
            <a:xfrm>
              <a:off x="7039743" y="2222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2" name="pt25782"/>
            <p:cNvSpPr/>
            <p:nvPr/>
          </p:nvSpPr>
          <p:spPr>
            <a:xfrm>
              <a:off x="7097977" y="2263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3" name="pt25783"/>
            <p:cNvSpPr/>
            <p:nvPr/>
          </p:nvSpPr>
          <p:spPr>
            <a:xfrm>
              <a:off x="6817734" y="2079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4" name="pt25784"/>
            <p:cNvSpPr/>
            <p:nvPr/>
          </p:nvSpPr>
          <p:spPr>
            <a:xfrm>
              <a:off x="7660670" y="2300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5" name="pt25785"/>
            <p:cNvSpPr/>
            <p:nvPr/>
          </p:nvSpPr>
          <p:spPr>
            <a:xfrm>
              <a:off x="7160728" y="2088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6" name="pt25786"/>
            <p:cNvSpPr/>
            <p:nvPr/>
          </p:nvSpPr>
          <p:spPr>
            <a:xfrm>
              <a:off x="7234725" y="2002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7" name="pt25787"/>
            <p:cNvSpPr/>
            <p:nvPr/>
          </p:nvSpPr>
          <p:spPr>
            <a:xfrm>
              <a:off x="6840539" y="193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8" name="pt25788"/>
            <p:cNvSpPr/>
            <p:nvPr/>
          </p:nvSpPr>
          <p:spPr>
            <a:xfrm>
              <a:off x="7035719" y="2202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9" name="pt25789"/>
            <p:cNvSpPr/>
            <p:nvPr/>
          </p:nvSpPr>
          <p:spPr>
            <a:xfrm>
              <a:off x="7192394" y="2256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0" name="pt25790"/>
            <p:cNvSpPr/>
            <p:nvPr/>
          </p:nvSpPr>
          <p:spPr>
            <a:xfrm>
              <a:off x="7104413" y="2141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1" name="pt25791"/>
            <p:cNvSpPr/>
            <p:nvPr/>
          </p:nvSpPr>
          <p:spPr>
            <a:xfrm>
              <a:off x="7223239" y="2078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2" name="pt25792"/>
            <p:cNvSpPr/>
            <p:nvPr/>
          </p:nvSpPr>
          <p:spPr>
            <a:xfrm>
              <a:off x="6931413" y="1846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3" name="pt25793"/>
            <p:cNvSpPr/>
            <p:nvPr/>
          </p:nvSpPr>
          <p:spPr>
            <a:xfrm>
              <a:off x="7034561" y="2204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4" name="pt25794"/>
            <p:cNvSpPr/>
            <p:nvPr/>
          </p:nvSpPr>
          <p:spPr>
            <a:xfrm>
              <a:off x="7009590" y="2066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5" name="pt25795"/>
            <p:cNvSpPr/>
            <p:nvPr/>
          </p:nvSpPr>
          <p:spPr>
            <a:xfrm>
              <a:off x="7011180" y="2143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6" name="pt25796"/>
            <p:cNvSpPr/>
            <p:nvPr/>
          </p:nvSpPr>
          <p:spPr>
            <a:xfrm>
              <a:off x="7174660" y="2022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7" name="pt25797"/>
            <p:cNvSpPr/>
            <p:nvPr/>
          </p:nvSpPr>
          <p:spPr>
            <a:xfrm>
              <a:off x="7141815" y="1986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8" name="pt25798"/>
            <p:cNvSpPr/>
            <p:nvPr/>
          </p:nvSpPr>
          <p:spPr>
            <a:xfrm>
              <a:off x="7038993" y="2209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9" name="pt25799"/>
            <p:cNvSpPr/>
            <p:nvPr/>
          </p:nvSpPr>
          <p:spPr>
            <a:xfrm>
              <a:off x="7120002" y="1960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0" name="pt25800"/>
            <p:cNvSpPr/>
            <p:nvPr/>
          </p:nvSpPr>
          <p:spPr>
            <a:xfrm>
              <a:off x="7042560" y="2256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1" name="pt25801"/>
            <p:cNvSpPr/>
            <p:nvPr/>
          </p:nvSpPr>
          <p:spPr>
            <a:xfrm>
              <a:off x="7058683" y="2069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2" name="pt25802"/>
            <p:cNvSpPr/>
            <p:nvPr/>
          </p:nvSpPr>
          <p:spPr>
            <a:xfrm>
              <a:off x="6881762" y="1862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3" name="pt25803"/>
            <p:cNvSpPr/>
            <p:nvPr/>
          </p:nvSpPr>
          <p:spPr>
            <a:xfrm>
              <a:off x="7257709" y="2031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4" name="pt25804"/>
            <p:cNvSpPr/>
            <p:nvPr/>
          </p:nvSpPr>
          <p:spPr>
            <a:xfrm>
              <a:off x="7091323" y="2204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5" name="pt25805"/>
            <p:cNvSpPr/>
            <p:nvPr/>
          </p:nvSpPr>
          <p:spPr>
            <a:xfrm>
              <a:off x="7034868" y="2151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6" name="pt25806"/>
            <p:cNvSpPr/>
            <p:nvPr/>
          </p:nvSpPr>
          <p:spPr>
            <a:xfrm>
              <a:off x="7166557" y="2036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7" name="pt25807"/>
            <p:cNvSpPr/>
            <p:nvPr/>
          </p:nvSpPr>
          <p:spPr>
            <a:xfrm>
              <a:off x="6830676" y="2017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8" name="pt25808"/>
            <p:cNvSpPr/>
            <p:nvPr/>
          </p:nvSpPr>
          <p:spPr>
            <a:xfrm>
              <a:off x="7115931" y="1882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9" name="pt25809"/>
            <p:cNvSpPr/>
            <p:nvPr/>
          </p:nvSpPr>
          <p:spPr>
            <a:xfrm>
              <a:off x="7233401" y="2041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0" name="pt25810"/>
            <p:cNvSpPr/>
            <p:nvPr/>
          </p:nvSpPr>
          <p:spPr>
            <a:xfrm>
              <a:off x="6890120" y="2213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1" name="pt25811"/>
            <p:cNvSpPr/>
            <p:nvPr/>
          </p:nvSpPr>
          <p:spPr>
            <a:xfrm>
              <a:off x="7177058" y="2111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2" name="pt25812"/>
            <p:cNvSpPr/>
            <p:nvPr/>
          </p:nvSpPr>
          <p:spPr>
            <a:xfrm>
              <a:off x="7270881" y="1981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3" name="pt25813"/>
            <p:cNvSpPr/>
            <p:nvPr/>
          </p:nvSpPr>
          <p:spPr>
            <a:xfrm>
              <a:off x="7078488" y="2097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4" name="pt25814"/>
            <p:cNvSpPr/>
            <p:nvPr/>
          </p:nvSpPr>
          <p:spPr>
            <a:xfrm>
              <a:off x="7156599" y="2192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5" name="pt25815"/>
            <p:cNvSpPr/>
            <p:nvPr/>
          </p:nvSpPr>
          <p:spPr>
            <a:xfrm>
              <a:off x="6924266" y="2022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6" name="pt25816"/>
            <p:cNvSpPr/>
            <p:nvPr/>
          </p:nvSpPr>
          <p:spPr>
            <a:xfrm>
              <a:off x="7195222" y="1959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7" name="pt25817"/>
            <p:cNvSpPr/>
            <p:nvPr/>
          </p:nvSpPr>
          <p:spPr>
            <a:xfrm>
              <a:off x="6978718" y="2192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8" name="pt25818"/>
            <p:cNvSpPr/>
            <p:nvPr/>
          </p:nvSpPr>
          <p:spPr>
            <a:xfrm>
              <a:off x="7131844" y="2132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9" name="pt25819"/>
            <p:cNvSpPr/>
            <p:nvPr/>
          </p:nvSpPr>
          <p:spPr>
            <a:xfrm>
              <a:off x="6659084" y="1782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0" name="pt25820"/>
            <p:cNvSpPr/>
            <p:nvPr/>
          </p:nvSpPr>
          <p:spPr>
            <a:xfrm>
              <a:off x="6960968" y="2038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1" name="pt25821"/>
            <p:cNvSpPr/>
            <p:nvPr/>
          </p:nvSpPr>
          <p:spPr>
            <a:xfrm>
              <a:off x="7086480" y="2205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2" name="pt25822"/>
            <p:cNvSpPr/>
            <p:nvPr/>
          </p:nvSpPr>
          <p:spPr>
            <a:xfrm>
              <a:off x="6671849" y="1837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3" name="pt25823"/>
            <p:cNvSpPr/>
            <p:nvPr/>
          </p:nvSpPr>
          <p:spPr>
            <a:xfrm>
              <a:off x="6937400" y="2105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4" name="pt25824"/>
            <p:cNvSpPr/>
            <p:nvPr/>
          </p:nvSpPr>
          <p:spPr>
            <a:xfrm>
              <a:off x="7123089" y="2087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5" name="pt25825"/>
            <p:cNvSpPr/>
            <p:nvPr/>
          </p:nvSpPr>
          <p:spPr>
            <a:xfrm>
              <a:off x="6862322" y="2213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6" name="pt25826"/>
            <p:cNvSpPr/>
            <p:nvPr/>
          </p:nvSpPr>
          <p:spPr>
            <a:xfrm>
              <a:off x="7103536" y="2143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7" name="pt25827"/>
            <p:cNvSpPr/>
            <p:nvPr/>
          </p:nvSpPr>
          <p:spPr>
            <a:xfrm>
              <a:off x="7443068" y="2467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8" name="pt25828"/>
            <p:cNvSpPr/>
            <p:nvPr/>
          </p:nvSpPr>
          <p:spPr>
            <a:xfrm>
              <a:off x="7297185" y="2220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9" name="pt25829"/>
            <p:cNvSpPr/>
            <p:nvPr/>
          </p:nvSpPr>
          <p:spPr>
            <a:xfrm>
              <a:off x="7243897" y="1961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0" name="pt25830"/>
            <p:cNvSpPr/>
            <p:nvPr/>
          </p:nvSpPr>
          <p:spPr>
            <a:xfrm>
              <a:off x="7230873" y="2156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1" name="pt25831"/>
            <p:cNvSpPr/>
            <p:nvPr/>
          </p:nvSpPr>
          <p:spPr>
            <a:xfrm>
              <a:off x="7184954" y="1926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2" name="pt25832"/>
            <p:cNvSpPr/>
            <p:nvPr/>
          </p:nvSpPr>
          <p:spPr>
            <a:xfrm>
              <a:off x="7074231" y="2127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3" name="pt25833"/>
            <p:cNvSpPr/>
            <p:nvPr/>
          </p:nvSpPr>
          <p:spPr>
            <a:xfrm>
              <a:off x="7701333" y="2237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4" name="pt25834"/>
            <p:cNvSpPr/>
            <p:nvPr/>
          </p:nvSpPr>
          <p:spPr>
            <a:xfrm>
              <a:off x="6742105" y="2242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5" name="pt25835"/>
            <p:cNvSpPr/>
            <p:nvPr/>
          </p:nvSpPr>
          <p:spPr>
            <a:xfrm>
              <a:off x="7186815" y="1614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6" name="pt25836"/>
            <p:cNvSpPr/>
            <p:nvPr/>
          </p:nvSpPr>
          <p:spPr>
            <a:xfrm>
              <a:off x="7319397" y="2656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7" name="pt25837"/>
            <p:cNvSpPr/>
            <p:nvPr/>
          </p:nvSpPr>
          <p:spPr>
            <a:xfrm>
              <a:off x="7584375" y="2348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8" name="pt25838"/>
            <p:cNvSpPr/>
            <p:nvPr/>
          </p:nvSpPr>
          <p:spPr>
            <a:xfrm>
              <a:off x="6493039" y="2168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9" name="pt25839"/>
            <p:cNvSpPr/>
            <p:nvPr/>
          </p:nvSpPr>
          <p:spPr>
            <a:xfrm>
              <a:off x="6875442" y="1972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0" name="pt25840"/>
            <p:cNvSpPr/>
            <p:nvPr/>
          </p:nvSpPr>
          <p:spPr>
            <a:xfrm>
              <a:off x="6850731" y="2086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1" name="pt25841"/>
            <p:cNvSpPr/>
            <p:nvPr/>
          </p:nvSpPr>
          <p:spPr>
            <a:xfrm>
              <a:off x="6793014" y="2428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2" name="pt25842"/>
            <p:cNvSpPr/>
            <p:nvPr/>
          </p:nvSpPr>
          <p:spPr>
            <a:xfrm>
              <a:off x="6522824" y="2278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3" name="pt25843"/>
            <p:cNvSpPr/>
            <p:nvPr/>
          </p:nvSpPr>
          <p:spPr>
            <a:xfrm>
              <a:off x="7171210" y="2119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4" name="pt25844"/>
            <p:cNvSpPr/>
            <p:nvPr/>
          </p:nvSpPr>
          <p:spPr>
            <a:xfrm>
              <a:off x="7199982" y="2124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5" name="pt25845"/>
            <p:cNvSpPr/>
            <p:nvPr/>
          </p:nvSpPr>
          <p:spPr>
            <a:xfrm>
              <a:off x="7025419" y="2093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6" name="pt25846"/>
            <p:cNvSpPr/>
            <p:nvPr/>
          </p:nvSpPr>
          <p:spPr>
            <a:xfrm>
              <a:off x="7078705" y="2160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7" name="pt25847"/>
            <p:cNvSpPr/>
            <p:nvPr/>
          </p:nvSpPr>
          <p:spPr>
            <a:xfrm>
              <a:off x="7105651" y="2098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8" name="pt25848"/>
            <p:cNvSpPr/>
            <p:nvPr/>
          </p:nvSpPr>
          <p:spPr>
            <a:xfrm>
              <a:off x="7170160" y="2273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9" name="pt25849"/>
            <p:cNvSpPr/>
            <p:nvPr/>
          </p:nvSpPr>
          <p:spPr>
            <a:xfrm>
              <a:off x="7104685" y="2090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0" name="pt25850"/>
            <p:cNvSpPr/>
            <p:nvPr/>
          </p:nvSpPr>
          <p:spPr>
            <a:xfrm>
              <a:off x="7013594" y="2090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1" name="pt25851"/>
            <p:cNvSpPr/>
            <p:nvPr/>
          </p:nvSpPr>
          <p:spPr>
            <a:xfrm>
              <a:off x="7141940" y="2088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2" name="pt25852"/>
            <p:cNvSpPr/>
            <p:nvPr/>
          </p:nvSpPr>
          <p:spPr>
            <a:xfrm>
              <a:off x="7135819" y="2069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3" name="pt25853"/>
            <p:cNvSpPr/>
            <p:nvPr/>
          </p:nvSpPr>
          <p:spPr>
            <a:xfrm>
              <a:off x="6904164" y="1948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4" name="pt25854"/>
            <p:cNvSpPr/>
            <p:nvPr/>
          </p:nvSpPr>
          <p:spPr>
            <a:xfrm>
              <a:off x="7111714" y="2089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5" name="pt25855"/>
            <p:cNvSpPr/>
            <p:nvPr/>
          </p:nvSpPr>
          <p:spPr>
            <a:xfrm>
              <a:off x="7311052" y="2231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6" name="pt25856"/>
            <p:cNvSpPr/>
            <p:nvPr/>
          </p:nvSpPr>
          <p:spPr>
            <a:xfrm>
              <a:off x="7209621" y="2096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7" name="pt25857"/>
            <p:cNvSpPr/>
            <p:nvPr/>
          </p:nvSpPr>
          <p:spPr>
            <a:xfrm>
              <a:off x="7164269" y="2222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8" name="pt25858"/>
            <p:cNvSpPr/>
            <p:nvPr/>
          </p:nvSpPr>
          <p:spPr>
            <a:xfrm>
              <a:off x="7324685" y="2017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9" name="pt25859"/>
            <p:cNvSpPr/>
            <p:nvPr/>
          </p:nvSpPr>
          <p:spPr>
            <a:xfrm>
              <a:off x="6984155" y="2187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0" name="pt25860"/>
            <p:cNvSpPr/>
            <p:nvPr/>
          </p:nvSpPr>
          <p:spPr>
            <a:xfrm>
              <a:off x="7440692" y="2560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1" name="pt25861"/>
            <p:cNvSpPr/>
            <p:nvPr/>
          </p:nvSpPr>
          <p:spPr>
            <a:xfrm>
              <a:off x="7384024" y="2399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2" name="pt25862"/>
            <p:cNvSpPr/>
            <p:nvPr/>
          </p:nvSpPr>
          <p:spPr>
            <a:xfrm>
              <a:off x="7370336" y="2402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3" name="pt25863"/>
            <p:cNvSpPr/>
            <p:nvPr/>
          </p:nvSpPr>
          <p:spPr>
            <a:xfrm>
              <a:off x="6998177" y="2210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4" name="pt25864"/>
            <p:cNvSpPr/>
            <p:nvPr/>
          </p:nvSpPr>
          <p:spPr>
            <a:xfrm>
              <a:off x="7170547" y="204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5" name="pt25865"/>
            <p:cNvSpPr/>
            <p:nvPr/>
          </p:nvSpPr>
          <p:spPr>
            <a:xfrm>
              <a:off x="7113361" y="1934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6" name="pt25866"/>
            <p:cNvSpPr/>
            <p:nvPr/>
          </p:nvSpPr>
          <p:spPr>
            <a:xfrm>
              <a:off x="7164871" y="2119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7" name="pt25867"/>
            <p:cNvSpPr/>
            <p:nvPr/>
          </p:nvSpPr>
          <p:spPr>
            <a:xfrm>
              <a:off x="7045554" y="2105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8" name="pt25868"/>
            <p:cNvSpPr/>
            <p:nvPr/>
          </p:nvSpPr>
          <p:spPr>
            <a:xfrm>
              <a:off x="6576520" y="1761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9" name="pt25869"/>
            <p:cNvSpPr/>
            <p:nvPr/>
          </p:nvSpPr>
          <p:spPr>
            <a:xfrm>
              <a:off x="7036546" y="2193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0" name="pt25870"/>
            <p:cNvSpPr/>
            <p:nvPr/>
          </p:nvSpPr>
          <p:spPr>
            <a:xfrm>
              <a:off x="7160506" y="2150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1" name="pt25871"/>
            <p:cNvSpPr/>
            <p:nvPr/>
          </p:nvSpPr>
          <p:spPr>
            <a:xfrm>
              <a:off x="7206973" y="1988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2" name="pt25872"/>
            <p:cNvSpPr/>
            <p:nvPr/>
          </p:nvSpPr>
          <p:spPr>
            <a:xfrm>
              <a:off x="7000411" y="213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3" name="pt25873"/>
            <p:cNvSpPr/>
            <p:nvPr/>
          </p:nvSpPr>
          <p:spPr>
            <a:xfrm>
              <a:off x="6994777" y="2126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4" name="pt25874"/>
            <p:cNvSpPr/>
            <p:nvPr/>
          </p:nvSpPr>
          <p:spPr>
            <a:xfrm>
              <a:off x="7076471" y="2118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5" name="pt25875"/>
            <p:cNvSpPr/>
            <p:nvPr/>
          </p:nvSpPr>
          <p:spPr>
            <a:xfrm>
              <a:off x="7081570" y="2169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6" name="pt25876"/>
            <p:cNvSpPr/>
            <p:nvPr/>
          </p:nvSpPr>
          <p:spPr>
            <a:xfrm>
              <a:off x="7152724" y="2082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7" name="pt25877"/>
            <p:cNvSpPr/>
            <p:nvPr/>
          </p:nvSpPr>
          <p:spPr>
            <a:xfrm>
              <a:off x="7399841" y="2797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8" name="pt25878"/>
            <p:cNvSpPr/>
            <p:nvPr/>
          </p:nvSpPr>
          <p:spPr>
            <a:xfrm>
              <a:off x="7052317" y="2171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9" name="pt25879"/>
            <p:cNvSpPr/>
            <p:nvPr/>
          </p:nvSpPr>
          <p:spPr>
            <a:xfrm>
              <a:off x="7052428" y="2118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0" name="pt25880"/>
            <p:cNvSpPr/>
            <p:nvPr/>
          </p:nvSpPr>
          <p:spPr>
            <a:xfrm>
              <a:off x="7235668" y="1967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1" name="pt25881"/>
            <p:cNvSpPr/>
            <p:nvPr/>
          </p:nvSpPr>
          <p:spPr>
            <a:xfrm>
              <a:off x="7101011" y="2365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2" name="pt25882"/>
            <p:cNvSpPr/>
            <p:nvPr/>
          </p:nvSpPr>
          <p:spPr>
            <a:xfrm>
              <a:off x="7096200" y="2201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3" name="pt25883"/>
            <p:cNvSpPr/>
            <p:nvPr/>
          </p:nvSpPr>
          <p:spPr>
            <a:xfrm>
              <a:off x="7023913" y="195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4" name="pt25884"/>
            <p:cNvSpPr/>
            <p:nvPr/>
          </p:nvSpPr>
          <p:spPr>
            <a:xfrm>
              <a:off x="7219359" y="2030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5" name="pt25885"/>
            <p:cNvSpPr/>
            <p:nvPr/>
          </p:nvSpPr>
          <p:spPr>
            <a:xfrm>
              <a:off x="7001579" y="193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6" name="pt25886"/>
            <p:cNvSpPr/>
            <p:nvPr/>
          </p:nvSpPr>
          <p:spPr>
            <a:xfrm>
              <a:off x="7344602" y="2275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7" name="pt25887"/>
            <p:cNvSpPr/>
            <p:nvPr/>
          </p:nvSpPr>
          <p:spPr>
            <a:xfrm>
              <a:off x="7047624" y="2113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8" name="pt25888"/>
            <p:cNvSpPr/>
            <p:nvPr/>
          </p:nvSpPr>
          <p:spPr>
            <a:xfrm>
              <a:off x="7104227" y="2186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9" name="pt25889"/>
            <p:cNvSpPr/>
            <p:nvPr/>
          </p:nvSpPr>
          <p:spPr>
            <a:xfrm>
              <a:off x="6958227" y="2022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0" name="pt25890"/>
            <p:cNvSpPr/>
            <p:nvPr/>
          </p:nvSpPr>
          <p:spPr>
            <a:xfrm>
              <a:off x="7062006" y="2192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1" name="pt25891"/>
            <p:cNvSpPr/>
            <p:nvPr/>
          </p:nvSpPr>
          <p:spPr>
            <a:xfrm>
              <a:off x="7063781" y="2087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2" name="pt25892"/>
            <p:cNvSpPr/>
            <p:nvPr/>
          </p:nvSpPr>
          <p:spPr>
            <a:xfrm>
              <a:off x="6960432" y="1975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3" name="pt25893"/>
            <p:cNvSpPr/>
            <p:nvPr/>
          </p:nvSpPr>
          <p:spPr>
            <a:xfrm>
              <a:off x="7241483" y="1976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4" name="pt25894"/>
            <p:cNvSpPr/>
            <p:nvPr/>
          </p:nvSpPr>
          <p:spPr>
            <a:xfrm>
              <a:off x="7021379" y="2139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5" name="pt25895"/>
            <p:cNvSpPr/>
            <p:nvPr/>
          </p:nvSpPr>
          <p:spPr>
            <a:xfrm>
              <a:off x="7109727" y="1983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6" name="pt25896"/>
            <p:cNvSpPr/>
            <p:nvPr/>
          </p:nvSpPr>
          <p:spPr>
            <a:xfrm>
              <a:off x="7194408" y="1886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7" name="pt25897"/>
            <p:cNvSpPr/>
            <p:nvPr/>
          </p:nvSpPr>
          <p:spPr>
            <a:xfrm>
              <a:off x="7010694" y="2200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8" name="pt25898"/>
            <p:cNvSpPr/>
            <p:nvPr/>
          </p:nvSpPr>
          <p:spPr>
            <a:xfrm>
              <a:off x="6908690" y="1841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9" name="pt25899"/>
            <p:cNvSpPr/>
            <p:nvPr/>
          </p:nvSpPr>
          <p:spPr>
            <a:xfrm>
              <a:off x="7158968" y="2156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0" name="pt25900"/>
            <p:cNvSpPr/>
            <p:nvPr/>
          </p:nvSpPr>
          <p:spPr>
            <a:xfrm>
              <a:off x="6974032" y="1975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1" name="pt25901"/>
            <p:cNvSpPr/>
            <p:nvPr/>
          </p:nvSpPr>
          <p:spPr>
            <a:xfrm>
              <a:off x="6925867" y="1878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2" name="pt25902"/>
            <p:cNvSpPr/>
            <p:nvPr/>
          </p:nvSpPr>
          <p:spPr>
            <a:xfrm>
              <a:off x="7121123" y="2057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3" name="pt25903"/>
            <p:cNvSpPr/>
            <p:nvPr/>
          </p:nvSpPr>
          <p:spPr>
            <a:xfrm>
              <a:off x="6804019" y="2322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4" name="pt25904"/>
            <p:cNvSpPr/>
            <p:nvPr/>
          </p:nvSpPr>
          <p:spPr>
            <a:xfrm>
              <a:off x="7103322" y="2210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5" name="pt25905"/>
            <p:cNvSpPr/>
            <p:nvPr/>
          </p:nvSpPr>
          <p:spPr>
            <a:xfrm>
              <a:off x="7251699" y="1992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6" name="pt25906"/>
            <p:cNvSpPr/>
            <p:nvPr/>
          </p:nvSpPr>
          <p:spPr>
            <a:xfrm>
              <a:off x="6960328" y="2005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7" name="pt25907"/>
            <p:cNvSpPr/>
            <p:nvPr/>
          </p:nvSpPr>
          <p:spPr>
            <a:xfrm>
              <a:off x="7106060" y="1892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8" name="pt25908"/>
            <p:cNvSpPr/>
            <p:nvPr/>
          </p:nvSpPr>
          <p:spPr>
            <a:xfrm>
              <a:off x="7105721" y="1979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9" name="pt25909"/>
            <p:cNvSpPr/>
            <p:nvPr/>
          </p:nvSpPr>
          <p:spPr>
            <a:xfrm>
              <a:off x="6890435" y="2180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0" name="pt25910"/>
            <p:cNvSpPr/>
            <p:nvPr/>
          </p:nvSpPr>
          <p:spPr>
            <a:xfrm>
              <a:off x="6860298" y="2205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1" name="pt25911"/>
            <p:cNvSpPr/>
            <p:nvPr/>
          </p:nvSpPr>
          <p:spPr>
            <a:xfrm>
              <a:off x="7219703" y="1800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2" name="pt25912"/>
            <p:cNvSpPr/>
            <p:nvPr/>
          </p:nvSpPr>
          <p:spPr>
            <a:xfrm>
              <a:off x="7493529" y="2121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3" name="pt25913"/>
            <p:cNvSpPr/>
            <p:nvPr/>
          </p:nvSpPr>
          <p:spPr>
            <a:xfrm>
              <a:off x="6923750" y="2027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4" name="pt25914"/>
            <p:cNvSpPr/>
            <p:nvPr/>
          </p:nvSpPr>
          <p:spPr>
            <a:xfrm>
              <a:off x="7102267" y="205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5" name="pt25915"/>
            <p:cNvSpPr/>
            <p:nvPr/>
          </p:nvSpPr>
          <p:spPr>
            <a:xfrm>
              <a:off x="7283775" y="2009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6" name="pt25916"/>
            <p:cNvSpPr/>
            <p:nvPr/>
          </p:nvSpPr>
          <p:spPr>
            <a:xfrm>
              <a:off x="7239886" y="1999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7" name="pt25917"/>
            <p:cNvSpPr/>
            <p:nvPr/>
          </p:nvSpPr>
          <p:spPr>
            <a:xfrm>
              <a:off x="7185629" y="1881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8" name="pt25918"/>
            <p:cNvSpPr/>
            <p:nvPr/>
          </p:nvSpPr>
          <p:spPr>
            <a:xfrm>
              <a:off x="6879944" y="1893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9" name="pt25919"/>
            <p:cNvSpPr/>
            <p:nvPr/>
          </p:nvSpPr>
          <p:spPr>
            <a:xfrm>
              <a:off x="7173328" y="2209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0" name="pt25920"/>
            <p:cNvSpPr/>
            <p:nvPr/>
          </p:nvSpPr>
          <p:spPr>
            <a:xfrm>
              <a:off x="6978348" y="2078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1" name="pt25921"/>
            <p:cNvSpPr/>
            <p:nvPr/>
          </p:nvSpPr>
          <p:spPr>
            <a:xfrm>
              <a:off x="7028369" y="2087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2" name="pt25922"/>
            <p:cNvSpPr/>
            <p:nvPr/>
          </p:nvSpPr>
          <p:spPr>
            <a:xfrm>
              <a:off x="6912603" y="1891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3" name="pt25923"/>
            <p:cNvSpPr/>
            <p:nvPr/>
          </p:nvSpPr>
          <p:spPr>
            <a:xfrm>
              <a:off x="6962367" y="2034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4" name="pt25924"/>
            <p:cNvSpPr/>
            <p:nvPr/>
          </p:nvSpPr>
          <p:spPr>
            <a:xfrm>
              <a:off x="7153217" y="2355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5" name="pt25925"/>
            <p:cNvSpPr/>
            <p:nvPr/>
          </p:nvSpPr>
          <p:spPr>
            <a:xfrm>
              <a:off x="7233141" y="2071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6" name="pt25926"/>
            <p:cNvSpPr/>
            <p:nvPr/>
          </p:nvSpPr>
          <p:spPr>
            <a:xfrm>
              <a:off x="6933145" y="1995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7" name="pt25927"/>
            <p:cNvSpPr/>
            <p:nvPr/>
          </p:nvSpPr>
          <p:spPr>
            <a:xfrm>
              <a:off x="7371365" y="2744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8" name="pt25928"/>
            <p:cNvSpPr/>
            <p:nvPr/>
          </p:nvSpPr>
          <p:spPr>
            <a:xfrm>
              <a:off x="7068274" y="2090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9" name="pt25929"/>
            <p:cNvSpPr/>
            <p:nvPr/>
          </p:nvSpPr>
          <p:spPr>
            <a:xfrm>
              <a:off x="7092425" y="2297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0" name="pt25930"/>
            <p:cNvSpPr/>
            <p:nvPr/>
          </p:nvSpPr>
          <p:spPr>
            <a:xfrm>
              <a:off x="6814410" y="2211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1" name="pt25931"/>
            <p:cNvSpPr/>
            <p:nvPr/>
          </p:nvSpPr>
          <p:spPr>
            <a:xfrm>
              <a:off x="7050006" y="2215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2" name="pt25932"/>
            <p:cNvSpPr/>
            <p:nvPr/>
          </p:nvSpPr>
          <p:spPr>
            <a:xfrm>
              <a:off x="7130230" y="2128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3" name="pt25933"/>
            <p:cNvSpPr/>
            <p:nvPr/>
          </p:nvSpPr>
          <p:spPr>
            <a:xfrm>
              <a:off x="7409169" y="2457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4" name="pt25934"/>
            <p:cNvSpPr/>
            <p:nvPr/>
          </p:nvSpPr>
          <p:spPr>
            <a:xfrm>
              <a:off x="7029728" y="2236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5" name="pt25935"/>
            <p:cNvSpPr/>
            <p:nvPr/>
          </p:nvSpPr>
          <p:spPr>
            <a:xfrm>
              <a:off x="6782241" y="2072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6" name="pt25936"/>
            <p:cNvSpPr/>
            <p:nvPr/>
          </p:nvSpPr>
          <p:spPr>
            <a:xfrm>
              <a:off x="7297369" y="2269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7" name="pt25937"/>
            <p:cNvSpPr/>
            <p:nvPr/>
          </p:nvSpPr>
          <p:spPr>
            <a:xfrm>
              <a:off x="7184990" y="1896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8" name="pt25938"/>
            <p:cNvSpPr/>
            <p:nvPr/>
          </p:nvSpPr>
          <p:spPr>
            <a:xfrm>
              <a:off x="7218428" y="1886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9" name="pt25939"/>
            <p:cNvSpPr/>
            <p:nvPr/>
          </p:nvSpPr>
          <p:spPr>
            <a:xfrm>
              <a:off x="7121968" y="1973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0" name="pt25940"/>
            <p:cNvSpPr/>
            <p:nvPr/>
          </p:nvSpPr>
          <p:spPr>
            <a:xfrm>
              <a:off x="7003784" y="1956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1" name="pt25941"/>
            <p:cNvSpPr/>
            <p:nvPr/>
          </p:nvSpPr>
          <p:spPr>
            <a:xfrm>
              <a:off x="7217594" y="2077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2" name="pt25942"/>
            <p:cNvSpPr/>
            <p:nvPr/>
          </p:nvSpPr>
          <p:spPr>
            <a:xfrm>
              <a:off x="6734257" y="2388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3" name="pt25943"/>
            <p:cNvSpPr/>
            <p:nvPr/>
          </p:nvSpPr>
          <p:spPr>
            <a:xfrm>
              <a:off x="6909533" y="1881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4" name="pt25944"/>
            <p:cNvSpPr/>
            <p:nvPr/>
          </p:nvSpPr>
          <p:spPr>
            <a:xfrm>
              <a:off x="7135282" y="2041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5" name="pt25945"/>
            <p:cNvSpPr/>
            <p:nvPr/>
          </p:nvSpPr>
          <p:spPr>
            <a:xfrm>
              <a:off x="6978364" y="2317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6" name="pt25946"/>
            <p:cNvSpPr/>
            <p:nvPr/>
          </p:nvSpPr>
          <p:spPr>
            <a:xfrm>
              <a:off x="7135215" y="2079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7" name="pt25947"/>
            <p:cNvSpPr/>
            <p:nvPr/>
          </p:nvSpPr>
          <p:spPr>
            <a:xfrm>
              <a:off x="7134394" y="2035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8" name="pt25948"/>
            <p:cNvSpPr/>
            <p:nvPr/>
          </p:nvSpPr>
          <p:spPr>
            <a:xfrm>
              <a:off x="7219713" y="1940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9" name="pt25949"/>
            <p:cNvSpPr/>
            <p:nvPr/>
          </p:nvSpPr>
          <p:spPr>
            <a:xfrm>
              <a:off x="7083624" y="2164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0" name="pt25950"/>
            <p:cNvSpPr/>
            <p:nvPr/>
          </p:nvSpPr>
          <p:spPr>
            <a:xfrm>
              <a:off x="7263745" y="1917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1" name="pt25951"/>
            <p:cNvSpPr/>
            <p:nvPr/>
          </p:nvSpPr>
          <p:spPr>
            <a:xfrm>
              <a:off x="7111809" y="2038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2" name="pt25952"/>
            <p:cNvSpPr/>
            <p:nvPr/>
          </p:nvSpPr>
          <p:spPr>
            <a:xfrm>
              <a:off x="6916215" y="1979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3" name="pt25953"/>
            <p:cNvSpPr/>
            <p:nvPr/>
          </p:nvSpPr>
          <p:spPr>
            <a:xfrm>
              <a:off x="7599095" y="2369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4" name="pt25954"/>
            <p:cNvSpPr/>
            <p:nvPr/>
          </p:nvSpPr>
          <p:spPr>
            <a:xfrm>
              <a:off x="7030013" y="2231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5" name="pt25955"/>
            <p:cNvSpPr/>
            <p:nvPr/>
          </p:nvSpPr>
          <p:spPr>
            <a:xfrm>
              <a:off x="7249758" y="1918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6" name="pt25956"/>
            <p:cNvSpPr/>
            <p:nvPr/>
          </p:nvSpPr>
          <p:spPr>
            <a:xfrm>
              <a:off x="7078592" y="2065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7" name="pt25957"/>
            <p:cNvSpPr/>
            <p:nvPr/>
          </p:nvSpPr>
          <p:spPr>
            <a:xfrm>
              <a:off x="7053122" y="2149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8" name="pt25958"/>
            <p:cNvSpPr/>
            <p:nvPr/>
          </p:nvSpPr>
          <p:spPr>
            <a:xfrm>
              <a:off x="7228681" y="2108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9" name="pt25959"/>
            <p:cNvSpPr/>
            <p:nvPr/>
          </p:nvSpPr>
          <p:spPr>
            <a:xfrm>
              <a:off x="7144243" y="2165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0" name="pt25960"/>
            <p:cNvSpPr/>
            <p:nvPr/>
          </p:nvSpPr>
          <p:spPr>
            <a:xfrm>
              <a:off x="7212718" y="2031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1" name="pt25961"/>
            <p:cNvSpPr/>
            <p:nvPr/>
          </p:nvSpPr>
          <p:spPr>
            <a:xfrm>
              <a:off x="6929496" y="1850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2" name="pt25962"/>
            <p:cNvSpPr/>
            <p:nvPr/>
          </p:nvSpPr>
          <p:spPr>
            <a:xfrm>
              <a:off x="7065238" y="2095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3" name="pt25963"/>
            <p:cNvSpPr/>
            <p:nvPr/>
          </p:nvSpPr>
          <p:spPr>
            <a:xfrm>
              <a:off x="6978972" y="2116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4" name="pt25964"/>
            <p:cNvSpPr/>
            <p:nvPr/>
          </p:nvSpPr>
          <p:spPr>
            <a:xfrm>
              <a:off x="7092020" y="2331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5" name="pt25965"/>
            <p:cNvSpPr/>
            <p:nvPr/>
          </p:nvSpPr>
          <p:spPr>
            <a:xfrm>
              <a:off x="7107028" y="2043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6" name="pt25966"/>
            <p:cNvSpPr/>
            <p:nvPr/>
          </p:nvSpPr>
          <p:spPr>
            <a:xfrm>
              <a:off x="7064848" y="2098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7" name="pt25967"/>
            <p:cNvSpPr/>
            <p:nvPr/>
          </p:nvSpPr>
          <p:spPr>
            <a:xfrm>
              <a:off x="7042083" y="2266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8" name="pt25968"/>
            <p:cNvSpPr/>
            <p:nvPr/>
          </p:nvSpPr>
          <p:spPr>
            <a:xfrm>
              <a:off x="6884801" y="2008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9" name="pt25969"/>
            <p:cNvSpPr/>
            <p:nvPr/>
          </p:nvSpPr>
          <p:spPr>
            <a:xfrm>
              <a:off x="7251887" y="2018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0" name="pt25970"/>
            <p:cNvSpPr/>
            <p:nvPr/>
          </p:nvSpPr>
          <p:spPr>
            <a:xfrm>
              <a:off x="6970360" y="1933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1" name="pt25971"/>
            <p:cNvSpPr/>
            <p:nvPr/>
          </p:nvSpPr>
          <p:spPr>
            <a:xfrm>
              <a:off x="6879824" y="2185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2" name="pt25972"/>
            <p:cNvSpPr/>
            <p:nvPr/>
          </p:nvSpPr>
          <p:spPr>
            <a:xfrm>
              <a:off x="6895577" y="2160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3" name="pt25973"/>
            <p:cNvSpPr/>
            <p:nvPr/>
          </p:nvSpPr>
          <p:spPr>
            <a:xfrm>
              <a:off x="7142772" y="1962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4" name="pt25974"/>
            <p:cNvSpPr/>
            <p:nvPr/>
          </p:nvSpPr>
          <p:spPr>
            <a:xfrm>
              <a:off x="7513892" y="2010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5" name="pt25975"/>
            <p:cNvSpPr/>
            <p:nvPr/>
          </p:nvSpPr>
          <p:spPr>
            <a:xfrm>
              <a:off x="7230198" y="1837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6" name="pt25976"/>
            <p:cNvSpPr/>
            <p:nvPr/>
          </p:nvSpPr>
          <p:spPr>
            <a:xfrm>
              <a:off x="7073732" y="2118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7" name="pt25977"/>
            <p:cNvSpPr/>
            <p:nvPr/>
          </p:nvSpPr>
          <p:spPr>
            <a:xfrm>
              <a:off x="7005452" y="1807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8" name="pt25978"/>
            <p:cNvSpPr/>
            <p:nvPr/>
          </p:nvSpPr>
          <p:spPr>
            <a:xfrm>
              <a:off x="6942099" y="1987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9" name="pt25979"/>
            <p:cNvSpPr/>
            <p:nvPr/>
          </p:nvSpPr>
          <p:spPr>
            <a:xfrm>
              <a:off x="6998178" y="224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0" name="pt25980"/>
            <p:cNvSpPr/>
            <p:nvPr/>
          </p:nvSpPr>
          <p:spPr>
            <a:xfrm>
              <a:off x="7020780" y="2112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1" name="pt25981"/>
            <p:cNvSpPr/>
            <p:nvPr/>
          </p:nvSpPr>
          <p:spPr>
            <a:xfrm>
              <a:off x="7187411" y="1610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2" name="pt25982"/>
            <p:cNvSpPr/>
            <p:nvPr/>
          </p:nvSpPr>
          <p:spPr>
            <a:xfrm>
              <a:off x="7125294" y="2082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3" name="pt25983"/>
            <p:cNvSpPr/>
            <p:nvPr/>
          </p:nvSpPr>
          <p:spPr>
            <a:xfrm>
              <a:off x="7107278" y="2059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4" name="pt25984"/>
            <p:cNvSpPr/>
            <p:nvPr/>
          </p:nvSpPr>
          <p:spPr>
            <a:xfrm>
              <a:off x="6885538" y="2140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5" name="pt25985"/>
            <p:cNvSpPr/>
            <p:nvPr/>
          </p:nvSpPr>
          <p:spPr>
            <a:xfrm>
              <a:off x="7104636" y="2008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6" name="pt25986"/>
            <p:cNvSpPr/>
            <p:nvPr/>
          </p:nvSpPr>
          <p:spPr>
            <a:xfrm>
              <a:off x="7310967" y="2363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7" name="pt25987"/>
            <p:cNvSpPr/>
            <p:nvPr/>
          </p:nvSpPr>
          <p:spPr>
            <a:xfrm>
              <a:off x="7190979" y="2145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8" name="pt25988"/>
            <p:cNvSpPr/>
            <p:nvPr/>
          </p:nvSpPr>
          <p:spPr>
            <a:xfrm>
              <a:off x="7272512" y="2042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9" name="pt25989"/>
            <p:cNvSpPr/>
            <p:nvPr/>
          </p:nvSpPr>
          <p:spPr>
            <a:xfrm>
              <a:off x="7129767" y="2140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0" name="pt25990"/>
            <p:cNvSpPr/>
            <p:nvPr/>
          </p:nvSpPr>
          <p:spPr>
            <a:xfrm>
              <a:off x="7074072" y="2014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1" name="pt25991"/>
            <p:cNvSpPr/>
            <p:nvPr/>
          </p:nvSpPr>
          <p:spPr>
            <a:xfrm>
              <a:off x="7050051" y="2004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2" name="pt25992"/>
            <p:cNvSpPr/>
            <p:nvPr/>
          </p:nvSpPr>
          <p:spPr>
            <a:xfrm>
              <a:off x="6942481" y="2031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3" name="pt25993"/>
            <p:cNvSpPr/>
            <p:nvPr/>
          </p:nvSpPr>
          <p:spPr>
            <a:xfrm>
              <a:off x="7109642" y="2073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4" name="pt25994"/>
            <p:cNvSpPr/>
            <p:nvPr/>
          </p:nvSpPr>
          <p:spPr>
            <a:xfrm>
              <a:off x="7223130" y="2137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5" name="pt25995"/>
            <p:cNvSpPr/>
            <p:nvPr/>
          </p:nvSpPr>
          <p:spPr>
            <a:xfrm>
              <a:off x="7024209" y="2003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6" name="pt25996"/>
            <p:cNvSpPr/>
            <p:nvPr/>
          </p:nvSpPr>
          <p:spPr>
            <a:xfrm>
              <a:off x="7075892" y="2093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7" name="pt25997"/>
            <p:cNvSpPr/>
            <p:nvPr/>
          </p:nvSpPr>
          <p:spPr>
            <a:xfrm>
              <a:off x="7061034" y="2150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8" name="pt25998"/>
            <p:cNvSpPr/>
            <p:nvPr/>
          </p:nvSpPr>
          <p:spPr>
            <a:xfrm>
              <a:off x="7011929" y="2159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9" name="pt25999"/>
            <p:cNvSpPr/>
            <p:nvPr/>
          </p:nvSpPr>
          <p:spPr>
            <a:xfrm>
              <a:off x="7523014" y="2062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0" name="pt26000"/>
            <p:cNvSpPr/>
            <p:nvPr/>
          </p:nvSpPr>
          <p:spPr>
            <a:xfrm>
              <a:off x="7185991" y="1827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1" name="pt26001"/>
            <p:cNvSpPr/>
            <p:nvPr/>
          </p:nvSpPr>
          <p:spPr>
            <a:xfrm>
              <a:off x="7279369" y="1978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2" name="pt26002"/>
            <p:cNvSpPr/>
            <p:nvPr/>
          </p:nvSpPr>
          <p:spPr>
            <a:xfrm>
              <a:off x="7026863" y="2099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3" name="pt26003"/>
            <p:cNvSpPr/>
            <p:nvPr/>
          </p:nvSpPr>
          <p:spPr>
            <a:xfrm>
              <a:off x="7023016" y="2082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4" name="pt26004"/>
            <p:cNvSpPr/>
            <p:nvPr/>
          </p:nvSpPr>
          <p:spPr>
            <a:xfrm>
              <a:off x="7163828" y="2181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5" name="pt26005"/>
            <p:cNvSpPr/>
            <p:nvPr/>
          </p:nvSpPr>
          <p:spPr>
            <a:xfrm>
              <a:off x="6946524" y="1957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6" name="pt26006"/>
            <p:cNvSpPr/>
            <p:nvPr/>
          </p:nvSpPr>
          <p:spPr>
            <a:xfrm>
              <a:off x="7119135" y="2010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7" name="pt26007"/>
            <p:cNvSpPr/>
            <p:nvPr/>
          </p:nvSpPr>
          <p:spPr>
            <a:xfrm>
              <a:off x="7254181" y="2011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8" name="pt26008"/>
            <p:cNvSpPr/>
            <p:nvPr/>
          </p:nvSpPr>
          <p:spPr>
            <a:xfrm>
              <a:off x="7136611" y="2035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9" name="pt26009"/>
            <p:cNvSpPr/>
            <p:nvPr/>
          </p:nvSpPr>
          <p:spPr>
            <a:xfrm>
              <a:off x="7159289" y="2207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0" name="pt26010"/>
            <p:cNvSpPr/>
            <p:nvPr/>
          </p:nvSpPr>
          <p:spPr>
            <a:xfrm>
              <a:off x="7062537" y="2100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1" name="pt26011"/>
            <p:cNvSpPr/>
            <p:nvPr/>
          </p:nvSpPr>
          <p:spPr>
            <a:xfrm>
              <a:off x="6852459" y="2241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2" name="pt26012"/>
            <p:cNvSpPr/>
            <p:nvPr/>
          </p:nvSpPr>
          <p:spPr>
            <a:xfrm>
              <a:off x="7068699" y="2127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3" name="pt26013"/>
            <p:cNvSpPr/>
            <p:nvPr/>
          </p:nvSpPr>
          <p:spPr>
            <a:xfrm>
              <a:off x="7214343" y="2035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4" name="pt26014"/>
            <p:cNvSpPr/>
            <p:nvPr/>
          </p:nvSpPr>
          <p:spPr>
            <a:xfrm>
              <a:off x="7399560" y="2681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5" name="pt26015"/>
            <p:cNvSpPr/>
            <p:nvPr/>
          </p:nvSpPr>
          <p:spPr>
            <a:xfrm>
              <a:off x="6727068" y="2636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6" name="pt26016"/>
            <p:cNvSpPr/>
            <p:nvPr/>
          </p:nvSpPr>
          <p:spPr>
            <a:xfrm>
              <a:off x="7209914" y="2063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7" name="pt26017"/>
            <p:cNvSpPr/>
            <p:nvPr/>
          </p:nvSpPr>
          <p:spPr>
            <a:xfrm>
              <a:off x="7084673" y="2284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8" name="pt26018"/>
            <p:cNvSpPr/>
            <p:nvPr/>
          </p:nvSpPr>
          <p:spPr>
            <a:xfrm>
              <a:off x="7477766" y="1962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9" name="pt26019"/>
            <p:cNvSpPr/>
            <p:nvPr/>
          </p:nvSpPr>
          <p:spPr>
            <a:xfrm>
              <a:off x="6978509" y="2159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0" name="pt26020"/>
            <p:cNvSpPr/>
            <p:nvPr/>
          </p:nvSpPr>
          <p:spPr>
            <a:xfrm>
              <a:off x="7019178" y="2251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1" name="pt26021"/>
            <p:cNvSpPr/>
            <p:nvPr/>
          </p:nvSpPr>
          <p:spPr>
            <a:xfrm>
              <a:off x="6956978" y="1799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2" name="pt26022"/>
            <p:cNvSpPr/>
            <p:nvPr/>
          </p:nvSpPr>
          <p:spPr>
            <a:xfrm>
              <a:off x="7059936" y="2219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3" name="pt26023"/>
            <p:cNvSpPr/>
            <p:nvPr/>
          </p:nvSpPr>
          <p:spPr>
            <a:xfrm>
              <a:off x="6906515" y="1984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4" name="pt26024"/>
            <p:cNvSpPr/>
            <p:nvPr/>
          </p:nvSpPr>
          <p:spPr>
            <a:xfrm>
              <a:off x="7235570" y="1793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5" name="pt26025"/>
            <p:cNvSpPr/>
            <p:nvPr/>
          </p:nvSpPr>
          <p:spPr>
            <a:xfrm>
              <a:off x="7485905" y="2495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6" name="pt26026"/>
            <p:cNvSpPr/>
            <p:nvPr/>
          </p:nvSpPr>
          <p:spPr>
            <a:xfrm>
              <a:off x="7022800" y="1963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7" name="pt26027"/>
            <p:cNvSpPr/>
            <p:nvPr/>
          </p:nvSpPr>
          <p:spPr>
            <a:xfrm>
              <a:off x="6851872" y="2233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8" name="pt26028"/>
            <p:cNvSpPr/>
            <p:nvPr/>
          </p:nvSpPr>
          <p:spPr>
            <a:xfrm>
              <a:off x="7061224" y="2186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9" name="pt26029"/>
            <p:cNvSpPr/>
            <p:nvPr/>
          </p:nvSpPr>
          <p:spPr>
            <a:xfrm>
              <a:off x="7226728" y="2086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0" name="pt26030"/>
            <p:cNvSpPr/>
            <p:nvPr/>
          </p:nvSpPr>
          <p:spPr>
            <a:xfrm>
              <a:off x="7023658" y="2120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1" name="pt26031"/>
            <p:cNvSpPr/>
            <p:nvPr/>
          </p:nvSpPr>
          <p:spPr>
            <a:xfrm>
              <a:off x="6864631" y="2150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2" name="pt26032"/>
            <p:cNvSpPr/>
            <p:nvPr/>
          </p:nvSpPr>
          <p:spPr>
            <a:xfrm>
              <a:off x="7099136" y="2271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3" name="pt26033"/>
            <p:cNvSpPr/>
            <p:nvPr/>
          </p:nvSpPr>
          <p:spPr>
            <a:xfrm>
              <a:off x="7084200" y="2125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4" name="pt26034"/>
            <p:cNvSpPr/>
            <p:nvPr/>
          </p:nvSpPr>
          <p:spPr>
            <a:xfrm>
              <a:off x="7426403" y="2469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5" name="pt26035"/>
            <p:cNvSpPr/>
            <p:nvPr/>
          </p:nvSpPr>
          <p:spPr>
            <a:xfrm>
              <a:off x="7077008" y="2063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6" name="pt26036"/>
            <p:cNvSpPr/>
            <p:nvPr/>
          </p:nvSpPr>
          <p:spPr>
            <a:xfrm>
              <a:off x="7009022" y="2051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7" name="pt26037"/>
            <p:cNvSpPr/>
            <p:nvPr/>
          </p:nvSpPr>
          <p:spPr>
            <a:xfrm>
              <a:off x="7392780" y="2968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8" name="pt26038"/>
            <p:cNvSpPr/>
            <p:nvPr/>
          </p:nvSpPr>
          <p:spPr>
            <a:xfrm>
              <a:off x="7350754" y="2568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9" name="pt26039"/>
            <p:cNvSpPr/>
            <p:nvPr/>
          </p:nvSpPr>
          <p:spPr>
            <a:xfrm>
              <a:off x="7157347" y="2358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0" name="pt26040"/>
            <p:cNvSpPr/>
            <p:nvPr/>
          </p:nvSpPr>
          <p:spPr>
            <a:xfrm>
              <a:off x="7071150" y="2123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1" name="pt26041"/>
            <p:cNvSpPr/>
            <p:nvPr/>
          </p:nvSpPr>
          <p:spPr>
            <a:xfrm>
              <a:off x="7054950" y="2041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2" name="pt26042"/>
            <p:cNvSpPr/>
            <p:nvPr/>
          </p:nvSpPr>
          <p:spPr>
            <a:xfrm>
              <a:off x="7046268" y="2174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3" name="pt26043"/>
            <p:cNvSpPr/>
            <p:nvPr/>
          </p:nvSpPr>
          <p:spPr>
            <a:xfrm>
              <a:off x="7059050" y="2112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4" name="pt26044"/>
            <p:cNvSpPr/>
            <p:nvPr/>
          </p:nvSpPr>
          <p:spPr>
            <a:xfrm>
              <a:off x="6967187" y="1986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5" name="pt26045"/>
            <p:cNvSpPr/>
            <p:nvPr/>
          </p:nvSpPr>
          <p:spPr>
            <a:xfrm>
              <a:off x="6949485" y="1997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6" name="pt26046"/>
            <p:cNvSpPr/>
            <p:nvPr/>
          </p:nvSpPr>
          <p:spPr>
            <a:xfrm>
              <a:off x="7171582" y="1989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7" name="pt26047"/>
            <p:cNvSpPr/>
            <p:nvPr/>
          </p:nvSpPr>
          <p:spPr>
            <a:xfrm>
              <a:off x="7101486" y="2105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8" name="pt26048"/>
            <p:cNvSpPr/>
            <p:nvPr/>
          </p:nvSpPr>
          <p:spPr>
            <a:xfrm>
              <a:off x="7352802" y="2546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9" name="pt26049"/>
            <p:cNvSpPr/>
            <p:nvPr/>
          </p:nvSpPr>
          <p:spPr>
            <a:xfrm>
              <a:off x="6899064" y="2004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0" name="pt26050"/>
            <p:cNvSpPr/>
            <p:nvPr/>
          </p:nvSpPr>
          <p:spPr>
            <a:xfrm>
              <a:off x="7168631" y="2043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1" name="pt26051"/>
            <p:cNvSpPr/>
            <p:nvPr/>
          </p:nvSpPr>
          <p:spPr>
            <a:xfrm>
              <a:off x="7002534" y="2087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2" name="pt26052"/>
            <p:cNvSpPr/>
            <p:nvPr/>
          </p:nvSpPr>
          <p:spPr>
            <a:xfrm>
              <a:off x="7247548" y="1967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3" name="pt26053"/>
            <p:cNvSpPr/>
            <p:nvPr/>
          </p:nvSpPr>
          <p:spPr>
            <a:xfrm>
              <a:off x="7124144" y="2052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4" name="pt26054"/>
            <p:cNvSpPr/>
            <p:nvPr/>
          </p:nvSpPr>
          <p:spPr>
            <a:xfrm>
              <a:off x="7282179" y="1958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5" name="pt26055"/>
            <p:cNvSpPr/>
            <p:nvPr/>
          </p:nvSpPr>
          <p:spPr>
            <a:xfrm>
              <a:off x="7165981" y="2203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6" name="pt26056"/>
            <p:cNvSpPr/>
            <p:nvPr/>
          </p:nvSpPr>
          <p:spPr>
            <a:xfrm>
              <a:off x="7090334" y="2156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7" name="pt26057"/>
            <p:cNvSpPr/>
            <p:nvPr/>
          </p:nvSpPr>
          <p:spPr>
            <a:xfrm>
              <a:off x="7027002" y="2035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8" name="pt26058"/>
            <p:cNvSpPr/>
            <p:nvPr/>
          </p:nvSpPr>
          <p:spPr>
            <a:xfrm>
              <a:off x="6906508" y="1997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9" name="pt26059"/>
            <p:cNvSpPr/>
            <p:nvPr/>
          </p:nvSpPr>
          <p:spPr>
            <a:xfrm>
              <a:off x="7001419" y="2024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0" name="pt26060"/>
            <p:cNvSpPr/>
            <p:nvPr/>
          </p:nvSpPr>
          <p:spPr>
            <a:xfrm>
              <a:off x="7026292" y="2090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1" name="pt26061"/>
            <p:cNvSpPr/>
            <p:nvPr/>
          </p:nvSpPr>
          <p:spPr>
            <a:xfrm>
              <a:off x="7314679" y="2446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2" name="pt26062"/>
            <p:cNvSpPr/>
            <p:nvPr/>
          </p:nvSpPr>
          <p:spPr>
            <a:xfrm>
              <a:off x="6903550" y="1994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3" name="pt26063"/>
            <p:cNvSpPr/>
            <p:nvPr/>
          </p:nvSpPr>
          <p:spPr>
            <a:xfrm>
              <a:off x="6947212" y="1941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4" name="pt26064"/>
            <p:cNvSpPr/>
            <p:nvPr/>
          </p:nvSpPr>
          <p:spPr>
            <a:xfrm>
              <a:off x="7332355" y="1944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5" name="pt26065"/>
            <p:cNvSpPr/>
            <p:nvPr/>
          </p:nvSpPr>
          <p:spPr>
            <a:xfrm>
              <a:off x="7000879" y="2052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6" name="pt26066"/>
            <p:cNvSpPr/>
            <p:nvPr/>
          </p:nvSpPr>
          <p:spPr>
            <a:xfrm>
              <a:off x="6945976" y="1962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7" name="pt26067"/>
            <p:cNvSpPr/>
            <p:nvPr/>
          </p:nvSpPr>
          <p:spPr>
            <a:xfrm>
              <a:off x="7235322" y="1807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8" name="pt26068"/>
            <p:cNvSpPr/>
            <p:nvPr/>
          </p:nvSpPr>
          <p:spPr>
            <a:xfrm>
              <a:off x="6973757" y="1743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9" name="pt26069"/>
            <p:cNvSpPr/>
            <p:nvPr/>
          </p:nvSpPr>
          <p:spPr>
            <a:xfrm>
              <a:off x="7064322" y="2104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0" name="pt26070"/>
            <p:cNvSpPr/>
            <p:nvPr/>
          </p:nvSpPr>
          <p:spPr>
            <a:xfrm>
              <a:off x="7225336" y="1828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1" name="pt26071"/>
            <p:cNvSpPr/>
            <p:nvPr/>
          </p:nvSpPr>
          <p:spPr>
            <a:xfrm>
              <a:off x="7310771" y="2429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2" name="pt26072"/>
            <p:cNvSpPr/>
            <p:nvPr/>
          </p:nvSpPr>
          <p:spPr>
            <a:xfrm>
              <a:off x="6974865" y="1833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3" name="pt26073"/>
            <p:cNvSpPr/>
            <p:nvPr/>
          </p:nvSpPr>
          <p:spPr>
            <a:xfrm>
              <a:off x="7028239" y="2137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4" name="pt26074"/>
            <p:cNvSpPr/>
            <p:nvPr/>
          </p:nvSpPr>
          <p:spPr>
            <a:xfrm>
              <a:off x="6919229" y="2010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5" name="pt26075"/>
            <p:cNvSpPr/>
            <p:nvPr/>
          </p:nvSpPr>
          <p:spPr>
            <a:xfrm>
              <a:off x="6475731" y="1925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6" name="pt26076"/>
            <p:cNvSpPr/>
            <p:nvPr/>
          </p:nvSpPr>
          <p:spPr>
            <a:xfrm>
              <a:off x="7366590" y="2700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7" name="pt26077"/>
            <p:cNvSpPr/>
            <p:nvPr/>
          </p:nvSpPr>
          <p:spPr>
            <a:xfrm>
              <a:off x="7112149" y="2035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8" name="pt26078"/>
            <p:cNvSpPr/>
            <p:nvPr/>
          </p:nvSpPr>
          <p:spPr>
            <a:xfrm>
              <a:off x="6774969" y="2033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9" name="pt26079"/>
            <p:cNvSpPr/>
            <p:nvPr/>
          </p:nvSpPr>
          <p:spPr>
            <a:xfrm>
              <a:off x="7137533" y="1976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0" name="pt26080"/>
            <p:cNvSpPr/>
            <p:nvPr/>
          </p:nvSpPr>
          <p:spPr>
            <a:xfrm>
              <a:off x="7138585" y="1979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1" name="pt26081"/>
            <p:cNvSpPr/>
            <p:nvPr/>
          </p:nvSpPr>
          <p:spPr>
            <a:xfrm>
              <a:off x="7380978" y="2342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2" name="pt26082"/>
            <p:cNvSpPr/>
            <p:nvPr/>
          </p:nvSpPr>
          <p:spPr>
            <a:xfrm>
              <a:off x="7123293" y="2036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3" name="pt26083"/>
            <p:cNvSpPr/>
            <p:nvPr/>
          </p:nvSpPr>
          <p:spPr>
            <a:xfrm>
              <a:off x="7084956" y="2178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4" name="pt26084"/>
            <p:cNvSpPr/>
            <p:nvPr/>
          </p:nvSpPr>
          <p:spPr>
            <a:xfrm>
              <a:off x="7280829" y="1858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5" name="pt26085"/>
            <p:cNvSpPr/>
            <p:nvPr/>
          </p:nvSpPr>
          <p:spPr>
            <a:xfrm>
              <a:off x="6974630" y="198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6" name="pt26086"/>
            <p:cNvSpPr/>
            <p:nvPr/>
          </p:nvSpPr>
          <p:spPr>
            <a:xfrm>
              <a:off x="6942522" y="1864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7" name="pt26087"/>
            <p:cNvSpPr/>
            <p:nvPr/>
          </p:nvSpPr>
          <p:spPr>
            <a:xfrm>
              <a:off x="7234063" y="1938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8" name="pt26088"/>
            <p:cNvSpPr/>
            <p:nvPr/>
          </p:nvSpPr>
          <p:spPr>
            <a:xfrm>
              <a:off x="7125197" y="2052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9" name="pt26089"/>
            <p:cNvSpPr/>
            <p:nvPr/>
          </p:nvSpPr>
          <p:spPr>
            <a:xfrm>
              <a:off x="7122224" y="2037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0" name="pt26090"/>
            <p:cNvSpPr/>
            <p:nvPr/>
          </p:nvSpPr>
          <p:spPr>
            <a:xfrm>
              <a:off x="7191375" y="2190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1" name="pt26091"/>
            <p:cNvSpPr/>
            <p:nvPr/>
          </p:nvSpPr>
          <p:spPr>
            <a:xfrm>
              <a:off x="6887578" y="2198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2" name="pt26092"/>
            <p:cNvSpPr/>
            <p:nvPr/>
          </p:nvSpPr>
          <p:spPr>
            <a:xfrm>
              <a:off x="6580193" y="1851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3" name="pt26093"/>
            <p:cNvSpPr/>
            <p:nvPr/>
          </p:nvSpPr>
          <p:spPr>
            <a:xfrm>
              <a:off x="7335469" y="1605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4" name="pt26094"/>
            <p:cNvSpPr/>
            <p:nvPr/>
          </p:nvSpPr>
          <p:spPr>
            <a:xfrm>
              <a:off x="7254769" y="1915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5" name="pt26095"/>
            <p:cNvSpPr/>
            <p:nvPr/>
          </p:nvSpPr>
          <p:spPr>
            <a:xfrm>
              <a:off x="7096439" y="2303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6" name="pt26096"/>
            <p:cNvSpPr/>
            <p:nvPr/>
          </p:nvSpPr>
          <p:spPr>
            <a:xfrm>
              <a:off x="7337896" y="2230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7" name="pt26097"/>
            <p:cNvSpPr/>
            <p:nvPr/>
          </p:nvSpPr>
          <p:spPr>
            <a:xfrm>
              <a:off x="6814565" y="2074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8" name="pt26098"/>
            <p:cNvSpPr/>
            <p:nvPr/>
          </p:nvSpPr>
          <p:spPr>
            <a:xfrm>
              <a:off x="6939482" y="2043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9" name="pt26099"/>
            <p:cNvSpPr/>
            <p:nvPr/>
          </p:nvSpPr>
          <p:spPr>
            <a:xfrm>
              <a:off x="7032750" y="2143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0" name="pt26100"/>
            <p:cNvSpPr/>
            <p:nvPr/>
          </p:nvSpPr>
          <p:spPr>
            <a:xfrm>
              <a:off x="7456222" y="2322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1" name="pt26101"/>
            <p:cNvSpPr/>
            <p:nvPr/>
          </p:nvSpPr>
          <p:spPr>
            <a:xfrm>
              <a:off x="7241993" y="2027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2" name="pt26102"/>
            <p:cNvSpPr/>
            <p:nvPr/>
          </p:nvSpPr>
          <p:spPr>
            <a:xfrm>
              <a:off x="6950597" y="1985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3" name="pt26103"/>
            <p:cNvSpPr/>
            <p:nvPr/>
          </p:nvSpPr>
          <p:spPr>
            <a:xfrm>
              <a:off x="7197728" y="2087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4" name="pt26104"/>
            <p:cNvSpPr/>
            <p:nvPr/>
          </p:nvSpPr>
          <p:spPr>
            <a:xfrm>
              <a:off x="7131031" y="2088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5" name="pt26105"/>
            <p:cNvSpPr/>
            <p:nvPr/>
          </p:nvSpPr>
          <p:spPr>
            <a:xfrm>
              <a:off x="6926208" y="1857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6" name="pt26106"/>
            <p:cNvSpPr/>
            <p:nvPr/>
          </p:nvSpPr>
          <p:spPr>
            <a:xfrm>
              <a:off x="7218834" y="2073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7" name="pt26107"/>
            <p:cNvSpPr/>
            <p:nvPr/>
          </p:nvSpPr>
          <p:spPr>
            <a:xfrm>
              <a:off x="6929960" y="1872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8" name="pt26108"/>
            <p:cNvSpPr/>
            <p:nvPr/>
          </p:nvSpPr>
          <p:spPr>
            <a:xfrm>
              <a:off x="7164243" y="2294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9" name="pt26109"/>
            <p:cNvSpPr/>
            <p:nvPr/>
          </p:nvSpPr>
          <p:spPr>
            <a:xfrm>
              <a:off x="7093232" y="2277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0" name="pt26110"/>
            <p:cNvSpPr/>
            <p:nvPr/>
          </p:nvSpPr>
          <p:spPr>
            <a:xfrm>
              <a:off x="7058661" y="1964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1" name="pt26111"/>
            <p:cNvSpPr/>
            <p:nvPr/>
          </p:nvSpPr>
          <p:spPr>
            <a:xfrm>
              <a:off x="6986608" y="2159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2" name="pt26112"/>
            <p:cNvSpPr/>
            <p:nvPr/>
          </p:nvSpPr>
          <p:spPr>
            <a:xfrm>
              <a:off x="7119826" y="1940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3" name="pt26113"/>
            <p:cNvSpPr/>
            <p:nvPr/>
          </p:nvSpPr>
          <p:spPr>
            <a:xfrm>
              <a:off x="6917339" y="2067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4" name="pt26114"/>
            <p:cNvSpPr/>
            <p:nvPr/>
          </p:nvSpPr>
          <p:spPr>
            <a:xfrm>
              <a:off x="7281730" y="1919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5" name="pt26115"/>
            <p:cNvSpPr/>
            <p:nvPr/>
          </p:nvSpPr>
          <p:spPr>
            <a:xfrm>
              <a:off x="6995166" y="2300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6" name="pt26116"/>
            <p:cNvSpPr/>
            <p:nvPr/>
          </p:nvSpPr>
          <p:spPr>
            <a:xfrm>
              <a:off x="7125295" y="2104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7" name="pt26117"/>
            <p:cNvSpPr/>
            <p:nvPr/>
          </p:nvSpPr>
          <p:spPr>
            <a:xfrm>
              <a:off x="7188212" y="1619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8" name="pt26118"/>
            <p:cNvSpPr/>
            <p:nvPr/>
          </p:nvSpPr>
          <p:spPr>
            <a:xfrm>
              <a:off x="6541915" y="1932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9" name="pt26119"/>
            <p:cNvSpPr/>
            <p:nvPr/>
          </p:nvSpPr>
          <p:spPr>
            <a:xfrm>
              <a:off x="7179974" y="2048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0" name="pt26120"/>
            <p:cNvSpPr/>
            <p:nvPr/>
          </p:nvSpPr>
          <p:spPr>
            <a:xfrm>
              <a:off x="7229438" y="2035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1" name="pt26121"/>
            <p:cNvSpPr/>
            <p:nvPr/>
          </p:nvSpPr>
          <p:spPr>
            <a:xfrm>
              <a:off x="7314514" y="2577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2" name="pt26122"/>
            <p:cNvSpPr/>
            <p:nvPr/>
          </p:nvSpPr>
          <p:spPr>
            <a:xfrm>
              <a:off x="7124965" y="2083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3" name="pt26123"/>
            <p:cNvSpPr/>
            <p:nvPr/>
          </p:nvSpPr>
          <p:spPr>
            <a:xfrm>
              <a:off x="6959449" y="1965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4" name="pt26124"/>
            <p:cNvSpPr/>
            <p:nvPr/>
          </p:nvSpPr>
          <p:spPr>
            <a:xfrm>
              <a:off x="7058477" y="2019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5" name="pt26125"/>
            <p:cNvSpPr/>
            <p:nvPr/>
          </p:nvSpPr>
          <p:spPr>
            <a:xfrm>
              <a:off x="7003172" y="2058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6" name="pt26126"/>
            <p:cNvSpPr/>
            <p:nvPr/>
          </p:nvSpPr>
          <p:spPr>
            <a:xfrm>
              <a:off x="7170907" y="2200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7" name="pt26127"/>
            <p:cNvSpPr/>
            <p:nvPr/>
          </p:nvSpPr>
          <p:spPr>
            <a:xfrm>
              <a:off x="7182085" y="2089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8" name="pt26128"/>
            <p:cNvSpPr/>
            <p:nvPr/>
          </p:nvSpPr>
          <p:spPr>
            <a:xfrm>
              <a:off x="7030381" y="2168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9" name="pt26129"/>
            <p:cNvSpPr/>
            <p:nvPr/>
          </p:nvSpPr>
          <p:spPr>
            <a:xfrm>
              <a:off x="7061281" y="2143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0" name="pt26130"/>
            <p:cNvSpPr/>
            <p:nvPr/>
          </p:nvSpPr>
          <p:spPr>
            <a:xfrm>
              <a:off x="6693646" y="1898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1" name="pt26131"/>
            <p:cNvSpPr/>
            <p:nvPr/>
          </p:nvSpPr>
          <p:spPr>
            <a:xfrm>
              <a:off x="7247275" y="1976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2" name="pt26132"/>
            <p:cNvSpPr/>
            <p:nvPr/>
          </p:nvSpPr>
          <p:spPr>
            <a:xfrm>
              <a:off x="7602749" y="2414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3" name="pt26133"/>
            <p:cNvSpPr/>
            <p:nvPr/>
          </p:nvSpPr>
          <p:spPr>
            <a:xfrm>
              <a:off x="6939359" y="2129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4" name="pt26134"/>
            <p:cNvSpPr/>
            <p:nvPr/>
          </p:nvSpPr>
          <p:spPr>
            <a:xfrm>
              <a:off x="7092387" y="2257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5" name="pt26135"/>
            <p:cNvSpPr/>
            <p:nvPr/>
          </p:nvSpPr>
          <p:spPr>
            <a:xfrm>
              <a:off x="7159311" y="2299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6" name="pt26136"/>
            <p:cNvSpPr/>
            <p:nvPr/>
          </p:nvSpPr>
          <p:spPr>
            <a:xfrm>
              <a:off x="7093724" y="230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7" name="pt26137"/>
            <p:cNvSpPr/>
            <p:nvPr/>
          </p:nvSpPr>
          <p:spPr>
            <a:xfrm>
              <a:off x="7285275" y="2100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8" name="pt26138"/>
            <p:cNvSpPr/>
            <p:nvPr/>
          </p:nvSpPr>
          <p:spPr>
            <a:xfrm>
              <a:off x="7320294" y="2609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9" name="pt26139"/>
            <p:cNvSpPr/>
            <p:nvPr/>
          </p:nvSpPr>
          <p:spPr>
            <a:xfrm>
              <a:off x="7075549" y="2079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0" name="pt26140"/>
            <p:cNvSpPr/>
            <p:nvPr/>
          </p:nvSpPr>
          <p:spPr>
            <a:xfrm>
              <a:off x="7155709" y="2337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1" name="pt26141"/>
            <p:cNvSpPr/>
            <p:nvPr/>
          </p:nvSpPr>
          <p:spPr>
            <a:xfrm>
              <a:off x="7176664" y="2097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2" name="pt26142"/>
            <p:cNvSpPr/>
            <p:nvPr/>
          </p:nvSpPr>
          <p:spPr>
            <a:xfrm>
              <a:off x="6870344" y="2241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3" name="pt26143"/>
            <p:cNvSpPr/>
            <p:nvPr/>
          </p:nvSpPr>
          <p:spPr>
            <a:xfrm>
              <a:off x="6938593" y="1830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4" name="pt26144"/>
            <p:cNvSpPr/>
            <p:nvPr/>
          </p:nvSpPr>
          <p:spPr>
            <a:xfrm>
              <a:off x="7070875" y="2090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5" name="pt26145"/>
            <p:cNvSpPr/>
            <p:nvPr/>
          </p:nvSpPr>
          <p:spPr>
            <a:xfrm>
              <a:off x="7031053" y="2136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6" name="pt26146"/>
            <p:cNvSpPr/>
            <p:nvPr/>
          </p:nvSpPr>
          <p:spPr>
            <a:xfrm>
              <a:off x="7058119" y="2089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7" name="pt26147"/>
            <p:cNvSpPr/>
            <p:nvPr/>
          </p:nvSpPr>
          <p:spPr>
            <a:xfrm>
              <a:off x="7120050" y="1980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8" name="pt26148"/>
            <p:cNvSpPr/>
            <p:nvPr/>
          </p:nvSpPr>
          <p:spPr>
            <a:xfrm>
              <a:off x="6877164" y="2149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9" name="pt26149"/>
            <p:cNvSpPr/>
            <p:nvPr/>
          </p:nvSpPr>
          <p:spPr>
            <a:xfrm>
              <a:off x="6947352" y="2079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0" name="pt26150"/>
            <p:cNvSpPr/>
            <p:nvPr/>
          </p:nvSpPr>
          <p:spPr>
            <a:xfrm>
              <a:off x="7242738" y="2016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1" name="pt26151"/>
            <p:cNvSpPr/>
            <p:nvPr/>
          </p:nvSpPr>
          <p:spPr>
            <a:xfrm>
              <a:off x="6920786" y="2071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2" name="pt26152"/>
            <p:cNvSpPr/>
            <p:nvPr/>
          </p:nvSpPr>
          <p:spPr>
            <a:xfrm>
              <a:off x="7134460" y="2080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3" name="pt26153"/>
            <p:cNvSpPr/>
            <p:nvPr/>
          </p:nvSpPr>
          <p:spPr>
            <a:xfrm>
              <a:off x="6528568" y="1683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4" name="pt26154"/>
            <p:cNvSpPr/>
            <p:nvPr/>
          </p:nvSpPr>
          <p:spPr>
            <a:xfrm>
              <a:off x="6969337" y="1850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5" name="pt26155"/>
            <p:cNvSpPr/>
            <p:nvPr/>
          </p:nvSpPr>
          <p:spPr>
            <a:xfrm>
              <a:off x="7076919" y="2158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6" name="pt26156"/>
            <p:cNvSpPr/>
            <p:nvPr/>
          </p:nvSpPr>
          <p:spPr>
            <a:xfrm>
              <a:off x="7265535" y="1991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7" name="pt26157"/>
            <p:cNvSpPr/>
            <p:nvPr/>
          </p:nvSpPr>
          <p:spPr>
            <a:xfrm>
              <a:off x="6965556" y="1886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8" name="pt26158"/>
            <p:cNvSpPr/>
            <p:nvPr/>
          </p:nvSpPr>
          <p:spPr>
            <a:xfrm>
              <a:off x="7064868" y="2088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9" name="pt26159"/>
            <p:cNvSpPr/>
            <p:nvPr/>
          </p:nvSpPr>
          <p:spPr>
            <a:xfrm>
              <a:off x="7045370" y="2161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0" name="pt26160"/>
            <p:cNvSpPr/>
            <p:nvPr/>
          </p:nvSpPr>
          <p:spPr>
            <a:xfrm>
              <a:off x="7128890" y="2119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1" name="pt26161"/>
            <p:cNvSpPr/>
            <p:nvPr/>
          </p:nvSpPr>
          <p:spPr>
            <a:xfrm>
              <a:off x="7165167" y="201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2" name="pt26162"/>
            <p:cNvSpPr/>
            <p:nvPr/>
          </p:nvSpPr>
          <p:spPr>
            <a:xfrm>
              <a:off x="7031470" y="2216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3" name="pt26163"/>
            <p:cNvSpPr/>
            <p:nvPr/>
          </p:nvSpPr>
          <p:spPr>
            <a:xfrm>
              <a:off x="7214187" y="2092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4" name="pt26164"/>
            <p:cNvSpPr/>
            <p:nvPr/>
          </p:nvSpPr>
          <p:spPr>
            <a:xfrm>
              <a:off x="7212804" y="2092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5" name="pt26165"/>
            <p:cNvSpPr/>
            <p:nvPr/>
          </p:nvSpPr>
          <p:spPr>
            <a:xfrm>
              <a:off x="7381819" y="2568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6" name="pt26166"/>
            <p:cNvSpPr/>
            <p:nvPr/>
          </p:nvSpPr>
          <p:spPr>
            <a:xfrm>
              <a:off x="7062004" y="2203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7" name="pt26167"/>
            <p:cNvSpPr/>
            <p:nvPr/>
          </p:nvSpPr>
          <p:spPr>
            <a:xfrm>
              <a:off x="6977737" y="2212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8" name="pt26168"/>
            <p:cNvSpPr/>
            <p:nvPr/>
          </p:nvSpPr>
          <p:spPr>
            <a:xfrm>
              <a:off x="7204214" y="2031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9" name="pt26169"/>
            <p:cNvSpPr/>
            <p:nvPr/>
          </p:nvSpPr>
          <p:spPr>
            <a:xfrm>
              <a:off x="7393081" y="2744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0" name="pt26170"/>
            <p:cNvSpPr/>
            <p:nvPr/>
          </p:nvSpPr>
          <p:spPr>
            <a:xfrm>
              <a:off x="7111807" y="1912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1" name="pt26171"/>
            <p:cNvSpPr/>
            <p:nvPr/>
          </p:nvSpPr>
          <p:spPr>
            <a:xfrm>
              <a:off x="7169646" y="2209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2" name="pt26172"/>
            <p:cNvSpPr/>
            <p:nvPr/>
          </p:nvSpPr>
          <p:spPr>
            <a:xfrm>
              <a:off x="6777333" y="2123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3" name="pt26173"/>
            <p:cNvSpPr/>
            <p:nvPr/>
          </p:nvSpPr>
          <p:spPr>
            <a:xfrm>
              <a:off x="6907232" y="1931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4" name="pt26174"/>
            <p:cNvSpPr/>
            <p:nvPr/>
          </p:nvSpPr>
          <p:spPr>
            <a:xfrm>
              <a:off x="6882075" y="2165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5" name="pt26175"/>
            <p:cNvSpPr/>
            <p:nvPr/>
          </p:nvSpPr>
          <p:spPr>
            <a:xfrm>
              <a:off x="7206418" y="1873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6" name="pt26176"/>
            <p:cNvSpPr/>
            <p:nvPr/>
          </p:nvSpPr>
          <p:spPr>
            <a:xfrm>
              <a:off x="7106911" y="1983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7" name="pt26177"/>
            <p:cNvSpPr/>
            <p:nvPr/>
          </p:nvSpPr>
          <p:spPr>
            <a:xfrm>
              <a:off x="6998876" y="190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8" name="pt26178"/>
            <p:cNvSpPr/>
            <p:nvPr/>
          </p:nvSpPr>
          <p:spPr>
            <a:xfrm>
              <a:off x="7125901" y="2061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9" name="pt26179"/>
            <p:cNvSpPr/>
            <p:nvPr/>
          </p:nvSpPr>
          <p:spPr>
            <a:xfrm>
              <a:off x="7315523" y="2487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0" name="pt26180"/>
            <p:cNvSpPr/>
            <p:nvPr/>
          </p:nvSpPr>
          <p:spPr>
            <a:xfrm>
              <a:off x="7039667" y="2248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1" name="pt26181"/>
            <p:cNvSpPr/>
            <p:nvPr/>
          </p:nvSpPr>
          <p:spPr>
            <a:xfrm>
              <a:off x="7009834" y="2007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2" name="pt26182"/>
            <p:cNvSpPr/>
            <p:nvPr/>
          </p:nvSpPr>
          <p:spPr>
            <a:xfrm>
              <a:off x="7257689" y="2117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3" name="pt26183"/>
            <p:cNvSpPr/>
            <p:nvPr/>
          </p:nvSpPr>
          <p:spPr>
            <a:xfrm>
              <a:off x="7128070" y="2093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4" name="pt26184"/>
            <p:cNvSpPr/>
            <p:nvPr/>
          </p:nvSpPr>
          <p:spPr>
            <a:xfrm>
              <a:off x="7047209" y="2246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5" name="pt26185"/>
            <p:cNvSpPr/>
            <p:nvPr/>
          </p:nvSpPr>
          <p:spPr>
            <a:xfrm>
              <a:off x="7149388" y="2063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6" name="pt26186"/>
            <p:cNvSpPr/>
            <p:nvPr/>
          </p:nvSpPr>
          <p:spPr>
            <a:xfrm>
              <a:off x="7198730" y="2086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7" name="pt26187"/>
            <p:cNvSpPr/>
            <p:nvPr/>
          </p:nvSpPr>
          <p:spPr>
            <a:xfrm>
              <a:off x="6921985" y="1974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8" name="pt26188"/>
            <p:cNvSpPr/>
            <p:nvPr/>
          </p:nvSpPr>
          <p:spPr>
            <a:xfrm>
              <a:off x="7163492" y="2376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9" name="pt26189"/>
            <p:cNvSpPr/>
            <p:nvPr/>
          </p:nvSpPr>
          <p:spPr>
            <a:xfrm>
              <a:off x="7097871" y="2318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0" name="pt26190"/>
            <p:cNvSpPr/>
            <p:nvPr/>
          </p:nvSpPr>
          <p:spPr>
            <a:xfrm>
              <a:off x="7127044" y="2081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1" name="pt26191"/>
            <p:cNvSpPr/>
            <p:nvPr/>
          </p:nvSpPr>
          <p:spPr>
            <a:xfrm>
              <a:off x="6902272" y="2059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2" name="pt26192"/>
            <p:cNvSpPr/>
            <p:nvPr/>
          </p:nvSpPr>
          <p:spPr>
            <a:xfrm>
              <a:off x="6853908" y="2087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3" name="pt26193"/>
            <p:cNvSpPr/>
            <p:nvPr/>
          </p:nvSpPr>
          <p:spPr>
            <a:xfrm>
              <a:off x="6994467" y="2430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4" name="pt26194"/>
            <p:cNvSpPr/>
            <p:nvPr/>
          </p:nvSpPr>
          <p:spPr>
            <a:xfrm>
              <a:off x="7311991" y="2247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5" name="pt26195"/>
            <p:cNvSpPr/>
            <p:nvPr/>
          </p:nvSpPr>
          <p:spPr>
            <a:xfrm>
              <a:off x="7152438" y="2179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6" name="pt26196"/>
            <p:cNvSpPr/>
            <p:nvPr/>
          </p:nvSpPr>
          <p:spPr>
            <a:xfrm>
              <a:off x="6938593" y="2087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7" name="pt26197"/>
            <p:cNvSpPr/>
            <p:nvPr/>
          </p:nvSpPr>
          <p:spPr>
            <a:xfrm>
              <a:off x="7166809" y="2090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8" name="pt26198"/>
            <p:cNvSpPr/>
            <p:nvPr/>
          </p:nvSpPr>
          <p:spPr>
            <a:xfrm>
              <a:off x="7169334" y="198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9" name="pt26199"/>
            <p:cNvSpPr/>
            <p:nvPr/>
          </p:nvSpPr>
          <p:spPr>
            <a:xfrm>
              <a:off x="6886161" y="1859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0" name="pt26200"/>
            <p:cNvSpPr/>
            <p:nvPr/>
          </p:nvSpPr>
          <p:spPr>
            <a:xfrm>
              <a:off x="7276607" y="1833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1" name="pt26201"/>
            <p:cNvSpPr/>
            <p:nvPr/>
          </p:nvSpPr>
          <p:spPr>
            <a:xfrm>
              <a:off x="7199017" y="1999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2" name="pt26202"/>
            <p:cNvSpPr/>
            <p:nvPr/>
          </p:nvSpPr>
          <p:spPr>
            <a:xfrm>
              <a:off x="7041891" y="2174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3" name="pt26203"/>
            <p:cNvSpPr/>
            <p:nvPr/>
          </p:nvSpPr>
          <p:spPr>
            <a:xfrm>
              <a:off x="7035668" y="2185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4" name="pt26204"/>
            <p:cNvSpPr/>
            <p:nvPr/>
          </p:nvSpPr>
          <p:spPr>
            <a:xfrm>
              <a:off x="7083166" y="2055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5" name="pt26205"/>
            <p:cNvSpPr/>
            <p:nvPr/>
          </p:nvSpPr>
          <p:spPr>
            <a:xfrm>
              <a:off x="7100857" y="2405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6" name="pt26206"/>
            <p:cNvSpPr/>
            <p:nvPr/>
          </p:nvSpPr>
          <p:spPr>
            <a:xfrm>
              <a:off x="7356412" y="2384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7" name="pt26207"/>
            <p:cNvSpPr/>
            <p:nvPr/>
          </p:nvSpPr>
          <p:spPr>
            <a:xfrm>
              <a:off x="7035508" y="2102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8" name="pt26208"/>
            <p:cNvSpPr/>
            <p:nvPr/>
          </p:nvSpPr>
          <p:spPr>
            <a:xfrm>
              <a:off x="6844310" y="1962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9" name="pt26209"/>
            <p:cNvSpPr/>
            <p:nvPr/>
          </p:nvSpPr>
          <p:spPr>
            <a:xfrm>
              <a:off x="7071066" y="2082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0" name="pt26210"/>
            <p:cNvSpPr/>
            <p:nvPr/>
          </p:nvSpPr>
          <p:spPr>
            <a:xfrm>
              <a:off x="6745237" y="2496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1" name="pt26211"/>
            <p:cNvSpPr/>
            <p:nvPr/>
          </p:nvSpPr>
          <p:spPr>
            <a:xfrm>
              <a:off x="7011582" y="2077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2" name="pt26212"/>
            <p:cNvSpPr/>
            <p:nvPr/>
          </p:nvSpPr>
          <p:spPr>
            <a:xfrm>
              <a:off x="6866349" y="2212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3" name="pt26213"/>
            <p:cNvSpPr/>
            <p:nvPr/>
          </p:nvSpPr>
          <p:spPr>
            <a:xfrm>
              <a:off x="7130873" y="2117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4" name="pt26214"/>
            <p:cNvSpPr/>
            <p:nvPr/>
          </p:nvSpPr>
          <p:spPr>
            <a:xfrm>
              <a:off x="6759479" y="1984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5" name="pt26215"/>
            <p:cNvSpPr/>
            <p:nvPr/>
          </p:nvSpPr>
          <p:spPr>
            <a:xfrm>
              <a:off x="7231911" y="2129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6" name="pt26216"/>
            <p:cNvSpPr/>
            <p:nvPr/>
          </p:nvSpPr>
          <p:spPr>
            <a:xfrm>
              <a:off x="7099123" y="2326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7" name="pt26217"/>
            <p:cNvSpPr/>
            <p:nvPr/>
          </p:nvSpPr>
          <p:spPr>
            <a:xfrm>
              <a:off x="6965039" y="1993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8" name="pt26218"/>
            <p:cNvSpPr/>
            <p:nvPr/>
          </p:nvSpPr>
          <p:spPr>
            <a:xfrm>
              <a:off x="7109553" y="2056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9" name="pt26219"/>
            <p:cNvSpPr/>
            <p:nvPr/>
          </p:nvSpPr>
          <p:spPr>
            <a:xfrm>
              <a:off x="7030096" y="2114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0" name="pt26220"/>
            <p:cNvSpPr/>
            <p:nvPr/>
          </p:nvSpPr>
          <p:spPr>
            <a:xfrm>
              <a:off x="7110530" y="2034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1" name="pt26221"/>
            <p:cNvSpPr/>
            <p:nvPr/>
          </p:nvSpPr>
          <p:spPr>
            <a:xfrm>
              <a:off x="7140106" y="2027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2" name="pt26222"/>
            <p:cNvSpPr/>
            <p:nvPr/>
          </p:nvSpPr>
          <p:spPr>
            <a:xfrm>
              <a:off x="6899026" y="1998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3" name="pt26223"/>
            <p:cNvSpPr/>
            <p:nvPr/>
          </p:nvSpPr>
          <p:spPr>
            <a:xfrm>
              <a:off x="7221628" y="2026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4" name="pt26224"/>
            <p:cNvSpPr/>
            <p:nvPr/>
          </p:nvSpPr>
          <p:spPr>
            <a:xfrm>
              <a:off x="7175671" y="217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5" name="pt26225"/>
            <p:cNvSpPr/>
            <p:nvPr/>
          </p:nvSpPr>
          <p:spPr>
            <a:xfrm>
              <a:off x="7001634" y="2071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6" name="pt26226"/>
            <p:cNvSpPr/>
            <p:nvPr/>
          </p:nvSpPr>
          <p:spPr>
            <a:xfrm>
              <a:off x="7143382" y="2068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7" name="pt26227"/>
            <p:cNvSpPr/>
            <p:nvPr/>
          </p:nvSpPr>
          <p:spPr>
            <a:xfrm>
              <a:off x="6958072" y="2026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8" name="pt26228"/>
            <p:cNvSpPr/>
            <p:nvPr/>
          </p:nvSpPr>
          <p:spPr>
            <a:xfrm>
              <a:off x="6971656" y="1952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9" name="pt26229"/>
            <p:cNvSpPr/>
            <p:nvPr/>
          </p:nvSpPr>
          <p:spPr>
            <a:xfrm>
              <a:off x="7121021" y="2037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0" name="pt26230"/>
            <p:cNvSpPr/>
            <p:nvPr/>
          </p:nvSpPr>
          <p:spPr>
            <a:xfrm>
              <a:off x="7123157" y="2075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1" name="pt26231"/>
            <p:cNvSpPr/>
            <p:nvPr/>
          </p:nvSpPr>
          <p:spPr>
            <a:xfrm>
              <a:off x="6877279" y="2196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2" name="pt26232"/>
            <p:cNvSpPr/>
            <p:nvPr/>
          </p:nvSpPr>
          <p:spPr>
            <a:xfrm>
              <a:off x="7065141" y="2097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3" name="pt26233"/>
            <p:cNvSpPr/>
            <p:nvPr/>
          </p:nvSpPr>
          <p:spPr>
            <a:xfrm>
              <a:off x="7279540" y="1954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4" name="pt26234"/>
            <p:cNvSpPr/>
            <p:nvPr/>
          </p:nvSpPr>
          <p:spPr>
            <a:xfrm>
              <a:off x="6951965" y="1826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5" name="pt26235"/>
            <p:cNvSpPr/>
            <p:nvPr/>
          </p:nvSpPr>
          <p:spPr>
            <a:xfrm>
              <a:off x="7180816" y="1956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6" name="pt26236"/>
            <p:cNvSpPr/>
            <p:nvPr/>
          </p:nvSpPr>
          <p:spPr>
            <a:xfrm>
              <a:off x="7327462" y="2138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7" name="pt26237"/>
            <p:cNvSpPr/>
            <p:nvPr/>
          </p:nvSpPr>
          <p:spPr>
            <a:xfrm>
              <a:off x="7103794" y="2003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8" name="pt26238"/>
            <p:cNvSpPr/>
            <p:nvPr/>
          </p:nvSpPr>
          <p:spPr>
            <a:xfrm>
              <a:off x="7621842" y="2452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9" name="pt26239"/>
            <p:cNvSpPr/>
            <p:nvPr/>
          </p:nvSpPr>
          <p:spPr>
            <a:xfrm>
              <a:off x="7220177" y="1961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0" name="pt26240"/>
            <p:cNvSpPr/>
            <p:nvPr/>
          </p:nvSpPr>
          <p:spPr>
            <a:xfrm>
              <a:off x="7164449" y="2209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1" name="pt26241"/>
            <p:cNvSpPr/>
            <p:nvPr/>
          </p:nvSpPr>
          <p:spPr>
            <a:xfrm>
              <a:off x="7025775" y="2057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2" name="pt26242"/>
            <p:cNvSpPr/>
            <p:nvPr/>
          </p:nvSpPr>
          <p:spPr>
            <a:xfrm>
              <a:off x="7123461" y="208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3" name="pt26243"/>
            <p:cNvSpPr/>
            <p:nvPr/>
          </p:nvSpPr>
          <p:spPr>
            <a:xfrm>
              <a:off x="7071333" y="2159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4" name="pt26244"/>
            <p:cNvSpPr/>
            <p:nvPr/>
          </p:nvSpPr>
          <p:spPr>
            <a:xfrm>
              <a:off x="7129155" y="2291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5" name="pt26245"/>
            <p:cNvSpPr/>
            <p:nvPr/>
          </p:nvSpPr>
          <p:spPr>
            <a:xfrm>
              <a:off x="7470407" y="2326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6" name="pt26246"/>
            <p:cNvSpPr/>
            <p:nvPr/>
          </p:nvSpPr>
          <p:spPr>
            <a:xfrm>
              <a:off x="7103408" y="2169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7" name="pt26247"/>
            <p:cNvSpPr/>
            <p:nvPr/>
          </p:nvSpPr>
          <p:spPr>
            <a:xfrm>
              <a:off x="7042969" y="2191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8" name="pt26248"/>
            <p:cNvSpPr/>
            <p:nvPr/>
          </p:nvSpPr>
          <p:spPr>
            <a:xfrm>
              <a:off x="7054615" y="2014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9" name="pt26249"/>
            <p:cNvSpPr/>
            <p:nvPr/>
          </p:nvSpPr>
          <p:spPr>
            <a:xfrm>
              <a:off x="7016871" y="2175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0" name="pt26250"/>
            <p:cNvSpPr/>
            <p:nvPr/>
          </p:nvSpPr>
          <p:spPr>
            <a:xfrm>
              <a:off x="7434908" y="236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1" name="pt26251"/>
            <p:cNvSpPr/>
            <p:nvPr/>
          </p:nvSpPr>
          <p:spPr>
            <a:xfrm>
              <a:off x="7157410" y="2220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2" name="pt26252"/>
            <p:cNvSpPr/>
            <p:nvPr/>
          </p:nvSpPr>
          <p:spPr>
            <a:xfrm>
              <a:off x="7177776" y="2006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3" name="pt26253"/>
            <p:cNvSpPr/>
            <p:nvPr/>
          </p:nvSpPr>
          <p:spPr>
            <a:xfrm>
              <a:off x="7095991" y="2205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4" name="pt26254"/>
            <p:cNvSpPr/>
            <p:nvPr/>
          </p:nvSpPr>
          <p:spPr>
            <a:xfrm>
              <a:off x="6840870" y="1828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5" name="pt26255"/>
            <p:cNvSpPr/>
            <p:nvPr/>
          </p:nvSpPr>
          <p:spPr>
            <a:xfrm>
              <a:off x="7147126" y="1994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6" name="pt26256"/>
            <p:cNvSpPr/>
            <p:nvPr/>
          </p:nvSpPr>
          <p:spPr>
            <a:xfrm>
              <a:off x="6884535" y="2128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7" name="pt26257"/>
            <p:cNvSpPr/>
            <p:nvPr/>
          </p:nvSpPr>
          <p:spPr>
            <a:xfrm>
              <a:off x="7000311" y="2109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8" name="pt26258"/>
            <p:cNvSpPr/>
            <p:nvPr/>
          </p:nvSpPr>
          <p:spPr>
            <a:xfrm>
              <a:off x="7089441" y="231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9" name="pt26259"/>
            <p:cNvSpPr/>
            <p:nvPr/>
          </p:nvSpPr>
          <p:spPr>
            <a:xfrm>
              <a:off x="7084702" y="2190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0" name="pt26260"/>
            <p:cNvSpPr/>
            <p:nvPr/>
          </p:nvSpPr>
          <p:spPr>
            <a:xfrm>
              <a:off x="6994711" y="2270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1" name="pt26261"/>
            <p:cNvSpPr/>
            <p:nvPr/>
          </p:nvSpPr>
          <p:spPr>
            <a:xfrm>
              <a:off x="6788226" y="2084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2" name="pt26262"/>
            <p:cNvSpPr/>
            <p:nvPr/>
          </p:nvSpPr>
          <p:spPr>
            <a:xfrm>
              <a:off x="7416442" y="271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3" name="pt26263"/>
            <p:cNvSpPr/>
            <p:nvPr/>
          </p:nvSpPr>
          <p:spPr>
            <a:xfrm>
              <a:off x="7182189" y="2030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4" name="pt26264"/>
            <p:cNvSpPr/>
            <p:nvPr/>
          </p:nvSpPr>
          <p:spPr>
            <a:xfrm>
              <a:off x="7167969" y="2047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5" name="pt26265"/>
            <p:cNvSpPr/>
            <p:nvPr/>
          </p:nvSpPr>
          <p:spPr>
            <a:xfrm>
              <a:off x="7284413" y="2059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6" name="pt26266"/>
            <p:cNvSpPr/>
            <p:nvPr/>
          </p:nvSpPr>
          <p:spPr>
            <a:xfrm>
              <a:off x="7119429" y="2010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7" name="pt26267"/>
            <p:cNvSpPr/>
            <p:nvPr/>
          </p:nvSpPr>
          <p:spPr>
            <a:xfrm>
              <a:off x="6987260" y="2162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8" name="pt26268"/>
            <p:cNvSpPr/>
            <p:nvPr/>
          </p:nvSpPr>
          <p:spPr>
            <a:xfrm>
              <a:off x="6931781" y="1939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9" name="pt26269"/>
            <p:cNvSpPr/>
            <p:nvPr/>
          </p:nvSpPr>
          <p:spPr>
            <a:xfrm>
              <a:off x="7223275" y="2024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0" name="pt26270"/>
            <p:cNvSpPr/>
            <p:nvPr/>
          </p:nvSpPr>
          <p:spPr>
            <a:xfrm>
              <a:off x="7096079" y="2093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1" name="pt26271"/>
            <p:cNvSpPr/>
            <p:nvPr/>
          </p:nvSpPr>
          <p:spPr>
            <a:xfrm>
              <a:off x="7093674" y="2218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2" name="pt26272"/>
            <p:cNvSpPr/>
            <p:nvPr/>
          </p:nvSpPr>
          <p:spPr>
            <a:xfrm>
              <a:off x="6920141" y="1956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3" name="pt26273"/>
            <p:cNvSpPr/>
            <p:nvPr/>
          </p:nvSpPr>
          <p:spPr>
            <a:xfrm>
              <a:off x="7321788" y="2232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4" name="pt26274"/>
            <p:cNvSpPr/>
            <p:nvPr/>
          </p:nvSpPr>
          <p:spPr>
            <a:xfrm>
              <a:off x="7177707" y="2141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5" name="pt26275"/>
            <p:cNvSpPr/>
            <p:nvPr/>
          </p:nvSpPr>
          <p:spPr>
            <a:xfrm>
              <a:off x="7147887" y="2024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6" name="pt26276"/>
            <p:cNvSpPr/>
            <p:nvPr/>
          </p:nvSpPr>
          <p:spPr>
            <a:xfrm>
              <a:off x="7175347" y="2230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7" name="pt26277"/>
            <p:cNvSpPr/>
            <p:nvPr/>
          </p:nvSpPr>
          <p:spPr>
            <a:xfrm>
              <a:off x="6945645" y="1824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8" name="pt26278"/>
            <p:cNvSpPr/>
            <p:nvPr/>
          </p:nvSpPr>
          <p:spPr>
            <a:xfrm>
              <a:off x="6765938" y="1864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9" name="pt26279"/>
            <p:cNvSpPr/>
            <p:nvPr/>
          </p:nvSpPr>
          <p:spPr>
            <a:xfrm>
              <a:off x="6859704" y="2179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0" name="pt26280"/>
            <p:cNvSpPr/>
            <p:nvPr/>
          </p:nvSpPr>
          <p:spPr>
            <a:xfrm>
              <a:off x="7116601" y="1977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1" name="pt26281"/>
            <p:cNvSpPr/>
            <p:nvPr/>
          </p:nvSpPr>
          <p:spPr>
            <a:xfrm>
              <a:off x="7507180" y="2247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2" name="pt26282"/>
            <p:cNvSpPr/>
            <p:nvPr/>
          </p:nvSpPr>
          <p:spPr>
            <a:xfrm>
              <a:off x="7083088" y="2154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3" name="pt26283"/>
            <p:cNvSpPr/>
            <p:nvPr/>
          </p:nvSpPr>
          <p:spPr>
            <a:xfrm>
              <a:off x="7304263" y="1972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4" name="pt26284"/>
            <p:cNvSpPr/>
            <p:nvPr/>
          </p:nvSpPr>
          <p:spPr>
            <a:xfrm>
              <a:off x="7090139" y="2277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5" name="pt26285"/>
            <p:cNvSpPr/>
            <p:nvPr/>
          </p:nvSpPr>
          <p:spPr>
            <a:xfrm>
              <a:off x="7008018" y="1778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6" name="pt26286"/>
            <p:cNvSpPr/>
            <p:nvPr/>
          </p:nvSpPr>
          <p:spPr>
            <a:xfrm>
              <a:off x="7146851" y="2010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7" name="pt26287"/>
            <p:cNvSpPr/>
            <p:nvPr/>
          </p:nvSpPr>
          <p:spPr>
            <a:xfrm>
              <a:off x="6803139" y="2272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8" name="pt26288"/>
            <p:cNvSpPr/>
            <p:nvPr/>
          </p:nvSpPr>
          <p:spPr>
            <a:xfrm>
              <a:off x="6920190" y="1972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9" name="pt26289"/>
            <p:cNvSpPr/>
            <p:nvPr/>
          </p:nvSpPr>
          <p:spPr>
            <a:xfrm>
              <a:off x="6928503" y="1983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0" name="pt26290"/>
            <p:cNvSpPr/>
            <p:nvPr/>
          </p:nvSpPr>
          <p:spPr>
            <a:xfrm>
              <a:off x="6898543" y="2059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1" name="pt26291"/>
            <p:cNvSpPr/>
            <p:nvPr/>
          </p:nvSpPr>
          <p:spPr>
            <a:xfrm>
              <a:off x="7032773" y="2119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2" name="pt26292"/>
            <p:cNvSpPr/>
            <p:nvPr/>
          </p:nvSpPr>
          <p:spPr>
            <a:xfrm>
              <a:off x="7229579" y="1937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3" name="pt26293"/>
            <p:cNvSpPr/>
            <p:nvPr/>
          </p:nvSpPr>
          <p:spPr>
            <a:xfrm>
              <a:off x="7031515" y="2243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4" name="pt26294"/>
            <p:cNvSpPr/>
            <p:nvPr/>
          </p:nvSpPr>
          <p:spPr>
            <a:xfrm>
              <a:off x="6905290" y="2040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5" name="pt26295"/>
            <p:cNvSpPr/>
            <p:nvPr/>
          </p:nvSpPr>
          <p:spPr>
            <a:xfrm>
              <a:off x="7171237" y="2187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6" name="pt26296"/>
            <p:cNvSpPr/>
            <p:nvPr/>
          </p:nvSpPr>
          <p:spPr>
            <a:xfrm>
              <a:off x="7049112" y="2081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7" name="pt26297"/>
            <p:cNvSpPr/>
            <p:nvPr/>
          </p:nvSpPr>
          <p:spPr>
            <a:xfrm>
              <a:off x="6853063" y="2028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8" name="pt26298"/>
            <p:cNvSpPr/>
            <p:nvPr/>
          </p:nvSpPr>
          <p:spPr>
            <a:xfrm>
              <a:off x="6932654" y="1957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9" name="pt26299"/>
            <p:cNvSpPr/>
            <p:nvPr/>
          </p:nvSpPr>
          <p:spPr>
            <a:xfrm>
              <a:off x="7219420" y="2002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0" name="pt26300"/>
            <p:cNvSpPr/>
            <p:nvPr/>
          </p:nvSpPr>
          <p:spPr>
            <a:xfrm>
              <a:off x="6814884" y="2155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1" name="pt26301"/>
            <p:cNvSpPr/>
            <p:nvPr/>
          </p:nvSpPr>
          <p:spPr>
            <a:xfrm>
              <a:off x="7127422" y="2117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2" name="pt26302"/>
            <p:cNvSpPr/>
            <p:nvPr/>
          </p:nvSpPr>
          <p:spPr>
            <a:xfrm>
              <a:off x="6550586" y="2062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3" name="pt26303"/>
            <p:cNvSpPr/>
            <p:nvPr/>
          </p:nvSpPr>
          <p:spPr>
            <a:xfrm>
              <a:off x="7108322" y="2063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4" name="pt26304"/>
            <p:cNvSpPr/>
            <p:nvPr/>
          </p:nvSpPr>
          <p:spPr>
            <a:xfrm>
              <a:off x="7176114" y="1982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5" name="pt26305"/>
            <p:cNvSpPr/>
            <p:nvPr/>
          </p:nvSpPr>
          <p:spPr>
            <a:xfrm>
              <a:off x="6933959" y="1819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6" name="pt26306"/>
            <p:cNvSpPr/>
            <p:nvPr/>
          </p:nvSpPr>
          <p:spPr>
            <a:xfrm>
              <a:off x="7212016" y="2083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7" name="pt26307"/>
            <p:cNvSpPr/>
            <p:nvPr/>
          </p:nvSpPr>
          <p:spPr>
            <a:xfrm>
              <a:off x="7205228" y="2058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8" name="pt26308"/>
            <p:cNvSpPr/>
            <p:nvPr/>
          </p:nvSpPr>
          <p:spPr>
            <a:xfrm>
              <a:off x="6798636" y="2237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9" name="pt26309"/>
            <p:cNvSpPr/>
            <p:nvPr/>
          </p:nvSpPr>
          <p:spPr>
            <a:xfrm>
              <a:off x="7317750" y="2596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0" name="pt26310"/>
            <p:cNvSpPr/>
            <p:nvPr/>
          </p:nvSpPr>
          <p:spPr>
            <a:xfrm>
              <a:off x="7049158" y="2175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1" name="pt26311"/>
            <p:cNvSpPr/>
            <p:nvPr/>
          </p:nvSpPr>
          <p:spPr>
            <a:xfrm>
              <a:off x="7436308" y="2457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2" name="pt26312"/>
            <p:cNvSpPr/>
            <p:nvPr/>
          </p:nvSpPr>
          <p:spPr>
            <a:xfrm>
              <a:off x="7107089" y="2041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3" name="pt26313"/>
            <p:cNvSpPr/>
            <p:nvPr/>
          </p:nvSpPr>
          <p:spPr>
            <a:xfrm>
              <a:off x="7186791" y="179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4" name="pt26314"/>
            <p:cNvSpPr/>
            <p:nvPr/>
          </p:nvSpPr>
          <p:spPr>
            <a:xfrm>
              <a:off x="7347566" y="2283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5" name="pt26315"/>
            <p:cNvSpPr/>
            <p:nvPr/>
          </p:nvSpPr>
          <p:spPr>
            <a:xfrm>
              <a:off x="7006621" y="1781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6" name="pt26316"/>
            <p:cNvSpPr/>
            <p:nvPr/>
          </p:nvSpPr>
          <p:spPr>
            <a:xfrm>
              <a:off x="6793832" y="2473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7" name="pt26317"/>
            <p:cNvSpPr/>
            <p:nvPr/>
          </p:nvSpPr>
          <p:spPr>
            <a:xfrm>
              <a:off x="6718703" y="2651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8" name="pt26318"/>
            <p:cNvSpPr/>
            <p:nvPr/>
          </p:nvSpPr>
          <p:spPr>
            <a:xfrm>
              <a:off x="7255183" y="2000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9" name="pt26319"/>
            <p:cNvSpPr/>
            <p:nvPr/>
          </p:nvSpPr>
          <p:spPr>
            <a:xfrm>
              <a:off x="7098356" y="2311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0" name="pt26320"/>
            <p:cNvSpPr/>
            <p:nvPr/>
          </p:nvSpPr>
          <p:spPr>
            <a:xfrm>
              <a:off x="7241886" y="1984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1" name="pt26321"/>
            <p:cNvSpPr/>
            <p:nvPr/>
          </p:nvSpPr>
          <p:spPr>
            <a:xfrm>
              <a:off x="7139962" y="1996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2" name="pt26322"/>
            <p:cNvSpPr/>
            <p:nvPr/>
          </p:nvSpPr>
          <p:spPr>
            <a:xfrm>
              <a:off x="7093438" y="2239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3" name="pt26323"/>
            <p:cNvSpPr/>
            <p:nvPr/>
          </p:nvSpPr>
          <p:spPr>
            <a:xfrm>
              <a:off x="7101316" y="2133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4" name="pt26324"/>
            <p:cNvSpPr/>
            <p:nvPr/>
          </p:nvSpPr>
          <p:spPr>
            <a:xfrm>
              <a:off x="6857736" y="2196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5" name="pt26325"/>
            <p:cNvSpPr/>
            <p:nvPr/>
          </p:nvSpPr>
          <p:spPr>
            <a:xfrm>
              <a:off x="7017381" y="1985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6" name="pt26326"/>
            <p:cNvSpPr/>
            <p:nvPr/>
          </p:nvSpPr>
          <p:spPr>
            <a:xfrm>
              <a:off x="6997549" y="2022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7" name="pt26327"/>
            <p:cNvSpPr/>
            <p:nvPr/>
          </p:nvSpPr>
          <p:spPr>
            <a:xfrm>
              <a:off x="6859430" y="212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8" name="pt26328"/>
            <p:cNvSpPr/>
            <p:nvPr/>
          </p:nvSpPr>
          <p:spPr>
            <a:xfrm>
              <a:off x="6979237" y="2136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9" name="pt26329"/>
            <p:cNvSpPr/>
            <p:nvPr/>
          </p:nvSpPr>
          <p:spPr>
            <a:xfrm>
              <a:off x="7451121" y="2173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0" name="pt26330"/>
            <p:cNvSpPr/>
            <p:nvPr/>
          </p:nvSpPr>
          <p:spPr>
            <a:xfrm>
              <a:off x="7119327" y="2000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1" name="pt26331"/>
            <p:cNvSpPr/>
            <p:nvPr/>
          </p:nvSpPr>
          <p:spPr>
            <a:xfrm>
              <a:off x="7103735" y="2183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2" name="pt26332"/>
            <p:cNvSpPr/>
            <p:nvPr/>
          </p:nvSpPr>
          <p:spPr>
            <a:xfrm>
              <a:off x="7023786" y="2037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3" name="pt26333"/>
            <p:cNvSpPr/>
            <p:nvPr/>
          </p:nvSpPr>
          <p:spPr>
            <a:xfrm>
              <a:off x="6513806" y="2218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4" name="pt26334"/>
            <p:cNvSpPr/>
            <p:nvPr/>
          </p:nvSpPr>
          <p:spPr>
            <a:xfrm>
              <a:off x="6861653" y="2245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5" name="pt26335"/>
            <p:cNvSpPr/>
            <p:nvPr/>
          </p:nvSpPr>
          <p:spPr>
            <a:xfrm>
              <a:off x="7136163" y="1964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6" name="pt26336"/>
            <p:cNvSpPr/>
            <p:nvPr/>
          </p:nvSpPr>
          <p:spPr>
            <a:xfrm>
              <a:off x="7476898" y="2462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7" name="pt26337"/>
            <p:cNvSpPr/>
            <p:nvPr/>
          </p:nvSpPr>
          <p:spPr>
            <a:xfrm>
              <a:off x="6824071" y="1757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8" name="pt26338"/>
            <p:cNvSpPr/>
            <p:nvPr/>
          </p:nvSpPr>
          <p:spPr>
            <a:xfrm>
              <a:off x="7328000" y="2041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9" name="pt26339"/>
            <p:cNvSpPr/>
            <p:nvPr/>
          </p:nvSpPr>
          <p:spPr>
            <a:xfrm>
              <a:off x="6924427" y="2010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0" name="pt26340"/>
            <p:cNvSpPr/>
            <p:nvPr/>
          </p:nvSpPr>
          <p:spPr>
            <a:xfrm>
              <a:off x="7042529" y="2088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1" name="pt26341"/>
            <p:cNvSpPr/>
            <p:nvPr/>
          </p:nvSpPr>
          <p:spPr>
            <a:xfrm>
              <a:off x="7001183" y="2045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2" name="pt26342"/>
            <p:cNvSpPr/>
            <p:nvPr/>
          </p:nvSpPr>
          <p:spPr>
            <a:xfrm>
              <a:off x="7173161" y="2247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3" name="pt26343"/>
            <p:cNvSpPr/>
            <p:nvPr/>
          </p:nvSpPr>
          <p:spPr>
            <a:xfrm>
              <a:off x="7166711" y="2099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4" name="pt26344"/>
            <p:cNvSpPr/>
            <p:nvPr/>
          </p:nvSpPr>
          <p:spPr>
            <a:xfrm>
              <a:off x="6851566" y="2086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5" name="pt26345"/>
            <p:cNvSpPr/>
            <p:nvPr/>
          </p:nvSpPr>
          <p:spPr>
            <a:xfrm>
              <a:off x="6929350" y="179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6" name="pt26346"/>
            <p:cNvSpPr/>
            <p:nvPr/>
          </p:nvSpPr>
          <p:spPr>
            <a:xfrm>
              <a:off x="6777943" y="2208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7" name="pt26347"/>
            <p:cNvSpPr/>
            <p:nvPr/>
          </p:nvSpPr>
          <p:spPr>
            <a:xfrm>
              <a:off x="7160416" y="2121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8" name="pt26348"/>
            <p:cNvSpPr/>
            <p:nvPr/>
          </p:nvSpPr>
          <p:spPr>
            <a:xfrm>
              <a:off x="7153530" y="2212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9" name="pt26349"/>
            <p:cNvSpPr/>
            <p:nvPr/>
          </p:nvSpPr>
          <p:spPr>
            <a:xfrm>
              <a:off x="7121290" y="2089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0" name="pt26350"/>
            <p:cNvSpPr/>
            <p:nvPr/>
          </p:nvSpPr>
          <p:spPr>
            <a:xfrm>
              <a:off x="7099186" y="2191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1" name="pt26351"/>
            <p:cNvSpPr/>
            <p:nvPr/>
          </p:nvSpPr>
          <p:spPr>
            <a:xfrm>
              <a:off x="6928634" y="1840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2" name="pt26352"/>
            <p:cNvSpPr/>
            <p:nvPr/>
          </p:nvSpPr>
          <p:spPr>
            <a:xfrm>
              <a:off x="7343604" y="1948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3" name="pt26353"/>
            <p:cNvSpPr/>
            <p:nvPr/>
          </p:nvSpPr>
          <p:spPr>
            <a:xfrm>
              <a:off x="6898162" y="2017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4" name="pt26354"/>
            <p:cNvSpPr/>
            <p:nvPr/>
          </p:nvSpPr>
          <p:spPr>
            <a:xfrm>
              <a:off x="7148580" y="2128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5" name="pt26355"/>
            <p:cNvSpPr/>
            <p:nvPr/>
          </p:nvSpPr>
          <p:spPr>
            <a:xfrm>
              <a:off x="6927879" y="1931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6" name="pt26356"/>
            <p:cNvSpPr/>
            <p:nvPr/>
          </p:nvSpPr>
          <p:spPr>
            <a:xfrm>
              <a:off x="6840554" y="1595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7" name="pt26357"/>
            <p:cNvSpPr/>
            <p:nvPr/>
          </p:nvSpPr>
          <p:spPr>
            <a:xfrm>
              <a:off x="7025707" y="2078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8" name="pt26358"/>
            <p:cNvSpPr/>
            <p:nvPr/>
          </p:nvSpPr>
          <p:spPr>
            <a:xfrm>
              <a:off x="6900084" y="2047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9" name="pt26359"/>
            <p:cNvSpPr/>
            <p:nvPr/>
          </p:nvSpPr>
          <p:spPr>
            <a:xfrm>
              <a:off x="7288045" y="2120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0" name="pt26360"/>
            <p:cNvSpPr/>
            <p:nvPr/>
          </p:nvSpPr>
          <p:spPr>
            <a:xfrm>
              <a:off x="7312100" y="2272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1" name="pt26361"/>
            <p:cNvSpPr/>
            <p:nvPr/>
          </p:nvSpPr>
          <p:spPr>
            <a:xfrm>
              <a:off x="7324937" y="2126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2" name="pt26362"/>
            <p:cNvSpPr/>
            <p:nvPr/>
          </p:nvSpPr>
          <p:spPr>
            <a:xfrm>
              <a:off x="6880322" y="208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3" name="pt26363"/>
            <p:cNvSpPr/>
            <p:nvPr/>
          </p:nvSpPr>
          <p:spPr>
            <a:xfrm>
              <a:off x="6997227" y="2275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4" name="pt26364"/>
            <p:cNvSpPr/>
            <p:nvPr/>
          </p:nvSpPr>
          <p:spPr>
            <a:xfrm>
              <a:off x="7422000" y="223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5" name="pt26365"/>
            <p:cNvSpPr/>
            <p:nvPr/>
          </p:nvSpPr>
          <p:spPr>
            <a:xfrm>
              <a:off x="7208076" y="2088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6" name="pt26366"/>
            <p:cNvSpPr/>
            <p:nvPr/>
          </p:nvSpPr>
          <p:spPr>
            <a:xfrm>
              <a:off x="7110197" y="2058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7" name="pt26367"/>
            <p:cNvSpPr/>
            <p:nvPr/>
          </p:nvSpPr>
          <p:spPr>
            <a:xfrm>
              <a:off x="6937499" y="2026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8" name="pt26368"/>
            <p:cNvSpPr/>
            <p:nvPr/>
          </p:nvSpPr>
          <p:spPr>
            <a:xfrm>
              <a:off x="7214783" y="2063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9" name="pt26369"/>
            <p:cNvSpPr/>
            <p:nvPr/>
          </p:nvSpPr>
          <p:spPr>
            <a:xfrm>
              <a:off x="7165362" y="2027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0" name="pt26370"/>
            <p:cNvSpPr/>
            <p:nvPr/>
          </p:nvSpPr>
          <p:spPr>
            <a:xfrm>
              <a:off x="7208185" y="201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1" name="pt26371"/>
            <p:cNvSpPr/>
            <p:nvPr/>
          </p:nvSpPr>
          <p:spPr>
            <a:xfrm>
              <a:off x="7269606" y="1955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2" name="pt26372"/>
            <p:cNvSpPr/>
            <p:nvPr/>
          </p:nvSpPr>
          <p:spPr>
            <a:xfrm>
              <a:off x="7073440" y="2174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3" name="pt26373"/>
            <p:cNvSpPr/>
            <p:nvPr/>
          </p:nvSpPr>
          <p:spPr>
            <a:xfrm>
              <a:off x="7228940" y="2153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4" name="pt26374"/>
            <p:cNvSpPr/>
            <p:nvPr/>
          </p:nvSpPr>
          <p:spPr>
            <a:xfrm>
              <a:off x="6979038" y="2192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5" name="pt26375"/>
            <p:cNvSpPr/>
            <p:nvPr/>
          </p:nvSpPr>
          <p:spPr>
            <a:xfrm>
              <a:off x="7245560" y="1989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6" name="pt26376"/>
            <p:cNvSpPr/>
            <p:nvPr/>
          </p:nvSpPr>
          <p:spPr>
            <a:xfrm>
              <a:off x="7483127" y="2113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7" name="pt26377"/>
            <p:cNvSpPr/>
            <p:nvPr/>
          </p:nvSpPr>
          <p:spPr>
            <a:xfrm>
              <a:off x="6850410" y="2250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8" name="pt26378"/>
            <p:cNvSpPr/>
            <p:nvPr/>
          </p:nvSpPr>
          <p:spPr>
            <a:xfrm>
              <a:off x="7415804" y="2268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9" name="pt26379"/>
            <p:cNvSpPr/>
            <p:nvPr/>
          </p:nvSpPr>
          <p:spPr>
            <a:xfrm>
              <a:off x="7229411" y="2065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0" name="pt26380"/>
            <p:cNvSpPr/>
            <p:nvPr/>
          </p:nvSpPr>
          <p:spPr>
            <a:xfrm>
              <a:off x="6813071" y="2070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1" name="pt26381"/>
            <p:cNvSpPr/>
            <p:nvPr/>
          </p:nvSpPr>
          <p:spPr>
            <a:xfrm>
              <a:off x="7532832" y="1945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2" name="pt26382"/>
            <p:cNvSpPr/>
            <p:nvPr/>
          </p:nvSpPr>
          <p:spPr>
            <a:xfrm>
              <a:off x="7095307" y="2168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3" name="pt26383"/>
            <p:cNvSpPr/>
            <p:nvPr/>
          </p:nvSpPr>
          <p:spPr>
            <a:xfrm>
              <a:off x="7068988" y="2146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4" name="pt26384"/>
            <p:cNvSpPr/>
            <p:nvPr/>
          </p:nvSpPr>
          <p:spPr>
            <a:xfrm>
              <a:off x="6891356" y="2102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5" name="pt26385"/>
            <p:cNvSpPr/>
            <p:nvPr/>
          </p:nvSpPr>
          <p:spPr>
            <a:xfrm>
              <a:off x="6976923" y="2121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6" name="pt26386"/>
            <p:cNvSpPr/>
            <p:nvPr/>
          </p:nvSpPr>
          <p:spPr>
            <a:xfrm>
              <a:off x="7258934" y="212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7" name="pt26387"/>
            <p:cNvSpPr/>
            <p:nvPr/>
          </p:nvSpPr>
          <p:spPr>
            <a:xfrm>
              <a:off x="7084522" y="2129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8" name="pt26388"/>
            <p:cNvSpPr/>
            <p:nvPr/>
          </p:nvSpPr>
          <p:spPr>
            <a:xfrm>
              <a:off x="7018922" y="2225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9" name="pt26389"/>
            <p:cNvSpPr/>
            <p:nvPr/>
          </p:nvSpPr>
          <p:spPr>
            <a:xfrm>
              <a:off x="6991452" y="2316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0" name="pt26390"/>
            <p:cNvSpPr/>
            <p:nvPr/>
          </p:nvSpPr>
          <p:spPr>
            <a:xfrm>
              <a:off x="7467930" y="2753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1" name="pt26391"/>
            <p:cNvSpPr/>
            <p:nvPr/>
          </p:nvSpPr>
          <p:spPr>
            <a:xfrm>
              <a:off x="7269392" y="2149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2" name="pt26392"/>
            <p:cNvSpPr/>
            <p:nvPr/>
          </p:nvSpPr>
          <p:spPr>
            <a:xfrm>
              <a:off x="6741652" y="2262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3" name="pt26393"/>
            <p:cNvSpPr/>
            <p:nvPr/>
          </p:nvSpPr>
          <p:spPr>
            <a:xfrm>
              <a:off x="7197067" y="2157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4" name="pt26394"/>
            <p:cNvSpPr/>
            <p:nvPr/>
          </p:nvSpPr>
          <p:spPr>
            <a:xfrm>
              <a:off x="6616122" y="2255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5" name="pt26395"/>
            <p:cNvSpPr/>
            <p:nvPr/>
          </p:nvSpPr>
          <p:spPr>
            <a:xfrm>
              <a:off x="7090678" y="2165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6" name="pt26396"/>
            <p:cNvSpPr/>
            <p:nvPr/>
          </p:nvSpPr>
          <p:spPr>
            <a:xfrm>
              <a:off x="7311183" y="2424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7" name="pt26397"/>
            <p:cNvSpPr/>
            <p:nvPr/>
          </p:nvSpPr>
          <p:spPr>
            <a:xfrm>
              <a:off x="7105022" y="2005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8" name="pt26398"/>
            <p:cNvSpPr/>
            <p:nvPr/>
          </p:nvSpPr>
          <p:spPr>
            <a:xfrm>
              <a:off x="7210947" y="2082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9" name="pt26399"/>
            <p:cNvSpPr/>
            <p:nvPr/>
          </p:nvSpPr>
          <p:spPr>
            <a:xfrm>
              <a:off x="7324725" y="2242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0" name="pt26400"/>
            <p:cNvSpPr/>
            <p:nvPr/>
          </p:nvSpPr>
          <p:spPr>
            <a:xfrm>
              <a:off x="6945779" y="1815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1" name="pt26401"/>
            <p:cNvSpPr/>
            <p:nvPr/>
          </p:nvSpPr>
          <p:spPr>
            <a:xfrm>
              <a:off x="7064023" y="2100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2" name="pt26402"/>
            <p:cNvSpPr/>
            <p:nvPr/>
          </p:nvSpPr>
          <p:spPr>
            <a:xfrm>
              <a:off x="7164994" y="1977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3" name="pt26403"/>
            <p:cNvSpPr/>
            <p:nvPr/>
          </p:nvSpPr>
          <p:spPr>
            <a:xfrm>
              <a:off x="7107696" y="2096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4" name="pt26404"/>
            <p:cNvSpPr/>
            <p:nvPr/>
          </p:nvSpPr>
          <p:spPr>
            <a:xfrm>
              <a:off x="7001715" y="2121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5" name="pt26405"/>
            <p:cNvSpPr/>
            <p:nvPr/>
          </p:nvSpPr>
          <p:spPr>
            <a:xfrm>
              <a:off x="7289432" y="1989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6" name="pt26406"/>
            <p:cNvSpPr/>
            <p:nvPr/>
          </p:nvSpPr>
          <p:spPr>
            <a:xfrm>
              <a:off x="7293432" y="179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7" name="pt26407"/>
            <p:cNvSpPr/>
            <p:nvPr/>
          </p:nvSpPr>
          <p:spPr>
            <a:xfrm>
              <a:off x="7132594" y="2053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8" name="pt26408"/>
            <p:cNvSpPr/>
            <p:nvPr/>
          </p:nvSpPr>
          <p:spPr>
            <a:xfrm>
              <a:off x="7168798" y="2221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9" name="pt26409"/>
            <p:cNvSpPr/>
            <p:nvPr/>
          </p:nvSpPr>
          <p:spPr>
            <a:xfrm>
              <a:off x="7068702" y="2105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0" name="pt26410"/>
            <p:cNvSpPr/>
            <p:nvPr/>
          </p:nvSpPr>
          <p:spPr>
            <a:xfrm>
              <a:off x="7123097" y="2064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1" name="pt26411"/>
            <p:cNvSpPr/>
            <p:nvPr/>
          </p:nvSpPr>
          <p:spPr>
            <a:xfrm>
              <a:off x="6957524" y="1812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2" name="pt26412"/>
            <p:cNvSpPr/>
            <p:nvPr/>
          </p:nvSpPr>
          <p:spPr>
            <a:xfrm>
              <a:off x="6677588" y="1609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3" name="pt26413"/>
            <p:cNvSpPr/>
            <p:nvPr/>
          </p:nvSpPr>
          <p:spPr>
            <a:xfrm>
              <a:off x="7179415" y="2218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4" name="pt26414"/>
            <p:cNvSpPr/>
            <p:nvPr/>
          </p:nvSpPr>
          <p:spPr>
            <a:xfrm>
              <a:off x="6871442" y="2158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5" name="pt26415"/>
            <p:cNvSpPr/>
            <p:nvPr/>
          </p:nvSpPr>
          <p:spPr>
            <a:xfrm>
              <a:off x="7298567" y="2115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6" name="pt26416"/>
            <p:cNvSpPr/>
            <p:nvPr/>
          </p:nvSpPr>
          <p:spPr>
            <a:xfrm>
              <a:off x="7266835" y="1963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7" name="pt26417"/>
            <p:cNvSpPr/>
            <p:nvPr/>
          </p:nvSpPr>
          <p:spPr>
            <a:xfrm>
              <a:off x="6928458" y="2000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8" name="pt26418"/>
            <p:cNvSpPr/>
            <p:nvPr/>
          </p:nvSpPr>
          <p:spPr>
            <a:xfrm>
              <a:off x="6999832" y="2179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9" name="pt26419"/>
            <p:cNvSpPr/>
            <p:nvPr/>
          </p:nvSpPr>
          <p:spPr>
            <a:xfrm>
              <a:off x="6988778" y="2199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0" name="pt26420"/>
            <p:cNvSpPr/>
            <p:nvPr/>
          </p:nvSpPr>
          <p:spPr>
            <a:xfrm>
              <a:off x="6585689" y="2020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1" name="pt26421"/>
            <p:cNvSpPr/>
            <p:nvPr/>
          </p:nvSpPr>
          <p:spPr>
            <a:xfrm>
              <a:off x="6992226" y="2386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2" name="pt26422"/>
            <p:cNvSpPr/>
            <p:nvPr/>
          </p:nvSpPr>
          <p:spPr>
            <a:xfrm>
              <a:off x="7063214" y="2161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3" name="pt26423"/>
            <p:cNvSpPr/>
            <p:nvPr/>
          </p:nvSpPr>
          <p:spPr>
            <a:xfrm>
              <a:off x="7148127" y="1995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4" name="pt26424"/>
            <p:cNvSpPr/>
            <p:nvPr/>
          </p:nvSpPr>
          <p:spPr>
            <a:xfrm>
              <a:off x="7073418" y="2132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5" name="pt26425"/>
            <p:cNvSpPr/>
            <p:nvPr/>
          </p:nvSpPr>
          <p:spPr>
            <a:xfrm>
              <a:off x="6907512" y="2052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6" name="pt26426"/>
            <p:cNvSpPr/>
            <p:nvPr/>
          </p:nvSpPr>
          <p:spPr>
            <a:xfrm>
              <a:off x="7117813" y="1940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7" name="pt26427"/>
            <p:cNvSpPr/>
            <p:nvPr/>
          </p:nvSpPr>
          <p:spPr>
            <a:xfrm>
              <a:off x="6920065" y="1989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8" name="pt26428"/>
            <p:cNvSpPr/>
            <p:nvPr/>
          </p:nvSpPr>
          <p:spPr>
            <a:xfrm>
              <a:off x="7205744" y="2099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9" name="pt26429"/>
            <p:cNvSpPr/>
            <p:nvPr/>
          </p:nvSpPr>
          <p:spPr>
            <a:xfrm>
              <a:off x="7179612" y="2154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0" name="pt26430"/>
            <p:cNvSpPr/>
            <p:nvPr/>
          </p:nvSpPr>
          <p:spPr>
            <a:xfrm>
              <a:off x="7096804" y="2307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1" name="pt26431"/>
            <p:cNvSpPr/>
            <p:nvPr/>
          </p:nvSpPr>
          <p:spPr>
            <a:xfrm>
              <a:off x="6985917" y="2284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2" name="pt26432"/>
            <p:cNvSpPr/>
            <p:nvPr/>
          </p:nvSpPr>
          <p:spPr>
            <a:xfrm>
              <a:off x="7048414" y="2214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3" name="pt26433"/>
            <p:cNvSpPr/>
            <p:nvPr/>
          </p:nvSpPr>
          <p:spPr>
            <a:xfrm>
              <a:off x="7016415" y="2213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4" name="pt26434"/>
            <p:cNvSpPr/>
            <p:nvPr/>
          </p:nvSpPr>
          <p:spPr>
            <a:xfrm>
              <a:off x="6829477" y="206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5" name="pt26435"/>
            <p:cNvSpPr/>
            <p:nvPr/>
          </p:nvSpPr>
          <p:spPr>
            <a:xfrm>
              <a:off x="7175745" y="2202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6" name="pt26436"/>
            <p:cNvSpPr/>
            <p:nvPr/>
          </p:nvSpPr>
          <p:spPr>
            <a:xfrm>
              <a:off x="7035253" y="2211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7" name="pt26437"/>
            <p:cNvSpPr/>
            <p:nvPr/>
          </p:nvSpPr>
          <p:spPr>
            <a:xfrm>
              <a:off x="7036812" y="2196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8" name="pt26438"/>
            <p:cNvSpPr/>
            <p:nvPr/>
          </p:nvSpPr>
          <p:spPr>
            <a:xfrm>
              <a:off x="7287001" y="2092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9" name="pt26439"/>
            <p:cNvSpPr/>
            <p:nvPr/>
          </p:nvSpPr>
          <p:spPr>
            <a:xfrm>
              <a:off x="7241017" y="1966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0" name="pt26440"/>
            <p:cNvSpPr/>
            <p:nvPr/>
          </p:nvSpPr>
          <p:spPr>
            <a:xfrm>
              <a:off x="6824051" y="188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1" name="pt26441"/>
            <p:cNvSpPr/>
            <p:nvPr/>
          </p:nvSpPr>
          <p:spPr>
            <a:xfrm>
              <a:off x="7126902" y="2128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2" name="pt26442"/>
            <p:cNvSpPr/>
            <p:nvPr/>
          </p:nvSpPr>
          <p:spPr>
            <a:xfrm>
              <a:off x="7077209" y="2094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3" name="pt26443"/>
            <p:cNvSpPr/>
            <p:nvPr/>
          </p:nvSpPr>
          <p:spPr>
            <a:xfrm>
              <a:off x="7115501" y="1978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4" name="pt26444"/>
            <p:cNvSpPr/>
            <p:nvPr/>
          </p:nvSpPr>
          <p:spPr>
            <a:xfrm>
              <a:off x="7050206" y="216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5" name="pt26445"/>
            <p:cNvSpPr/>
            <p:nvPr/>
          </p:nvSpPr>
          <p:spPr>
            <a:xfrm>
              <a:off x="7323842" y="2745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6" name="pt26446"/>
            <p:cNvSpPr/>
            <p:nvPr/>
          </p:nvSpPr>
          <p:spPr>
            <a:xfrm>
              <a:off x="7109752" y="2017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7" name="pt26447"/>
            <p:cNvSpPr/>
            <p:nvPr/>
          </p:nvSpPr>
          <p:spPr>
            <a:xfrm>
              <a:off x="7278818" y="193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8" name="pt26448"/>
            <p:cNvSpPr/>
            <p:nvPr/>
          </p:nvSpPr>
          <p:spPr>
            <a:xfrm>
              <a:off x="7023803" y="2102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9" name="pt26449"/>
            <p:cNvSpPr/>
            <p:nvPr/>
          </p:nvSpPr>
          <p:spPr>
            <a:xfrm>
              <a:off x="7066157" y="2086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0" name="pt26450"/>
            <p:cNvSpPr/>
            <p:nvPr/>
          </p:nvSpPr>
          <p:spPr>
            <a:xfrm>
              <a:off x="7042722" y="2212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1" name="pt26451"/>
            <p:cNvSpPr/>
            <p:nvPr/>
          </p:nvSpPr>
          <p:spPr>
            <a:xfrm>
              <a:off x="6958948" y="1927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2" name="pt26452"/>
            <p:cNvSpPr/>
            <p:nvPr/>
          </p:nvSpPr>
          <p:spPr>
            <a:xfrm>
              <a:off x="7041678" y="2177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3" name="pt26453"/>
            <p:cNvSpPr/>
            <p:nvPr/>
          </p:nvSpPr>
          <p:spPr>
            <a:xfrm>
              <a:off x="7071871" y="2066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4" name="pt26454"/>
            <p:cNvSpPr/>
            <p:nvPr/>
          </p:nvSpPr>
          <p:spPr>
            <a:xfrm>
              <a:off x="6810575" y="2208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5" name="pt26455"/>
            <p:cNvSpPr/>
            <p:nvPr/>
          </p:nvSpPr>
          <p:spPr>
            <a:xfrm>
              <a:off x="6978400" y="206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6" name="pt26456"/>
            <p:cNvSpPr/>
            <p:nvPr/>
          </p:nvSpPr>
          <p:spPr>
            <a:xfrm>
              <a:off x="7060657" y="2169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7" name="pt26457"/>
            <p:cNvSpPr/>
            <p:nvPr/>
          </p:nvSpPr>
          <p:spPr>
            <a:xfrm>
              <a:off x="7084663" y="2161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8" name="pt26458"/>
            <p:cNvSpPr/>
            <p:nvPr/>
          </p:nvSpPr>
          <p:spPr>
            <a:xfrm>
              <a:off x="7128834" y="2108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9" name="pt26459"/>
            <p:cNvSpPr/>
            <p:nvPr/>
          </p:nvSpPr>
          <p:spPr>
            <a:xfrm>
              <a:off x="7035309" y="2200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0" name="pt26460"/>
            <p:cNvSpPr/>
            <p:nvPr/>
          </p:nvSpPr>
          <p:spPr>
            <a:xfrm>
              <a:off x="7169721" y="2225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1" name="pt26461"/>
            <p:cNvSpPr/>
            <p:nvPr/>
          </p:nvSpPr>
          <p:spPr>
            <a:xfrm>
              <a:off x="7129841" y="2173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2" name="pt26462"/>
            <p:cNvSpPr/>
            <p:nvPr/>
          </p:nvSpPr>
          <p:spPr>
            <a:xfrm>
              <a:off x="7149761" y="2077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3" name="pt26463"/>
            <p:cNvSpPr/>
            <p:nvPr/>
          </p:nvSpPr>
          <p:spPr>
            <a:xfrm>
              <a:off x="6975532" y="2060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4" name="pt26464"/>
            <p:cNvSpPr/>
            <p:nvPr/>
          </p:nvSpPr>
          <p:spPr>
            <a:xfrm>
              <a:off x="7074357" y="2099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5" name="pt26465"/>
            <p:cNvSpPr/>
            <p:nvPr/>
          </p:nvSpPr>
          <p:spPr>
            <a:xfrm>
              <a:off x="6835790" y="2010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6" name="pt26466"/>
            <p:cNvSpPr/>
            <p:nvPr/>
          </p:nvSpPr>
          <p:spPr>
            <a:xfrm>
              <a:off x="7055284" y="2093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7" name="pt26467"/>
            <p:cNvSpPr/>
            <p:nvPr/>
          </p:nvSpPr>
          <p:spPr>
            <a:xfrm>
              <a:off x="7180023" y="2073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8" name="pt26468"/>
            <p:cNvSpPr/>
            <p:nvPr/>
          </p:nvSpPr>
          <p:spPr>
            <a:xfrm>
              <a:off x="6961834" y="2059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9" name="pt26469"/>
            <p:cNvSpPr/>
            <p:nvPr/>
          </p:nvSpPr>
          <p:spPr>
            <a:xfrm>
              <a:off x="7031917" y="2169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0" name="pt26470"/>
            <p:cNvSpPr/>
            <p:nvPr/>
          </p:nvSpPr>
          <p:spPr>
            <a:xfrm>
              <a:off x="7268531" y="1882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1" name="pt26471"/>
            <p:cNvSpPr/>
            <p:nvPr/>
          </p:nvSpPr>
          <p:spPr>
            <a:xfrm>
              <a:off x="7063239" y="2127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2" name="pt26472"/>
            <p:cNvSpPr/>
            <p:nvPr/>
          </p:nvSpPr>
          <p:spPr>
            <a:xfrm>
              <a:off x="7220569" y="1995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3" name="pt26473"/>
            <p:cNvSpPr/>
            <p:nvPr/>
          </p:nvSpPr>
          <p:spPr>
            <a:xfrm>
              <a:off x="6707033" y="2510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4" name="pt26474"/>
            <p:cNvSpPr/>
            <p:nvPr/>
          </p:nvSpPr>
          <p:spPr>
            <a:xfrm>
              <a:off x="7159197" y="2385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5" name="pt26475"/>
            <p:cNvSpPr/>
            <p:nvPr/>
          </p:nvSpPr>
          <p:spPr>
            <a:xfrm>
              <a:off x="7070207" y="2121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6" name="pt26476"/>
            <p:cNvSpPr/>
            <p:nvPr/>
          </p:nvSpPr>
          <p:spPr>
            <a:xfrm>
              <a:off x="7107281" y="202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7" name="pt26477"/>
            <p:cNvSpPr/>
            <p:nvPr/>
          </p:nvSpPr>
          <p:spPr>
            <a:xfrm>
              <a:off x="7102078" y="2084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8" name="pt26478"/>
            <p:cNvSpPr/>
            <p:nvPr/>
          </p:nvSpPr>
          <p:spPr>
            <a:xfrm>
              <a:off x="7001565" y="2067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9" name="pt26479"/>
            <p:cNvSpPr/>
            <p:nvPr/>
          </p:nvSpPr>
          <p:spPr>
            <a:xfrm>
              <a:off x="7305006" y="2327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0" name="pt26480"/>
            <p:cNvSpPr/>
            <p:nvPr/>
          </p:nvSpPr>
          <p:spPr>
            <a:xfrm>
              <a:off x="7212762" y="1993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1" name="pt26481"/>
            <p:cNvSpPr/>
            <p:nvPr/>
          </p:nvSpPr>
          <p:spPr>
            <a:xfrm>
              <a:off x="7135451" y="2029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2" name="pt26482"/>
            <p:cNvSpPr/>
            <p:nvPr/>
          </p:nvSpPr>
          <p:spPr>
            <a:xfrm>
              <a:off x="7123292" y="2026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3" name="pt26483"/>
            <p:cNvSpPr/>
            <p:nvPr/>
          </p:nvSpPr>
          <p:spPr>
            <a:xfrm>
              <a:off x="7038910" y="2075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4" name="pt26484"/>
            <p:cNvSpPr/>
            <p:nvPr/>
          </p:nvSpPr>
          <p:spPr>
            <a:xfrm>
              <a:off x="7069777" y="2095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5" name="pt26485"/>
            <p:cNvSpPr/>
            <p:nvPr/>
          </p:nvSpPr>
          <p:spPr>
            <a:xfrm>
              <a:off x="7136702" y="219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6" name="pt26486"/>
            <p:cNvSpPr/>
            <p:nvPr/>
          </p:nvSpPr>
          <p:spPr>
            <a:xfrm>
              <a:off x="7080798" y="2165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7" name="pt26487"/>
            <p:cNvSpPr/>
            <p:nvPr/>
          </p:nvSpPr>
          <p:spPr>
            <a:xfrm>
              <a:off x="6952494" y="1648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8" name="pt26488"/>
            <p:cNvSpPr/>
            <p:nvPr/>
          </p:nvSpPr>
          <p:spPr>
            <a:xfrm>
              <a:off x="7072691" y="2067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9" name="pt26489"/>
            <p:cNvSpPr/>
            <p:nvPr/>
          </p:nvSpPr>
          <p:spPr>
            <a:xfrm>
              <a:off x="6930077" y="1787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0" name="pt26490"/>
            <p:cNvSpPr/>
            <p:nvPr/>
          </p:nvSpPr>
          <p:spPr>
            <a:xfrm>
              <a:off x="6979496" y="2226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1" name="pt26491"/>
            <p:cNvSpPr/>
            <p:nvPr/>
          </p:nvSpPr>
          <p:spPr>
            <a:xfrm>
              <a:off x="7246285" y="207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2" name="pt26492"/>
            <p:cNvSpPr/>
            <p:nvPr/>
          </p:nvSpPr>
          <p:spPr>
            <a:xfrm>
              <a:off x="7038108" y="2193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3" name="pt26493"/>
            <p:cNvSpPr/>
            <p:nvPr/>
          </p:nvSpPr>
          <p:spPr>
            <a:xfrm>
              <a:off x="7064699" y="2131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4" name="pt26494"/>
            <p:cNvSpPr/>
            <p:nvPr/>
          </p:nvSpPr>
          <p:spPr>
            <a:xfrm>
              <a:off x="7429840" y="2137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5" name="pt26495"/>
            <p:cNvSpPr/>
            <p:nvPr/>
          </p:nvSpPr>
          <p:spPr>
            <a:xfrm>
              <a:off x="7111425" y="206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6" name="pt26496"/>
            <p:cNvSpPr/>
            <p:nvPr/>
          </p:nvSpPr>
          <p:spPr>
            <a:xfrm>
              <a:off x="7043349" y="2236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7" name="pt26497"/>
            <p:cNvSpPr/>
            <p:nvPr/>
          </p:nvSpPr>
          <p:spPr>
            <a:xfrm>
              <a:off x="7137841" y="1985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8" name="pt26498"/>
            <p:cNvSpPr/>
            <p:nvPr/>
          </p:nvSpPr>
          <p:spPr>
            <a:xfrm>
              <a:off x="6724685" y="2397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9" name="pt26499"/>
            <p:cNvSpPr/>
            <p:nvPr/>
          </p:nvSpPr>
          <p:spPr>
            <a:xfrm>
              <a:off x="7109565" y="2107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0" name="pt26500"/>
            <p:cNvSpPr/>
            <p:nvPr/>
          </p:nvSpPr>
          <p:spPr>
            <a:xfrm>
              <a:off x="7243409" y="1878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1" name="pt26501"/>
            <p:cNvSpPr/>
            <p:nvPr/>
          </p:nvSpPr>
          <p:spPr>
            <a:xfrm>
              <a:off x="7110835" y="1972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2" name="pt26502"/>
            <p:cNvSpPr/>
            <p:nvPr/>
          </p:nvSpPr>
          <p:spPr>
            <a:xfrm>
              <a:off x="7032426" y="2188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3" name="pt26503"/>
            <p:cNvSpPr/>
            <p:nvPr/>
          </p:nvSpPr>
          <p:spPr>
            <a:xfrm>
              <a:off x="7081430" y="2182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4" name="pt26504"/>
            <p:cNvSpPr/>
            <p:nvPr/>
          </p:nvSpPr>
          <p:spPr>
            <a:xfrm>
              <a:off x="7018458" y="2246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5" name="pt26505"/>
            <p:cNvSpPr/>
            <p:nvPr/>
          </p:nvSpPr>
          <p:spPr>
            <a:xfrm>
              <a:off x="7334356" y="2375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6" name="pt26506"/>
            <p:cNvSpPr/>
            <p:nvPr/>
          </p:nvSpPr>
          <p:spPr>
            <a:xfrm>
              <a:off x="7093468" y="2197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7" name="pt26507"/>
            <p:cNvSpPr/>
            <p:nvPr/>
          </p:nvSpPr>
          <p:spPr>
            <a:xfrm>
              <a:off x="6922580" y="185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8" name="pt26508"/>
            <p:cNvSpPr/>
            <p:nvPr/>
          </p:nvSpPr>
          <p:spPr>
            <a:xfrm>
              <a:off x="7321253" y="2627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9" name="pt26509"/>
            <p:cNvSpPr/>
            <p:nvPr/>
          </p:nvSpPr>
          <p:spPr>
            <a:xfrm>
              <a:off x="7241836" y="2015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0" name="pt26510"/>
            <p:cNvSpPr/>
            <p:nvPr/>
          </p:nvSpPr>
          <p:spPr>
            <a:xfrm>
              <a:off x="7314678" y="2553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1" name="pt26511"/>
            <p:cNvSpPr/>
            <p:nvPr/>
          </p:nvSpPr>
          <p:spPr>
            <a:xfrm>
              <a:off x="7232084" y="1993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2" name="pt26512"/>
            <p:cNvSpPr/>
            <p:nvPr/>
          </p:nvSpPr>
          <p:spPr>
            <a:xfrm>
              <a:off x="7304580" y="2238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3" name="pt26513"/>
            <p:cNvSpPr/>
            <p:nvPr/>
          </p:nvSpPr>
          <p:spPr>
            <a:xfrm>
              <a:off x="7068808" y="2121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4" name="pt26514"/>
            <p:cNvSpPr/>
            <p:nvPr/>
          </p:nvSpPr>
          <p:spPr>
            <a:xfrm>
              <a:off x="6887908" y="2168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5" name="pt26515"/>
            <p:cNvSpPr/>
            <p:nvPr/>
          </p:nvSpPr>
          <p:spPr>
            <a:xfrm>
              <a:off x="6923879" y="1931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6" name="pt26516"/>
            <p:cNvSpPr/>
            <p:nvPr/>
          </p:nvSpPr>
          <p:spPr>
            <a:xfrm>
              <a:off x="7252550" y="216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7" name="pt26517"/>
            <p:cNvSpPr/>
            <p:nvPr/>
          </p:nvSpPr>
          <p:spPr>
            <a:xfrm>
              <a:off x="7277133" y="2005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8" name="pt26518"/>
            <p:cNvSpPr/>
            <p:nvPr/>
          </p:nvSpPr>
          <p:spPr>
            <a:xfrm>
              <a:off x="7138241" y="1987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9" name="pt26519"/>
            <p:cNvSpPr/>
            <p:nvPr/>
          </p:nvSpPr>
          <p:spPr>
            <a:xfrm>
              <a:off x="6817431" y="2043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0" name="pt26520"/>
            <p:cNvSpPr/>
            <p:nvPr/>
          </p:nvSpPr>
          <p:spPr>
            <a:xfrm>
              <a:off x="7085554" y="2179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1" name="pt26521"/>
            <p:cNvSpPr/>
            <p:nvPr/>
          </p:nvSpPr>
          <p:spPr>
            <a:xfrm>
              <a:off x="7127705" y="2036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2" name="pt26522"/>
            <p:cNvSpPr/>
            <p:nvPr/>
          </p:nvSpPr>
          <p:spPr>
            <a:xfrm>
              <a:off x="7070676" y="2178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3" name="pt26523"/>
            <p:cNvSpPr/>
            <p:nvPr/>
          </p:nvSpPr>
          <p:spPr>
            <a:xfrm>
              <a:off x="6867721" y="2170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4" name="pt26524"/>
            <p:cNvSpPr/>
            <p:nvPr/>
          </p:nvSpPr>
          <p:spPr>
            <a:xfrm>
              <a:off x="7088135" y="220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5" name="pt26525"/>
            <p:cNvSpPr/>
            <p:nvPr/>
          </p:nvSpPr>
          <p:spPr>
            <a:xfrm>
              <a:off x="7191548" y="2235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6" name="pt26526"/>
            <p:cNvSpPr/>
            <p:nvPr/>
          </p:nvSpPr>
          <p:spPr>
            <a:xfrm>
              <a:off x="7211295" y="2001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7" name="pt26527"/>
            <p:cNvSpPr/>
            <p:nvPr/>
          </p:nvSpPr>
          <p:spPr>
            <a:xfrm>
              <a:off x="7050036" y="2143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8" name="pt26528"/>
            <p:cNvSpPr/>
            <p:nvPr/>
          </p:nvSpPr>
          <p:spPr>
            <a:xfrm>
              <a:off x="7730323" y="2407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9" name="pt26529"/>
            <p:cNvSpPr/>
            <p:nvPr/>
          </p:nvSpPr>
          <p:spPr>
            <a:xfrm>
              <a:off x="7099366" y="2270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0" name="pt26530"/>
            <p:cNvSpPr/>
            <p:nvPr/>
          </p:nvSpPr>
          <p:spPr>
            <a:xfrm>
              <a:off x="7036568" y="2221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1" name="pt26531"/>
            <p:cNvSpPr/>
            <p:nvPr/>
          </p:nvSpPr>
          <p:spPr>
            <a:xfrm>
              <a:off x="7172871" y="2167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2" name="pt26532"/>
            <p:cNvSpPr/>
            <p:nvPr/>
          </p:nvSpPr>
          <p:spPr>
            <a:xfrm>
              <a:off x="7155308" y="2244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3" name="pt26533"/>
            <p:cNvSpPr/>
            <p:nvPr/>
          </p:nvSpPr>
          <p:spPr>
            <a:xfrm>
              <a:off x="7119375" y="1987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4" name="pt26534"/>
            <p:cNvSpPr/>
            <p:nvPr/>
          </p:nvSpPr>
          <p:spPr>
            <a:xfrm>
              <a:off x="7094071" y="222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5" name="pt26535"/>
            <p:cNvSpPr/>
            <p:nvPr/>
          </p:nvSpPr>
          <p:spPr>
            <a:xfrm>
              <a:off x="7262601" y="2004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6" name="pt26536"/>
            <p:cNvSpPr/>
            <p:nvPr/>
          </p:nvSpPr>
          <p:spPr>
            <a:xfrm>
              <a:off x="6939581" y="1923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7" name="pt26537"/>
            <p:cNvSpPr/>
            <p:nvPr/>
          </p:nvSpPr>
          <p:spPr>
            <a:xfrm>
              <a:off x="7110472" y="2050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8" name="pt26538"/>
            <p:cNvSpPr/>
            <p:nvPr/>
          </p:nvSpPr>
          <p:spPr>
            <a:xfrm>
              <a:off x="7029845" y="2169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9" name="pt26539"/>
            <p:cNvSpPr/>
            <p:nvPr/>
          </p:nvSpPr>
          <p:spPr>
            <a:xfrm>
              <a:off x="6766278" y="1918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0" name="pt26540"/>
            <p:cNvSpPr/>
            <p:nvPr/>
          </p:nvSpPr>
          <p:spPr>
            <a:xfrm>
              <a:off x="7078838" y="2122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1" name="pt26541"/>
            <p:cNvSpPr/>
            <p:nvPr/>
          </p:nvSpPr>
          <p:spPr>
            <a:xfrm>
              <a:off x="7181505" y="211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2" name="pt26542"/>
            <p:cNvSpPr/>
            <p:nvPr/>
          </p:nvSpPr>
          <p:spPr>
            <a:xfrm>
              <a:off x="7010184" y="2014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3" name="pt26543"/>
            <p:cNvSpPr/>
            <p:nvPr/>
          </p:nvSpPr>
          <p:spPr>
            <a:xfrm>
              <a:off x="7041985" y="2306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4" name="pt26544"/>
            <p:cNvSpPr/>
            <p:nvPr/>
          </p:nvSpPr>
          <p:spPr>
            <a:xfrm>
              <a:off x="7163018" y="2106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5" name="pt26545"/>
            <p:cNvSpPr/>
            <p:nvPr/>
          </p:nvSpPr>
          <p:spPr>
            <a:xfrm>
              <a:off x="7061013" y="2180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6" name="pt26546"/>
            <p:cNvSpPr/>
            <p:nvPr/>
          </p:nvSpPr>
          <p:spPr>
            <a:xfrm>
              <a:off x="7098498" y="2347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7" name="pt26547"/>
            <p:cNvSpPr/>
            <p:nvPr/>
          </p:nvSpPr>
          <p:spPr>
            <a:xfrm>
              <a:off x="7042257" y="2094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8" name="pt26548"/>
            <p:cNvSpPr/>
            <p:nvPr/>
          </p:nvSpPr>
          <p:spPr>
            <a:xfrm>
              <a:off x="7216605" y="2162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9" name="pt26549"/>
            <p:cNvSpPr/>
            <p:nvPr/>
          </p:nvSpPr>
          <p:spPr>
            <a:xfrm>
              <a:off x="6894232" y="2027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0" name="pt26550"/>
            <p:cNvSpPr/>
            <p:nvPr/>
          </p:nvSpPr>
          <p:spPr>
            <a:xfrm>
              <a:off x="7318072" y="2556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1" name="pt26551"/>
            <p:cNvSpPr/>
            <p:nvPr/>
          </p:nvSpPr>
          <p:spPr>
            <a:xfrm>
              <a:off x="7224420" y="1993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2" name="pt26552"/>
            <p:cNvSpPr/>
            <p:nvPr/>
          </p:nvSpPr>
          <p:spPr>
            <a:xfrm>
              <a:off x="7107608" y="2047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3" name="pt26553"/>
            <p:cNvSpPr/>
            <p:nvPr/>
          </p:nvSpPr>
          <p:spPr>
            <a:xfrm>
              <a:off x="7053303" y="2052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4" name="pt26554"/>
            <p:cNvSpPr/>
            <p:nvPr/>
          </p:nvSpPr>
          <p:spPr>
            <a:xfrm>
              <a:off x="6387548" y="1882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5" name="pt26555"/>
            <p:cNvSpPr/>
            <p:nvPr/>
          </p:nvSpPr>
          <p:spPr>
            <a:xfrm>
              <a:off x="7172623" y="2072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6" name="pt26556"/>
            <p:cNvSpPr/>
            <p:nvPr/>
          </p:nvSpPr>
          <p:spPr>
            <a:xfrm>
              <a:off x="7131458" y="2071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7" name="pt26557"/>
            <p:cNvSpPr/>
            <p:nvPr/>
          </p:nvSpPr>
          <p:spPr>
            <a:xfrm>
              <a:off x="7287465" y="2058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8" name="pt26558"/>
            <p:cNvSpPr/>
            <p:nvPr/>
          </p:nvSpPr>
          <p:spPr>
            <a:xfrm>
              <a:off x="7143659" y="2003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9" name="pt26559"/>
            <p:cNvSpPr/>
            <p:nvPr/>
          </p:nvSpPr>
          <p:spPr>
            <a:xfrm>
              <a:off x="7094307" y="2315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0" name="pt26560"/>
            <p:cNvSpPr/>
            <p:nvPr/>
          </p:nvSpPr>
          <p:spPr>
            <a:xfrm>
              <a:off x="7086850" y="2264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1" name="pt26561"/>
            <p:cNvSpPr/>
            <p:nvPr/>
          </p:nvSpPr>
          <p:spPr>
            <a:xfrm>
              <a:off x="7396661" y="2593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2" name="pt26562"/>
            <p:cNvSpPr/>
            <p:nvPr/>
          </p:nvSpPr>
          <p:spPr>
            <a:xfrm>
              <a:off x="7010298" y="2089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3" name="pt26563"/>
            <p:cNvSpPr/>
            <p:nvPr/>
          </p:nvSpPr>
          <p:spPr>
            <a:xfrm>
              <a:off x="7550951" y="2716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4" name="pt26564"/>
            <p:cNvSpPr/>
            <p:nvPr/>
          </p:nvSpPr>
          <p:spPr>
            <a:xfrm>
              <a:off x="7120344" y="2047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5" name="pt26565"/>
            <p:cNvSpPr/>
            <p:nvPr/>
          </p:nvSpPr>
          <p:spPr>
            <a:xfrm>
              <a:off x="6921528" y="2002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6" name="pt26566"/>
            <p:cNvSpPr/>
            <p:nvPr/>
          </p:nvSpPr>
          <p:spPr>
            <a:xfrm>
              <a:off x="7119137" y="1953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7" name="pt26567"/>
            <p:cNvSpPr/>
            <p:nvPr/>
          </p:nvSpPr>
          <p:spPr>
            <a:xfrm>
              <a:off x="7211527" y="2044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8" name="pt26568"/>
            <p:cNvSpPr/>
            <p:nvPr/>
          </p:nvSpPr>
          <p:spPr>
            <a:xfrm>
              <a:off x="7279916" y="1777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9" name="pt26569"/>
            <p:cNvSpPr/>
            <p:nvPr/>
          </p:nvSpPr>
          <p:spPr>
            <a:xfrm>
              <a:off x="7049842" y="2193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0" name="pt26570"/>
            <p:cNvSpPr/>
            <p:nvPr/>
          </p:nvSpPr>
          <p:spPr>
            <a:xfrm>
              <a:off x="7112070" y="1992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1" name="pt26571"/>
            <p:cNvSpPr/>
            <p:nvPr/>
          </p:nvSpPr>
          <p:spPr>
            <a:xfrm>
              <a:off x="6767420" y="1741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2" name="pt26572"/>
            <p:cNvSpPr/>
            <p:nvPr/>
          </p:nvSpPr>
          <p:spPr>
            <a:xfrm>
              <a:off x="6865087" y="2168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3" name="pt26573"/>
            <p:cNvSpPr/>
            <p:nvPr/>
          </p:nvSpPr>
          <p:spPr>
            <a:xfrm>
              <a:off x="7165896" y="1999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4" name="pt26574"/>
            <p:cNvSpPr/>
            <p:nvPr/>
          </p:nvSpPr>
          <p:spPr>
            <a:xfrm>
              <a:off x="7222392" y="1964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5" name="pt26575"/>
            <p:cNvSpPr/>
            <p:nvPr/>
          </p:nvSpPr>
          <p:spPr>
            <a:xfrm>
              <a:off x="7340330" y="1952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6" name="pt26576"/>
            <p:cNvSpPr/>
            <p:nvPr/>
          </p:nvSpPr>
          <p:spPr>
            <a:xfrm>
              <a:off x="7088019" y="2203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7" name="pt26577"/>
            <p:cNvSpPr/>
            <p:nvPr/>
          </p:nvSpPr>
          <p:spPr>
            <a:xfrm>
              <a:off x="6868108" y="2224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8" name="pt26578"/>
            <p:cNvSpPr/>
            <p:nvPr/>
          </p:nvSpPr>
          <p:spPr>
            <a:xfrm>
              <a:off x="7093261" y="2282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9" name="pt26579"/>
            <p:cNvSpPr/>
            <p:nvPr/>
          </p:nvSpPr>
          <p:spPr>
            <a:xfrm>
              <a:off x="6838249" y="1851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0" name="pt26580"/>
            <p:cNvSpPr/>
            <p:nvPr/>
          </p:nvSpPr>
          <p:spPr>
            <a:xfrm>
              <a:off x="7066574" y="2132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1" name="pt26581"/>
            <p:cNvSpPr/>
            <p:nvPr/>
          </p:nvSpPr>
          <p:spPr>
            <a:xfrm>
              <a:off x="7050306" y="2117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2" name="pt26582"/>
            <p:cNvSpPr/>
            <p:nvPr/>
          </p:nvSpPr>
          <p:spPr>
            <a:xfrm>
              <a:off x="7036812" y="2178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3" name="pt26583"/>
            <p:cNvSpPr/>
            <p:nvPr/>
          </p:nvSpPr>
          <p:spPr>
            <a:xfrm>
              <a:off x="7086797" y="2280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4" name="pt26584"/>
            <p:cNvSpPr/>
            <p:nvPr/>
          </p:nvSpPr>
          <p:spPr>
            <a:xfrm>
              <a:off x="6967703" y="1869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5" name="pt26585"/>
            <p:cNvSpPr/>
            <p:nvPr/>
          </p:nvSpPr>
          <p:spPr>
            <a:xfrm>
              <a:off x="7098936" y="2295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6" name="pt26586"/>
            <p:cNvSpPr/>
            <p:nvPr/>
          </p:nvSpPr>
          <p:spPr>
            <a:xfrm>
              <a:off x="7356491" y="2585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7" name="pt26587"/>
            <p:cNvSpPr/>
            <p:nvPr/>
          </p:nvSpPr>
          <p:spPr>
            <a:xfrm>
              <a:off x="7204199" y="2155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8" name="pt26588"/>
            <p:cNvSpPr/>
            <p:nvPr/>
          </p:nvSpPr>
          <p:spPr>
            <a:xfrm>
              <a:off x="6907763" y="1938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9" name="pt26589"/>
            <p:cNvSpPr/>
            <p:nvPr/>
          </p:nvSpPr>
          <p:spPr>
            <a:xfrm>
              <a:off x="7224748" y="2021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0" name="pt26590"/>
            <p:cNvSpPr/>
            <p:nvPr/>
          </p:nvSpPr>
          <p:spPr>
            <a:xfrm>
              <a:off x="7362088" y="2595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1" name="pt26591"/>
            <p:cNvSpPr/>
            <p:nvPr/>
          </p:nvSpPr>
          <p:spPr>
            <a:xfrm>
              <a:off x="7023079" y="200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2" name="pt26592"/>
            <p:cNvSpPr/>
            <p:nvPr/>
          </p:nvSpPr>
          <p:spPr>
            <a:xfrm>
              <a:off x="7038492" y="2199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3" name="pt26593"/>
            <p:cNvSpPr/>
            <p:nvPr/>
          </p:nvSpPr>
          <p:spPr>
            <a:xfrm>
              <a:off x="7441765" y="2375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4" name="pt26594"/>
            <p:cNvSpPr/>
            <p:nvPr/>
          </p:nvSpPr>
          <p:spPr>
            <a:xfrm>
              <a:off x="7049758" y="212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5" name="pt26595"/>
            <p:cNvSpPr/>
            <p:nvPr/>
          </p:nvSpPr>
          <p:spPr>
            <a:xfrm>
              <a:off x="7057598" y="1991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6" name="pt26596"/>
            <p:cNvSpPr/>
            <p:nvPr/>
          </p:nvSpPr>
          <p:spPr>
            <a:xfrm>
              <a:off x="7211886" y="2109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7" name="pt26597"/>
            <p:cNvSpPr/>
            <p:nvPr/>
          </p:nvSpPr>
          <p:spPr>
            <a:xfrm>
              <a:off x="6880557" y="2252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8" name="pt26598"/>
            <p:cNvSpPr/>
            <p:nvPr/>
          </p:nvSpPr>
          <p:spPr>
            <a:xfrm>
              <a:off x="7225539" y="1866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9" name="pt26599"/>
            <p:cNvSpPr/>
            <p:nvPr/>
          </p:nvSpPr>
          <p:spPr>
            <a:xfrm>
              <a:off x="6957644" y="2051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0" name="pt26600"/>
            <p:cNvSpPr/>
            <p:nvPr/>
          </p:nvSpPr>
          <p:spPr>
            <a:xfrm>
              <a:off x="7123667" y="210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1" name="pt26601"/>
            <p:cNvSpPr/>
            <p:nvPr/>
          </p:nvSpPr>
          <p:spPr>
            <a:xfrm>
              <a:off x="7051761" y="2116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2" name="pt26602"/>
            <p:cNvSpPr/>
            <p:nvPr/>
          </p:nvSpPr>
          <p:spPr>
            <a:xfrm>
              <a:off x="7195712" y="201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3" name="pt26603"/>
            <p:cNvSpPr/>
            <p:nvPr/>
          </p:nvSpPr>
          <p:spPr>
            <a:xfrm>
              <a:off x="7094286" y="2316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4" name="pt26604"/>
            <p:cNvSpPr/>
            <p:nvPr/>
          </p:nvSpPr>
          <p:spPr>
            <a:xfrm>
              <a:off x="7268975" y="1968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5" name="pt26605"/>
            <p:cNvSpPr/>
            <p:nvPr/>
          </p:nvSpPr>
          <p:spPr>
            <a:xfrm>
              <a:off x="7127379" y="2043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6" name="pt26606"/>
            <p:cNvSpPr/>
            <p:nvPr/>
          </p:nvSpPr>
          <p:spPr>
            <a:xfrm>
              <a:off x="6767560" y="1783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7" name="pt26607"/>
            <p:cNvSpPr/>
            <p:nvPr/>
          </p:nvSpPr>
          <p:spPr>
            <a:xfrm>
              <a:off x="7208030" y="2095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8" name="pt26608"/>
            <p:cNvSpPr/>
            <p:nvPr/>
          </p:nvSpPr>
          <p:spPr>
            <a:xfrm>
              <a:off x="7167381" y="1944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9" name="pt26609"/>
            <p:cNvSpPr/>
            <p:nvPr/>
          </p:nvSpPr>
          <p:spPr>
            <a:xfrm>
              <a:off x="7086828" y="2170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0" name="pt26610"/>
            <p:cNvSpPr/>
            <p:nvPr/>
          </p:nvSpPr>
          <p:spPr>
            <a:xfrm>
              <a:off x="6800767" y="2037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1" name="pt26611"/>
            <p:cNvSpPr/>
            <p:nvPr/>
          </p:nvSpPr>
          <p:spPr>
            <a:xfrm>
              <a:off x="7042997" y="2204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2" name="pt26612"/>
            <p:cNvSpPr/>
            <p:nvPr/>
          </p:nvSpPr>
          <p:spPr>
            <a:xfrm>
              <a:off x="7348601" y="2254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3" name="pt26613"/>
            <p:cNvSpPr/>
            <p:nvPr/>
          </p:nvSpPr>
          <p:spPr>
            <a:xfrm>
              <a:off x="7119979" y="1969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4" name="pt26614"/>
            <p:cNvSpPr/>
            <p:nvPr/>
          </p:nvSpPr>
          <p:spPr>
            <a:xfrm>
              <a:off x="7795440" y="2014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5" name="pt26615"/>
            <p:cNvSpPr/>
            <p:nvPr/>
          </p:nvSpPr>
          <p:spPr>
            <a:xfrm>
              <a:off x="6788578" y="237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6" name="pt26616"/>
            <p:cNvSpPr/>
            <p:nvPr/>
          </p:nvSpPr>
          <p:spPr>
            <a:xfrm>
              <a:off x="7093421" y="2281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7" name="pt26617"/>
            <p:cNvSpPr/>
            <p:nvPr/>
          </p:nvSpPr>
          <p:spPr>
            <a:xfrm>
              <a:off x="7046770" y="2166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8" name="pt26618"/>
            <p:cNvSpPr/>
            <p:nvPr/>
          </p:nvSpPr>
          <p:spPr>
            <a:xfrm>
              <a:off x="7242332" y="2048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9" name="pt26619"/>
            <p:cNvSpPr/>
            <p:nvPr/>
          </p:nvSpPr>
          <p:spPr>
            <a:xfrm>
              <a:off x="7288603" y="1965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0" name="pt26620"/>
            <p:cNvSpPr/>
            <p:nvPr/>
          </p:nvSpPr>
          <p:spPr>
            <a:xfrm>
              <a:off x="6954988" y="1704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1" name="pt26621"/>
            <p:cNvSpPr/>
            <p:nvPr/>
          </p:nvSpPr>
          <p:spPr>
            <a:xfrm>
              <a:off x="7164523" y="1994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2" name="pt26622"/>
            <p:cNvSpPr/>
            <p:nvPr/>
          </p:nvSpPr>
          <p:spPr>
            <a:xfrm>
              <a:off x="7148806" y="2115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3" name="pt26623"/>
            <p:cNvSpPr/>
            <p:nvPr/>
          </p:nvSpPr>
          <p:spPr>
            <a:xfrm>
              <a:off x="7237904" y="1753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4" name="pt26624"/>
            <p:cNvSpPr/>
            <p:nvPr/>
          </p:nvSpPr>
          <p:spPr>
            <a:xfrm>
              <a:off x="7007658" y="1703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5" name="pt26625"/>
            <p:cNvSpPr/>
            <p:nvPr/>
          </p:nvSpPr>
          <p:spPr>
            <a:xfrm>
              <a:off x="7016770" y="2192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6" name="pt26626"/>
            <p:cNvSpPr/>
            <p:nvPr/>
          </p:nvSpPr>
          <p:spPr>
            <a:xfrm>
              <a:off x="7010964" y="2097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7" name="pt26627"/>
            <p:cNvSpPr/>
            <p:nvPr/>
          </p:nvSpPr>
          <p:spPr>
            <a:xfrm>
              <a:off x="7135638" y="2068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8" name="pt26628"/>
            <p:cNvSpPr/>
            <p:nvPr/>
          </p:nvSpPr>
          <p:spPr>
            <a:xfrm>
              <a:off x="7271148" y="1959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9" name="pt26629"/>
            <p:cNvSpPr/>
            <p:nvPr/>
          </p:nvSpPr>
          <p:spPr>
            <a:xfrm>
              <a:off x="7167945" y="2103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0" name="pt26630"/>
            <p:cNvSpPr/>
            <p:nvPr/>
          </p:nvSpPr>
          <p:spPr>
            <a:xfrm>
              <a:off x="7144783" y="2131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1" name="pt26631"/>
            <p:cNvSpPr/>
            <p:nvPr/>
          </p:nvSpPr>
          <p:spPr>
            <a:xfrm>
              <a:off x="7141267" y="1993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2" name="pt26632"/>
            <p:cNvSpPr/>
            <p:nvPr/>
          </p:nvSpPr>
          <p:spPr>
            <a:xfrm>
              <a:off x="6971817" y="1972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3" name="pt26633"/>
            <p:cNvSpPr/>
            <p:nvPr/>
          </p:nvSpPr>
          <p:spPr>
            <a:xfrm>
              <a:off x="7243681" y="1955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4" name="pt26634"/>
            <p:cNvSpPr/>
            <p:nvPr/>
          </p:nvSpPr>
          <p:spPr>
            <a:xfrm>
              <a:off x="6979512" y="2174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5" name="pt26635"/>
            <p:cNvSpPr/>
            <p:nvPr/>
          </p:nvSpPr>
          <p:spPr>
            <a:xfrm>
              <a:off x="7148920" y="2044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6" name="pt26636"/>
            <p:cNvSpPr/>
            <p:nvPr/>
          </p:nvSpPr>
          <p:spPr>
            <a:xfrm>
              <a:off x="7209771" y="1996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7" name="pt26637"/>
            <p:cNvSpPr/>
            <p:nvPr/>
          </p:nvSpPr>
          <p:spPr>
            <a:xfrm>
              <a:off x="6942333" y="1878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8" name="pt26638"/>
            <p:cNvSpPr/>
            <p:nvPr/>
          </p:nvSpPr>
          <p:spPr>
            <a:xfrm>
              <a:off x="7203757" y="2016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9" name="pt26639"/>
            <p:cNvSpPr/>
            <p:nvPr/>
          </p:nvSpPr>
          <p:spPr>
            <a:xfrm>
              <a:off x="7098890" y="2253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0" name="pt26640"/>
            <p:cNvSpPr/>
            <p:nvPr/>
          </p:nvSpPr>
          <p:spPr>
            <a:xfrm>
              <a:off x="6961032" y="2159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1" name="pt26641"/>
            <p:cNvSpPr/>
            <p:nvPr/>
          </p:nvSpPr>
          <p:spPr>
            <a:xfrm>
              <a:off x="6953945" y="1719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2" name="pt26642"/>
            <p:cNvSpPr/>
            <p:nvPr/>
          </p:nvSpPr>
          <p:spPr>
            <a:xfrm>
              <a:off x="7197568" y="2097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3" name="pt26643"/>
            <p:cNvSpPr/>
            <p:nvPr/>
          </p:nvSpPr>
          <p:spPr>
            <a:xfrm>
              <a:off x="7034294" y="2205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4" name="pt26644"/>
            <p:cNvSpPr/>
            <p:nvPr/>
          </p:nvSpPr>
          <p:spPr>
            <a:xfrm>
              <a:off x="7202517" y="2085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5" name="pt26645"/>
            <p:cNvSpPr/>
            <p:nvPr/>
          </p:nvSpPr>
          <p:spPr>
            <a:xfrm>
              <a:off x="6716725" y="2362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6" name="pt26646"/>
            <p:cNvSpPr/>
            <p:nvPr/>
          </p:nvSpPr>
          <p:spPr>
            <a:xfrm>
              <a:off x="6976333" y="2079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7" name="pt26647"/>
            <p:cNvSpPr/>
            <p:nvPr/>
          </p:nvSpPr>
          <p:spPr>
            <a:xfrm>
              <a:off x="7065978" y="2132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8" name="pt26648"/>
            <p:cNvSpPr/>
            <p:nvPr/>
          </p:nvSpPr>
          <p:spPr>
            <a:xfrm>
              <a:off x="7147631" y="1976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9" name="pt26649"/>
            <p:cNvSpPr/>
            <p:nvPr/>
          </p:nvSpPr>
          <p:spPr>
            <a:xfrm>
              <a:off x="7017399" y="2206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0" name="pt26650"/>
            <p:cNvSpPr/>
            <p:nvPr/>
          </p:nvSpPr>
          <p:spPr>
            <a:xfrm>
              <a:off x="7242744" y="1879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1" name="pt26651"/>
            <p:cNvSpPr/>
            <p:nvPr/>
          </p:nvSpPr>
          <p:spPr>
            <a:xfrm>
              <a:off x="6853991" y="2081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2" name="pt26652"/>
            <p:cNvSpPr/>
            <p:nvPr/>
          </p:nvSpPr>
          <p:spPr>
            <a:xfrm>
              <a:off x="7006832" y="1483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3" name="pt26653"/>
            <p:cNvSpPr/>
            <p:nvPr/>
          </p:nvSpPr>
          <p:spPr>
            <a:xfrm>
              <a:off x="7021750" y="2130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4" name="pt26654"/>
            <p:cNvSpPr/>
            <p:nvPr/>
          </p:nvSpPr>
          <p:spPr>
            <a:xfrm>
              <a:off x="6961722" y="2074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5" name="pt26655"/>
            <p:cNvSpPr/>
            <p:nvPr/>
          </p:nvSpPr>
          <p:spPr>
            <a:xfrm>
              <a:off x="7250756" y="1988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6" name="pt26656"/>
            <p:cNvSpPr/>
            <p:nvPr/>
          </p:nvSpPr>
          <p:spPr>
            <a:xfrm>
              <a:off x="6782420" y="2108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7" name="pt26657"/>
            <p:cNvSpPr/>
            <p:nvPr/>
          </p:nvSpPr>
          <p:spPr>
            <a:xfrm>
              <a:off x="7344687" y="2168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8" name="pt26658"/>
            <p:cNvSpPr/>
            <p:nvPr/>
          </p:nvSpPr>
          <p:spPr>
            <a:xfrm>
              <a:off x="7027667" y="2015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9" name="pt26659"/>
            <p:cNvSpPr/>
            <p:nvPr/>
          </p:nvSpPr>
          <p:spPr>
            <a:xfrm>
              <a:off x="7210082" y="2086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0" name="pt26660"/>
            <p:cNvSpPr/>
            <p:nvPr/>
          </p:nvSpPr>
          <p:spPr>
            <a:xfrm>
              <a:off x="6792391" y="2336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1" name="pt26661"/>
            <p:cNvSpPr/>
            <p:nvPr/>
          </p:nvSpPr>
          <p:spPr>
            <a:xfrm>
              <a:off x="7116879" y="1987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2" name="pt26662"/>
            <p:cNvSpPr/>
            <p:nvPr/>
          </p:nvSpPr>
          <p:spPr>
            <a:xfrm>
              <a:off x="7010379" y="2133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3" name="pt26663"/>
            <p:cNvSpPr/>
            <p:nvPr/>
          </p:nvSpPr>
          <p:spPr>
            <a:xfrm>
              <a:off x="6994555" y="232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4" name="pt26664"/>
            <p:cNvSpPr/>
            <p:nvPr/>
          </p:nvSpPr>
          <p:spPr>
            <a:xfrm>
              <a:off x="7206628" y="2069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5" name="pt26665"/>
            <p:cNvSpPr/>
            <p:nvPr/>
          </p:nvSpPr>
          <p:spPr>
            <a:xfrm>
              <a:off x="6932703" y="1982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6" name="pt26666"/>
            <p:cNvSpPr/>
            <p:nvPr/>
          </p:nvSpPr>
          <p:spPr>
            <a:xfrm>
              <a:off x="6964452" y="2138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7" name="pt26667"/>
            <p:cNvSpPr/>
            <p:nvPr/>
          </p:nvSpPr>
          <p:spPr>
            <a:xfrm>
              <a:off x="7155951" y="2217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8" name="pt26668"/>
            <p:cNvSpPr/>
            <p:nvPr/>
          </p:nvSpPr>
          <p:spPr>
            <a:xfrm>
              <a:off x="7080866" y="2143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9" name="pt26669"/>
            <p:cNvSpPr/>
            <p:nvPr/>
          </p:nvSpPr>
          <p:spPr>
            <a:xfrm>
              <a:off x="6780670" y="2193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0" name="pt26670"/>
            <p:cNvSpPr/>
            <p:nvPr/>
          </p:nvSpPr>
          <p:spPr>
            <a:xfrm>
              <a:off x="6805688" y="2257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1" name="pt26671"/>
            <p:cNvSpPr/>
            <p:nvPr/>
          </p:nvSpPr>
          <p:spPr>
            <a:xfrm>
              <a:off x="7046450" y="2131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2" name="pt26672"/>
            <p:cNvSpPr/>
            <p:nvPr/>
          </p:nvSpPr>
          <p:spPr>
            <a:xfrm>
              <a:off x="7193264" y="2126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3" name="pt26673"/>
            <p:cNvSpPr/>
            <p:nvPr/>
          </p:nvSpPr>
          <p:spPr>
            <a:xfrm>
              <a:off x="7292327" y="1963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4" name="pt26674"/>
            <p:cNvSpPr/>
            <p:nvPr/>
          </p:nvSpPr>
          <p:spPr>
            <a:xfrm>
              <a:off x="6948566" y="1953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5" name="pt26675"/>
            <p:cNvSpPr/>
            <p:nvPr/>
          </p:nvSpPr>
          <p:spPr>
            <a:xfrm>
              <a:off x="6864181" y="2139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6" name="pt26676"/>
            <p:cNvSpPr/>
            <p:nvPr/>
          </p:nvSpPr>
          <p:spPr>
            <a:xfrm>
              <a:off x="7043297" y="2092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7" name="pt26677"/>
            <p:cNvSpPr/>
            <p:nvPr/>
          </p:nvSpPr>
          <p:spPr>
            <a:xfrm>
              <a:off x="7063337" y="2079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8" name="pt26678"/>
            <p:cNvSpPr/>
            <p:nvPr/>
          </p:nvSpPr>
          <p:spPr>
            <a:xfrm>
              <a:off x="6901426" y="1942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9" name="pt26679"/>
            <p:cNvSpPr/>
            <p:nvPr/>
          </p:nvSpPr>
          <p:spPr>
            <a:xfrm>
              <a:off x="7387977" y="2697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0" name="pt26680"/>
            <p:cNvSpPr/>
            <p:nvPr/>
          </p:nvSpPr>
          <p:spPr>
            <a:xfrm>
              <a:off x="6974333" y="1977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1" name="pt26681"/>
            <p:cNvSpPr/>
            <p:nvPr/>
          </p:nvSpPr>
          <p:spPr>
            <a:xfrm>
              <a:off x="7126319" y="210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2" name="pt26682"/>
            <p:cNvSpPr/>
            <p:nvPr/>
          </p:nvSpPr>
          <p:spPr>
            <a:xfrm>
              <a:off x="7078085" y="2148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3" name="pt26683"/>
            <p:cNvSpPr/>
            <p:nvPr/>
          </p:nvSpPr>
          <p:spPr>
            <a:xfrm>
              <a:off x="7079564" y="2090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4" name="pt26684"/>
            <p:cNvSpPr/>
            <p:nvPr/>
          </p:nvSpPr>
          <p:spPr>
            <a:xfrm>
              <a:off x="6806261" y="2212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5" name="pt26685"/>
            <p:cNvSpPr/>
            <p:nvPr/>
          </p:nvSpPr>
          <p:spPr>
            <a:xfrm>
              <a:off x="7319742" y="2536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6" name="pt26686"/>
            <p:cNvSpPr/>
            <p:nvPr/>
          </p:nvSpPr>
          <p:spPr>
            <a:xfrm>
              <a:off x="7109676" y="2076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7" name="pt26687"/>
            <p:cNvSpPr/>
            <p:nvPr/>
          </p:nvSpPr>
          <p:spPr>
            <a:xfrm>
              <a:off x="7099513" y="2332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8" name="pt26688"/>
            <p:cNvSpPr/>
            <p:nvPr/>
          </p:nvSpPr>
          <p:spPr>
            <a:xfrm>
              <a:off x="6868869" y="2275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9" name="pt26689"/>
            <p:cNvSpPr/>
            <p:nvPr/>
          </p:nvSpPr>
          <p:spPr>
            <a:xfrm>
              <a:off x="6882904" y="218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0" name="pt26690"/>
            <p:cNvSpPr/>
            <p:nvPr/>
          </p:nvSpPr>
          <p:spPr>
            <a:xfrm>
              <a:off x="7269848" y="1975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1" name="pt26691"/>
            <p:cNvSpPr/>
            <p:nvPr/>
          </p:nvSpPr>
          <p:spPr>
            <a:xfrm>
              <a:off x="7327599" y="2203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2" name="pt26692"/>
            <p:cNvSpPr/>
            <p:nvPr/>
          </p:nvSpPr>
          <p:spPr>
            <a:xfrm>
              <a:off x="7190319" y="2232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3" name="pt26693"/>
            <p:cNvSpPr/>
            <p:nvPr/>
          </p:nvSpPr>
          <p:spPr>
            <a:xfrm>
              <a:off x="7069164" y="1986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4" name="pt26694"/>
            <p:cNvSpPr/>
            <p:nvPr/>
          </p:nvSpPr>
          <p:spPr>
            <a:xfrm>
              <a:off x="7172020" y="2267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5" name="pt26695"/>
            <p:cNvSpPr/>
            <p:nvPr/>
          </p:nvSpPr>
          <p:spPr>
            <a:xfrm>
              <a:off x="6837150" y="1872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6" name="pt26696"/>
            <p:cNvSpPr/>
            <p:nvPr/>
          </p:nvSpPr>
          <p:spPr>
            <a:xfrm>
              <a:off x="7245631" y="1920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7" name="pt26697"/>
            <p:cNvSpPr/>
            <p:nvPr/>
          </p:nvSpPr>
          <p:spPr>
            <a:xfrm>
              <a:off x="7175203" y="2164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8" name="pt26698"/>
            <p:cNvSpPr/>
            <p:nvPr/>
          </p:nvSpPr>
          <p:spPr>
            <a:xfrm>
              <a:off x="7279985" y="1908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9" name="pt26699"/>
            <p:cNvSpPr/>
            <p:nvPr/>
          </p:nvSpPr>
          <p:spPr>
            <a:xfrm>
              <a:off x="7157836" y="2184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0" name="pt26700"/>
            <p:cNvSpPr/>
            <p:nvPr/>
          </p:nvSpPr>
          <p:spPr>
            <a:xfrm>
              <a:off x="7133172" y="2136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1" name="pt26701"/>
            <p:cNvSpPr/>
            <p:nvPr/>
          </p:nvSpPr>
          <p:spPr>
            <a:xfrm>
              <a:off x="6997927" y="2284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2" name="pt26702"/>
            <p:cNvSpPr/>
            <p:nvPr/>
          </p:nvSpPr>
          <p:spPr>
            <a:xfrm>
              <a:off x="7099453" y="2228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3" name="pt26703"/>
            <p:cNvSpPr/>
            <p:nvPr/>
          </p:nvSpPr>
          <p:spPr>
            <a:xfrm>
              <a:off x="7214410" y="1912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4" name="pt26704"/>
            <p:cNvSpPr/>
            <p:nvPr/>
          </p:nvSpPr>
          <p:spPr>
            <a:xfrm>
              <a:off x="6777320" y="2037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5" name="pt26705"/>
            <p:cNvSpPr/>
            <p:nvPr/>
          </p:nvSpPr>
          <p:spPr>
            <a:xfrm>
              <a:off x="7160869" y="2246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6" name="pt26706"/>
            <p:cNvSpPr/>
            <p:nvPr/>
          </p:nvSpPr>
          <p:spPr>
            <a:xfrm>
              <a:off x="7219051" y="2034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7" name="pt26707"/>
            <p:cNvSpPr/>
            <p:nvPr/>
          </p:nvSpPr>
          <p:spPr>
            <a:xfrm>
              <a:off x="7232075" y="1986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8" name="pt26708"/>
            <p:cNvSpPr/>
            <p:nvPr/>
          </p:nvSpPr>
          <p:spPr>
            <a:xfrm>
              <a:off x="7062811" y="2207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9" name="pt26709"/>
            <p:cNvSpPr/>
            <p:nvPr/>
          </p:nvSpPr>
          <p:spPr>
            <a:xfrm>
              <a:off x="6758666" y="2555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0" name="pt26710"/>
            <p:cNvSpPr/>
            <p:nvPr/>
          </p:nvSpPr>
          <p:spPr>
            <a:xfrm>
              <a:off x="6757322" y="2132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1" name="pt26711"/>
            <p:cNvSpPr/>
            <p:nvPr/>
          </p:nvSpPr>
          <p:spPr>
            <a:xfrm>
              <a:off x="7087391" y="2112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2" name="pt26712"/>
            <p:cNvSpPr/>
            <p:nvPr/>
          </p:nvSpPr>
          <p:spPr>
            <a:xfrm>
              <a:off x="7299968" y="1987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3" name="pt26713"/>
            <p:cNvSpPr/>
            <p:nvPr/>
          </p:nvSpPr>
          <p:spPr>
            <a:xfrm>
              <a:off x="7138718" y="1988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4" name="pt26714"/>
            <p:cNvSpPr/>
            <p:nvPr/>
          </p:nvSpPr>
          <p:spPr>
            <a:xfrm>
              <a:off x="7156556" y="2336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5" name="pt26715"/>
            <p:cNvSpPr/>
            <p:nvPr/>
          </p:nvSpPr>
          <p:spPr>
            <a:xfrm>
              <a:off x="7062064" y="210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6" name="pt26716"/>
            <p:cNvSpPr/>
            <p:nvPr/>
          </p:nvSpPr>
          <p:spPr>
            <a:xfrm>
              <a:off x="7300604" y="193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7" name="pt26717"/>
            <p:cNvSpPr/>
            <p:nvPr/>
          </p:nvSpPr>
          <p:spPr>
            <a:xfrm>
              <a:off x="6853709" y="2301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8" name="pt26718"/>
            <p:cNvSpPr/>
            <p:nvPr/>
          </p:nvSpPr>
          <p:spPr>
            <a:xfrm>
              <a:off x="7273265" y="1954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9" name="pt26719"/>
            <p:cNvSpPr/>
            <p:nvPr/>
          </p:nvSpPr>
          <p:spPr>
            <a:xfrm>
              <a:off x="7072092" y="2134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0" name="pt26720"/>
            <p:cNvSpPr/>
            <p:nvPr/>
          </p:nvSpPr>
          <p:spPr>
            <a:xfrm>
              <a:off x="7204808" y="2041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1" name="pt26721"/>
            <p:cNvSpPr/>
            <p:nvPr/>
          </p:nvSpPr>
          <p:spPr>
            <a:xfrm>
              <a:off x="7011688" y="213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2" name="pt26722"/>
            <p:cNvSpPr/>
            <p:nvPr/>
          </p:nvSpPr>
          <p:spPr>
            <a:xfrm>
              <a:off x="6692212" y="1624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3" name="pt26723"/>
            <p:cNvSpPr/>
            <p:nvPr/>
          </p:nvSpPr>
          <p:spPr>
            <a:xfrm>
              <a:off x="7087590" y="2242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4" name="pt26724"/>
            <p:cNvSpPr/>
            <p:nvPr/>
          </p:nvSpPr>
          <p:spPr>
            <a:xfrm>
              <a:off x="7080413" y="2071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5" name="pt26725"/>
            <p:cNvSpPr/>
            <p:nvPr/>
          </p:nvSpPr>
          <p:spPr>
            <a:xfrm>
              <a:off x="7215545" y="2059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6" name="pt26726"/>
            <p:cNvSpPr/>
            <p:nvPr/>
          </p:nvSpPr>
          <p:spPr>
            <a:xfrm>
              <a:off x="7056756" y="2099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7" name="pt26727"/>
            <p:cNvSpPr/>
            <p:nvPr/>
          </p:nvSpPr>
          <p:spPr>
            <a:xfrm>
              <a:off x="7162666" y="2395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8" name="pt26728"/>
            <p:cNvSpPr/>
            <p:nvPr/>
          </p:nvSpPr>
          <p:spPr>
            <a:xfrm>
              <a:off x="7067949" y="2033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9" name="pt26729"/>
            <p:cNvSpPr/>
            <p:nvPr/>
          </p:nvSpPr>
          <p:spPr>
            <a:xfrm>
              <a:off x="7063127" y="2126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0" name="pt26730"/>
            <p:cNvSpPr/>
            <p:nvPr/>
          </p:nvSpPr>
          <p:spPr>
            <a:xfrm>
              <a:off x="6989824" y="2212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1" name="pt26731"/>
            <p:cNvSpPr/>
            <p:nvPr/>
          </p:nvSpPr>
          <p:spPr>
            <a:xfrm>
              <a:off x="7086273" y="2271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2" name="pt26732"/>
            <p:cNvSpPr/>
            <p:nvPr/>
          </p:nvSpPr>
          <p:spPr>
            <a:xfrm>
              <a:off x="6975355" y="2014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3" name="pt26733"/>
            <p:cNvSpPr/>
            <p:nvPr/>
          </p:nvSpPr>
          <p:spPr>
            <a:xfrm>
              <a:off x="6883740" y="2133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4" name="pt26734"/>
            <p:cNvSpPr/>
            <p:nvPr/>
          </p:nvSpPr>
          <p:spPr>
            <a:xfrm>
              <a:off x="7080643" y="2145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5" name="pt26735"/>
            <p:cNvSpPr/>
            <p:nvPr/>
          </p:nvSpPr>
          <p:spPr>
            <a:xfrm>
              <a:off x="7083189" y="2185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6" name="pt26736"/>
            <p:cNvSpPr/>
            <p:nvPr/>
          </p:nvSpPr>
          <p:spPr>
            <a:xfrm>
              <a:off x="7073720" y="2035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7" name="pt26737"/>
            <p:cNvSpPr/>
            <p:nvPr/>
          </p:nvSpPr>
          <p:spPr>
            <a:xfrm>
              <a:off x="7078751" y="2170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8" name="pt26738"/>
            <p:cNvSpPr/>
            <p:nvPr/>
          </p:nvSpPr>
          <p:spPr>
            <a:xfrm>
              <a:off x="7310109" y="2116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9" name="pt26739"/>
            <p:cNvSpPr/>
            <p:nvPr/>
          </p:nvSpPr>
          <p:spPr>
            <a:xfrm>
              <a:off x="7183817" y="1979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0" name="pt26740"/>
            <p:cNvSpPr/>
            <p:nvPr/>
          </p:nvSpPr>
          <p:spPr>
            <a:xfrm>
              <a:off x="7112104" y="2051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1" name="pt26741"/>
            <p:cNvSpPr/>
            <p:nvPr/>
          </p:nvSpPr>
          <p:spPr>
            <a:xfrm>
              <a:off x="7104132" y="2147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2" name="pt26742"/>
            <p:cNvSpPr/>
            <p:nvPr/>
          </p:nvSpPr>
          <p:spPr>
            <a:xfrm>
              <a:off x="6794697" y="2192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3" name="pt26743"/>
            <p:cNvSpPr/>
            <p:nvPr/>
          </p:nvSpPr>
          <p:spPr>
            <a:xfrm>
              <a:off x="6986748" y="2180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4" name="pt26744"/>
            <p:cNvSpPr/>
            <p:nvPr/>
          </p:nvSpPr>
          <p:spPr>
            <a:xfrm>
              <a:off x="7047663" y="2191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5" name="pt26745"/>
            <p:cNvSpPr/>
            <p:nvPr/>
          </p:nvSpPr>
          <p:spPr>
            <a:xfrm>
              <a:off x="7017815" y="2295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6" name="pt26746"/>
            <p:cNvSpPr/>
            <p:nvPr/>
          </p:nvSpPr>
          <p:spPr>
            <a:xfrm>
              <a:off x="6701450" y="2728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7" name="pt26747"/>
            <p:cNvSpPr/>
            <p:nvPr/>
          </p:nvSpPr>
          <p:spPr>
            <a:xfrm>
              <a:off x="7185527" y="1959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8" name="pt26748"/>
            <p:cNvSpPr/>
            <p:nvPr/>
          </p:nvSpPr>
          <p:spPr>
            <a:xfrm>
              <a:off x="6997891" y="2172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9" name="pt26749"/>
            <p:cNvSpPr/>
            <p:nvPr/>
          </p:nvSpPr>
          <p:spPr>
            <a:xfrm>
              <a:off x="6895232" y="2114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0" name="pt26750"/>
            <p:cNvSpPr/>
            <p:nvPr/>
          </p:nvSpPr>
          <p:spPr>
            <a:xfrm>
              <a:off x="7043266" y="2172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1" name="pt26751"/>
            <p:cNvSpPr/>
            <p:nvPr/>
          </p:nvSpPr>
          <p:spPr>
            <a:xfrm>
              <a:off x="7115869" y="1897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2" name="pt26752"/>
            <p:cNvSpPr/>
            <p:nvPr/>
          </p:nvSpPr>
          <p:spPr>
            <a:xfrm>
              <a:off x="6801571" y="2238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3" name="pt26753"/>
            <p:cNvSpPr/>
            <p:nvPr/>
          </p:nvSpPr>
          <p:spPr>
            <a:xfrm>
              <a:off x="7093801" y="2295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4" name="pt26754"/>
            <p:cNvSpPr/>
            <p:nvPr/>
          </p:nvSpPr>
          <p:spPr>
            <a:xfrm>
              <a:off x="7055786" y="2096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5" name="pt26755"/>
            <p:cNvSpPr/>
            <p:nvPr/>
          </p:nvSpPr>
          <p:spPr>
            <a:xfrm>
              <a:off x="6780085" y="1928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6" name="pt26756"/>
            <p:cNvSpPr/>
            <p:nvPr/>
          </p:nvSpPr>
          <p:spPr>
            <a:xfrm>
              <a:off x="6952252" y="1824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7" name="pt26757"/>
            <p:cNvSpPr/>
            <p:nvPr/>
          </p:nvSpPr>
          <p:spPr>
            <a:xfrm>
              <a:off x="7012942" y="2073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8" name="pt26758"/>
            <p:cNvSpPr/>
            <p:nvPr/>
          </p:nvSpPr>
          <p:spPr>
            <a:xfrm>
              <a:off x="7294746" y="2023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9" name="pt26759"/>
            <p:cNvSpPr/>
            <p:nvPr/>
          </p:nvSpPr>
          <p:spPr>
            <a:xfrm>
              <a:off x="7190207" y="2257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0" name="pt26760"/>
            <p:cNvSpPr/>
            <p:nvPr/>
          </p:nvSpPr>
          <p:spPr>
            <a:xfrm>
              <a:off x="7196276" y="2198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1" name="pt26761"/>
            <p:cNvSpPr/>
            <p:nvPr/>
          </p:nvSpPr>
          <p:spPr>
            <a:xfrm>
              <a:off x="7220221" y="2079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2" name="pt26762"/>
            <p:cNvSpPr/>
            <p:nvPr/>
          </p:nvSpPr>
          <p:spPr>
            <a:xfrm>
              <a:off x="7013083" y="189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3" name="pt26763"/>
            <p:cNvSpPr/>
            <p:nvPr/>
          </p:nvSpPr>
          <p:spPr>
            <a:xfrm>
              <a:off x="7108241" y="2076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4" name="pt26764"/>
            <p:cNvSpPr/>
            <p:nvPr/>
          </p:nvSpPr>
          <p:spPr>
            <a:xfrm>
              <a:off x="7111540" y="2070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5" name="pt26765"/>
            <p:cNvSpPr/>
            <p:nvPr/>
          </p:nvSpPr>
          <p:spPr>
            <a:xfrm>
              <a:off x="7115845" y="1987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6" name="pt26766"/>
            <p:cNvSpPr/>
            <p:nvPr/>
          </p:nvSpPr>
          <p:spPr>
            <a:xfrm>
              <a:off x="7063878" y="2134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7" name="pt26767"/>
            <p:cNvSpPr/>
            <p:nvPr/>
          </p:nvSpPr>
          <p:spPr>
            <a:xfrm>
              <a:off x="6999112" y="2068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8" name="pt26768"/>
            <p:cNvSpPr/>
            <p:nvPr/>
          </p:nvSpPr>
          <p:spPr>
            <a:xfrm>
              <a:off x="7009106" y="204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9" name="pt26769"/>
            <p:cNvSpPr/>
            <p:nvPr/>
          </p:nvSpPr>
          <p:spPr>
            <a:xfrm>
              <a:off x="6669242" y="2193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0" name="pt26770"/>
            <p:cNvSpPr/>
            <p:nvPr/>
          </p:nvSpPr>
          <p:spPr>
            <a:xfrm>
              <a:off x="7187238" y="1679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1" name="pt26771"/>
            <p:cNvSpPr/>
            <p:nvPr/>
          </p:nvSpPr>
          <p:spPr>
            <a:xfrm>
              <a:off x="6961676" y="2054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2" name="pt26772"/>
            <p:cNvSpPr/>
            <p:nvPr/>
          </p:nvSpPr>
          <p:spPr>
            <a:xfrm>
              <a:off x="7261464" y="1935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3" name="pt26773"/>
            <p:cNvSpPr/>
            <p:nvPr/>
          </p:nvSpPr>
          <p:spPr>
            <a:xfrm>
              <a:off x="6937468" y="1993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4" name="pt26774"/>
            <p:cNvSpPr/>
            <p:nvPr/>
          </p:nvSpPr>
          <p:spPr>
            <a:xfrm>
              <a:off x="7216831" y="1916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5" name="pt26775"/>
            <p:cNvSpPr/>
            <p:nvPr/>
          </p:nvSpPr>
          <p:spPr>
            <a:xfrm>
              <a:off x="6912269" y="189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6" name="pt26776"/>
            <p:cNvSpPr/>
            <p:nvPr/>
          </p:nvSpPr>
          <p:spPr>
            <a:xfrm>
              <a:off x="7343409" y="2150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7" name="pt26777"/>
            <p:cNvSpPr/>
            <p:nvPr/>
          </p:nvSpPr>
          <p:spPr>
            <a:xfrm>
              <a:off x="6992968" y="2319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8" name="pt26778"/>
            <p:cNvSpPr/>
            <p:nvPr/>
          </p:nvSpPr>
          <p:spPr>
            <a:xfrm>
              <a:off x="7260452" y="2015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9" name="pt26779"/>
            <p:cNvSpPr/>
            <p:nvPr/>
          </p:nvSpPr>
          <p:spPr>
            <a:xfrm>
              <a:off x="6899259" y="2100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0" name="pt26780"/>
            <p:cNvSpPr/>
            <p:nvPr/>
          </p:nvSpPr>
          <p:spPr>
            <a:xfrm>
              <a:off x="7135290" y="2059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1" name="pt26781"/>
            <p:cNvSpPr/>
            <p:nvPr/>
          </p:nvSpPr>
          <p:spPr>
            <a:xfrm>
              <a:off x="7139802" y="199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2" name="pt26782"/>
            <p:cNvSpPr/>
            <p:nvPr/>
          </p:nvSpPr>
          <p:spPr>
            <a:xfrm>
              <a:off x="7260049" y="195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3" name="pt26783"/>
            <p:cNvSpPr/>
            <p:nvPr/>
          </p:nvSpPr>
          <p:spPr>
            <a:xfrm>
              <a:off x="7292882" y="2101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4" name="pt26784"/>
            <p:cNvSpPr/>
            <p:nvPr/>
          </p:nvSpPr>
          <p:spPr>
            <a:xfrm>
              <a:off x="6880302" y="1986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5" name="pt26785"/>
            <p:cNvSpPr/>
            <p:nvPr/>
          </p:nvSpPr>
          <p:spPr>
            <a:xfrm>
              <a:off x="7111802" y="2061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6" name="pt26786"/>
            <p:cNvSpPr/>
            <p:nvPr/>
          </p:nvSpPr>
          <p:spPr>
            <a:xfrm>
              <a:off x="7296467" y="1981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7" name="pt26787"/>
            <p:cNvSpPr/>
            <p:nvPr/>
          </p:nvSpPr>
          <p:spPr>
            <a:xfrm>
              <a:off x="7086167" y="2213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8" name="pt26788"/>
            <p:cNvSpPr/>
            <p:nvPr/>
          </p:nvSpPr>
          <p:spPr>
            <a:xfrm>
              <a:off x="7068778" y="2096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9" name="pt26789"/>
            <p:cNvSpPr/>
            <p:nvPr/>
          </p:nvSpPr>
          <p:spPr>
            <a:xfrm>
              <a:off x="7168156" y="2078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0" name="pt26790"/>
            <p:cNvSpPr/>
            <p:nvPr/>
          </p:nvSpPr>
          <p:spPr>
            <a:xfrm>
              <a:off x="7102524" y="2062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1" name="pt26791"/>
            <p:cNvSpPr/>
            <p:nvPr/>
          </p:nvSpPr>
          <p:spPr>
            <a:xfrm>
              <a:off x="7419448" y="2707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2" name="pt26792"/>
            <p:cNvSpPr/>
            <p:nvPr/>
          </p:nvSpPr>
          <p:spPr>
            <a:xfrm>
              <a:off x="6829878" y="1750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3" name="pt26793"/>
            <p:cNvSpPr/>
            <p:nvPr/>
          </p:nvSpPr>
          <p:spPr>
            <a:xfrm>
              <a:off x="6920521" y="1976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4" name="pt26794"/>
            <p:cNvSpPr/>
            <p:nvPr/>
          </p:nvSpPr>
          <p:spPr>
            <a:xfrm>
              <a:off x="7274764" y="1967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5" name="pt26795"/>
            <p:cNvSpPr/>
            <p:nvPr/>
          </p:nvSpPr>
          <p:spPr>
            <a:xfrm>
              <a:off x="7068932" y="2160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6" name="pt26796"/>
            <p:cNvSpPr/>
            <p:nvPr/>
          </p:nvSpPr>
          <p:spPr>
            <a:xfrm>
              <a:off x="6900084" y="2042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7" name="pt26797"/>
            <p:cNvSpPr/>
            <p:nvPr/>
          </p:nvSpPr>
          <p:spPr>
            <a:xfrm>
              <a:off x="6891955" y="2102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8" name="pt26798"/>
            <p:cNvSpPr/>
            <p:nvPr/>
          </p:nvSpPr>
          <p:spPr>
            <a:xfrm>
              <a:off x="7131041" y="2025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9" name="pt26799"/>
            <p:cNvSpPr/>
            <p:nvPr/>
          </p:nvSpPr>
          <p:spPr>
            <a:xfrm>
              <a:off x="7272816" y="1861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0" name="pt26800"/>
            <p:cNvSpPr/>
            <p:nvPr/>
          </p:nvSpPr>
          <p:spPr>
            <a:xfrm>
              <a:off x="7252145" y="2034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1" name="pt26801"/>
            <p:cNvSpPr/>
            <p:nvPr/>
          </p:nvSpPr>
          <p:spPr>
            <a:xfrm>
              <a:off x="7142572" y="1928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2" name="pt26802"/>
            <p:cNvSpPr/>
            <p:nvPr/>
          </p:nvSpPr>
          <p:spPr>
            <a:xfrm>
              <a:off x="7135980" y="2046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3" name="pt26803"/>
            <p:cNvSpPr/>
            <p:nvPr/>
          </p:nvSpPr>
          <p:spPr>
            <a:xfrm>
              <a:off x="7176934" y="2030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4" name="pt26804"/>
            <p:cNvSpPr/>
            <p:nvPr/>
          </p:nvSpPr>
          <p:spPr>
            <a:xfrm>
              <a:off x="6943302" y="1886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5" name="pt26805"/>
            <p:cNvSpPr/>
            <p:nvPr/>
          </p:nvSpPr>
          <p:spPr>
            <a:xfrm>
              <a:off x="7078317" y="2168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6" name="pt26806"/>
            <p:cNvSpPr/>
            <p:nvPr/>
          </p:nvSpPr>
          <p:spPr>
            <a:xfrm>
              <a:off x="7051046" y="1936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7" name="pt26807"/>
            <p:cNvSpPr/>
            <p:nvPr/>
          </p:nvSpPr>
          <p:spPr>
            <a:xfrm>
              <a:off x="6809596" y="2164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8" name="pt26808"/>
            <p:cNvSpPr/>
            <p:nvPr/>
          </p:nvSpPr>
          <p:spPr>
            <a:xfrm>
              <a:off x="7034395" y="2197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9" name="pt26809"/>
            <p:cNvSpPr/>
            <p:nvPr/>
          </p:nvSpPr>
          <p:spPr>
            <a:xfrm>
              <a:off x="6741580" y="2060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0" name="pt26810"/>
            <p:cNvSpPr/>
            <p:nvPr/>
          </p:nvSpPr>
          <p:spPr>
            <a:xfrm>
              <a:off x="7455260" y="2683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1" name="pt26811"/>
            <p:cNvSpPr/>
            <p:nvPr/>
          </p:nvSpPr>
          <p:spPr>
            <a:xfrm>
              <a:off x="7058828" y="2117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2" name="pt26812"/>
            <p:cNvSpPr/>
            <p:nvPr/>
          </p:nvSpPr>
          <p:spPr>
            <a:xfrm>
              <a:off x="7047455" y="2104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3" name="pt26813"/>
            <p:cNvSpPr/>
            <p:nvPr/>
          </p:nvSpPr>
          <p:spPr>
            <a:xfrm>
              <a:off x="6932353" y="1878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4" name="pt26814"/>
            <p:cNvSpPr/>
            <p:nvPr/>
          </p:nvSpPr>
          <p:spPr>
            <a:xfrm>
              <a:off x="7037765" y="2154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5" name="pt26815"/>
            <p:cNvSpPr/>
            <p:nvPr/>
          </p:nvSpPr>
          <p:spPr>
            <a:xfrm>
              <a:off x="7375518" y="2562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6" name="pt26816"/>
            <p:cNvSpPr/>
            <p:nvPr/>
          </p:nvSpPr>
          <p:spPr>
            <a:xfrm>
              <a:off x="6845841" y="1924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7" name="pt26817"/>
            <p:cNvSpPr/>
            <p:nvPr/>
          </p:nvSpPr>
          <p:spPr>
            <a:xfrm>
              <a:off x="6738554" y="2379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8" name="pt26818"/>
            <p:cNvSpPr/>
            <p:nvPr/>
          </p:nvSpPr>
          <p:spPr>
            <a:xfrm>
              <a:off x="6973818" y="1929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9" name="pt26819"/>
            <p:cNvSpPr/>
            <p:nvPr/>
          </p:nvSpPr>
          <p:spPr>
            <a:xfrm>
              <a:off x="7112135" y="1892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0" name="pt26820"/>
            <p:cNvSpPr/>
            <p:nvPr/>
          </p:nvSpPr>
          <p:spPr>
            <a:xfrm>
              <a:off x="7036231" y="2188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1" name="pt26821"/>
            <p:cNvSpPr/>
            <p:nvPr/>
          </p:nvSpPr>
          <p:spPr>
            <a:xfrm>
              <a:off x="7053178" y="2046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2" name="pt26822"/>
            <p:cNvSpPr/>
            <p:nvPr/>
          </p:nvSpPr>
          <p:spPr>
            <a:xfrm>
              <a:off x="7065075" y="2111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3" name="pt26823"/>
            <p:cNvSpPr/>
            <p:nvPr/>
          </p:nvSpPr>
          <p:spPr>
            <a:xfrm>
              <a:off x="7046900" y="218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4" name="pt26824"/>
            <p:cNvSpPr/>
            <p:nvPr/>
          </p:nvSpPr>
          <p:spPr>
            <a:xfrm>
              <a:off x="6756839" y="2373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5" name="pt26825"/>
            <p:cNvSpPr/>
            <p:nvPr/>
          </p:nvSpPr>
          <p:spPr>
            <a:xfrm>
              <a:off x="7258464" y="2023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6" name="pt26826"/>
            <p:cNvSpPr/>
            <p:nvPr/>
          </p:nvSpPr>
          <p:spPr>
            <a:xfrm>
              <a:off x="6917455" y="1910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7" name="pt26827"/>
            <p:cNvSpPr/>
            <p:nvPr/>
          </p:nvSpPr>
          <p:spPr>
            <a:xfrm>
              <a:off x="7130631" y="2112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8" name="pt26828"/>
            <p:cNvSpPr/>
            <p:nvPr/>
          </p:nvSpPr>
          <p:spPr>
            <a:xfrm>
              <a:off x="6929777" y="1920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9" name="pt26829"/>
            <p:cNvSpPr/>
            <p:nvPr/>
          </p:nvSpPr>
          <p:spPr>
            <a:xfrm>
              <a:off x="6768406" y="1949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0" name="pt26830"/>
            <p:cNvSpPr/>
            <p:nvPr/>
          </p:nvSpPr>
          <p:spPr>
            <a:xfrm>
              <a:off x="7126966" y="2126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1" name="pt26831"/>
            <p:cNvSpPr/>
            <p:nvPr/>
          </p:nvSpPr>
          <p:spPr>
            <a:xfrm>
              <a:off x="7001506" y="1971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2" name="pt26832"/>
            <p:cNvSpPr/>
            <p:nvPr/>
          </p:nvSpPr>
          <p:spPr>
            <a:xfrm>
              <a:off x="7528675" y="2124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3" name="pt26833"/>
            <p:cNvSpPr/>
            <p:nvPr/>
          </p:nvSpPr>
          <p:spPr>
            <a:xfrm>
              <a:off x="7063954" y="2100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4" name="pt26834"/>
            <p:cNvSpPr/>
            <p:nvPr/>
          </p:nvSpPr>
          <p:spPr>
            <a:xfrm>
              <a:off x="6723940" y="2614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5" name="pt26835"/>
            <p:cNvSpPr/>
            <p:nvPr/>
          </p:nvSpPr>
          <p:spPr>
            <a:xfrm>
              <a:off x="6860732" y="2198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6" name="pt26836"/>
            <p:cNvSpPr/>
            <p:nvPr/>
          </p:nvSpPr>
          <p:spPr>
            <a:xfrm>
              <a:off x="7539078" y="2109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7" name="pt26837"/>
            <p:cNvSpPr/>
            <p:nvPr/>
          </p:nvSpPr>
          <p:spPr>
            <a:xfrm>
              <a:off x="6854298" y="2256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8" name="pt26838"/>
            <p:cNvSpPr/>
            <p:nvPr/>
          </p:nvSpPr>
          <p:spPr>
            <a:xfrm>
              <a:off x="7158078" y="2158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9" name="pt26839"/>
            <p:cNvSpPr/>
            <p:nvPr/>
          </p:nvSpPr>
          <p:spPr>
            <a:xfrm>
              <a:off x="7067240" y="2101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0" name="pt26840"/>
            <p:cNvSpPr/>
            <p:nvPr/>
          </p:nvSpPr>
          <p:spPr>
            <a:xfrm>
              <a:off x="6937419" y="2214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1" name="pt26841"/>
            <p:cNvSpPr/>
            <p:nvPr/>
          </p:nvSpPr>
          <p:spPr>
            <a:xfrm>
              <a:off x="7182904" y="2105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2" name="pt26842"/>
            <p:cNvSpPr/>
            <p:nvPr/>
          </p:nvSpPr>
          <p:spPr>
            <a:xfrm>
              <a:off x="7101185" y="2086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3" name="pt26843"/>
            <p:cNvSpPr/>
            <p:nvPr/>
          </p:nvSpPr>
          <p:spPr>
            <a:xfrm>
              <a:off x="6749099" y="2426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4" name="pt26844"/>
            <p:cNvSpPr/>
            <p:nvPr/>
          </p:nvSpPr>
          <p:spPr>
            <a:xfrm>
              <a:off x="7259729" y="1943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5" name="pt26845"/>
            <p:cNvSpPr/>
            <p:nvPr/>
          </p:nvSpPr>
          <p:spPr>
            <a:xfrm>
              <a:off x="7099531" y="2329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6" name="pt26846"/>
            <p:cNvSpPr/>
            <p:nvPr/>
          </p:nvSpPr>
          <p:spPr>
            <a:xfrm>
              <a:off x="6738409" y="2519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7" name="pt26847"/>
            <p:cNvSpPr/>
            <p:nvPr/>
          </p:nvSpPr>
          <p:spPr>
            <a:xfrm>
              <a:off x="6930635" y="1984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8" name="pt26848"/>
            <p:cNvSpPr/>
            <p:nvPr/>
          </p:nvSpPr>
          <p:spPr>
            <a:xfrm>
              <a:off x="7104401" y="2083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9" name="pt26849"/>
            <p:cNvSpPr/>
            <p:nvPr/>
          </p:nvSpPr>
          <p:spPr>
            <a:xfrm>
              <a:off x="6871809" y="2187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0" name="pt26850"/>
            <p:cNvSpPr/>
            <p:nvPr/>
          </p:nvSpPr>
          <p:spPr>
            <a:xfrm>
              <a:off x="6906798" y="1976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1" name="pt26851"/>
            <p:cNvSpPr/>
            <p:nvPr/>
          </p:nvSpPr>
          <p:spPr>
            <a:xfrm>
              <a:off x="7064088" y="2162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2" name="pt26852"/>
            <p:cNvSpPr/>
            <p:nvPr/>
          </p:nvSpPr>
          <p:spPr>
            <a:xfrm>
              <a:off x="6923099" y="1946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3" name="pt26853"/>
            <p:cNvSpPr/>
            <p:nvPr/>
          </p:nvSpPr>
          <p:spPr>
            <a:xfrm>
              <a:off x="7292308" y="2056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4" name="pt26854"/>
            <p:cNvSpPr/>
            <p:nvPr/>
          </p:nvSpPr>
          <p:spPr>
            <a:xfrm>
              <a:off x="6778580" y="2129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5" name="pt26855"/>
            <p:cNvSpPr/>
            <p:nvPr/>
          </p:nvSpPr>
          <p:spPr>
            <a:xfrm>
              <a:off x="7431838" y="2534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6" name="pt26856"/>
            <p:cNvSpPr/>
            <p:nvPr/>
          </p:nvSpPr>
          <p:spPr>
            <a:xfrm>
              <a:off x="7405597" y="2470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7" name="pt26857"/>
            <p:cNvSpPr/>
            <p:nvPr/>
          </p:nvSpPr>
          <p:spPr>
            <a:xfrm>
              <a:off x="6909010" y="1945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8" name="pt26858"/>
            <p:cNvSpPr/>
            <p:nvPr/>
          </p:nvSpPr>
          <p:spPr>
            <a:xfrm>
              <a:off x="7115558" y="1948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9" name="pt26859"/>
            <p:cNvSpPr/>
            <p:nvPr/>
          </p:nvSpPr>
          <p:spPr>
            <a:xfrm>
              <a:off x="7010404" y="2047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0" name="pt26860"/>
            <p:cNvSpPr/>
            <p:nvPr/>
          </p:nvSpPr>
          <p:spPr>
            <a:xfrm>
              <a:off x="7088042" y="2102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1" name="pt26861"/>
            <p:cNvSpPr/>
            <p:nvPr/>
          </p:nvSpPr>
          <p:spPr>
            <a:xfrm>
              <a:off x="7109007" y="2028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2" name="pt26862"/>
            <p:cNvSpPr/>
            <p:nvPr/>
          </p:nvSpPr>
          <p:spPr>
            <a:xfrm>
              <a:off x="7065459" y="2133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3" name="pt26863"/>
            <p:cNvSpPr/>
            <p:nvPr/>
          </p:nvSpPr>
          <p:spPr>
            <a:xfrm>
              <a:off x="6769937" y="2037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4" name="pt26864"/>
            <p:cNvSpPr/>
            <p:nvPr/>
          </p:nvSpPr>
          <p:spPr>
            <a:xfrm>
              <a:off x="7001070" y="1986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5" name="pt26865"/>
            <p:cNvSpPr/>
            <p:nvPr/>
          </p:nvSpPr>
          <p:spPr>
            <a:xfrm>
              <a:off x="7180307" y="2145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6" name="pt26866"/>
            <p:cNvSpPr/>
            <p:nvPr/>
          </p:nvSpPr>
          <p:spPr>
            <a:xfrm>
              <a:off x="7001933" y="1968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7" name="pt26867"/>
            <p:cNvSpPr/>
            <p:nvPr/>
          </p:nvSpPr>
          <p:spPr>
            <a:xfrm>
              <a:off x="7116825" y="1964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8" name="pt26868"/>
            <p:cNvSpPr/>
            <p:nvPr/>
          </p:nvSpPr>
          <p:spPr>
            <a:xfrm>
              <a:off x="7133702" y="1924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9" name="pt26869"/>
            <p:cNvSpPr/>
            <p:nvPr/>
          </p:nvSpPr>
          <p:spPr>
            <a:xfrm>
              <a:off x="7204193" y="1921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0" name="pt26870"/>
            <p:cNvSpPr/>
            <p:nvPr/>
          </p:nvSpPr>
          <p:spPr>
            <a:xfrm>
              <a:off x="7478047" y="2306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1" name="pt26871"/>
            <p:cNvSpPr/>
            <p:nvPr/>
          </p:nvSpPr>
          <p:spPr>
            <a:xfrm>
              <a:off x="7227209" y="2124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2" name="pt26872"/>
            <p:cNvSpPr/>
            <p:nvPr/>
          </p:nvSpPr>
          <p:spPr>
            <a:xfrm>
              <a:off x="7249794" y="1877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3" name="pt26873"/>
            <p:cNvSpPr/>
            <p:nvPr/>
          </p:nvSpPr>
          <p:spPr>
            <a:xfrm>
              <a:off x="6987475" y="2157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4" name="pt26874"/>
            <p:cNvSpPr/>
            <p:nvPr/>
          </p:nvSpPr>
          <p:spPr>
            <a:xfrm>
              <a:off x="7191196" y="2315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5" name="pt26875"/>
            <p:cNvSpPr/>
            <p:nvPr/>
          </p:nvSpPr>
          <p:spPr>
            <a:xfrm>
              <a:off x="7088461" y="2166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6" name="pt26876"/>
            <p:cNvSpPr/>
            <p:nvPr/>
          </p:nvSpPr>
          <p:spPr>
            <a:xfrm>
              <a:off x="7192374" y="2170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7" name="pt26877"/>
            <p:cNvSpPr/>
            <p:nvPr/>
          </p:nvSpPr>
          <p:spPr>
            <a:xfrm>
              <a:off x="7014385" y="2263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8" name="pt26878"/>
            <p:cNvSpPr/>
            <p:nvPr/>
          </p:nvSpPr>
          <p:spPr>
            <a:xfrm>
              <a:off x="6848469" y="2166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9" name="pt26879"/>
            <p:cNvSpPr/>
            <p:nvPr/>
          </p:nvSpPr>
          <p:spPr>
            <a:xfrm>
              <a:off x="7034946" y="2178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0" name="pt26880"/>
            <p:cNvSpPr/>
            <p:nvPr/>
          </p:nvSpPr>
          <p:spPr>
            <a:xfrm>
              <a:off x="7218505" y="2041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1" name="pt26881"/>
            <p:cNvSpPr/>
            <p:nvPr/>
          </p:nvSpPr>
          <p:spPr>
            <a:xfrm>
              <a:off x="7035180" y="227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2" name="pt26882"/>
            <p:cNvSpPr/>
            <p:nvPr/>
          </p:nvSpPr>
          <p:spPr>
            <a:xfrm>
              <a:off x="6966764" y="1863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3" name="pt26883"/>
            <p:cNvSpPr/>
            <p:nvPr/>
          </p:nvSpPr>
          <p:spPr>
            <a:xfrm>
              <a:off x="7109179" y="1983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4" name="pt26884"/>
            <p:cNvSpPr/>
            <p:nvPr/>
          </p:nvSpPr>
          <p:spPr>
            <a:xfrm>
              <a:off x="6481653" y="1670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5" name="pt26885"/>
            <p:cNvSpPr/>
            <p:nvPr/>
          </p:nvSpPr>
          <p:spPr>
            <a:xfrm>
              <a:off x="7083499" y="2192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6" name="pt26886"/>
            <p:cNvSpPr/>
            <p:nvPr/>
          </p:nvSpPr>
          <p:spPr>
            <a:xfrm>
              <a:off x="6579547" y="2156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7" name="pt26887"/>
            <p:cNvSpPr/>
            <p:nvPr/>
          </p:nvSpPr>
          <p:spPr>
            <a:xfrm>
              <a:off x="7059814" y="2157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8" name="pt26888"/>
            <p:cNvSpPr/>
            <p:nvPr/>
          </p:nvSpPr>
          <p:spPr>
            <a:xfrm>
              <a:off x="7156271" y="2158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9" name="pt26889"/>
            <p:cNvSpPr/>
            <p:nvPr/>
          </p:nvSpPr>
          <p:spPr>
            <a:xfrm>
              <a:off x="7184856" y="1868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0" name="pt26890"/>
            <p:cNvSpPr/>
            <p:nvPr/>
          </p:nvSpPr>
          <p:spPr>
            <a:xfrm>
              <a:off x="7071423" y="2056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1" name="pt26891"/>
            <p:cNvSpPr/>
            <p:nvPr/>
          </p:nvSpPr>
          <p:spPr>
            <a:xfrm>
              <a:off x="7201105" y="2029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2" name="pt26892"/>
            <p:cNvSpPr/>
            <p:nvPr/>
          </p:nvSpPr>
          <p:spPr>
            <a:xfrm>
              <a:off x="6917450" y="1999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3" name="pt26893"/>
            <p:cNvSpPr/>
            <p:nvPr/>
          </p:nvSpPr>
          <p:spPr>
            <a:xfrm>
              <a:off x="7097145" y="2231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4" name="pt26894"/>
            <p:cNvSpPr/>
            <p:nvPr/>
          </p:nvSpPr>
          <p:spPr>
            <a:xfrm>
              <a:off x="7231532" y="1983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5" name="pt26895"/>
            <p:cNvSpPr/>
            <p:nvPr/>
          </p:nvSpPr>
          <p:spPr>
            <a:xfrm>
              <a:off x="7271985" y="2016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6" name="pt26896"/>
            <p:cNvSpPr/>
            <p:nvPr/>
          </p:nvSpPr>
          <p:spPr>
            <a:xfrm>
              <a:off x="7183108" y="2148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7" name="pt26897"/>
            <p:cNvSpPr/>
            <p:nvPr/>
          </p:nvSpPr>
          <p:spPr>
            <a:xfrm>
              <a:off x="7092783" y="2397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8" name="pt26898"/>
            <p:cNvSpPr/>
            <p:nvPr/>
          </p:nvSpPr>
          <p:spPr>
            <a:xfrm>
              <a:off x="6845849" y="198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9" name="pt26899"/>
            <p:cNvSpPr/>
            <p:nvPr/>
          </p:nvSpPr>
          <p:spPr>
            <a:xfrm>
              <a:off x="6855887" y="218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0" name="pt26900"/>
            <p:cNvSpPr/>
            <p:nvPr/>
          </p:nvSpPr>
          <p:spPr>
            <a:xfrm>
              <a:off x="7114895" y="1995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1" name="pt26901"/>
            <p:cNvSpPr/>
            <p:nvPr/>
          </p:nvSpPr>
          <p:spPr>
            <a:xfrm>
              <a:off x="7146988" y="1971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2" name="pt26902"/>
            <p:cNvSpPr/>
            <p:nvPr/>
          </p:nvSpPr>
          <p:spPr>
            <a:xfrm>
              <a:off x="8047121" y="2371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3" name="pt26903"/>
            <p:cNvSpPr/>
            <p:nvPr/>
          </p:nvSpPr>
          <p:spPr>
            <a:xfrm>
              <a:off x="7118018" y="1960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4" name="pt26904"/>
            <p:cNvSpPr/>
            <p:nvPr/>
          </p:nvSpPr>
          <p:spPr>
            <a:xfrm>
              <a:off x="7048714" y="2240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5" name="pt26905"/>
            <p:cNvSpPr/>
            <p:nvPr/>
          </p:nvSpPr>
          <p:spPr>
            <a:xfrm>
              <a:off x="7107827" y="2135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6" name="pt26906"/>
            <p:cNvSpPr/>
            <p:nvPr/>
          </p:nvSpPr>
          <p:spPr>
            <a:xfrm>
              <a:off x="6979380" y="2198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7" name="pt26907"/>
            <p:cNvSpPr/>
            <p:nvPr/>
          </p:nvSpPr>
          <p:spPr>
            <a:xfrm>
              <a:off x="7127730" y="2152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8" name="pt26908"/>
            <p:cNvSpPr/>
            <p:nvPr/>
          </p:nvSpPr>
          <p:spPr>
            <a:xfrm>
              <a:off x="7205614" y="1982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9" name="pt26909"/>
            <p:cNvSpPr/>
            <p:nvPr/>
          </p:nvSpPr>
          <p:spPr>
            <a:xfrm>
              <a:off x="7069696" y="212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0" name="pt26910"/>
            <p:cNvSpPr/>
            <p:nvPr/>
          </p:nvSpPr>
          <p:spPr>
            <a:xfrm>
              <a:off x="7255550" y="2013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1" name="pt26911"/>
            <p:cNvSpPr/>
            <p:nvPr/>
          </p:nvSpPr>
          <p:spPr>
            <a:xfrm>
              <a:off x="7059805" y="2191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2" name="pt26912"/>
            <p:cNvSpPr/>
            <p:nvPr/>
          </p:nvSpPr>
          <p:spPr>
            <a:xfrm>
              <a:off x="7229891" y="2026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3" name="pt26913"/>
            <p:cNvSpPr/>
            <p:nvPr/>
          </p:nvSpPr>
          <p:spPr>
            <a:xfrm>
              <a:off x="7137309" y="2014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4" name="pt26914"/>
            <p:cNvSpPr/>
            <p:nvPr/>
          </p:nvSpPr>
          <p:spPr>
            <a:xfrm>
              <a:off x="7011535" y="2146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5" name="pt26915"/>
            <p:cNvSpPr/>
            <p:nvPr/>
          </p:nvSpPr>
          <p:spPr>
            <a:xfrm>
              <a:off x="7671001" y="2306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6" name="pt26916"/>
            <p:cNvSpPr/>
            <p:nvPr/>
          </p:nvSpPr>
          <p:spPr>
            <a:xfrm>
              <a:off x="7013503" y="2074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7" name="pt26917"/>
            <p:cNvSpPr/>
            <p:nvPr/>
          </p:nvSpPr>
          <p:spPr>
            <a:xfrm>
              <a:off x="6970599" y="1805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8" name="pt26918"/>
            <p:cNvSpPr/>
            <p:nvPr/>
          </p:nvSpPr>
          <p:spPr>
            <a:xfrm>
              <a:off x="7262546" y="2012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9" name="pt26919"/>
            <p:cNvSpPr/>
            <p:nvPr/>
          </p:nvSpPr>
          <p:spPr>
            <a:xfrm>
              <a:off x="7160694" y="2364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0" name="pt26920"/>
            <p:cNvSpPr/>
            <p:nvPr/>
          </p:nvSpPr>
          <p:spPr>
            <a:xfrm>
              <a:off x="7103975" y="2107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1" name="pt26921"/>
            <p:cNvSpPr/>
            <p:nvPr/>
          </p:nvSpPr>
          <p:spPr>
            <a:xfrm>
              <a:off x="6969010" y="1933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2" name="pt26922"/>
            <p:cNvSpPr/>
            <p:nvPr/>
          </p:nvSpPr>
          <p:spPr>
            <a:xfrm>
              <a:off x="6731066" y="2385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3" name="pt26923"/>
            <p:cNvSpPr/>
            <p:nvPr/>
          </p:nvSpPr>
          <p:spPr>
            <a:xfrm>
              <a:off x="7101371" y="2116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4" name="pt26924"/>
            <p:cNvSpPr/>
            <p:nvPr/>
          </p:nvSpPr>
          <p:spPr>
            <a:xfrm>
              <a:off x="7286646" y="2196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5" name="pt26925"/>
            <p:cNvSpPr/>
            <p:nvPr/>
          </p:nvSpPr>
          <p:spPr>
            <a:xfrm>
              <a:off x="6806343" y="2112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6" name="pt26926"/>
            <p:cNvSpPr/>
            <p:nvPr/>
          </p:nvSpPr>
          <p:spPr>
            <a:xfrm>
              <a:off x="7228511" y="2073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7" name="pt26927"/>
            <p:cNvSpPr/>
            <p:nvPr/>
          </p:nvSpPr>
          <p:spPr>
            <a:xfrm>
              <a:off x="7139676" y="2068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8" name="pt26928"/>
            <p:cNvSpPr/>
            <p:nvPr/>
          </p:nvSpPr>
          <p:spPr>
            <a:xfrm>
              <a:off x="7041839" y="2125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9" name="pt26929"/>
            <p:cNvSpPr/>
            <p:nvPr/>
          </p:nvSpPr>
          <p:spPr>
            <a:xfrm>
              <a:off x="7104491" y="2172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0" name="pt26930"/>
            <p:cNvSpPr/>
            <p:nvPr/>
          </p:nvSpPr>
          <p:spPr>
            <a:xfrm>
              <a:off x="7309083" y="2340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1" name="pt26931"/>
            <p:cNvSpPr/>
            <p:nvPr/>
          </p:nvSpPr>
          <p:spPr>
            <a:xfrm>
              <a:off x="7506603" y="1984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2" name="pt26932"/>
            <p:cNvSpPr/>
            <p:nvPr/>
          </p:nvSpPr>
          <p:spPr>
            <a:xfrm>
              <a:off x="7073618" y="2189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3" name="pt26933"/>
            <p:cNvSpPr/>
            <p:nvPr/>
          </p:nvSpPr>
          <p:spPr>
            <a:xfrm>
              <a:off x="6673690" y="155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4" name="pt26934"/>
            <p:cNvSpPr/>
            <p:nvPr/>
          </p:nvSpPr>
          <p:spPr>
            <a:xfrm>
              <a:off x="7080971" y="2148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5" name="pt26935"/>
            <p:cNvSpPr/>
            <p:nvPr/>
          </p:nvSpPr>
          <p:spPr>
            <a:xfrm>
              <a:off x="7048974" y="222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6" name="pt26936"/>
            <p:cNvSpPr/>
            <p:nvPr/>
          </p:nvSpPr>
          <p:spPr>
            <a:xfrm>
              <a:off x="7095960" y="2299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7" name="pt26937"/>
            <p:cNvSpPr/>
            <p:nvPr/>
          </p:nvSpPr>
          <p:spPr>
            <a:xfrm>
              <a:off x="7202349" y="1972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8" name="pt26938"/>
            <p:cNvSpPr/>
            <p:nvPr/>
          </p:nvSpPr>
          <p:spPr>
            <a:xfrm>
              <a:off x="6978865" y="2134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9" name="pt26939"/>
            <p:cNvSpPr/>
            <p:nvPr/>
          </p:nvSpPr>
          <p:spPr>
            <a:xfrm>
              <a:off x="7192859" y="2203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0" name="pt26940"/>
            <p:cNvSpPr/>
            <p:nvPr/>
          </p:nvSpPr>
          <p:spPr>
            <a:xfrm>
              <a:off x="6939877" y="1895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1" name="pt26941"/>
            <p:cNvSpPr/>
            <p:nvPr/>
          </p:nvSpPr>
          <p:spPr>
            <a:xfrm>
              <a:off x="7170277" y="2040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2" name="pt26942"/>
            <p:cNvSpPr/>
            <p:nvPr/>
          </p:nvSpPr>
          <p:spPr>
            <a:xfrm>
              <a:off x="7215668" y="2099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3" name="pt26943"/>
            <p:cNvSpPr/>
            <p:nvPr/>
          </p:nvSpPr>
          <p:spPr>
            <a:xfrm>
              <a:off x="7035002" y="2108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4" name="pt26944"/>
            <p:cNvSpPr/>
            <p:nvPr/>
          </p:nvSpPr>
          <p:spPr>
            <a:xfrm>
              <a:off x="7162482" y="2203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5" name="pt26945"/>
            <p:cNvSpPr/>
            <p:nvPr/>
          </p:nvSpPr>
          <p:spPr>
            <a:xfrm>
              <a:off x="6941570" y="1927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6" name="pt26946"/>
            <p:cNvSpPr/>
            <p:nvPr/>
          </p:nvSpPr>
          <p:spPr>
            <a:xfrm>
              <a:off x="7092066" y="2285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7" name="pt26947"/>
            <p:cNvSpPr/>
            <p:nvPr/>
          </p:nvSpPr>
          <p:spPr>
            <a:xfrm>
              <a:off x="7372884" y="2398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8" name="pt26948"/>
            <p:cNvSpPr/>
            <p:nvPr/>
          </p:nvSpPr>
          <p:spPr>
            <a:xfrm>
              <a:off x="6893326" y="2146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9" name="pt26949"/>
            <p:cNvSpPr/>
            <p:nvPr/>
          </p:nvSpPr>
          <p:spPr>
            <a:xfrm>
              <a:off x="7165641" y="2297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0" name="pt26950"/>
            <p:cNvSpPr/>
            <p:nvPr/>
          </p:nvSpPr>
          <p:spPr>
            <a:xfrm>
              <a:off x="7106649" y="1987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1" name="pt26951"/>
            <p:cNvSpPr/>
            <p:nvPr/>
          </p:nvSpPr>
          <p:spPr>
            <a:xfrm>
              <a:off x="7109421" y="1996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2" name="pt26952"/>
            <p:cNvSpPr/>
            <p:nvPr/>
          </p:nvSpPr>
          <p:spPr>
            <a:xfrm>
              <a:off x="7021674" y="2015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3" name="pt26953"/>
            <p:cNvSpPr/>
            <p:nvPr/>
          </p:nvSpPr>
          <p:spPr>
            <a:xfrm>
              <a:off x="7096758" y="2225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4" name="pt26954"/>
            <p:cNvSpPr/>
            <p:nvPr/>
          </p:nvSpPr>
          <p:spPr>
            <a:xfrm>
              <a:off x="7153331" y="2351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5" name="pt26955"/>
            <p:cNvSpPr/>
            <p:nvPr/>
          </p:nvSpPr>
          <p:spPr>
            <a:xfrm>
              <a:off x="7005687" y="1726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6" name="pt26956"/>
            <p:cNvSpPr/>
            <p:nvPr/>
          </p:nvSpPr>
          <p:spPr>
            <a:xfrm>
              <a:off x="6957225" y="1813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7" name="pt26957"/>
            <p:cNvSpPr/>
            <p:nvPr/>
          </p:nvSpPr>
          <p:spPr>
            <a:xfrm>
              <a:off x="6916234" y="2070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8" name="pt26958"/>
            <p:cNvSpPr/>
            <p:nvPr/>
          </p:nvSpPr>
          <p:spPr>
            <a:xfrm>
              <a:off x="7080267" y="2141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9" name="pt26959"/>
            <p:cNvSpPr/>
            <p:nvPr/>
          </p:nvSpPr>
          <p:spPr>
            <a:xfrm>
              <a:off x="6994442" y="2087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0" name="pt26960"/>
            <p:cNvSpPr/>
            <p:nvPr/>
          </p:nvSpPr>
          <p:spPr>
            <a:xfrm>
              <a:off x="7048170" y="2229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1" name="pt26961"/>
            <p:cNvSpPr/>
            <p:nvPr/>
          </p:nvSpPr>
          <p:spPr>
            <a:xfrm>
              <a:off x="7035304" y="2207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2" name="pt26962"/>
            <p:cNvSpPr/>
            <p:nvPr/>
          </p:nvSpPr>
          <p:spPr>
            <a:xfrm>
              <a:off x="7238861" y="1736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3" name="pt26963"/>
            <p:cNvSpPr/>
            <p:nvPr/>
          </p:nvSpPr>
          <p:spPr>
            <a:xfrm>
              <a:off x="6871300" y="2116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4" name="pt26964"/>
            <p:cNvSpPr/>
            <p:nvPr/>
          </p:nvSpPr>
          <p:spPr>
            <a:xfrm>
              <a:off x="7260285" y="1948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5" name="pt26965"/>
            <p:cNvSpPr/>
            <p:nvPr/>
          </p:nvSpPr>
          <p:spPr>
            <a:xfrm>
              <a:off x="7098556" y="2207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6" name="pt26966"/>
            <p:cNvSpPr/>
            <p:nvPr/>
          </p:nvSpPr>
          <p:spPr>
            <a:xfrm>
              <a:off x="7056343" y="2070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7" name="pt26967"/>
            <p:cNvSpPr/>
            <p:nvPr/>
          </p:nvSpPr>
          <p:spPr>
            <a:xfrm>
              <a:off x="7141976" y="1998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8" name="pt26968"/>
            <p:cNvSpPr/>
            <p:nvPr/>
          </p:nvSpPr>
          <p:spPr>
            <a:xfrm>
              <a:off x="7235200" y="188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9" name="pt26969"/>
            <p:cNvSpPr/>
            <p:nvPr/>
          </p:nvSpPr>
          <p:spPr>
            <a:xfrm>
              <a:off x="7048173" y="2243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0" name="pt26970"/>
            <p:cNvSpPr/>
            <p:nvPr/>
          </p:nvSpPr>
          <p:spPr>
            <a:xfrm>
              <a:off x="7075151" y="2209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1" name="pt26971"/>
            <p:cNvSpPr/>
            <p:nvPr/>
          </p:nvSpPr>
          <p:spPr>
            <a:xfrm>
              <a:off x="7194103" y="2111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2" name="pt26972"/>
            <p:cNvSpPr/>
            <p:nvPr/>
          </p:nvSpPr>
          <p:spPr>
            <a:xfrm>
              <a:off x="7129116" y="207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3" name="pt26973"/>
            <p:cNvSpPr/>
            <p:nvPr/>
          </p:nvSpPr>
          <p:spPr>
            <a:xfrm>
              <a:off x="6867876" y="2272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4" name="pt26974"/>
            <p:cNvSpPr/>
            <p:nvPr/>
          </p:nvSpPr>
          <p:spPr>
            <a:xfrm>
              <a:off x="7031663" y="2237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5" name="pt26975"/>
            <p:cNvSpPr/>
            <p:nvPr/>
          </p:nvSpPr>
          <p:spPr>
            <a:xfrm>
              <a:off x="6974627" y="1868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6" name="pt26976"/>
            <p:cNvSpPr/>
            <p:nvPr/>
          </p:nvSpPr>
          <p:spPr>
            <a:xfrm>
              <a:off x="7168808" y="2334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7" name="pt26977"/>
            <p:cNvSpPr/>
            <p:nvPr/>
          </p:nvSpPr>
          <p:spPr>
            <a:xfrm>
              <a:off x="7347886" y="2045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8" name="pt26978"/>
            <p:cNvSpPr/>
            <p:nvPr/>
          </p:nvSpPr>
          <p:spPr>
            <a:xfrm>
              <a:off x="7075949" y="2118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9" name="pt26979"/>
            <p:cNvSpPr/>
            <p:nvPr/>
          </p:nvSpPr>
          <p:spPr>
            <a:xfrm>
              <a:off x="7158377" y="2197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0" name="pt26980"/>
            <p:cNvSpPr/>
            <p:nvPr/>
          </p:nvSpPr>
          <p:spPr>
            <a:xfrm>
              <a:off x="6976233" y="201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1" name="pt26981"/>
            <p:cNvSpPr/>
            <p:nvPr/>
          </p:nvSpPr>
          <p:spPr>
            <a:xfrm>
              <a:off x="7270781" y="2015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2" name="pt26982"/>
            <p:cNvSpPr/>
            <p:nvPr/>
          </p:nvSpPr>
          <p:spPr>
            <a:xfrm>
              <a:off x="7171502" y="2229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3" name="pt26983"/>
            <p:cNvSpPr/>
            <p:nvPr/>
          </p:nvSpPr>
          <p:spPr>
            <a:xfrm>
              <a:off x="6760549" y="1942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4" name="pt26984"/>
            <p:cNvSpPr/>
            <p:nvPr/>
          </p:nvSpPr>
          <p:spPr>
            <a:xfrm>
              <a:off x="7136885" y="2027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5" name="pt26985"/>
            <p:cNvSpPr/>
            <p:nvPr/>
          </p:nvSpPr>
          <p:spPr>
            <a:xfrm>
              <a:off x="6780486" y="2420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6" name="pt26986"/>
            <p:cNvSpPr/>
            <p:nvPr/>
          </p:nvSpPr>
          <p:spPr>
            <a:xfrm>
              <a:off x="6931262" y="1865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7" name="pt26987"/>
            <p:cNvSpPr/>
            <p:nvPr/>
          </p:nvSpPr>
          <p:spPr>
            <a:xfrm>
              <a:off x="7182222" y="2151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8" name="pt26988"/>
            <p:cNvSpPr/>
            <p:nvPr/>
          </p:nvSpPr>
          <p:spPr>
            <a:xfrm>
              <a:off x="6968680" y="1973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9" name="pt26989"/>
            <p:cNvSpPr/>
            <p:nvPr/>
          </p:nvSpPr>
          <p:spPr>
            <a:xfrm>
              <a:off x="7058698" y="2031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0" name="pt26990"/>
            <p:cNvSpPr/>
            <p:nvPr/>
          </p:nvSpPr>
          <p:spPr>
            <a:xfrm>
              <a:off x="7118026" y="2037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1" name="pt26991"/>
            <p:cNvSpPr/>
            <p:nvPr/>
          </p:nvSpPr>
          <p:spPr>
            <a:xfrm>
              <a:off x="7193744" y="2438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2" name="pt26992"/>
            <p:cNvSpPr/>
            <p:nvPr/>
          </p:nvSpPr>
          <p:spPr>
            <a:xfrm>
              <a:off x="7195651" y="2062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3" name="pt26993"/>
            <p:cNvSpPr/>
            <p:nvPr/>
          </p:nvSpPr>
          <p:spPr>
            <a:xfrm>
              <a:off x="7096521" y="2307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4" name="pt26994"/>
            <p:cNvSpPr/>
            <p:nvPr/>
          </p:nvSpPr>
          <p:spPr>
            <a:xfrm>
              <a:off x="7056513" y="2106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5" name="pt26995"/>
            <p:cNvSpPr/>
            <p:nvPr/>
          </p:nvSpPr>
          <p:spPr>
            <a:xfrm>
              <a:off x="7198101" y="2058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6" name="pt26996"/>
            <p:cNvSpPr/>
            <p:nvPr/>
          </p:nvSpPr>
          <p:spPr>
            <a:xfrm>
              <a:off x="7153343" y="2367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7" name="pt26997"/>
            <p:cNvSpPr/>
            <p:nvPr/>
          </p:nvSpPr>
          <p:spPr>
            <a:xfrm>
              <a:off x="7288279" y="2002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8" name="pt26998"/>
            <p:cNvSpPr/>
            <p:nvPr/>
          </p:nvSpPr>
          <p:spPr>
            <a:xfrm>
              <a:off x="6971973" y="1887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9" name="pt26999"/>
            <p:cNvSpPr/>
            <p:nvPr/>
          </p:nvSpPr>
          <p:spPr>
            <a:xfrm>
              <a:off x="7057642" y="2063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0" name="pt27000"/>
            <p:cNvSpPr/>
            <p:nvPr/>
          </p:nvSpPr>
          <p:spPr>
            <a:xfrm>
              <a:off x="7120599" y="2052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1" name="pt27001"/>
            <p:cNvSpPr/>
            <p:nvPr/>
          </p:nvSpPr>
          <p:spPr>
            <a:xfrm>
              <a:off x="7314307" y="2406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2" name="pt27002"/>
            <p:cNvSpPr/>
            <p:nvPr/>
          </p:nvSpPr>
          <p:spPr>
            <a:xfrm>
              <a:off x="6879867" y="2180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3" name="pt27003"/>
            <p:cNvSpPr/>
            <p:nvPr/>
          </p:nvSpPr>
          <p:spPr>
            <a:xfrm>
              <a:off x="7087541" y="226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4" name="pt27004"/>
            <p:cNvSpPr/>
            <p:nvPr/>
          </p:nvSpPr>
          <p:spPr>
            <a:xfrm>
              <a:off x="6994866" y="2315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5" name="pt27005"/>
            <p:cNvSpPr/>
            <p:nvPr/>
          </p:nvSpPr>
          <p:spPr>
            <a:xfrm>
              <a:off x="7072619" y="2090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6" name="pt27006"/>
            <p:cNvSpPr/>
            <p:nvPr/>
          </p:nvSpPr>
          <p:spPr>
            <a:xfrm>
              <a:off x="6790850" y="2364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7" name="pt27007"/>
            <p:cNvSpPr/>
            <p:nvPr/>
          </p:nvSpPr>
          <p:spPr>
            <a:xfrm>
              <a:off x="7103877" y="2156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8" name="pt27008"/>
            <p:cNvSpPr/>
            <p:nvPr/>
          </p:nvSpPr>
          <p:spPr>
            <a:xfrm>
              <a:off x="7057862" y="2044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9" name="pt27009"/>
            <p:cNvSpPr/>
            <p:nvPr/>
          </p:nvSpPr>
          <p:spPr>
            <a:xfrm>
              <a:off x="7583345" y="2408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0" name="pt27010"/>
            <p:cNvSpPr/>
            <p:nvPr/>
          </p:nvSpPr>
          <p:spPr>
            <a:xfrm>
              <a:off x="7018421" y="2233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1" name="pt27011"/>
            <p:cNvSpPr/>
            <p:nvPr/>
          </p:nvSpPr>
          <p:spPr>
            <a:xfrm>
              <a:off x="7267765" y="1917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2" name="pt27012"/>
            <p:cNvSpPr/>
            <p:nvPr/>
          </p:nvSpPr>
          <p:spPr>
            <a:xfrm>
              <a:off x="6982179" y="2154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3" name="pt27013"/>
            <p:cNvSpPr/>
            <p:nvPr/>
          </p:nvSpPr>
          <p:spPr>
            <a:xfrm>
              <a:off x="7236001" y="1828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4" name="pt27014"/>
            <p:cNvSpPr/>
            <p:nvPr/>
          </p:nvSpPr>
          <p:spPr>
            <a:xfrm>
              <a:off x="6954074" y="1882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5" name="pt27015"/>
            <p:cNvSpPr/>
            <p:nvPr/>
          </p:nvSpPr>
          <p:spPr>
            <a:xfrm>
              <a:off x="7036877" y="2188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6" name="pt27016"/>
            <p:cNvSpPr/>
            <p:nvPr/>
          </p:nvSpPr>
          <p:spPr>
            <a:xfrm>
              <a:off x="7208262" y="1934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7" name="pt27017"/>
            <p:cNvSpPr/>
            <p:nvPr/>
          </p:nvSpPr>
          <p:spPr>
            <a:xfrm>
              <a:off x="7119195" y="1983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8" name="pt27018"/>
            <p:cNvSpPr/>
            <p:nvPr/>
          </p:nvSpPr>
          <p:spPr>
            <a:xfrm>
              <a:off x="6997026" y="2238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9" name="pt27019"/>
            <p:cNvSpPr/>
            <p:nvPr/>
          </p:nvSpPr>
          <p:spPr>
            <a:xfrm>
              <a:off x="7097836" y="2257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0" name="pt27020"/>
            <p:cNvSpPr/>
            <p:nvPr/>
          </p:nvSpPr>
          <p:spPr>
            <a:xfrm>
              <a:off x="7198270" y="2138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1" name="pt27021"/>
            <p:cNvSpPr/>
            <p:nvPr/>
          </p:nvSpPr>
          <p:spPr>
            <a:xfrm>
              <a:off x="7042241" y="2210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2" name="pt27022"/>
            <p:cNvSpPr/>
            <p:nvPr/>
          </p:nvSpPr>
          <p:spPr>
            <a:xfrm>
              <a:off x="7070569" y="2170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3" name="pt27023"/>
            <p:cNvSpPr/>
            <p:nvPr/>
          </p:nvSpPr>
          <p:spPr>
            <a:xfrm>
              <a:off x="7021798" y="2073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4" name="pt27024"/>
            <p:cNvSpPr/>
            <p:nvPr/>
          </p:nvSpPr>
          <p:spPr>
            <a:xfrm>
              <a:off x="7113883" y="1921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5" name="pt27025"/>
            <p:cNvSpPr/>
            <p:nvPr/>
          </p:nvSpPr>
          <p:spPr>
            <a:xfrm>
              <a:off x="7402547" y="2441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6" name="pt27026"/>
            <p:cNvSpPr/>
            <p:nvPr/>
          </p:nvSpPr>
          <p:spPr>
            <a:xfrm>
              <a:off x="6659782" y="2153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7" name="pt27027"/>
            <p:cNvSpPr/>
            <p:nvPr/>
          </p:nvSpPr>
          <p:spPr>
            <a:xfrm>
              <a:off x="7304430" y="1982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8" name="pt27028"/>
            <p:cNvSpPr/>
            <p:nvPr/>
          </p:nvSpPr>
          <p:spPr>
            <a:xfrm>
              <a:off x="7066538" y="2053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9" name="pt27029"/>
            <p:cNvSpPr/>
            <p:nvPr/>
          </p:nvSpPr>
          <p:spPr>
            <a:xfrm>
              <a:off x="6985221" y="2261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0" name="pt27030"/>
            <p:cNvSpPr/>
            <p:nvPr/>
          </p:nvSpPr>
          <p:spPr>
            <a:xfrm>
              <a:off x="7302943" y="178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1" name="pt27031"/>
            <p:cNvSpPr/>
            <p:nvPr/>
          </p:nvSpPr>
          <p:spPr>
            <a:xfrm>
              <a:off x="7096029" y="2346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2" name="pt27032"/>
            <p:cNvSpPr/>
            <p:nvPr/>
          </p:nvSpPr>
          <p:spPr>
            <a:xfrm>
              <a:off x="7034152" y="2196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3" name="pt27033"/>
            <p:cNvSpPr/>
            <p:nvPr/>
          </p:nvSpPr>
          <p:spPr>
            <a:xfrm>
              <a:off x="6892412" y="2024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4" name="pt27034"/>
            <p:cNvSpPr/>
            <p:nvPr/>
          </p:nvSpPr>
          <p:spPr>
            <a:xfrm>
              <a:off x="7237425" y="1859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5" name="pt27035"/>
            <p:cNvSpPr/>
            <p:nvPr/>
          </p:nvSpPr>
          <p:spPr>
            <a:xfrm>
              <a:off x="6956226" y="1794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6" name="pt27036"/>
            <p:cNvSpPr/>
            <p:nvPr/>
          </p:nvSpPr>
          <p:spPr>
            <a:xfrm>
              <a:off x="7090227" y="2266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7" name="pt27037"/>
            <p:cNvSpPr/>
            <p:nvPr/>
          </p:nvSpPr>
          <p:spPr>
            <a:xfrm>
              <a:off x="7134477" y="2028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8" name="pt27038"/>
            <p:cNvSpPr/>
            <p:nvPr/>
          </p:nvSpPr>
          <p:spPr>
            <a:xfrm>
              <a:off x="7257827" y="2046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9" name="pt27039"/>
            <p:cNvSpPr/>
            <p:nvPr/>
          </p:nvSpPr>
          <p:spPr>
            <a:xfrm>
              <a:off x="7003282" y="1984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0" name="pt27040"/>
            <p:cNvSpPr/>
            <p:nvPr/>
          </p:nvSpPr>
          <p:spPr>
            <a:xfrm>
              <a:off x="7035193" y="2246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1" name="pt27041"/>
            <p:cNvSpPr/>
            <p:nvPr/>
          </p:nvSpPr>
          <p:spPr>
            <a:xfrm>
              <a:off x="6981295" y="2164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2" name="pt27042"/>
            <p:cNvSpPr/>
            <p:nvPr/>
          </p:nvSpPr>
          <p:spPr>
            <a:xfrm>
              <a:off x="7148574" y="2018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3" name="pt27043"/>
            <p:cNvSpPr/>
            <p:nvPr/>
          </p:nvSpPr>
          <p:spPr>
            <a:xfrm>
              <a:off x="7045188" y="2270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4" name="pt27044"/>
            <p:cNvSpPr/>
            <p:nvPr/>
          </p:nvSpPr>
          <p:spPr>
            <a:xfrm>
              <a:off x="7141100" y="1994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5" name="pt27045"/>
            <p:cNvSpPr/>
            <p:nvPr/>
          </p:nvSpPr>
          <p:spPr>
            <a:xfrm>
              <a:off x="7034113" y="2229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6" name="pt27046"/>
            <p:cNvSpPr/>
            <p:nvPr/>
          </p:nvSpPr>
          <p:spPr>
            <a:xfrm>
              <a:off x="7063211" y="212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7" name="pt27047"/>
            <p:cNvSpPr/>
            <p:nvPr/>
          </p:nvSpPr>
          <p:spPr>
            <a:xfrm>
              <a:off x="7250308" y="1898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8" name="pt27048"/>
            <p:cNvSpPr/>
            <p:nvPr/>
          </p:nvSpPr>
          <p:spPr>
            <a:xfrm>
              <a:off x="7288184" y="2070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9" name="pt27049"/>
            <p:cNvSpPr/>
            <p:nvPr/>
          </p:nvSpPr>
          <p:spPr>
            <a:xfrm>
              <a:off x="6872640" y="2191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0" name="pt27050"/>
            <p:cNvSpPr/>
            <p:nvPr/>
          </p:nvSpPr>
          <p:spPr>
            <a:xfrm>
              <a:off x="7030242" y="2147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1" name="pt27051"/>
            <p:cNvSpPr/>
            <p:nvPr/>
          </p:nvSpPr>
          <p:spPr>
            <a:xfrm>
              <a:off x="7075325" y="2070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2" name="pt27052"/>
            <p:cNvSpPr/>
            <p:nvPr/>
          </p:nvSpPr>
          <p:spPr>
            <a:xfrm>
              <a:off x="6903424" y="1941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3" name="pt27053"/>
            <p:cNvSpPr/>
            <p:nvPr/>
          </p:nvSpPr>
          <p:spPr>
            <a:xfrm>
              <a:off x="7150412" y="2200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4" name="pt27054"/>
            <p:cNvSpPr/>
            <p:nvPr/>
          </p:nvSpPr>
          <p:spPr>
            <a:xfrm>
              <a:off x="7369390" y="2446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5" name="pt27055"/>
            <p:cNvSpPr/>
            <p:nvPr/>
          </p:nvSpPr>
          <p:spPr>
            <a:xfrm>
              <a:off x="7295096" y="207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6" name="pt27056"/>
            <p:cNvSpPr/>
            <p:nvPr/>
          </p:nvSpPr>
          <p:spPr>
            <a:xfrm>
              <a:off x="7257958" y="2060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7" name="pt27057"/>
            <p:cNvSpPr/>
            <p:nvPr/>
          </p:nvSpPr>
          <p:spPr>
            <a:xfrm>
              <a:off x="7423635" y="2538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8" name="pt27058"/>
            <p:cNvSpPr/>
            <p:nvPr/>
          </p:nvSpPr>
          <p:spPr>
            <a:xfrm>
              <a:off x="7667931" y="2341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9" name="pt27059"/>
            <p:cNvSpPr/>
            <p:nvPr/>
          </p:nvSpPr>
          <p:spPr>
            <a:xfrm>
              <a:off x="6982283" y="2147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0" name="pt27060"/>
            <p:cNvSpPr/>
            <p:nvPr/>
          </p:nvSpPr>
          <p:spPr>
            <a:xfrm>
              <a:off x="6841240" y="1921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1" name="pt27061"/>
            <p:cNvSpPr/>
            <p:nvPr/>
          </p:nvSpPr>
          <p:spPr>
            <a:xfrm>
              <a:off x="7214934" y="2019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2" name="pt27062"/>
            <p:cNvSpPr/>
            <p:nvPr/>
          </p:nvSpPr>
          <p:spPr>
            <a:xfrm>
              <a:off x="7050053" y="2090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3" name="pt27063"/>
            <p:cNvSpPr/>
            <p:nvPr/>
          </p:nvSpPr>
          <p:spPr>
            <a:xfrm>
              <a:off x="7231147" y="2078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4" name="pt27064"/>
            <p:cNvSpPr/>
            <p:nvPr/>
          </p:nvSpPr>
          <p:spPr>
            <a:xfrm>
              <a:off x="6787672" y="2311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5" name="pt27065"/>
            <p:cNvSpPr/>
            <p:nvPr/>
          </p:nvSpPr>
          <p:spPr>
            <a:xfrm>
              <a:off x="7285604" y="1872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6" name="pt27066"/>
            <p:cNvSpPr/>
            <p:nvPr/>
          </p:nvSpPr>
          <p:spPr>
            <a:xfrm>
              <a:off x="6961005" y="1979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7" name="pt27067"/>
            <p:cNvSpPr/>
            <p:nvPr/>
          </p:nvSpPr>
          <p:spPr>
            <a:xfrm>
              <a:off x="7161940" y="2167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8" name="pt27068"/>
            <p:cNvSpPr/>
            <p:nvPr/>
          </p:nvSpPr>
          <p:spPr>
            <a:xfrm>
              <a:off x="7240180" y="2000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9" name="pt27069"/>
            <p:cNvSpPr/>
            <p:nvPr/>
          </p:nvSpPr>
          <p:spPr>
            <a:xfrm>
              <a:off x="7328916" y="2161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0" name="pt27070"/>
            <p:cNvSpPr/>
            <p:nvPr/>
          </p:nvSpPr>
          <p:spPr>
            <a:xfrm>
              <a:off x="7079401" y="2174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1" name="pt27071"/>
            <p:cNvSpPr/>
            <p:nvPr/>
          </p:nvSpPr>
          <p:spPr>
            <a:xfrm>
              <a:off x="6966187" y="187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2" name="pt27072"/>
            <p:cNvSpPr/>
            <p:nvPr/>
          </p:nvSpPr>
          <p:spPr>
            <a:xfrm>
              <a:off x="7242854" y="197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3" name="pt27073"/>
            <p:cNvSpPr/>
            <p:nvPr/>
          </p:nvSpPr>
          <p:spPr>
            <a:xfrm>
              <a:off x="7174724" y="1937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4" name="pt27074"/>
            <p:cNvSpPr/>
            <p:nvPr/>
          </p:nvSpPr>
          <p:spPr>
            <a:xfrm>
              <a:off x="6993127" y="2317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5" name="pt27075"/>
            <p:cNvSpPr/>
            <p:nvPr/>
          </p:nvSpPr>
          <p:spPr>
            <a:xfrm>
              <a:off x="7174791" y="212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6" name="pt27076"/>
            <p:cNvSpPr/>
            <p:nvPr/>
          </p:nvSpPr>
          <p:spPr>
            <a:xfrm>
              <a:off x="6912948" y="1985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7" name="pt27077"/>
            <p:cNvSpPr/>
            <p:nvPr/>
          </p:nvSpPr>
          <p:spPr>
            <a:xfrm>
              <a:off x="7047468" y="2211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8" name="pt27078"/>
            <p:cNvSpPr/>
            <p:nvPr/>
          </p:nvSpPr>
          <p:spPr>
            <a:xfrm>
              <a:off x="7117898" y="1981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9" name="pt27079"/>
            <p:cNvSpPr/>
            <p:nvPr/>
          </p:nvSpPr>
          <p:spPr>
            <a:xfrm>
              <a:off x="7232746" y="2089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0" name="pt27080"/>
            <p:cNvSpPr/>
            <p:nvPr/>
          </p:nvSpPr>
          <p:spPr>
            <a:xfrm>
              <a:off x="7152799" y="2123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1" name="pt27081"/>
            <p:cNvSpPr/>
            <p:nvPr/>
          </p:nvSpPr>
          <p:spPr>
            <a:xfrm>
              <a:off x="7210826" y="2047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2" name="pt27082"/>
            <p:cNvSpPr/>
            <p:nvPr/>
          </p:nvSpPr>
          <p:spPr>
            <a:xfrm>
              <a:off x="6630808" y="1465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3" name="pt27083"/>
            <p:cNvSpPr/>
            <p:nvPr/>
          </p:nvSpPr>
          <p:spPr>
            <a:xfrm>
              <a:off x="7120352" y="2006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4" name="pt27084"/>
            <p:cNvSpPr/>
            <p:nvPr/>
          </p:nvSpPr>
          <p:spPr>
            <a:xfrm>
              <a:off x="7044266" y="220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5" name="pt27085"/>
            <p:cNvSpPr/>
            <p:nvPr/>
          </p:nvSpPr>
          <p:spPr>
            <a:xfrm>
              <a:off x="6612559" y="1792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6" name="pt27086"/>
            <p:cNvSpPr/>
            <p:nvPr/>
          </p:nvSpPr>
          <p:spPr>
            <a:xfrm>
              <a:off x="6815453" y="2064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7" name="pt27087"/>
            <p:cNvSpPr/>
            <p:nvPr/>
          </p:nvSpPr>
          <p:spPr>
            <a:xfrm>
              <a:off x="6828927" y="2086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8" name="pt27088"/>
            <p:cNvSpPr/>
            <p:nvPr/>
          </p:nvSpPr>
          <p:spPr>
            <a:xfrm>
              <a:off x="7238293" y="1919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9" name="pt27089"/>
            <p:cNvSpPr/>
            <p:nvPr/>
          </p:nvSpPr>
          <p:spPr>
            <a:xfrm>
              <a:off x="7092058" y="2339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0" name="pt27090"/>
            <p:cNvSpPr/>
            <p:nvPr/>
          </p:nvSpPr>
          <p:spPr>
            <a:xfrm>
              <a:off x="7029253" y="2141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1" name="pt27091"/>
            <p:cNvSpPr/>
            <p:nvPr/>
          </p:nvSpPr>
          <p:spPr>
            <a:xfrm>
              <a:off x="7244170" y="190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2" name="pt27092"/>
            <p:cNvSpPr/>
            <p:nvPr/>
          </p:nvSpPr>
          <p:spPr>
            <a:xfrm>
              <a:off x="6927781" y="2014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3" name="pt27093"/>
            <p:cNvSpPr/>
            <p:nvPr/>
          </p:nvSpPr>
          <p:spPr>
            <a:xfrm>
              <a:off x="7000988" y="1987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4" name="pt27094"/>
            <p:cNvSpPr/>
            <p:nvPr/>
          </p:nvSpPr>
          <p:spPr>
            <a:xfrm>
              <a:off x="6859522" y="2145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5" name="pt27095"/>
            <p:cNvSpPr/>
            <p:nvPr/>
          </p:nvSpPr>
          <p:spPr>
            <a:xfrm>
              <a:off x="7002373" y="2079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6" name="pt27096"/>
            <p:cNvSpPr/>
            <p:nvPr/>
          </p:nvSpPr>
          <p:spPr>
            <a:xfrm>
              <a:off x="7434123" y="2662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7" name="pt27097"/>
            <p:cNvSpPr/>
            <p:nvPr/>
          </p:nvSpPr>
          <p:spPr>
            <a:xfrm>
              <a:off x="6823049" y="1885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8" name="pt27098"/>
            <p:cNvSpPr/>
            <p:nvPr/>
          </p:nvSpPr>
          <p:spPr>
            <a:xfrm>
              <a:off x="7230290" y="204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9" name="pt27099"/>
            <p:cNvSpPr/>
            <p:nvPr/>
          </p:nvSpPr>
          <p:spPr>
            <a:xfrm>
              <a:off x="6978259" y="1978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0" name="pt27100"/>
            <p:cNvSpPr/>
            <p:nvPr/>
          </p:nvSpPr>
          <p:spPr>
            <a:xfrm>
              <a:off x="6943195" y="1930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1" name="pt27101"/>
            <p:cNvSpPr/>
            <p:nvPr/>
          </p:nvSpPr>
          <p:spPr>
            <a:xfrm>
              <a:off x="7081661" y="2195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2" name="pt27102"/>
            <p:cNvSpPr/>
            <p:nvPr/>
          </p:nvSpPr>
          <p:spPr>
            <a:xfrm>
              <a:off x="6744899" y="2727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3" name="pt27103"/>
            <p:cNvSpPr/>
            <p:nvPr/>
          </p:nvSpPr>
          <p:spPr>
            <a:xfrm>
              <a:off x="7146070" y="1959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4" name="pt27104"/>
            <p:cNvSpPr/>
            <p:nvPr/>
          </p:nvSpPr>
          <p:spPr>
            <a:xfrm>
              <a:off x="7160468" y="2337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5" name="pt27105"/>
            <p:cNvSpPr/>
            <p:nvPr/>
          </p:nvSpPr>
          <p:spPr>
            <a:xfrm>
              <a:off x="7109566" y="2041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6" name="pt27106"/>
            <p:cNvSpPr/>
            <p:nvPr/>
          </p:nvSpPr>
          <p:spPr>
            <a:xfrm>
              <a:off x="7343037" y="2105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7" name="pt27107"/>
            <p:cNvSpPr/>
            <p:nvPr/>
          </p:nvSpPr>
          <p:spPr>
            <a:xfrm>
              <a:off x="7255338" y="1870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8" name="pt27108"/>
            <p:cNvSpPr/>
            <p:nvPr/>
          </p:nvSpPr>
          <p:spPr>
            <a:xfrm>
              <a:off x="6711609" y="2512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9" name="pt27109"/>
            <p:cNvSpPr/>
            <p:nvPr/>
          </p:nvSpPr>
          <p:spPr>
            <a:xfrm>
              <a:off x="7194945" y="206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0" name="pt27110"/>
            <p:cNvSpPr/>
            <p:nvPr/>
          </p:nvSpPr>
          <p:spPr>
            <a:xfrm>
              <a:off x="7113175" y="1933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1" name="pt27111"/>
            <p:cNvSpPr/>
            <p:nvPr/>
          </p:nvSpPr>
          <p:spPr>
            <a:xfrm>
              <a:off x="7124647" y="2067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2" name="pt27112"/>
            <p:cNvSpPr/>
            <p:nvPr/>
          </p:nvSpPr>
          <p:spPr>
            <a:xfrm>
              <a:off x="6981982" y="2186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3" name="pt27113"/>
            <p:cNvSpPr/>
            <p:nvPr/>
          </p:nvSpPr>
          <p:spPr>
            <a:xfrm>
              <a:off x="6970408" y="1874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4" name="pt27114"/>
            <p:cNvSpPr/>
            <p:nvPr/>
          </p:nvSpPr>
          <p:spPr>
            <a:xfrm>
              <a:off x="7142187" y="2016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5" name="pt27115"/>
            <p:cNvSpPr/>
            <p:nvPr/>
          </p:nvSpPr>
          <p:spPr>
            <a:xfrm>
              <a:off x="6860780" y="2161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6" name="pt27116"/>
            <p:cNvSpPr/>
            <p:nvPr/>
          </p:nvSpPr>
          <p:spPr>
            <a:xfrm>
              <a:off x="7480546" y="2370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7" name="pt27117"/>
            <p:cNvSpPr/>
            <p:nvPr/>
          </p:nvSpPr>
          <p:spPr>
            <a:xfrm>
              <a:off x="7160391" y="2207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8" name="pt27118"/>
            <p:cNvSpPr/>
            <p:nvPr/>
          </p:nvSpPr>
          <p:spPr>
            <a:xfrm>
              <a:off x="6905922" y="1970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9" name="pt27119"/>
            <p:cNvSpPr/>
            <p:nvPr/>
          </p:nvSpPr>
          <p:spPr>
            <a:xfrm>
              <a:off x="6974895" y="2096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0" name="pt27120"/>
            <p:cNvSpPr/>
            <p:nvPr/>
          </p:nvSpPr>
          <p:spPr>
            <a:xfrm>
              <a:off x="6964150" y="1948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1" name="pt27121"/>
            <p:cNvSpPr/>
            <p:nvPr/>
          </p:nvSpPr>
          <p:spPr>
            <a:xfrm>
              <a:off x="6896321" y="2044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2" name="pt27122"/>
            <p:cNvSpPr/>
            <p:nvPr/>
          </p:nvSpPr>
          <p:spPr>
            <a:xfrm>
              <a:off x="6879138" y="2204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3" name="pt27123"/>
            <p:cNvSpPr/>
            <p:nvPr/>
          </p:nvSpPr>
          <p:spPr>
            <a:xfrm>
              <a:off x="7041642" y="2170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4" name="pt27124"/>
            <p:cNvSpPr/>
            <p:nvPr/>
          </p:nvSpPr>
          <p:spPr>
            <a:xfrm>
              <a:off x="7128858" y="2113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5" name="pt27125"/>
            <p:cNvSpPr/>
            <p:nvPr/>
          </p:nvSpPr>
          <p:spPr>
            <a:xfrm>
              <a:off x="7091515" y="2178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6" name="pt27126"/>
            <p:cNvSpPr/>
            <p:nvPr/>
          </p:nvSpPr>
          <p:spPr>
            <a:xfrm>
              <a:off x="7213004" y="2018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7" name="pt27127"/>
            <p:cNvSpPr/>
            <p:nvPr/>
          </p:nvSpPr>
          <p:spPr>
            <a:xfrm>
              <a:off x="6962268" y="207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8" name="pt27128"/>
            <p:cNvSpPr/>
            <p:nvPr/>
          </p:nvSpPr>
          <p:spPr>
            <a:xfrm>
              <a:off x="7151908" y="2177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9" name="pt27129"/>
            <p:cNvSpPr/>
            <p:nvPr/>
          </p:nvSpPr>
          <p:spPr>
            <a:xfrm>
              <a:off x="7064268" y="206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0" name="pt27130"/>
            <p:cNvSpPr/>
            <p:nvPr/>
          </p:nvSpPr>
          <p:spPr>
            <a:xfrm>
              <a:off x="7118510" y="2001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1" name="pt27131"/>
            <p:cNvSpPr/>
            <p:nvPr/>
          </p:nvSpPr>
          <p:spPr>
            <a:xfrm>
              <a:off x="7236206" y="189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2" name="pt27132"/>
            <p:cNvSpPr/>
            <p:nvPr/>
          </p:nvSpPr>
          <p:spPr>
            <a:xfrm>
              <a:off x="7017249" y="2184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3" name="pt27133"/>
            <p:cNvSpPr/>
            <p:nvPr/>
          </p:nvSpPr>
          <p:spPr>
            <a:xfrm>
              <a:off x="7134432" y="2033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4" name="pt27134"/>
            <p:cNvSpPr/>
            <p:nvPr/>
          </p:nvSpPr>
          <p:spPr>
            <a:xfrm>
              <a:off x="7131276" y="2140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5" name="pt27135"/>
            <p:cNvSpPr/>
            <p:nvPr/>
          </p:nvSpPr>
          <p:spPr>
            <a:xfrm>
              <a:off x="7114083" y="1956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6" name="pt27136"/>
            <p:cNvSpPr/>
            <p:nvPr/>
          </p:nvSpPr>
          <p:spPr>
            <a:xfrm>
              <a:off x="7084296" y="2163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7" name="pt27137"/>
            <p:cNvSpPr/>
            <p:nvPr/>
          </p:nvSpPr>
          <p:spPr>
            <a:xfrm>
              <a:off x="7007023" y="1702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8" name="pt27138"/>
            <p:cNvSpPr/>
            <p:nvPr/>
          </p:nvSpPr>
          <p:spPr>
            <a:xfrm>
              <a:off x="7280669" y="1961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9" name="pt27139"/>
            <p:cNvSpPr/>
            <p:nvPr/>
          </p:nvSpPr>
          <p:spPr>
            <a:xfrm>
              <a:off x="7184673" y="1955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0" name="pt27140"/>
            <p:cNvSpPr/>
            <p:nvPr/>
          </p:nvSpPr>
          <p:spPr>
            <a:xfrm>
              <a:off x="7383219" y="2382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1" name="pt27141"/>
            <p:cNvSpPr/>
            <p:nvPr/>
          </p:nvSpPr>
          <p:spPr>
            <a:xfrm>
              <a:off x="7752822" y="2479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2" name="pt27142"/>
            <p:cNvSpPr/>
            <p:nvPr/>
          </p:nvSpPr>
          <p:spPr>
            <a:xfrm>
              <a:off x="7174096" y="2036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3" name="pt27143"/>
            <p:cNvSpPr/>
            <p:nvPr/>
          </p:nvSpPr>
          <p:spPr>
            <a:xfrm>
              <a:off x="7258892" y="2002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4" name="pt27144"/>
            <p:cNvSpPr/>
            <p:nvPr/>
          </p:nvSpPr>
          <p:spPr>
            <a:xfrm>
              <a:off x="7335926" y="1737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5" name="pt27145"/>
            <p:cNvSpPr/>
            <p:nvPr/>
          </p:nvSpPr>
          <p:spPr>
            <a:xfrm>
              <a:off x="7136383" y="2020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6" name="pt27146"/>
            <p:cNvSpPr/>
            <p:nvPr/>
          </p:nvSpPr>
          <p:spPr>
            <a:xfrm>
              <a:off x="7045147" y="2271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7" name="pt27147"/>
            <p:cNvSpPr/>
            <p:nvPr/>
          </p:nvSpPr>
          <p:spPr>
            <a:xfrm>
              <a:off x="7121230" y="2013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8" name="pt27148"/>
            <p:cNvSpPr/>
            <p:nvPr/>
          </p:nvSpPr>
          <p:spPr>
            <a:xfrm>
              <a:off x="7079390" y="2084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9" name="pt27149"/>
            <p:cNvSpPr/>
            <p:nvPr/>
          </p:nvSpPr>
          <p:spPr>
            <a:xfrm>
              <a:off x="6744826" y="2434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0" name="pt27150"/>
            <p:cNvSpPr/>
            <p:nvPr/>
          </p:nvSpPr>
          <p:spPr>
            <a:xfrm>
              <a:off x="7077027" y="2123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1" name="pt27151"/>
            <p:cNvSpPr/>
            <p:nvPr/>
          </p:nvSpPr>
          <p:spPr>
            <a:xfrm>
              <a:off x="7032334" y="2210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2" name="pt27152"/>
            <p:cNvSpPr/>
            <p:nvPr/>
          </p:nvSpPr>
          <p:spPr>
            <a:xfrm>
              <a:off x="7119943" y="1953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3" name="pt27153"/>
            <p:cNvSpPr/>
            <p:nvPr/>
          </p:nvSpPr>
          <p:spPr>
            <a:xfrm>
              <a:off x="6803995" y="2160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4" name="pt27154"/>
            <p:cNvSpPr/>
            <p:nvPr/>
          </p:nvSpPr>
          <p:spPr>
            <a:xfrm>
              <a:off x="6865046" y="2141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5" name="pt27155"/>
            <p:cNvSpPr/>
            <p:nvPr/>
          </p:nvSpPr>
          <p:spPr>
            <a:xfrm>
              <a:off x="7071741" y="2110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6" name="pt27156"/>
            <p:cNvSpPr/>
            <p:nvPr/>
          </p:nvSpPr>
          <p:spPr>
            <a:xfrm>
              <a:off x="7169759" y="2183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7" name="pt27157"/>
            <p:cNvSpPr/>
            <p:nvPr/>
          </p:nvSpPr>
          <p:spPr>
            <a:xfrm>
              <a:off x="7177822" y="2173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8" name="pt27158"/>
            <p:cNvSpPr/>
            <p:nvPr/>
          </p:nvSpPr>
          <p:spPr>
            <a:xfrm>
              <a:off x="7067325" y="2165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9" name="pt27159"/>
            <p:cNvSpPr/>
            <p:nvPr/>
          </p:nvSpPr>
          <p:spPr>
            <a:xfrm>
              <a:off x="7273806" y="1686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0" name="pt27160"/>
            <p:cNvSpPr/>
            <p:nvPr/>
          </p:nvSpPr>
          <p:spPr>
            <a:xfrm>
              <a:off x="7220342" y="2020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1" name="pt27161"/>
            <p:cNvSpPr/>
            <p:nvPr/>
          </p:nvSpPr>
          <p:spPr>
            <a:xfrm>
              <a:off x="7137798" y="1960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2" name="pt27162"/>
            <p:cNvSpPr/>
            <p:nvPr/>
          </p:nvSpPr>
          <p:spPr>
            <a:xfrm>
              <a:off x="6935014" y="1946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3" name="pt27163"/>
            <p:cNvSpPr/>
            <p:nvPr/>
          </p:nvSpPr>
          <p:spPr>
            <a:xfrm>
              <a:off x="7252001" y="2032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4" name="pt27164"/>
            <p:cNvSpPr/>
            <p:nvPr/>
          </p:nvSpPr>
          <p:spPr>
            <a:xfrm>
              <a:off x="7201470" y="1897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5" name="pt27165"/>
            <p:cNvSpPr/>
            <p:nvPr/>
          </p:nvSpPr>
          <p:spPr>
            <a:xfrm>
              <a:off x="7196090" y="2053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6" name="pt27166"/>
            <p:cNvSpPr/>
            <p:nvPr/>
          </p:nvSpPr>
          <p:spPr>
            <a:xfrm>
              <a:off x="7099450" y="2343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7" name="pt27167"/>
            <p:cNvSpPr/>
            <p:nvPr/>
          </p:nvSpPr>
          <p:spPr>
            <a:xfrm>
              <a:off x="6690225" y="1774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8" name="pt27168"/>
            <p:cNvSpPr/>
            <p:nvPr/>
          </p:nvSpPr>
          <p:spPr>
            <a:xfrm>
              <a:off x="7004972" y="1659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9" name="pt27169"/>
            <p:cNvSpPr/>
            <p:nvPr/>
          </p:nvSpPr>
          <p:spPr>
            <a:xfrm>
              <a:off x="7074055" y="2184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0" name="pt27170"/>
            <p:cNvSpPr/>
            <p:nvPr/>
          </p:nvSpPr>
          <p:spPr>
            <a:xfrm>
              <a:off x="7497706" y="2425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1" name="pt27171"/>
            <p:cNvSpPr/>
            <p:nvPr/>
          </p:nvSpPr>
          <p:spPr>
            <a:xfrm>
              <a:off x="6945246" y="1780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2" name="pt27172"/>
            <p:cNvSpPr/>
            <p:nvPr/>
          </p:nvSpPr>
          <p:spPr>
            <a:xfrm>
              <a:off x="7095874" y="2200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3" name="pt27173"/>
            <p:cNvSpPr/>
            <p:nvPr/>
          </p:nvSpPr>
          <p:spPr>
            <a:xfrm>
              <a:off x="6923349" y="2082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4" name="pt27174"/>
            <p:cNvSpPr/>
            <p:nvPr/>
          </p:nvSpPr>
          <p:spPr>
            <a:xfrm>
              <a:off x="7075620" y="2126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5" name="pt27175"/>
            <p:cNvSpPr/>
            <p:nvPr/>
          </p:nvSpPr>
          <p:spPr>
            <a:xfrm>
              <a:off x="7047084" y="221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6" name="pt27176"/>
            <p:cNvSpPr/>
            <p:nvPr/>
          </p:nvSpPr>
          <p:spPr>
            <a:xfrm>
              <a:off x="6655732" y="1611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7" name="pt27177"/>
            <p:cNvSpPr/>
            <p:nvPr/>
          </p:nvSpPr>
          <p:spPr>
            <a:xfrm>
              <a:off x="6854792" y="2245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8" name="pt27178"/>
            <p:cNvSpPr/>
            <p:nvPr/>
          </p:nvSpPr>
          <p:spPr>
            <a:xfrm>
              <a:off x="6934420" y="1947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9" name="pt27179"/>
            <p:cNvSpPr/>
            <p:nvPr/>
          </p:nvSpPr>
          <p:spPr>
            <a:xfrm>
              <a:off x="7168503" y="2230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0" name="pt27180"/>
            <p:cNvSpPr/>
            <p:nvPr/>
          </p:nvSpPr>
          <p:spPr>
            <a:xfrm>
              <a:off x="7067428" y="2006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1" name="pt27181"/>
            <p:cNvSpPr/>
            <p:nvPr/>
          </p:nvSpPr>
          <p:spPr>
            <a:xfrm>
              <a:off x="6914524" y="1967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2" name="pt27182"/>
            <p:cNvSpPr/>
            <p:nvPr/>
          </p:nvSpPr>
          <p:spPr>
            <a:xfrm>
              <a:off x="7126067" y="2129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3" name="pt27183"/>
            <p:cNvSpPr/>
            <p:nvPr/>
          </p:nvSpPr>
          <p:spPr>
            <a:xfrm>
              <a:off x="6879447" y="2231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4" name="pt27184"/>
            <p:cNvSpPr/>
            <p:nvPr/>
          </p:nvSpPr>
          <p:spPr>
            <a:xfrm>
              <a:off x="7184234" y="1977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5" name="pt27185"/>
            <p:cNvSpPr/>
            <p:nvPr/>
          </p:nvSpPr>
          <p:spPr>
            <a:xfrm>
              <a:off x="7020833" y="2156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6" name="pt27186"/>
            <p:cNvSpPr/>
            <p:nvPr/>
          </p:nvSpPr>
          <p:spPr>
            <a:xfrm>
              <a:off x="7599479" y="2497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7" name="pt27187"/>
            <p:cNvSpPr/>
            <p:nvPr/>
          </p:nvSpPr>
          <p:spPr>
            <a:xfrm>
              <a:off x="7221743" y="1879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8" name="pt27188"/>
            <p:cNvSpPr/>
            <p:nvPr/>
          </p:nvSpPr>
          <p:spPr>
            <a:xfrm>
              <a:off x="7240997" y="1907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9" name="pt27189"/>
            <p:cNvSpPr/>
            <p:nvPr/>
          </p:nvSpPr>
          <p:spPr>
            <a:xfrm>
              <a:off x="6969397" y="1850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0" name="pt27190"/>
            <p:cNvSpPr/>
            <p:nvPr/>
          </p:nvSpPr>
          <p:spPr>
            <a:xfrm>
              <a:off x="7150937" y="2092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1" name="pt27191"/>
            <p:cNvSpPr/>
            <p:nvPr/>
          </p:nvSpPr>
          <p:spPr>
            <a:xfrm>
              <a:off x="7034533" y="2240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2" name="pt27192"/>
            <p:cNvSpPr/>
            <p:nvPr/>
          </p:nvSpPr>
          <p:spPr>
            <a:xfrm>
              <a:off x="7214383" y="1919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3" name="pt27193"/>
            <p:cNvSpPr/>
            <p:nvPr/>
          </p:nvSpPr>
          <p:spPr>
            <a:xfrm>
              <a:off x="7036751" y="2135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4" name="pt27194"/>
            <p:cNvSpPr/>
            <p:nvPr/>
          </p:nvSpPr>
          <p:spPr>
            <a:xfrm>
              <a:off x="6961770" y="2026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5" name="pt27195"/>
            <p:cNvSpPr/>
            <p:nvPr/>
          </p:nvSpPr>
          <p:spPr>
            <a:xfrm>
              <a:off x="7090446" y="2115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6" name="pt27196"/>
            <p:cNvSpPr/>
            <p:nvPr/>
          </p:nvSpPr>
          <p:spPr>
            <a:xfrm>
              <a:off x="7138069" y="1958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7" name="pt27197"/>
            <p:cNvSpPr/>
            <p:nvPr/>
          </p:nvSpPr>
          <p:spPr>
            <a:xfrm>
              <a:off x="7289807" y="2052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8" name="pt27198"/>
            <p:cNvSpPr/>
            <p:nvPr/>
          </p:nvSpPr>
          <p:spPr>
            <a:xfrm>
              <a:off x="7134556" y="2066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9" name="pt27199"/>
            <p:cNvSpPr/>
            <p:nvPr/>
          </p:nvSpPr>
          <p:spPr>
            <a:xfrm>
              <a:off x="6933295" y="1924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0" name="pt27200"/>
            <p:cNvSpPr/>
            <p:nvPr/>
          </p:nvSpPr>
          <p:spPr>
            <a:xfrm>
              <a:off x="7227272" y="2063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1" name="pt27201"/>
            <p:cNvSpPr/>
            <p:nvPr/>
          </p:nvSpPr>
          <p:spPr>
            <a:xfrm>
              <a:off x="7102404" y="2174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2" name="pt27202"/>
            <p:cNvSpPr/>
            <p:nvPr/>
          </p:nvSpPr>
          <p:spPr>
            <a:xfrm>
              <a:off x="7177673" y="2131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3" name="pt27203"/>
            <p:cNvSpPr/>
            <p:nvPr/>
          </p:nvSpPr>
          <p:spPr>
            <a:xfrm>
              <a:off x="6978786" y="2212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4" name="pt27204"/>
            <p:cNvSpPr/>
            <p:nvPr/>
          </p:nvSpPr>
          <p:spPr>
            <a:xfrm>
              <a:off x="7078148" y="2116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5" name="pt27205"/>
            <p:cNvSpPr/>
            <p:nvPr/>
          </p:nvSpPr>
          <p:spPr>
            <a:xfrm>
              <a:off x="7359074" y="2834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6" name="pt27206"/>
            <p:cNvSpPr/>
            <p:nvPr/>
          </p:nvSpPr>
          <p:spPr>
            <a:xfrm>
              <a:off x="7427932" y="2516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7" name="pt27207"/>
            <p:cNvSpPr/>
            <p:nvPr/>
          </p:nvSpPr>
          <p:spPr>
            <a:xfrm>
              <a:off x="7396027" y="2865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8" name="pt27208"/>
            <p:cNvSpPr/>
            <p:nvPr/>
          </p:nvSpPr>
          <p:spPr>
            <a:xfrm>
              <a:off x="7075958" y="2150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9" name="pt27209"/>
            <p:cNvSpPr/>
            <p:nvPr/>
          </p:nvSpPr>
          <p:spPr>
            <a:xfrm>
              <a:off x="7326944" y="2337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0" name="pt27210"/>
            <p:cNvSpPr/>
            <p:nvPr/>
          </p:nvSpPr>
          <p:spPr>
            <a:xfrm>
              <a:off x="6880779" y="2249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1" name="pt27211"/>
            <p:cNvSpPr/>
            <p:nvPr/>
          </p:nvSpPr>
          <p:spPr>
            <a:xfrm>
              <a:off x="7227980" y="1904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2" name="pt27212"/>
            <p:cNvSpPr/>
            <p:nvPr/>
          </p:nvSpPr>
          <p:spPr>
            <a:xfrm>
              <a:off x="6926600" y="1963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3" name="pt27213"/>
            <p:cNvSpPr/>
            <p:nvPr/>
          </p:nvSpPr>
          <p:spPr>
            <a:xfrm>
              <a:off x="7493916" y="2379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4" name="pt27214"/>
            <p:cNvSpPr/>
            <p:nvPr/>
          </p:nvSpPr>
          <p:spPr>
            <a:xfrm>
              <a:off x="7221027" y="1907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5" name="pt27215"/>
            <p:cNvSpPr/>
            <p:nvPr/>
          </p:nvSpPr>
          <p:spPr>
            <a:xfrm>
              <a:off x="7165989" y="1974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6" name="pt27216"/>
            <p:cNvSpPr/>
            <p:nvPr/>
          </p:nvSpPr>
          <p:spPr>
            <a:xfrm>
              <a:off x="6876922" y="2184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7" name="pt27217"/>
            <p:cNvSpPr/>
            <p:nvPr/>
          </p:nvSpPr>
          <p:spPr>
            <a:xfrm>
              <a:off x="6998133" y="2245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8" name="pt27218"/>
            <p:cNvSpPr/>
            <p:nvPr/>
          </p:nvSpPr>
          <p:spPr>
            <a:xfrm>
              <a:off x="7320616" y="2683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9" name="pt27219"/>
            <p:cNvSpPr/>
            <p:nvPr/>
          </p:nvSpPr>
          <p:spPr>
            <a:xfrm>
              <a:off x="7048253" y="2231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0" name="pt27220"/>
            <p:cNvSpPr/>
            <p:nvPr/>
          </p:nvSpPr>
          <p:spPr>
            <a:xfrm>
              <a:off x="7219783" y="1927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1" name="pt27221"/>
            <p:cNvSpPr/>
            <p:nvPr/>
          </p:nvSpPr>
          <p:spPr>
            <a:xfrm>
              <a:off x="7234997" y="1921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2" name="pt27222"/>
            <p:cNvSpPr/>
            <p:nvPr/>
          </p:nvSpPr>
          <p:spPr>
            <a:xfrm>
              <a:off x="7097058" y="2349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3" name="pt27223"/>
            <p:cNvSpPr/>
            <p:nvPr/>
          </p:nvSpPr>
          <p:spPr>
            <a:xfrm>
              <a:off x="7132201" y="2076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4" name="pt27224"/>
            <p:cNvSpPr/>
            <p:nvPr/>
          </p:nvSpPr>
          <p:spPr>
            <a:xfrm>
              <a:off x="7184578" y="1986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5" name="pt27225"/>
            <p:cNvSpPr/>
            <p:nvPr/>
          </p:nvSpPr>
          <p:spPr>
            <a:xfrm>
              <a:off x="7284135" y="2029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6" name="pt27226"/>
            <p:cNvSpPr/>
            <p:nvPr/>
          </p:nvSpPr>
          <p:spPr>
            <a:xfrm>
              <a:off x="6744511" y="2450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7" name="pt27227"/>
            <p:cNvSpPr/>
            <p:nvPr/>
          </p:nvSpPr>
          <p:spPr>
            <a:xfrm>
              <a:off x="7255591" y="1951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8" name="pt27228"/>
            <p:cNvSpPr/>
            <p:nvPr/>
          </p:nvSpPr>
          <p:spPr>
            <a:xfrm>
              <a:off x="6923817" y="2013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9" name="pt27229"/>
            <p:cNvSpPr/>
            <p:nvPr/>
          </p:nvSpPr>
          <p:spPr>
            <a:xfrm>
              <a:off x="7211590" y="1961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0" name="pt27230"/>
            <p:cNvSpPr/>
            <p:nvPr/>
          </p:nvSpPr>
          <p:spPr>
            <a:xfrm>
              <a:off x="7177671" y="2105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1" name="pt27231"/>
            <p:cNvSpPr/>
            <p:nvPr/>
          </p:nvSpPr>
          <p:spPr>
            <a:xfrm>
              <a:off x="7369902" y="2306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2" name="pt27232"/>
            <p:cNvSpPr/>
            <p:nvPr/>
          </p:nvSpPr>
          <p:spPr>
            <a:xfrm>
              <a:off x="7023626" y="1984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3" name="pt27233"/>
            <p:cNvSpPr/>
            <p:nvPr/>
          </p:nvSpPr>
          <p:spPr>
            <a:xfrm>
              <a:off x="7038730" y="2196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4" name="pt27234"/>
            <p:cNvSpPr/>
            <p:nvPr/>
          </p:nvSpPr>
          <p:spPr>
            <a:xfrm>
              <a:off x="7234930" y="1893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5" name="pt27235"/>
            <p:cNvSpPr/>
            <p:nvPr/>
          </p:nvSpPr>
          <p:spPr>
            <a:xfrm>
              <a:off x="7151763" y="2126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6" name="pt27236"/>
            <p:cNvSpPr/>
            <p:nvPr/>
          </p:nvSpPr>
          <p:spPr>
            <a:xfrm>
              <a:off x="7212229" y="1932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7" name="pt27237"/>
            <p:cNvSpPr/>
            <p:nvPr/>
          </p:nvSpPr>
          <p:spPr>
            <a:xfrm>
              <a:off x="6883750" y="1996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8" name="pt27238"/>
            <p:cNvSpPr/>
            <p:nvPr/>
          </p:nvSpPr>
          <p:spPr>
            <a:xfrm>
              <a:off x="7213401" y="2086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9" name="pt27239"/>
            <p:cNvSpPr/>
            <p:nvPr/>
          </p:nvSpPr>
          <p:spPr>
            <a:xfrm>
              <a:off x="7234414" y="180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0" name="pt27240"/>
            <p:cNvSpPr/>
            <p:nvPr/>
          </p:nvSpPr>
          <p:spPr>
            <a:xfrm>
              <a:off x="7023714" y="2023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1" name="pt27241"/>
            <p:cNvSpPr/>
            <p:nvPr/>
          </p:nvSpPr>
          <p:spPr>
            <a:xfrm>
              <a:off x="7175699" y="2168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2" name="pt27242"/>
            <p:cNvSpPr/>
            <p:nvPr/>
          </p:nvSpPr>
          <p:spPr>
            <a:xfrm>
              <a:off x="6956433" y="1742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3" name="pt27243"/>
            <p:cNvSpPr/>
            <p:nvPr/>
          </p:nvSpPr>
          <p:spPr>
            <a:xfrm>
              <a:off x="7131848" y="2134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4" name="pt27244"/>
            <p:cNvSpPr/>
            <p:nvPr/>
          </p:nvSpPr>
          <p:spPr>
            <a:xfrm>
              <a:off x="6999588" y="1990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5" name="pt27245"/>
            <p:cNvSpPr/>
            <p:nvPr/>
          </p:nvSpPr>
          <p:spPr>
            <a:xfrm>
              <a:off x="7130085" y="2090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6" name="pt27246"/>
            <p:cNvSpPr/>
            <p:nvPr/>
          </p:nvSpPr>
          <p:spPr>
            <a:xfrm>
              <a:off x="7057212" y="2143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7" name="pt27247"/>
            <p:cNvSpPr/>
            <p:nvPr/>
          </p:nvSpPr>
          <p:spPr>
            <a:xfrm>
              <a:off x="6971081" y="1855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8" name="pt27248"/>
            <p:cNvSpPr/>
            <p:nvPr/>
          </p:nvSpPr>
          <p:spPr>
            <a:xfrm>
              <a:off x="7137645" y="1952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9" name="pt27249"/>
            <p:cNvSpPr/>
            <p:nvPr/>
          </p:nvSpPr>
          <p:spPr>
            <a:xfrm>
              <a:off x="7213252" y="212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0" name="pt27250"/>
            <p:cNvSpPr/>
            <p:nvPr/>
          </p:nvSpPr>
          <p:spPr>
            <a:xfrm>
              <a:off x="7077390" y="209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1" name="pt27251"/>
            <p:cNvSpPr/>
            <p:nvPr/>
          </p:nvSpPr>
          <p:spPr>
            <a:xfrm>
              <a:off x="6900827" y="2074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2" name="pt27252"/>
            <p:cNvSpPr/>
            <p:nvPr/>
          </p:nvSpPr>
          <p:spPr>
            <a:xfrm>
              <a:off x="7097147" y="231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3" name="pt27253"/>
            <p:cNvSpPr/>
            <p:nvPr/>
          </p:nvSpPr>
          <p:spPr>
            <a:xfrm>
              <a:off x="7273407" y="1921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4" name="pt27254"/>
            <p:cNvSpPr/>
            <p:nvPr/>
          </p:nvSpPr>
          <p:spPr>
            <a:xfrm>
              <a:off x="6953368" y="1811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5" name="pt27255"/>
            <p:cNvSpPr/>
            <p:nvPr/>
          </p:nvSpPr>
          <p:spPr>
            <a:xfrm>
              <a:off x="7156227" y="2325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6" name="pt27256"/>
            <p:cNvSpPr/>
            <p:nvPr/>
          </p:nvSpPr>
          <p:spPr>
            <a:xfrm>
              <a:off x="6900380" y="2046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7" name="pt27257"/>
            <p:cNvSpPr/>
            <p:nvPr/>
          </p:nvSpPr>
          <p:spPr>
            <a:xfrm>
              <a:off x="6969832" y="1814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8" name="pt27258"/>
            <p:cNvSpPr/>
            <p:nvPr/>
          </p:nvSpPr>
          <p:spPr>
            <a:xfrm>
              <a:off x="7194629" y="2112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9" name="pt27259"/>
            <p:cNvSpPr/>
            <p:nvPr/>
          </p:nvSpPr>
          <p:spPr>
            <a:xfrm>
              <a:off x="7101380" y="2205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0" name="pt27260"/>
            <p:cNvSpPr/>
            <p:nvPr/>
          </p:nvSpPr>
          <p:spPr>
            <a:xfrm>
              <a:off x="6997924" y="190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1" name="pt27261"/>
            <p:cNvSpPr/>
            <p:nvPr/>
          </p:nvSpPr>
          <p:spPr>
            <a:xfrm>
              <a:off x="7095030" y="2297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2" name="pt27262"/>
            <p:cNvSpPr/>
            <p:nvPr/>
          </p:nvSpPr>
          <p:spPr>
            <a:xfrm>
              <a:off x="7208790" y="2036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3" name="pt27263"/>
            <p:cNvSpPr/>
            <p:nvPr/>
          </p:nvSpPr>
          <p:spPr>
            <a:xfrm>
              <a:off x="7154071" y="2175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4" name="pt27264"/>
            <p:cNvSpPr/>
            <p:nvPr/>
          </p:nvSpPr>
          <p:spPr>
            <a:xfrm>
              <a:off x="7104408" y="2134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5" name="pt27265"/>
            <p:cNvSpPr/>
            <p:nvPr/>
          </p:nvSpPr>
          <p:spPr>
            <a:xfrm>
              <a:off x="7396075" y="2723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6" name="pt27266"/>
            <p:cNvSpPr/>
            <p:nvPr/>
          </p:nvSpPr>
          <p:spPr>
            <a:xfrm>
              <a:off x="7101200" y="2099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7" name="pt27267"/>
            <p:cNvSpPr/>
            <p:nvPr/>
          </p:nvSpPr>
          <p:spPr>
            <a:xfrm>
              <a:off x="7010880" y="2127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8" name="pt27268"/>
            <p:cNvSpPr/>
            <p:nvPr/>
          </p:nvSpPr>
          <p:spPr>
            <a:xfrm>
              <a:off x="7156989" y="2358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9" name="pt27269"/>
            <p:cNvSpPr/>
            <p:nvPr/>
          </p:nvSpPr>
          <p:spPr>
            <a:xfrm>
              <a:off x="6893166" y="1921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0" name="pt27270"/>
            <p:cNvSpPr/>
            <p:nvPr/>
          </p:nvSpPr>
          <p:spPr>
            <a:xfrm>
              <a:off x="7250078" y="2217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1" name="pt27271"/>
            <p:cNvSpPr/>
            <p:nvPr/>
          </p:nvSpPr>
          <p:spPr>
            <a:xfrm>
              <a:off x="6882367" y="2124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2" name="pt27272"/>
            <p:cNvSpPr/>
            <p:nvPr/>
          </p:nvSpPr>
          <p:spPr>
            <a:xfrm>
              <a:off x="6944456" y="1911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3" name="pt27273"/>
            <p:cNvSpPr/>
            <p:nvPr/>
          </p:nvSpPr>
          <p:spPr>
            <a:xfrm>
              <a:off x="7441500" y="2679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4" name="pt27274"/>
            <p:cNvSpPr/>
            <p:nvPr/>
          </p:nvSpPr>
          <p:spPr>
            <a:xfrm>
              <a:off x="7220241" y="2005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5" name="pt27275"/>
            <p:cNvSpPr/>
            <p:nvPr/>
          </p:nvSpPr>
          <p:spPr>
            <a:xfrm>
              <a:off x="6752571" y="2297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6" name="pt27276"/>
            <p:cNvSpPr/>
            <p:nvPr/>
          </p:nvSpPr>
          <p:spPr>
            <a:xfrm>
              <a:off x="7084983" y="2188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7" name="pt27277"/>
            <p:cNvSpPr/>
            <p:nvPr/>
          </p:nvSpPr>
          <p:spPr>
            <a:xfrm>
              <a:off x="7210634" y="2038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8" name="pt27278"/>
            <p:cNvSpPr/>
            <p:nvPr/>
          </p:nvSpPr>
          <p:spPr>
            <a:xfrm>
              <a:off x="6826899" y="1910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9" name="pt27279"/>
            <p:cNvSpPr/>
            <p:nvPr/>
          </p:nvSpPr>
          <p:spPr>
            <a:xfrm>
              <a:off x="7094631" y="2303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0" name="pt27280"/>
            <p:cNvSpPr/>
            <p:nvPr/>
          </p:nvSpPr>
          <p:spPr>
            <a:xfrm>
              <a:off x="7070743" y="2062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1" name="pt27281"/>
            <p:cNvSpPr/>
            <p:nvPr/>
          </p:nvSpPr>
          <p:spPr>
            <a:xfrm>
              <a:off x="7295245" y="2190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2" name="pt27282"/>
            <p:cNvSpPr/>
            <p:nvPr/>
          </p:nvSpPr>
          <p:spPr>
            <a:xfrm>
              <a:off x="7286084" y="1996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3" name="pt27283"/>
            <p:cNvSpPr/>
            <p:nvPr/>
          </p:nvSpPr>
          <p:spPr>
            <a:xfrm>
              <a:off x="7226454" y="2019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4" name="pt27284"/>
            <p:cNvSpPr/>
            <p:nvPr/>
          </p:nvSpPr>
          <p:spPr>
            <a:xfrm>
              <a:off x="7152674" y="2313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5" name="pt27285"/>
            <p:cNvSpPr/>
            <p:nvPr/>
          </p:nvSpPr>
          <p:spPr>
            <a:xfrm>
              <a:off x="6839239" y="1631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6" name="pt27286"/>
            <p:cNvSpPr/>
            <p:nvPr/>
          </p:nvSpPr>
          <p:spPr>
            <a:xfrm>
              <a:off x="7368120" y="2593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7" name="pt27287"/>
            <p:cNvSpPr/>
            <p:nvPr/>
          </p:nvSpPr>
          <p:spPr>
            <a:xfrm>
              <a:off x="6957475" y="1748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8" name="pt27288"/>
            <p:cNvSpPr/>
            <p:nvPr/>
          </p:nvSpPr>
          <p:spPr>
            <a:xfrm>
              <a:off x="7087689" y="2197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9" name="pt27289"/>
            <p:cNvSpPr/>
            <p:nvPr/>
          </p:nvSpPr>
          <p:spPr>
            <a:xfrm>
              <a:off x="6937281" y="2112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0" name="pt27290"/>
            <p:cNvSpPr/>
            <p:nvPr/>
          </p:nvSpPr>
          <p:spPr>
            <a:xfrm>
              <a:off x="6739566" y="2435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1" name="pt27291"/>
            <p:cNvSpPr/>
            <p:nvPr/>
          </p:nvSpPr>
          <p:spPr>
            <a:xfrm>
              <a:off x="7118880" y="1983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2" name="pt27292"/>
            <p:cNvSpPr/>
            <p:nvPr/>
          </p:nvSpPr>
          <p:spPr>
            <a:xfrm>
              <a:off x="6942087" y="1966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3" name="pt27293"/>
            <p:cNvSpPr/>
            <p:nvPr/>
          </p:nvSpPr>
          <p:spPr>
            <a:xfrm>
              <a:off x="7138535" y="1880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4" name="pt27294"/>
            <p:cNvSpPr/>
            <p:nvPr/>
          </p:nvSpPr>
          <p:spPr>
            <a:xfrm>
              <a:off x="7055860" y="1997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5" name="pt27295"/>
            <p:cNvSpPr/>
            <p:nvPr/>
          </p:nvSpPr>
          <p:spPr>
            <a:xfrm>
              <a:off x="6747053" y="2040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6" name="pt27296"/>
            <p:cNvSpPr/>
            <p:nvPr/>
          </p:nvSpPr>
          <p:spPr>
            <a:xfrm>
              <a:off x="7265936" y="1972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7" name="pt27297"/>
            <p:cNvSpPr/>
            <p:nvPr/>
          </p:nvSpPr>
          <p:spPr>
            <a:xfrm>
              <a:off x="7198952" y="2016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8" name="pt27298"/>
            <p:cNvSpPr/>
            <p:nvPr/>
          </p:nvSpPr>
          <p:spPr>
            <a:xfrm>
              <a:off x="7038153" y="2122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9" name="pt27299"/>
            <p:cNvSpPr/>
            <p:nvPr/>
          </p:nvSpPr>
          <p:spPr>
            <a:xfrm>
              <a:off x="7147365" y="1958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0" name="pt27300"/>
            <p:cNvSpPr/>
            <p:nvPr/>
          </p:nvSpPr>
          <p:spPr>
            <a:xfrm>
              <a:off x="7033493" y="2135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1" name="pt27301"/>
            <p:cNvSpPr/>
            <p:nvPr/>
          </p:nvSpPr>
          <p:spPr>
            <a:xfrm>
              <a:off x="7281094" y="1989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2" name="pt27302"/>
            <p:cNvSpPr/>
            <p:nvPr/>
          </p:nvSpPr>
          <p:spPr>
            <a:xfrm>
              <a:off x="7042858" y="2109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3" name="pt27303"/>
            <p:cNvSpPr/>
            <p:nvPr/>
          </p:nvSpPr>
          <p:spPr>
            <a:xfrm>
              <a:off x="7106302" y="2021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4" name="pt27304"/>
            <p:cNvSpPr/>
            <p:nvPr/>
          </p:nvSpPr>
          <p:spPr>
            <a:xfrm>
              <a:off x="7119205" y="2028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5" name="pt27305"/>
            <p:cNvSpPr/>
            <p:nvPr/>
          </p:nvSpPr>
          <p:spPr>
            <a:xfrm>
              <a:off x="7440136" y="2218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6" name="pt27306"/>
            <p:cNvSpPr/>
            <p:nvPr/>
          </p:nvSpPr>
          <p:spPr>
            <a:xfrm>
              <a:off x="7037518" y="2267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7" name="pt27307"/>
            <p:cNvSpPr/>
            <p:nvPr/>
          </p:nvSpPr>
          <p:spPr>
            <a:xfrm>
              <a:off x="7324797" y="2304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8" name="pt27308"/>
            <p:cNvSpPr/>
            <p:nvPr/>
          </p:nvSpPr>
          <p:spPr>
            <a:xfrm>
              <a:off x="6914883" y="1965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9" name="pt27309"/>
            <p:cNvSpPr/>
            <p:nvPr/>
          </p:nvSpPr>
          <p:spPr>
            <a:xfrm>
              <a:off x="7059808" y="208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0" name="pt27310"/>
            <p:cNvSpPr/>
            <p:nvPr/>
          </p:nvSpPr>
          <p:spPr>
            <a:xfrm>
              <a:off x="6860812" y="2259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1" name="pt27311"/>
            <p:cNvSpPr/>
            <p:nvPr/>
          </p:nvSpPr>
          <p:spPr>
            <a:xfrm>
              <a:off x="7001607" y="2005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2" name="pt27312"/>
            <p:cNvSpPr/>
            <p:nvPr/>
          </p:nvSpPr>
          <p:spPr>
            <a:xfrm>
              <a:off x="7084156" y="2095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3" name="pt27313"/>
            <p:cNvSpPr/>
            <p:nvPr/>
          </p:nvSpPr>
          <p:spPr>
            <a:xfrm>
              <a:off x="6829421" y="1943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4" name="pt27314"/>
            <p:cNvSpPr/>
            <p:nvPr/>
          </p:nvSpPr>
          <p:spPr>
            <a:xfrm>
              <a:off x="6799493" y="2146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5" name="pt27315"/>
            <p:cNvSpPr/>
            <p:nvPr/>
          </p:nvSpPr>
          <p:spPr>
            <a:xfrm>
              <a:off x="7046273" y="2133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6" name="pt27316"/>
            <p:cNvSpPr/>
            <p:nvPr/>
          </p:nvSpPr>
          <p:spPr>
            <a:xfrm>
              <a:off x="7098075" y="2404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7" name="pt27317"/>
            <p:cNvSpPr/>
            <p:nvPr/>
          </p:nvSpPr>
          <p:spPr>
            <a:xfrm>
              <a:off x="7042476" y="2211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8" name="pt27318"/>
            <p:cNvSpPr/>
            <p:nvPr/>
          </p:nvSpPr>
          <p:spPr>
            <a:xfrm>
              <a:off x="7143534" y="2062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9" name="pt27319"/>
            <p:cNvSpPr/>
            <p:nvPr/>
          </p:nvSpPr>
          <p:spPr>
            <a:xfrm>
              <a:off x="7254279" y="2038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0" name="pt27320"/>
            <p:cNvSpPr/>
            <p:nvPr/>
          </p:nvSpPr>
          <p:spPr>
            <a:xfrm>
              <a:off x="7227605" y="2052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1" name="pt27321"/>
            <p:cNvSpPr/>
            <p:nvPr/>
          </p:nvSpPr>
          <p:spPr>
            <a:xfrm>
              <a:off x="6807025" y="2047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2" name="pt27322"/>
            <p:cNvSpPr/>
            <p:nvPr/>
          </p:nvSpPr>
          <p:spPr>
            <a:xfrm>
              <a:off x="7030307" y="2208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3" name="pt27323"/>
            <p:cNvSpPr/>
            <p:nvPr/>
          </p:nvSpPr>
          <p:spPr>
            <a:xfrm>
              <a:off x="7123390" y="2025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4" name="pt27324"/>
            <p:cNvSpPr/>
            <p:nvPr/>
          </p:nvSpPr>
          <p:spPr>
            <a:xfrm>
              <a:off x="7074982" y="2085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5" name="pt27325"/>
            <p:cNvSpPr/>
            <p:nvPr/>
          </p:nvSpPr>
          <p:spPr>
            <a:xfrm>
              <a:off x="7104844" y="2187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6" name="pt27326"/>
            <p:cNvSpPr/>
            <p:nvPr/>
          </p:nvSpPr>
          <p:spPr>
            <a:xfrm>
              <a:off x="7226695" y="2126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7" name="pt27327"/>
            <p:cNvSpPr/>
            <p:nvPr/>
          </p:nvSpPr>
          <p:spPr>
            <a:xfrm>
              <a:off x="6805984" y="2045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8" name="pt27328"/>
            <p:cNvSpPr/>
            <p:nvPr/>
          </p:nvSpPr>
          <p:spPr>
            <a:xfrm>
              <a:off x="6880059" y="2172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9" name="pt27329"/>
            <p:cNvSpPr/>
            <p:nvPr/>
          </p:nvSpPr>
          <p:spPr>
            <a:xfrm>
              <a:off x="7237891" y="1992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0" name="pt27330"/>
            <p:cNvSpPr/>
            <p:nvPr/>
          </p:nvSpPr>
          <p:spPr>
            <a:xfrm>
              <a:off x="6891317" y="2140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1" name="pt27331"/>
            <p:cNvSpPr/>
            <p:nvPr/>
          </p:nvSpPr>
          <p:spPr>
            <a:xfrm>
              <a:off x="7126435" y="2095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2" name="pt27332"/>
            <p:cNvSpPr/>
            <p:nvPr/>
          </p:nvSpPr>
          <p:spPr>
            <a:xfrm>
              <a:off x="6545636" y="2177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3" name="pt27333"/>
            <p:cNvSpPr/>
            <p:nvPr/>
          </p:nvSpPr>
          <p:spPr>
            <a:xfrm>
              <a:off x="7221977" y="2053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4" name="pt27334"/>
            <p:cNvSpPr/>
            <p:nvPr/>
          </p:nvSpPr>
          <p:spPr>
            <a:xfrm>
              <a:off x="7296155" y="2223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5" name="pt27335"/>
            <p:cNvSpPr/>
            <p:nvPr/>
          </p:nvSpPr>
          <p:spPr>
            <a:xfrm>
              <a:off x="7109040" y="2035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6" name="pt27336"/>
            <p:cNvSpPr/>
            <p:nvPr/>
          </p:nvSpPr>
          <p:spPr>
            <a:xfrm>
              <a:off x="7073906" y="2068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7" name="pt27337"/>
            <p:cNvSpPr/>
            <p:nvPr/>
          </p:nvSpPr>
          <p:spPr>
            <a:xfrm>
              <a:off x="6941391" y="2068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8" name="pt27338"/>
            <p:cNvSpPr/>
            <p:nvPr/>
          </p:nvSpPr>
          <p:spPr>
            <a:xfrm>
              <a:off x="7024240" y="2085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9" name="pt27339"/>
            <p:cNvSpPr/>
            <p:nvPr/>
          </p:nvSpPr>
          <p:spPr>
            <a:xfrm>
              <a:off x="7104597" y="2107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0" name="pt27340"/>
            <p:cNvSpPr/>
            <p:nvPr/>
          </p:nvSpPr>
          <p:spPr>
            <a:xfrm>
              <a:off x="7200811" y="2075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1" name="pt27341"/>
            <p:cNvSpPr/>
            <p:nvPr/>
          </p:nvSpPr>
          <p:spPr>
            <a:xfrm>
              <a:off x="7081539" y="2166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2" name="pt27342"/>
            <p:cNvSpPr/>
            <p:nvPr/>
          </p:nvSpPr>
          <p:spPr>
            <a:xfrm>
              <a:off x="7206024" y="2132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3" name="pt27343"/>
            <p:cNvSpPr/>
            <p:nvPr/>
          </p:nvSpPr>
          <p:spPr>
            <a:xfrm>
              <a:off x="7137630" y="2004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4" name="pt27344"/>
            <p:cNvSpPr/>
            <p:nvPr/>
          </p:nvSpPr>
          <p:spPr>
            <a:xfrm>
              <a:off x="7013404" y="2100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5" name="pt27345"/>
            <p:cNvSpPr/>
            <p:nvPr/>
          </p:nvSpPr>
          <p:spPr>
            <a:xfrm>
              <a:off x="6955859" y="1760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6" name="pt27346"/>
            <p:cNvSpPr/>
            <p:nvPr/>
          </p:nvSpPr>
          <p:spPr>
            <a:xfrm>
              <a:off x="7596541" y="2154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7" name="pt27347"/>
            <p:cNvSpPr/>
            <p:nvPr/>
          </p:nvSpPr>
          <p:spPr>
            <a:xfrm>
              <a:off x="7220029" y="1781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8" name="pt27348"/>
            <p:cNvSpPr/>
            <p:nvPr/>
          </p:nvSpPr>
          <p:spPr>
            <a:xfrm>
              <a:off x="7155293" y="2210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9" name="pt27349"/>
            <p:cNvSpPr/>
            <p:nvPr/>
          </p:nvSpPr>
          <p:spPr>
            <a:xfrm>
              <a:off x="7242005" y="1942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0" name="pt27350"/>
            <p:cNvSpPr/>
            <p:nvPr/>
          </p:nvSpPr>
          <p:spPr>
            <a:xfrm>
              <a:off x="7264621" y="2053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1" name="pt27351"/>
            <p:cNvSpPr/>
            <p:nvPr/>
          </p:nvSpPr>
          <p:spPr>
            <a:xfrm>
              <a:off x="7218980" y="2012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2" name="pt27352"/>
            <p:cNvSpPr/>
            <p:nvPr/>
          </p:nvSpPr>
          <p:spPr>
            <a:xfrm>
              <a:off x="7453744" y="2820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3" name="pt27353"/>
            <p:cNvSpPr/>
            <p:nvPr/>
          </p:nvSpPr>
          <p:spPr>
            <a:xfrm>
              <a:off x="7295961" y="2252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4" name="pt27354"/>
            <p:cNvSpPr/>
            <p:nvPr/>
          </p:nvSpPr>
          <p:spPr>
            <a:xfrm>
              <a:off x="6887079" y="2117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5" name="pt27355"/>
            <p:cNvSpPr/>
            <p:nvPr/>
          </p:nvSpPr>
          <p:spPr>
            <a:xfrm>
              <a:off x="6918899" y="2012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6" name="pt27356"/>
            <p:cNvSpPr/>
            <p:nvPr/>
          </p:nvSpPr>
          <p:spPr>
            <a:xfrm>
              <a:off x="7389047" y="2337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7" name="pt27357"/>
            <p:cNvSpPr/>
            <p:nvPr/>
          </p:nvSpPr>
          <p:spPr>
            <a:xfrm>
              <a:off x="6947996" y="193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8" name="pt27358"/>
            <p:cNvSpPr/>
            <p:nvPr/>
          </p:nvSpPr>
          <p:spPr>
            <a:xfrm>
              <a:off x="7137067" y="200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9" name="pt27359"/>
            <p:cNvSpPr/>
            <p:nvPr/>
          </p:nvSpPr>
          <p:spPr>
            <a:xfrm>
              <a:off x="7106881" y="2090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0" name="pt27360"/>
            <p:cNvSpPr/>
            <p:nvPr/>
          </p:nvSpPr>
          <p:spPr>
            <a:xfrm>
              <a:off x="6917456" y="2031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1" name="pt27361"/>
            <p:cNvSpPr/>
            <p:nvPr/>
          </p:nvSpPr>
          <p:spPr>
            <a:xfrm>
              <a:off x="7256963" y="2276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2" name="pt27362"/>
            <p:cNvSpPr/>
            <p:nvPr/>
          </p:nvSpPr>
          <p:spPr>
            <a:xfrm>
              <a:off x="7245339" y="1922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3" name="pt27363"/>
            <p:cNvSpPr/>
            <p:nvPr/>
          </p:nvSpPr>
          <p:spPr>
            <a:xfrm>
              <a:off x="7081495" y="2167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4" name="pt27364"/>
            <p:cNvSpPr/>
            <p:nvPr/>
          </p:nvSpPr>
          <p:spPr>
            <a:xfrm>
              <a:off x="6976019" y="1993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5" name="pt27365"/>
            <p:cNvSpPr/>
            <p:nvPr/>
          </p:nvSpPr>
          <p:spPr>
            <a:xfrm>
              <a:off x="7175816" y="2007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6" name="pt27366"/>
            <p:cNvSpPr/>
            <p:nvPr/>
          </p:nvSpPr>
          <p:spPr>
            <a:xfrm>
              <a:off x="7195698" y="2171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7" name="pt27367"/>
            <p:cNvSpPr/>
            <p:nvPr/>
          </p:nvSpPr>
          <p:spPr>
            <a:xfrm>
              <a:off x="7035318" y="2226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8" name="pt27368"/>
            <p:cNvSpPr/>
            <p:nvPr/>
          </p:nvSpPr>
          <p:spPr>
            <a:xfrm>
              <a:off x="7106566" y="2014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9" name="pt27369"/>
            <p:cNvSpPr/>
            <p:nvPr/>
          </p:nvSpPr>
          <p:spPr>
            <a:xfrm>
              <a:off x="7764955" y="2404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0" name="pt27370"/>
            <p:cNvSpPr/>
            <p:nvPr/>
          </p:nvSpPr>
          <p:spPr>
            <a:xfrm>
              <a:off x="7020642" y="2112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1" name="pt27371"/>
            <p:cNvSpPr/>
            <p:nvPr/>
          </p:nvSpPr>
          <p:spPr>
            <a:xfrm>
              <a:off x="7344593" y="1908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2" name="pt27372"/>
            <p:cNvSpPr/>
            <p:nvPr/>
          </p:nvSpPr>
          <p:spPr>
            <a:xfrm>
              <a:off x="7304811" y="2498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3" name="pt27373"/>
            <p:cNvSpPr/>
            <p:nvPr/>
          </p:nvSpPr>
          <p:spPr>
            <a:xfrm>
              <a:off x="7066882" y="2116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4" name="pt27374"/>
            <p:cNvSpPr/>
            <p:nvPr/>
          </p:nvSpPr>
          <p:spPr>
            <a:xfrm>
              <a:off x="7028869" y="2178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5" name="pt27375"/>
            <p:cNvSpPr/>
            <p:nvPr/>
          </p:nvSpPr>
          <p:spPr>
            <a:xfrm>
              <a:off x="7166189" y="2331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6" name="pt27376"/>
            <p:cNvSpPr/>
            <p:nvPr/>
          </p:nvSpPr>
          <p:spPr>
            <a:xfrm>
              <a:off x="7240059" y="1915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7" name="pt27377"/>
            <p:cNvSpPr/>
            <p:nvPr/>
          </p:nvSpPr>
          <p:spPr>
            <a:xfrm>
              <a:off x="7063125" y="2161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8" name="pt27378"/>
            <p:cNvSpPr/>
            <p:nvPr/>
          </p:nvSpPr>
          <p:spPr>
            <a:xfrm>
              <a:off x="7055680" y="1907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9" name="pt27379"/>
            <p:cNvSpPr/>
            <p:nvPr/>
          </p:nvSpPr>
          <p:spPr>
            <a:xfrm>
              <a:off x="7038147" y="220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0" name="pt27380"/>
            <p:cNvSpPr/>
            <p:nvPr/>
          </p:nvSpPr>
          <p:spPr>
            <a:xfrm>
              <a:off x="7131678" y="212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1" name="pt27381"/>
            <p:cNvSpPr/>
            <p:nvPr/>
          </p:nvSpPr>
          <p:spPr>
            <a:xfrm>
              <a:off x="6950347" y="1904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2" name="pt27382"/>
            <p:cNvSpPr/>
            <p:nvPr/>
          </p:nvSpPr>
          <p:spPr>
            <a:xfrm>
              <a:off x="7031614" y="2218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3" name="pt27383"/>
            <p:cNvSpPr/>
            <p:nvPr/>
          </p:nvSpPr>
          <p:spPr>
            <a:xfrm>
              <a:off x="6945853" y="1989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4" name="pt27384"/>
            <p:cNvSpPr/>
            <p:nvPr/>
          </p:nvSpPr>
          <p:spPr>
            <a:xfrm>
              <a:off x="7134155" y="1985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5" name="pt27385"/>
            <p:cNvSpPr/>
            <p:nvPr/>
          </p:nvSpPr>
          <p:spPr>
            <a:xfrm>
              <a:off x="7032079" y="2241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6" name="pt27386"/>
            <p:cNvSpPr/>
            <p:nvPr/>
          </p:nvSpPr>
          <p:spPr>
            <a:xfrm>
              <a:off x="7143974" y="2004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7" name="pt27387"/>
            <p:cNvSpPr/>
            <p:nvPr/>
          </p:nvSpPr>
          <p:spPr>
            <a:xfrm>
              <a:off x="7129392" y="2076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8" name="pt27388"/>
            <p:cNvSpPr/>
            <p:nvPr/>
          </p:nvSpPr>
          <p:spPr>
            <a:xfrm>
              <a:off x="6856895" y="2157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9" name="pt27389"/>
            <p:cNvSpPr/>
            <p:nvPr/>
          </p:nvSpPr>
          <p:spPr>
            <a:xfrm>
              <a:off x="7035680" y="2164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0" name="pt27390"/>
            <p:cNvSpPr/>
            <p:nvPr/>
          </p:nvSpPr>
          <p:spPr>
            <a:xfrm>
              <a:off x="7130697" y="210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1" name="pt27391"/>
            <p:cNvSpPr/>
            <p:nvPr/>
          </p:nvSpPr>
          <p:spPr>
            <a:xfrm>
              <a:off x="7058160" y="1988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2" name="pt27392"/>
            <p:cNvSpPr/>
            <p:nvPr/>
          </p:nvSpPr>
          <p:spPr>
            <a:xfrm>
              <a:off x="7057884" y="2115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3" name="pt27393"/>
            <p:cNvSpPr/>
            <p:nvPr/>
          </p:nvSpPr>
          <p:spPr>
            <a:xfrm>
              <a:off x="7088471" y="2237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4" name="pt27394"/>
            <p:cNvSpPr/>
            <p:nvPr/>
          </p:nvSpPr>
          <p:spPr>
            <a:xfrm>
              <a:off x="7441033" y="2650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5" name="pt27395"/>
            <p:cNvSpPr/>
            <p:nvPr/>
          </p:nvSpPr>
          <p:spPr>
            <a:xfrm>
              <a:off x="7165531" y="2266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6" name="pt27396"/>
            <p:cNvSpPr/>
            <p:nvPr/>
          </p:nvSpPr>
          <p:spPr>
            <a:xfrm>
              <a:off x="7228457" y="2048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7" name="pt27397"/>
            <p:cNvSpPr/>
            <p:nvPr/>
          </p:nvSpPr>
          <p:spPr>
            <a:xfrm>
              <a:off x="6898809" y="2055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8" name="pt27398"/>
            <p:cNvSpPr/>
            <p:nvPr/>
          </p:nvSpPr>
          <p:spPr>
            <a:xfrm>
              <a:off x="7190353" y="2175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9" name="pt27399"/>
            <p:cNvSpPr/>
            <p:nvPr/>
          </p:nvSpPr>
          <p:spPr>
            <a:xfrm>
              <a:off x="6965433" y="2007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0" name="pt27400"/>
            <p:cNvSpPr/>
            <p:nvPr/>
          </p:nvSpPr>
          <p:spPr>
            <a:xfrm>
              <a:off x="7363339" y="2594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1" name="pt27401"/>
            <p:cNvSpPr/>
            <p:nvPr/>
          </p:nvSpPr>
          <p:spPr>
            <a:xfrm>
              <a:off x="7207710" y="2110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2" name="pt27402"/>
            <p:cNvSpPr/>
            <p:nvPr/>
          </p:nvSpPr>
          <p:spPr>
            <a:xfrm>
              <a:off x="7196381" y="2104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3" name="pt27403"/>
            <p:cNvSpPr/>
            <p:nvPr/>
          </p:nvSpPr>
          <p:spPr>
            <a:xfrm>
              <a:off x="6992040" y="2276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4" name="pt27404"/>
            <p:cNvSpPr/>
            <p:nvPr/>
          </p:nvSpPr>
          <p:spPr>
            <a:xfrm>
              <a:off x="7050351" y="2187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5" name="pt27405"/>
            <p:cNvSpPr/>
            <p:nvPr/>
          </p:nvSpPr>
          <p:spPr>
            <a:xfrm>
              <a:off x="6968065" y="1725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6" name="pt27406"/>
            <p:cNvSpPr/>
            <p:nvPr/>
          </p:nvSpPr>
          <p:spPr>
            <a:xfrm>
              <a:off x="7122023" y="2081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7" name="pt27407"/>
            <p:cNvSpPr/>
            <p:nvPr/>
          </p:nvSpPr>
          <p:spPr>
            <a:xfrm>
              <a:off x="6706383" y="2521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8" name="pt27408"/>
            <p:cNvSpPr/>
            <p:nvPr/>
          </p:nvSpPr>
          <p:spPr>
            <a:xfrm>
              <a:off x="6982634" y="2215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9" name="pt27409"/>
            <p:cNvSpPr/>
            <p:nvPr/>
          </p:nvSpPr>
          <p:spPr>
            <a:xfrm>
              <a:off x="6690973" y="1945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0" name="pt27410"/>
            <p:cNvSpPr/>
            <p:nvPr/>
          </p:nvSpPr>
          <p:spPr>
            <a:xfrm>
              <a:off x="6978720" y="2137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1" name="pt27411"/>
            <p:cNvSpPr/>
            <p:nvPr/>
          </p:nvSpPr>
          <p:spPr>
            <a:xfrm>
              <a:off x="7174757" y="2212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2" name="pt27412"/>
            <p:cNvSpPr/>
            <p:nvPr/>
          </p:nvSpPr>
          <p:spPr>
            <a:xfrm>
              <a:off x="6877073" y="216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3" name="pt27413"/>
            <p:cNvSpPr/>
            <p:nvPr/>
          </p:nvSpPr>
          <p:spPr>
            <a:xfrm>
              <a:off x="7180111" y="2172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4" name="pt27414"/>
            <p:cNvSpPr/>
            <p:nvPr/>
          </p:nvSpPr>
          <p:spPr>
            <a:xfrm>
              <a:off x="6904075" y="2012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5" name="pt27415"/>
            <p:cNvSpPr/>
            <p:nvPr/>
          </p:nvSpPr>
          <p:spPr>
            <a:xfrm>
              <a:off x="7066801" y="2185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6" name="pt27416"/>
            <p:cNvSpPr/>
            <p:nvPr/>
          </p:nvSpPr>
          <p:spPr>
            <a:xfrm>
              <a:off x="7090987" y="2271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7" name="pt27417"/>
            <p:cNvSpPr/>
            <p:nvPr/>
          </p:nvSpPr>
          <p:spPr>
            <a:xfrm>
              <a:off x="7293737" y="1960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8" name="pt27418"/>
            <p:cNvSpPr/>
            <p:nvPr/>
          </p:nvSpPr>
          <p:spPr>
            <a:xfrm>
              <a:off x="7174502" y="2210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9" name="pt27419"/>
            <p:cNvSpPr/>
            <p:nvPr/>
          </p:nvSpPr>
          <p:spPr>
            <a:xfrm>
              <a:off x="7163098" y="2214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0" name="pt27420"/>
            <p:cNvSpPr/>
            <p:nvPr/>
          </p:nvSpPr>
          <p:spPr>
            <a:xfrm>
              <a:off x="7099136" y="2312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1" name="pt27421"/>
            <p:cNvSpPr/>
            <p:nvPr/>
          </p:nvSpPr>
          <p:spPr>
            <a:xfrm>
              <a:off x="7065324" y="2097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2" name="pt27422"/>
            <p:cNvSpPr/>
            <p:nvPr/>
          </p:nvSpPr>
          <p:spPr>
            <a:xfrm>
              <a:off x="7043026" y="2188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3" name="pt27423"/>
            <p:cNvSpPr/>
            <p:nvPr/>
          </p:nvSpPr>
          <p:spPr>
            <a:xfrm>
              <a:off x="7269566" y="1955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4" name="pt27424"/>
            <p:cNvSpPr/>
            <p:nvPr/>
          </p:nvSpPr>
          <p:spPr>
            <a:xfrm>
              <a:off x="7259418" y="2094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5" name="pt27425"/>
            <p:cNvSpPr/>
            <p:nvPr/>
          </p:nvSpPr>
          <p:spPr>
            <a:xfrm>
              <a:off x="6989159" y="2212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6" name="pt27426"/>
            <p:cNvSpPr/>
            <p:nvPr/>
          </p:nvSpPr>
          <p:spPr>
            <a:xfrm>
              <a:off x="7272550" y="2017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7" name="pt27427"/>
            <p:cNvSpPr/>
            <p:nvPr/>
          </p:nvSpPr>
          <p:spPr>
            <a:xfrm>
              <a:off x="7160779" y="2291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8" name="pt27428"/>
            <p:cNvSpPr/>
            <p:nvPr/>
          </p:nvSpPr>
          <p:spPr>
            <a:xfrm>
              <a:off x="7112976" y="2051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9" name="pt27429"/>
            <p:cNvSpPr/>
            <p:nvPr/>
          </p:nvSpPr>
          <p:spPr>
            <a:xfrm>
              <a:off x="7215529" y="1988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0" name="pt27430"/>
            <p:cNvSpPr/>
            <p:nvPr/>
          </p:nvSpPr>
          <p:spPr>
            <a:xfrm>
              <a:off x="7076537" y="2086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1" name="pt27431"/>
            <p:cNvSpPr/>
            <p:nvPr/>
          </p:nvSpPr>
          <p:spPr>
            <a:xfrm>
              <a:off x="7010063" y="2066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2" name="pt27432"/>
            <p:cNvSpPr/>
            <p:nvPr/>
          </p:nvSpPr>
          <p:spPr>
            <a:xfrm>
              <a:off x="7071970" y="2166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3" name="pt27433"/>
            <p:cNvSpPr/>
            <p:nvPr/>
          </p:nvSpPr>
          <p:spPr>
            <a:xfrm>
              <a:off x="7071074" y="2144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4" name="pt27434"/>
            <p:cNvSpPr/>
            <p:nvPr/>
          </p:nvSpPr>
          <p:spPr>
            <a:xfrm>
              <a:off x="6894583" y="2092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5" name="pt27435"/>
            <p:cNvSpPr/>
            <p:nvPr/>
          </p:nvSpPr>
          <p:spPr>
            <a:xfrm>
              <a:off x="7244571" y="1948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6" name="pt27436"/>
            <p:cNvSpPr/>
            <p:nvPr/>
          </p:nvSpPr>
          <p:spPr>
            <a:xfrm>
              <a:off x="7082158" y="2192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7" name="pt27437"/>
            <p:cNvSpPr/>
            <p:nvPr/>
          </p:nvSpPr>
          <p:spPr>
            <a:xfrm>
              <a:off x="7113237" y="1927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8" name="pt27438"/>
            <p:cNvSpPr/>
            <p:nvPr/>
          </p:nvSpPr>
          <p:spPr>
            <a:xfrm>
              <a:off x="6989372" y="2260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9" name="pt27439"/>
            <p:cNvSpPr/>
            <p:nvPr/>
          </p:nvSpPr>
          <p:spPr>
            <a:xfrm>
              <a:off x="7056469" y="2114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0" name="pt27440"/>
            <p:cNvSpPr/>
            <p:nvPr/>
          </p:nvSpPr>
          <p:spPr>
            <a:xfrm>
              <a:off x="6889575" y="2233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1" name="pt27441"/>
            <p:cNvSpPr/>
            <p:nvPr/>
          </p:nvSpPr>
          <p:spPr>
            <a:xfrm>
              <a:off x="7226404" y="1961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2" name="pt27442"/>
            <p:cNvSpPr/>
            <p:nvPr/>
          </p:nvSpPr>
          <p:spPr>
            <a:xfrm>
              <a:off x="7089923" y="2175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3" name="pt27443"/>
            <p:cNvSpPr/>
            <p:nvPr/>
          </p:nvSpPr>
          <p:spPr>
            <a:xfrm>
              <a:off x="7056535" y="2139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4" name="pt27444"/>
            <p:cNvSpPr/>
            <p:nvPr/>
          </p:nvSpPr>
          <p:spPr>
            <a:xfrm>
              <a:off x="7303006" y="1730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5" name="pt27445"/>
            <p:cNvSpPr/>
            <p:nvPr/>
          </p:nvSpPr>
          <p:spPr>
            <a:xfrm>
              <a:off x="7012837" y="2071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6" name="pt27446"/>
            <p:cNvSpPr/>
            <p:nvPr/>
          </p:nvSpPr>
          <p:spPr>
            <a:xfrm>
              <a:off x="7010804" y="2157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7" name="pt27447"/>
            <p:cNvSpPr/>
            <p:nvPr/>
          </p:nvSpPr>
          <p:spPr>
            <a:xfrm>
              <a:off x="6931257" y="1848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8" name="pt27448"/>
            <p:cNvSpPr/>
            <p:nvPr/>
          </p:nvSpPr>
          <p:spPr>
            <a:xfrm>
              <a:off x="6899001" y="1930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9" name="pt27449"/>
            <p:cNvSpPr/>
            <p:nvPr/>
          </p:nvSpPr>
          <p:spPr>
            <a:xfrm>
              <a:off x="7325610" y="2213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0" name="pt27450"/>
            <p:cNvSpPr/>
            <p:nvPr/>
          </p:nvSpPr>
          <p:spPr>
            <a:xfrm>
              <a:off x="7335827" y="2085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1" name="pt27451"/>
            <p:cNvSpPr/>
            <p:nvPr/>
          </p:nvSpPr>
          <p:spPr>
            <a:xfrm>
              <a:off x="7135069" y="2025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2" name="pt27452"/>
            <p:cNvSpPr/>
            <p:nvPr/>
          </p:nvSpPr>
          <p:spPr>
            <a:xfrm>
              <a:off x="7138513" y="2043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3" name="pt27453"/>
            <p:cNvSpPr/>
            <p:nvPr/>
          </p:nvSpPr>
          <p:spPr>
            <a:xfrm>
              <a:off x="7004455" y="1957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4" name="pt27454"/>
            <p:cNvSpPr/>
            <p:nvPr/>
          </p:nvSpPr>
          <p:spPr>
            <a:xfrm>
              <a:off x="7033845" y="2181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5" name="pt27455"/>
            <p:cNvSpPr/>
            <p:nvPr/>
          </p:nvSpPr>
          <p:spPr>
            <a:xfrm>
              <a:off x="7053686" y="2090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6" name="pt27456"/>
            <p:cNvSpPr/>
            <p:nvPr/>
          </p:nvSpPr>
          <p:spPr>
            <a:xfrm>
              <a:off x="7162720" y="2185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7" name="pt27457"/>
            <p:cNvSpPr/>
            <p:nvPr/>
          </p:nvSpPr>
          <p:spPr>
            <a:xfrm>
              <a:off x="6810784" y="2024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8" name="pt27458"/>
            <p:cNvSpPr/>
            <p:nvPr/>
          </p:nvSpPr>
          <p:spPr>
            <a:xfrm>
              <a:off x="7126127" y="2125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9" name="pt27459"/>
            <p:cNvSpPr/>
            <p:nvPr/>
          </p:nvSpPr>
          <p:spPr>
            <a:xfrm>
              <a:off x="7185918" y="1913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0" name="pt27460"/>
            <p:cNvSpPr/>
            <p:nvPr/>
          </p:nvSpPr>
          <p:spPr>
            <a:xfrm>
              <a:off x="6976893" y="1957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1" name="pt27461"/>
            <p:cNvSpPr/>
            <p:nvPr/>
          </p:nvSpPr>
          <p:spPr>
            <a:xfrm>
              <a:off x="7100016" y="2299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2" name="pt27462"/>
            <p:cNvSpPr/>
            <p:nvPr/>
          </p:nvSpPr>
          <p:spPr>
            <a:xfrm>
              <a:off x="7064461" y="2150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3" name="pt27463"/>
            <p:cNvSpPr/>
            <p:nvPr/>
          </p:nvSpPr>
          <p:spPr>
            <a:xfrm>
              <a:off x="7021080" y="2147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4" name="pt27464"/>
            <p:cNvSpPr/>
            <p:nvPr/>
          </p:nvSpPr>
          <p:spPr>
            <a:xfrm>
              <a:off x="7072035" y="2065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5" name="pt27465"/>
            <p:cNvSpPr/>
            <p:nvPr/>
          </p:nvSpPr>
          <p:spPr>
            <a:xfrm>
              <a:off x="7271042" y="1953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6" name="pt27466"/>
            <p:cNvSpPr/>
            <p:nvPr/>
          </p:nvSpPr>
          <p:spPr>
            <a:xfrm>
              <a:off x="7208799" y="2048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7" name="pt27467"/>
            <p:cNvSpPr/>
            <p:nvPr/>
          </p:nvSpPr>
          <p:spPr>
            <a:xfrm>
              <a:off x="7020829" y="2132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8" name="pt27468"/>
            <p:cNvSpPr/>
            <p:nvPr/>
          </p:nvSpPr>
          <p:spPr>
            <a:xfrm>
              <a:off x="7188183" y="1703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9" name="pt27469"/>
            <p:cNvSpPr/>
            <p:nvPr/>
          </p:nvSpPr>
          <p:spPr>
            <a:xfrm>
              <a:off x="7066407" y="205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0" name="pt27470"/>
            <p:cNvSpPr/>
            <p:nvPr/>
          </p:nvSpPr>
          <p:spPr>
            <a:xfrm>
              <a:off x="7180645" y="2061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1" name="pt27471"/>
            <p:cNvSpPr/>
            <p:nvPr/>
          </p:nvSpPr>
          <p:spPr>
            <a:xfrm>
              <a:off x="6877463" y="1890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2" name="pt27472"/>
            <p:cNvSpPr/>
            <p:nvPr/>
          </p:nvSpPr>
          <p:spPr>
            <a:xfrm>
              <a:off x="7115643" y="2003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3" name="pt27473"/>
            <p:cNvSpPr/>
            <p:nvPr/>
          </p:nvSpPr>
          <p:spPr>
            <a:xfrm>
              <a:off x="7071776" y="2104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4" name="pt27474"/>
            <p:cNvSpPr/>
            <p:nvPr/>
          </p:nvSpPr>
          <p:spPr>
            <a:xfrm>
              <a:off x="7215268" y="1910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5" name="pt27475"/>
            <p:cNvSpPr/>
            <p:nvPr/>
          </p:nvSpPr>
          <p:spPr>
            <a:xfrm>
              <a:off x="7147763" y="202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6" name="pt27476"/>
            <p:cNvSpPr/>
            <p:nvPr/>
          </p:nvSpPr>
          <p:spPr>
            <a:xfrm>
              <a:off x="6852764" y="2310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7" name="pt27477"/>
            <p:cNvSpPr/>
            <p:nvPr/>
          </p:nvSpPr>
          <p:spPr>
            <a:xfrm>
              <a:off x="7099088" y="2312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8" name="pt27478"/>
            <p:cNvSpPr/>
            <p:nvPr/>
          </p:nvSpPr>
          <p:spPr>
            <a:xfrm>
              <a:off x="7355466" y="2491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9" name="pt27479"/>
            <p:cNvSpPr/>
            <p:nvPr/>
          </p:nvSpPr>
          <p:spPr>
            <a:xfrm>
              <a:off x="7196811" y="2138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0" name="pt27480"/>
            <p:cNvSpPr/>
            <p:nvPr/>
          </p:nvSpPr>
          <p:spPr>
            <a:xfrm>
              <a:off x="7038851" y="2188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1" name="pt27481"/>
            <p:cNvSpPr/>
            <p:nvPr/>
          </p:nvSpPr>
          <p:spPr>
            <a:xfrm>
              <a:off x="7184794" y="1938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2" name="pt27482"/>
            <p:cNvSpPr/>
            <p:nvPr/>
          </p:nvSpPr>
          <p:spPr>
            <a:xfrm>
              <a:off x="7174011" y="2026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3" name="pt27483"/>
            <p:cNvSpPr/>
            <p:nvPr/>
          </p:nvSpPr>
          <p:spPr>
            <a:xfrm>
              <a:off x="6981487" y="2233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4" name="pt27484"/>
            <p:cNvSpPr/>
            <p:nvPr/>
          </p:nvSpPr>
          <p:spPr>
            <a:xfrm>
              <a:off x="7023087" y="2061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5" name="pt27485"/>
            <p:cNvSpPr/>
            <p:nvPr/>
          </p:nvSpPr>
          <p:spPr>
            <a:xfrm>
              <a:off x="7141233" y="2012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6" name="pt27486"/>
            <p:cNvSpPr/>
            <p:nvPr/>
          </p:nvSpPr>
          <p:spPr>
            <a:xfrm>
              <a:off x="6949824" y="1927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7" name="pt27487"/>
            <p:cNvSpPr/>
            <p:nvPr/>
          </p:nvSpPr>
          <p:spPr>
            <a:xfrm>
              <a:off x="7020408" y="2108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8" name="pt27488"/>
            <p:cNvSpPr/>
            <p:nvPr/>
          </p:nvSpPr>
          <p:spPr>
            <a:xfrm>
              <a:off x="6790917" y="2477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9" name="pt27489"/>
            <p:cNvSpPr/>
            <p:nvPr/>
          </p:nvSpPr>
          <p:spPr>
            <a:xfrm>
              <a:off x="7148745" y="2193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0" name="pt27490"/>
            <p:cNvSpPr/>
            <p:nvPr/>
          </p:nvSpPr>
          <p:spPr>
            <a:xfrm>
              <a:off x="6816011" y="1828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1" name="pt27491"/>
            <p:cNvSpPr/>
            <p:nvPr/>
          </p:nvSpPr>
          <p:spPr>
            <a:xfrm>
              <a:off x="6967716" y="2021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2" name="pt27492"/>
            <p:cNvSpPr/>
            <p:nvPr/>
          </p:nvSpPr>
          <p:spPr>
            <a:xfrm>
              <a:off x="7016388" y="2215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3" name="pt27493"/>
            <p:cNvSpPr/>
            <p:nvPr/>
          </p:nvSpPr>
          <p:spPr>
            <a:xfrm>
              <a:off x="7063034" y="2065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4" name="pt27494"/>
            <p:cNvSpPr/>
            <p:nvPr/>
          </p:nvSpPr>
          <p:spPr>
            <a:xfrm>
              <a:off x="7217892" y="1940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5" name="pt27495"/>
            <p:cNvSpPr/>
            <p:nvPr/>
          </p:nvSpPr>
          <p:spPr>
            <a:xfrm>
              <a:off x="7082242" y="213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6" name="pt27496"/>
            <p:cNvSpPr/>
            <p:nvPr/>
          </p:nvSpPr>
          <p:spPr>
            <a:xfrm>
              <a:off x="7257733" y="2003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7" name="pt27497"/>
            <p:cNvSpPr/>
            <p:nvPr/>
          </p:nvSpPr>
          <p:spPr>
            <a:xfrm>
              <a:off x="7167593" y="2114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8" name="pt27498"/>
            <p:cNvSpPr/>
            <p:nvPr/>
          </p:nvSpPr>
          <p:spPr>
            <a:xfrm>
              <a:off x="6987427" y="2277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9" name="pt27499"/>
            <p:cNvSpPr/>
            <p:nvPr/>
          </p:nvSpPr>
          <p:spPr>
            <a:xfrm>
              <a:off x="7089330" y="2128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0" name="pt27500"/>
            <p:cNvSpPr/>
            <p:nvPr/>
          </p:nvSpPr>
          <p:spPr>
            <a:xfrm>
              <a:off x="7223812" y="1878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1" name="pt27501"/>
            <p:cNvSpPr/>
            <p:nvPr/>
          </p:nvSpPr>
          <p:spPr>
            <a:xfrm>
              <a:off x="6844847" y="1844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2" name="pt27502"/>
            <p:cNvSpPr/>
            <p:nvPr/>
          </p:nvSpPr>
          <p:spPr>
            <a:xfrm>
              <a:off x="6856480" y="2162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3" name="pt27503"/>
            <p:cNvSpPr/>
            <p:nvPr/>
          </p:nvSpPr>
          <p:spPr>
            <a:xfrm>
              <a:off x="7265487" y="1866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4" name="pt27504"/>
            <p:cNvSpPr/>
            <p:nvPr/>
          </p:nvSpPr>
          <p:spPr>
            <a:xfrm>
              <a:off x="7016900" y="2278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5" name="pt27505"/>
            <p:cNvSpPr/>
            <p:nvPr/>
          </p:nvSpPr>
          <p:spPr>
            <a:xfrm>
              <a:off x="7298858" y="2269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6" name="pt27506"/>
            <p:cNvSpPr/>
            <p:nvPr/>
          </p:nvSpPr>
          <p:spPr>
            <a:xfrm>
              <a:off x="6936286" y="2075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7" name="pt27507"/>
            <p:cNvSpPr/>
            <p:nvPr/>
          </p:nvSpPr>
          <p:spPr>
            <a:xfrm>
              <a:off x="6927408" y="1990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8" name="pt27508"/>
            <p:cNvSpPr/>
            <p:nvPr/>
          </p:nvSpPr>
          <p:spPr>
            <a:xfrm>
              <a:off x="7131957" y="2180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9" name="pt27509"/>
            <p:cNvSpPr/>
            <p:nvPr/>
          </p:nvSpPr>
          <p:spPr>
            <a:xfrm>
              <a:off x="6678823" y="1770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0" name="pt27510"/>
            <p:cNvSpPr/>
            <p:nvPr/>
          </p:nvSpPr>
          <p:spPr>
            <a:xfrm>
              <a:off x="7217751" y="2026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1" name="pt27511"/>
            <p:cNvSpPr/>
            <p:nvPr/>
          </p:nvSpPr>
          <p:spPr>
            <a:xfrm>
              <a:off x="6658921" y="2231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2" name="pt27512"/>
            <p:cNvSpPr/>
            <p:nvPr/>
          </p:nvSpPr>
          <p:spPr>
            <a:xfrm>
              <a:off x="7114465" y="2049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3" name="pt27513"/>
            <p:cNvSpPr/>
            <p:nvPr/>
          </p:nvSpPr>
          <p:spPr>
            <a:xfrm>
              <a:off x="7099071" y="2337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4" name="pt27514"/>
            <p:cNvSpPr/>
            <p:nvPr/>
          </p:nvSpPr>
          <p:spPr>
            <a:xfrm>
              <a:off x="6873189" y="1931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5" name="pt27515"/>
            <p:cNvSpPr/>
            <p:nvPr/>
          </p:nvSpPr>
          <p:spPr>
            <a:xfrm>
              <a:off x="6724063" y="2302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6" name="pt27516"/>
            <p:cNvSpPr/>
            <p:nvPr/>
          </p:nvSpPr>
          <p:spPr>
            <a:xfrm>
              <a:off x="7121501" y="1983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7" name="pt27517"/>
            <p:cNvSpPr/>
            <p:nvPr/>
          </p:nvSpPr>
          <p:spPr>
            <a:xfrm>
              <a:off x="7324541" y="2267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8" name="pt27518"/>
            <p:cNvSpPr/>
            <p:nvPr/>
          </p:nvSpPr>
          <p:spPr>
            <a:xfrm>
              <a:off x="7137699" y="1923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9" name="pt27519"/>
            <p:cNvSpPr/>
            <p:nvPr/>
          </p:nvSpPr>
          <p:spPr>
            <a:xfrm>
              <a:off x="6652894" y="2300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0" name="pt27520"/>
            <p:cNvSpPr/>
            <p:nvPr/>
          </p:nvSpPr>
          <p:spPr>
            <a:xfrm>
              <a:off x="7145682" y="2059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1" name="pt27521"/>
            <p:cNvSpPr/>
            <p:nvPr/>
          </p:nvSpPr>
          <p:spPr>
            <a:xfrm>
              <a:off x="7181047" y="2081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2" name="pt27522"/>
            <p:cNvSpPr/>
            <p:nvPr/>
          </p:nvSpPr>
          <p:spPr>
            <a:xfrm>
              <a:off x="7427486" y="2505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3" name="pt27523"/>
            <p:cNvSpPr/>
            <p:nvPr/>
          </p:nvSpPr>
          <p:spPr>
            <a:xfrm>
              <a:off x="7231553" y="2070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4" name="pt27524"/>
            <p:cNvSpPr/>
            <p:nvPr/>
          </p:nvSpPr>
          <p:spPr>
            <a:xfrm>
              <a:off x="7003592" y="1921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5" name="pt27525"/>
            <p:cNvSpPr/>
            <p:nvPr/>
          </p:nvSpPr>
          <p:spPr>
            <a:xfrm>
              <a:off x="7188096" y="1855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6" name="pt27526"/>
            <p:cNvSpPr/>
            <p:nvPr/>
          </p:nvSpPr>
          <p:spPr>
            <a:xfrm>
              <a:off x="6879595" y="2079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7" name="pt27527"/>
            <p:cNvSpPr/>
            <p:nvPr/>
          </p:nvSpPr>
          <p:spPr>
            <a:xfrm>
              <a:off x="7206454" y="2142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8" name="pt27528"/>
            <p:cNvSpPr/>
            <p:nvPr/>
          </p:nvSpPr>
          <p:spPr>
            <a:xfrm>
              <a:off x="7040146" y="2148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9" name="pt27529"/>
            <p:cNvSpPr/>
            <p:nvPr/>
          </p:nvSpPr>
          <p:spPr>
            <a:xfrm>
              <a:off x="7151550" y="2050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0" name="pt27530"/>
            <p:cNvSpPr/>
            <p:nvPr/>
          </p:nvSpPr>
          <p:spPr>
            <a:xfrm>
              <a:off x="7338419" y="2180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1" name="pt27531"/>
            <p:cNvSpPr/>
            <p:nvPr/>
          </p:nvSpPr>
          <p:spPr>
            <a:xfrm>
              <a:off x="6600560" y="1471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2" name="pt27532"/>
            <p:cNvSpPr/>
            <p:nvPr/>
          </p:nvSpPr>
          <p:spPr>
            <a:xfrm>
              <a:off x="7076065" y="2162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3" name="pt27533"/>
            <p:cNvSpPr/>
            <p:nvPr/>
          </p:nvSpPr>
          <p:spPr>
            <a:xfrm>
              <a:off x="7225169" y="1973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4" name="pt27534"/>
            <p:cNvSpPr/>
            <p:nvPr/>
          </p:nvSpPr>
          <p:spPr>
            <a:xfrm>
              <a:off x="6857734" y="2136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5" name="pt27535"/>
            <p:cNvSpPr/>
            <p:nvPr/>
          </p:nvSpPr>
          <p:spPr>
            <a:xfrm>
              <a:off x="7150394" y="2158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6" name="pt27536"/>
            <p:cNvSpPr/>
            <p:nvPr/>
          </p:nvSpPr>
          <p:spPr>
            <a:xfrm>
              <a:off x="7297705" y="2170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7" name="pt27537"/>
            <p:cNvSpPr/>
            <p:nvPr/>
          </p:nvSpPr>
          <p:spPr>
            <a:xfrm>
              <a:off x="7101288" y="2123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8" name="pt27538"/>
            <p:cNvSpPr/>
            <p:nvPr/>
          </p:nvSpPr>
          <p:spPr>
            <a:xfrm>
              <a:off x="7208411" y="2031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9" name="pt27539"/>
            <p:cNvSpPr/>
            <p:nvPr/>
          </p:nvSpPr>
          <p:spPr>
            <a:xfrm>
              <a:off x="7312479" y="216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0" name="pt27540"/>
            <p:cNvSpPr/>
            <p:nvPr/>
          </p:nvSpPr>
          <p:spPr>
            <a:xfrm>
              <a:off x="7028602" y="2192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1" name="pt27541"/>
            <p:cNvSpPr/>
            <p:nvPr/>
          </p:nvSpPr>
          <p:spPr>
            <a:xfrm>
              <a:off x="7201169" y="2098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2" name="pt27542"/>
            <p:cNvSpPr/>
            <p:nvPr/>
          </p:nvSpPr>
          <p:spPr>
            <a:xfrm>
              <a:off x="7520657" y="1886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3" name="pt27543"/>
            <p:cNvSpPr/>
            <p:nvPr/>
          </p:nvSpPr>
          <p:spPr>
            <a:xfrm>
              <a:off x="6788994" y="2145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4" name="pt27544"/>
            <p:cNvSpPr/>
            <p:nvPr/>
          </p:nvSpPr>
          <p:spPr>
            <a:xfrm>
              <a:off x="7306092" y="2097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5" name="pt27545"/>
            <p:cNvSpPr/>
            <p:nvPr/>
          </p:nvSpPr>
          <p:spPr>
            <a:xfrm>
              <a:off x="7084661" y="2145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6" name="pt27546"/>
            <p:cNvSpPr/>
            <p:nvPr/>
          </p:nvSpPr>
          <p:spPr>
            <a:xfrm>
              <a:off x="6875711" y="2126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7" name="pt27547"/>
            <p:cNvSpPr/>
            <p:nvPr/>
          </p:nvSpPr>
          <p:spPr>
            <a:xfrm>
              <a:off x="6803348" y="2162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8" name="pt27548"/>
            <p:cNvSpPr/>
            <p:nvPr/>
          </p:nvSpPr>
          <p:spPr>
            <a:xfrm>
              <a:off x="7269876" y="2001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9" name="pt27549"/>
            <p:cNvSpPr/>
            <p:nvPr/>
          </p:nvSpPr>
          <p:spPr>
            <a:xfrm>
              <a:off x="7247550" y="1971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0" name="pt27550"/>
            <p:cNvSpPr/>
            <p:nvPr/>
          </p:nvSpPr>
          <p:spPr>
            <a:xfrm>
              <a:off x="7272443" y="1932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1" name="pt27551"/>
            <p:cNvSpPr/>
            <p:nvPr/>
          </p:nvSpPr>
          <p:spPr>
            <a:xfrm>
              <a:off x="7117299" y="1973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2" name="pt27552"/>
            <p:cNvSpPr/>
            <p:nvPr/>
          </p:nvSpPr>
          <p:spPr>
            <a:xfrm>
              <a:off x="6994315" y="2298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3" name="pt27553"/>
            <p:cNvSpPr/>
            <p:nvPr/>
          </p:nvSpPr>
          <p:spPr>
            <a:xfrm>
              <a:off x="7199179" y="2071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4" name="pt27554"/>
            <p:cNvSpPr/>
            <p:nvPr/>
          </p:nvSpPr>
          <p:spPr>
            <a:xfrm>
              <a:off x="7132011" y="2134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5" name="pt27555"/>
            <p:cNvSpPr/>
            <p:nvPr/>
          </p:nvSpPr>
          <p:spPr>
            <a:xfrm>
              <a:off x="7257530" y="2100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6" name="pt27556"/>
            <p:cNvSpPr/>
            <p:nvPr/>
          </p:nvSpPr>
          <p:spPr>
            <a:xfrm>
              <a:off x="7280952" y="2039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7" name="pt27557"/>
            <p:cNvSpPr/>
            <p:nvPr/>
          </p:nvSpPr>
          <p:spPr>
            <a:xfrm>
              <a:off x="6897282" y="2061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8" name="pt27558"/>
            <p:cNvSpPr/>
            <p:nvPr/>
          </p:nvSpPr>
          <p:spPr>
            <a:xfrm>
              <a:off x="7064804" y="2087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9" name="pt27559"/>
            <p:cNvSpPr/>
            <p:nvPr/>
          </p:nvSpPr>
          <p:spPr>
            <a:xfrm>
              <a:off x="7450561" y="2490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0" name="pt27560"/>
            <p:cNvSpPr/>
            <p:nvPr/>
          </p:nvSpPr>
          <p:spPr>
            <a:xfrm>
              <a:off x="7147395" y="2037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1" name="pt27561"/>
            <p:cNvSpPr/>
            <p:nvPr/>
          </p:nvSpPr>
          <p:spPr>
            <a:xfrm>
              <a:off x="7088664" y="2161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2" name="pt27562"/>
            <p:cNvSpPr/>
            <p:nvPr/>
          </p:nvSpPr>
          <p:spPr>
            <a:xfrm>
              <a:off x="7104153" y="2073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3" name="pt27563"/>
            <p:cNvSpPr/>
            <p:nvPr/>
          </p:nvSpPr>
          <p:spPr>
            <a:xfrm>
              <a:off x="7164048" y="229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4" name="pt27564"/>
            <p:cNvSpPr/>
            <p:nvPr/>
          </p:nvSpPr>
          <p:spPr>
            <a:xfrm>
              <a:off x="7096910" y="2282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5" name="pt27565"/>
            <p:cNvSpPr/>
            <p:nvPr/>
          </p:nvSpPr>
          <p:spPr>
            <a:xfrm>
              <a:off x="7216471" y="1830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6" name="pt27566"/>
            <p:cNvSpPr/>
            <p:nvPr/>
          </p:nvSpPr>
          <p:spPr>
            <a:xfrm>
              <a:off x="7127554" y="2113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7" name="pt27567"/>
            <p:cNvSpPr/>
            <p:nvPr/>
          </p:nvSpPr>
          <p:spPr>
            <a:xfrm>
              <a:off x="6798389" y="2037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8" name="pt27568"/>
            <p:cNvSpPr/>
            <p:nvPr/>
          </p:nvSpPr>
          <p:spPr>
            <a:xfrm>
              <a:off x="7027627" y="2077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9" name="pt27569"/>
            <p:cNvSpPr/>
            <p:nvPr/>
          </p:nvSpPr>
          <p:spPr>
            <a:xfrm>
              <a:off x="6884940" y="2132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0" name="pt27570"/>
            <p:cNvSpPr/>
            <p:nvPr/>
          </p:nvSpPr>
          <p:spPr>
            <a:xfrm>
              <a:off x="7048690" y="2192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1" name="pt27571"/>
            <p:cNvSpPr/>
            <p:nvPr/>
          </p:nvSpPr>
          <p:spPr>
            <a:xfrm>
              <a:off x="7366702" y="2759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2" name="pt27572"/>
            <p:cNvSpPr/>
            <p:nvPr/>
          </p:nvSpPr>
          <p:spPr>
            <a:xfrm>
              <a:off x="7211753" y="1875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3" name="pt27573"/>
            <p:cNvSpPr/>
            <p:nvPr/>
          </p:nvSpPr>
          <p:spPr>
            <a:xfrm>
              <a:off x="7190776" y="2094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4" name="pt27574"/>
            <p:cNvSpPr/>
            <p:nvPr/>
          </p:nvSpPr>
          <p:spPr>
            <a:xfrm>
              <a:off x="7001789" y="2046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5" name="pt27575"/>
            <p:cNvSpPr/>
            <p:nvPr/>
          </p:nvSpPr>
          <p:spPr>
            <a:xfrm>
              <a:off x="7056697" y="2003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6" name="pt27576"/>
            <p:cNvSpPr/>
            <p:nvPr/>
          </p:nvSpPr>
          <p:spPr>
            <a:xfrm>
              <a:off x="7168600" y="2042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7" name="pt27577"/>
            <p:cNvSpPr/>
            <p:nvPr/>
          </p:nvSpPr>
          <p:spPr>
            <a:xfrm>
              <a:off x="7283112" y="1821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8" name="pt27578"/>
            <p:cNvSpPr/>
            <p:nvPr/>
          </p:nvSpPr>
          <p:spPr>
            <a:xfrm>
              <a:off x="7093371" y="2314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9" name="pt27579"/>
            <p:cNvSpPr/>
            <p:nvPr/>
          </p:nvSpPr>
          <p:spPr>
            <a:xfrm>
              <a:off x="6696960" y="2477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0" name="pt27580"/>
            <p:cNvSpPr/>
            <p:nvPr/>
          </p:nvSpPr>
          <p:spPr>
            <a:xfrm>
              <a:off x="6953918" y="1806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1" name="pt27581"/>
            <p:cNvSpPr/>
            <p:nvPr/>
          </p:nvSpPr>
          <p:spPr>
            <a:xfrm>
              <a:off x="7000483" y="2242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2" name="pt27582"/>
            <p:cNvSpPr/>
            <p:nvPr/>
          </p:nvSpPr>
          <p:spPr>
            <a:xfrm>
              <a:off x="6941512" y="1960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3" name="pt27583"/>
            <p:cNvSpPr/>
            <p:nvPr/>
          </p:nvSpPr>
          <p:spPr>
            <a:xfrm>
              <a:off x="7268566" y="2046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4" name="pt27584"/>
            <p:cNvSpPr/>
            <p:nvPr/>
          </p:nvSpPr>
          <p:spPr>
            <a:xfrm>
              <a:off x="7339500" y="2179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5" name="pt27585"/>
            <p:cNvSpPr/>
            <p:nvPr/>
          </p:nvSpPr>
          <p:spPr>
            <a:xfrm>
              <a:off x="7161761" y="2207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6" name="pt27586"/>
            <p:cNvSpPr/>
            <p:nvPr/>
          </p:nvSpPr>
          <p:spPr>
            <a:xfrm>
              <a:off x="7067094" y="2121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7" name="pt27587"/>
            <p:cNvSpPr/>
            <p:nvPr/>
          </p:nvSpPr>
          <p:spPr>
            <a:xfrm>
              <a:off x="7127358" y="2095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8" name="pt27588"/>
            <p:cNvSpPr/>
            <p:nvPr/>
          </p:nvSpPr>
          <p:spPr>
            <a:xfrm>
              <a:off x="7232832" y="1880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9" name="pt27589"/>
            <p:cNvSpPr/>
            <p:nvPr/>
          </p:nvSpPr>
          <p:spPr>
            <a:xfrm>
              <a:off x="7019796" y="2049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0" name="pt27590"/>
            <p:cNvSpPr/>
            <p:nvPr/>
          </p:nvSpPr>
          <p:spPr>
            <a:xfrm>
              <a:off x="7036971" y="2180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1" name="pt27591"/>
            <p:cNvSpPr/>
            <p:nvPr/>
          </p:nvSpPr>
          <p:spPr>
            <a:xfrm>
              <a:off x="7108188" y="2063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2" name="pt27592"/>
            <p:cNvSpPr/>
            <p:nvPr/>
          </p:nvSpPr>
          <p:spPr>
            <a:xfrm>
              <a:off x="7052294" y="2093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3" name="pt27593"/>
            <p:cNvSpPr/>
            <p:nvPr/>
          </p:nvSpPr>
          <p:spPr>
            <a:xfrm>
              <a:off x="7196144" y="2121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4" name="pt27594"/>
            <p:cNvSpPr/>
            <p:nvPr/>
          </p:nvSpPr>
          <p:spPr>
            <a:xfrm>
              <a:off x="7014266" y="2213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5" name="pt27595"/>
            <p:cNvSpPr/>
            <p:nvPr/>
          </p:nvSpPr>
          <p:spPr>
            <a:xfrm>
              <a:off x="7465610" y="1632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6" name="pt27596"/>
            <p:cNvSpPr/>
            <p:nvPr/>
          </p:nvSpPr>
          <p:spPr>
            <a:xfrm>
              <a:off x="7314054" y="2403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7" name="pt27597"/>
            <p:cNvSpPr/>
            <p:nvPr/>
          </p:nvSpPr>
          <p:spPr>
            <a:xfrm>
              <a:off x="7149814" y="2060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8" name="pt27598"/>
            <p:cNvSpPr/>
            <p:nvPr/>
          </p:nvSpPr>
          <p:spPr>
            <a:xfrm>
              <a:off x="7066030" y="2099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9" name="pt27599"/>
            <p:cNvSpPr/>
            <p:nvPr/>
          </p:nvSpPr>
          <p:spPr>
            <a:xfrm>
              <a:off x="6854200" y="209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0" name="pt27600"/>
            <p:cNvSpPr/>
            <p:nvPr/>
          </p:nvSpPr>
          <p:spPr>
            <a:xfrm>
              <a:off x="7100807" y="2204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1" name="pt27601"/>
            <p:cNvSpPr/>
            <p:nvPr/>
          </p:nvSpPr>
          <p:spPr>
            <a:xfrm>
              <a:off x="7127515" y="2083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2" name="pt27602"/>
            <p:cNvSpPr/>
            <p:nvPr/>
          </p:nvSpPr>
          <p:spPr>
            <a:xfrm>
              <a:off x="7213006" y="2112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3" name="pt27603"/>
            <p:cNvSpPr/>
            <p:nvPr/>
          </p:nvSpPr>
          <p:spPr>
            <a:xfrm>
              <a:off x="7312123" y="2312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4" name="pt27604"/>
            <p:cNvSpPr/>
            <p:nvPr/>
          </p:nvSpPr>
          <p:spPr>
            <a:xfrm>
              <a:off x="6792577" y="2351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5" name="pt27605"/>
            <p:cNvSpPr/>
            <p:nvPr/>
          </p:nvSpPr>
          <p:spPr>
            <a:xfrm>
              <a:off x="6885839" y="2209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6" name="pt27606"/>
            <p:cNvSpPr/>
            <p:nvPr/>
          </p:nvSpPr>
          <p:spPr>
            <a:xfrm>
              <a:off x="6846603" y="2178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7" name="pt27607"/>
            <p:cNvSpPr/>
            <p:nvPr/>
          </p:nvSpPr>
          <p:spPr>
            <a:xfrm>
              <a:off x="7355778" y="2877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8" name="pt27608"/>
            <p:cNvSpPr/>
            <p:nvPr/>
          </p:nvSpPr>
          <p:spPr>
            <a:xfrm>
              <a:off x="7135160" y="1998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9" name="pt27609"/>
            <p:cNvSpPr/>
            <p:nvPr/>
          </p:nvSpPr>
          <p:spPr>
            <a:xfrm>
              <a:off x="7303979" y="2049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0" name="pt27610"/>
            <p:cNvSpPr/>
            <p:nvPr/>
          </p:nvSpPr>
          <p:spPr>
            <a:xfrm>
              <a:off x="7253198" y="203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1" name="pt27611"/>
            <p:cNvSpPr/>
            <p:nvPr/>
          </p:nvSpPr>
          <p:spPr>
            <a:xfrm>
              <a:off x="7083246" y="2194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2" name="pt27612"/>
            <p:cNvSpPr/>
            <p:nvPr/>
          </p:nvSpPr>
          <p:spPr>
            <a:xfrm>
              <a:off x="7066727" y="2149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3" name="pt27613"/>
            <p:cNvSpPr/>
            <p:nvPr/>
          </p:nvSpPr>
          <p:spPr>
            <a:xfrm>
              <a:off x="7116294" y="1958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4" name="pt27614"/>
            <p:cNvSpPr/>
            <p:nvPr/>
          </p:nvSpPr>
          <p:spPr>
            <a:xfrm>
              <a:off x="7141646" y="1976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5" name="pt27615"/>
            <p:cNvSpPr/>
            <p:nvPr/>
          </p:nvSpPr>
          <p:spPr>
            <a:xfrm>
              <a:off x="7143574" y="2059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6" name="pt27616"/>
            <p:cNvSpPr/>
            <p:nvPr/>
          </p:nvSpPr>
          <p:spPr>
            <a:xfrm>
              <a:off x="7187045" y="1818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7" name="pt27617"/>
            <p:cNvSpPr/>
            <p:nvPr/>
          </p:nvSpPr>
          <p:spPr>
            <a:xfrm>
              <a:off x="6983305" y="2178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8" name="pt27618"/>
            <p:cNvSpPr/>
            <p:nvPr/>
          </p:nvSpPr>
          <p:spPr>
            <a:xfrm>
              <a:off x="7379146" y="2391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9" name="pt27619"/>
            <p:cNvSpPr/>
            <p:nvPr/>
          </p:nvSpPr>
          <p:spPr>
            <a:xfrm>
              <a:off x="7148027" y="2017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0" name="pt27620"/>
            <p:cNvSpPr/>
            <p:nvPr/>
          </p:nvSpPr>
          <p:spPr>
            <a:xfrm>
              <a:off x="7232584" y="2058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1" name="pt27621"/>
            <p:cNvSpPr/>
            <p:nvPr/>
          </p:nvSpPr>
          <p:spPr>
            <a:xfrm>
              <a:off x="7100219" y="2355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2" name="pt27622"/>
            <p:cNvSpPr/>
            <p:nvPr/>
          </p:nvSpPr>
          <p:spPr>
            <a:xfrm>
              <a:off x="6918950" y="1846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3" name="pt27623"/>
            <p:cNvSpPr/>
            <p:nvPr/>
          </p:nvSpPr>
          <p:spPr>
            <a:xfrm>
              <a:off x="6727555" y="2403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4" name="pt27624"/>
            <p:cNvSpPr/>
            <p:nvPr/>
          </p:nvSpPr>
          <p:spPr>
            <a:xfrm>
              <a:off x="7147632" y="2031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5" name="pt27625"/>
            <p:cNvSpPr/>
            <p:nvPr/>
          </p:nvSpPr>
          <p:spPr>
            <a:xfrm>
              <a:off x="7087670" y="2245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6" name="pt27626"/>
            <p:cNvSpPr/>
            <p:nvPr/>
          </p:nvSpPr>
          <p:spPr>
            <a:xfrm>
              <a:off x="7205172" y="1933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7" name="pt27627"/>
            <p:cNvSpPr/>
            <p:nvPr/>
          </p:nvSpPr>
          <p:spPr>
            <a:xfrm>
              <a:off x="7260510" y="1921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8" name="pt27628"/>
            <p:cNvSpPr/>
            <p:nvPr/>
          </p:nvSpPr>
          <p:spPr>
            <a:xfrm>
              <a:off x="7135458" y="2020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9" name="pt27629"/>
            <p:cNvSpPr/>
            <p:nvPr/>
          </p:nvSpPr>
          <p:spPr>
            <a:xfrm>
              <a:off x="7270252" y="2010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0" name="pt27630"/>
            <p:cNvSpPr/>
            <p:nvPr/>
          </p:nvSpPr>
          <p:spPr>
            <a:xfrm>
              <a:off x="7043994" y="2172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1" name="pt27631"/>
            <p:cNvSpPr/>
            <p:nvPr/>
          </p:nvSpPr>
          <p:spPr>
            <a:xfrm>
              <a:off x="7057208" y="2100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2" name="pt27632"/>
            <p:cNvSpPr/>
            <p:nvPr/>
          </p:nvSpPr>
          <p:spPr>
            <a:xfrm>
              <a:off x="6976471" y="2111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3" name="pt27633"/>
            <p:cNvSpPr/>
            <p:nvPr/>
          </p:nvSpPr>
          <p:spPr>
            <a:xfrm>
              <a:off x="7247410" y="199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4" name="pt27634"/>
            <p:cNvSpPr/>
            <p:nvPr/>
          </p:nvSpPr>
          <p:spPr>
            <a:xfrm>
              <a:off x="7137622" y="1970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5" name="pt27635"/>
            <p:cNvSpPr/>
            <p:nvPr/>
          </p:nvSpPr>
          <p:spPr>
            <a:xfrm>
              <a:off x="7285275" y="2073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6" name="pt27636"/>
            <p:cNvSpPr/>
            <p:nvPr/>
          </p:nvSpPr>
          <p:spPr>
            <a:xfrm>
              <a:off x="7041786" y="2251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7" name="pt27637"/>
            <p:cNvSpPr/>
            <p:nvPr/>
          </p:nvSpPr>
          <p:spPr>
            <a:xfrm>
              <a:off x="7241790" y="1959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8" name="pt27638"/>
            <p:cNvSpPr/>
            <p:nvPr/>
          </p:nvSpPr>
          <p:spPr>
            <a:xfrm>
              <a:off x="7209748" y="1988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9" name="pt27639"/>
            <p:cNvSpPr/>
            <p:nvPr/>
          </p:nvSpPr>
          <p:spPr>
            <a:xfrm>
              <a:off x="7060787" y="201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0" name="pt27640"/>
            <p:cNvSpPr/>
            <p:nvPr/>
          </p:nvSpPr>
          <p:spPr>
            <a:xfrm>
              <a:off x="7251958" y="1978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1" name="pt27641"/>
            <p:cNvSpPr/>
            <p:nvPr/>
          </p:nvSpPr>
          <p:spPr>
            <a:xfrm>
              <a:off x="7269779" y="1925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2" name="pt27642"/>
            <p:cNvSpPr/>
            <p:nvPr/>
          </p:nvSpPr>
          <p:spPr>
            <a:xfrm>
              <a:off x="7080876" y="2115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3" name="pt27643"/>
            <p:cNvSpPr/>
            <p:nvPr/>
          </p:nvSpPr>
          <p:spPr>
            <a:xfrm>
              <a:off x="6631947" y="1875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4" name="pt27644"/>
            <p:cNvSpPr/>
            <p:nvPr/>
          </p:nvSpPr>
          <p:spPr>
            <a:xfrm>
              <a:off x="7134129" y="2028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5" name="pt27645"/>
            <p:cNvSpPr/>
            <p:nvPr/>
          </p:nvSpPr>
          <p:spPr>
            <a:xfrm>
              <a:off x="7280623" y="1988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6" name="pt27646"/>
            <p:cNvSpPr/>
            <p:nvPr/>
          </p:nvSpPr>
          <p:spPr>
            <a:xfrm>
              <a:off x="7198961" y="1836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7" name="pt27647"/>
            <p:cNvSpPr/>
            <p:nvPr/>
          </p:nvSpPr>
          <p:spPr>
            <a:xfrm>
              <a:off x="7500790" y="2455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8" name="pt27648"/>
            <p:cNvSpPr/>
            <p:nvPr/>
          </p:nvSpPr>
          <p:spPr>
            <a:xfrm>
              <a:off x="6863757" y="190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9" name="pt27649"/>
            <p:cNvSpPr/>
            <p:nvPr/>
          </p:nvSpPr>
          <p:spPr>
            <a:xfrm>
              <a:off x="7121061" y="2027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0" name="pt27650"/>
            <p:cNvSpPr/>
            <p:nvPr/>
          </p:nvSpPr>
          <p:spPr>
            <a:xfrm>
              <a:off x="7022736" y="2111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1" name="pt27651"/>
            <p:cNvSpPr/>
            <p:nvPr/>
          </p:nvSpPr>
          <p:spPr>
            <a:xfrm>
              <a:off x="7075252" y="2181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2" name="pt27652"/>
            <p:cNvSpPr/>
            <p:nvPr/>
          </p:nvSpPr>
          <p:spPr>
            <a:xfrm>
              <a:off x="7339288" y="1875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3" name="pt27653"/>
            <p:cNvSpPr/>
            <p:nvPr/>
          </p:nvSpPr>
          <p:spPr>
            <a:xfrm>
              <a:off x="7225110" y="2022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4" name="pt27654"/>
            <p:cNvSpPr/>
            <p:nvPr/>
          </p:nvSpPr>
          <p:spPr>
            <a:xfrm>
              <a:off x="6938271" y="1784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5" name="pt27655"/>
            <p:cNvSpPr/>
            <p:nvPr/>
          </p:nvSpPr>
          <p:spPr>
            <a:xfrm>
              <a:off x="6925938" y="189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6" name="pt27656"/>
            <p:cNvSpPr/>
            <p:nvPr/>
          </p:nvSpPr>
          <p:spPr>
            <a:xfrm>
              <a:off x="7398672" y="2550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7" name="pt27657"/>
            <p:cNvSpPr/>
            <p:nvPr/>
          </p:nvSpPr>
          <p:spPr>
            <a:xfrm>
              <a:off x="7176740" y="2083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8" name="pt27658"/>
            <p:cNvSpPr/>
            <p:nvPr/>
          </p:nvSpPr>
          <p:spPr>
            <a:xfrm>
              <a:off x="7356079" y="2489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9" name="pt27659"/>
            <p:cNvSpPr/>
            <p:nvPr/>
          </p:nvSpPr>
          <p:spPr>
            <a:xfrm>
              <a:off x="7115401" y="2012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0" name="pt27660"/>
            <p:cNvSpPr/>
            <p:nvPr/>
          </p:nvSpPr>
          <p:spPr>
            <a:xfrm>
              <a:off x="7154677" y="2186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1" name="pt27661"/>
            <p:cNvSpPr/>
            <p:nvPr/>
          </p:nvSpPr>
          <p:spPr>
            <a:xfrm>
              <a:off x="7006346" y="1706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2" name="pt27662"/>
            <p:cNvSpPr/>
            <p:nvPr/>
          </p:nvSpPr>
          <p:spPr>
            <a:xfrm>
              <a:off x="7240312" y="1958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3" name="pt27663"/>
            <p:cNvSpPr/>
            <p:nvPr/>
          </p:nvSpPr>
          <p:spPr>
            <a:xfrm>
              <a:off x="6974713" y="1849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4" name="pt27664"/>
            <p:cNvSpPr/>
            <p:nvPr/>
          </p:nvSpPr>
          <p:spPr>
            <a:xfrm>
              <a:off x="6721627" y="2596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5" name="pt27665"/>
            <p:cNvSpPr/>
            <p:nvPr/>
          </p:nvSpPr>
          <p:spPr>
            <a:xfrm>
              <a:off x="7094436" y="230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6" name="pt27666"/>
            <p:cNvSpPr/>
            <p:nvPr/>
          </p:nvSpPr>
          <p:spPr>
            <a:xfrm>
              <a:off x="7261105" y="1958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7" name="pt27667"/>
            <p:cNvSpPr/>
            <p:nvPr/>
          </p:nvSpPr>
          <p:spPr>
            <a:xfrm>
              <a:off x="7153274" y="2230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8" name="pt27668"/>
            <p:cNvSpPr/>
            <p:nvPr/>
          </p:nvSpPr>
          <p:spPr>
            <a:xfrm>
              <a:off x="6840803" y="1746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9" name="pt27669"/>
            <p:cNvSpPr/>
            <p:nvPr/>
          </p:nvSpPr>
          <p:spPr>
            <a:xfrm>
              <a:off x="7144025" y="2011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0" name="pt27670"/>
            <p:cNvSpPr/>
            <p:nvPr/>
          </p:nvSpPr>
          <p:spPr>
            <a:xfrm>
              <a:off x="7306896" y="2312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1" name="pt27671"/>
            <p:cNvSpPr/>
            <p:nvPr/>
          </p:nvSpPr>
          <p:spPr>
            <a:xfrm>
              <a:off x="7115940" y="1967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2" name="pt27672"/>
            <p:cNvSpPr/>
            <p:nvPr/>
          </p:nvSpPr>
          <p:spPr>
            <a:xfrm>
              <a:off x="7157369" y="2134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3" name="pt27673"/>
            <p:cNvSpPr/>
            <p:nvPr/>
          </p:nvSpPr>
          <p:spPr>
            <a:xfrm>
              <a:off x="6904019" y="201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4" name="pt27674"/>
            <p:cNvSpPr/>
            <p:nvPr/>
          </p:nvSpPr>
          <p:spPr>
            <a:xfrm>
              <a:off x="6799838" y="2091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5" name="pt27675"/>
            <p:cNvSpPr/>
            <p:nvPr/>
          </p:nvSpPr>
          <p:spPr>
            <a:xfrm>
              <a:off x="6973430" y="2001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6" name="pt27676"/>
            <p:cNvSpPr/>
            <p:nvPr/>
          </p:nvSpPr>
          <p:spPr>
            <a:xfrm>
              <a:off x="7200918" y="2003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7" name="pt27677"/>
            <p:cNvSpPr/>
            <p:nvPr/>
          </p:nvSpPr>
          <p:spPr>
            <a:xfrm>
              <a:off x="7092213" y="2413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8" name="pt27678"/>
            <p:cNvSpPr/>
            <p:nvPr/>
          </p:nvSpPr>
          <p:spPr>
            <a:xfrm>
              <a:off x="6739707" y="233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9" name="pt27679"/>
            <p:cNvSpPr/>
            <p:nvPr/>
          </p:nvSpPr>
          <p:spPr>
            <a:xfrm>
              <a:off x="7094490" y="2366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0" name="pt27680"/>
            <p:cNvSpPr/>
            <p:nvPr/>
          </p:nvSpPr>
          <p:spPr>
            <a:xfrm>
              <a:off x="7085911" y="2171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1" name="pt27681"/>
            <p:cNvSpPr/>
            <p:nvPr/>
          </p:nvSpPr>
          <p:spPr>
            <a:xfrm>
              <a:off x="7128482" y="2134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2" name="pt27682"/>
            <p:cNvSpPr/>
            <p:nvPr/>
          </p:nvSpPr>
          <p:spPr>
            <a:xfrm>
              <a:off x="6605680" y="2188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3" name="pt27683"/>
            <p:cNvSpPr/>
            <p:nvPr/>
          </p:nvSpPr>
          <p:spPr>
            <a:xfrm>
              <a:off x="7294953" y="2159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4" name="pt27684"/>
            <p:cNvSpPr/>
            <p:nvPr/>
          </p:nvSpPr>
          <p:spPr>
            <a:xfrm>
              <a:off x="6878577" y="2218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5" name="pt27685"/>
            <p:cNvSpPr/>
            <p:nvPr/>
          </p:nvSpPr>
          <p:spPr>
            <a:xfrm>
              <a:off x="7212006" y="1899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6" name="pt27686"/>
            <p:cNvSpPr/>
            <p:nvPr/>
          </p:nvSpPr>
          <p:spPr>
            <a:xfrm>
              <a:off x="6686682" y="2297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7" name="pt27687"/>
            <p:cNvSpPr/>
            <p:nvPr/>
          </p:nvSpPr>
          <p:spPr>
            <a:xfrm>
              <a:off x="7190513" y="2110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8" name="pt27688"/>
            <p:cNvSpPr/>
            <p:nvPr/>
          </p:nvSpPr>
          <p:spPr>
            <a:xfrm>
              <a:off x="7459062" y="2141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9" name="pt27689"/>
            <p:cNvSpPr/>
            <p:nvPr/>
          </p:nvSpPr>
          <p:spPr>
            <a:xfrm>
              <a:off x="7209777" y="2051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0" name="pt27690"/>
            <p:cNvSpPr/>
            <p:nvPr/>
          </p:nvSpPr>
          <p:spPr>
            <a:xfrm>
              <a:off x="7203349" y="2003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1" name="pt27691"/>
            <p:cNvSpPr/>
            <p:nvPr/>
          </p:nvSpPr>
          <p:spPr>
            <a:xfrm>
              <a:off x="7005430" y="1845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2" name="pt27692"/>
            <p:cNvSpPr/>
            <p:nvPr/>
          </p:nvSpPr>
          <p:spPr>
            <a:xfrm>
              <a:off x="7055732" y="2086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3" name="pt27693"/>
            <p:cNvSpPr/>
            <p:nvPr/>
          </p:nvSpPr>
          <p:spPr>
            <a:xfrm>
              <a:off x="7095945" y="2309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4" name="pt27694"/>
            <p:cNvSpPr/>
            <p:nvPr/>
          </p:nvSpPr>
          <p:spPr>
            <a:xfrm>
              <a:off x="7292618" y="2024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5" name="pt27695"/>
            <p:cNvSpPr/>
            <p:nvPr/>
          </p:nvSpPr>
          <p:spPr>
            <a:xfrm>
              <a:off x="7159498" y="214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6" name="pt27696"/>
            <p:cNvSpPr/>
            <p:nvPr/>
          </p:nvSpPr>
          <p:spPr>
            <a:xfrm>
              <a:off x="7145700" y="1934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7" name="pt27697"/>
            <p:cNvSpPr/>
            <p:nvPr/>
          </p:nvSpPr>
          <p:spPr>
            <a:xfrm>
              <a:off x="7228864" y="1831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8" name="pt27698"/>
            <p:cNvSpPr/>
            <p:nvPr/>
          </p:nvSpPr>
          <p:spPr>
            <a:xfrm>
              <a:off x="7093418" y="2256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9" name="pt27699"/>
            <p:cNvSpPr/>
            <p:nvPr/>
          </p:nvSpPr>
          <p:spPr>
            <a:xfrm>
              <a:off x="7130159" y="2148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0" name="pt27700"/>
            <p:cNvSpPr/>
            <p:nvPr/>
          </p:nvSpPr>
          <p:spPr>
            <a:xfrm>
              <a:off x="6884065" y="2110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1" name="pt27701"/>
            <p:cNvSpPr/>
            <p:nvPr/>
          </p:nvSpPr>
          <p:spPr>
            <a:xfrm>
              <a:off x="7020204" y="2165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2" name="pt27702"/>
            <p:cNvSpPr/>
            <p:nvPr/>
          </p:nvSpPr>
          <p:spPr>
            <a:xfrm>
              <a:off x="7293296" y="2012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3" name="pt27703"/>
            <p:cNvSpPr/>
            <p:nvPr/>
          </p:nvSpPr>
          <p:spPr>
            <a:xfrm>
              <a:off x="7137460" y="1989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4" name="pt27704"/>
            <p:cNvSpPr/>
            <p:nvPr/>
          </p:nvSpPr>
          <p:spPr>
            <a:xfrm>
              <a:off x="6815011" y="2016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5" name="pt27705"/>
            <p:cNvSpPr/>
            <p:nvPr/>
          </p:nvSpPr>
          <p:spPr>
            <a:xfrm>
              <a:off x="6975542" y="2077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6" name="pt27706"/>
            <p:cNvSpPr/>
            <p:nvPr/>
          </p:nvSpPr>
          <p:spPr>
            <a:xfrm>
              <a:off x="7072418" y="2111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7" name="pt27707"/>
            <p:cNvSpPr/>
            <p:nvPr/>
          </p:nvSpPr>
          <p:spPr>
            <a:xfrm>
              <a:off x="6811707" y="2058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8" name="pt27708"/>
            <p:cNvSpPr/>
            <p:nvPr/>
          </p:nvSpPr>
          <p:spPr>
            <a:xfrm>
              <a:off x="7074892" y="2089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9" name="pt27709"/>
            <p:cNvSpPr/>
            <p:nvPr/>
          </p:nvSpPr>
          <p:spPr>
            <a:xfrm>
              <a:off x="6873271" y="2198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0" name="pt27710"/>
            <p:cNvSpPr/>
            <p:nvPr/>
          </p:nvSpPr>
          <p:spPr>
            <a:xfrm>
              <a:off x="7319412" y="2411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1" name="pt27711"/>
            <p:cNvSpPr/>
            <p:nvPr/>
          </p:nvSpPr>
          <p:spPr>
            <a:xfrm>
              <a:off x="7186580" y="1607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2" name="pt27712"/>
            <p:cNvSpPr/>
            <p:nvPr/>
          </p:nvSpPr>
          <p:spPr>
            <a:xfrm>
              <a:off x="7224726" y="1859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3" name="pt27713"/>
            <p:cNvSpPr/>
            <p:nvPr/>
          </p:nvSpPr>
          <p:spPr>
            <a:xfrm>
              <a:off x="7194079" y="2089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4" name="pt27714"/>
            <p:cNvSpPr/>
            <p:nvPr/>
          </p:nvSpPr>
          <p:spPr>
            <a:xfrm>
              <a:off x="7120248" y="1907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5" name="pt27715"/>
            <p:cNvSpPr/>
            <p:nvPr/>
          </p:nvSpPr>
          <p:spPr>
            <a:xfrm>
              <a:off x="7147339" y="2037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6" name="pt27716"/>
            <p:cNvSpPr/>
            <p:nvPr/>
          </p:nvSpPr>
          <p:spPr>
            <a:xfrm>
              <a:off x="6732932" y="2492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7" name="pt27717"/>
            <p:cNvSpPr/>
            <p:nvPr/>
          </p:nvSpPr>
          <p:spPr>
            <a:xfrm>
              <a:off x="6941595" y="1928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8" name="pt27718"/>
            <p:cNvSpPr/>
            <p:nvPr/>
          </p:nvSpPr>
          <p:spPr>
            <a:xfrm>
              <a:off x="7055279" y="2072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9" name="pt27719"/>
            <p:cNvSpPr/>
            <p:nvPr/>
          </p:nvSpPr>
          <p:spPr>
            <a:xfrm>
              <a:off x="7299321" y="2116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0" name="pt27720"/>
            <p:cNvSpPr/>
            <p:nvPr/>
          </p:nvSpPr>
          <p:spPr>
            <a:xfrm>
              <a:off x="7294526" y="2085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1" name="pt27721"/>
            <p:cNvSpPr/>
            <p:nvPr/>
          </p:nvSpPr>
          <p:spPr>
            <a:xfrm>
              <a:off x="6980344" y="210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2" name="pt27722"/>
            <p:cNvSpPr/>
            <p:nvPr/>
          </p:nvSpPr>
          <p:spPr>
            <a:xfrm>
              <a:off x="7083463" y="2137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3" name="pt27723"/>
            <p:cNvSpPr/>
            <p:nvPr/>
          </p:nvSpPr>
          <p:spPr>
            <a:xfrm>
              <a:off x="7134521" y="2024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4" name="pt27724"/>
            <p:cNvSpPr/>
            <p:nvPr/>
          </p:nvSpPr>
          <p:spPr>
            <a:xfrm>
              <a:off x="7111807" y="2040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5" name="pt27725"/>
            <p:cNvSpPr/>
            <p:nvPr/>
          </p:nvSpPr>
          <p:spPr>
            <a:xfrm>
              <a:off x="7021682" y="2181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6" name="pt27726"/>
            <p:cNvSpPr/>
            <p:nvPr/>
          </p:nvSpPr>
          <p:spPr>
            <a:xfrm>
              <a:off x="7133442" y="2214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7" name="pt27727"/>
            <p:cNvSpPr/>
            <p:nvPr/>
          </p:nvSpPr>
          <p:spPr>
            <a:xfrm>
              <a:off x="7190028" y="2053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8" name="pt27728"/>
            <p:cNvSpPr/>
            <p:nvPr/>
          </p:nvSpPr>
          <p:spPr>
            <a:xfrm>
              <a:off x="6856464" y="2198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9" name="pt27729"/>
            <p:cNvSpPr/>
            <p:nvPr/>
          </p:nvSpPr>
          <p:spPr>
            <a:xfrm>
              <a:off x="6985309" y="2165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0" name="pt27730"/>
            <p:cNvSpPr/>
            <p:nvPr/>
          </p:nvSpPr>
          <p:spPr>
            <a:xfrm>
              <a:off x="7079785" y="2146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1" name="pt27731"/>
            <p:cNvSpPr/>
            <p:nvPr/>
          </p:nvSpPr>
          <p:spPr>
            <a:xfrm>
              <a:off x="7738069" y="2072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2" name="pt27732"/>
            <p:cNvSpPr/>
            <p:nvPr/>
          </p:nvSpPr>
          <p:spPr>
            <a:xfrm>
              <a:off x="7093377" y="2265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3" name="pt27733"/>
            <p:cNvSpPr/>
            <p:nvPr/>
          </p:nvSpPr>
          <p:spPr>
            <a:xfrm>
              <a:off x="7084268" y="2194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4" name="pt27734"/>
            <p:cNvSpPr/>
            <p:nvPr/>
          </p:nvSpPr>
          <p:spPr>
            <a:xfrm>
              <a:off x="6883938" y="2111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5" name="pt27735"/>
            <p:cNvSpPr/>
            <p:nvPr/>
          </p:nvSpPr>
          <p:spPr>
            <a:xfrm>
              <a:off x="7073998" y="2186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6" name="pt27736"/>
            <p:cNvSpPr/>
            <p:nvPr/>
          </p:nvSpPr>
          <p:spPr>
            <a:xfrm>
              <a:off x="7078405" y="2069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7" name="pt27737"/>
            <p:cNvSpPr/>
            <p:nvPr/>
          </p:nvSpPr>
          <p:spPr>
            <a:xfrm>
              <a:off x="7182694" y="1990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8" name="pt27738"/>
            <p:cNvSpPr/>
            <p:nvPr/>
          </p:nvSpPr>
          <p:spPr>
            <a:xfrm>
              <a:off x="7554178" y="2268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9" name="pt27739"/>
            <p:cNvSpPr/>
            <p:nvPr/>
          </p:nvSpPr>
          <p:spPr>
            <a:xfrm>
              <a:off x="7221236" y="1986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0" name="pt27740"/>
            <p:cNvSpPr/>
            <p:nvPr/>
          </p:nvSpPr>
          <p:spPr>
            <a:xfrm>
              <a:off x="7143458" y="1988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1" name="pt27741"/>
            <p:cNvSpPr/>
            <p:nvPr/>
          </p:nvSpPr>
          <p:spPr>
            <a:xfrm>
              <a:off x="7152825" y="2052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2" name="pt27742"/>
            <p:cNvSpPr/>
            <p:nvPr/>
          </p:nvSpPr>
          <p:spPr>
            <a:xfrm>
              <a:off x="7038770" y="2201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3" name="pt27743"/>
            <p:cNvSpPr/>
            <p:nvPr/>
          </p:nvSpPr>
          <p:spPr>
            <a:xfrm>
              <a:off x="7007961" y="1612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4" name="pt27744"/>
            <p:cNvSpPr/>
            <p:nvPr/>
          </p:nvSpPr>
          <p:spPr>
            <a:xfrm>
              <a:off x="7054943" y="2051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5" name="pt27745"/>
            <p:cNvSpPr/>
            <p:nvPr/>
          </p:nvSpPr>
          <p:spPr>
            <a:xfrm>
              <a:off x="6924346" y="1900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6" name="pt27746"/>
            <p:cNvSpPr/>
            <p:nvPr/>
          </p:nvSpPr>
          <p:spPr>
            <a:xfrm>
              <a:off x="7022484" y="2160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7" name="pt27747"/>
            <p:cNvSpPr/>
            <p:nvPr/>
          </p:nvSpPr>
          <p:spPr>
            <a:xfrm>
              <a:off x="7096382" y="2310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8" name="pt27748"/>
            <p:cNvSpPr/>
            <p:nvPr/>
          </p:nvSpPr>
          <p:spPr>
            <a:xfrm>
              <a:off x="7175461" y="1931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9" name="pt27749"/>
            <p:cNvSpPr/>
            <p:nvPr/>
          </p:nvSpPr>
          <p:spPr>
            <a:xfrm>
              <a:off x="6970078" y="1799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0" name="pt27750"/>
            <p:cNvSpPr/>
            <p:nvPr/>
          </p:nvSpPr>
          <p:spPr>
            <a:xfrm>
              <a:off x="7115007" y="1946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1" name="pt27751"/>
            <p:cNvSpPr/>
            <p:nvPr/>
          </p:nvSpPr>
          <p:spPr>
            <a:xfrm>
              <a:off x="7052615" y="2152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2" name="pt27752"/>
            <p:cNvSpPr/>
            <p:nvPr/>
          </p:nvSpPr>
          <p:spPr>
            <a:xfrm>
              <a:off x="6996440" y="2422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3" name="pt27753"/>
            <p:cNvSpPr/>
            <p:nvPr/>
          </p:nvSpPr>
          <p:spPr>
            <a:xfrm>
              <a:off x="7129723" y="2159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4" name="pt27754"/>
            <p:cNvSpPr/>
            <p:nvPr/>
          </p:nvSpPr>
          <p:spPr>
            <a:xfrm>
              <a:off x="7035926" y="2068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5" name="pt27755"/>
            <p:cNvSpPr/>
            <p:nvPr/>
          </p:nvSpPr>
          <p:spPr>
            <a:xfrm>
              <a:off x="7092596" y="2309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6" name="pt27756"/>
            <p:cNvSpPr/>
            <p:nvPr/>
          </p:nvSpPr>
          <p:spPr>
            <a:xfrm>
              <a:off x="7099193" y="2303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7" name="pt27757"/>
            <p:cNvSpPr/>
            <p:nvPr/>
          </p:nvSpPr>
          <p:spPr>
            <a:xfrm>
              <a:off x="7429113" y="213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8" name="pt27758"/>
            <p:cNvSpPr/>
            <p:nvPr/>
          </p:nvSpPr>
          <p:spPr>
            <a:xfrm>
              <a:off x="6987302" y="2261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9" name="pt27759"/>
            <p:cNvSpPr/>
            <p:nvPr/>
          </p:nvSpPr>
          <p:spPr>
            <a:xfrm>
              <a:off x="6919954" y="194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0" name="pt27760"/>
            <p:cNvSpPr/>
            <p:nvPr/>
          </p:nvSpPr>
          <p:spPr>
            <a:xfrm>
              <a:off x="7097627" y="2340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1" name="pt27761"/>
            <p:cNvSpPr/>
            <p:nvPr/>
          </p:nvSpPr>
          <p:spPr>
            <a:xfrm>
              <a:off x="7287344" y="2045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2" name="pt27762"/>
            <p:cNvSpPr/>
            <p:nvPr/>
          </p:nvSpPr>
          <p:spPr>
            <a:xfrm>
              <a:off x="7163124" y="2177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3" name="pt27763"/>
            <p:cNvSpPr/>
            <p:nvPr/>
          </p:nvSpPr>
          <p:spPr>
            <a:xfrm>
              <a:off x="6576668" y="1724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4" name="pt27764"/>
            <p:cNvSpPr/>
            <p:nvPr/>
          </p:nvSpPr>
          <p:spPr>
            <a:xfrm>
              <a:off x="7195782" y="1971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5" name="pt27765"/>
            <p:cNvSpPr/>
            <p:nvPr/>
          </p:nvSpPr>
          <p:spPr>
            <a:xfrm>
              <a:off x="7181688" y="2054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6" name="pt27766"/>
            <p:cNvSpPr/>
            <p:nvPr/>
          </p:nvSpPr>
          <p:spPr>
            <a:xfrm>
              <a:off x="7272398" y="1886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7" name="pt27767"/>
            <p:cNvSpPr/>
            <p:nvPr/>
          </p:nvSpPr>
          <p:spPr>
            <a:xfrm>
              <a:off x="7033083" y="2239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8" name="pt27768"/>
            <p:cNvSpPr/>
            <p:nvPr/>
          </p:nvSpPr>
          <p:spPr>
            <a:xfrm>
              <a:off x="7026651" y="2091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9" name="pt27769"/>
            <p:cNvSpPr/>
            <p:nvPr/>
          </p:nvSpPr>
          <p:spPr>
            <a:xfrm>
              <a:off x="7315165" y="2539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0" name="pt27770"/>
            <p:cNvSpPr/>
            <p:nvPr/>
          </p:nvSpPr>
          <p:spPr>
            <a:xfrm>
              <a:off x="7257393" y="2111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1" name="pt27771"/>
            <p:cNvSpPr/>
            <p:nvPr/>
          </p:nvSpPr>
          <p:spPr>
            <a:xfrm>
              <a:off x="7019994" y="2120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2" name="pt27772"/>
            <p:cNvSpPr/>
            <p:nvPr/>
          </p:nvSpPr>
          <p:spPr>
            <a:xfrm>
              <a:off x="7144300" y="1988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3" name="pt27773"/>
            <p:cNvSpPr/>
            <p:nvPr/>
          </p:nvSpPr>
          <p:spPr>
            <a:xfrm>
              <a:off x="7129496" y="2143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4" name="pt27774"/>
            <p:cNvSpPr/>
            <p:nvPr/>
          </p:nvSpPr>
          <p:spPr>
            <a:xfrm>
              <a:off x="7113786" y="1980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5" name="pt27775"/>
            <p:cNvSpPr/>
            <p:nvPr/>
          </p:nvSpPr>
          <p:spPr>
            <a:xfrm>
              <a:off x="7468725" y="2412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6" name="pt27776"/>
            <p:cNvSpPr/>
            <p:nvPr/>
          </p:nvSpPr>
          <p:spPr>
            <a:xfrm>
              <a:off x="7009580" y="2060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7" name="pt27777"/>
            <p:cNvSpPr/>
            <p:nvPr/>
          </p:nvSpPr>
          <p:spPr>
            <a:xfrm>
              <a:off x="6976159" y="203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8" name="pt27778"/>
            <p:cNvSpPr/>
            <p:nvPr/>
          </p:nvSpPr>
          <p:spPr>
            <a:xfrm>
              <a:off x="7241569" y="1969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9" name="pt27779"/>
            <p:cNvSpPr/>
            <p:nvPr/>
          </p:nvSpPr>
          <p:spPr>
            <a:xfrm>
              <a:off x="6843615" y="1934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0" name="pt27780"/>
            <p:cNvSpPr/>
            <p:nvPr/>
          </p:nvSpPr>
          <p:spPr>
            <a:xfrm>
              <a:off x="7241575" y="1852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1" name="pt27781"/>
            <p:cNvSpPr/>
            <p:nvPr/>
          </p:nvSpPr>
          <p:spPr>
            <a:xfrm>
              <a:off x="7051807" y="2108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2" name="pt27782"/>
            <p:cNvSpPr/>
            <p:nvPr/>
          </p:nvSpPr>
          <p:spPr>
            <a:xfrm>
              <a:off x="6872999" y="2155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3" name="pt27783"/>
            <p:cNvSpPr/>
            <p:nvPr/>
          </p:nvSpPr>
          <p:spPr>
            <a:xfrm>
              <a:off x="7161548" y="2244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4" name="pt27784"/>
            <p:cNvSpPr/>
            <p:nvPr/>
          </p:nvSpPr>
          <p:spPr>
            <a:xfrm>
              <a:off x="7492815" y="2341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5" name="pt27785"/>
            <p:cNvSpPr/>
            <p:nvPr/>
          </p:nvSpPr>
          <p:spPr>
            <a:xfrm>
              <a:off x="7139818" y="1978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6" name="pt27786"/>
            <p:cNvSpPr/>
            <p:nvPr/>
          </p:nvSpPr>
          <p:spPr>
            <a:xfrm>
              <a:off x="7141565" y="2114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7" name="pt27787"/>
            <p:cNvSpPr/>
            <p:nvPr/>
          </p:nvSpPr>
          <p:spPr>
            <a:xfrm>
              <a:off x="6975351" y="202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8" name="pt27788"/>
            <p:cNvSpPr/>
            <p:nvPr/>
          </p:nvSpPr>
          <p:spPr>
            <a:xfrm>
              <a:off x="7167556" y="1977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9" name="pt27789"/>
            <p:cNvSpPr/>
            <p:nvPr/>
          </p:nvSpPr>
          <p:spPr>
            <a:xfrm>
              <a:off x="7264097" y="1800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0" name="pt27790"/>
            <p:cNvSpPr/>
            <p:nvPr/>
          </p:nvSpPr>
          <p:spPr>
            <a:xfrm>
              <a:off x="6990381" y="2306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1" name="pt27791"/>
            <p:cNvSpPr/>
            <p:nvPr/>
          </p:nvSpPr>
          <p:spPr>
            <a:xfrm>
              <a:off x="7005832" y="1744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2" name="pt27792"/>
            <p:cNvSpPr/>
            <p:nvPr/>
          </p:nvSpPr>
          <p:spPr>
            <a:xfrm>
              <a:off x="7063303" y="2125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3" name="pt27793"/>
            <p:cNvSpPr/>
            <p:nvPr/>
          </p:nvSpPr>
          <p:spPr>
            <a:xfrm>
              <a:off x="7130393" y="2125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4" name="pt27794"/>
            <p:cNvSpPr/>
            <p:nvPr/>
          </p:nvSpPr>
          <p:spPr>
            <a:xfrm>
              <a:off x="7693664" y="2187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5" name="pt27795"/>
            <p:cNvSpPr/>
            <p:nvPr/>
          </p:nvSpPr>
          <p:spPr>
            <a:xfrm>
              <a:off x="7405201" y="2546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6" name="pt27796"/>
            <p:cNvSpPr/>
            <p:nvPr/>
          </p:nvSpPr>
          <p:spPr>
            <a:xfrm>
              <a:off x="6657953" y="2094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7" name="pt27797"/>
            <p:cNvSpPr/>
            <p:nvPr/>
          </p:nvSpPr>
          <p:spPr>
            <a:xfrm>
              <a:off x="7159312" y="2292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8" name="pt27798"/>
            <p:cNvSpPr/>
            <p:nvPr/>
          </p:nvSpPr>
          <p:spPr>
            <a:xfrm>
              <a:off x="7295347" y="2131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9" name="pt27799"/>
            <p:cNvSpPr/>
            <p:nvPr/>
          </p:nvSpPr>
          <p:spPr>
            <a:xfrm>
              <a:off x="7360688" y="2753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0" name="pt27800"/>
            <p:cNvSpPr/>
            <p:nvPr/>
          </p:nvSpPr>
          <p:spPr>
            <a:xfrm>
              <a:off x="7238424" y="2012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1" name="pt27801"/>
            <p:cNvSpPr/>
            <p:nvPr/>
          </p:nvSpPr>
          <p:spPr>
            <a:xfrm>
              <a:off x="6936332" y="1902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2" name="pt27802"/>
            <p:cNvSpPr/>
            <p:nvPr/>
          </p:nvSpPr>
          <p:spPr>
            <a:xfrm>
              <a:off x="7525719" y="2096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3" name="pt27803"/>
            <p:cNvSpPr/>
            <p:nvPr/>
          </p:nvSpPr>
          <p:spPr>
            <a:xfrm>
              <a:off x="6994919" y="2309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4" name="pt27804"/>
            <p:cNvSpPr/>
            <p:nvPr/>
          </p:nvSpPr>
          <p:spPr>
            <a:xfrm>
              <a:off x="7307013" y="2181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5" name="pt27805"/>
            <p:cNvSpPr/>
            <p:nvPr/>
          </p:nvSpPr>
          <p:spPr>
            <a:xfrm>
              <a:off x="6623436" y="1521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6" name="pt27806"/>
            <p:cNvSpPr/>
            <p:nvPr/>
          </p:nvSpPr>
          <p:spPr>
            <a:xfrm>
              <a:off x="7054829" y="2085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7" name="pt27807"/>
            <p:cNvSpPr/>
            <p:nvPr/>
          </p:nvSpPr>
          <p:spPr>
            <a:xfrm>
              <a:off x="7268854" y="1812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8" name="pt27808"/>
            <p:cNvSpPr/>
            <p:nvPr/>
          </p:nvSpPr>
          <p:spPr>
            <a:xfrm>
              <a:off x="7156076" y="2297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9" name="pt27809"/>
            <p:cNvSpPr/>
            <p:nvPr/>
          </p:nvSpPr>
          <p:spPr>
            <a:xfrm>
              <a:off x="7165224" y="2224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0" name="pt27810"/>
            <p:cNvSpPr/>
            <p:nvPr/>
          </p:nvSpPr>
          <p:spPr>
            <a:xfrm>
              <a:off x="7066950" y="2047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1" name="pt27811"/>
            <p:cNvSpPr/>
            <p:nvPr/>
          </p:nvSpPr>
          <p:spPr>
            <a:xfrm>
              <a:off x="7078613" y="2217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2" name="pt27812"/>
            <p:cNvSpPr/>
            <p:nvPr/>
          </p:nvSpPr>
          <p:spPr>
            <a:xfrm>
              <a:off x="7156146" y="2267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3" name="pt27813"/>
            <p:cNvSpPr/>
            <p:nvPr/>
          </p:nvSpPr>
          <p:spPr>
            <a:xfrm>
              <a:off x="7096435" y="2103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4" name="pt27814"/>
            <p:cNvSpPr/>
            <p:nvPr/>
          </p:nvSpPr>
          <p:spPr>
            <a:xfrm>
              <a:off x="7086985" y="2186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5" name="pt27815"/>
            <p:cNvSpPr/>
            <p:nvPr/>
          </p:nvSpPr>
          <p:spPr>
            <a:xfrm>
              <a:off x="7039767" y="2152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6" name="pt27816"/>
            <p:cNvSpPr/>
            <p:nvPr/>
          </p:nvSpPr>
          <p:spPr>
            <a:xfrm>
              <a:off x="7087038" y="2228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7" name="pt27817"/>
            <p:cNvSpPr/>
            <p:nvPr/>
          </p:nvSpPr>
          <p:spPr>
            <a:xfrm>
              <a:off x="7005610" y="1892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8" name="pt27818"/>
            <p:cNvSpPr/>
            <p:nvPr/>
          </p:nvSpPr>
          <p:spPr>
            <a:xfrm>
              <a:off x="7006083" y="1703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9" name="pt27819"/>
            <p:cNvSpPr/>
            <p:nvPr/>
          </p:nvSpPr>
          <p:spPr>
            <a:xfrm>
              <a:off x="7181706" y="2088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0" name="pt27820"/>
            <p:cNvSpPr/>
            <p:nvPr/>
          </p:nvSpPr>
          <p:spPr>
            <a:xfrm>
              <a:off x="7119438" y="1969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1" name="pt27821"/>
            <p:cNvSpPr/>
            <p:nvPr/>
          </p:nvSpPr>
          <p:spPr>
            <a:xfrm>
              <a:off x="7116242" y="1951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2" name="pt27822"/>
            <p:cNvSpPr/>
            <p:nvPr/>
          </p:nvSpPr>
          <p:spPr>
            <a:xfrm>
              <a:off x="7091184" y="2297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3" name="pt27823"/>
            <p:cNvSpPr/>
            <p:nvPr/>
          </p:nvSpPr>
          <p:spPr>
            <a:xfrm>
              <a:off x="6598062" y="2204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4" name="pt27824"/>
            <p:cNvSpPr/>
            <p:nvPr/>
          </p:nvSpPr>
          <p:spPr>
            <a:xfrm>
              <a:off x="6991194" y="2344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5" name="pt27825"/>
            <p:cNvSpPr/>
            <p:nvPr/>
          </p:nvSpPr>
          <p:spPr>
            <a:xfrm>
              <a:off x="7121658" y="1999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6" name="pt27826"/>
            <p:cNvSpPr/>
            <p:nvPr/>
          </p:nvSpPr>
          <p:spPr>
            <a:xfrm>
              <a:off x="6716430" y="2470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7" name="pt27827"/>
            <p:cNvSpPr/>
            <p:nvPr/>
          </p:nvSpPr>
          <p:spPr>
            <a:xfrm>
              <a:off x="6859198" y="2296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8" name="pt27828"/>
            <p:cNvSpPr/>
            <p:nvPr/>
          </p:nvSpPr>
          <p:spPr>
            <a:xfrm>
              <a:off x="7113544" y="1990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9" name="pt27829"/>
            <p:cNvSpPr/>
            <p:nvPr/>
          </p:nvSpPr>
          <p:spPr>
            <a:xfrm>
              <a:off x="7072647" y="2225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0" name="pt27830"/>
            <p:cNvSpPr/>
            <p:nvPr/>
          </p:nvSpPr>
          <p:spPr>
            <a:xfrm>
              <a:off x="7126109" y="2009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1" name="pt27831"/>
            <p:cNvSpPr/>
            <p:nvPr/>
          </p:nvSpPr>
          <p:spPr>
            <a:xfrm>
              <a:off x="7143637" y="2031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2" name="pt27832"/>
            <p:cNvSpPr/>
            <p:nvPr/>
          </p:nvSpPr>
          <p:spPr>
            <a:xfrm>
              <a:off x="7132159" y="2101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3" name="pt27833"/>
            <p:cNvSpPr/>
            <p:nvPr/>
          </p:nvSpPr>
          <p:spPr>
            <a:xfrm>
              <a:off x="6955340" y="188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4" name="pt27834"/>
            <p:cNvSpPr/>
            <p:nvPr/>
          </p:nvSpPr>
          <p:spPr>
            <a:xfrm>
              <a:off x="6605347" y="2270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5" name="pt27835"/>
            <p:cNvSpPr/>
            <p:nvPr/>
          </p:nvSpPr>
          <p:spPr>
            <a:xfrm>
              <a:off x="7258420" y="2187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6" name="pt27836"/>
            <p:cNvSpPr/>
            <p:nvPr/>
          </p:nvSpPr>
          <p:spPr>
            <a:xfrm>
              <a:off x="6865409" y="2155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7" name="pt27837"/>
            <p:cNvSpPr/>
            <p:nvPr/>
          </p:nvSpPr>
          <p:spPr>
            <a:xfrm>
              <a:off x="7041980" y="2205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8" name="pt27838"/>
            <p:cNvSpPr/>
            <p:nvPr/>
          </p:nvSpPr>
          <p:spPr>
            <a:xfrm>
              <a:off x="6929137" y="1921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9" name="pt27839"/>
            <p:cNvSpPr/>
            <p:nvPr/>
          </p:nvSpPr>
          <p:spPr>
            <a:xfrm>
              <a:off x="6713717" y="2796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0" name="pt27840"/>
            <p:cNvSpPr/>
            <p:nvPr/>
          </p:nvSpPr>
          <p:spPr>
            <a:xfrm>
              <a:off x="6875768" y="2189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1" name="pt27841"/>
            <p:cNvSpPr/>
            <p:nvPr/>
          </p:nvSpPr>
          <p:spPr>
            <a:xfrm>
              <a:off x="6991046" y="2311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2" name="pt27842"/>
            <p:cNvSpPr/>
            <p:nvPr/>
          </p:nvSpPr>
          <p:spPr>
            <a:xfrm>
              <a:off x="7370221" y="2828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3" name="pt27843"/>
            <p:cNvSpPr/>
            <p:nvPr/>
          </p:nvSpPr>
          <p:spPr>
            <a:xfrm>
              <a:off x="6715717" y="2548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4" name="pt27844"/>
            <p:cNvSpPr/>
            <p:nvPr/>
          </p:nvSpPr>
          <p:spPr>
            <a:xfrm>
              <a:off x="7408669" y="2701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5" name="pt27845"/>
            <p:cNvSpPr/>
            <p:nvPr/>
          </p:nvSpPr>
          <p:spPr>
            <a:xfrm>
              <a:off x="6943306" y="2058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6" name="pt27846"/>
            <p:cNvSpPr/>
            <p:nvPr/>
          </p:nvSpPr>
          <p:spPr>
            <a:xfrm>
              <a:off x="7166736" y="2177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7" name="pt27847"/>
            <p:cNvSpPr/>
            <p:nvPr/>
          </p:nvSpPr>
          <p:spPr>
            <a:xfrm>
              <a:off x="6922165" y="1983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8" name="pt27848"/>
            <p:cNvSpPr/>
            <p:nvPr/>
          </p:nvSpPr>
          <p:spPr>
            <a:xfrm>
              <a:off x="7219364" y="2030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9" name="pt27849"/>
            <p:cNvSpPr/>
            <p:nvPr/>
          </p:nvSpPr>
          <p:spPr>
            <a:xfrm>
              <a:off x="7121501" y="2060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0" name="pt27850"/>
            <p:cNvSpPr/>
            <p:nvPr/>
          </p:nvSpPr>
          <p:spPr>
            <a:xfrm>
              <a:off x="6905427" y="2061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1" name="pt27851"/>
            <p:cNvSpPr/>
            <p:nvPr/>
          </p:nvSpPr>
          <p:spPr>
            <a:xfrm>
              <a:off x="7067707" y="2034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2" name="pt27852"/>
            <p:cNvSpPr/>
            <p:nvPr/>
          </p:nvSpPr>
          <p:spPr>
            <a:xfrm>
              <a:off x="6993211" y="2192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3" name="pt27853"/>
            <p:cNvSpPr/>
            <p:nvPr/>
          </p:nvSpPr>
          <p:spPr>
            <a:xfrm>
              <a:off x="6817344" y="2156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4" name="pt27854"/>
            <p:cNvSpPr/>
            <p:nvPr/>
          </p:nvSpPr>
          <p:spPr>
            <a:xfrm>
              <a:off x="7056243" y="2171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5" name="pt27855"/>
            <p:cNvSpPr/>
            <p:nvPr/>
          </p:nvSpPr>
          <p:spPr>
            <a:xfrm>
              <a:off x="6951499" y="2020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6" name="pt27856"/>
            <p:cNvSpPr/>
            <p:nvPr/>
          </p:nvSpPr>
          <p:spPr>
            <a:xfrm>
              <a:off x="7042929" y="2253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7" name="pt27857"/>
            <p:cNvSpPr/>
            <p:nvPr/>
          </p:nvSpPr>
          <p:spPr>
            <a:xfrm>
              <a:off x="6978358" y="2238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8" name="pt27858"/>
            <p:cNvSpPr/>
            <p:nvPr/>
          </p:nvSpPr>
          <p:spPr>
            <a:xfrm>
              <a:off x="7128430" y="204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9" name="pt27859"/>
            <p:cNvSpPr/>
            <p:nvPr/>
          </p:nvSpPr>
          <p:spPr>
            <a:xfrm>
              <a:off x="6792663" y="2416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0" name="pt27860"/>
            <p:cNvSpPr/>
            <p:nvPr/>
          </p:nvSpPr>
          <p:spPr>
            <a:xfrm>
              <a:off x="7328845" y="2157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1" name="pt27861"/>
            <p:cNvSpPr/>
            <p:nvPr/>
          </p:nvSpPr>
          <p:spPr>
            <a:xfrm>
              <a:off x="7072662" y="2048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2" name="pt27862"/>
            <p:cNvSpPr/>
            <p:nvPr/>
          </p:nvSpPr>
          <p:spPr>
            <a:xfrm>
              <a:off x="7318564" y="254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3" name="pt27863"/>
            <p:cNvSpPr/>
            <p:nvPr/>
          </p:nvSpPr>
          <p:spPr>
            <a:xfrm>
              <a:off x="7010203" y="2008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4" name="pt27864"/>
            <p:cNvSpPr/>
            <p:nvPr/>
          </p:nvSpPr>
          <p:spPr>
            <a:xfrm>
              <a:off x="6780712" y="226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5" name="pt27865"/>
            <p:cNvSpPr/>
            <p:nvPr/>
          </p:nvSpPr>
          <p:spPr>
            <a:xfrm>
              <a:off x="7109868" y="2025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6" name="pt27866"/>
            <p:cNvSpPr/>
            <p:nvPr/>
          </p:nvSpPr>
          <p:spPr>
            <a:xfrm>
              <a:off x="7201870" y="2112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7" name="pt27867"/>
            <p:cNvSpPr/>
            <p:nvPr/>
          </p:nvSpPr>
          <p:spPr>
            <a:xfrm>
              <a:off x="7285198" y="1893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8" name="pt27868"/>
            <p:cNvSpPr/>
            <p:nvPr/>
          </p:nvSpPr>
          <p:spPr>
            <a:xfrm>
              <a:off x="6983200" y="2175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9" name="pt27869"/>
            <p:cNvSpPr/>
            <p:nvPr/>
          </p:nvSpPr>
          <p:spPr>
            <a:xfrm>
              <a:off x="7118846" y="1999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0" name="pt27870"/>
            <p:cNvSpPr/>
            <p:nvPr/>
          </p:nvSpPr>
          <p:spPr>
            <a:xfrm>
              <a:off x="6970133" y="174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1" name="pt27871"/>
            <p:cNvSpPr/>
            <p:nvPr/>
          </p:nvSpPr>
          <p:spPr>
            <a:xfrm>
              <a:off x="7104672" y="2115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2" name="pt27872"/>
            <p:cNvSpPr/>
            <p:nvPr/>
          </p:nvSpPr>
          <p:spPr>
            <a:xfrm>
              <a:off x="7089746" y="2211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3" name="pt27873"/>
            <p:cNvSpPr/>
            <p:nvPr/>
          </p:nvSpPr>
          <p:spPr>
            <a:xfrm>
              <a:off x="7057840" y="2098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4" name="pt27874"/>
            <p:cNvSpPr/>
            <p:nvPr/>
          </p:nvSpPr>
          <p:spPr>
            <a:xfrm>
              <a:off x="6938256" y="2027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5" name="pt27875"/>
            <p:cNvSpPr/>
            <p:nvPr/>
          </p:nvSpPr>
          <p:spPr>
            <a:xfrm>
              <a:off x="6928832" y="1881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6" name="pt27876"/>
            <p:cNvSpPr/>
            <p:nvPr/>
          </p:nvSpPr>
          <p:spPr>
            <a:xfrm>
              <a:off x="7232499" y="2107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7" name="pt27877"/>
            <p:cNvSpPr/>
            <p:nvPr/>
          </p:nvSpPr>
          <p:spPr>
            <a:xfrm>
              <a:off x="7061691" y="2148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8" name="pt27878"/>
            <p:cNvSpPr/>
            <p:nvPr/>
          </p:nvSpPr>
          <p:spPr>
            <a:xfrm>
              <a:off x="7096561" y="2127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9" name="pt27879"/>
            <p:cNvSpPr/>
            <p:nvPr/>
          </p:nvSpPr>
          <p:spPr>
            <a:xfrm>
              <a:off x="7107542" y="2011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0" name="pt27880"/>
            <p:cNvSpPr/>
            <p:nvPr/>
          </p:nvSpPr>
          <p:spPr>
            <a:xfrm>
              <a:off x="7104459" y="2160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1" name="pt27881"/>
            <p:cNvSpPr/>
            <p:nvPr/>
          </p:nvSpPr>
          <p:spPr>
            <a:xfrm>
              <a:off x="7276398" y="1949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2" name="pt27882"/>
            <p:cNvSpPr/>
            <p:nvPr/>
          </p:nvSpPr>
          <p:spPr>
            <a:xfrm>
              <a:off x="7191437" y="2227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3" name="pt27883"/>
            <p:cNvSpPr/>
            <p:nvPr/>
          </p:nvSpPr>
          <p:spPr>
            <a:xfrm>
              <a:off x="6891725" y="204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4" name="pt27884"/>
            <p:cNvSpPr/>
            <p:nvPr/>
          </p:nvSpPr>
          <p:spPr>
            <a:xfrm>
              <a:off x="7192989" y="2250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5" name="pt27885"/>
            <p:cNvSpPr/>
            <p:nvPr/>
          </p:nvSpPr>
          <p:spPr>
            <a:xfrm>
              <a:off x="6768803" y="1895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6" name="pt27886"/>
            <p:cNvSpPr/>
            <p:nvPr/>
          </p:nvSpPr>
          <p:spPr>
            <a:xfrm>
              <a:off x="7038949" y="2177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7" name="pt27887"/>
            <p:cNvSpPr/>
            <p:nvPr/>
          </p:nvSpPr>
          <p:spPr>
            <a:xfrm>
              <a:off x="7030297" y="2218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8" name="pt27888"/>
            <p:cNvSpPr/>
            <p:nvPr/>
          </p:nvSpPr>
          <p:spPr>
            <a:xfrm>
              <a:off x="6996324" y="2145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9" name="pt27889"/>
            <p:cNvSpPr/>
            <p:nvPr/>
          </p:nvSpPr>
          <p:spPr>
            <a:xfrm>
              <a:off x="7309737" y="2281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0" name="pt27890"/>
            <p:cNvSpPr/>
            <p:nvPr/>
          </p:nvSpPr>
          <p:spPr>
            <a:xfrm>
              <a:off x="6737829" y="2355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1" name="pt27891"/>
            <p:cNvSpPr/>
            <p:nvPr/>
          </p:nvSpPr>
          <p:spPr>
            <a:xfrm>
              <a:off x="6917689" y="2006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2" name="pt27892"/>
            <p:cNvSpPr/>
            <p:nvPr/>
          </p:nvSpPr>
          <p:spPr>
            <a:xfrm>
              <a:off x="7124906" y="2073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3" name="pt27893"/>
            <p:cNvSpPr/>
            <p:nvPr/>
          </p:nvSpPr>
          <p:spPr>
            <a:xfrm>
              <a:off x="7021098" y="2207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4" name="pt27894"/>
            <p:cNvSpPr/>
            <p:nvPr/>
          </p:nvSpPr>
          <p:spPr>
            <a:xfrm>
              <a:off x="7059967" y="2156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5" name="pt27895"/>
            <p:cNvSpPr/>
            <p:nvPr/>
          </p:nvSpPr>
          <p:spPr>
            <a:xfrm>
              <a:off x="7130929" y="2133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6" name="pt27896"/>
            <p:cNvSpPr/>
            <p:nvPr/>
          </p:nvSpPr>
          <p:spPr>
            <a:xfrm>
              <a:off x="7011671" y="2173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7" name="pt27897"/>
            <p:cNvSpPr/>
            <p:nvPr/>
          </p:nvSpPr>
          <p:spPr>
            <a:xfrm>
              <a:off x="7109907" y="2107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8" name="pt27898"/>
            <p:cNvSpPr/>
            <p:nvPr/>
          </p:nvSpPr>
          <p:spPr>
            <a:xfrm>
              <a:off x="6912646" y="1873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9" name="pt27899"/>
            <p:cNvSpPr/>
            <p:nvPr/>
          </p:nvSpPr>
          <p:spPr>
            <a:xfrm>
              <a:off x="6940443" y="1953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0" name="pt27900"/>
            <p:cNvSpPr/>
            <p:nvPr/>
          </p:nvSpPr>
          <p:spPr>
            <a:xfrm>
              <a:off x="6966991" y="1727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1" name="pt27901"/>
            <p:cNvSpPr/>
            <p:nvPr/>
          </p:nvSpPr>
          <p:spPr>
            <a:xfrm>
              <a:off x="7255544" y="1826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2" name="pt27902"/>
            <p:cNvSpPr/>
            <p:nvPr/>
          </p:nvSpPr>
          <p:spPr>
            <a:xfrm>
              <a:off x="7262285" y="1969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3" name="pt27903"/>
            <p:cNvSpPr/>
            <p:nvPr/>
          </p:nvSpPr>
          <p:spPr>
            <a:xfrm>
              <a:off x="7125719" y="2082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4" name="pt27904"/>
            <p:cNvSpPr/>
            <p:nvPr/>
          </p:nvSpPr>
          <p:spPr>
            <a:xfrm>
              <a:off x="6880783" y="2198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5" name="pt27905"/>
            <p:cNvSpPr/>
            <p:nvPr/>
          </p:nvSpPr>
          <p:spPr>
            <a:xfrm>
              <a:off x="6977344" y="2283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6" name="pt27906"/>
            <p:cNvSpPr/>
            <p:nvPr/>
          </p:nvSpPr>
          <p:spPr>
            <a:xfrm>
              <a:off x="6846567" y="2126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7" name="pt27907"/>
            <p:cNvSpPr/>
            <p:nvPr/>
          </p:nvSpPr>
          <p:spPr>
            <a:xfrm>
              <a:off x="7215410" y="2099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8" name="pt27908"/>
            <p:cNvSpPr/>
            <p:nvPr/>
          </p:nvSpPr>
          <p:spPr>
            <a:xfrm>
              <a:off x="7214439" y="2071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9" name="pt27909"/>
            <p:cNvSpPr/>
            <p:nvPr/>
          </p:nvSpPr>
          <p:spPr>
            <a:xfrm>
              <a:off x="7145004" y="1927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0" name="pt27910"/>
            <p:cNvSpPr/>
            <p:nvPr/>
          </p:nvSpPr>
          <p:spPr>
            <a:xfrm>
              <a:off x="7174488" y="2156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1" name="pt27911"/>
            <p:cNvSpPr/>
            <p:nvPr/>
          </p:nvSpPr>
          <p:spPr>
            <a:xfrm>
              <a:off x="6875673" y="2171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2" name="pt27912"/>
            <p:cNvSpPr/>
            <p:nvPr/>
          </p:nvSpPr>
          <p:spPr>
            <a:xfrm>
              <a:off x="7042021" y="2179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3" name="pt27913"/>
            <p:cNvSpPr/>
            <p:nvPr/>
          </p:nvSpPr>
          <p:spPr>
            <a:xfrm>
              <a:off x="7121230" y="2019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4" name="pt27914"/>
            <p:cNvSpPr/>
            <p:nvPr/>
          </p:nvSpPr>
          <p:spPr>
            <a:xfrm>
              <a:off x="7228575" y="2067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5" name="pt27915"/>
            <p:cNvSpPr/>
            <p:nvPr/>
          </p:nvSpPr>
          <p:spPr>
            <a:xfrm>
              <a:off x="7056614" y="2065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6" name="pt27916"/>
            <p:cNvSpPr/>
            <p:nvPr/>
          </p:nvSpPr>
          <p:spPr>
            <a:xfrm>
              <a:off x="6894252" y="1975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7" name="pt27917"/>
            <p:cNvSpPr/>
            <p:nvPr/>
          </p:nvSpPr>
          <p:spPr>
            <a:xfrm>
              <a:off x="7066536" y="2150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8" name="pt27918"/>
            <p:cNvSpPr/>
            <p:nvPr/>
          </p:nvSpPr>
          <p:spPr>
            <a:xfrm>
              <a:off x="6978271" y="2292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9" name="pt27919"/>
            <p:cNvSpPr/>
            <p:nvPr/>
          </p:nvSpPr>
          <p:spPr>
            <a:xfrm>
              <a:off x="7038674" y="2191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0" name="pt27920"/>
            <p:cNvSpPr/>
            <p:nvPr/>
          </p:nvSpPr>
          <p:spPr>
            <a:xfrm>
              <a:off x="7176073" y="1967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1" name="pt27921"/>
            <p:cNvSpPr/>
            <p:nvPr/>
          </p:nvSpPr>
          <p:spPr>
            <a:xfrm>
              <a:off x="6846097" y="1851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2" name="pt27922"/>
            <p:cNvSpPr/>
            <p:nvPr/>
          </p:nvSpPr>
          <p:spPr>
            <a:xfrm>
              <a:off x="7235840" y="1876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3" name="pt27923"/>
            <p:cNvSpPr/>
            <p:nvPr/>
          </p:nvSpPr>
          <p:spPr>
            <a:xfrm>
              <a:off x="7138174" y="2013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4" name="pt27924"/>
            <p:cNvSpPr/>
            <p:nvPr/>
          </p:nvSpPr>
          <p:spPr>
            <a:xfrm>
              <a:off x="6828362" y="1859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5" name="pt27925"/>
            <p:cNvSpPr/>
            <p:nvPr/>
          </p:nvSpPr>
          <p:spPr>
            <a:xfrm>
              <a:off x="7176870" y="2172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6" name="pt27926"/>
            <p:cNvSpPr/>
            <p:nvPr/>
          </p:nvSpPr>
          <p:spPr>
            <a:xfrm>
              <a:off x="7182633" y="191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7" name="pt27927"/>
            <p:cNvSpPr/>
            <p:nvPr/>
          </p:nvSpPr>
          <p:spPr>
            <a:xfrm>
              <a:off x="7060496" y="2074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8" name="pt27928"/>
            <p:cNvSpPr/>
            <p:nvPr/>
          </p:nvSpPr>
          <p:spPr>
            <a:xfrm>
              <a:off x="7172569" y="2035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9" name="pt27929"/>
            <p:cNvSpPr/>
            <p:nvPr/>
          </p:nvSpPr>
          <p:spPr>
            <a:xfrm>
              <a:off x="7243964" y="1981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0" name="pt27930"/>
            <p:cNvSpPr/>
            <p:nvPr/>
          </p:nvSpPr>
          <p:spPr>
            <a:xfrm>
              <a:off x="7155244" y="2274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1" name="pt27931"/>
            <p:cNvSpPr/>
            <p:nvPr/>
          </p:nvSpPr>
          <p:spPr>
            <a:xfrm>
              <a:off x="7261828" y="1961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2" name="pt27932"/>
            <p:cNvSpPr/>
            <p:nvPr/>
          </p:nvSpPr>
          <p:spPr>
            <a:xfrm>
              <a:off x="7093438" y="2402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3" name="pt27933"/>
            <p:cNvSpPr/>
            <p:nvPr/>
          </p:nvSpPr>
          <p:spPr>
            <a:xfrm>
              <a:off x="7062991" y="2128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4" name="pt27934"/>
            <p:cNvSpPr/>
            <p:nvPr/>
          </p:nvSpPr>
          <p:spPr>
            <a:xfrm>
              <a:off x="6984069" y="2224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5" name="pt27935"/>
            <p:cNvSpPr/>
            <p:nvPr/>
          </p:nvSpPr>
          <p:spPr>
            <a:xfrm>
              <a:off x="7087094" y="2174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6" name="pt27936"/>
            <p:cNvSpPr/>
            <p:nvPr/>
          </p:nvSpPr>
          <p:spPr>
            <a:xfrm>
              <a:off x="7090610" y="2288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7" name="pt27937"/>
            <p:cNvSpPr/>
            <p:nvPr/>
          </p:nvSpPr>
          <p:spPr>
            <a:xfrm>
              <a:off x="7063032" y="2101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8" name="pt27938"/>
            <p:cNvSpPr/>
            <p:nvPr/>
          </p:nvSpPr>
          <p:spPr>
            <a:xfrm>
              <a:off x="6933455" y="197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9" name="pt27939"/>
            <p:cNvSpPr/>
            <p:nvPr/>
          </p:nvSpPr>
          <p:spPr>
            <a:xfrm>
              <a:off x="7032746" y="2251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0" name="pt27940"/>
            <p:cNvSpPr/>
            <p:nvPr/>
          </p:nvSpPr>
          <p:spPr>
            <a:xfrm>
              <a:off x="7229138" y="1974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1" name="pt27941"/>
            <p:cNvSpPr/>
            <p:nvPr/>
          </p:nvSpPr>
          <p:spPr>
            <a:xfrm>
              <a:off x="7170229" y="2009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2" name="pt27942"/>
            <p:cNvSpPr/>
            <p:nvPr/>
          </p:nvSpPr>
          <p:spPr>
            <a:xfrm>
              <a:off x="7315745" y="2415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3" name="pt27943"/>
            <p:cNvSpPr/>
            <p:nvPr/>
          </p:nvSpPr>
          <p:spPr>
            <a:xfrm>
              <a:off x="7088433" y="2185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4" name="pt27944"/>
            <p:cNvSpPr/>
            <p:nvPr/>
          </p:nvSpPr>
          <p:spPr>
            <a:xfrm>
              <a:off x="7138987" y="1938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5" name="pt27945"/>
            <p:cNvSpPr/>
            <p:nvPr/>
          </p:nvSpPr>
          <p:spPr>
            <a:xfrm>
              <a:off x="7046661" y="2196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6" name="pt27946"/>
            <p:cNvSpPr/>
            <p:nvPr/>
          </p:nvSpPr>
          <p:spPr>
            <a:xfrm>
              <a:off x="7096534" y="2201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7" name="pt27947"/>
            <p:cNvSpPr/>
            <p:nvPr/>
          </p:nvSpPr>
          <p:spPr>
            <a:xfrm>
              <a:off x="7031881" y="2182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8" name="pt27948"/>
            <p:cNvSpPr/>
            <p:nvPr/>
          </p:nvSpPr>
          <p:spPr>
            <a:xfrm>
              <a:off x="6796159" y="2238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9" name="pt27949"/>
            <p:cNvSpPr/>
            <p:nvPr/>
          </p:nvSpPr>
          <p:spPr>
            <a:xfrm>
              <a:off x="7130387" y="2049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0" name="pt27950"/>
            <p:cNvSpPr/>
            <p:nvPr/>
          </p:nvSpPr>
          <p:spPr>
            <a:xfrm>
              <a:off x="6921080" y="1974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1" name="pt27951"/>
            <p:cNvSpPr/>
            <p:nvPr/>
          </p:nvSpPr>
          <p:spPr>
            <a:xfrm>
              <a:off x="7020161" y="2162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2" name="pt27952"/>
            <p:cNvSpPr/>
            <p:nvPr/>
          </p:nvSpPr>
          <p:spPr>
            <a:xfrm>
              <a:off x="6588465" y="2151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3" name="pt27953"/>
            <p:cNvSpPr/>
            <p:nvPr/>
          </p:nvSpPr>
          <p:spPr>
            <a:xfrm>
              <a:off x="7163073" y="2322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4" name="pt27954"/>
            <p:cNvSpPr/>
            <p:nvPr/>
          </p:nvSpPr>
          <p:spPr>
            <a:xfrm>
              <a:off x="7136571" y="1987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5" name="pt27955"/>
            <p:cNvSpPr/>
            <p:nvPr/>
          </p:nvSpPr>
          <p:spPr>
            <a:xfrm>
              <a:off x="7203165" y="2135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6" name="pt27956"/>
            <p:cNvSpPr/>
            <p:nvPr/>
          </p:nvSpPr>
          <p:spPr>
            <a:xfrm>
              <a:off x="7130708" y="2074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7" name="pt27957"/>
            <p:cNvSpPr/>
            <p:nvPr/>
          </p:nvSpPr>
          <p:spPr>
            <a:xfrm>
              <a:off x="7066430" y="2182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8" name="pt27958"/>
            <p:cNvSpPr/>
            <p:nvPr/>
          </p:nvSpPr>
          <p:spPr>
            <a:xfrm>
              <a:off x="7300947" y="1868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9" name="pt27959"/>
            <p:cNvSpPr/>
            <p:nvPr/>
          </p:nvSpPr>
          <p:spPr>
            <a:xfrm>
              <a:off x="7394708" y="2485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0" name="pt27960"/>
            <p:cNvSpPr/>
            <p:nvPr/>
          </p:nvSpPr>
          <p:spPr>
            <a:xfrm>
              <a:off x="7031076" y="2205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1" name="pt27961"/>
            <p:cNvSpPr/>
            <p:nvPr/>
          </p:nvSpPr>
          <p:spPr>
            <a:xfrm>
              <a:off x="6758742" y="2383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2" name="pt27962"/>
            <p:cNvSpPr/>
            <p:nvPr/>
          </p:nvSpPr>
          <p:spPr>
            <a:xfrm>
              <a:off x="7065399" y="210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3" name="pt27963"/>
            <p:cNvSpPr/>
            <p:nvPr/>
          </p:nvSpPr>
          <p:spPr>
            <a:xfrm>
              <a:off x="7175798" y="2066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4" name="pt27964"/>
            <p:cNvSpPr/>
            <p:nvPr/>
          </p:nvSpPr>
          <p:spPr>
            <a:xfrm>
              <a:off x="7371991" y="2443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5" name="pt27965"/>
            <p:cNvSpPr/>
            <p:nvPr/>
          </p:nvSpPr>
          <p:spPr>
            <a:xfrm>
              <a:off x="6972700" y="1889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6" name="pt27966"/>
            <p:cNvSpPr/>
            <p:nvPr/>
          </p:nvSpPr>
          <p:spPr>
            <a:xfrm>
              <a:off x="7239502" y="1971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7" name="pt27967"/>
            <p:cNvSpPr/>
            <p:nvPr/>
          </p:nvSpPr>
          <p:spPr>
            <a:xfrm>
              <a:off x="7174910" y="2081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8" name="pt27968"/>
            <p:cNvSpPr/>
            <p:nvPr/>
          </p:nvSpPr>
          <p:spPr>
            <a:xfrm>
              <a:off x="7155346" y="2208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9" name="pt27969"/>
            <p:cNvSpPr/>
            <p:nvPr/>
          </p:nvSpPr>
          <p:spPr>
            <a:xfrm>
              <a:off x="7101369" y="2084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0" name="pt27970"/>
            <p:cNvSpPr/>
            <p:nvPr/>
          </p:nvSpPr>
          <p:spPr>
            <a:xfrm>
              <a:off x="7075551" y="2110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1" name="pt27971"/>
            <p:cNvSpPr/>
            <p:nvPr/>
          </p:nvSpPr>
          <p:spPr>
            <a:xfrm>
              <a:off x="7134450" y="2012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2" name="pt27972"/>
            <p:cNvSpPr/>
            <p:nvPr/>
          </p:nvSpPr>
          <p:spPr>
            <a:xfrm>
              <a:off x="7163183" y="2212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3" name="pt27973"/>
            <p:cNvSpPr/>
            <p:nvPr/>
          </p:nvSpPr>
          <p:spPr>
            <a:xfrm>
              <a:off x="6867328" y="2205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4" name="pt27974"/>
            <p:cNvSpPr/>
            <p:nvPr/>
          </p:nvSpPr>
          <p:spPr>
            <a:xfrm>
              <a:off x="6921627" y="1969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5" name="pt27975"/>
            <p:cNvSpPr/>
            <p:nvPr/>
          </p:nvSpPr>
          <p:spPr>
            <a:xfrm>
              <a:off x="7125306" y="2079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6" name="pt27976"/>
            <p:cNvSpPr/>
            <p:nvPr/>
          </p:nvSpPr>
          <p:spPr>
            <a:xfrm>
              <a:off x="7211322" y="2032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7" name="pt27977"/>
            <p:cNvSpPr/>
            <p:nvPr/>
          </p:nvSpPr>
          <p:spPr>
            <a:xfrm>
              <a:off x="7099154" y="2326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8" name="pt27978"/>
            <p:cNvSpPr/>
            <p:nvPr/>
          </p:nvSpPr>
          <p:spPr>
            <a:xfrm>
              <a:off x="6912419" y="2073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9" name="pt27979"/>
            <p:cNvSpPr/>
            <p:nvPr/>
          </p:nvSpPr>
          <p:spPr>
            <a:xfrm>
              <a:off x="6986381" y="2228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0" name="pt27980"/>
            <p:cNvSpPr/>
            <p:nvPr/>
          </p:nvSpPr>
          <p:spPr>
            <a:xfrm>
              <a:off x="6953576" y="1789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1" name="pt27981"/>
            <p:cNvSpPr/>
            <p:nvPr/>
          </p:nvSpPr>
          <p:spPr>
            <a:xfrm>
              <a:off x="7378425" y="2926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2" name="pt27982"/>
            <p:cNvSpPr/>
            <p:nvPr/>
          </p:nvSpPr>
          <p:spPr>
            <a:xfrm>
              <a:off x="7237215" y="1963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3" name="pt27983"/>
            <p:cNvSpPr/>
            <p:nvPr/>
          </p:nvSpPr>
          <p:spPr>
            <a:xfrm>
              <a:off x="7071992" y="2102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4" name="pt27984"/>
            <p:cNvSpPr/>
            <p:nvPr/>
          </p:nvSpPr>
          <p:spPr>
            <a:xfrm>
              <a:off x="7219827" y="2022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5" name="pt27985"/>
            <p:cNvSpPr/>
            <p:nvPr/>
          </p:nvSpPr>
          <p:spPr>
            <a:xfrm>
              <a:off x="7201705" y="2042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6" name="pt27986"/>
            <p:cNvSpPr/>
            <p:nvPr/>
          </p:nvSpPr>
          <p:spPr>
            <a:xfrm>
              <a:off x="7102186" y="2154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7" name="pt27987"/>
            <p:cNvSpPr/>
            <p:nvPr/>
          </p:nvSpPr>
          <p:spPr>
            <a:xfrm>
              <a:off x="7297000" y="2124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8" name="pt27988"/>
            <p:cNvSpPr/>
            <p:nvPr/>
          </p:nvSpPr>
          <p:spPr>
            <a:xfrm>
              <a:off x="7110222" y="209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9" name="pt27989"/>
            <p:cNvSpPr/>
            <p:nvPr/>
          </p:nvSpPr>
          <p:spPr>
            <a:xfrm>
              <a:off x="7120649" y="1976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0" name="pt27990"/>
            <p:cNvSpPr/>
            <p:nvPr/>
          </p:nvSpPr>
          <p:spPr>
            <a:xfrm>
              <a:off x="7247065" y="1961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1" name="pt27991"/>
            <p:cNvSpPr/>
            <p:nvPr/>
          </p:nvSpPr>
          <p:spPr>
            <a:xfrm>
              <a:off x="6825499" y="2062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2" name="pt27992"/>
            <p:cNvSpPr/>
            <p:nvPr/>
          </p:nvSpPr>
          <p:spPr>
            <a:xfrm>
              <a:off x="7536796" y="211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3" name="pt27993"/>
            <p:cNvSpPr/>
            <p:nvPr/>
          </p:nvSpPr>
          <p:spPr>
            <a:xfrm>
              <a:off x="6824311" y="2095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4" name="pt27994"/>
            <p:cNvSpPr/>
            <p:nvPr/>
          </p:nvSpPr>
          <p:spPr>
            <a:xfrm>
              <a:off x="7028782" y="2127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5" name="pt27995"/>
            <p:cNvSpPr/>
            <p:nvPr/>
          </p:nvSpPr>
          <p:spPr>
            <a:xfrm>
              <a:off x="7350847" y="2578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6" name="pt27996"/>
            <p:cNvSpPr/>
            <p:nvPr/>
          </p:nvSpPr>
          <p:spPr>
            <a:xfrm>
              <a:off x="7134431" y="1993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7" name="pt27997"/>
            <p:cNvSpPr/>
            <p:nvPr/>
          </p:nvSpPr>
          <p:spPr>
            <a:xfrm>
              <a:off x="7284157" y="1995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8" name="pt27998"/>
            <p:cNvSpPr/>
            <p:nvPr/>
          </p:nvSpPr>
          <p:spPr>
            <a:xfrm>
              <a:off x="6944883" y="1990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9" name="pt27999"/>
            <p:cNvSpPr/>
            <p:nvPr/>
          </p:nvSpPr>
          <p:spPr>
            <a:xfrm>
              <a:off x="7267318" y="1897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0" name="pt28000"/>
            <p:cNvSpPr/>
            <p:nvPr/>
          </p:nvSpPr>
          <p:spPr>
            <a:xfrm>
              <a:off x="6990201" y="2200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1" name="pt28001"/>
            <p:cNvSpPr/>
            <p:nvPr/>
          </p:nvSpPr>
          <p:spPr>
            <a:xfrm>
              <a:off x="7195162" y="2091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2" name="pt28002"/>
            <p:cNvSpPr/>
            <p:nvPr/>
          </p:nvSpPr>
          <p:spPr>
            <a:xfrm>
              <a:off x="7054943" y="2017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3" name="pt28003"/>
            <p:cNvSpPr/>
            <p:nvPr/>
          </p:nvSpPr>
          <p:spPr>
            <a:xfrm>
              <a:off x="6889818" y="2098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4" name="pt28004"/>
            <p:cNvSpPr/>
            <p:nvPr/>
          </p:nvSpPr>
          <p:spPr>
            <a:xfrm>
              <a:off x="7198989" y="2105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5" name="pt28005"/>
            <p:cNvSpPr/>
            <p:nvPr/>
          </p:nvSpPr>
          <p:spPr>
            <a:xfrm>
              <a:off x="7155443" y="2169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6" name="pt28006"/>
            <p:cNvSpPr/>
            <p:nvPr/>
          </p:nvSpPr>
          <p:spPr>
            <a:xfrm>
              <a:off x="7181302" y="2101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7" name="pt28007"/>
            <p:cNvSpPr/>
            <p:nvPr/>
          </p:nvSpPr>
          <p:spPr>
            <a:xfrm>
              <a:off x="6931428" y="1985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8" name="pt28008"/>
            <p:cNvSpPr/>
            <p:nvPr/>
          </p:nvSpPr>
          <p:spPr>
            <a:xfrm>
              <a:off x="7036483" y="2175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9" name="pt28009"/>
            <p:cNvSpPr/>
            <p:nvPr/>
          </p:nvSpPr>
          <p:spPr>
            <a:xfrm>
              <a:off x="7068354" y="2169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0" name="pt28010"/>
            <p:cNvSpPr/>
            <p:nvPr/>
          </p:nvSpPr>
          <p:spPr>
            <a:xfrm>
              <a:off x="7034024" y="2181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1" name="pt28011"/>
            <p:cNvSpPr/>
            <p:nvPr/>
          </p:nvSpPr>
          <p:spPr>
            <a:xfrm>
              <a:off x="6880107" y="2017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2" name="pt28012"/>
            <p:cNvSpPr/>
            <p:nvPr/>
          </p:nvSpPr>
          <p:spPr>
            <a:xfrm>
              <a:off x="7034591" y="2146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3" name="pt28013"/>
            <p:cNvSpPr/>
            <p:nvPr/>
          </p:nvSpPr>
          <p:spPr>
            <a:xfrm>
              <a:off x="7086076" y="2244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4" name="pt28014"/>
            <p:cNvSpPr/>
            <p:nvPr/>
          </p:nvSpPr>
          <p:spPr>
            <a:xfrm>
              <a:off x="7164444" y="2274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5" name="pt28015"/>
            <p:cNvSpPr/>
            <p:nvPr/>
          </p:nvSpPr>
          <p:spPr>
            <a:xfrm>
              <a:off x="7247879" y="2053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6" name="pt28016"/>
            <p:cNvSpPr/>
            <p:nvPr/>
          </p:nvSpPr>
          <p:spPr>
            <a:xfrm>
              <a:off x="7106574" y="2017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7" name="pt28017"/>
            <p:cNvSpPr/>
            <p:nvPr/>
          </p:nvSpPr>
          <p:spPr>
            <a:xfrm>
              <a:off x="6731665" y="2734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8" name="pt28018"/>
            <p:cNvSpPr/>
            <p:nvPr/>
          </p:nvSpPr>
          <p:spPr>
            <a:xfrm>
              <a:off x="7111792" y="2044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9" name="pt28019"/>
            <p:cNvSpPr/>
            <p:nvPr/>
          </p:nvSpPr>
          <p:spPr>
            <a:xfrm>
              <a:off x="7154760" y="2333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0" name="pt28020"/>
            <p:cNvSpPr/>
            <p:nvPr/>
          </p:nvSpPr>
          <p:spPr>
            <a:xfrm>
              <a:off x="6567301" y="2287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1" name="pt28021"/>
            <p:cNvSpPr/>
            <p:nvPr/>
          </p:nvSpPr>
          <p:spPr>
            <a:xfrm>
              <a:off x="7219245" y="2025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2" name="pt28022"/>
            <p:cNvSpPr/>
            <p:nvPr/>
          </p:nvSpPr>
          <p:spPr>
            <a:xfrm>
              <a:off x="7242660" y="1933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3" name="pt28023"/>
            <p:cNvSpPr/>
            <p:nvPr/>
          </p:nvSpPr>
          <p:spPr>
            <a:xfrm>
              <a:off x="7034283" y="2078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4" name="pt28024"/>
            <p:cNvSpPr/>
            <p:nvPr/>
          </p:nvSpPr>
          <p:spPr>
            <a:xfrm>
              <a:off x="6609387" y="1705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5" name="pt28025"/>
            <p:cNvSpPr/>
            <p:nvPr/>
          </p:nvSpPr>
          <p:spPr>
            <a:xfrm>
              <a:off x="7261772" y="1924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6" name="pt28026"/>
            <p:cNvSpPr/>
            <p:nvPr/>
          </p:nvSpPr>
          <p:spPr>
            <a:xfrm>
              <a:off x="6910793" y="1978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7" name="pt28027"/>
            <p:cNvSpPr/>
            <p:nvPr/>
          </p:nvSpPr>
          <p:spPr>
            <a:xfrm>
              <a:off x="7195186" y="1982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8" name="pt28028"/>
            <p:cNvSpPr/>
            <p:nvPr/>
          </p:nvSpPr>
          <p:spPr>
            <a:xfrm>
              <a:off x="7292309" y="2113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9" name="pt28029"/>
            <p:cNvSpPr/>
            <p:nvPr/>
          </p:nvSpPr>
          <p:spPr>
            <a:xfrm>
              <a:off x="7147813" y="1982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0" name="pt28030"/>
            <p:cNvSpPr/>
            <p:nvPr/>
          </p:nvSpPr>
          <p:spPr>
            <a:xfrm>
              <a:off x="6978397" y="2206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1" name="pt28031"/>
            <p:cNvSpPr/>
            <p:nvPr/>
          </p:nvSpPr>
          <p:spPr>
            <a:xfrm>
              <a:off x="7139055" y="1982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2" name="pt28032"/>
            <p:cNvSpPr/>
            <p:nvPr/>
          </p:nvSpPr>
          <p:spPr>
            <a:xfrm>
              <a:off x="7239165" y="1891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3" name="pt28033"/>
            <p:cNvSpPr/>
            <p:nvPr/>
          </p:nvSpPr>
          <p:spPr>
            <a:xfrm>
              <a:off x="6819259" y="2188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4" name="pt28034"/>
            <p:cNvSpPr/>
            <p:nvPr/>
          </p:nvSpPr>
          <p:spPr>
            <a:xfrm>
              <a:off x="7236383" y="1798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5" name="pt28035"/>
            <p:cNvSpPr/>
            <p:nvPr/>
          </p:nvSpPr>
          <p:spPr>
            <a:xfrm>
              <a:off x="7024729" y="2102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6" name="pt28036"/>
            <p:cNvSpPr/>
            <p:nvPr/>
          </p:nvSpPr>
          <p:spPr>
            <a:xfrm>
              <a:off x="7074956" y="2145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7" name="pt28037"/>
            <p:cNvSpPr/>
            <p:nvPr/>
          </p:nvSpPr>
          <p:spPr>
            <a:xfrm>
              <a:off x="7093954" y="2336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8" name="pt28038"/>
            <p:cNvSpPr/>
            <p:nvPr/>
          </p:nvSpPr>
          <p:spPr>
            <a:xfrm>
              <a:off x="6935127" y="2134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9" name="pt28039"/>
            <p:cNvSpPr/>
            <p:nvPr/>
          </p:nvSpPr>
          <p:spPr>
            <a:xfrm>
              <a:off x="7053116" y="2090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0" name="pt28040"/>
            <p:cNvSpPr/>
            <p:nvPr/>
          </p:nvSpPr>
          <p:spPr>
            <a:xfrm>
              <a:off x="6834771" y="1644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1" name="pt28041"/>
            <p:cNvSpPr/>
            <p:nvPr/>
          </p:nvSpPr>
          <p:spPr>
            <a:xfrm>
              <a:off x="6723064" y="2746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2" name="pt28042"/>
            <p:cNvSpPr/>
            <p:nvPr/>
          </p:nvSpPr>
          <p:spPr>
            <a:xfrm>
              <a:off x="6958117" y="1981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3" name="pt28043"/>
            <p:cNvSpPr/>
            <p:nvPr/>
          </p:nvSpPr>
          <p:spPr>
            <a:xfrm>
              <a:off x="7052659" y="2078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4" name="pt28044"/>
            <p:cNvSpPr/>
            <p:nvPr/>
          </p:nvSpPr>
          <p:spPr>
            <a:xfrm>
              <a:off x="7148776" y="2109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5" name="pt28045"/>
            <p:cNvSpPr/>
            <p:nvPr/>
          </p:nvSpPr>
          <p:spPr>
            <a:xfrm>
              <a:off x="6984871" y="2209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6" name="pt28046"/>
            <p:cNvSpPr/>
            <p:nvPr/>
          </p:nvSpPr>
          <p:spPr>
            <a:xfrm>
              <a:off x="7218505" y="2059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7" name="pt28047"/>
            <p:cNvSpPr/>
            <p:nvPr/>
          </p:nvSpPr>
          <p:spPr>
            <a:xfrm>
              <a:off x="7159672" y="2319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8" name="pt28048"/>
            <p:cNvSpPr/>
            <p:nvPr/>
          </p:nvSpPr>
          <p:spPr>
            <a:xfrm>
              <a:off x="7262835" y="1840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9" name="pt28049"/>
            <p:cNvSpPr/>
            <p:nvPr/>
          </p:nvSpPr>
          <p:spPr>
            <a:xfrm>
              <a:off x="6925152" y="2014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0" name="pt28050"/>
            <p:cNvSpPr/>
            <p:nvPr/>
          </p:nvSpPr>
          <p:spPr>
            <a:xfrm>
              <a:off x="6961275" y="1990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1" name="pt28051"/>
            <p:cNvSpPr/>
            <p:nvPr/>
          </p:nvSpPr>
          <p:spPr>
            <a:xfrm>
              <a:off x="7048619" y="2254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2" name="pt28052"/>
            <p:cNvSpPr/>
            <p:nvPr/>
          </p:nvSpPr>
          <p:spPr>
            <a:xfrm>
              <a:off x="7766676" y="2339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3" name="pt28053"/>
            <p:cNvSpPr/>
            <p:nvPr/>
          </p:nvSpPr>
          <p:spPr>
            <a:xfrm>
              <a:off x="6923579" y="1899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4" name="pt28054"/>
            <p:cNvSpPr/>
            <p:nvPr/>
          </p:nvSpPr>
          <p:spPr>
            <a:xfrm>
              <a:off x="7123791" y="2054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5" name="pt28055"/>
            <p:cNvSpPr/>
            <p:nvPr/>
          </p:nvSpPr>
          <p:spPr>
            <a:xfrm>
              <a:off x="7232449" y="202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6" name="pt28056"/>
            <p:cNvSpPr/>
            <p:nvPr/>
          </p:nvSpPr>
          <p:spPr>
            <a:xfrm>
              <a:off x="7218892" y="2021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7" name="pt28057"/>
            <p:cNvSpPr/>
            <p:nvPr/>
          </p:nvSpPr>
          <p:spPr>
            <a:xfrm>
              <a:off x="7136715" y="1997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8" name="pt28058"/>
            <p:cNvSpPr/>
            <p:nvPr/>
          </p:nvSpPr>
          <p:spPr>
            <a:xfrm>
              <a:off x="7546883" y="2232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9" name="pt28059"/>
            <p:cNvSpPr/>
            <p:nvPr/>
          </p:nvSpPr>
          <p:spPr>
            <a:xfrm>
              <a:off x="6925611" y="1843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0" name="pt28060"/>
            <p:cNvSpPr/>
            <p:nvPr/>
          </p:nvSpPr>
          <p:spPr>
            <a:xfrm>
              <a:off x="6516023" y="2153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1" name="pt28061"/>
            <p:cNvSpPr/>
            <p:nvPr/>
          </p:nvSpPr>
          <p:spPr>
            <a:xfrm>
              <a:off x="6682727" y="1611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2" name="pt28062"/>
            <p:cNvSpPr/>
            <p:nvPr/>
          </p:nvSpPr>
          <p:spPr>
            <a:xfrm>
              <a:off x="6974710" y="1984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3" name="pt28063"/>
            <p:cNvSpPr/>
            <p:nvPr/>
          </p:nvSpPr>
          <p:spPr>
            <a:xfrm>
              <a:off x="7015994" y="2232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4" name="pt28064"/>
            <p:cNvSpPr/>
            <p:nvPr/>
          </p:nvSpPr>
          <p:spPr>
            <a:xfrm>
              <a:off x="7057818" y="2126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5" name="pt28065"/>
            <p:cNvSpPr/>
            <p:nvPr/>
          </p:nvSpPr>
          <p:spPr>
            <a:xfrm>
              <a:off x="7129989" y="2118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6" name="pt28066"/>
            <p:cNvSpPr/>
            <p:nvPr/>
          </p:nvSpPr>
          <p:spPr>
            <a:xfrm>
              <a:off x="7137161" y="1891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7" name="pt28067"/>
            <p:cNvSpPr/>
            <p:nvPr/>
          </p:nvSpPr>
          <p:spPr>
            <a:xfrm>
              <a:off x="7018129" y="222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8" name="pt28068"/>
            <p:cNvSpPr/>
            <p:nvPr/>
          </p:nvSpPr>
          <p:spPr>
            <a:xfrm>
              <a:off x="7253805" y="1906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9" name="pt28069"/>
            <p:cNvSpPr/>
            <p:nvPr/>
          </p:nvSpPr>
          <p:spPr>
            <a:xfrm>
              <a:off x="7136110" y="2014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0" name="pt28070"/>
            <p:cNvSpPr/>
            <p:nvPr/>
          </p:nvSpPr>
          <p:spPr>
            <a:xfrm>
              <a:off x="7100259" y="2327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1" name="pt28071"/>
            <p:cNvSpPr/>
            <p:nvPr/>
          </p:nvSpPr>
          <p:spPr>
            <a:xfrm>
              <a:off x="7082249" y="2123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2" name="pt28072"/>
            <p:cNvSpPr/>
            <p:nvPr/>
          </p:nvSpPr>
          <p:spPr>
            <a:xfrm>
              <a:off x="6801374" y="1940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3" name="pt28073"/>
            <p:cNvSpPr/>
            <p:nvPr/>
          </p:nvSpPr>
          <p:spPr>
            <a:xfrm>
              <a:off x="6811781" y="2138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4" name="pt28074"/>
            <p:cNvSpPr/>
            <p:nvPr/>
          </p:nvSpPr>
          <p:spPr>
            <a:xfrm>
              <a:off x="6937046" y="2046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5" name="pt28075"/>
            <p:cNvSpPr/>
            <p:nvPr/>
          </p:nvSpPr>
          <p:spPr>
            <a:xfrm>
              <a:off x="7165875" y="1974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6" name="pt28076"/>
            <p:cNvSpPr/>
            <p:nvPr/>
          </p:nvSpPr>
          <p:spPr>
            <a:xfrm>
              <a:off x="7142147" y="1956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7" name="pt28077"/>
            <p:cNvSpPr/>
            <p:nvPr/>
          </p:nvSpPr>
          <p:spPr>
            <a:xfrm>
              <a:off x="7093963" y="2318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8" name="pt28078"/>
            <p:cNvSpPr/>
            <p:nvPr/>
          </p:nvSpPr>
          <p:spPr>
            <a:xfrm>
              <a:off x="7123569" y="2091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9" name="pt28079"/>
            <p:cNvSpPr/>
            <p:nvPr/>
          </p:nvSpPr>
          <p:spPr>
            <a:xfrm>
              <a:off x="6717439" y="2525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0" name="pt28080"/>
            <p:cNvSpPr/>
            <p:nvPr/>
          </p:nvSpPr>
          <p:spPr>
            <a:xfrm>
              <a:off x="7070571" y="2082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1" name="pt28081"/>
            <p:cNvSpPr/>
            <p:nvPr/>
          </p:nvSpPr>
          <p:spPr>
            <a:xfrm>
              <a:off x="7203656" y="2077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2" name="pt28082"/>
            <p:cNvSpPr/>
            <p:nvPr/>
          </p:nvSpPr>
          <p:spPr>
            <a:xfrm>
              <a:off x="7081382" y="2178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3" name="pt28083"/>
            <p:cNvSpPr/>
            <p:nvPr/>
          </p:nvSpPr>
          <p:spPr>
            <a:xfrm>
              <a:off x="7430153" y="2349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4" name="pt28084"/>
            <p:cNvSpPr/>
            <p:nvPr/>
          </p:nvSpPr>
          <p:spPr>
            <a:xfrm>
              <a:off x="7104808" y="2151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5" name="pt28085"/>
            <p:cNvSpPr/>
            <p:nvPr/>
          </p:nvSpPr>
          <p:spPr>
            <a:xfrm>
              <a:off x="7307211" y="2216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6" name="pt28086"/>
            <p:cNvSpPr/>
            <p:nvPr/>
          </p:nvSpPr>
          <p:spPr>
            <a:xfrm>
              <a:off x="7187236" y="1561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7" name="pt28087"/>
            <p:cNvSpPr/>
            <p:nvPr/>
          </p:nvSpPr>
          <p:spPr>
            <a:xfrm>
              <a:off x="7407213" y="2550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8" name="pt28088"/>
            <p:cNvSpPr/>
            <p:nvPr/>
          </p:nvSpPr>
          <p:spPr>
            <a:xfrm>
              <a:off x="7341155" y="1929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9" name="pt28089"/>
            <p:cNvSpPr/>
            <p:nvPr/>
          </p:nvSpPr>
          <p:spPr>
            <a:xfrm>
              <a:off x="7278324" y="1935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0" name="pt28090"/>
            <p:cNvSpPr/>
            <p:nvPr/>
          </p:nvSpPr>
          <p:spPr>
            <a:xfrm>
              <a:off x="7125971" y="2116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1" name="pt28091"/>
            <p:cNvSpPr/>
            <p:nvPr/>
          </p:nvSpPr>
          <p:spPr>
            <a:xfrm>
              <a:off x="7193702" y="2214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2" name="pt28092"/>
            <p:cNvSpPr/>
            <p:nvPr/>
          </p:nvSpPr>
          <p:spPr>
            <a:xfrm>
              <a:off x="6840549" y="1770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3" name="pt28093"/>
            <p:cNvSpPr/>
            <p:nvPr/>
          </p:nvSpPr>
          <p:spPr>
            <a:xfrm>
              <a:off x="6800426" y="2105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4" name="pt28094"/>
            <p:cNvSpPr/>
            <p:nvPr/>
          </p:nvSpPr>
          <p:spPr>
            <a:xfrm>
              <a:off x="6805397" y="230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5" name="pt28095"/>
            <p:cNvSpPr/>
            <p:nvPr/>
          </p:nvSpPr>
          <p:spPr>
            <a:xfrm>
              <a:off x="6889438" y="2090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6" name="pt28096"/>
            <p:cNvSpPr/>
            <p:nvPr/>
          </p:nvSpPr>
          <p:spPr>
            <a:xfrm>
              <a:off x="6659378" y="1802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7" name="pt28097"/>
            <p:cNvSpPr/>
            <p:nvPr/>
          </p:nvSpPr>
          <p:spPr>
            <a:xfrm>
              <a:off x="7206481" y="2031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8" name="pt28098"/>
            <p:cNvSpPr/>
            <p:nvPr/>
          </p:nvSpPr>
          <p:spPr>
            <a:xfrm>
              <a:off x="7321995" y="2583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9" name="pt28099"/>
            <p:cNvSpPr/>
            <p:nvPr/>
          </p:nvSpPr>
          <p:spPr>
            <a:xfrm>
              <a:off x="6718550" y="2410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0" name="pt28100"/>
            <p:cNvSpPr/>
            <p:nvPr/>
          </p:nvSpPr>
          <p:spPr>
            <a:xfrm>
              <a:off x="7085614" y="2277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1" name="pt28101"/>
            <p:cNvSpPr/>
            <p:nvPr/>
          </p:nvSpPr>
          <p:spPr>
            <a:xfrm>
              <a:off x="6898638" y="2032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2" name="pt28102"/>
            <p:cNvSpPr/>
            <p:nvPr/>
          </p:nvSpPr>
          <p:spPr>
            <a:xfrm>
              <a:off x="7130283" y="2161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3" name="pt28103"/>
            <p:cNvSpPr/>
            <p:nvPr/>
          </p:nvSpPr>
          <p:spPr>
            <a:xfrm>
              <a:off x="7076632" y="2131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4" name="pt28104"/>
            <p:cNvSpPr/>
            <p:nvPr/>
          </p:nvSpPr>
          <p:spPr>
            <a:xfrm>
              <a:off x="7058384" y="1919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5" name="pt28105"/>
            <p:cNvSpPr/>
            <p:nvPr/>
          </p:nvSpPr>
          <p:spPr>
            <a:xfrm>
              <a:off x="7163720" y="2124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6" name="pt28106"/>
            <p:cNvSpPr/>
            <p:nvPr/>
          </p:nvSpPr>
          <p:spPr>
            <a:xfrm>
              <a:off x="6702215" y="2494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7" name="pt28107"/>
            <p:cNvSpPr/>
            <p:nvPr/>
          </p:nvSpPr>
          <p:spPr>
            <a:xfrm>
              <a:off x="7357107" y="2376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8" name="pt28108"/>
            <p:cNvSpPr/>
            <p:nvPr/>
          </p:nvSpPr>
          <p:spPr>
            <a:xfrm>
              <a:off x="6971753" y="1805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9" name="pt28109"/>
            <p:cNvSpPr/>
            <p:nvPr/>
          </p:nvSpPr>
          <p:spPr>
            <a:xfrm>
              <a:off x="7043242" y="2208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0" name="pt28110"/>
            <p:cNvSpPr/>
            <p:nvPr/>
          </p:nvSpPr>
          <p:spPr>
            <a:xfrm>
              <a:off x="7357949" y="2513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1" name="pt28111"/>
            <p:cNvSpPr/>
            <p:nvPr/>
          </p:nvSpPr>
          <p:spPr>
            <a:xfrm>
              <a:off x="7177854" y="2266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2" name="pt28112"/>
            <p:cNvSpPr/>
            <p:nvPr/>
          </p:nvSpPr>
          <p:spPr>
            <a:xfrm>
              <a:off x="6865122" y="2109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3" name="pt28113"/>
            <p:cNvSpPr/>
            <p:nvPr/>
          </p:nvSpPr>
          <p:spPr>
            <a:xfrm>
              <a:off x="7045158" y="2196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4" name="pt28114"/>
            <p:cNvSpPr/>
            <p:nvPr/>
          </p:nvSpPr>
          <p:spPr>
            <a:xfrm>
              <a:off x="7094960" y="2293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5" name="pt28115"/>
            <p:cNvSpPr/>
            <p:nvPr/>
          </p:nvSpPr>
          <p:spPr>
            <a:xfrm>
              <a:off x="7020948" y="2099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6" name="pt28116"/>
            <p:cNvSpPr/>
            <p:nvPr/>
          </p:nvSpPr>
          <p:spPr>
            <a:xfrm>
              <a:off x="7011732" y="2089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7" name="pt28117"/>
            <p:cNvSpPr/>
            <p:nvPr/>
          </p:nvSpPr>
          <p:spPr>
            <a:xfrm>
              <a:off x="6831498" y="1705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8" name="pt28118"/>
            <p:cNvSpPr/>
            <p:nvPr/>
          </p:nvSpPr>
          <p:spPr>
            <a:xfrm>
              <a:off x="7202530" y="2025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9" name="pt28119"/>
            <p:cNvSpPr/>
            <p:nvPr/>
          </p:nvSpPr>
          <p:spPr>
            <a:xfrm>
              <a:off x="7043553" y="2238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0" name="pt28120"/>
            <p:cNvSpPr/>
            <p:nvPr/>
          </p:nvSpPr>
          <p:spPr>
            <a:xfrm>
              <a:off x="7015733" y="2208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1" name="pt28121"/>
            <p:cNvSpPr/>
            <p:nvPr/>
          </p:nvSpPr>
          <p:spPr>
            <a:xfrm>
              <a:off x="7066979" y="2123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2" name="pt28122"/>
            <p:cNvSpPr/>
            <p:nvPr/>
          </p:nvSpPr>
          <p:spPr>
            <a:xfrm>
              <a:off x="7103174" y="2182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3" name="pt28123"/>
            <p:cNvSpPr/>
            <p:nvPr/>
          </p:nvSpPr>
          <p:spPr>
            <a:xfrm>
              <a:off x="6940178" y="1987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4" name="pt28124"/>
            <p:cNvSpPr/>
            <p:nvPr/>
          </p:nvSpPr>
          <p:spPr>
            <a:xfrm>
              <a:off x="6951857" y="2130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5" name="pt28125"/>
            <p:cNvSpPr/>
            <p:nvPr/>
          </p:nvSpPr>
          <p:spPr>
            <a:xfrm>
              <a:off x="6820003" y="2049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6" name="pt28126"/>
            <p:cNvSpPr/>
            <p:nvPr/>
          </p:nvSpPr>
          <p:spPr>
            <a:xfrm>
              <a:off x="7117388" y="1963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7" name="pt28127"/>
            <p:cNvSpPr/>
            <p:nvPr/>
          </p:nvSpPr>
          <p:spPr>
            <a:xfrm>
              <a:off x="6745801" y="2179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8" name="pt28128"/>
            <p:cNvSpPr/>
            <p:nvPr/>
          </p:nvSpPr>
          <p:spPr>
            <a:xfrm>
              <a:off x="7093828" y="2253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9" name="pt28129"/>
            <p:cNvSpPr/>
            <p:nvPr/>
          </p:nvSpPr>
          <p:spPr>
            <a:xfrm>
              <a:off x="6957688" y="2061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0" name="pt28130"/>
            <p:cNvSpPr/>
            <p:nvPr/>
          </p:nvSpPr>
          <p:spPr>
            <a:xfrm>
              <a:off x="6875400" y="2163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1" name="pt28131"/>
            <p:cNvSpPr/>
            <p:nvPr/>
          </p:nvSpPr>
          <p:spPr>
            <a:xfrm>
              <a:off x="7088188" y="2303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2" name="pt28132"/>
            <p:cNvSpPr/>
            <p:nvPr/>
          </p:nvSpPr>
          <p:spPr>
            <a:xfrm>
              <a:off x="7305573" y="2463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3" name="pt28133"/>
            <p:cNvSpPr/>
            <p:nvPr/>
          </p:nvSpPr>
          <p:spPr>
            <a:xfrm>
              <a:off x="6720057" y="2376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4" name="pt28134"/>
            <p:cNvSpPr/>
            <p:nvPr/>
          </p:nvSpPr>
          <p:spPr>
            <a:xfrm>
              <a:off x="7108578" y="2054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5" name="pt28135"/>
            <p:cNvSpPr/>
            <p:nvPr/>
          </p:nvSpPr>
          <p:spPr>
            <a:xfrm>
              <a:off x="7174977" y="2055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6" name="pt28136"/>
            <p:cNvSpPr/>
            <p:nvPr/>
          </p:nvSpPr>
          <p:spPr>
            <a:xfrm>
              <a:off x="6848780" y="226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7" name="pt28137"/>
            <p:cNvSpPr/>
            <p:nvPr/>
          </p:nvSpPr>
          <p:spPr>
            <a:xfrm>
              <a:off x="6871150" y="222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8" name="pt28138"/>
            <p:cNvSpPr/>
            <p:nvPr/>
          </p:nvSpPr>
          <p:spPr>
            <a:xfrm>
              <a:off x="7161764" y="2297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9" name="pt28139"/>
            <p:cNvSpPr/>
            <p:nvPr/>
          </p:nvSpPr>
          <p:spPr>
            <a:xfrm>
              <a:off x="7194840" y="2041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0" name="pt28140"/>
            <p:cNvSpPr/>
            <p:nvPr/>
          </p:nvSpPr>
          <p:spPr>
            <a:xfrm>
              <a:off x="7164332" y="212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1" name="pt28141"/>
            <p:cNvSpPr/>
            <p:nvPr/>
          </p:nvSpPr>
          <p:spPr>
            <a:xfrm>
              <a:off x="7126667" y="2085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2" name="pt28142"/>
            <p:cNvSpPr/>
            <p:nvPr/>
          </p:nvSpPr>
          <p:spPr>
            <a:xfrm>
              <a:off x="6986565" y="2173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3" name="pt28143"/>
            <p:cNvSpPr/>
            <p:nvPr/>
          </p:nvSpPr>
          <p:spPr>
            <a:xfrm>
              <a:off x="6563510" y="1630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4" name="pt28144"/>
            <p:cNvSpPr/>
            <p:nvPr/>
          </p:nvSpPr>
          <p:spPr>
            <a:xfrm>
              <a:off x="7054408" y="206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5" name="pt28145"/>
            <p:cNvSpPr/>
            <p:nvPr/>
          </p:nvSpPr>
          <p:spPr>
            <a:xfrm>
              <a:off x="7404612" y="2779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6" name="pt28146"/>
            <p:cNvSpPr/>
            <p:nvPr/>
          </p:nvSpPr>
          <p:spPr>
            <a:xfrm>
              <a:off x="7049236" y="2220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7" name="pt28147"/>
            <p:cNvSpPr/>
            <p:nvPr/>
          </p:nvSpPr>
          <p:spPr>
            <a:xfrm>
              <a:off x="7039450" y="2190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8" name="pt28148"/>
            <p:cNvSpPr/>
            <p:nvPr/>
          </p:nvSpPr>
          <p:spPr>
            <a:xfrm>
              <a:off x="7038627" y="219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9" name="pt28149"/>
            <p:cNvSpPr/>
            <p:nvPr/>
          </p:nvSpPr>
          <p:spPr>
            <a:xfrm>
              <a:off x="7095404" y="2294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0" name="pt28150"/>
            <p:cNvSpPr/>
            <p:nvPr/>
          </p:nvSpPr>
          <p:spPr>
            <a:xfrm>
              <a:off x="7072222" y="2101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1" name="pt28151"/>
            <p:cNvSpPr/>
            <p:nvPr/>
          </p:nvSpPr>
          <p:spPr>
            <a:xfrm>
              <a:off x="7078382" y="2128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2" name="pt28152"/>
            <p:cNvSpPr/>
            <p:nvPr/>
          </p:nvSpPr>
          <p:spPr>
            <a:xfrm>
              <a:off x="6982362" y="2200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3" name="pt28153"/>
            <p:cNvSpPr/>
            <p:nvPr/>
          </p:nvSpPr>
          <p:spPr>
            <a:xfrm>
              <a:off x="7153394" y="2236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4" name="pt28154"/>
            <p:cNvSpPr/>
            <p:nvPr/>
          </p:nvSpPr>
          <p:spPr>
            <a:xfrm>
              <a:off x="7256415" y="1912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5" name="pt28155"/>
            <p:cNvSpPr/>
            <p:nvPr/>
          </p:nvSpPr>
          <p:spPr>
            <a:xfrm>
              <a:off x="7260982" y="1904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6" name="pt28156"/>
            <p:cNvSpPr/>
            <p:nvPr/>
          </p:nvSpPr>
          <p:spPr>
            <a:xfrm>
              <a:off x="6994234" y="2357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7" name="pt28157"/>
            <p:cNvSpPr/>
            <p:nvPr/>
          </p:nvSpPr>
          <p:spPr>
            <a:xfrm>
              <a:off x="7101908" y="2177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8" name="pt28158"/>
            <p:cNvSpPr/>
            <p:nvPr/>
          </p:nvSpPr>
          <p:spPr>
            <a:xfrm>
              <a:off x="7098912" y="2416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9" name="pt28159"/>
            <p:cNvSpPr/>
            <p:nvPr/>
          </p:nvSpPr>
          <p:spPr>
            <a:xfrm>
              <a:off x="6964939" y="1957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0" name="pt28160"/>
            <p:cNvSpPr/>
            <p:nvPr/>
          </p:nvSpPr>
          <p:spPr>
            <a:xfrm>
              <a:off x="6990501" y="2340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1" name="pt28161"/>
            <p:cNvSpPr/>
            <p:nvPr/>
          </p:nvSpPr>
          <p:spPr>
            <a:xfrm>
              <a:off x="7403615" y="272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2" name="pt28162"/>
            <p:cNvSpPr/>
            <p:nvPr/>
          </p:nvSpPr>
          <p:spPr>
            <a:xfrm>
              <a:off x="7045203" y="2146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3" name="pt28163"/>
            <p:cNvSpPr/>
            <p:nvPr/>
          </p:nvSpPr>
          <p:spPr>
            <a:xfrm>
              <a:off x="7322119" y="2812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4" name="pt28164"/>
            <p:cNvSpPr/>
            <p:nvPr/>
          </p:nvSpPr>
          <p:spPr>
            <a:xfrm>
              <a:off x="7012363" y="216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5" name="pt28165"/>
            <p:cNvSpPr/>
            <p:nvPr/>
          </p:nvSpPr>
          <p:spPr>
            <a:xfrm>
              <a:off x="6863979" y="2124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6" name="pt28166"/>
            <p:cNvSpPr/>
            <p:nvPr/>
          </p:nvSpPr>
          <p:spPr>
            <a:xfrm>
              <a:off x="7223918" y="2080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7" name="pt28167"/>
            <p:cNvSpPr/>
            <p:nvPr/>
          </p:nvSpPr>
          <p:spPr>
            <a:xfrm>
              <a:off x="6901713" y="1961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8" name="pt28168"/>
            <p:cNvSpPr/>
            <p:nvPr/>
          </p:nvSpPr>
          <p:spPr>
            <a:xfrm>
              <a:off x="6668223" y="2319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9" name="pt28169"/>
            <p:cNvSpPr/>
            <p:nvPr/>
          </p:nvSpPr>
          <p:spPr>
            <a:xfrm>
              <a:off x="6921500" y="1977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0" name="pt28170"/>
            <p:cNvSpPr/>
            <p:nvPr/>
          </p:nvSpPr>
          <p:spPr>
            <a:xfrm>
              <a:off x="7109841" y="1949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1" name="pt28171"/>
            <p:cNvSpPr/>
            <p:nvPr/>
          </p:nvSpPr>
          <p:spPr>
            <a:xfrm>
              <a:off x="6911415" y="1967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2" name="pt28172"/>
            <p:cNvSpPr/>
            <p:nvPr/>
          </p:nvSpPr>
          <p:spPr>
            <a:xfrm>
              <a:off x="6782780" y="2180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3" name="pt28173"/>
            <p:cNvSpPr/>
            <p:nvPr/>
          </p:nvSpPr>
          <p:spPr>
            <a:xfrm>
              <a:off x="7253515" y="1926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4" name="pt28174"/>
            <p:cNvSpPr/>
            <p:nvPr/>
          </p:nvSpPr>
          <p:spPr>
            <a:xfrm>
              <a:off x="7023854" y="2062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5" name="pt28175"/>
            <p:cNvSpPr/>
            <p:nvPr/>
          </p:nvSpPr>
          <p:spPr>
            <a:xfrm>
              <a:off x="7197512" y="2024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6" name="pt28176"/>
            <p:cNvSpPr/>
            <p:nvPr/>
          </p:nvSpPr>
          <p:spPr>
            <a:xfrm>
              <a:off x="7075592" y="2108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7" name="pt28177"/>
            <p:cNvSpPr/>
            <p:nvPr/>
          </p:nvSpPr>
          <p:spPr>
            <a:xfrm>
              <a:off x="7319110" y="2489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8" name="pt28178"/>
            <p:cNvSpPr/>
            <p:nvPr/>
          </p:nvSpPr>
          <p:spPr>
            <a:xfrm>
              <a:off x="7278857" y="2060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9" name="pt28179"/>
            <p:cNvSpPr/>
            <p:nvPr/>
          </p:nvSpPr>
          <p:spPr>
            <a:xfrm>
              <a:off x="7360155" y="2530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0" name="pt28180"/>
            <p:cNvSpPr/>
            <p:nvPr/>
          </p:nvSpPr>
          <p:spPr>
            <a:xfrm>
              <a:off x="7043529" y="2210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1" name="pt28181"/>
            <p:cNvSpPr/>
            <p:nvPr/>
          </p:nvSpPr>
          <p:spPr>
            <a:xfrm>
              <a:off x="7176109" y="2174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2" name="pt28182"/>
            <p:cNvSpPr/>
            <p:nvPr/>
          </p:nvSpPr>
          <p:spPr>
            <a:xfrm>
              <a:off x="6884284" y="2129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3" name="pt28183"/>
            <p:cNvSpPr/>
            <p:nvPr/>
          </p:nvSpPr>
          <p:spPr>
            <a:xfrm>
              <a:off x="6775734" y="1947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4" name="pt28184"/>
            <p:cNvSpPr/>
            <p:nvPr/>
          </p:nvSpPr>
          <p:spPr>
            <a:xfrm>
              <a:off x="7095347" y="2313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5" name="pt28185"/>
            <p:cNvSpPr/>
            <p:nvPr/>
          </p:nvSpPr>
          <p:spPr>
            <a:xfrm>
              <a:off x="6965489" y="1823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6" name="pt28186"/>
            <p:cNvSpPr/>
            <p:nvPr/>
          </p:nvSpPr>
          <p:spPr>
            <a:xfrm>
              <a:off x="7000621" y="1918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7" name="pt28187"/>
            <p:cNvSpPr/>
            <p:nvPr/>
          </p:nvSpPr>
          <p:spPr>
            <a:xfrm>
              <a:off x="7088966" y="2280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8" name="pt28188"/>
            <p:cNvSpPr/>
            <p:nvPr/>
          </p:nvSpPr>
          <p:spPr>
            <a:xfrm>
              <a:off x="7123829" y="2090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9" name="pt28189"/>
            <p:cNvSpPr/>
            <p:nvPr/>
          </p:nvSpPr>
          <p:spPr>
            <a:xfrm>
              <a:off x="6973110" y="1898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0" name="pt28190"/>
            <p:cNvSpPr/>
            <p:nvPr/>
          </p:nvSpPr>
          <p:spPr>
            <a:xfrm>
              <a:off x="7194566" y="2030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1" name="pt28191"/>
            <p:cNvSpPr/>
            <p:nvPr/>
          </p:nvSpPr>
          <p:spPr>
            <a:xfrm>
              <a:off x="6995645" y="2223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2" name="pt28192"/>
            <p:cNvSpPr/>
            <p:nvPr/>
          </p:nvSpPr>
          <p:spPr>
            <a:xfrm>
              <a:off x="7080439" y="2117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3" name="pt28193"/>
            <p:cNvSpPr/>
            <p:nvPr/>
          </p:nvSpPr>
          <p:spPr>
            <a:xfrm>
              <a:off x="6958110" y="1985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4" name="pt28194"/>
            <p:cNvSpPr/>
            <p:nvPr/>
          </p:nvSpPr>
          <p:spPr>
            <a:xfrm>
              <a:off x="6998161" y="2172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5" name="pt28195"/>
            <p:cNvSpPr/>
            <p:nvPr/>
          </p:nvSpPr>
          <p:spPr>
            <a:xfrm>
              <a:off x="6752552" y="2121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6" name="pt28196"/>
            <p:cNvSpPr/>
            <p:nvPr/>
          </p:nvSpPr>
          <p:spPr>
            <a:xfrm>
              <a:off x="6988264" y="1994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7" name="pt28197"/>
            <p:cNvSpPr/>
            <p:nvPr/>
          </p:nvSpPr>
          <p:spPr>
            <a:xfrm>
              <a:off x="7034269" y="212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8" name="pt28198"/>
            <p:cNvSpPr/>
            <p:nvPr/>
          </p:nvSpPr>
          <p:spPr>
            <a:xfrm>
              <a:off x="7115802" y="1964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9" name="pt28199"/>
            <p:cNvSpPr/>
            <p:nvPr/>
          </p:nvSpPr>
          <p:spPr>
            <a:xfrm>
              <a:off x="6794622" y="2393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0" name="pt28200"/>
            <p:cNvSpPr/>
            <p:nvPr/>
          </p:nvSpPr>
          <p:spPr>
            <a:xfrm>
              <a:off x="7294502" y="2030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1" name="pt28201"/>
            <p:cNvSpPr/>
            <p:nvPr/>
          </p:nvSpPr>
          <p:spPr>
            <a:xfrm>
              <a:off x="7211912" y="2105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2" name="pt28202"/>
            <p:cNvSpPr/>
            <p:nvPr/>
          </p:nvSpPr>
          <p:spPr>
            <a:xfrm>
              <a:off x="7055776" y="2123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3" name="pt28203"/>
            <p:cNvSpPr/>
            <p:nvPr/>
          </p:nvSpPr>
          <p:spPr>
            <a:xfrm>
              <a:off x="7057853" y="2071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4" name="pt28204"/>
            <p:cNvSpPr/>
            <p:nvPr/>
          </p:nvSpPr>
          <p:spPr>
            <a:xfrm>
              <a:off x="7043230" y="2245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5" name="pt28205"/>
            <p:cNvSpPr/>
            <p:nvPr/>
          </p:nvSpPr>
          <p:spPr>
            <a:xfrm>
              <a:off x="7217617" y="1863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6" name="pt28206"/>
            <p:cNvSpPr/>
            <p:nvPr/>
          </p:nvSpPr>
          <p:spPr>
            <a:xfrm>
              <a:off x="7434284" y="2323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7" name="pt28207"/>
            <p:cNvSpPr/>
            <p:nvPr/>
          </p:nvSpPr>
          <p:spPr>
            <a:xfrm>
              <a:off x="6999452" y="2052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8" name="pt28208"/>
            <p:cNvSpPr/>
            <p:nvPr/>
          </p:nvSpPr>
          <p:spPr>
            <a:xfrm>
              <a:off x="7104536" y="2261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9" name="pt28209"/>
            <p:cNvSpPr/>
            <p:nvPr/>
          </p:nvSpPr>
          <p:spPr>
            <a:xfrm>
              <a:off x="7064673" y="2129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0" name="pt28210"/>
            <p:cNvSpPr/>
            <p:nvPr/>
          </p:nvSpPr>
          <p:spPr>
            <a:xfrm>
              <a:off x="7048515" y="2167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1" name="pt28211"/>
            <p:cNvSpPr/>
            <p:nvPr/>
          </p:nvSpPr>
          <p:spPr>
            <a:xfrm>
              <a:off x="6756082" y="2438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2" name="pt28212"/>
            <p:cNvSpPr/>
            <p:nvPr/>
          </p:nvSpPr>
          <p:spPr>
            <a:xfrm>
              <a:off x="7017701" y="2036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3" name="pt28213"/>
            <p:cNvSpPr/>
            <p:nvPr/>
          </p:nvSpPr>
          <p:spPr>
            <a:xfrm>
              <a:off x="7117388" y="1953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4" name="pt28214"/>
            <p:cNvSpPr/>
            <p:nvPr/>
          </p:nvSpPr>
          <p:spPr>
            <a:xfrm>
              <a:off x="7275196" y="1871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5" name="pt28215"/>
            <p:cNvSpPr/>
            <p:nvPr/>
          </p:nvSpPr>
          <p:spPr>
            <a:xfrm>
              <a:off x="7122399" y="2050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6" name="pt28216"/>
            <p:cNvSpPr/>
            <p:nvPr/>
          </p:nvSpPr>
          <p:spPr>
            <a:xfrm>
              <a:off x="7396899" y="2301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7" name="pt28217"/>
            <p:cNvSpPr/>
            <p:nvPr/>
          </p:nvSpPr>
          <p:spPr>
            <a:xfrm>
              <a:off x="6930598" y="1843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8" name="pt28218"/>
            <p:cNvSpPr/>
            <p:nvPr/>
          </p:nvSpPr>
          <p:spPr>
            <a:xfrm>
              <a:off x="6702238" y="2420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9" name="pt28219"/>
            <p:cNvSpPr/>
            <p:nvPr/>
          </p:nvSpPr>
          <p:spPr>
            <a:xfrm>
              <a:off x="7083479" y="2052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0" name="pt28220"/>
            <p:cNvSpPr/>
            <p:nvPr/>
          </p:nvSpPr>
          <p:spPr>
            <a:xfrm>
              <a:off x="7092363" y="2385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1" name="pt28221"/>
            <p:cNvSpPr/>
            <p:nvPr/>
          </p:nvSpPr>
          <p:spPr>
            <a:xfrm>
              <a:off x="6928852" y="1991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2" name="pt28222"/>
            <p:cNvSpPr/>
            <p:nvPr/>
          </p:nvSpPr>
          <p:spPr>
            <a:xfrm>
              <a:off x="6764670" y="190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3" name="pt28223"/>
            <p:cNvSpPr/>
            <p:nvPr/>
          </p:nvSpPr>
          <p:spPr>
            <a:xfrm>
              <a:off x="7024278" y="2093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4" name="pt28224"/>
            <p:cNvSpPr/>
            <p:nvPr/>
          </p:nvSpPr>
          <p:spPr>
            <a:xfrm>
              <a:off x="7060311" y="2049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5" name="pt28225"/>
            <p:cNvSpPr/>
            <p:nvPr/>
          </p:nvSpPr>
          <p:spPr>
            <a:xfrm>
              <a:off x="7154568" y="2204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6" name="pt28226"/>
            <p:cNvSpPr/>
            <p:nvPr/>
          </p:nvSpPr>
          <p:spPr>
            <a:xfrm>
              <a:off x="7434549" y="2104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7" name="pt28227"/>
            <p:cNvSpPr/>
            <p:nvPr/>
          </p:nvSpPr>
          <p:spPr>
            <a:xfrm>
              <a:off x="7131734" y="2150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8" name="pt28228"/>
            <p:cNvSpPr/>
            <p:nvPr/>
          </p:nvSpPr>
          <p:spPr>
            <a:xfrm>
              <a:off x="6990462" y="2156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9" name="pt28229"/>
            <p:cNvSpPr/>
            <p:nvPr/>
          </p:nvSpPr>
          <p:spPr>
            <a:xfrm>
              <a:off x="7246570" y="1967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0" name="pt28230"/>
            <p:cNvSpPr/>
            <p:nvPr/>
          </p:nvSpPr>
          <p:spPr>
            <a:xfrm>
              <a:off x="7079155" y="2158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1" name="pt28231"/>
            <p:cNvSpPr/>
            <p:nvPr/>
          </p:nvSpPr>
          <p:spPr>
            <a:xfrm>
              <a:off x="7223355" y="1950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2" name="pt28232"/>
            <p:cNvSpPr/>
            <p:nvPr/>
          </p:nvSpPr>
          <p:spPr>
            <a:xfrm>
              <a:off x="7086785" y="2225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3" name="pt28233"/>
            <p:cNvSpPr/>
            <p:nvPr/>
          </p:nvSpPr>
          <p:spPr>
            <a:xfrm>
              <a:off x="7313182" y="2667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4" name="pt28234"/>
            <p:cNvSpPr/>
            <p:nvPr/>
          </p:nvSpPr>
          <p:spPr>
            <a:xfrm>
              <a:off x="7228657" y="2073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5" name="pt28235"/>
            <p:cNvSpPr/>
            <p:nvPr/>
          </p:nvSpPr>
          <p:spPr>
            <a:xfrm>
              <a:off x="7166438" y="2199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6" name="pt28236"/>
            <p:cNvSpPr/>
            <p:nvPr/>
          </p:nvSpPr>
          <p:spPr>
            <a:xfrm>
              <a:off x="6772302" y="2195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7" name="pt28237"/>
            <p:cNvSpPr/>
            <p:nvPr/>
          </p:nvSpPr>
          <p:spPr>
            <a:xfrm>
              <a:off x="6497923" y="2062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8" name="pt28238"/>
            <p:cNvSpPr/>
            <p:nvPr/>
          </p:nvSpPr>
          <p:spPr>
            <a:xfrm>
              <a:off x="6735103" y="2464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9" name="pt28239"/>
            <p:cNvSpPr/>
            <p:nvPr/>
          </p:nvSpPr>
          <p:spPr>
            <a:xfrm>
              <a:off x="7233469" y="2099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0" name="pt28240"/>
            <p:cNvSpPr/>
            <p:nvPr/>
          </p:nvSpPr>
          <p:spPr>
            <a:xfrm>
              <a:off x="7247706" y="2000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1" name="pt28241"/>
            <p:cNvSpPr/>
            <p:nvPr/>
          </p:nvSpPr>
          <p:spPr>
            <a:xfrm>
              <a:off x="7203118" y="2025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2" name="pt28242"/>
            <p:cNvSpPr/>
            <p:nvPr/>
          </p:nvSpPr>
          <p:spPr>
            <a:xfrm>
              <a:off x="7306550" y="2391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3" name="pt28243"/>
            <p:cNvSpPr/>
            <p:nvPr/>
          </p:nvSpPr>
          <p:spPr>
            <a:xfrm>
              <a:off x="7193741" y="2175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4" name="pt28244"/>
            <p:cNvSpPr/>
            <p:nvPr/>
          </p:nvSpPr>
          <p:spPr>
            <a:xfrm>
              <a:off x="7114331" y="1964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5" name="pt28245"/>
            <p:cNvSpPr/>
            <p:nvPr/>
          </p:nvSpPr>
          <p:spPr>
            <a:xfrm>
              <a:off x="7075606" y="2125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6" name="pt28246"/>
            <p:cNvSpPr/>
            <p:nvPr/>
          </p:nvSpPr>
          <p:spPr>
            <a:xfrm>
              <a:off x="7085540" y="2213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7" name="pt28247"/>
            <p:cNvSpPr/>
            <p:nvPr/>
          </p:nvSpPr>
          <p:spPr>
            <a:xfrm>
              <a:off x="7087349" y="2200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8" name="pt28248"/>
            <p:cNvSpPr/>
            <p:nvPr/>
          </p:nvSpPr>
          <p:spPr>
            <a:xfrm>
              <a:off x="6939846" y="1921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9" name="pt28249"/>
            <p:cNvSpPr/>
            <p:nvPr/>
          </p:nvSpPr>
          <p:spPr>
            <a:xfrm>
              <a:off x="7195705" y="206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0" name="pt28250"/>
            <p:cNvSpPr/>
            <p:nvPr/>
          </p:nvSpPr>
          <p:spPr>
            <a:xfrm>
              <a:off x="7025468" y="1936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1" name="pt28251"/>
            <p:cNvSpPr/>
            <p:nvPr/>
          </p:nvSpPr>
          <p:spPr>
            <a:xfrm>
              <a:off x="6685384" y="2084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2" name="pt28252"/>
            <p:cNvSpPr/>
            <p:nvPr/>
          </p:nvSpPr>
          <p:spPr>
            <a:xfrm>
              <a:off x="7201379" y="2043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3" name="pt28253"/>
            <p:cNvSpPr/>
            <p:nvPr/>
          </p:nvSpPr>
          <p:spPr>
            <a:xfrm>
              <a:off x="7005404" y="1735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4" name="pt28254"/>
            <p:cNvSpPr/>
            <p:nvPr/>
          </p:nvSpPr>
          <p:spPr>
            <a:xfrm>
              <a:off x="7016641" y="2407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5" name="pt28255"/>
            <p:cNvSpPr/>
            <p:nvPr/>
          </p:nvSpPr>
          <p:spPr>
            <a:xfrm>
              <a:off x="7029881" y="2180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6" name="pt28256"/>
            <p:cNvSpPr/>
            <p:nvPr/>
          </p:nvSpPr>
          <p:spPr>
            <a:xfrm>
              <a:off x="6814208" y="2095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7" name="pt28257"/>
            <p:cNvSpPr/>
            <p:nvPr/>
          </p:nvSpPr>
          <p:spPr>
            <a:xfrm>
              <a:off x="7463195" y="2763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8" name="pt28258"/>
            <p:cNvSpPr/>
            <p:nvPr/>
          </p:nvSpPr>
          <p:spPr>
            <a:xfrm>
              <a:off x="7189217" y="2182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9" name="pt28259"/>
            <p:cNvSpPr/>
            <p:nvPr/>
          </p:nvSpPr>
          <p:spPr>
            <a:xfrm>
              <a:off x="7007915" y="1638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0" name="pt28260"/>
            <p:cNvSpPr/>
            <p:nvPr/>
          </p:nvSpPr>
          <p:spPr>
            <a:xfrm>
              <a:off x="7044777" y="2174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1" name="pt28261"/>
            <p:cNvSpPr/>
            <p:nvPr/>
          </p:nvSpPr>
          <p:spPr>
            <a:xfrm>
              <a:off x="7118259" y="1924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2" name="pt28262"/>
            <p:cNvSpPr/>
            <p:nvPr/>
          </p:nvSpPr>
          <p:spPr>
            <a:xfrm>
              <a:off x="7206862" y="1992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3" name="pt28263"/>
            <p:cNvSpPr/>
            <p:nvPr/>
          </p:nvSpPr>
          <p:spPr>
            <a:xfrm>
              <a:off x="7062065" y="2202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4" name="pt28264"/>
            <p:cNvSpPr/>
            <p:nvPr/>
          </p:nvSpPr>
          <p:spPr>
            <a:xfrm>
              <a:off x="7104223" y="2077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5" name="pt28265"/>
            <p:cNvSpPr/>
            <p:nvPr/>
          </p:nvSpPr>
          <p:spPr>
            <a:xfrm>
              <a:off x="7227704" y="2148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6" name="pt28266"/>
            <p:cNvSpPr/>
            <p:nvPr/>
          </p:nvSpPr>
          <p:spPr>
            <a:xfrm>
              <a:off x="7558465" y="2573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7" name="pt28267"/>
            <p:cNvSpPr/>
            <p:nvPr/>
          </p:nvSpPr>
          <p:spPr>
            <a:xfrm>
              <a:off x="6944246" y="2036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8" name="pt28268"/>
            <p:cNvSpPr/>
            <p:nvPr/>
          </p:nvSpPr>
          <p:spPr>
            <a:xfrm>
              <a:off x="7327276" y="2133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9" name="pt28269"/>
            <p:cNvSpPr/>
            <p:nvPr/>
          </p:nvSpPr>
          <p:spPr>
            <a:xfrm>
              <a:off x="6918733" y="2005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0" name="pt28270"/>
            <p:cNvSpPr/>
            <p:nvPr/>
          </p:nvSpPr>
          <p:spPr>
            <a:xfrm>
              <a:off x="7078317" y="2120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1" name="pt28271"/>
            <p:cNvSpPr/>
            <p:nvPr/>
          </p:nvSpPr>
          <p:spPr>
            <a:xfrm>
              <a:off x="7054624" y="2094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2" name="pt28272"/>
            <p:cNvSpPr/>
            <p:nvPr/>
          </p:nvSpPr>
          <p:spPr>
            <a:xfrm>
              <a:off x="7228370" y="2007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3" name="pt28273"/>
            <p:cNvSpPr/>
            <p:nvPr/>
          </p:nvSpPr>
          <p:spPr>
            <a:xfrm>
              <a:off x="7297356" y="2104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4" name="pt28274"/>
            <p:cNvSpPr/>
            <p:nvPr/>
          </p:nvSpPr>
          <p:spPr>
            <a:xfrm>
              <a:off x="7135512" y="2009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5" name="pt28275"/>
            <p:cNvSpPr/>
            <p:nvPr/>
          </p:nvSpPr>
          <p:spPr>
            <a:xfrm>
              <a:off x="6955825" y="2029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6" name="pt28276"/>
            <p:cNvSpPr/>
            <p:nvPr/>
          </p:nvSpPr>
          <p:spPr>
            <a:xfrm>
              <a:off x="6903300" y="2037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7" name="pt28277"/>
            <p:cNvSpPr/>
            <p:nvPr/>
          </p:nvSpPr>
          <p:spPr>
            <a:xfrm>
              <a:off x="6983982" y="2301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8" name="pt28278"/>
            <p:cNvSpPr/>
            <p:nvPr/>
          </p:nvSpPr>
          <p:spPr>
            <a:xfrm>
              <a:off x="7060073" y="2083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9" name="pt28279"/>
            <p:cNvSpPr/>
            <p:nvPr/>
          </p:nvSpPr>
          <p:spPr>
            <a:xfrm>
              <a:off x="7074306" y="2183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0" name="pt28280"/>
            <p:cNvSpPr/>
            <p:nvPr/>
          </p:nvSpPr>
          <p:spPr>
            <a:xfrm>
              <a:off x="7050391" y="2165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1" name="pt28281"/>
            <p:cNvSpPr/>
            <p:nvPr/>
          </p:nvSpPr>
          <p:spPr>
            <a:xfrm>
              <a:off x="7073294" y="2045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2" name="pt28282"/>
            <p:cNvSpPr/>
            <p:nvPr/>
          </p:nvSpPr>
          <p:spPr>
            <a:xfrm>
              <a:off x="7339534" y="2124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3" name="pt28283"/>
            <p:cNvSpPr/>
            <p:nvPr/>
          </p:nvSpPr>
          <p:spPr>
            <a:xfrm>
              <a:off x="7190601" y="2197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4" name="pt28284"/>
            <p:cNvSpPr/>
            <p:nvPr/>
          </p:nvSpPr>
          <p:spPr>
            <a:xfrm>
              <a:off x="7019047" y="2248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5" name="pt28285"/>
            <p:cNvSpPr/>
            <p:nvPr/>
          </p:nvSpPr>
          <p:spPr>
            <a:xfrm>
              <a:off x="7089159" y="2225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6" name="pt28286"/>
            <p:cNvSpPr/>
            <p:nvPr/>
          </p:nvSpPr>
          <p:spPr>
            <a:xfrm>
              <a:off x="6873075" y="2062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7" name="pt28287"/>
            <p:cNvSpPr/>
            <p:nvPr/>
          </p:nvSpPr>
          <p:spPr>
            <a:xfrm>
              <a:off x="7001780" y="2102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8" name="pt28288"/>
            <p:cNvSpPr/>
            <p:nvPr/>
          </p:nvSpPr>
          <p:spPr>
            <a:xfrm>
              <a:off x="7199296" y="1903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9" name="pt28289"/>
            <p:cNvSpPr/>
            <p:nvPr/>
          </p:nvSpPr>
          <p:spPr>
            <a:xfrm>
              <a:off x="7233479" y="2107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0" name="pt28290"/>
            <p:cNvSpPr/>
            <p:nvPr/>
          </p:nvSpPr>
          <p:spPr>
            <a:xfrm>
              <a:off x="7066568" y="2065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1" name="pt28291"/>
            <p:cNvSpPr/>
            <p:nvPr/>
          </p:nvSpPr>
          <p:spPr>
            <a:xfrm>
              <a:off x="7262006" y="2122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2" name="pt28292"/>
            <p:cNvSpPr/>
            <p:nvPr/>
          </p:nvSpPr>
          <p:spPr>
            <a:xfrm>
              <a:off x="6981104" y="2025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3" name="pt28293"/>
            <p:cNvSpPr/>
            <p:nvPr/>
          </p:nvSpPr>
          <p:spPr>
            <a:xfrm>
              <a:off x="7247122" y="1988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4" name="pt28294"/>
            <p:cNvSpPr/>
            <p:nvPr/>
          </p:nvSpPr>
          <p:spPr>
            <a:xfrm>
              <a:off x="7226771" y="2058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5" name="pt28295"/>
            <p:cNvSpPr/>
            <p:nvPr/>
          </p:nvSpPr>
          <p:spPr>
            <a:xfrm>
              <a:off x="7136071" y="1968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6" name="pt28296"/>
            <p:cNvSpPr/>
            <p:nvPr/>
          </p:nvSpPr>
          <p:spPr>
            <a:xfrm>
              <a:off x="6888110" y="2200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7" name="pt28297"/>
            <p:cNvSpPr/>
            <p:nvPr/>
          </p:nvSpPr>
          <p:spPr>
            <a:xfrm>
              <a:off x="6979350" y="2181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8" name="pt28298"/>
            <p:cNvSpPr/>
            <p:nvPr/>
          </p:nvSpPr>
          <p:spPr>
            <a:xfrm>
              <a:off x="7185965" y="1960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9" name="pt28299"/>
            <p:cNvSpPr/>
            <p:nvPr/>
          </p:nvSpPr>
          <p:spPr>
            <a:xfrm>
              <a:off x="7047268" y="2076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0" name="pt28300"/>
            <p:cNvSpPr/>
            <p:nvPr/>
          </p:nvSpPr>
          <p:spPr>
            <a:xfrm>
              <a:off x="7159055" y="2361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1" name="pt28301"/>
            <p:cNvSpPr/>
            <p:nvPr/>
          </p:nvSpPr>
          <p:spPr>
            <a:xfrm>
              <a:off x="7224713" y="2028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2" name="pt28302"/>
            <p:cNvSpPr/>
            <p:nvPr/>
          </p:nvSpPr>
          <p:spPr>
            <a:xfrm>
              <a:off x="7087957" y="2322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3" name="pt28303"/>
            <p:cNvSpPr/>
            <p:nvPr/>
          </p:nvSpPr>
          <p:spPr>
            <a:xfrm>
              <a:off x="7050439" y="2109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4" name="pt28304"/>
            <p:cNvSpPr/>
            <p:nvPr/>
          </p:nvSpPr>
          <p:spPr>
            <a:xfrm>
              <a:off x="7086695" y="2199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5" name="pt28305"/>
            <p:cNvSpPr/>
            <p:nvPr/>
          </p:nvSpPr>
          <p:spPr>
            <a:xfrm>
              <a:off x="6961901" y="2097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6" name="pt28306"/>
            <p:cNvSpPr/>
            <p:nvPr/>
          </p:nvSpPr>
          <p:spPr>
            <a:xfrm>
              <a:off x="6632605" y="2219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7" name="pt28307"/>
            <p:cNvSpPr/>
            <p:nvPr/>
          </p:nvSpPr>
          <p:spPr>
            <a:xfrm>
              <a:off x="6950667" y="1919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8" name="pt28308"/>
            <p:cNvSpPr/>
            <p:nvPr/>
          </p:nvSpPr>
          <p:spPr>
            <a:xfrm>
              <a:off x="7069831" y="2204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9" name="pt28309"/>
            <p:cNvSpPr/>
            <p:nvPr/>
          </p:nvSpPr>
          <p:spPr>
            <a:xfrm>
              <a:off x="7208063" y="1983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0" name="pt28310"/>
            <p:cNvSpPr/>
            <p:nvPr/>
          </p:nvSpPr>
          <p:spPr>
            <a:xfrm>
              <a:off x="6772791" y="2063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1" name="pt28311"/>
            <p:cNvSpPr/>
            <p:nvPr/>
          </p:nvSpPr>
          <p:spPr>
            <a:xfrm>
              <a:off x="7028959" y="2028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2" name="pt28312"/>
            <p:cNvSpPr/>
            <p:nvPr/>
          </p:nvSpPr>
          <p:spPr>
            <a:xfrm>
              <a:off x="7337528" y="2078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3" name="pt28313"/>
            <p:cNvSpPr/>
            <p:nvPr/>
          </p:nvSpPr>
          <p:spPr>
            <a:xfrm>
              <a:off x="7137574" y="1985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4" name="pt28314"/>
            <p:cNvSpPr/>
            <p:nvPr/>
          </p:nvSpPr>
          <p:spPr>
            <a:xfrm>
              <a:off x="7111806" y="1983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5" name="pt28315"/>
            <p:cNvSpPr/>
            <p:nvPr/>
          </p:nvSpPr>
          <p:spPr>
            <a:xfrm>
              <a:off x="7200163" y="2102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6" name="pt28316"/>
            <p:cNvSpPr/>
            <p:nvPr/>
          </p:nvSpPr>
          <p:spPr>
            <a:xfrm>
              <a:off x="6823421" y="2038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7" name="pt28317"/>
            <p:cNvSpPr/>
            <p:nvPr/>
          </p:nvSpPr>
          <p:spPr>
            <a:xfrm>
              <a:off x="7108102" y="205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8" name="pt28318"/>
            <p:cNvSpPr/>
            <p:nvPr/>
          </p:nvSpPr>
          <p:spPr>
            <a:xfrm>
              <a:off x="6830388" y="2029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9" name="pt28319"/>
            <p:cNvSpPr/>
            <p:nvPr/>
          </p:nvSpPr>
          <p:spPr>
            <a:xfrm>
              <a:off x="7094106" y="2292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0" name="pt28320"/>
            <p:cNvSpPr/>
            <p:nvPr/>
          </p:nvSpPr>
          <p:spPr>
            <a:xfrm>
              <a:off x="7105417" y="2034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1" name="pt28321"/>
            <p:cNvSpPr/>
            <p:nvPr/>
          </p:nvSpPr>
          <p:spPr>
            <a:xfrm>
              <a:off x="7245030" y="2013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2" name="pt28322"/>
            <p:cNvSpPr/>
            <p:nvPr/>
          </p:nvSpPr>
          <p:spPr>
            <a:xfrm>
              <a:off x="7715089" y="2621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3" name="pt28323"/>
            <p:cNvSpPr/>
            <p:nvPr/>
          </p:nvSpPr>
          <p:spPr>
            <a:xfrm>
              <a:off x="7040976" y="2243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4" name="pt28324"/>
            <p:cNvSpPr/>
            <p:nvPr/>
          </p:nvSpPr>
          <p:spPr>
            <a:xfrm>
              <a:off x="7058737" y="193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5" name="pt28325"/>
            <p:cNvSpPr/>
            <p:nvPr/>
          </p:nvSpPr>
          <p:spPr>
            <a:xfrm>
              <a:off x="6936740" y="2150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6" name="pt28326"/>
            <p:cNvSpPr/>
            <p:nvPr/>
          </p:nvSpPr>
          <p:spPr>
            <a:xfrm>
              <a:off x="7374314" y="2256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7" name="pt28327"/>
            <p:cNvSpPr/>
            <p:nvPr/>
          </p:nvSpPr>
          <p:spPr>
            <a:xfrm>
              <a:off x="7317940" y="2374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8" name="pt28328"/>
            <p:cNvSpPr/>
            <p:nvPr/>
          </p:nvSpPr>
          <p:spPr>
            <a:xfrm>
              <a:off x="7447272" y="208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9" name="pt28329"/>
            <p:cNvSpPr/>
            <p:nvPr/>
          </p:nvSpPr>
          <p:spPr>
            <a:xfrm>
              <a:off x="7123188" y="2055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0" name="pt28330"/>
            <p:cNvSpPr/>
            <p:nvPr/>
          </p:nvSpPr>
          <p:spPr>
            <a:xfrm>
              <a:off x="6952325" y="1733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1" name="pt28331"/>
            <p:cNvSpPr/>
            <p:nvPr/>
          </p:nvSpPr>
          <p:spPr>
            <a:xfrm>
              <a:off x="7026110" y="2030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2" name="pt28332"/>
            <p:cNvSpPr/>
            <p:nvPr/>
          </p:nvSpPr>
          <p:spPr>
            <a:xfrm>
              <a:off x="7139530" y="2015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3" name="pt28333"/>
            <p:cNvSpPr/>
            <p:nvPr/>
          </p:nvSpPr>
          <p:spPr>
            <a:xfrm>
              <a:off x="7034494" y="2220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4" name="pt28334"/>
            <p:cNvSpPr/>
            <p:nvPr/>
          </p:nvSpPr>
          <p:spPr>
            <a:xfrm>
              <a:off x="7007510" y="1762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5" name="pt28335"/>
            <p:cNvSpPr/>
            <p:nvPr/>
          </p:nvSpPr>
          <p:spPr>
            <a:xfrm>
              <a:off x="6942716" y="2008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6" name="pt28336"/>
            <p:cNvSpPr/>
            <p:nvPr/>
          </p:nvSpPr>
          <p:spPr>
            <a:xfrm>
              <a:off x="7139110" y="2117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7" name="pt28337"/>
            <p:cNvSpPr/>
            <p:nvPr/>
          </p:nvSpPr>
          <p:spPr>
            <a:xfrm>
              <a:off x="7033998" y="2209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8" name="pt28338"/>
            <p:cNvSpPr/>
            <p:nvPr/>
          </p:nvSpPr>
          <p:spPr>
            <a:xfrm>
              <a:off x="6890612" y="2146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9" name="pt28339"/>
            <p:cNvSpPr/>
            <p:nvPr/>
          </p:nvSpPr>
          <p:spPr>
            <a:xfrm>
              <a:off x="7201863" y="2116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0" name="pt28340"/>
            <p:cNvSpPr/>
            <p:nvPr/>
          </p:nvSpPr>
          <p:spPr>
            <a:xfrm>
              <a:off x="7090608" y="2181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1" name="pt28341"/>
            <p:cNvSpPr/>
            <p:nvPr/>
          </p:nvSpPr>
          <p:spPr>
            <a:xfrm>
              <a:off x="7318259" y="2530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2" name="pt28342"/>
            <p:cNvSpPr/>
            <p:nvPr/>
          </p:nvSpPr>
          <p:spPr>
            <a:xfrm>
              <a:off x="7030047" y="2151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3" name="pt28343"/>
            <p:cNvSpPr/>
            <p:nvPr/>
          </p:nvSpPr>
          <p:spPr>
            <a:xfrm>
              <a:off x="7118241" y="1985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4" name="pt28344"/>
            <p:cNvSpPr/>
            <p:nvPr/>
          </p:nvSpPr>
          <p:spPr>
            <a:xfrm>
              <a:off x="7134484" y="2044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5" name="pt28345"/>
            <p:cNvSpPr/>
            <p:nvPr/>
          </p:nvSpPr>
          <p:spPr>
            <a:xfrm>
              <a:off x="7101620" y="2180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6" name="pt28346"/>
            <p:cNvSpPr/>
            <p:nvPr/>
          </p:nvSpPr>
          <p:spPr>
            <a:xfrm>
              <a:off x="7049131" y="2185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7" name="pt28347"/>
            <p:cNvSpPr/>
            <p:nvPr/>
          </p:nvSpPr>
          <p:spPr>
            <a:xfrm>
              <a:off x="7476105" y="2234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8" name="pt28348"/>
            <p:cNvSpPr/>
            <p:nvPr/>
          </p:nvSpPr>
          <p:spPr>
            <a:xfrm>
              <a:off x="6829958" y="2016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9" name="pt28349"/>
            <p:cNvSpPr/>
            <p:nvPr/>
          </p:nvSpPr>
          <p:spPr>
            <a:xfrm>
              <a:off x="7025552" y="1996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0" name="pt28350"/>
            <p:cNvSpPr/>
            <p:nvPr/>
          </p:nvSpPr>
          <p:spPr>
            <a:xfrm>
              <a:off x="7012268" y="2097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1" name="pt28351"/>
            <p:cNvSpPr/>
            <p:nvPr/>
          </p:nvSpPr>
          <p:spPr>
            <a:xfrm>
              <a:off x="7039458" y="2225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2" name="pt28352"/>
            <p:cNvSpPr/>
            <p:nvPr/>
          </p:nvSpPr>
          <p:spPr>
            <a:xfrm>
              <a:off x="7416529" y="2361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3" name="pt28353"/>
            <p:cNvSpPr/>
            <p:nvPr/>
          </p:nvSpPr>
          <p:spPr>
            <a:xfrm>
              <a:off x="7105378" y="2097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4" name="pt28354"/>
            <p:cNvSpPr/>
            <p:nvPr/>
          </p:nvSpPr>
          <p:spPr>
            <a:xfrm>
              <a:off x="6795688" y="2214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5" name="pt28355"/>
            <p:cNvSpPr/>
            <p:nvPr/>
          </p:nvSpPr>
          <p:spPr>
            <a:xfrm>
              <a:off x="7242106" y="1916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6" name="pt28356"/>
            <p:cNvSpPr/>
            <p:nvPr/>
          </p:nvSpPr>
          <p:spPr>
            <a:xfrm>
              <a:off x="7105478" y="1905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7" name="pt28357"/>
            <p:cNvSpPr/>
            <p:nvPr/>
          </p:nvSpPr>
          <p:spPr>
            <a:xfrm>
              <a:off x="7260247" y="1854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8" name="pt28358"/>
            <p:cNvSpPr/>
            <p:nvPr/>
          </p:nvSpPr>
          <p:spPr>
            <a:xfrm>
              <a:off x="7167676" y="2096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9" name="pt28359"/>
            <p:cNvSpPr/>
            <p:nvPr/>
          </p:nvSpPr>
          <p:spPr>
            <a:xfrm>
              <a:off x="7242801" y="1957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0" name="pt28360"/>
            <p:cNvSpPr/>
            <p:nvPr/>
          </p:nvSpPr>
          <p:spPr>
            <a:xfrm>
              <a:off x="7056361" y="2008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1" name="pt28361"/>
            <p:cNvSpPr/>
            <p:nvPr/>
          </p:nvSpPr>
          <p:spPr>
            <a:xfrm>
              <a:off x="7017936" y="2246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2" name="pt28362"/>
            <p:cNvSpPr/>
            <p:nvPr/>
          </p:nvSpPr>
          <p:spPr>
            <a:xfrm>
              <a:off x="7109428" y="2098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3" name="pt28363"/>
            <p:cNvSpPr/>
            <p:nvPr/>
          </p:nvSpPr>
          <p:spPr>
            <a:xfrm>
              <a:off x="6986618" y="225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4" name="pt28364"/>
            <p:cNvSpPr/>
            <p:nvPr/>
          </p:nvSpPr>
          <p:spPr>
            <a:xfrm>
              <a:off x="7088424" y="2172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5" name="pt28365"/>
            <p:cNvSpPr/>
            <p:nvPr/>
          </p:nvSpPr>
          <p:spPr>
            <a:xfrm>
              <a:off x="7076261" y="2034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6" name="pt28366"/>
            <p:cNvSpPr/>
            <p:nvPr/>
          </p:nvSpPr>
          <p:spPr>
            <a:xfrm>
              <a:off x="7046017" y="2159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7" name="pt28367"/>
            <p:cNvSpPr/>
            <p:nvPr/>
          </p:nvSpPr>
          <p:spPr>
            <a:xfrm>
              <a:off x="6794070" y="2171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8" name="pt28368"/>
            <p:cNvSpPr/>
            <p:nvPr/>
          </p:nvSpPr>
          <p:spPr>
            <a:xfrm>
              <a:off x="7145271" y="1992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9" name="pt28369"/>
            <p:cNvSpPr/>
            <p:nvPr/>
          </p:nvSpPr>
          <p:spPr>
            <a:xfrm>
              <a:off x="7148428" y="2230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0" name="pt28370"/>
            <p:cNvSpPr/>
            <p:nvPr/>
          </p:nvSpPr>
          <p:spPr>
            <a:xfrm>
              <a:off x="7095219" y="2258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1" name="pt28371"/>
            <p:cNvSpPr/>
            <p:nvPr/>
          </p:nvSpPr>
          <p:spPr>
            <a:xfrm>
              <a:off x="7272497" y="2093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2" name="pt28372"/>
            <p:cNvSpPr/>
            <p:nvPr/>
          </p:nvSpPr>
          <p:spPr>
            <a:xfrm>
              <a:off x="7118965" y="1973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3" name="pt28373"/>
            <p:cNvSpPr/>
            <p:nvPr/>
          </p:nvSpPr>
          <p:spPr>
            <a:xfrm>
              <a:off x="7153288" y="2255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4" name="pt28374"/>
            <p:cNvSpPr/>
            <p:nvPr/>
          </p:nvSpPr>
          <p:spPr>
            <a:xfrm>
              <a:off x="7137152" y="2050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5" name="pt28375"/>
            <p:cNvSpPr/>
            <p:nvPr/>
          </p:nvSpPr>
          <p:spPr>
            <a:xfrm>
              <a:off x="6971258" y="1708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6" name="pt28376"/>
            <p:cNvSpPr/>
            <p:nvPr/>
          </p:nvSpPr>
          <p:spPr>
            <a:xfrm>
              <a:off x="7043746" y="2242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7" name="pt28377"/>
            <p:cNvSpPr/>
            <p:nvPr/>
          </p:nvSpPr>
          <p:spPr>
            <a:xfrm>
              <a:off x="7231910" y="2084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8" name="pt28378"/>
            <p:cNvSpPr/>
            <p:nvPr/>
          </p:nvSpPr>
          <p:spPr>
            <a:xfrm>
              <a:off x="7013235" y="2033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9" name="pt28379"/>
            <p:cNvSpPr/>
            <p:nvPr/>
          </p:nvSpPr>
          <p:spPr>
            <a:xfrm>
              <a:off x="7195859" y="2072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0" name="pt28380"/>
            <p:cNvSpPr/>
            <p:nvPr/>
          </p:nvSpPr>
          <p:spPr>
            <a:xfrm>
              <a:off x="7214944" y="2105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1" name="pt28381"/>
            <p:cNvSpPr/>
            <p:nvPr/>
          </p:nvSpPr>
          <p:spPr>
            <a:xfrm>
              <a:off x="7341496" y="1994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2" name="pt28382"/>
            <p:cNvSpPr/>
            <p:nvPr/>
          </p:nvSpPr>
          <p:spPr>
            <a:xfrm>
              <a:off x="7001213" y="1952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3" name="pt28383"/>
            <p:cNvSpPr/>
            <p:nvPr/>
          </p:nvSpPr>
          <p:spPr>
            <a:xfrm>
              <a:off x="7061926" y="2188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4" name="pt28384"/>
            <p:cNvSpPr/>
            <p:nvPr/>
          </p:nvSpPr>
          <p:spPr>
            <a:xfrm>
              <a:off x="7109292" y="2043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5" name="pt28385"/>
            <p:cNvSpPr/>
            <p:nvPr/>
          </p:nvSpPr>
          <p:spPr>
            <a:xfrm>
              <a:off x="7320025" y="2747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6" name="pt28386"/>
            <p:cNvSpPr/>
            <p:nvPr/>
          </p:nvSpPr>
          <p:spPr>
            <a:xfrm>
              <a:off x="7243689" y="1895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7" name="pt28387"/>
            <p:cNvSpPr/>
            <p:nvPr/>
          </p:nvSpPr>
          <p:spPr>
            <a:xfrm>
              <a:off x="6971276" y="1920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8" name="pt28388"/>
            <p:cNvSpPr/>
            <p:nvPr/>
          </p:nvSpPr>
          <p:spPr>
            <a:xfrm>
              <a:off x="7034386" y="2235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9" name="pt28389"/>
            <p:cNvSpPr/>
            <p:nvPr/>
          </p:nvSpPr>
          <p:spPr>
            <a:xfrm>
              <a:off x="7014666" y="2270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0" name="pt28390"/>
            <p:cNvSpPr/>
            <p:nvPr/>
          </p:nvSpPr>
          <p:spPr>
            <a:xfrm>
              <a:off x="6951965" y="2074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1" name="pt28391"/>
            <p:cNvSpPr/>
            <p:nvPr/>
          </p:nvSpPr>
          <p:spPr>
            <a:xfrm>
              <a:off x="7073340" y="2096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2" name="pt28392"/>
            <p:cNvSpPr/>
            <p:nvPr/>
          </p:nvSpPr>
          <p:spPr>
            <a:xfrm>
              <a:off x="6965054" y="1987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3" name="pt28393"/>
            <p:cNvSpPr/>
            <p:nvPr/>
          </p:nvSpPr>
          <p:spPr>
            <a:xfrm>
              <a:off x="6715593" y="2415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4" name="pt28394"/>
            <p:cNvSpPr/>
            <p:nvPr/>
          </p:nvSpPr>
          <p:spPr>
            <a:xfrm>
              <a:off x="7242500" y="2038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5" name="pt28395"/>
            <p:cNvSpPr/>
            <p:nvPr/>
          </p:nvSpPr>
          <p:spPr>
            <a:xfrm>
              <a:off x="7352631" y="2586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6" name="pt28396"/>
            <p:cNvSpPr/>
            <p:nvPr/>
          </p:nvSpPr>
          <p:spPr>
            <a:xfrm>
              <a:off x="7205289" y="2132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7" name="pt28397"/>
            <p:cNvSpPr/>
            <p:nvPr/>
          </p:nvSpPr>
          <p:spPr>
            <a:xfrm>
              <a:off x="7069072" y="2124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8" name="pt28398"/>
            <p:cNvSpPr/>
            <p:nvPr/>
          </p:nvSpPr>
          <p:spPr>
            <a:xfrm>
              <a:off x="6903828" y="1980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9" name="pt28399"/>
            <p:cNvSpPr/>
            <p:nvPr/>
          </p:nvSpPr>
          <p:spPr>
            <a:xfrm>
              <a:off x="7044154" y="2171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0" name="pt28400"/>
            <p:cNvSpPr/>
            <p:nvPr/>
          </p:nvSpPr>
          <p:spPr>
            <a:xfrm>
              <a:off x="7041756" y="2168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1" name="pt28401"/>
            <p:cNvSpPr/>
            <p:nvPr/>
          </p:nvSpPr>
          <p:spPr>
            <a:xfrm>
              <a:off x="7421597" y="2271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2" name="pt28402"/>
            <p:cNvSpPr/>
            <p:nvPr/>
          </p:nvSpPr>
          <p:spPr>
            <a:xfrm>
              <a:off x="7248829" y="1844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3" name="pt28403"/>
            <p:cNvSpPr/>
            <p:nvPr/>
          </p:nvSpPr>
          <p:spPr>
            <a:xfrm>
              <a:off x="7128615" y="2117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4" name="pt28404"/>
            <p:cNvSpPr/>
            <p:nvPr/>
          </p:nvSpPr>
          <p:spPr>
            <a:xfrm>
              <a:off x="7276809" y="2017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5" name="pt28405"/>
            <p:cNvSpPr/>
            <p:nvPr/>
          </p:nvSpPr>
          <p:spPr>
            <a:xfrm>
              <a:off x="7073521" y="2090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6" name="pt28406"/>
            <p:cNvSpPr/>
            <p:nvPr/>
          </p:nvSpPr>
          <p:spPr>
            <a:xfrm>
              <a:off x="7018817" y="2229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7" name="pt28407"/>
            <p:cNvSpPr/>
            <p:nvPr/>
          </p:nvSpPr>
          <p:spPr>
            <a:xfrm>
              <a:off x="7286225" y="2081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8" name="pt28408"/>
            <p:cNvSpPr/>
            <p:nvPr/>
          </p:nvSpPr>
          <p:spPr>
            <a:xfrm>
              <a:off x="7298417" y="2255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9" name="pt28409"/>
            <p:cNvSpPr/>
            <p:nvPr/>
          </p:nvSpPr>
          <p:spPr>
            <a:xfrm>
              <a:off x="7182593" y="1956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0" name="pt28410"/>
            <p:cNvSpPr/>
            <p:nvPr/>
          </p:nvSpPr>
          <p:spPr>
            <a:xfrm>
              <a:off x="7064940" y="2125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1" name="pt28411"/>
            <p:cNvSpPr/>
            <p:nvPr/>
          </p:nvSpPr>
          <p:spPr>
            <a:xfrm>
              <a:off x="6973807" y="1784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2" name="pt28412"/>
            <p:cNvSpPr/>
            <p:nvPr/>
          </p:nvSpPr>
          <p:spPr>
            <a:xfrm>
              <a:off x="7046037" y="2137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3" name="pt28413"/>
            <p:cNvSpPr/>
            <p:nvPr/>
          </p:nvSpPr>
          <p:spPr>
            <a:xfrm>
              <a:off x="7125624" y="2077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4" name="pt28414"/>
            <p:cNvSpPr/>
            <p:nvPr/>
          </p:nvSpPr>
          <p:spPr>
            <a:xfrm>
              <a:off x="6876956" y="2138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5" name="pt28415"/>
            <p:cNvSpPr/>
            <p:nvPr/>
          </p:nvSpPr>
          <p:spPr>
            <a:xfrm>
              <a:off x="7090576" y="2149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6" name="pt28416"/>
            <p:cNvSpPr/>
            <p:nvPr/>
          </p:nvSpPr>
          <p:spPr>
            <a:xfrm>
              <a:off x="7019922" y="2118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7" name="pt28417"/>
            <p:cNvSpPr/>
            <p:nvPr/>
          </p:nvSpPr>
          <p:spPr>
            <a:xfrm>
              <a:off x="7003284" y="1971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8" name="pt28418"/>
            <p:cNvSpPr/>
            <p:nvPr/>
          </p:nvSpPr>
          <p:spPr>
            <a:xfrm>
              <a:off x="6907432" y="1882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9" name="pt28419"/>
            <p:cNvSpPr/>
            <p:nvPr/>
          </p:nvSpPr>
          <p:spPr>
            <a:xfrm>
              <a:off x="7095289" y="2266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0" name="pt28420"/>
            <p:cNvSpPr/>
            <p:nvPr/>
          </p:nvSpPr>
          <p:spPr>
            <a:xfrm>
              <a:off x="7190745" y="2258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1" name="pt28421"/>
            <p:cNvSpPr/>
            <p:nvPr/>
          </p:nvSpPr>
          <p:spPr>
            <a:xfrm>
              <a:off x="7109026" y="2049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2" name="pt28422"/>
            <p:cNvSpPr/>
            <p:nvPr/>
          </p:nvSpPr>
          <p:spPr>
            <a:xfrm>
              <a:off x="6936410" y="2078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3" name="pt28423"/>
            <p:cNvSpPr/>
            <p:nvPr/>
          </p:nvSpPr>
          <p:spPr>
            <a:xfrm>
              <a:off x="7037148" y="2220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4" name="pt28424"/>
            <p:cNvSpPr/>
            <p:nvPr/>
          </p:nvSpPr>
          <p:spPr>
            <a:xfrm>
              <a:off x="7197839" y="2170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5" name="pt28425"/>
            <p:cNvSpPr/>
            <p:nvPr/>
          </p:nvSpPr>
          <p:spPr>
            <a:xfrm>
              <a:off x="6985360" y="2188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6" name="pt28426"/>
            <p:cNvSpPr/>
            <p:nvPr/>
          </p:nvSpPr>
          <p:spPr>
            <a:xfrm>
              <a:off x="7145605" y="2052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7" name="pt28427"/>
            <p:cNvSpPr/>
            <p:nvPr/>
          </p:nvSpPr>
          <p:spPr>
            <a:xfrm>
              <a:off x="7089564" y="2272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8" name="pt28428"/>
            <p:cNvSpPr/>
            <p:nvPr/>
          </p:nvSpPr>
          <p:spPr>
            <a:xfrm>
              <a:off x="7137451" y="2002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9" name="pt28429"/>
            <p:cNvSpPr/>
            <p:nvPr/>
          </p:nvSpPr>
          <p:spPr>
            <a:xfrm>
              <a:off x="7136642" y="1978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0" name="pt28430"/>
            <p:cNvSpPr/>
            <p:nvPr/>
          </p:nvSpPr>
          <p:spPr>
            <a:xfrm>
              <a:off x="6936762" y="2051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1" name="pt28431"/>
            <p:cNvSpPr/>
            <p:nvPr/>
          </p:nvSpPr>
          <p:spPr>
            <a:xfrm>
              <a:off x="6719143" y="2308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2" name="pt28432"/>
            <p:cNvSpPr/>
            <p:nvPr/>
          </p:nvSpPr>
          <p:spPr>
            <a:xfrm>
              <a:off x="7026465" y="2129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3" name="pt28433"/>
            <p:cNvSpPr/>
            <p:nvPr/>
          </p:nvSpPr>
          <p:spPr>
            <a:xfrm>
              <a:off x="6912671" y="1921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4" name="pt28434"/>
            <p:cNvSpPr/>
            <p:nvPr/>
          </p:nvSpPr>
          <p:spPr>
            <a:xfrm>
              <a:off x="6827844" y="1718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5" name="pt28435"/>
            <p:cNvSpPr/>
            <p:nvPr/>
          </p:nvSpPr>
          <p:spPr>
            <a:xfrm>
              <a:off x="7064762" y="2131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6" name="pt28436"/>
            <p:cNvSpPr/>
            <p:nvPr/>
          </p:nvSpPr>
          <p:spPr>
            <a:xfrm>
              <a:off x="6631214" y="1682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7" name="pt28437"/>
            <p:cNvSpPr/>
            <p:nvPr/>
          </p:nvSpPr>
          <p:spPr>
            <a:xfrm>
              <a:off x="7299136" y="2003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8" name="pt28438"/>
            <p:cNvSpPr/>
            <p:nvPr/>
          </p:nvSpPr>
          <p:spPr>
            <a:xfrm>
              <a:off x="6923374" y="1990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9" name="pt28439"/>
            <p:cNvSpPr/>
            <p:nvPr/>
          </p:nvSpPr>
          <p:spPr>
            <a:xfrm>
              <a:off x="7203989" y="2013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0" name="pt28440"/>
            <p:cNvSpPr/>
            <p:nvPr/>
          </p:nvSpPr>
          <p:spPr>
            <a:xfrm>
              <a:off x="7067407" y="2069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1" name="pt28441"/>
            <p:cNvSpPr/>
            <p:nvPr/>
          </p:nvSpPr>
          <p:spPr>
            <a:xfrm>
              <a:off x="7121985" y="2058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2" name="pt28442"/>
            <p:cNvSpPr/>
            <p:nvPr/>
          </p:nvSpPr>
          <p:spPr>
            <a:xfrm>
              <a:off x="7112637" y="2016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3" name="pt28443"/>
            <p:cNvSpPr/>
            <p:nvPr/>
          </p:nvSpPr>
          <p:spPr>
            <a:xfrm>
              <a:off x="7221384" y="2003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4" name="pt28444"/>
            <p:cNvSpPr/>
            <p:nvPr/>
          </p:nvSpPr>
          <p:spPr>
            <a:xfrm>
              <a:off x="7148256" y="2127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5" name="pt28445"/>
            <p:cNvSpPr/>
            <p:nvPr/>
          </p:nvSpPr>
          <p:spPr>
            <a:xfrm>
              <a:off x="7014880" y="2216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6" name="pt28446"/>
            <p:cNvSpPr/>
            <p:nvPr/>
          </p:nvSpPr>
          <p:spPr>
            <a:xfrm>
              <a:off x="7126109" y="2121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7" name="pt28447"/>
            <p:cNvSpPr/>
            <p:nvPr/>
          </p:nvSpPr>
          <p:spPr>
            <a:xfrm>
              <a:off x="7280949" y="1764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8" name="pt28448"/>
            <p:cNvSpPr/>
            <p:nvPr/>
          </p:nvSpPr>
          <p:spPr>
            <a:xfrm>
              <a:off x="7136340" y="2037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9" name="pt28449"/>
            <p:cNvSpPr/>
            <p:nvPr/>
          </p:nvSpPr>
          <p:spPr>
            <a:xfrm>
              <a:off x="7349217" y="2620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0" name="pt28450"/>
            <p:cNvSpPr/>
            <p:nvPr/>
          </p:nvSpPr>
          <p:spPr>
            <a:xfrm>
              <a:off x="7110855" y="2089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1" name="pt28451"/>
            <p:cNvSpPr/>
            <p:nvPr/>
          </p:nvSpPr>
          <p:spPr>
            <a:xfrm>
              <a:off x="7161992" y="2197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2" name="pt28452"/>
            <p:cNvSpPr/>
            <p:nvPr/>
          </p:nvSpPr>
          <p:spPr>
            <a:xfrm>
              <a:off x="7352795" y="225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3" name="pt28453"/>
            <p:cNvSpPr/>
            <p:nvPr/>
          </p:nvSpPr>
          <p:spPr>
            <a:xfrm>
              <a:off x="7327824" y="2136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4" name="pt28454"/>
            <p:cNvSpPr/>
            <p:nvPr/>
          </p:nvSpPr>
          <p:spPr>
            <a:xfrm>
              <a:off x="7222364" y="2118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5" name="pt28455"/>
            <p:cNvSpPr/>
            <p:nvPr/>
          </p:nvSpPr>
          <p:spPr>
            <a:xfrm>
              <a:off x="7154969" y="238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6" name="pt28456"/>
            <p:cNvSpPr/>
            <p:nvPr/>
          </p:nvSpPr>
          <p:spPr>
            <a:xfrm>
              <a:off x="6724904" y="2618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7" name="pt28457"/>
            <p:cNvSpPr/>
            <p:nvPr/>
          </p:nvSpPr>
          <p:spPr>
            <a:xfrm>
              <a:off x="7071984" y="2081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8" name="pt28458"/>
            <p:cNvSpPr/>
            <p:nvPr/>
          </p:nvSpPr>
          <p:spPr>
            <a:xfrm>
              <a:off x="6935143" y="2129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9" name="pt28459"/>
            <p:cNvSpPr/>
            <p:nvPr/>
          </p:nvSpPr>
          <p:spPr>
            <a:xfrm>
              <a:off x="7148085" y="1999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0" name="pt28460"/>
            <p:cNvSpPr/>
            <p:nvPr/>
          </p:nvSpPr>
          <p:spPr>
            <a:xfrm>
              <a:off x="6736136" y="2552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1" name="pt28461"/>
            <p:cNvSpPr/>
            <p:nvPr/>
          </p:nvSpPr>
          <p:spPr>
            <a:xfrm>
              <a:off x="6651892" y="2037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2" name="pt28462"/>
            <p:cNvSpPr/>
            <p:nvPr/>
          </p:nvSpPr>
          <p:spPr>
            <a:xfrm>
              <a:off x="7082820" y="2118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3" name="pt28463"/>
            <p:cNvSpPr/>
            <p:nvPr/>
          </p:nvSpPr>
          <p:spPr>
            <a:xfrm>
              <a:off x="6963750" y="1902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4" name="pt28464"/>
            <p:cNvSpPr/>
            <p:nvPr/>
          </p:nvSpPr>
          <p:spPr>
            <a:xfrm>
              <a:off x="6852250" y="2213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5" name="pt28465"/>
            <p:cNvSpPr/>
            <p:nvPr/>
          </p:nvSpPr>
          <p:spPr>
            <a:xfrm>
              <a:off x="7077977" y="2135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6" name="pt28466"/>
            <p:cNvSpPr/>
            <p:nvPr/>
          </p:nvSpPr>
          <p:spPr>
            <a:xfrm>
              <a:off x="7134763" y="2033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7" name="pt28467"/>
            <p:cNvSpPr/>
            <p:nvPr/>
          </p:nvSpPr>
          <p:spPr>
            <a:xfrm>
              <a:off x="7000427" y="2134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8" name="pt28468"/>
            <p:cNvSpPr/>
            <p:nvPr/>
          </p:nvSpPr>
          <p:spPr>
            <a:xfrm>
              <a:off x="7184328" y="1960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9" name="pt28469"/>
            <p:cNvSpPr/>
            <p:nvPr/>
          </p:nvSpPr>
          <p:spPr>
            <a:xfrm>
              <a:off x="7374932" y="2611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0" name="pt28470"/>
            <p:cNvSpPr/>
            <p:nvPr/>
          </p:nvSpPr>
          <p:spPr>
            <a:xfrm>
              <a:off x="7129766" y="211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1" name="pt28471"/>
            <p:cNvSpPr/>
            <p:nvPr/>
          </p:nvSpPr>
          <p:spPr>
            <a:xfrm>
              <a:off x="7093059" y="2194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2" name="pt28472"/>
            <p:cNvSpPr/>
            <p:nvPr/>
          </p:nvSpPr>
          <p:spPr>
            <a:xfrm>
              <a:off x="7043542" y="2266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3" name="pt28473"/>
            <p:cNvSpPr/>
            <p:nvPr/>
          </p:nvSpPr>
          <p:spPr>
            <a:xfrm>
              <a:off x="6979116" y="2142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4" name="pt28474"/>
            <p:cNvSpPr/>
            <p:nvPr/>
          </p:nvSpPr>
          <p:spPr>
            <a:xfrm>
              <a:off x="7061525" y="2143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5" name="pt28475"/>
            <p:cNvSpPr/>
            <p:nvPr/>
          </p:nvSpPr>
          <p:spPr>
            <a:xfrm>
              <a:off x="7173573" y="2004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6" name="pt28476"/>
            <p:cNvSpPr/>
            <p:nvPr/>
          </p:nvSpPr>
          <p:spPr>
            <a:xfrm>
              <a:off x="7051457" y="2070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7" name="pt28477"/>
            <p:cNvSpPr/>
            <p:nvPr/>
          </p:nvSpPr>
          <p:spPr>
            <a:xfrm>
              <a:off x="7055924" y="2136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8" name="pt28478"/>
            <p:cNvSpPr/>
            <p:nvPr/>
          </p:nvSpPr>
          <p:spPr>
            <a:xfrm>
              <a:off x="7124655" y="2046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9" name="pt28479"/>
            <p:cNvSpPr/>
            <p:nvPr/>
          </p:nvSpPr>
          <p:spPr>
            <a:xfrm>
              <a:off x="7111987" y="1984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0" name="pt28480"/>
            <p:cNvSpPr/>
            <p:nvPr/>
          </p:nvSpPr>
          <p:spPr>
            <a:xfrm>
              <a:off x="6959686" y="1995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1" name="pt28481"/>
            <p:cNvSpPr/>
            <p:nvPr/>
          </p:nvSpPr>
          <p:spPr>
            <a:xfrm>
              <a:off x="7133239" y="2023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2" name="pt28482"/>
            <p:cNvSpPr/>
            <p:nvPr/>
          </p:nvSpPr>
          <p:spPr>
            <a:xfrm>
              <a:off x="7364064" y="2784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3" name="pt28483"/>
            <p:cNvSpPr/>
            <p:nvPr/>
          </p:nvSpPr>
          <p:spPr>
            <a:xfrm>
              <a:off x="7160064" y="2189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4" name="pt28484"/>
            <p:cNvSpPr/>
            <p:nvPr/>
          </p:nvSpPr>
          <p:spPr>
            <a:xfrm>
              <a:off x="7189584" y="2220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5" name="pt28485"/>
            <p:cNvSpPr/>
            <p:nvPr/>
          </p:nvSpPr>
          <p:spPr>
            <a:xfrm>
              <a:off x="7177007" y="2107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6" name="pt28486"/>
            <p:cNvSpPr/>
            <p:nvPr/>
          </p:nvSpPr>
          <p:spPr>
            <a:xfrm>
              <a:off x="7297835" y="2051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7" name="pt28487"/>
            <p:cNvSpPr/>
            <p:nvPr/>
          </p:nvSpPr>
          <p:spPr>
            <a:xfrm>
              <a:off x="7195030" y="1994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8" name="pt28488"/>
            <p:cNvSpPr/>
            <p:nvPr/>
          </p:nvSpPr>
          <p:spPr>
            <a:xfrm>
              <a:off x="7223809" y="2036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9" name="pt28489"/>
            <p:cNvSpPr/>
            <p:nvPr/>
          </p:nvSpPr>
          <p:spPr>
            <a:xfrm>
              <a:off x="6893752" y="2207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0" name="pt28490"/>
            <p:cNvSpPr/>
            <p:nvPr/>
          </p:nvSpPr>
          <p:spPr>
            <a:xfrm>
              <a:off x="7027828" y="2111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1" name="pt28491"/>
            <p:cNvSpPr/>
            <p:nvPr/>
          </p:nvSpPr>
          <p:spPr>
            <a:xfrm>
              <a:off x="7071119" y="2089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2" name="pt28492"/>
            <p:cNvSpPr/>
            <p:nvPr/>
          </p:nvSpPr>
          <p:spPr>
            <a:xfrm>
              <a:off x="7238341" y="1935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3" name="pt28493"/>
            <p:cNvSpPr/>
            <p:nvPr/>
          </p:nvSpPr>
          <p:spPr>
            <a:xfrm>
              <a:off x="7105062" y="2067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4" name="pt28494"/>
            <p:cNvSpPr/>
            <p:nvPr/>
          </p:nvSpPr>
          <p:spPr>
            <a:xfrm>
              <a:off x="7259103" y="2090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5" name="pt28495"/>
            <p:cNvSpPr/>
            <p:nvPr/>
          </p:nvSpPr>
          <p:spPr>
            <a:xfrm>
              <a:off x="7060014" y="2229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6" name="pt28496"/>
            <p:cNvSpPr/>
            <p:nvPr/>
          </p:nvSpPr>
          <p:spPr>
            <a:xfrm>
              <a:off x="7181667" y="1952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7" name="pt28497"/>
            <p:cNvSpPr/>
            <p:nvPr/>
          </p:nvSpPr>
          <p:spPr>
            <a:xfrm>
              <a:off x="6853161" y="226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8" name="pt28498"/>
            <p:cNvSpPr/>
            <p:nvPr/>
          </p:nvSpPr>
          <p:spPr>
            <a:xfrm>
              <a:off x="7196402" y="2040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9" name="pt28499"/>
            <p:cNvSpPr/>
            <p:nvPr/>
          </p:nvSpPr>
          <p:spPr>
            <a:xfrm>
              <a:off x="6990785" y="2268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0" name="pt28500"/>
            <p:cNvSpPr/>
            <p:nvPr/>
          </p:nvSpPr>
          <p:spPr>
            <a:xfrm>
              <a:off x="7260495" y="1950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1" name="pt28501"/>
            <p:cNvSpPr/>
            <p:nvPr/>
          </p:nvSpPr>
          <p:spPr>
            <a:xfrm>
              <a:off x="6984938" y="2268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2" name="pt28502"/>
            <p:cNvSpPr/>
            <p:nvPr/>
          </p:nvSpPr>
          <p:spPr>
            <a:xfrm>
              <a:off x="7108534" y="206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3" name="pt28503"/>
            <p:cNvSpPr/>
            <p:nvPr/>
          </p:nvSpPr>
          <p:spPr>
            <a:xfrm>
              <a:off x="7102732" y="2062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4" name="pt28504"/>
            <p:cNvSpPr/>
            <p:nvPr/>
          </p:nvSpPr>
          <p:spPr>
            <a:xfrm>
              <a:off x="7316538" y="2523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5" name="pt28505"/>
            <p:cNvSpPr/>
            <p:nvPr/>
          </p:nvSpPr>
          <p:spPr>
            <a:xfrm>
              <a:off x="7060273" y="2201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6" name="pt28506"/>
            <p:cNvSpPr/>
            <p:nvPr/>
          </p:nvSpPr>
          <p:spPr>
            <a:xfrm>
              <a:off x="7168533" y="2298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7" name="pt28507"/>
            <p:cNvSpPr/>
            <p:nvPr/>
          </p:nvSpPr>
          <p:spPr>
            <a:xfrm>
              <a:off x="7173323" y="1822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8" name="pt28508"/>
            <p:cNvSpPr/>
            <p:nvPr/>
          </p:nvSpPr>
          <p:spPr>
            <a:xfrm>
              <a:off x="7209511" y="2175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9" name="pt28509"/>
            <p:cNvSpPr/>
            <p:nvPr/>
          </p:nvSpPr>
          <p:spPr>
            <a:xfrm>
              <a:off x="7082862" y="2144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0" name="pt28510"/>
            <p:cNvSpPr/>
            <p:nvPr/>
          </p:nvSpPr>
          <p:spPr>
            <a:xfrm>
              <a:off x="6952298" y="1876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1" name="pt28511"/>
            <p:cNvSpPr/>
            <p:nvPr/>
          </p:nvSpPr>
          <p:spPr>
            <a:xfrm>
              <a:off x="7138013" y="1902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2" name="pt28512"/>
            <p:cNvSpPr/>
            <p:nvPr/>
          </p:nvSpPr>
          <p:spPr>
            <a:xfrm>
              <a:off x="7084021" y="2129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3" name="pt28513"/>
            <p:cNvSpPr/>
            <p:nvPr/>
          </p:nvSpPr>
          <p:spPr>
            <a:xfrm>
              <a:off x="7066036" y="2081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4" name="pt28514"/>
            <p:cNvSpPr/>
            <p:nvPr/>
          </p:nvSpPr>
          <p:spPr>
            <a:xfrm>
              <a:off x="7057415" y="2101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5" name="pt28515"/>
            <p:cNvSpPr/>
            <p:nvPr/>
          </p:nvSpPr>
          <p:spPr>
            <a:xfrm>
              <a:off x="6881526" y="1892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6" name="pt28516"/>
            <p:cNvSpPr/>
            <p:nvPr/>
          </p:nvSpPr>
          <p:spPr>
            <a:xfrm>
              <a:off x="7287738" y="1978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7" name="pt28517"/>
            <p:cNvSpPr/>
            <p:nvPr/>
          </p:nvSpPr>
          <p:spPr>
            <a:xfrm>
              <a:off x="7056419" y="2063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8" name="pt28518"/>
            <p:cNvSpPr/>
            <p:nvPr/>
          </p:nvSpPr>
          <p:spPr>
            <a:xfrm>
              <a:off x="7091323" y="2371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9" name="pt28519"/>
            <p:cNvSpPr/>
            <p:nvPr/>
          </p:nvSpPr>
          <p:spPr>
            <a:xfrm>
              <a:off x="6989094" y="2194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0" name="pt28520"/>
            <p:cNvSpPr/>
            <p:nvPr/>
          </p:nvSpPr>
          <p:spPr>
            <a:xfrm>
              <a:off x="7039443" y="2097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1" name="pt28521"/>
            <p:cNvSpPr/>
            <p:nvPr/>
          </p:nvSpPr>
          <p:spPr>
            <a:xfrm>
              <a:off x="7146477" y="1974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2" name="pt28522"/>
            <p:cNvSpPr/>
            <p:nvPr/>
          </p:nvSpPr>
          <p:spPr>
            <a:xfrm>
              <a:off x="7104819" y="2117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3" name="pt28523"/>
            <p:cNvSpPr/>
            <p:nvPr/>
          </p:nvSpPr>
          <p:spPr>
            <a:xfrm>
              <a:off x="6936207" y="2040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4" name="pt28524"/>
            <p:cNvSpPr/>
            <p:nvPr/>
          </p:nvSpPr>
          <p:spPr>
            <a:xfrm>
              <a:off x="7205935" y="1837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5" name="pt28525"/>
            <p:cNvSpPr/>
            <p:nvPr/>
          </p:nvSpPr>
          <p:spPr>
            <a:xfrm>
              <a:off x="7422011" y="2326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6" name="pt28526"/>
            <p:cNvSpPr/>
            <p:nvPr/>
          </p:nvSpPr>
          <p:spPr>
            <a:xfrm>
              <a:off x="7228488" y="2108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7" name="pt28527"/>
            <p:cNvSpPr/>
            <p:nvPr/>
          </p:nvSpPr>
          <p:spPr>
            <a:xfrm>
              <a:off x="7073851" y="2132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8" name="pt28528"/>
            <p:cNvSpPr/>
            <p:nvPr/>
          </p:nvSpPr>
          <p:spPr>
            <a:xfrm>
              <a:off x="6986975" y="2283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9" name="pt28529"/>
            <p:cNvSpPr/>
            <p:nvPr/>
          </p:nvSpPr>
          <p:spPr>
            <a:xfrm>
              <a:off x="6971173" y="169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0" name="pt28530"/>
            <p:cNvSpPr/>
            <p:nvPr/>
          </p:nvSpPr>
          <p:spPr>
            <a:xfrm>
              <a:off x="6980122" y="2144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1" name="pt28531"/>
            <p:cNvSpPr/>
            <p:nvPr/>
          </p:nvSpPr>
          <p:spPr>
            <a:xfrm>
              <a:off x="7074618" y="2129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2" name="pt28532"/>
            <p:cNvSpPr/>
            <p:nvPr/>
          </p:nvSpPr>
          <p:spPr>
            <a:xfrm>
              <a:off x="7124329" y="2035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3" name="pt28533"/>
            <p:cNvSpPr/>
            <p:nvPr/>
          </p:nvSpPr>
          <p:spPr>
            <a:xfrm>
              <a:off x="6794560" y="2399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4" name="pt28534"/>
            <p:cNvSpPr/>
            <p:nvPr/>
          </p:nvSpPr>
          <p:spPr>
            <a:xfrm>
              <a:off x="6974388" y="192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5" name="pt28535"/>
            <p:cNvSpPr/>
            <p:nvPr/>
          </p:nvSpPr>
          <p:spPr>
            <a:xfrm>
              <a:off x="7190410" y="2161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6" name="pt28536"/>
            <p:cNvSpPr/>
            <p:nvPr/>
          </p:nvSpPr>
          <p:spPr>
            <a:xfrm>
              <a:off x="7030474" y="2203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7" name="pt28537"/>
            <p:cNvSpPr/>
            <p:nvPr/>
          </p:nvSpPr>
          <p:spPr>
            <a:xfrm>
              <a:off x="6949852" y="1959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8" name="pt28538"/>
            <p:cNvSpPr/>
            <p:nvPr/>
          </p:nvSpPr>
          <p:spPr>
            <a:xfrm>
              <a:off x="6706916" y="2524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9" name="pt28539"/>
            <p:cNvSpPr/>
            <p:nvPr/>
          </p:nvSpPr>
          <p:spPr>
            <a:xfrm>
              <a:off x="7318413" y="2613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0" name="pt28540"/>
            <p:cNvSpPr/>
            <p:nvPr/>
          </p:nvSpPr>
          <p:spPr>
            <a:xfrm>
              <a:off x="6971455" y="1952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1" name="pt28541"/>
            <p:cNvSpPr/>
            <p:nvPr/>
          </p:nvSpPr>
          <p:spPr>
            <a:xfrm>
              <a:off x="7100891" y="2270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2" name="pt28542"/>
            <p:cNvSpPr/>
            <p:nvPr/>
          </p:nvSpPr>
          <p:spPr>
            <a:xfrm>
              <a:off x="7385257" y="2207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3" name="pt28543"/>
            <p:cNvSpPr/>
            <p:nvPr/>
          </p:nvSpPr>
          <p:spPr>
            <a:xfrm>
              <a:off x="7166700" y="206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4" name="pt28544"/>
            <p:cNvSpPr/>
            <p:nvPr/>
          </p:nvSpPr>
          <p:spPr>
            <a:xfrm>
              <a:off x="7083793" y="2128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5" name="pt28545"/>
            <p:cNvSpPr/>
            <p:nvPr/>
          </p:nvSpPr>
          <p:spPr>
            <a:xfrm>
              <a:off x="6849680" y="2177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6" name="pt28546"/>
            <p:cNvSpPr/>
            <p:nvPr/>
          </p:nvSpPr>
          <p:spPr>
            <a:xfrm>
              <a:off x="7065332" y="2111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7" name="pt28547"/>
            <p:cNvSpPr/>
            <p:nvPr/>
          </p:nvSpPr>
          <p:spPr>
            <a:xfrm>
              <a:off x="6826925" y="1821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8" name="pt28548"/>
            <p:cNvSpPr/>
            <p:nvPr/>
          </p:nvSpPr>
          <p:spPr>
            <a:xfrm>
              <a:off x="6838040" y="1876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9" name="pt28549"/>
            <p:cNvSpPr/>
            <p:nvPr/>
          </p:nvSpPr>
          <p:spPr>
            <a:xfrm>
              <a:off x="7424385" y="2182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0" name="pt28550"/>
            <p:cNvSpPr/>
            <p:nvPr/>
          </p:nvSpPr>
          <p:spPr>
            <a:xfrm>
              <a:off x="7098329" y="2238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1" name="pt28551"/>
            <p:cNvSpPr/>
            <p:nvPr/>
          </p:nvSpPr>
          <p:spPr>
            <a:xfrm>
              <a:off x="7158482" y="2259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2" name="pt28552"/>
            <p:cNvSpPr/>
            <p:nvPr/>
          </p:nvSpPr>
          <p:spPr>
            <a:xfrm>
              <a:off x="7079997" y="2188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3" name="pt28553"/>
            <p:cNvSpPr/>
            <p:nvPr/>
          </p:nvSpPr>
          <p:spPr>
            <a:xfrm>
              <a:off x="7055463" y="2061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4" name="pt28554"/>
            <p:cNvSpPr/>
            <p:nvPr/>
          </p:nvSpPr>
          <p:spPr>
            <a:xfrm>
              <a:off x="6695314" y="2252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5" name="pt28555"/>
            <p:cNvSpPr/>
            <p:nvPr/>
          </p:nvSpPr>
          <p:spPr>
            <a:xfrm>
              <a:off x="7126456" y="2098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6" name="pt28556"/>
            <p:cNvSpPr/>
            <p:nvPr/>
          </p:nvSpPr>
          <p:spPr>
            <a:xfrm>
              <a:off x="7088088" y="2311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7" name="pt28557"/>
            <p:cNvSpPr/>
            <p:nvPr/>
          </p:nvSpPr>
          <p:spPr>
            <a:xfrm>
              <a:off x="6873869" y="2024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8" name="pt28558"/>
            <p:cNvSpPr/>
            <p:nvPr/>
          </p:nvSpPr>
          <p:spPr>
            <a:xfrm>
              <a:off x="7060159" y="2184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9" name="pt28559"/>
            <p:cNvSpPr/>
            <p:nvPr/>
          </p:nvSpPr>
          <p:spPr>
            <a:xfrm>
              <a:off x="7122457" y="2075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0" name="pt28560"/>
            <p:cNvSpPr/>
            <p:nvPr/>
          </p:nvSpPr>
          <p:spPr>
            <a:xfrm>
              <a:off x="7515436" y="1923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1" name="pt28561"/>
            <p:cNvSpPr/>
            <p:nvPr/>
          </p:nvSpPr>
          <p:spPr>
            <a:xfrm>
              <a:off x="6964287" y="2048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2" name="pt28562"/>
            <p:cNvSpPr/>
            <p:nvPr/>
          </p:nvSpPr>
          <p:spPr>
            <a:xfrm>
              <a:off x="6896823" y="2076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3" name="pt28563"/>
            <p:cNvSpPr/>
            <p:nvPr/>
          </p:nvSpPr>
          <p:spPr>
            <a:xfrm>
              <a:off x="7204632" y="2088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4" name="pt28564"/>
            <p:cNvSpPr/>
            <p:nvPr/>
          </p:nvSpPr>
          <p:spPr>
            <a:xfrm>
              <a:off x="7183588" y="2147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5" name="pt28565"/>
            <p:cNvSpPr/>
            <p:nvPr/>
          </p:nvSpPr>
          <p:spPr>
            <a:xfrm>
              <a:off x="7099710" y="2307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6" name="pt28566"/>
            <p:cNvSpPr/>
            <p:nvPr/>
          </p:nvSpPr>
          <p:spPr>
            <a:xfrm>
              <a:off x="6993658" y="2281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7" name="pt28567"/>
            <p:cNvSpPr/>
            <p:nvPr/>
          </p:nvSpPr>
          <p:spPr>
            <a:xfrm>
              <a:off x="7117087" y="1925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8" name="pt28568"/>
            <p:cNvSpPr/>
            <p:nvPr/>
          </p:nvSpPr>
          <p:spPr>
            <a:xfrm>
              <a:off x="6929080" y="1892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9" name="pt28569"/>
            <p:cNvSpPr/>
            <p:nvPr/>
          </p:nvSpPr>
          <p:spPr>
            <a:xfrm>
              <a:off x="7043157" y="2221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0" name="pt28570"/>
            <p:cNvSpPr/>
            <p:nvPr/>
          </p:nvSpPr>
          <p:spPr>
            <a:xfrm>
              <a:off x="7029994" y="2162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1" name="pt28571"/>
            <p:cNvSpPr/>
            <p:nvPr/>
          </p:nvSpPr>
          <p:spPr>
            <a:xfrm>
              <a:off x="6908478" y="1947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2" name="pt28572"/>
            <p:cNvSpPr/>
            <p:nvPr/>
          </p:nvSpPr>
          <p:spPr>
            <a:xfrm>
              <a:off x="7072651" y="2078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3" name="pt28573"/>
            <p:cNvSpPr/>
            <p:nvPr/>
          </p:nvSpPr>
          <p:spPr>
            <a:xfrm>
              <a:off x="7106419" y="1839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4" name="pt28574"/>
            <p:cNvSpPr/>
            <p:nvPr/>
          </p:nvSpPr>
          <p:spPr>
            <a:xfrm>
              <a:off x="7160687" y="2310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5" name="pt28575"/>
            <p:cNvSpPr/>
            <p:nvPr/>
          </p:nvSpPr>
          <p:spPr>
            <a:xfrm>
              <a:off x="7080673" y="2159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6" name="pt28576"/>
            <p:cNvSpPr/>
            <p:nvPr/>
          </p:nvSpPr>
          <p:spPr>
            <a:xfrm>
              <a:off x="6989865" y="2307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7" name="pt28577"/>
            <p:cNvSpPr/>
            <p:nvPr/>
          </p:nvSpPr>
          <p:spPr>
            <a:xfrm>
              <a:off x="7504225" y="2598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8" name="pt28578"/>
            <p:cNvSpPr/>
            <p:nvPr/>
          </p:nvSpPr>
          <p:spPr>
            <a:xfrm>
              <a:off x="7035073" y="2188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9" name="pt28579"/>
            <p:cNvSpPr/>
            <p:nvPr/>
          </p:nvSpPr>
          <p:spPr>
            <a:xfrm>
              <a:off x="6986018" y="2209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0" name="pt28580"/>
            <p:cNvSpPr/>
            <p:nvPr/>
          </p:nvSpPr>
          <p:spPr>
            <a:xfrm>
              <a:off x="7146369" y="1940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1" name="pt28581"/>
            <p:cNvSpPr/>
            <p:nvPr/>
          </p:nvSpPr>
          <p:spPr>
            <a:xfrm>
              <a:off x="7146237" y="2006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2" name="pt28582"/>
            <p:cNvSpPr/>
            <p:nvPr/>
          </p:nvSpPr>
          <p:spPr>
            <a:xfrm>
              <a:off x="6913633" y="1913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3" name="pt28583"/>
            <p:cNvSpPr/>
            <p:nvPr/>
          </p:nvSpPr>
          <p:spPr>
            <a:xfrm>
              <a:off x="7231725" y="1844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4" name="pt28584"/>
            <p:cNvSpPr/>
            <p:nvPr/>
          </p:nvSpPr>
          <p:spPr>
            <a:xfrm>
              <a:off x="7033936" y="2176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5" name="pt28585"/>
            <p:cNvSpPr/>
            <p:nvPr/>
          </p:nvSpPr>
          <p:spPr>
            <a:xfrm>
              <a:off x="7105217" y="2006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6" name="pt28586"/>
            <p:cNvSpPr/>
            <p:nvPr/>
          </p:nvSpPr>
          <p:spPr>
            <a:xfrm>
              <a:off x="6946521" y="1950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7" name="pt28587"/>
            <p:cNvSpPr/>
            <p:nvPr/>
          </p:nvSpPr>
          <p:spPr>
            <a:xfrm>
              <a:off x="7032138" y="2186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8" name="pt28588"/>
            <p:cNvSpPr/>
            <p:nvPr/>
          </p:nvSpPr>
          <p:spPr>
            <a:xfrm>
              <a:off x="7095797" y="2319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9" name="pt28589"/>
            <p:cNvSpPr/>
            <p:nvPr/>
          </p:nvSpPr>
          <p:spPr>
            <a:xfrm>
              <a:off x="6893621" y="2061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0" name="pt28590"/>
            <p:cNvSpPr/>
            <p:nvPr/>
          </p:nvSpPr>
          <p:spPr>
            <a:xfrm>
              <a:off x="7119720" y="1972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1" name="pt28591"/>
            <p:cNvSpPr/>
            <p:nvPr/>
          </p:nvSpPr>
          <p:spPr>
            <a:xfrm>
              <a:off x="6851335" y="2189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2" name="pt28592"/>
            <p:cNvSpPr/>
            <p:nvPr/>
          </p:nvSpPr>
          <p:spPr>
            <a:xfrm>
              <a:off x="6957990" y="2070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3" name="pt28593"/>
            <p:cNvSpPr/>
            <p:nvPr/>
          </p:nvSpPr>
          <p:spPr>
            <a:xfrm>
              <a:off x="6936957" y="2029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4" name="pt28594"/>
            <p:cNvSpPr/>
            <p:nvPr/>
          </p:nvSpPr>
          <p:spPr>
            <a:xfrm>
              <a:off x="7195238" y="2087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5" name="pt28595"/>
            <p:cNvSpPr/>
            <p:nvPr/>
          </p:nvSpPr>
          <p:spPr>
            <a:xfrm>
              <a:off x="7646704" y="2296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6" name="pt28596"/>
            <p:cNvSpPr/>
            <p:nvPr/>
          </p:nvSpPr>
          <p:spPr>
            <a:xfrm>
              <a:off x="7011473" y="2121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7" name="pt28597"/>
            <p:cNvSpPr/>
            <p:nvPr/>
          </p:nvSpPr>
          <p:spPr>
            <a:xfrm>
              <a:off x="7147289" y="2018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8" name="pt28598"/>
            <p:cNvSpPr/>
            <p:nvPr/>
          </p:nvSpPr>
          <p:spPr>
            <a:xfrm>
              <a:off x="7157432" y="2174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9" name="pt28599"/>
            <p:cNvSpPr/>
            <p:nvPr/>
          </p:nvSpPr>
          <p:spPr>
            <a:xfrm>
              <a:off x="7086128" y="2179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0" name="pt28600"/>
            <p:cNvSpPr/>
            <p:nvPr/>
          </p:nvSpPr>
          <p:spPr>
            <a:xfrm>
              <a:off x="7059298" y="2059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1" name="pt28601"/>
            <p:cNvSpPr/>
            <p:nvPr/>
          </p:nvSpPr>
          <p:spPr>
            <a:xfrm>
              <a:off x="7235929" y="1983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2" name="pt28602"/>
            <p:cNvSpPr/>
            <p:nvPr/>
          </p:nvSpPr>
          <p:spPr>
            <a:xfrm>
              <a:off x="6904750" y="1888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3" name="pt28603"/>
            <p:cNvSpPr/>
            <p:nvPr/>
          </p:nvSpPr>
          <p:spPr>
            <a:xfrm>
              <a:off x="7252652" y="1920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4" name="pt28604"/>
            <p:cNvSpPr/>
            <p:nvPr/>
          </p:nvSpPr>
          <p:spPr>
            <a:xfrm>
              <a:off x="7298929" y="2154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5" name="pt28605"/>
            <p:cNvSpPr/>
            <p:nvPr/>
          </p:nvSpPr>
          <p:spPr>
            <a:xfrm>
              <a:off x="7187125" y="1685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6" name="pt28606"/>
            <p:cNvSpPr/>
            <p:nvPr/>
          </p:nvSpPr>
          <p:spPr>
            <a:xfrm>
              <a:off x="7142370" y="2197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7" name="pt28607"/>
            <p:cNvSpPr/>
            <p:nvPr/>
          </p:nvSpPr>
          <p:spPr>
            <a:xfrm>
              <a:off x="7032468" y="2213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8" name="pt28608"/>
            <p:cNvSpPr/>
            <p:nvPr/>
          </p:nvSpPr>
          <p:spPr>
            <a:xfrm>
              <a:off x="7132131" y="2111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9" name="pt28609"/>
            <p:cNvSpPr/>
            <p:nvPr/>
          </p:nvSpPr>
          <p:spPr>
            <a:xfrm>
              <a:off x="7096339" y="2363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0" name="pt28610"/>
            <p:cNvSpPr/>
            <p:nvPr/>
          </p:nvSpPr>
          <p:spPr>
            <a:xfrm>
              <a:off x="6759154" y="2395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1" name="pt28611"/>
            <p:cNvSpPr/>
            <p:nvPr/>
          </p:nvSpPr>
          <p:spPr>
            <a:xfrm>
              <a:off x="7168368" y="2010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2" name="pt28612"/>
            <p:cNvSpPr/>
            <p:nvPr/>
          </p:nvSpPr>
          <p:spPr>
            <a:xfrm>
              <a:off x="6700568" y="255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3" name="pt28613"/>
            <p:cNvSpPr/>
            <p:nvPr/>
          </p:nvSpPr>
          <p:spPr>
            <a:xfrm>
              <a:off x="7035961" y="2165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4" name="pt28614"/>
            <p:cNvSpPr/>
            <p:nvPr/>
          </p:nvSpPr>
          <p:spPr>
            <a:xfrm>
              <a:off x="7229789" y="2116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5" name="pt28615"/>
            <p:cNvSpPr/>
            <p:nvPr/>
          </p:nvSpPr>
          <p:spPr>
            <a:xfrm>
              <a:off x="7070542" y="2119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6" name="pt28616"/>
            <p:cNvSpPr/>
            <p:nvPr/>
          </p:nvSpPr>
          <p:spPr>
            <a:xfrm>
              <a:off x="7263558" y="1855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7" name="pt28617"/>
            <p:cNvSpPr/>
            <p:nvPr/>
          </p:nvSpPr>
          <p:spPr>
            <a:xfrm>
              <a:off x="7131378" y="2147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8" name="pt28618"/>
            <p:cNvSpPr/>
            <p:nvPr/>
          </p:nvSpPr>
          <p:spPr>
            <a:xfrm>
              <a:off x="7186912" y="1945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9" name="pt28619"/>
            <p:cNvSpPr/>
            <p:nvPr/>
          </p:nvSpPr>
          <p:spPr>
            <a:xfrm>
              <a:off x="7165656" y="2361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0" name="pt28620"/>
            <p:cNvSpPr/>
            <p:nvPr/>
          </p:nvSpPr>
          <p:spPr>
            <a:xfrm>
              <a:off x="7123086" y="202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1" name="pt28621"/>
            <p:cNvSpPr/>
            <p:nvPr/>
          </p:nvSpPr>
          <p:spPr>
            <a:xfrm>
              <a:off x="7095685" y="2294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2" name="pt28622"/>
            <p:cNvSpPr/>
            <p:nvPr/>
          </p:nvSpPr>
          <p:spPr>
            <a:xfrm>
              <a:off x="6943705" y="1920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3" name="pt28623"/>
            <p:cNvSpPr/>
            <p:nvPr/>
          </p:nvSpPr>
          <p:spPr>
            <a:xfrm>
              <a:off x="7063384" y="2139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4" name="pt28624"/>
            <p:cNvSpPr/>
            <p:nvPr/>
          </p:nvSpPr>
          <p:spPr>
            <a:xfrm>
              <a:off x="7020509" y="2167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5" name="pt28625"/>
            <p:cNvSpPr/>
            <p:nvPr/>
          </p:nvSpPr>
          <p:spPr>
            <a:xfrm>
              <a:off x="7302847" y="1851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6" name="pt28626"/>
            <p:cNvSpPr/>
            <p:nvPr/>
          </p:nvSpPr>
          <p:spPr>
            <a:xfrm>
              <a:off x="7414953" y="2669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7" name="pt28627"/>
            <p:cNvSpPr/>
            <p:nvPr/>
          </p:nvSpPr>
          <p:spPr>
            <a:xfrm>
              <a:off x="6915409" y="2016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8" name="pt28628"/>
            <p:cNvSpPr/>
            <p:nvPr/>
          </p:nvSpPr>
          <p:spPr>
            <a:xfrm>
              <a:off x="7060947" y="2182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9" name="pt28629"/>
            <p:cNvSpPr/>
            <p:nvPr/>
          </p:nvSpPr>
          <p:spPr>
            <a:xfrm>
              <a:off x="7029987" y="2195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0" name="pt28630"/>
            <p:cNvSpPr/>
            <p:nvPr/>
          </p:nvSpPr>
          <p:spPr>
            <a:xfrm>
              <a:off x="7273956" y="2046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1" name="pt28631"/>
            <p:cNvSpPr/>
            <p:nvPr/>
          </p:nvSpPr>
          <p:spPr>
            <a:xfrm>
              <a:off x="7012932" y="2066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2" name="pt28632"/>
            <p:cNvSpPr/>
            <p:nvPr/>
          </p:nvSpPr>
          <p:spPr>
            <a:xfrm>
              <a:off x="7011063" y="2111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3" name="pt28633"/>
            <p:cNvSpPr/>
            <p:nvPr/>
          </p:nvSpPr>
          <p:spPr>
            <a:xfrm>
              <a:off x="7054375" y="2133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4" name="pt28634"/>
            <p:cNvSpPr/>
            <p:nvPr/>
          </p:nvSpPr>
          <p:spPr>
            <a:xfrm>
              <a:off x="6945899" y="1890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5" name="pt28635"/>
            <p:cNvSpPr/>
            <p:nvPr/>
          </p:nvSpPr>
          <p:spPr>
            <a:xfrm>
              <a:off x="6912925" y="1937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6" name="pt28636"/>
            <p:cNvSpPr/>
            <p:nvPr/>
          </p:nvSpPr>
          <p:spPr>
            <a:xfrm>
              <a:off x="7284481" y="1988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7" name="pt28637"/>
            <p:cNvSpPr/>
            <p:nvPr/>
          </p:nvSpPr>
          <p:spPr>
            <a:xfrm>
              <a:off x="6834976" y="1731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8" name="pt28638"/>
            <p:cNvSpPr/>
            <p:nvPr/>
          </p:nvSpPr>
          <p:spPr>
            <a:xfrm>
              <a:off x="7119603" y="1893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9" name="pt28639"/>
            <p:cNvSpPr/>
            <p:nvPr/>
          </p:nvSpPr>
          <p:spPr>
            <a:xfrm>
              <a:off x="7171063" y="2212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0" name="pt28640"/>
            <p:cNvSpPr/>
            <p:nvPr/>
          </p:nvSpPr>
          <p:spPr>
            <a:xfrm>
              <a:off x="7194926" y="2074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1" name="pt28641"/>
            <p:cNvSpPr/>
            <p:nvPr/>
          </p:nvSpPr>
          <p:spPr>
            <a:xfrm>
              <a:off x="7030222" y="2125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2" name="pt28642"/>
            <p:cNvSpPr/>
            <p:nvPr/>
          </p:nvSpPr>
          <p:spPr>
            <a:xfrm>
              <a:off x="7308744" y="2286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3" name="pt28643"/>
            <p:cNvSpPr/>
            <p:nvPr/>
          </p:nvSpPr>
          <p:spPr>
            <a:xfrm>
              <a:off x="7046063" y="2157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4" name="pt28644"/>
            <p:cNvSpPr/>
            <p:nvPr/>
          </p:nvSpPr>
          <p:spPr>
            <a:xfrm>
              <a:off x="7034872" y="2024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5" name="pt28645"/>
            <p:cNvSpPr/>
            <p:nvPr/>
          </p:nvSpPr>
          <p:spPr>
            <a:xfrm>
              <a:off x="6767877" y="1904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6" name="pt28646"/>
            <p:cNvSpPr/>
            <p:nvPr/>
          </p:nvSpPr>
          <p:spPr>
            <a:xfrm>
              <a:off x="7250335" y="1991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7" name="pt28647"/>
            <p:cNvSpPr/>
            <p:nvPr/>
          </p:nvSpPr>
          <p:spPr>
            <a:xfrm>
              <a:off x="7061517" y="2179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8" name="pt28648"/>
            <p:cNvSpPr/>
            <p:nvPr/>
          </p:nvSpPr>
          <p:spPr>
            <a:xfrm>
              <a:off x="7021512" y="2095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9" name="pt28649"/>
            <p:cNvSpPr/>
            <p:nvPr/>
          </p:nvSpPr>
          <p:spPr>
            <a:xfrm>
              <a:off x="7102353" y="2106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0" name="pt28650"/>
            <p:cNvSpPr/>
            <p:nvPr/>
          </p:nvSpPr>
          <p:spPr>
            <a:xfrm>
              <a:off x="7136674" y="2073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1" name="pt28651"/>
            <p:cNvSpPr/>
            <p:nvPr/>
          </p:nvSpPr>
          <p:spPr>
            <a:xfrm>
              <a:off x="7559415" y="2401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2" name="pt28652"/>
            <p:cNvSpPr/>
            <p:nvPr/>
          </p:nvSpPr>
          <p:spPr>
            <a:xfrm>
              <a:off x="7047595" y="2159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3" name="pt28653"/>
            <p:cNvSpPr/>
            <p:nvPr/>
          </p:nvSpPr>
          <p:spPr>
            <a:xfrm>
              <a:off x="7024938" y="1996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4" name="pt28654"/>
            <p:cNvSpPr/>
            <p:nvPr/>
          </p:nvSpPr>
          <p:spPr>
            <a:xfrm>
              <a:off x="6995126" y="2218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5" name="pt28655"/>
            <p:cNvSpPr/>
            <p:nvPr/>
          </p:nvSpPr>
          <p:spPr>
            <a:xfrm>
              <a:off x="7286259" y="2031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6" name="pt28656"/>
            <p:cNvSpPr/>
            <p:nvPr/>
          </p:nvSpPr>
          <p:spPr>
            <a:xfrm>
              <a:off x="6779897" y="2186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7" name="pt28657"/>
            <p:cNvSpPr/>
            <p:nvPr/>
          </p:nvSpPr>
          <p:spPr>
            <a:xfrm>
              <a:off x="7210680" y="2055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8" name="pt28658"/>
            <p:cNvSpPr/>
            <p:nvPr/>
          </p:nvSpPr>
          <p:spPr>
            <a:xfrm>
              <a:off x="7042687" y="2280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9" name="pt28659"/>
            <p:cNvSpPr/>
            <p:nvPr/>
          </p:nvSpPr>
          <p:spPr>
            <a:xfrm>
              <a:off x="7474580" y="2304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0" name="pt28660"/>
            <p:cNvSpPr/>
            <p:nvPr/>
          </p:nvSpPr>
          <p:spPr>
            <a:xfrm>
              <a:off x="7087884" y="2138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1" name="pt28661"/>
            <p:cNvSpPr/>
            <p:nvPr/>
          </p:nvSpPr>
          <p:spPr>
            <a:xfrm>
              <a:off x="6862093" y="2208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2" name="pt28662"/>
            <p:cNvSpPr/>
            <p:nvPr/>
          </p:nvSpPr>
          <p:spPr>
            <a:xfrm>
              <a:off x="7142634" y="2047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3" name="pt28663"/>
            <p:cNvSpPr/>
            <p:nvPr/>
          </p:nvSpPr>
          <p:spPr>
            <a:xfrm>
              <a:off x="6927847" y="1975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4" name="pt28664"/>
            <p:cNvSpPr/>
            <p:nvPr/>
          </p:nvSpPr>
          <p:spPr>
            <a:xfrm>
              <a:off x="6932897" y="1945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5" name="pt28665"/>
            <p:cNvSpPr/>
            <p:nvPr/>
          </p:nvSpPr>
          <p:spPr>
            <a:xfrm>
              <a:off x="7123965" y="2064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6" name="pt28666"/>
            <p:cNvSpPr/>
            <p:nvPr/>
          </p:nvSpPr>
          <p:spPr>
            <a:xfrm>
              <a:off x="7024172" y="2031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7" name="pt28667"/>
            <p:cNvSpPr/>
            <p:nvPr/>
          </p:nvSpPr>
          <p:spPr>
            <a:xfrm>
              <a:off x="6904641" y="1894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8" name="pt28668"/>
            <p:cNvSpPr/>
            <p:nvPr/>
          </p:nvSpPr>
          <p:spPr>
            <a:xfrm>
              <a:off x="7440392" y="2757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9" name="pt28669"/>
            <p:cNvSpPr/>
            <p:nvPr/>
          </p:nvSpPr>
          <p:spPr>
            <a:xfrm>
              <a:off x="7215998" y="1998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0" name="pt28670"/>
            <p:cNvSpPr/>
            <p:nvPr/>
          </p:nvSpPr>
          <p:spPr>
            <a:xfrm>
              <a:off x="7271180" y="1885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1" name="pt28671"/>
            <p:cNvSpPr/>
            <p:nvPr/>
          </p:nvSpPr>
          <p:spPr>
            <a:xfrm>
              <a:off x="7206303" y="2024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2" name="pt28672"/>
            <p:cNvSpPr/>
            <p:nvPr/>
          </p:nvSpPr>
          <p:spPr>
            <a:xfrm>
              <a:off x="6991685" y="2369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3" name="pt28673"/>
            <p:cNvSpPr/>
            <p:nvPr/>
          </p:nvSpPr>
          <p:spPr>
            <a:xfrm>
              <a:off x="7130740" y="2091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4" name="pt28674"/>
            <p:cNvSpPr/>
            <p:nvPr/>
          </p:nvSpPr>
          <p:spPr>
            <a:xfrm>
              <a:off x="6922275" y="2007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5" name="pt28675"/>
            <p:cNvSpPr/>
            <p:nvPr/>
          </p:nvSpPr>
          <p:spPr>
            <a:xfrm>
              <a:off x="7015991" y="2279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6" name="pt28676"/>
            <p:cNvSpPr/>
            <p:nvPr/>
          </p:nvSpPr>
          <p:spPr>
            <a:xfrm>
              <a:off x="6715568" y="2745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7" name="pt28677"/>
            <p:cNvSpPr/>
            <p:nvPr/>
          </p:nvSpPr>
          <p:spPr>
            <a:xfrm>
              <a:off x="6971589" y="2061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8" name="pt28678"/>
            <p:cNvSpPr/>
            <p:nvPr/>
          </p:nvSpPr>
          <p:spPr>
            <a:xfrm>
              <a:off x="6983630" y="2215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9" name="pt28679"/>
            <p:cNvSpPr/>
            <p:nvPr/>
          </p:nvSpPr>
          <p:spPr>
            <a:xfrm>
              <a:off x="7294816" y="1981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0" name="pt28680"/>
            <p:cNvSpPr/>
            <p:nvPr/>
          </p:nvSpPr>
          <p:spPr>
            <a:xfrm>
              <a:off x="7072011" y="2151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1" name="pt28681"/>
            <p:cNvSpPr/>
            <p:nvPr/>
          </p:nvSpPr>
          <p:spPr>
            <a:xfrm>
              <a:off x="7259655" y="1946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2" name="pt28682"/>
            <p:cNvSpPr/>
            <p:nvPr/>
          </p:nvSpPr>
          <p:spPr>
            <a:xfrm>
              <a:off x="7111983" y="1972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3" name="pt28683"/>
            <p:cNvSpPr/>
            <p:nvPr/>
          </p:nvSpPr>
          <p:spPr>
            <a:xfrm>
              <a:off x="7029381" y="2118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4" name="pt28684"/>
            <p:cNvSpPr/>
            <p:nvPr/>
          </p:nvSpPr>
          <p:spPr>
            <a:xfrm>
              <a:off x="6353740" y="1626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5" name="pt28685"/>
            <p:cNvSpPr/>
            <p:nvPr/>
          </p:nvSpPr>
          <p:spPr>
            <a:xfrm>
              <a:off x="7081216" y="2070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6" name="pt28686"/>
            <p:cNvSpPr/>
            <p:nvPr/>
          </p:nvSpPr>
          <p:spPr>
            <a:xfrm>
              <a:off x="6980780" y="2174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7" name="pt28687"/>
            <p:cNvSpPr/>
            <p:nvPr/>
          </p:nvSpPr>
          <p:spPr>
            <a:xfrm>
              <a:off x="7118649" y="1979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8" name="pt28688"/>
            <p:cNvSpPr/>
            <p:nvPr/>
          </p:nvSpPr>
          <p:spPr>
            <a:xfrm>
              <a:off x="7175933" y="2201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9" name="pt28689"/>
            <p:cNvSpPr/>
            <p:nvPr/>
          </p:nvSpPr>
          <p:spPr>
            <a:xfrm>
              <a:off x="7118142" y="202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0" name="pt28690"/>
            <p:cNvSpPr/>
            <p:nvPr/>
          </p:nvSpPr>
          <p:spPr>
            <a:xfrm>
              <a:off x="6996300" y="2252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1" name="pt28691"/>
            <p:cNvSpPr/>
            <p:nvPr/>
          </p:nvSpPr>
          <p:spPr>
            <a:xfrm>
              <a:off x="7130531" y="2125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2" name="pt28692"/>
            <p:cNvSpPr/>
            <p:nvPr/>
          </p:nvSpPr>
          <p:spPr>
            <a:xfrm>
              <a:off x="7277863" y="1990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3" name="pt28693"/>
            <p:cNvSpPr/>
            <p:nvPr/>
          </p:nvSpPr>
          <p:spPr>
            <a:xfrm>
              <a:off x="7247277" y="1964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4" name="pt28694"/>
            <p:cNvSpPr/>
            <p:nvPr/>
          </p:nvSpPr>
          <p:spPr>
            <a:xfrm>
              <a:off x="7371789" y="2435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5" name="pt28695"/>
            <p:cNvSpPr/>
            <p:nvPr/>
          </p:nvSpPr>
          <p:spPr>
            <a:xfrm>
              <a:off x="7265274" y="1842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6" name="pt28696"/>
            <p:cNvSpPr/>
            <p:nvPr/>
          </p:nvSpPr>
          <p:spPr>
            <a:xfrm>
              <a:off x="7431098" y="2667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7" name="pt28697"/>
            <p:cNvSpPr/>
            <p:nvPr/>
          </p:nvSpPr>
          <p:spPr>
            <a:xfrm>
              <a:off x="7408746" y="2685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8" name="pt28698"/>
            <p:cNvSpPr/>
            <p:nvPr/>
          </p:nvSpPr>
          <p:spPr>
            <a:xfrm>
              <a:off x="7033896" y="2166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9" name="pt28699"/>
            <p:cNvSpPr/>
            <p:nvPr/>
          </p:nvSpPr>
          <p:spPr>
            <a:xfrm>
              <a:off x="7330294" y="2301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0" name="pt28700"/>
            <p:cNvSpPr/>
            <p:nvPr/>
          </p:nvSpPr>
          <p:spPr>
            <a:xfrm>
              <a:off x="7240258" y="1953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1" name="pt28701"/>
            <p:cNvSpPr/>
            <p:nvPr/>
          </p:nvSpPr>
          <p:spPr>
            <a:xfrm>
              <a:off x="7225780" y="1934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2" name="pt28702"/>
            <p:cNvSpPr/>
            <p:nvPr/>
          </p:nvSpPr>
          <p:spPr>
            <a:xfrm>
              <a:off x="7373037" y="2485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3" name="pt28703"/>
            <p:cNvSpPr/>
            <p:nvPr/>
          </p:nvSpPr>
          <p:spPr>
            <a:xfrm>
              <a:off x="7416904" y="2738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4" name="pt28704"/>
            <p:cNvSpPr/>
            <p:nvPr/>
          </p:nvSpPr>
          <p:spPr>
            <a:xfrm>
              <a:off x="7088031" y="218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5" name="pt28705"/>
            <p:cNvSpPr/>
            <p:nvPr/>
          </p:nvSpPr>
          <p:spPr>
            <a:xfrm>
              <a:off x="7336786" y="2057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6" name="pt28706"/>
            <p:cNvSpPr/>
            <p:nvPr/>
          </p:nvSpPr>
          <p:spPr>
            <a:xfrm>
              <a:off x="6685830" y="1682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7" name="pt28707"/>
            <p:cNvSpPr/>
            <p:nvPr/>
          </p:nvSpPr>
          <p:spPr>
            <a:xfrm>
              <a:off x="7005980" y="1800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8" name="pt28708"/>
            <p:cNvSpPr/>
            <p:nvPr/>
          </p:nvSpPr>
          <p:spPr>
            <a:xfrm>
              <a:off x="6992289" y="2291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9" name="pt28709"/>
            <p:cNvSpPr/>
            <p:nvPr/>
          </p:nvSpPr>
          <p:spPr>
            <a:xfrm>
              <a:off x="7025421" y="2093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0" name="pt28710"/>
            <p:cNvSpPr/>
            <p:nvPr/>
          </p:nvSpPr>
          <p:spPr>
            <a:xfrm>
              <a:off x="6941808" y="2036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1" name="pt28711"/>
            <p:cNvSpPr/>
            <p:nvPr/>
          </p:nvSpPr>
          <p:spPr>
            <a:xfrm>
              <a:off x="7134762" y="2051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2" name="pt28712"/>
            <p:cNvSpPr/>
            <p:nvPr/>
          </p:nvSpPr>
          <p:spPr>
            <a:xfrm>
              <a:off x="6637002" y="1930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3" name="pt28713"/>
            <p:cNvSpPr/>
            <p:nvPr/>
          </p:nvSpPr>
          <p:spPr>
            <a:xfrm>
              <a:off x="7162000" y="2112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4" name="pt28714"/>
            <p:cNvSpPr/>
            <p:nvPr/>
          </p:nvSpPr>
          <p:spPr>
            <a:xfrm>
              <a:off x="6981181" y="2183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5" name="pt28715"/>
            <p:cNvSpPr/>
            <p:nvPr/>
          </p:nvSpPr>
          <p:spPr>
            <a:xfrm>
              <a:off x="7010894" y="1899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6" name="pt28716"/>
            <p:cNvSpPr/>
            <p:nvPr/>
          </p:nvSpPr>
          <p:spPr>
            <a:xfrm>
              <a:off x="7021720" y="2078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7" name="pt28717"/>
            <p:cNvSpPr/>
            <p:nvPr/>
          </p:nvSpPr>
          <p:spPr>
            <a:xfrm>
              <a:off x="6988875" y="2370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8" name="pt28718"/>
            <p:cNvSpPr/>
            <p:nvPr/>
          </p:nvSpPr>
          <p:spPr>
            <a:xfrm>
              <a:off x="7073887" y="2098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9" name="pt28719"/>
            <p:cNvSpPr/>
            <p:nvPr/>
          </p:nvSpPr>
          <p:spPr>
            <a:xfrm>
              <a:off x="7054328" y="2106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0" name="pt28720"/>
            <p:cNvSpPr/>
            <p:nvPr/>
          </p:nvSpPr>
          <p:spPr>
            <a:xfrm>
              <a:off x="7067050" y="2123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1" name="pt28721"/>
            <p:cNvSpPr/>
            <p:nvPr/>
          </p:nvSpPr>
          <p:spPr>
            <a:xfrm>
              <a:off x="7139289" y="1990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2" name="pt28722"/>
            <p:cNvSpPr/>
            <p:nvPr/>
          </p:nvSpPr>
          <p:spPr>
            <a:xfrm>
              <a:off x="6902166" y="1974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3" name="pt28723"/>
            <p:cNvSpPr/>
            <p:nvPr/>
          </p:nvSpPr>
          <p:spPr>
            <a:xfrm>
              <a:off x="6846350" y="1818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4" name="pt28724"/>
            <p:cNvSpPr/>
            <p:nvPr/>
          </p:nvSpPr>
          <p:spPr>
            <a:xfrm>
              <a:off x="7177874" y="2072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5" name="pt28725"/>
            <p:cNvSpPr/>
            <p:nvPr/>
          </p:nvSpPr>
          <p:spPr>
            <a:xfrm>
              <a:off x="6877100" y="2197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6" name="pt28726"/>
            <p:cNvSpPr/>
            <p:nvPr/>
          </p:nvSpPr>
          <p:spPr>
            <a:xfrm>
              <a:off x="6859927" y="2120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7" name="pt28727"/>
            <p:cNvSpPr/>
            <p:nvPr/>
          </p:nvSpPr>
          <p:spPr>
            <a:xfrm>
              <a:off x="7037828" y="2208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8" name="pt28728"/>
            <p:cNvSpPr/>
            <p:nvPr/>
          </p:nvSpPr>
          <p:spPr>
            <a:xfrm>
              <a:off x="6898831" y="2047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9" name="pt28729"/>
            <p:cNvSpPr/>
            <p:nvPr/>
          </p:nvSpPr>
          <p:spPr>
            <a:xfrm>
              <a:off x="7172286" y="2106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0" name="pt28730"/>
            <p:cNvSpPr/>
            <p:nvPr/>
          </p:nvSpPr>
          <p:spPr>
            <a:xfrm>
              <a:off x="7183579" y="2077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1" name="pt28731"/>
            <p:cNvSpPr/>
            <p:nvPr/>
          </p:nvSpPr>
          <p:spPr>
            <a:xfrm>
              <a:off x="7040376" y="2179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2" name="pt28732"/>
            <p:cNvSpPr/>
            <p:nvPr/>
          </p:nvSpPr>
          <p:spPr>
            <a:xfrm>
              <a:off x="7313980" y="2264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3" name="pt28733"/>
            <p:cNvSpPr/>
            <p:nvPr/>
          </p:nvSpPr>
          <p:spPr>
            <a:xfrm>
              <a:off x="6801609" y="2264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4" name="pt28734"/>
            <p:cNvSpPr/>
            <p:nvPr/>
          </p:nvSpPr>
          <p:spPr>
            <a:xfrm>
              <a:off x="7071845" y="2037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5" name="pt28735"/>
            <p:cNvSpPr/>
            <p:nvPr/>
          </p:nvSpPr>
          <p:spPr>
            <a:xfrm>
              <a:off x="7146188" y="1939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6" name="pt28736"/>
            <p:cNvSpPr/>
            <p:nvPr/>
          </p:nvSpPr>
          <p:spPr>
            <a:xfrm>
              <a:off x="7111033" y="208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7" name="pt28737"/>
            <p:cNvSpPr/>
            <p:nvPr/>
          </p:nvSpPr>
          <p:spPr>
            <a:xfrm>
              <a:off x="7180104" y="2125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8" name="pt28738"/>
            <p:cNvSpPr/>
            <p:nvPr/>
          </p:nvSpPr>
          <p:spPr>
            <a:xfrm>
              <a:off x="7226264" y="1888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9" name="pt28739"/>
            <p:cNvSpPr/>
            <p:nvPr/>
          </p:nvSpPr>
          <p:spPr>
            <a:xfrm>
              <a:off x="7190843" y="2179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0" name="pt28740"/>
            <p:cNvSpPr/>
            <p:nvPr/>
          </p:nvSpPr>
          <p:spPr>
            <a:xfrm>
              <a:off x="7087456" y="2188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1" name="pt28741"/>
            <p:cNvSpPr/>
            <p:nvPr/>
          </p:nvSpPr>
          <p:spPr>
            <a:xfrm>
              <a:off x="7222438" y="2095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2" name="pt28742"/>
            <p:cNvSpPr/>
            <p:nvPr/>
          </p:nvSpPr>
          <p:spPr>
            <a:xfrm>
              <a:off x="6966351" y="1820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3" name="pt28743"/>
            <p:cNvSpPr/>
            <p:nvPr/>
          </p:nvSpPr>
          <p:spPr>
            <a:xfrm>
              <a:off x="7053969" y="2064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4" name="pt28744"/>
            <p:cNvSpPr/>
            <p:nvPr/>
          </p:nvSpPr>
          <p:spPr>
            <a:xfrm>
              <a:off x="6689403" y="147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5" name="pt28745"/>
            <p:cNvSpPr/>
            <p:nvPr/>
          </p:nvSpPr>
          <p:spPr>
            <a:xfrm>
              <a:off x="7148165" y="1985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6" name="pt28746"/>
            <p:cNvSpPr/>
            <p:nvPr/>
          </p:nvSpPr>
          <p:spPr>
            <a:xfrm>
              <a:off x="6956068" y="1868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7" name="pt28747"/>
            <p:cNvSpPr/>
            <p:nvPr/>
          </p:nvSpPr>
          <p:spPr>
            <a:xfrm>
              <a:off x="6962204" y="1981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8" name="pt28748"/>
            <p:cNvSpPr/>
            <p:nvPr/>
          </p:nvSpPr>
          <p:spPr>
            <a:xfrm>
              <a:off x="7193986" y="2090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9" name="pt28749"/>
            <p:cNvSpPr/>
            <p:nvPr/>
          </p:nvSpPr>
          <p:spPr>
            <a:xfrm>
              <a:off x="6774927" y="2109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0" name="pt28750"/>
            <p:cNvSpPr/>
            <p:nvPr/>
          </p:nvSpPr>
          <p:spPr>
            <a:xfrm>
              <a:off x="7165783" y="2160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1" name="pt28751"/>
            <p:cNvSpPr/>
            <p:nvPr/>
          </p:nvSpPr>
          <p:spPr>
            <a:xfrm>
              <a:off x="6907563" y="2030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2" name="pt28752"/>
            <p:cNvSpPr/>
            <p:nvPr/>
          </p:nvSpPr>
          <p:spPr>
            <a:xfrm>
              <a:off x="7334564" y="2217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3" name="pt28753"/>
            <p:cNvSpPr/>
            <p:nvPr/>
          </p:nvSpPr>
          <p:spPr>
            <a:xfrm>
              <a:off x="6993920" y="2308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4" name="pt28754"/>
            <p:cNvSpPr/>
            <p:nvPr/>
          </p:nvSpPr>
          <p:spPr>
            <a:xfrm>
              <a:off x="6955578" y="1868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5" name="pt28755"/>
            <p:cNvSpPr/>
            <p:nvPr/>
          </p:nvSpPr>
          <p:spPr>
            <a:xfrm>
              <a:off x="7069882" y="2141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6" name="pt28756"/>
            <p:cNvSpPr/>
            <p:nvPr/>
          </p:nvSpPr>
          <p:spPr>
            <a:xfrm>
              <a:off x="6744843" y="2461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7" name="pt28757"/>
            <p:cNvSpPr/>
            <p:nvPr/>
          </p:nvSpPr>
          <p:spPr>
            <a:xfrm>
              <a:off x="7250236" y="1970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8" name="pt28758"/>
            <p:cNvSpPr/>
            <p:nvPr/>
          </p:nvSpPr>
          <p:spPr>
            <a:xfrm>
              <a:off x="7263989" y="1923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9" name="pt28759"/>
            <p:cNvSpPr/>
            <p:nvPr/>
          </p:nvSpPr>
          <p:spPr>
            <a:xfrm>
              <a:off x="7015548" y="2258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0" name="pt28760"/>
            <p:cNvSpPr/>
            <p:nvPr/>
          </p:nvSpPr>
          <p:spPr>
            <a:xfrm>
              <a:off x="7077560" y="2026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1" name="pt28761"/>
            <p:cNvSpPr/>
            <p:nvPr/>
          </p:nvSpPr>
          <p:spPr>
            <a:xfrm>
              <a:off x="7139340" y="1962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2" name="pt28762"/>
            <p:cNvSpPr/>
            <p:nvPr/>
          </p:nvSpPr>
          <p:spPr>
            <a:xfrm>
              <a:off x="7399419" y="2623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3" name="pt28763"/>
            <p:cNvSpPr/>
            <p:nvPr/>
          </p:nvSpPr>
          <p:spPr>
            <a:xfrm>
              <a:off x="6816959" y="1864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4" name="pt28764"/>
            <p:cNvSpPr/>
            <p:nvPr/>
          </p:nvSpPr>
          <p:spPr>
            <a:xfrm>
              <a:off x="7201890" y="2016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5" name="pt28765"/>
            <p:cNvSpPr/>
            <p:nvPr/>
          </p:nvSpPr>
          <p:spPr>
            <a:xfrm>
              <a:off x="6939436" y="1971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6" name="pt28766"/>
            <p:cNvSpPr/>
            <p:nvPr/>
          </p:nvSpPr>
          <p:spPr>
            <a:xfrm>
              <a:off x="6809757" y="2239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7" name="pt28767"/>
            <p:cNvSpPr/>
            <p:nvPr/>
          </p:nvSpPr>
          <p:spPr>
            <a:xfrm>
              <a:off x="6767331" y="1957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8" name="pt28768"/>
            <p:cNvSpPr/>
            <p:nvPr/>
          </p:nvSpPr>
          <p:spPr>
            <a:xfrm>
              <a:off x="6951852" y="1867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9" name="pt28769"/>
            <p:cNvSpPr/>
            <p:nvPr/>
          </p:nvSpPr>
          <p:spPr>
            <a:xfrm>
              <a:off x="7190945" y="2223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0" name="pt28770"/>
            <p:cNvSpPr/>
            <p:nvPr/>
          </p:nvSpPr>
          <p:spPr>
            <a:xfrm>
              <a:off x="7129507" y="2134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1" name="pt28771"/>
            <p:cNvSpPr/>
            <p:nvPr/>
          </p:nvSpPr>
          <p:spPr>
            <a:xfrm>
              <a:off x="7003326" y="2047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2" name="pt28772"/>
            <p:cNvSpPr/>
            <p:nvPr/>
          </p:nvSpPr>
          <p:spPr>
            <a:xfrm>
              <a:off x="7050600" y="2176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3" name="pt28773"/>
            <p:cNvSpPr/>
            <p:nvPr/>
          </p:nvSpPr>
          <p:spPr>
            <a:xfrm>
              <a:off x="6954289" y="1680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4" name="pt28774"/>
            <p:cNvSpPr/>
            <p:nvPr/>
          </p:nvSpPr>
          <p:spPr>
            <a:xfrm>
              <a:off x="6922880" y="1892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5" name="pt28775"/>
            <p:cNvSpPr/>
            <p:nvPr/>
          </p:nvSpPr>
          <p:spPr>
            <a:xfrm>
              <a:off x="6798534" y="2113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6" name="pt28776"/>
            <p:cNvSpPr/>
            <p:nvPr/>
          </p:nvSpPr>
          <p:spPr>
            <a:xfrm>
              <a:off x="6832912" y="1998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7" name="pt28777"/>
            <p:cNvSpPr/>
            <p:nvPr/>
          </p:nvSpPr>
          <p:spPr>
            <a:xfrm>
              <a:off x="6933672" y="2079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8" name="pt28778"/>
            <p:cNvSpPr/>
            <p:nvPr/>
          </p:nvSpPr>
          <p:spPr>
            <a:xfrm>
              <a:off x="7058879" y="2087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9" name="pt28779"/>
            <p:cNvSpPr/>
            <p:nvPr/>
          </p:nvSpPr>
          <p:spPr>
            <a:xfrm>
              <a:off x="6989903" y="2188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0" name="pt28780"/>
            <p:cNvSpPr/>
            <p:nvPr/>
          </p:nvSpPr>
          <p:spPr>
            <a:xfrm>
              <a:off x="7164047" y="2139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1" name="pt28781"/>
            <p:cNvSpPr/>
            <p:nvPr/>
          </p:nvSpPr>
          <p:spPr>
            <a:xfrm>
              <a:off x="7193739" y="2273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2" name="pt28782"/>
            <p:cNvSpPr/>
            <p:nvPr/>
          </p:nvSpPr>
          <p:spPr>
            <a:xfrm>
              <a:off x="7087628" y="2165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3" name="pt28783"/>
            <p:cNvSpPr/>
            <p:nvPr/>
          </p:nvSpPr>
          <p:spPr>
            <a:xfrm>
              <a:off x="7042168" y="2304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4" name="pt28784"/>
            <p:cNvSpPr/>
            <p:nvPr/>
          </p:nvSpPr>
          <p:spPr>
            <a:xfrm>
              <a:off x="7032562" y="2216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5" name="pt28785"/>
            <p:cNvSpPr/>
            <p:nvPr/>
          </p:nvSpPr>
          <p:spPr>
            <a:xfrm>
              <a:off x="6991345" y="2379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6" name="pt28786"/>
            <p:cNvSpPr/>
            <p:nvPr/>
          </p:nvSpPr>
          <p:spPr>
            <a:xfrm>
              <a:off x="7264375" y="1946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7" name="pt28787"/>
            <p:cNvSpPr/>
            <p:nvPr/>
          </p:nvSpPr>
          <p:spPr>
            <a:xfrm>
              <a:off x="7185475" y="1781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8" name="pt28788"/>
            <p:cNvSpPr/>
            <p:nvPr/>
          </p:nvSpPr>
          <p:spPr>
            <a:xfrm>
              <a:off x="7315749" y="2490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9" name="pt28789"/>
            <p:cNvSpPr/>
            <p:nvPr/>
          </p:nvSpPr>
          <p:spPr>
            <a:xfrm>
              <a:off x="6776582" y="2094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0" name="pt28790"/>
            <p:cNvSpPr/>
            <p:nvPr/>
          </p:nvSpPr>
          <p:spPr>
            <a:xfrm>
              <a:off x="6939870" y="2111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1" name="pt28791"/>
            <p:cNvSpPr/>
            <p:nvPr/>
          </p:nvSpPr>
          <p:spPr>
            <a:xfrm>
              <a:off x="6962789" y="1982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2" name="pt28792"/>
            <p:cNvSpPr/>
            <p:nvPr/>
          </p:nvSpPr>
          <p:spPr>
            <a:xfrm>
              <a:off x="7113813" y="1972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3" name="pt28793"/>
            <p:cNvSpPr/>
            <p:nvPr/>
          </p:nvSpPr>
          <p:spPr>
            <a:xfrm>
              <a:off x="7049354" y="2145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4" name="pt28794"/>
            <p:cNvSpPr/>
            <p:nvPr/>
          </p:nvSpPr>
          <p:spPr>
            <a:xfrm>
              <a:off x="7194596" y="2034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5" name="pt28795"/>
            <p:cNvSpPr/>
            <p:nvPr/>
          </p:nvSpPr>
          <p:spPr>
            <a:xfrm>
              <a:off x="7062653" y="2178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6" name="pt28796"/>
            <p:cNvSpPr/>
            <p:nvPr/>
          </p:nvSpPr>
          <p:spPr>
            <a:xfrm>
              <a:off x="7346621" y="2288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7" name="pt28797"/>
            <p:cNvSpPr/>
            <p:nvPr/>
          </p:nvSpPr>
          <p:spPr>
            <a:xfrm>
              <a:off x="7079947" y="2117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8" name="pt28798"/>
            <p:cNvSpPr/>
            <p:nvPr/>
          </p:nvSpPr>
          <p:spPr>
            <a:xfrm>
              <a:off x="7200467" y="1979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9" name="pt28799"/>
            <p:cNvSpPr/>
            <p:nvPr/>
          </p:nvSpPr>
          <p:spPr>
            <a:xfrm>
              <a:off x="7119420" y="1951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0" name="pt28800"/>
            <p:cNvSpPr/>
            <p:nvPr/>
          </p:nvSpPr>
          <p:spPr>
            <a:xfrm>
              <a:off x="7491924" y="1967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1" name="pt28801"/>
            <p:cNvSpPr/>
            <p:nvPr/>
          </p:nvSpPr>
          <p:spPr>
            <a:xfrm>
              <a:off x="7152070" y="2071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2" name="pt28802"/>
            <p:cNvSpPr/>
            <p:nvPr/>
          </p:nvSpPr>
          <p:spPr>
            <a:xfrm>
              <a:off x="7346434" y="2161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3" name="pt28803"/>
            <p:cNvSpPr/>
            <p:nvPr/>
          </p:nvSpPr>
          <p:spPr>
            <a:xfrm>
              <a:off x="7115927" y="1852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4" name="pt28804"/>
            <p:cNvSpPr/>
            <p:nvPr/>
          </p:nvSpPr>
          <p:spPr>
            <a:xfrm>
              <a:off x="6977722" y="2149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5" name="pt28805"/>
            <p:cNvSpPr/>
            <p:nvPr/>
          </p:nvSpPr>
          <p:spPr>
            <a:xfrm>
              <a:off x="6793929" y="2377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6" name="pt28806"/>
            <p:cNvSpPr/>
            <p:nvPr/>
          </p:nvSpPr>
          <p:spPr>
            <a:xfrm>
              <a:off x="7225752" y="2029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7" name="pt28807"/>
            <p:cNvSpPr/>
            <p:nvPr/>
          </p:nvSpPr>
          <p:spPr>
            <a:xfrm>
              <a:off x="7225271" y="1941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8" name="pt28808"/>
            <p:cNvSpPr/>
            <p:nvPr/>
          </p:nvSpPr>
          <p:spPr>
            <a:xfrm>
              <a:off x="7045647" y="1939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9" name="pt28809"/>
            <p:cNvSpPr/>
            <p:nvPr/>
          </p:nvSpPr>
          <p:spPr>
            <a:xfrm>
              <a:off x="6949547" y="1962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0" name="pt28810"/>
            <p:cNvSpPr/>
            <p:nvPr/>
          </p:nvSpPr>
          <p:spPr>
            <a:xfrm>
              <a:off x="7188833" y="2236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1" name="pt28811"/>
            <p:cNvSpPr/>
            <p:nvPr/>
          </p:nvSpPr>
          <p:spPr>
            <a:xfrm>
              <a:off x="7091213" y="227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2" name="pt28812"/>
            <p:cNvSpPr/>
            <p:nvPr/>
          </p:nvSpPr>
          <p:spPr>
            <a:xfrm>
              <a:off x="6981915" y="2229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3" name="pt28813"/>
            <p:cNvSpPr/>
            <p:nvPr/>
          </p:nvSpPr>
          <p:spPr>
            <a:xfrm>
              <a:off x="7399912" y="2494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4" name="pt28814"/>
            <p:cNvSpPr/>
            <p:nvPr/>
          </p:nvSpPr>
          <p:spPr>
            <a:xfrm>
              <a:off x="6935577" y="2064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5" name="pt28815"/>
            <p:cNvSpPr/>
            <p:nvPr/>
          </p:nvSpPr>
          <p:spPr>
            <a:xfrm>
              <a:off x="7217421" y="2015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6" name="pt28816"/>
            <p:cNvSpPr/>
            <p:nvPr/>
          </p:nvSpPr>
          <p:spPr>
            <a:xfrm>
              <a:off x="7207543" y="1764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7" name="pt28817"/>
            <p:cNvSpPr/>
            <p:nvPr/>
          </p:nvSpPr>
          <p:spPr>
            <a:xfrm>
              <a:off x="7163638" y="2097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8" name="pt28818"/>
            <p:cNvSpPr/>
            <p:nvPr/>
          </p:nvSpPr>
          <p:spPr>
            <a:xfrm>
              <a:off x="6953657" y="1752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9" name="pt28819"/>
            <p:cNvSpPr/>
            <p:nvPr/>
          </p:nvSpPr>
          <p:spPr>
            <a:xfrm>
              <a:off x="7076118" y="2128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0" name="pt28820"/>
            <p:cNvSpPr/>
            <p:nvPr/>
          </p:nvSpPr>
          <p:spPr>
            <a:xfrm>
              <a:off x="7285775" y="1969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1" name="pt28821"/>
            <p:cNvSpPr/>
            <p:nvPr/>
          </p:nvSpPr>
          <p:spPr>
            <a:xfrm>
              <a:off x="7199471" y="1910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2" name="pt28822"/>
            <p:cNvSpPr/>
            <p:nvPr/>
          </p:nvSpPr>
          <p:spPr>
            <a:xfrm>
              <a:off x="7345708" y="2275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3" name="pt28823"/>
            <p:cNvSpPr/>
            <p:nvPr/>
          </p:nvSpPr>
          <p:spPr>
            <a:xfrm>
              <a:off x="7364375" y="2563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4" name="pt28824"/>
            <p:cNvSpPr/>
            <p:nvPr/>
          </p:nvSpPr>
          <p:spPr>
            <a:xfrm>
              <a:off x="7234464" y="1785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5" name="pt28825"/>
            <p:cNvSpPr/>
            <p:nvPr/>
          </p:nvSpPr>
          <p:spPr>
            <a:xfrm>
              <a:off x="6981502" y="2161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6" name="pt28826"/>
            <p:cNvSpPr/>
            <p:nvPr/>
          </p:nvSpPr>
          <p:spPr>
            <a:xfrm>
              <a:off x="6955487" y="1896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7" name="pt28827"/>
            <p:cNvSpPr/>
            <p:nvPr/>
          </p:nvSpPr>
          <p:spPr>
            <a:xfrm>
              <a:off x="6998435" y="2261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8" name="pt28828"/>
            <p:cNvSpPr/>
            <p:nvPr/>
          </p:nvSpPr>
          <p:spPr>
            <a:xfrm>
              <a:off x="7195356" y="2031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9" name="pt28829"/>
            <p:cNvSpPr/>
            <p:nvPr/>
          </p:nvSpPr>
          <p:spPr>
            <a:xfrm>
              <a:off x="7185634" y="1732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0" name="pt28830"/>
            <p:cNvSpPr/>
            <p:nvPr/>
          </p:nvSpPr>
          <p:spPr>
            <a:xfrm>
              <a:off x="6961949" y="2059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1" name="pt28831"/>
            <p:cNvSpPr/>
            <p:nvPr/>
          </p:nvSpPr>
          <p:spPr>
            <a:xfrm>
              <a:off x="7174901" y="1989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2" name="pt28832"/>
            <p:cNvSpPr/>
            <p:nvPr/>
          </p:nvSpPr>
          <p:spPr>
            <a:xfrm>
              <a:off x="6581017" y="2212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3" name="pt28833"/>
            <p:cNvSpPr/>
            <p:nvPr/>
          </p:nvSpPr>
          <p:spPr>
            <a:xfrm>
              <a:off x="7303603" y="2014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4" name="pt28834"/>
            <p:cNvSpPr/>
            <p:nvPr/>
          </p:nvSpPr>
          <p:spPr>
            <a:xfrm>
              <a:off x="7175131" y="1967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5" name="pt28835"/>
            <p:cNvSpPr/>
            <p:nvPr/>
          </p:nvSpPr>
          <p:spPr>
            <a:xfrm>
              <a:off x="7059472" y="2220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6" name="pt28836"/>
            <p:cNvSpPr/>
            <p:nvPr/>
          </p:nvSpPr>
          <p:spPr>
            <a:xfrm>
              <a:off x="7184593" y="1831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7" name="pt28837"/>
            <p:cNvSpPr/>
            <p:nvPr/>
          </p:nvSpPr>
          <p:spPr>
            <a:xfrm>
              <a:off x="7005053" y="1794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8" name="pt28838"/>
            <p:cNvSpPr/>
            <p:nvPr/>
          </p:nvSpPr>
          <p:spPr>
            <a:xfrm>
              <a:off x="7037367" y="2176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9" name="pt28839"/>
            <p:cNvSpPr/>
            <p:nvPr/>
          </p:nvSpPr>
          <p:spPr>
            <a:xfrm>
              <a:off x="7035733" y="221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0" name="pt28840"/>
            <p:cNvSpPr/>
            <p:nvPr/>
          </p:nvSpPr>
          <p:spPr>
            <a:xfrm>
              <a:off x="6897765" y="1957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1" name="pt28841"/>
            <p:cNvSpPr/>
            <p:nvPr/>
          </p:nvSpPr>
          <p:spPr>
            <a:xfrm>
              <a:off x="7617454" y="2405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2" name="pt28842"/>
            <p:cNvSpPr/>
            <p:nvPr/>
          </p:nvSpPr>
          <p:spPr>
            <a:xfrm>
              <a:off x="7074119" y="2142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3" name="pt28843"/>
            <p:cNvSpPr/>
            <p:nvPr/>
          </p:nvSpPr>
          <p:spPr>
            <a:xfrm>
              <a:off x="6866472" y="2051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4" name="pt28844"/>
            <p:cNvSpPr/>
            <p:nvPr/>
          </p:nvSpPr>
          <p:spPr>
            <a:xfrm>
              <a:off x="6980379" y="2178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5" name="pt28845"/>
            <p:cNvSpPr/>
            <p:nvPr/>
          </p:nvSpPr>
          <p:spPr>
            <a:xfrm>
              <a:off x="7137794" y="1965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6" name="pt28846"/>
            <p:cNvSpPr/>
            <p:nvPr/>
          </p:nvSpPr>
          <p:spPr>
            <a:xfrm>
              <a:off x="6971862" y="1810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7" name="pt28847"/>
            <p:cNvSpPr/>
            <p:nvPr/>
          </p:nvSpPr>
          <p:spPr>
            <a:xfrm>
              <a:off x="7148984" y="2129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8" name="pt28848"/>
            <p:cNvSpPr/>
            <p:nvPr/>
          </p:nvSpPr>
          <p:spPr>
            <a:xfrm>
              <a:off x="7114268" y="1921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9" name="pt28849"/>
            <p:cNvSpPr/>
            <p:nvPr/>
          </p:nvSpPr>
          <p:spPr>
            <a:xfrm>
              <a:off x="7189633" y="2147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0" name="pt28850"/>
            <p:cNvSpPr/>
            <p:nvPr/>
          </p:nvSpPr>
          <p:spPr>
            <a:xfrm>
              <a:off x="7053500" y="2104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1" name="pt28851"/>
            <p:cNvSpPr/>
            <p:nvPr/>
          </p:nvSpPr>
          <p:spPr>
            <a:xfrm>
              <a:off x="7122783" y="2074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2" name="pt28852"/>
            <p:cNvSpPr/>
            <p:nvPr/>
          </p:nvSpPr>
          <p:spPr>
            <a:xfrm>
              <a:off x="7182360" y="2067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3" name="pt28853"/>
            <p:cNvSpPr/>
            <p:nvPr/>
          </p:nvSpPr>
          <p:spPr>
            <a:xfrm>
              <a:off x="6913228" y="1917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4" name="pt28854"/>
            <p:cNvSpPr/>
            <p:nvPr/>
          </p:nvSpPr>
          <p:spPr>
            <a:xfrm>
              <a:off x="7252142" y="1987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5" name="pt28855"/>
            <p:cNvSpPr/>
            <p:nvPr/>
          </p:nvSpPr>
          <p:spPr>
            <a:xfrm>
              <a:off x="7166442" y="2086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6" name="pt28856"/>
            <p:cNvSpPr/>
            <p:nvPr/>
          </p:nvSpPr>
          <p:spPr>
            <a:xfrm>
              <a:off x="6914357" y="2028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7" name="pt28857"/>
            <p:cNvSpPr/>
            <p:nvPr/>
          </p:nvSpPr>
          <p:spPr>
            <a:xfrm>
              <a:off x="7086131" y="2325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8" name="pt28858"/>
            <p:cNvSpPr/>
            <p:nvPr/>
          </p:nvSpPr>
          <p:spPr>
            <a:xfrm>
              <a:off x="6995524" y="2329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9" name="pt28859"/>
            <p:cNvSpPr/>
            <p:nvPr/>
          </p:nvSpPr>
          <p:spPr>
            <a:xfrm>
              <a:off x="7081682" y="2211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0" name="pt28860"/>
            <p:cNvSpPr/>
            <p:nvPr/>
          </p:nvSpPr>
          <p:spPr>
            <a:xfrm>
              <a:off x="6957152" y="188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1" name="pt28861"/>
            <p:cNvSpPr/>
            <p:nvPr/>
          </p:nvSpPr>
          <p:spPr>
            <a:xfrm>
              <a:off x="6878677" y="2161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2" name="pt28862"/>
            <p:cNvSpPr/>
            <p:nvPr/>
          </p:nvSpPr>
          <p:spPr>
            <a:xfrm>
              <a:off x="6939693" y="1808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3" name="pt28863"/>
            <p:cNvSpPr/>
            <p:nvPr/>
          </p:nvSpPr>
          <p:spPr>
            <a:xfrm>
              <a:off x="6826565" y="2060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4" name="pt28864"/>
            <p:cNvSpPr/>
            <p:nvPr/>
          </p:nvSpPr>
          <p:spPr>
            <a:xfrm>
              <a:off x="7022158" y="2148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5" name="pt28865"/>
            <p:cNvSpPr/>
            <p:nvPr/>
          </p:nvSpPr>
          <p:spPr>
            <a:xfrm>
              <a:off x="7367007" y="2509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6" name="pt28866"/>
            <p:cNvSpPr/>
            <p:nvPr/>
          </p:nvSpPr>
          <p:spPr>
            <a:xfrm>
              <a:off x="7081656" y="2112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7" name="pt28867"/>
            <p:cNvSpPr/>
            <p:nvPr/>
          </p:nvSpPr>
          <p:spPr>
            <a:xfrm>
              <a:off x="7178351" y="2071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8" name="pt28868"/>
            <p:cNvSpPr/>
            <p:nvPr/>
          </p:nvSpPr>
          <p:spPr>
            <a:xfrm>
              <a:off x="6956604" y="1860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9" name="pt28869"/>
            <p:cNvSpPr/>
            <p:nvPr/>
          </p:nvSpPr>
          <p:spPr>
            <a:xfrm>
              <a:off x="7304667" y="2414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0" name="pt28870"/>
            <p:cNvSpPr/>
            <p:nvPr/>
          </p:nvSpPr>
          <p:spPr>
            <a:xfrm>
              <a:off x="7642885" y="2086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1" name="pt28871"/>
            <p:cNvSpPr/>
            <p:nvPr/>
          </p:nvSpPr>
          <p:spPr>
            <a:xfrm>
              <a:off x="6944999" y="1925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2" name="pt28872"/>
            <p:cNvSpPr/>
            <p:nvPr/>
          </p:nvSpPr>
          <p:spPr>
            <a:xfrm>
              <a:off x="7043772" y="2157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3" name="pt28873"/>
            <p:cNvSpPr/>
            <p:nvPr/>
          </p:nvSpPr>
          <p:spPr>
            <a:xfrm>
              <a:off x="7159913" y="2345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4" name="pt28874"/>
            <p:cNvSpPr/>
            <p:nvPr/>
          </p:nvSpPr>
          <p:spPr>
            <a:xfrm>
              <a:off x="7228424" y="1984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5" name="pt28875"/>
            <p:cNvSpPr/>
            <p:nvPr/>
          </p:nvSpPr>
          <p:spPr>
            <a:xfrm>
              <a:off x="7119278" y="1986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6" name="pt28876"/>
            <p:cNvSpPr/>
            <p:nvPr/>
          </p:nvSpPr>
          <p:spPr>
            <a:xfrm>
              <a:off x="7199228" y="2070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7" name="pt28877"/>
            <p:cNvSpPr/>
            <p:nvPr/>
          </p:nvSpPr>
          <p:spPr>
            <a:xfrm>
              <a:off x="6863708" y="2212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8" name="pt28878"/>
            <p:cNvSpPr/>
            <p:nvPr/>
          </p:nvSpPr>
          <p:spPr>
            <a:xfrm>
              <a:off x="7206437" y="2002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9" name="pt28879"/>
            <p:cNvSpPr/>
            <p:nvPr/>
          </p:nvSpPr>
          <p:spPr>
            <a:xfrm>
              <a:off x="7232853" y="2145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0" name="pt28880"/>
            <p:cNvSpPr/>
            <p:nvPr/>
          </p:nvSpPr>
          <p:spPr>
            <a:xfrm>
              <a:off x="7221039" y="2054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1" name="pt28881"/>
            <p:cNvSpPr/>
            <p:nvPr/>
          </p:nvSpPr>
          <p:spPr>
            <a:xfrm>
              <a:off x="7005590" y="1666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2" name="pt28882"/>
            <p:cNvSpPr/>
            <p:nvPr/>
          </p:nvSpPr>
          <p:spPr>
            <a:xfrm>
              <a:off x="7091189" y="2254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3" name="pt28883"/>
            <p:cNvSpPr/>
            <p:nvPr/>
          </p:nvSpPr>
          <p:spPr>
            <a:xfrm>
              <a:off x="6810799" y="220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4" name="pt28884"/>
            <p:cNvSpPr/>
            <p:nvPr/>
          </p:nvSpPr>
          <p:spPr>
            <a:xfrm>
              <a:off x="7198553" y="2016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5" name="pt28885"/>
            <p:cNvSpPr/>
            <p:nvPr/>
          </p:nvSpPr>
          <p:spPr>
            <a:xfrm>
              <a:off x="7178594" y="2303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6" name="pt28886"/>
            <p:cNvSpPr/>
            <p:nvPr/>
          </p:nvSpPr>
          <p:spPr>
            <a:xfrm>
              <a:off x="7050179" y="2179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7" name="pt28887"/>
            <p:cNvSpPr/>
            <p:nvPr/>
          </p:nvSpPr>
          <p:spPr>
            <a:xfrm>
              <a:off x="7480360" y="2523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8" name="pt28888"/>
            <p:cNvSpPr/>
            <p:nvPr/>
          </p:nvSpPr>
          <p:spPr>
            <a:xfrm>
              <a:off x="7112889" y="1967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9" name="pt28889"/>
            <p:cNvSpPr/>
            <p:nvPr/>
          </p:nvSpPr>
          <p:spPr>
            <a:xfrm>
              <a:off x="7134821" y="2003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0" name="pt28890"/>
            <p:cNvSpPr/>
            <p:nvPr/>
          </p:nvSpPr>
          <p:spPr>
            <a:xfrm>
              <a:off x="7220417" y="2032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1" name="pt28891"/>
            <p:cNvSpPr/>
            <p:nvPr/>
          </p:nvSpPr>
          <p:spPr>
            <a:xfrm>
              <a:off x="7104733" y="2124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2" name="pt28892"/>
            <p:cNvSpPr/>
            <p:nvPr/>
          </p:nvSpPr>
          <p:spPr>
            <a:xfrm>
              <a:off x="6843834" y="2105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3" name="pt28893"/>
            <p:cNvSpPr/>
            <p:nvPr/>
          </p:nvSpPr>
          <p:spPr>
            <a:xfrm>
              <a:off x="6763748" y="1955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4" name="pt28894"/>
            <p:cNvSpPr/>
            <p:nvPr/>
          </p:nvSpPr>
          <p:spPr>
            <a:xfrm>
              <a:off x="7138636" y="1980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5" name="pt28895"/>
            <p:cNvSpPr/>
            <p:nvPr/>
          </p:nvSpPr>
          <p:spPr>
            <a:xfrm>
              <a:off x="6921251" y="1998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6" name="pt28896"/>
            <p:cNvSpPr/>
            <p:nvPr/>
          </p:nvSpPr>
          <p:spPr>
            <a:xfrm>
              <a:off x="7072503" y="2154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7" name="pt28897"/>
            <p:cNvSpPr/>
            <p:nvPr/>
          </p:nvSpPr>
          <p:spPr>
            <a:xfrm>
              <a:off x="7084917" y="2148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8" name="pt28898"/>
            <p:cNvSpPr/>
            <p:nvPr/>
          </p:nvSpPr>
          <p:spPr>
            <a:xfrm>
              <a:off x="6998603" y="2325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9" name="pt28899"/>
            <p:cNvSpPr/>
            <p:nvPr/>
          </p:nvSpPr>
          <p:spPr>
            <a:xfrm>
              <a:off x="7075202" y="2114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0" name="pt28900"/>
            <p:cNvSpPr/>
            <p:nvPr/>
          </p:nvSpPr>
          <p:spPr>
            <a:xfrm>
              <a:off x="7166075" y="1990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1" name="pt28901"/>
            <p:cNvSpPr/>
            <p:nvPr/>
          </p:nvSpPr>
          <p:spPr>
            <a:xfrm>
              <a:off x="6937894" y="1984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2" name="pt28902"/>
            <p:cNvSpPr/>
            <p:nvPr/>
          </p:nvSpPr>
          <p:spPr>
            <a:xfrm>
              <a:off x="7004818" y="1525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3" name="pt28903"/>
            <p:cNvSpPr/>
            <p:nvPr/>
          </p:nvSpPr>
          <p:spPr>
            <a:xfrm>
              <a:off x="7022202" y="2111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4" name="pt28904"/>
            <p:cNvSpPr/>
            <p:nvPr/>
          </p:nvSpPr>
          <p:spPr>
            <a:xfrm>
              <a:off x="7157259" y="2219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5" name="pt28905"/>
            <p:cNvSpPr/>
            <p:nvPr/>
          </p:nvSpPr>
          <p:spPr>
            <a:xfrm>
              <a:off x="7131989" y="2083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6" name="pt28906"/>
            <p:cNvSpPr/>
            <p:nvPr/>
          </p:nvSpPr>
          <p:spPr>
            <a:xfrm>
              <a:off x="6488544" y="1604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7" name="pt28907"/>
            <p:cNvSpPr/>
            <p:nvPr/>
          </p:nvSpPr>
          <p:spPr>
            <a:xfrm>
              <a:off x="7123393" y="2086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8" name="pt28908"/>
            <p:cNvSpPr/>
            <p:nvPr/>
          </p:nvSpPr>
          <p:spPr>
            <a:xfrm>
              <a:off x="6962775" y="2016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9" name="pt28909"/>
            <p:cNvSpPr/>
            <p:nvPr/>
          </p:nvSpPr>
          <p:spPr>
            <a:xfrm>
              <a:off x="7151355" y="2147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0" name="pt28910"/>
            <p:cNvSpPr/>
            <p:nvPr/>
          </p:nvSpPr>
          <p:spPr>
            <a:xfrm>
              <a:off x="6630257" y="1510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1" name="pt28911"/>
            <p:cNvSpPr/>
            <p:nvPr/>
          </p:nvSpPr>
          <p:spPr>
            <a:xfrm>
              <a:off x="7017348" y="2286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2" name="pt28912"/>
            <p:cNvSpPr/>
            <p:nvPr/>
          </p:nvSpPr>
          <p:spPr>
            <a:xfrm>
              <a:off x="6895042" y="2127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3" name="pt28913"/>
            <p:cNvSpPr/>
            <p:nvPr/>
          </p:nvSpPr>
          <p:spPr>
            <a:xfrm>
              <a:off x="7309954" y="226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4" name="pt28914"/>
            <p:cNvSpPr/>
            <p:nvPr/>
          </p:nvSpPr>
          <p:spPr>
            <a:xfrm>
              <a:off x="6918235" y="1983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5" name="pt28915"/>
            <p:cNvSpPr/>
            <p:nvPr/>
          </p:nvSpPr>
          <p:spPr>
            <a:xfrm>
              <a:off x="7251484" y="1889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6" name="pt28916"/>
            <p:cNvSpPr/>
            <p:nvPr/>
          </p:nvSpPr>
          <p:spPr>
            <a:xfrm>
              <a:off x="6631617" y="1983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7" name="pt28917"/>
            <p:cNvSpPr/>
            <p:nvPr/>
          </p:nvSpPr>
          <p:spPr>
            <a:xfrm>
              <a:off x="7134206" y="2037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8" name="pt28918"/>
            <p:cNvSpPr/>
            <p:nvPr/>
          </p:nvSpPr>
          <p:spPr>
            <a:xfrm>
              <a:off x="7151749" y="2139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9" name="pt28919"/>
            <p:cNvSpPr/>
            <p:nvPr/>
          </p:nvSpPr>
          <p:spPr>
            <a:xfrm>
              <a:off x="6935676" y="2010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0" name="pt28920"/>
            <p:cNvSpPr/>
            <p:nvPr/>
          </p:nvSpPr>
          <p:spPr>
            <a:xfrm>
              <a:off x="7079675" y="2112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1" name="pt28921"/>
            <p:cNvSpPr/>
            <p:nvPr/>
          </p:nvSpPr>
          <p:spPr>
            <a:xfrm>
              <a:off x="7459024" y="2424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2" name="pt28922"/>
            <p:cNvSpPr/>
            <p:nvPr/>
          </p:nvSpPr>
          <p:spPr>
            <a:xfrm>
              <a:off x="7241998" y="1873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3" name="pt28923"/>
            <p:cNvSpPr/>
            <p:nvPr/>
          </p:nvSpPr>
          <p:spPr>
            <a:xfrm>
              <a:off x="7178732" y="2246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4" name="pt28924"/>
            <p:cNvSpPr/>
            <p:nvPr/>
          </p:nvSpPr>
          <p:spPr>
            <a:xfrm>
              <a:off x="7248772" y="1833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5" name="pt28925"/>
            <p:cNvSpPr/>
            <p:nvPr/>
          </p:nvSpPr>
          <p:spPr>
            <a:xfrm>
              <a:off x="6764122" y="2215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6" name="pt28926"/>
            <p:cNvSpPr/>
            <p:nvPr/>
          </p:nvSpPr>
          <p:spPr>
            <a:xfrm>
              <a:off x="7105784" y="2027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7" name="pt28927"/>
            <p:cNvSpPr/>
            <p:nvPr/>
          </p:nvSpPr>
          <p:spPr>
            <a:xfrm>
              <a:off x="6989331" y="2235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8" name="pt28928"/>
            <p:cNvSpPr/>
            <p:nvPr/>
          </p:nvSpPr>
          <p:spPr>
            <a:xfrm>
              <a:off x="6944437" y="1733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9" name="pt28929"/>
            <p:cNvSpPr/>
            <p:nvPr/>
          </p:nvSpPr>
          <p:spPr>
            <a:xfrm>
              <a:off x="7114284" y="1936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0" name="pt28930"/>
            <p:cNvSpPr/>
            <p:nvPr/>
          </p:nvSpPr>
          <p:spPr>
            <a:xfrm>
              <a:off x="7253492" y="1931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1" name="pt28931"/>
            <p:cNvSpPr/>
            <p:nvPr/>
          </p:nvSpPr>
          <p:spPr>
            <a:xfrm>
              <a:off x="7076691" y="2094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2" name="pt28932"/>
            <p:cNvSpPr/>
            <p:nvPr/>
          </p:nvSpPr>
          <p:spPr>
            <a:xfrm>
              <a:off x="7296258" y="1939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3" name="pt28933"/>
            <p:cNvSpPr/>
            <p:nvPr/>
          </p:nvSpPr>
          <p:spPr>
            <a:xfrm>
              <a:off x="7157227" y="2171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4" name="pt28934"/>
            <p:cNvSpPr/>
            <p:nvPr/>
          </p:nvSpPr>
          <p:spPr>
            <a:xfrm>
              <a:off x="6941295" y="2064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5" name="pt28935"/>
            <p:cNvSpPr/>
            <p:nvPr/>
          </p:nvSpPr>
          <p:spPr>
            <a:xfrm>
              <a:off x="7252038" y="1937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6" name="pt28936"/>
            <p:cNvSpPr/>
            <p:nvPr/>
          </p:nvSpPr>
          <p:spPr>
            <a:xfrm>
              <a:off x="7001119" y="2035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7" name="pt28937"/>
            <p:cNvSpPr/>
            <p:nvPr/>
          </p:nvSpPr>
          <p:spPr>
            <a:xfrm>
              <a:off x="7108468" y="2026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8" name="pt28938"/>
            <p:cNvSpPr/>
            <p:nvPr/>
          </p:nvSpPr>
          <p:spPr>
            <a:xfrm>
              <a:off x="7184833" y="1817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9" name="pt28939"/>
            <p:cNvSpPr/>
            <p:nvPr/>
          </p:nvSpPr>
          <p:spPr>
            <a:xfrm>
              <a:off x="7237381" y="1950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0" name="pt28940"/>
            <p:cNvSpPr/>
            <p:nvPr/>
          </p:nvSpPr>
          <p:spPr>
            <a:xfrm>
              <a:off x="6879315" y="2181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1" name="pt28941"/>
            <p:cNvSpPr/>
            <p:nvPr/>
          </p:nvSpPr>
          <p:spPr>
            <a:xfrm>
              <a:off x="7031786" y="2210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2" name="pt28942"/>
            <p:cNvSpPr/>
            <p:nvPr/>
          </p:nvSpPr>
          <p:spPr>
            <a:xfrm>
              <a:off x="7130894" y="2119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3" name="pt28943"/>
            <p:cNvSpPr/>
            <p:nvPr/>
          </p:nvSpPr>
          <p:spPr>
            <a:xfrm>
              <a:off x="6921869" y="1975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4" name="pt28944"/>
            <p:cNvSpPr/>
            <p:nvPr/>
          </p:nvSpPr>
          <p:spPr>
            <a:xfrm>
              <a:off x="7346259" y="2229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5" name="pt28945"/>
            <p:cNvSpPr/>
            <p:nvPr/>
          </p:nvSpPr>
          <p:spPr>
            <a:xfrm>
              <a:off x="7075521" y="2200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6" name="pt28946"/>
            <p:cNvSpPr/>
            <p:nvPr/>
          </p:nvSpPr>
          <p:spPr>
            <a:xfrm>
              <a:off x="7073656" y="2036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7" name="pt28947"/>
            <p:cNvSpPr/>
            <p:nvPr/>
          </p:nvSpPr>
          <p:spPr>
            <a:xfrm>
              <a:off x="6986366" y="2235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8" name="pt28948"/>
            <p:cNvSpPr/>
            <p:nvPr/>
          </p:nvSpPr>
          <p:spPr>
            <a:xfrm>
              <a:off x="7007334" y="1808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9" name="pt28949"/>
            <p:cNvSpPr/>
            <p:nvPr/>
          </p:nvSpPr>
          <p:spPr>
            <a:xfrm>
              <a:off x="6941531" y="2114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0" name="pt28950"/>
            <p:cNvSpPr/>
            <p:nvPr/>
          </p:nvSpPr>
          <p:spPr>
            <a:xfrm>
              <a:off x="6756249" y="2162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1" name="pt28951"/>
            <p:cNvSpPr/>
            <p:nvPr/>
          </p:nvSpPr>
          <p:spPr>
            <a:xfrm>
              <a:off x="6945807" y="1966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2" name="pt28952"/>
            <p:cNvSpPr/>
            <p:nvPr/>
          </p:nvSpPr>
          <p:spPr>
            <a:xfrm>
              <a:off x="7549475" y="2371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3" name="pt28953"/>
            <p:cNvSpPr/>
            <p:nvPr/>
          </p:nvSpPr>
          <p:spPr>
            <a:xfrm>
              <a:off x="6856487" y="2144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4" name="pt28954"/>
            <p:cNvSpPr/>
            <p:nvPr/>
          </p:nvSpPr>
          <p:spPr>
            <a:xfrm>
              <a:off x="7160602" y="2217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5" name="pt28955"/>
            <p:cNvSpPr/>
            <p:nvPr/>
          </p:nvSpPr>
          <p:spPr>
            <a:xfrm>
              <a:off x="6843340" y="2070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6" name="pt28956"/>
            <p:cNvSpPr/>
            <p:nvPr/>
          </p:nvSpPr>
          <p:spPr>
            <a:xfrm>
              <a:off x="6959344" y="2071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7" name="pt28957"/>
            <p:cNvSpPr/>
            <p:nvPr/>
          </p:nvSpPr>
          <p:spPr>
            <a:xfrm>
              <a:off x="7105132" y="2099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8" name="pt28958"/>
            <p:cNvSpPr/>
            <p:nvPr/>
          </p:nvSpPr>
          <p:spPr>
            <a:xfrm>
              <a:off x="7262970" y="1973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9" name="pt28959"/>
            <p:cNvSpPr/>
            <p:nvPr/>
          </p:nvSpPr>
          <p:spPr>
            <a:xfrm>
              <a:off x="7207084" y="1992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0" name="pt28960"/>
            <p:cNvSpPr/>
            <p:nvPr/>
          </p:nvSpPr>
          <p:spPr>
            <a:xfrm>
              <a:off x="7212842" y="2118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1" name="pt28961"/>
            <p:cNvSpPr/>
            <p:nvPr/>
          </p:nvSpPr>
          <p:spPr>
            <a:xfrm>
              <a:off x="7358646" y="2393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2" name="pt28962"/>
            <p:cNvSpPr/>
            <p:nvPr/>
          </p:nvSpPr>
          <p:spPr>
            <a:xfrm>
              <a:off x="7159890" y="2195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3" name="pt28963"/>
            <p:cNvSpPr/>
            <p:nvPr/>
          </p:nvSpPr>
          <p:spPr>
            <a:xfrm>
              <a:off x="7019321" y="1883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4" name="pt28964"/>
            <p:cNvSpPr/>
            <p:nvPr/>
          </p:nvSpPr>
          <p:spPr>
            <a:xfrm>
              <a:off x="6808051" y="2163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5" name="pt28965"/>
            <p:cNvSpPr/>
            <p:nvPr/>
          </p:nvSpPr>
          <p:spPr>
            <a:xfrm>
              <a:off x="6670620" y="1874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6" name="pt28966"/>
            <p:cNvSpPr/>
            <p:nvPr/>
          </p:nvSpPr>
          <p:spPr>
            <a:xfrm>
              <a:off x="6961895" y="1940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7" name="pt28967"/>
            <p:cNvSpPr/>
            <p:nvPr/>
          </p:nvSpPr>
          <p:spPr>
            <a:xfrm>
              <a:off x="6893767" y="1985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8" name="pt28968"/>
            <p:cNvSpPr/>
            <p:nvPr/>
          </p:nvSpPr>
          <p:spPr>
            <a:xfrm>
              <a:off x="7158115" y="2205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9" name="pt28969"/>
            <p:cNvSpPr/>
            <p:nvPr/>
          </p:nvSpPr>
          <p:spPr>
            <a:xfrm>
              <a:off x="6965613" y="1915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0" name="pt28970"/>
            <p:cNvSpPr/>
            <p:nvPr/>
          </p:nvSpPr>
          <p:spPr>
            <a:xfrm>
              <a:off x="7085005" y="2162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1" name="pt28971"/>
            <p:cNvSpPr/>
            <p:nvPr/>
          </p:nvSpPr>
          <p:spPr>
            <a:xfrm>
              <a:off x="7293505" y="2073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2" name="pt28972"/>
            <p:cNvSpPr/>
            <p:nvPr/>
          </p:nvSpPr>
          <p:spPr>
            <a:xfrm>
              <a:off x="7079556" y="2089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3" name="pt28973"/>
            <p:cNvSpPr/>
            <p:nvPr/>
          </p:nvSpPr>
          <p:spPr>
            <a:xfrm>
              <a:off x="6927370" y="1944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4" name="pt28974"/>
            <p:cNvSpPr/>
            <p:nvPr/>
          </p:nvSpPr>
          <p:spPr>
            <a:xfrm>
              <a:off x="7039353" y="2168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5" name="pt28975"/>
            <p:cNvSpPr/>
            <p:nvPr/>
          </p:nvSpPr>
          <p:spPr>
            <a:xfrm>
              <a:off x="7069092" y="2014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6" name="pt28976"/>
            <p:cNvSpPr/>
            <p:nvPr/>
          </p:nvSpPr>
          <p:spPr>
            <a:xfrm>
              <a:off x="7164310" y="2176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7" name="pt28977"/>
            <p:cNvSpPr/>
            <p:nvPr/>
          </p:nvSpPr>
          <p:spPr>
            <a:xfrm>
              <a:off x="6831111" y="1632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8" name="pt28978"/>
            <p:cNvSpPr/>
            <p:nvPr/>
          </p:nvSpPr>
          <p:spPr>
            <a:xfrm>
              <a:off x="6851725" y="202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9" name="pt28979"/>
            <p:cNvSpPr/>
            <p:nvPr/>
          </p:nvSpPr>
          <p:spPr>
            <a:xfrm>
              <a:off x="7072617" y="2091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0" name="pt28980"/>
            <p:cNvSpPr/>
            <p:nvPr/>
          </p:nvSpPr>
          <p:spPr>
            <a:xfrm>
              <a:off x="7073520" y="2151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1" name="pt28981"/>
            <p:cNvSpPr/>
            <p:nvPr/>
          </p:nvSpPr>
          <p:spPr>
            <a:xfrm>
              <a:off x="7007335" y="1787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2" name="pt28982"/>
            <p:cNvSpPr/>
            <p:nvPr/>
          </p:nvSpPr>
          <p:spPr>
            <a:xfrm>
              <a:off x="7028190" y="2177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3" name="pt28983"/>
            <p:cNvSpPr/>
            <p:nvPr/>
          </p:nvSpPr>
          <p:spPr>
            <a:xfrm>
              <a:off x="7402403" y="2452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4" name="pt28984"/>
            <p:cNvSpPr/>
            <p:nvPr/>
          </p:nvSpPr>
          <p:spPr>
            <a:xfrm>
              <a:off x="7067002" y="2018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5" name="pt28985"/>
            <p:cNvSpPr/>
            <p:nvPr/>
          </p:nvSpPr>
          <p:spPr>
            <a:xfrm>
              <a:off x="7254090" y="1923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6" name="pt28986"/>
            <p:cNvSpPr/>
            <p:nvPr/>
          </p:nvSpPr>
          <p:spPr>
            <a:xfrm>
              <a:off x="7175448" y="1951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7" name="pt28987"/>
            <p:cNvSpPr/>
            <p:nvPr/>
          </p:nvSpPr>
          <p:spPr>
            <a:xfrm>
              <a:off x="6772048" y="1934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8" name="pt28988"/>
            <p:cNvSpPr/>
            <p:nvPr/>
          </p:nvSpPr>
          <p:spPr>
            <a:xfrm>
              <a:off x="7186388" y="1530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9" name="pt28989"/>
            <p:cNvSpPr/>
            <p:nvPr/>
          </p:nvSpPr>
          <p:spPr>
            <a:xfrm>
              <a:off x="7115104" y="1943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0" name="pt28990"/>
            <p:cNvSpPr/>
            <p:nvPr/>
          </p:nvSpPr>
          <p:spPr>
            <a:xfrm>
              <a:off x="6871245" y="219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1" name="pt28991"/>
            <p:cNvSpPr/>
            <p:nvPr/>
          </p:nvSpPr>
          <p:spPr>
            <a:xfrm>
              <a:off x="7150313" y="2068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2" name="pt28992"/>
            <p:cNvSpPr/>
            <p:nvPr/>
          </p:nvSpPr>
          <p:spPr>
            <a:xfrm>
              <a:off x="7285208" y="2063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3" name="pt28993"/>
            <p:cNvSpPr/>
            <p:nvPr/>
          </p:nvSpPr>
          <p:spPr>
            <a:xfrm>
              <a:off x="7085752" y="2216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4" name="pt28994"/>
            <p:cNvSpPr/>
            <p:nvPr/>
          </p:nvSpPr>
          <p:spPr>
            <a:xfrm>
              <a:off x="6849482" y="2088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5" name="pt28995"/>
            <p:cNvSpPr/>
            <p:nvPr/>
          </p:nvSpPr>
          <p:spPr>
            <a:xfrm>
              <a:off x="7188814" y="2187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6" name="pt28996"/>
            <p:cNvSpPr/>
            <p:nvPr/>
          </p:nvSpPr>
          <p:spPr>
            <a:xfrm>
              <a:off x="7204213" y="1998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7" name="pt28997"/>
            <p:cNvSpPr/>
            <p:nvPr/>
          </p:nvSpPr>
          <p:spPr>
            <a:xfrm>
              <a:off x="7097292" y="2360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8" name="pt28998"/>
            <p:cNvSpPr/>
            <p:nvPr/>
          </p:nvSpPr>
          <p:spPr>
            <a:xfrm>
              <a:off x="7152659" y="2182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9" name="pt28999"/>
            <p:cNvSpPr/>
            <p:nvPr/>
          </p:nvSpPr>
          <p:spPr>
            <a:xfrm>
              <a:off x="7032791" y="2176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0" name="pt29000"/>
            <p:cNvSpPr/>
            <p:nvPr/>
          </p:nvSpPr>
          <p:spPr>
            <a:xfrm>
              <a:off x="7023954" y="1977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1" name="pt29001"/>
            <p:cNvSpPr/>
            <p:nvPr/>
          </p:nvSpPr>
          <p:spPr>
            <a:xfrm>
              <a:off x="7303056" y="2045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2" name="pt29002"/>
            <p:cNvSpPr/>
            <p:nvPr/>
          </p:nvSpPr>
          <p:spPr>
            <a:xfrm>
              <a:off x="6545369" y="1890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3" name="pt29003"/>
            <p:cNvSpPr/>
            <p:nvPr/>
          </p:nvSpPr>
          <p:spPr>
            <a:xfrm>
              <a:off x="7049518" y="2134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4" name="pt29004"/>
            <p:cNvSpPr/>
            <p:nvPr/>
          </p:nvSpPr>
          <p:spPr>
            <a:xfrm>
              <a:off x="7116572" y="1912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5" name="pt29005"/>
            <p:cNvSpPr/>
            <p:nvPr/>
          </p:nvSpPr>
          <p:spPr>
            <a:xfrm>
              <a:off x="6948733" y="1990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6" name="pt29006"/>
            <p:cNvSpPr/>
            <p:nvPr/>
          </p:nvSpPr>
          <p:spPr>
            <a:xfrm>
              <a:off x="7198312" y="212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7" name="pt29007"/>
            <p:cNvSpPr/>
            <p:nvPr/>
          </p:nvSpPr>
          <p:spPr>
            <a:xfrm>
              <a:off x="7124431" y="2067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8" name="pt29008"/>
            <p:cNvSpPr/>
            <p:nvPr/>
          </p:nvSpPr>
          <p:spPr>
            <a:xfrm>
              <a:off x="7043679" y="2206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9" name="pt29009"/>
            <p:cNvSpPr/>
            <p:nvPr/>
          </p:nvSpPr>
          <p:spPr>
            <a:xfrm>
              <a:off x="7154746" y="2355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0" name="pt29010"/>
            <p:cNvSpPr/>
            <p:nvPr/>
          </p:nvSpPr>
          <p:spPr>
            <a:xfrm>
              <a:off x="6908240" y="190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1" name="pt29011"/>
            <p:cNvSpPr/>
            <p:nvPr/>
          </p:nvSpPr>
          <p:spPr>
            <a:xfrm>
              <a:off x="7195528" y="2101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2" name="pt29012"/>
            <p:cNvSpPr/>
            <p:nvPr/>
          </p:nvSpPr>
          <p:spPr>
            <a:xfrm>
              <a:off x="7487702" y="2280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3" name="pt29013"/>
            <p:cNvSpPr/>
            <p:nvPr/>
          </p:nvSpPr>
          <p:spPr>
            <a:xfrm>
              <a:off x="7002576" y="1922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4" name="pt29014"/>
            <p:cNvSpPr/>
            <p:nvPr/>
          </p:nvSpPr>
          <p:spPr>
            <a:xfrm>
              <a:off x="7120820" y="2024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5" name="pt29015"/>
            <p:cNvSpPr/>
            <p:nvPr/>
          </p:nvSpPr>
          <p:spPr>
            <a:xfrm>
              <a:off x="7238103" y="1957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6" name="pt29016"/>
            <p:cNvSpPr/>
            <p:nvPr/>
          </p:nvSpPr>
          <p:spPr>
            <a:xfrm>
              <a:off x="7021916" y="198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7" name="pt29017"/>
            <p:cNvSpPr/>
            <p:nvPr/>
          </p:nvSpPr>
          <p:spPr>
            <a:xfrm>
              <a:off x="7386482" y="2158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8" name="pt29018"/>
            <p:cNvSpPr/>
            <p:nvPr/>
          </p:nvSpPr>
          <p:spPr>
            <a:xfrm>
              <a:off x="7489535" y="2586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9" name="pt29019"/>
            <p:cNvSpPr/>
            <p:nvPr/>
          </p:nvSpPr>
          <p:spPr>
            <a:xfrm>
              <a:off x="7090922" y="2169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0" name="pt29020"/>
            <p:cNvSpPr/>
            <p:nvPr/>
          </p:nvSpPr>
          <p:spPr>
            <a:xfrm>
              <a:off x="6855407" y="2052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1" name="pt29021"/>
            <p:cNvSpPr/>
            <p:nvPr/>
          </p:nvSpPr>
          <p:spPr>
            <a:xfrm>
              <a:off x="7086443" y="2219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2" name="pt29022"/>
            <p:cNvSpPr/>
            <p:nvPr/>
          </p:nvSpPr>
          <p:spPr>
            <a:xfrm>
              <a:off x="7264592" y="2054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3" name="pt29023"/>
            <p:cNvSpPr/>
            <p:nvPr/>
          </p:nvSpPr>
          <p:spPr>
            <a:xfrm>
              <a:off x="6779725" y="2130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4" name="pt29024"/>
            <p:cNvSpPr/>
            <p:nvPr/>
          </p:nvSpPr>
          <p:spPr>
            <a:xfrm>
              <a:off x="7248801" y="192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5" name="pt29025"/>
            <p:cNvSpPr/>
            <p:nvPr/>
          </p:nvSpPr>
          <p:spPr>
            <a:xfrm>
              <a:off x="6976462" y="2115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6" name="pt29026"/>
            <p:cNvSpPr/>
            <p:nvPr/>
          </p:nvSpPr>
          <p:spPr>
            <a:xfrm>
              <a:off x="6917943" y="198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7" name="pt29027"/>
            <p:cNvSpPr/>
            <p:nvPr/>
          </p:nvSpPr>
          <p:spPr>
            <a:xfrm>
              <a:off x="7182591" y="1916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8" name="pt29028"/>
            <p:cNvSpPr/>
            <p:nvPr/>
          </p:nvSpPr>
          <p:spPr>
            <a:xfrm>
              <a:off x="7179324" y="2167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9" name="pt29029"/>
            <p:cNvSpPr/>
            <p:nvPr/>
          </p:nvSpPr>
          <p:spPr>
            <a:xfrm>
              <a:off x="7193086" y="2149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0" name="pt29030"/>
            <p:cNvSpPr/>
            <p:nvPr/>
          </p:nvSpPr>
          <p:spPr>
            <a:xfrm>
              <a:off x="7339510" y="2279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1" name="pt29031"/>
            <p:cNvSpPr/>
            <p:nvPr/>
          </p:nvSpPr>
          <p:spPr>
            <a:xfrm>
              <a:off x="7074173" y="2106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2" name="pt29032"/>
            <p:cNvSpPr/>
            <p:nvPr/>
          </p:nvSpPr>
          <p:spPr>
            <a:xfrm>
              <a:off x="7018725" y="2248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3" name="pt29033"/>
            <p:cNvSpPr/>
            <p:nvPr/>
          </p:nvSpPr>
          <p:spPr>
            <a:xfrm>
              <a:off x="7010036" y="2042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4" name="pt29034"/>
            <p:cNvSpPr/>
            <p:nvPr/>
          </p:nvSpPr>
          <p:spPr>
            <a:xfrm>
              <a:off x="7138770" y="1970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5" name="pt29035"/>
            <p:cNvSpPr/>
            <p:nvPr/>
          </p:nvSpPr>
          <p:spPr>
            <a:xfrm>
              <a:off x="7186235" y="1898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6" name="pt29036"/>
            <p:cNvSpPr/>
            <p:nvPr/>
          </p:nvSpPr>
          <p:spPr>
            <a:xfrm>
              <a:off x="6758165" y="2436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7" name="pt29037"/>
            <p:cNvSpPr/>
            <p:nvPr/>
          </p:nvSpPr>
          <p:spPr>
            <a:xfrm>
              <a:off x="7015925" y="2230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8" name="pt29038"/>
            <p:cNvSpPr/>
            <p:nvPr/>
          </p:nvSpPr>
          <p:spPr>
            <a:xfrm>
              <a:off x="7150162" y="2073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9" name="pt29039"/>
            <p:cNvSpPr/>
            <p:nvPr/>
          </p:nvSpPr>
          <p:spPr>
            <a:xfrm>
              <a:off x="7047769" y="2186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0" name="pt29040"/>
            <p:cNvSpPr/>
            <p:nvPr/>
          </p:nvSpPr>
          <p:spPr>
            <a:xfrm>
              <a:off x="7174597" y="2177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1" name="pt29041"/>
            <p:cNvSpPr/>
            <p:nvPr/>
          </p:nvSpPr>
          <p:spPr>
            <a:xfrm>
              <a:off x="7326050" y="2015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2" name="pt29042"/>
            <p:cNvSpPr/>
            <p:nvPr/>
          </p:nvSpPr>
          <p:spPr>
            <a:xfrm>
              <a:off x="7054142" y="2096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3" name="pt29043"/>
            <p:cNvSpPr/>
            <p:nvPr/>
          </p:nvSpPr>
          <p:spPr>
            <a:xfrm>
              <a:off x="7306546" y="2446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4" name="pt29044"/>
            <p:cNvSpPr/>
            <p:nvPr/>
          </p:nvSpPr>
          <p:spPr>
            <a:xfrm>
              <a:off x="7153635" y="227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5" name="pt29045"/>
            <p:cNvSpPr/>
            <p:nvPr/>
          </p:nvSpPr>
          <p:spPr>
            <a:xfrm>
              <a:off x="7145087" y="1902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6" name="pt29046"/>
            <p:cNvSpPr/>
            <p:nvPr/>
          </p:nvSpPr>
          <p:spPr>
            <a:xfrm>
              <a:off x="7145925" y="2007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7" name="pt29047"/>
            <p:cNvSpPr/>
            <p:nvPr/>
          </p:nvSpPr>
          <p:spPr>
            <a:xfrm>
              <a:off x="7081348" y="2134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8" name="pt29048"/>
            <p:cNvSpPr/>
            <p:nvPr/>
          </p:nvSpPr>
          <p:spPr>
            <a:xfrm>
              <a:off x="7162198" y="2312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9" name="pt29049"/>
            <p:cNvSpPr/>
            <p:nvPr/>
          </p:nvSpPr>
          <p:spPr>
            <a:xfrm>
              <a:off x="7353719" y="2397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0" name="pt29050"/>
            <p:cNvSpPr/>
            <p:nvPr/>
          </p:nvSpPr>
          <p:spPr>
            <a:xfrm>
              <a:off x="6909910" y="1936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1" name="pt29051"/>
            <p:cNvSpPr/>
            <p:nvPr/>
          </p:nvSpPr>
          <p:spPr>
            <a:xfrm>
              <a:off x="7035768" y="2180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2" name="pt29052"/>
            <p:cNvSpPr/>
            <p:nvPr/>
          </p:nvSpPr>
          <p:spPr>
            <a:xfrm>
              <a:off x="7150525" y="2107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3" name="pt29053"/>
            <p:cNvSpPr/>
            <p:nvPr/>
          </p:nvSpPr>
          <p:spPr>
            <a:xfrm>
              <a:off x="7124240" y="2027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4" name="pt29054"/>
            <p:cNvSpPr/>
            <p:nvPr/>
          </p:nvSpPr>
          <p:spPr>
            <a:xfrm>
              <a:off x="6961920" y="2007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5" name="pt29055"/>
            <p:cNvSpPr/>
            <p:nvPr/>
          </p:nvSpPr>
          <p:spPr>
            <a:xfrm>
              <a:off x="7220950" y="1833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6" name="pt29056"/>
            <p:cNvSpPr/>
            <p:nvPr/>
          </p:nvSpPr>
          <p:spPr>
            <a:xfrm>
              <a:off x="7114214" y="1917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7" name="pt29057"/>
            <p:cNvSpPr/>
            <p:nvPr/>
          </p:nvSpPr>
          <p:spPr>
            <a:xfrm>
              <a:off x="7062151" y="2182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8" name="pt29058"/>
            <p:cNvSpPr/>
            <p:nvPr/>
          </p:nvSpPr>
          <p:spPr>
            <a:xfrm>
              <a:off x="7099950" y="2308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9" name="pt29059"/>
            <p:cNvSpPr/>
            <p:nvPr/>
          </p:nvSpPr>
          <p:spPr>
            <a:xfrm>
              <a:off x="6574694" y="2190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0" name="pt29060"/>
            <p:cNvSpPr/>
            <p:nvPr/>
          </p:nvSpPr>
          <p:spPr>
            <a:xfrm>
              <a:off x="7348676" y="2282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1" name="pt29061"/>
            <p:cNvSpPr/>
            <p:nvPr/>
          </p:nvSpPr>
          <p:spPr>
            <a:xfrm>
              <a:off x="6995831" y="2241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2" name="pt29062"/>
            <p:cNvSpPr/>
            <p:nvPr/>
          </p:nvSpPr>
          <p:spPr>
            <a:xfrm>
              <a:off x="6845772" y="2067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3" name="pt29063"/>
            <p:cNvSpPr/>
            <p:nvPr/>
          </p:nvSpPr>
          <p:spPr>
            <a:xfrm>
              <a:off x="7122126" y="2007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4" name="pt29064"/>
            <p:cNvSpPr/>
            <p:nvPr/>
          </p:nvSpPr>
          <p:spPr>
            <a:xfrm>
              <a:off x="6880198" y="2150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5" name="pt29065"/>
            <p:cNvSpPr/>
            <p:nvPr/>
          </p:nvSpPr>
          <p:spPr>
            <a:xfrm>
              <a:off x="6792305" y="2482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6" name="pt29066"/>
            <p:cNvSpPr/>
            <p:nvPr/>
          </p:nvSpPr>
          <p:spPr>
            <a:xfrm>
              <a:off x="6831254" y="2091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7" name="pt29067"/>
            <p:cNvSpPr/>
            <p:nvPr/>
          </p:nvSpPr>
          <p:spPr>
            <a:xfrm>
              <a:off x="6844059" y="1963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8" name="pt29068"/>
            <p:cNvSpPr/>
            <p:nvPr/>
          </p:nvSpPr>
          <p:spPr>
            <a:xfrm>
              <a:off x="7075223" y="2087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9" name="pt29069"/>
            <p:cNvSpPr/>
            <p:nvPr/>
          </p:nvSpPr>
          <p:spPr>
            <a:xfrm>
              <a:off x="7158686" y="2309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0" name="pt29070"/>
            <p:cNvSpPr/>
            <p:nvPr/>
          </p:nvSpPr>
          <p:spPr>
            <a:xfrm>
              <a:off x="7197439" y="2003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1" name="pt29071"/>
            <p:cNvSpPr/>
            <p:nvPr/>
          </p:nvSpPr>
          <p:spPr>
            <a:xfrm>
              <a:off x="7088458" y="2097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2" name="pt29072"/>
            <p:cNvSpPr/>
            <p:nvPr/>
          </p:nvSpPr>
          <p:spPr>
            <a:xfrm>
              <a:off x="7166888" y="2076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3" name="pt29073"/>
            <p:cNvSpPr/>
            <p:nvPr/>
          </p:nvSpPr>
          <p:spPr>
            <a:xfrm>
              <a:off x="7231363" y="1928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4" name="pt29074"/>
            <p:cNvSpPr/>
            <p:nvPr/>
          </p:nvSpPr>
          <p:spPr>
            <a:xfrm>
              <a:off x="7166220" y="2157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5" name="pt29075"/>
            <p:cNvSpPr/>
            <p:nvPr/>
          </p:nvSpPr>
          <p:spPr>
            <a:xfrm>
              <a:off x="7359412" y="2524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6" name="pt29076"/>
            <p:cNvSpPr/>
            <p:nvPr/>
          </p:nvSpPr>
          <p:spPr>
            <a:xfrm>
              <a:off x="6997401" y="2251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7" name="pt29077"/>
            <p:cNvSpPr/>
            <p:nvPr/>
          </p:nvSpPr>
          <p:spPr>
            <a:xfrm>
              <a:off x="7221573" y="1994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8" name="pt29078"/>
            <p:cNvSpPr/>
            <p:nvPr/>
          </p:nvSpPr>
          <p:spPr>
            <a:xfrm>
              <a:off x="7259230" y="2067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9" name="pt29079"/>
            <p:cNvSpPr/>
            <p:nvPr/>
          </p:nvSpPr>
          <p:spPr>
            <a:xfrm>
              <a:off x="7134296" y="2060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0" name="pt29080"/>
            <p:cNvSpPr/>
            <p:nvPr/>
          </p:nvSpPr>
          <p:spPr>
            <a:xfrm>
              <a:off x="7269995" y="195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1" name="pt29081"/>
            <p:cNvSpPr/>
            <p:nvPr/>
          </p:nvSpPr>
          <p:spPr>
            <a:xfrm>
              <a:off x="7111430" y="1995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2" name="pt29082"/>
            <p:cNvSpPr/>
            <p:nvPr/>
          </p:nvSpPr>
          <p:spPr>
            <a:xfrm>
              <a:off x="6943470" y="2059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3" name="pt29083"/>
            <p:cNvSpPr/>
            <p:nvPr/>
          </p:nvSpPr>
          <p:spPr>
            <a:xfrm>
              <a:off x="6881321" y="2138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4" name="pt29084"/>
            <p:cNvSpPr/>
            <p:nvPr/>
          </p:nvSpPr>
          <p:spPr>
            <a:xfrm>
              <a:off x="7135739" y="2037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5" name="pt29085"/>
            <p:cNvSpPr/>
            <p:nvPr/>
          </p:nvSpPr>
          <p:spPr>
            <a:xfrm>
              <a:off x="7415402" y="2498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6" name="pt29086"/>
            <p:cNvSpPr/>
            <p:nvPr/>
          </p:nvSpPr>
          <p:spPr>
            <a:xfrm>
              <a:off x="6961149" y="2031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7" name="pt29087"/>
            <p:cNvSpPr/>
            <p:nvPr/>
          </p:nvSpPr>
          <p:spPr>
            <a:xfrm>
              <a:off x="7152002" y="2049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8" name="pt29088"/>
            <p:cNvSpPr/>
            <p:nvPr/>
          </p:nvSpPr>
          <p:spPr>
            <a:xfrm>
              <a:off x="7265961" y="1887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9" name="pt29089"/>
            <p:cNvSpPr/>
            <p:nvPr/>
          </p:nvSpPr>
          <p:spPr>
            <a:xfrm>
              <a:off x="7219889" y="2016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0" name="pt29090"/>
            <p:cNvSpPr/>
            <p:nvPr/>
          </p:nvSpPr>
          <p:spPr>
            <a:xfrm>
              <a:off x="7172052" y="1997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1" name="pt29091"/>
            <p:cNvSpPr/>
            <p:nvPr/>
          </p:nvSpPr>
          <p:spPr>
            <a:xfrm>
              <a:off x="7148010" y="2009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2" name="pt29092"/>
            <p:cNvSpPr/>
            <p:nvPr/>
          </p:nvSpPr>
          <p:spPr>
            <a:xfrm>
              <a:off x="6875940" y="1937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3" name="pt29093"/>
            <p:cNvSpPr/>
            <p:nvPr/>
          </p:nvSpPr>
          <p:spPr>
            <a:xfrm>
              <a:off x="7004234" y="1942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4" name="pt29094"/>
            <p:cNvSpPr/>
            <p:nvPr/>
          </p:nvSpPr>
          <p:spPr>
            <a:xfrm>
              <a:off x="7135537" y="2074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5" name="pt29095"/>
            <p:cNvSpPr/>
            <p:nvPr/>
          </p:nvSpPr>
          <p:spPr>
            <a:xfrm>
              <a:off x="7313008" y="2369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6" name="pt29096"/>
            <p:cNvSpPr/>
            <p:nvPr/>
          </p:nvSpPr>
          <p:spPr>
            <a:xfrm>
              <a:off x="6969788" y="1789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7" name="pt29097"/>
            <p:cNvSpPr/>
            <p:nvPr/>
          </p:nvSpPr>
          <p:spPr>
            <a:xfrm>
              <a:off x="7147997" y="2131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8" name="pt29098"/>
            <p:cNvSpPr/>
            <p:nvPr/>
          </p:nvSpPr>
          <p:spPr>
            <a:xfrm>
              <a:off x="7011409" y="2094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9" name="pt29099"/>
            <p:cNvSpPr/>
            <p:nvPr/>
          </p:nvSpPr>
          <p:spPr>
            <a:xfrm>
              <a:off x="6901146" y="2015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0" name="pt29100"/>
            <p:cNvSpPr/>
            <p:nvPr/>
          </p:nvSpPr>
          <p:spPr>
            <a:xfrm>
              <a:off x="6794744" y="2260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1" name="pt29101"/>
            <p:cNvSpPr/>
            <p:nvPr/>
          </p:nvSpPr>
          <p:spPr>
            <a:xfrm>
              <a:off x="7103212" y="2165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2" name="pt29102"/>
            <p:cNvSpPr/>
            <p:nvPr/>
          </p:nvSpPr>
          <p:spPr>
            <a:xfrm>
              <a:off x="7468744" y="2357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3" name="pt29103"/>
            <p:cNvSpPr/>
            <p:nvPr/>
          </p:nvSpPr>
          <p:spPr>
            <a:xfrm>
              <a:off x="7103436" y="2162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4" name="pt29104"/>
            <p:cNvSpPr/>
            <p:nvPr/>
          </p:nvSpPr>
          <p:spPr>
            <a:xfrm>
              <a:off x="6996307" y="2264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5" name="pt29105"/>
            <p:cNvSpPr/>
            <p:nvPr/>
          </p:nvSpPr>
          <p:spPr>
            <a:xfrm>
              <a:off x="7058007" y="2110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6" name="pt29106"/>
            <p:cNvSpPr/>
            <p:nvPr/>
          </p:nvSpPr>
          <p:spPr>
            <a:xfrm>
              <a:off x="7148845" y="2151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7" name="pt29107"/>
            <p:cNvSpPr/>
            <p:nvPr/>
          </p:nvSpPr>
          <p:spPr>
            <a:xfrm>
              <a:off x="7183654" y="2035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8" name="pt29108"/>
            <p:cNvSpPr/>
            <p:nvPr/>
          </p:nvSpPr>
          <p:spPr>
            <a:xfrm>
              <a:off x="7238190" y="1760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9" name="pt29109"/>
            <p:cNvSpPr/>
            <p:nvPr/>
          </p:nvSpPr>
          <p:spPr>
            <a:xfrm>
              <a:off x="7348496" y="2051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0" name="pt29110"/>
            <p:cNvSpPr/>
            <p:nvPr/>
          </p:nvSpPr>
          <p:spPr>
            <a:xfrm>
              <a:off x="7020455" y="2130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1" name="pt29111"/>
            <p:cNvSpPr/>
            <p:nvPr/>
          </p:nvSpPr>
          <p:spPr>
            <a:xfrm>
              <a:off x="7240523" y="2056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2" name="pt29112"/>
            <p:cNvSpPr/>
            <p:nvPr/>
          </p:nvSpPr>
          <p:spPr>
            <a:xfrm>
              <a:off x="6936451" y="2056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3" name="pt29113"/>
            <p:cNvSpPr/>
            <p:nvPr/>
          </p:nvSpPr>
          <p:spPr>
            <a:xfrm>
              <a:off x="6889250" y="2150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4" name="pt29114"/>
            <p:cNvSpPr/>
            <p:nvPr/>
          </p:nvSpPr>
          <p:spPr>
            <a:xfrm>
              <a:off x="7157679" y="2268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5" name="pt29115"/>
            <p:cNvSpPr/>
            <p:nvPr/>
          </p:nvSpPr>
          <p:spPr>
            <a:xfrm>
              <a:off x="6917729" y="1940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6" name="pt29116"/>
            <p:cNvSpPr/>
            <p:nvPr/>
          </p:nvSpPr>
          <p:spPr>
            <a:xfrm>
              <a:off x="6621293" y="2301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7" name="pt29117"/>
            <p:cNvSpPr/>
            <p:nvPr/>
          </p:nvSpPr>
          <p:spPr>
            <a:xfrm>
              <a:off x="7137639" y="2004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8" name="pt29118"/>
            <p:cNvSpPr/>
            <p:nvPr/>
          </p:nvSpPr>
          <p:spPr>
            <a:xfrm>
              <a:off x="7481628" y="2350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9" name="pt29119"/>
            <p:cNvSpPr/>
            <p:nvPr/>
          </p:nvSpPr>
          <p:spPr>
            <a:xfrm>
              <a:off x="7239026" y="1976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0" name="pt29120"/>
            <p:cNvSpPr/>
            <p:nvPr/>
          </p:nvSpPr>
          <p:spPr>
            <a:xfrm>
              <a:off x="7212857" y="2131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1" name="pt29121"/>
            <p:cNvSpPr/>
            <p:nvPr/>
          </p:nvSpPr>
          <p:spPr>
            <a:xfrm>
              <a:off x="7094279" y="2242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2" name="pt29122"/>
            <p:cNvSpPr/>
            <p:nvPr/>
          </p:nvSpPr>
          <p:spPr>
            <a:xfrm>
              <a:off x="6929465" y="186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3" name="pt29123"/>
            <p:cNvSpPr/>
            <p:nvPr/>
          </p:nvSpPr>
          <p:spPr>
            <a:xfrm>
              <a:off x="6802532" y="1933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4" name="pt29124"/>
            <p:cNvSpPr/>
            <p:nvPr/>
          </p:nvSpPr>
          <p:spPr>
            <a:xfrm>
              <a:off x="7128843" y="2108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5" name="pt29125"/>
            <p:cNvSpPr/>
            <p:nvPr/>
          </p:nvSpPr>
          <p:spPr>
            <a:xfrm>
              <a:off x="7057032" y="2030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6" name="pt29126"/>
            <p:cNvSpPr/>
            <p:nvPr/>
          </p:nvSpPr>
          <p:spPr>
            <a:xfrm>
              <a:off x="7145794" y="1939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7" name="pt29127"/>
            <p:cNvSpPr/>
            <p:nvPr/>
          </p:nvSpPr>
          <p:spPr>
            <a:xfrm>
              <a:off x="7161400" y="2218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8" name="pt29128"/>
            <p:cNvSpPr/>
            <p:nvPr/>
          </p:nvSpPr>
          <p:spPr>
            <a:xfrm>
              <a:off x="7228213" y="1994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9" name="pt29129"/>
            <p:cNvSpPr/>
            <p:nvPr/>
          </p:nvSpPr>
          <p:spPr>
            <a:xfrm>
              <a:off x="7285344" y="1949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0" name="pt29130"/>
            <p:cNvSpPr/>
            <p:nvPr/>
          </p:nvSpPr>
          <p:spPr>
            <a:xfrm>
              <a:off x="6976874" y="2098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1" name="pt29131"/>
            <p:cNvSpPr/>
            <p:nvPr/>
          </p:nvSpPr>
          <p:spPr>
            <a:xfrm>
              <a:off x="7077255" y="2125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2" name="pt29132"/>
            <p:cNvSpPr/>
            <p:nvPr/>
          </p:nvSpPr>
          <p:spPr>
            <a:xfrm>
              <a:off x="6686849" y="1692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3" name="pt29133"/>
            <p:cNvSpPr/>
            <p:nvPr/>
          </p:nvSpPr>
          <p:spPr>
            <a:xfrm>
              <a:off x="7107847" y="207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4" name="pt29134"/>
            <p:cNvSpPr/>
            <p:nvPr/>
          </p:nvSpPr>
          <p:spPr>
            <a:xfrm>
              <a:off x="7218957" y="2099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5" name="pt29135"/>
            <p:cNvSpPr/>
            <p:nvPr/>
          </p:nvSpPr>
          <p:spPr>
            <a:xfrm>
              <a:off x="7150397" y="2203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6" name="pt29136"/>
            <p:cNvSpPr/>
            <p:nvPr/>
          </p:nvSpPr>
          <p:spPr>
            <a:xfrm>
              <a:off x="7031973" y="2219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7" name="pt29137"/>
            <p:cNvSpPr/>
            <p:nvPr/>
          </p:nvSpPr>
          <p:spPr>
            <a:xfrm>
              <a:off x="6910130" y="1979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8" name="pt29138"/>
            <p:cNvSpPr/>
            <p:nvPr/>
          </p:nvSpPr>
          <p:spPr>
            <a:xfrm>
              <a:off x="7100309" y="2266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9" name="pt29139"/>
            <p:cNvSpPr/>
            <p:nvPr/>
          </p:nvSpPr>
          <p:spPr>
            <a:xfrm>
              <a:off x="7002898" y="1945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0" name="pt29140"/>
            <p:cNvSpPr/>
            <p:nvPr/>
          </p:nvSpPr>
          <p:spPr>
            <a:xfrm>
              <a:off x="6962170" y="2150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1" name="pt29141"/>
            <p:cNvSpPr/>
            <p:nvPr/>
          </p:nvSpPr>
          <p:spPr>
            <a:xfrm>
              <a:off x="7178390" y="2042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2" name="pt29142"/>
            <p:cNvSpPr/>
            <p:nvPr/>
          </p:nvSpPr>
          <p:spPr>
            <a:xfrm>
              <a:off x="7042526" y="2249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3" name="pt29143"/>
            <p:cNvSpPr/>
            <p:nvPr/>
          </p:nvSpPr>
          <p:spPr>
            <a:xfrm>
              <a:off x="7051414" y="2135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4" name="pt29144"/>
            <p:cNvSpPr/>
            <p:nvPr/>
          </p:nvSpPr>
          <p:spPr>
            <a:xfrm>
              <a:off x="6937679" y="1987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5" name="pt29145"/>
            <p:cNvSpPr/>
            <p:nvPr/>
          </p:nvSpPr>
          <p:spPr>
            <a:xfrm>
              <a:off x="7007051" y="1649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6" name="pt29146"/>
            <p:cNvSpPr/>
            <p:nvPr/>
          </p:nvSpPr>
          <p:spPr>
            <a:xfrm>
              <a:off x="7086972" y="2198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7" name="pt29147"/>
            <p:cNvSpPr/>
            <p:nvPr/>
          </p:nvSpPr>
          <p:spPr>
            <a:xfrm>
              <a:off x="7084390" y="2257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8" name="pt29148"/>
            <p:cNvSpPr/>
            <p:nvPr/>
          </p:nvSpPr>
          <p:spPr>
            <a:xfrm>
              <a:off x="7171911" y="2232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9" name="pt29149"/>
            <p:cNvSpPr/>
            <p:nvPr/>
          </p:nvSpPr>
          <p:spPr>
            <a:xfrm>
              <a:off x="7121675" y="1943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0" name="pt29150"/>
            <p:cNvSpPr/>
            <p:nvPr/>
          </p:nvSpPr>
          <p:spPr>
            <a:xfrm>
              <a:off x="7123688" y="2034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1" name="pt29151"/>
            <p:cNvSpPr/>
            <p:nvPr/>
          </p:nvSpPr>
          <p:spPr>
            <a:xfrm>
              <a:off x="7168513" y="195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2" name="pt29152"/>
            <p:cNvSpPr/>
            <p:nvPr/>
          </p:nvSpPr>
          <p:spPr>
            <a:xfrm>
              <a:off x="7075258" y="2149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3" name="pt29153"/>
            <p:cNvSpPr/>
            <p:nvPr/>
          </p:nvSpPr>
          <p:spPr>
            <a:xfrm>
              <a:off x="7024539" y="1997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4" name="pt29154"/>
            <p:cNvSpPr/>
            <p:nvPr/>
          </p:nvSpPr>
          <p:spPr>
            <a:xfrm>
              <a:off x="7211368" y="1993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5" name="pt29155"/>
            <p:cNvSpPr/>
            <p:nvPr/>
          </p:nvSpPr>
          <p:spPr>
            <a:xfrm>
              <a:off x="6760981" y="1927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6" name="pt29156"/>
            <p:cNvSpPr/>
            <p:nvPr/>
          </p:nvSpPr>
          <p:spPr>
            <a:xfrm>
              <a:off x="7116434" y="1967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7" name="pt29157"/>
            <p:cNvSpPr/>
            <p:nvPr/>
          </p:nvSpPr>
          <p:spPr>
            <a:xfrm>
              <a:off x="6667684" y="2248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8" name="pt29158"/>
            <p:cNvSpPr/>
            <p:nvPr/>
          </p:nvSpPr>
          <p:spPr>
            <a:xfrm>
              <a:off x="7125642" y="2092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9" name="pt29159"/>
            <p:cNvSpPr/>
            <p:nvPr/>
          </p:nvSpPr>
          <p:spPr>
            <a:xfrm>
              <a:off x="7000392" y="2151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0" name="pt29160"/>
            <p:cNvSpPr/>
            <p:nvPr/>
          </p:nvSpPr>
          <p:spPr>
            <a:xfrm>
              <a:off x="7120301" y="2000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1" name="pt29161"/>
            <p:cNvSpPr/>
            <p:nvPr/>
          </p:nvSpPr>
          <p:spPr>
            <a:xfrm>
              <a:off x="7140907" y="2032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2" name="pt29162"/>
            <p:cNvSpPr/>
            <p:nvPr/>
          </p:nvSpPr>
          <p:spPr>
            <a:xfrm>
              <a:off x="6910070" y="193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3" name="pt29163"/>
            <p:cNvSpPr/>
            <p:nvPr/>
          </p:nvSpPr>
          <p:spPr>
            <a:xfrm>
              <a:off x="6989046" y="218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4" name="pt29164"/>
            <p:cNvSpPr/>
            <p:nvPr/>
          </p:nvSpPr>
          <p:spPr>
            <a:xfrm>
              <a:off x="6971662" y="1759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5" name="pt29165"/>
            <p:cNvSpPr/>
            <p:nvPr/>
          </p:nvSpPr>
          <p:spPr>
            <a:xfrm>
              <a:off x="7369677" y="2479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6" name="pt29166"/>
            <p:cNvSpPr/>
            <p:nvPr/>
          </p:nvSpPr>
          <p:spPr>
            <a:xfrm>
              <a:off x="7057841" y="2198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7" name="pt29167"/>
            <p:cNvSpPr/>
            <p:nvPr/>
          </p:nvSpPr>
          <p:spPr>
            <a:xfrm>
              <a:off x="7146630" y="1922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8" name="pt29168"/>
            <p:cNvSpPr/>
            <p:nvPr/>
          </p:nvSpPr>
          <p:spPr>
            <a:xfrm>
              <a:off x="6974834" y="1872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9" name="pt29169"/>
            <p:cNvSpPr/>
            <p:nvPr/>
          </p:nvSpPr>
          <p:spPr>
            <a:xfrm>
              <a:off x="6928517" y="2005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0" name="pt29170"/>
            <p:cNvSpPr/>
            <p:nvPr/>
          </p:nvSpPr>
          <p:spPr>
            <a:xfrm>
              <a:off x="6821523" y="1707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1" name="pt29171"/>
            <p:cNvSpPr/>
            <p:nvPr/>
          </p:nvSpPr>
          <p:spPr>
            <a:xfrm>
              <a:off x="7187665" y="1600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2" name="pt29172"/>
            <p:cNvSpPr/>
            <p:nvPr/>
          </p:nvSpPr>
          <p:spPr>
            <a:xfrm>
              <a:off x="7200509" y="1995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3" name="pt29173"/>
            <p:cNvSpPr/>
            <p:nvPr/>
          </p:nvSpPr>
          <p:spPr>
            <a:xfrm>
              <a:off x="7433294" y="2340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4" name="pt29174"/>
            <p:cNvSpPr/>
            <p:nvPr/>
          </p:nvSpPr>
          <p:spPr>
            <a:xfrm>
              <a:off x="7021660" y="2086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5" name="pt29175"/>
            <p:cNvSpPr/>
            <p:nvPr/>
          </p:nvSpPr>
          <p:spPr>
            <a:xfrm>
              <a:off x="7110969" y="209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6" name="pt29176"/>
            <p:cNvSpPr/>
            <p:nvPr/>
          </p:nvSpPr>
          <p:spPr>
            <a:xfrm>
              <a:off x="7064933" y="2121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7" name="pt29177"/>
            <p:cNvSpPr/>
            <p:nvPr/>
          </p:nvSpPr>
          <p:spPr>
            <a:xfrm>
              <a:off x="6901520" y="1996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8" name="pt29178"/>
            <p:cNvSpPr/>
            <p:nvPr/>
          </p:nvSpPr>
          <p:spPr>
            <a:xfrm>
              <a:off x="6905270" y="1988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9" name="pt29179"/>
            <p:cNvSpPr/>
            <p:nvPr/>
          </p:nvSpPr>
          <p:spPr>
            <a:xfrm>
              <a:off x="6909779" y="1921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0" name="pt29180"/>
            <p:cNvSpPr/>
            <p:nvPr/>
          </p:nvSpPr>
          <p:spPr>
            <a:xfrm>
              <a:off x="7108243" y="202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1" name="pt29181"/>
            <p:cNvSpPr/>
            <p:nvPr/>
          </p:nvSpPr>
          <p:spPr>
            <a:xfrm>
              <a:off x="6907629" y="1906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2" name="pt29182"/>
            <p:cNvSpPr/>
            <p:nvPr/>
          </p:nvSpPr>
          <p:spPr>
            <a:xfrm>
              <a:off x="7218726" y="2019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3" name="pt29183"/>
            <p:cNvSpPr/>
            <p:nvPr/>
          </p:nvSpPr>
          <p:spPr>
            <a:xfrm>
              <a:off x="6885405" y="2076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4" name="pt29184"/>
            <p:cNvSpPr/>
            <p:nvPr/>
          </p:nvSpPr>
          <p:spPr>
            <a:xfrm>
              <a:off x="7097843" y="2318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5" name="pt29185"/>
            <p:cNvSpPr/>
            <p:nvPr/>
          </p:nvSpPr>
          <p:spPr>
            <a:xfrm>
              <a:off x="7102986" y="2109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6" name="pt29186"/>
            <p:cNvSpPr/>
            <p:nvPr/>
          </p:nvSpPr>
          <p:spPr>
            <a:xfrm>
              <a:off x="6681467" y="1985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7" name="pt29187"/>
            <p:cNvSpPr/>
            <p:nvPr/>
          </p:nvSpPr>
          <p:spPr>
            <a:xfrm>
              <a:off x="7381192" y="2328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8" name="pt29188"/>
            <p:cNvSpPr/>
            <p:nvPr/>
          </p:nvSpPr>
          <p:spPr>
            <a:xfrm>
              <a:off x="7079908" y="2159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9" name="pt29189"/>
            <p:cNvSpPr/>
            <p:nvPr/>
          </p:nvSpPr>
          <p:spPr>
            <a:xfrm>
              <a:off x="7323671" y="2487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0" name="pt29190"/>
            <p:cNvSpPr/>
            <p:nvPr/>
          </p:nvSpPr>
          <p:spPr>
            <a:xfrm>
              <a:off x="6964528" y="1867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1" name="pt29191"/>
            <p:cNvSpPr/>
            <p:nvPr/>
          </p:nvSpPr>
          <p:spPr>
            <a:xfrm>
              <a:off x="7148460" y="2114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2" name="pt29192"/>
            <p:cNvSpPr/>
            <p:nvPr/>
          </p:nvSpPr>
          <p:spPr>
            <a:xfrm>
              <a:off x="7526485" y="2101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3" name="pt29193"/>
            <p:cNvSpPr/>
            <p:nvPr/>
          </p:nvSpPr>
          <p:spPr>
            <a:xfrm>
              <a:off x="7133145" y="2136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4" name="pt29194"/>
            <p:cNvSpPr/>
            <p:nvPr/>
          </p:nvSpPr>
          <p:spPr>
            <a:xfrm>
              <a:off x="7045033" y="2187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5" name="pt29195"/>
            <p:cNvSpPr/>
            <p:nvPr/>
          </p:nvSpPr>
          <p:spPr>
            <a:xfrm>
              <a:off x="7154157" y="2245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6" name="pt29196"/>
            <p:cNvSpPr/>
            <p:nvPr/>
          </p:nvSpPr>
          <p:spPr>
            <a:xfrm>
              <a:off x="7291033" y="2113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7" name="pt29197"/>
            <p:cNvSpPr/>
            <p:nvPr/>
          </p:nvSpPr>
          <p:spPr>
            <a:xfrm>
              <a:off x="6847335" y="205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8" name="pt29198"/>
            <p:cNvSpPr/>
            <p:nvPr/>
          </p:nvSpPr>
          <p:spPr>
            <a:xfrm>
              <a:off x="7190360" y="2175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9" name="pt29199"/>
            <p:cNvSpPr/>
            <p:nvPr/>
          </p:nvSpPr>
          <p:spPr>
            <a:xfrm>
              <a:off x="7387405" y="2319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0" name="pt29200"/>
            <p:cNvSpPr/>
            <p:nvPr/>
          </p:nvSpPr>
          <p:spPr>
            <a:xfrm>
              <a:off x="7008258" y="1620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1" name="pt29201"/>
            <p:cNvSpPr/>
            <p:nvPr/>
          </p:nvSpPr>
          <p:spPr>
            <a:xfrm>
              <a:off x="7117307" y="1959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2" name="pt29202"/>
            <p:cNvSpPr/>
            <p:nvPr/>
          </p:nvSpPr>
          <p:spPr>
            <a:xfrm>
              <a:off x="6985824" y="2219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3" name="pt29203"/>
            <p:cNvSpPr/>
            <p:nvPr/>
          </p:nvSpPr>
          <p:spPr>
            <a:xfrm>
              <a:off x="6951267" y="1995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4" name="pt29204"/>
            <p:cNvSpPr/>
            <p:nvPr/>
          </p:nvSpPr>
          <p:spPr>
            <a:xfrm>
              <a:off x="6924746" y="2005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5" name="pt29205"/>
            <p:cNvSpPr/>
            <p:nvPr/>
          </p:nvSpPr>
          <p:spPr>
            <a:xfrm>
              <a:off x="7009255" y="2137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6" name="pt29206"/>
            <p:cNvSpPr/>
            <p:nvPr/>
          </p:nvSpPr>
          <p:spPr>
            <a:xfrm>
              <a:off x="7393385" y="2696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7" name="pt29207"/>
            <p:cNvSpPr/>
            <p:nvPr/>
          </p:nvSpPr>
          <p:spPr>
            <a:xfrm>
              <a:off x="7042759" y="2253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8" name="pt29208"/>
            <p:cNvSpPr/>
            <p:nvPr/>
          </p:nvSpPr>
          <p:spPr>
            <a:xfrm>
              <a:off x="7324002" y="248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9" name="pt29209"/>
            <p:cNvSpPr/>
            <p:nvPr/>
          </p:nvSpPr>
          <p:spPr>
            <a:xfrm>
              <a:off x="6914295" y="2022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0" name="pt29210"/>
            <p:cNvSpPr/>
            <p:nvPr/>
          </p:nvSpPr>
          <p:spPr>
            <a:xfrm>
              <a:off x="7223062" y="2000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1" name="pt29211"/>
            <p:cNvSpPr/>
            <p:nvPr/>
          </p:nvSpPr>
          <p:spPr>
            <a:xfrm>
              <a:off x="7271945" y="187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2" name="pt29212"/>
            <p:cNvSpPr/>
            <p:nvPr/>
          </p:nvSpPr>
          <p:spPr>
            <a:xfrm>
              <a:off x="6574313" y="1872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3" name="pt29213"/>
            <p:cNvSpPr/>
            <p:nvPr/>
          </p:nvSpPr>
          <p:spPr>
            <a:xfrm>
              <a:off x="7005684" y="1857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4" name="pt29214"/>
            <p:cNvSpPr/>
            <p:nvPr/>
          </p:nvSpPr>
          <p:spPr>
            <a:xfrm>
              <a:off x="6880597" y="2164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5" name="pt29215"/>
            <p:cNvSpPr/>
            <p:nvPr/>
          </p:nvSpPr>
          <p:spPr>
            <a:xfrm>
              <a:off x="7239996" y="1980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6" name="pt29216"/>
            <p:cNvSpPr/>
            <p:nvPr/>
          </p:nvSpPr>
          <p:spPr>
            <a:xfrm>
              <a:off x="7096220" y="2255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7" name="pt29217"/>
            <p:cNvSpPr/>
            <p:nvPr/>
          </p:nvSpPr>
          <p:spPr>
            <a:xfrm>
              <a:off x="7129970" y="2053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8" name="pt29218"/>
            <p:cNvSpPr/>
            <p:nvPr/>
          </p:nvSpPr>
          <p:spPr>
            <a:xfrm>
              <a:off x="6964028" y="1990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9" name="pt29219"/>
            <p:cNvSpPr/>
            <p:nvPr/>
          </p:nvSpPr>
          <p:spPr>
            <a:xfrm>
              <a:off x="7268144" y="2035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0" name="pt29220"/>
            <p:cNvSpPr/>
            <p:nvPr/>
          </p:nvSpPr>
          <p:spPr>
            <a:xfrm>
              <a:off x="7130538" y="2142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1" name="pt29221"/>
            <p:cNvSpPr/>
            <p:nvPr/>
          </p:nvSpPr>
          <p:spPr>
            <a:xfrm>
              <a:off x="6930129" y="1861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2" name="pt29222"/>
            <p:cNvSpPr/>
            <p:nvPr/>
          </p:nvSpPr>
          <p:spPr>
            <a:xfrm>
              <a:off x="7199230" y="2064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3" name="pt29223"/>
            <p:cNvSpPr/>
            <p:nvPr/>
          </p:nvSpPr>
          <p:spPr>
            <a:xfrm>
              <a:off x="7134778" y="2054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4" name="pt29224"/>
            <p:cNvSpPr/>
            <p:nvPr/>
          </p:nvSpPr>
          <p:spPr>
            <a:xfrm>
              <a:off x="7103759" y="1986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5" name="pt29225"/>
            <p:cNvSpPr/>
            <p:nvPr/>
          </p:nvSpPr>
          <p:spPr>
            <a:xfrm>
              <a:off x="6981209" y="2153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6" name="pt29226"/>
            <p:cNvSpPr/>
            <p:nvPr/>
          </p:nvSpPr>
          <p:spPr>
            <a:xfrm>
              <a:off x="6998990" y="2144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7" name="pt29227"/>
            <p:cNvSpPr/>
            <p:nvPr/>
          </p:nvSpPr>
          <p:spPr>
            <a:xfrm>
              <a:off x="7238259" y="2067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8" name="pt29228"/>
            <p:cNvSpPr/>
            <p:nvPr/>
          </p:nvSpPr>
          <p:spPr>
            <a:xfrm>
              <a:off x="6730298" y="2494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9" name="pt29229"/>
            <p:cNvSpPr/>
            <p:nvPr/>
          </p:nvSpPr>
          <p:spPr>
            <a:xfrm>
              <a:off x="7181363" y="1927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0" name="pt29230"/>
            <p:cNvSpPr/>
            <p:nvPr/>
          </p:nvSpPr>
          <p:spPr>
            <a:xfrm>
              <a:off x="7222913" y="1983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1" name="pt29231"/>
            <p:cNvSpPr/>
            <p:nvPr/>
          </p:nvSpPr>
          <p:spPr>
            <a:xfrm>
              <a:off x="7282275" y="1868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2" name="pt29232"/>
            <p:cNvSpPr/>
            <p:nvPr/>
          </p:nvSpPr>
          <p:spPr>
            <a:xfrm>
              <a:off x="7042852" y="2189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3" name="pt29233"/>
            <p:cNvSpPr/>
            <p:nvPr/>
          </p:nvSpPr>
          <p:spPr>
            <a:xfrm>
              <a:off x="7329241" y="2133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4" name="pt29234"/>
            <p:cNvSpPr/>
            <p:nvPr/>
          </p:nvSpPr>
          <p:spPr>
            <a:xfrm>
              <a:off x="7156749" y="2176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5" name="pt29235"/>
            <p:cNvSpPr/>
            <p:nvPr/>
          </p:nvSpPr>
          <p:spPr>
            <a:xfrm>
              <a:off x="7128272" y="2086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6" name="pt29236"/>
            <p:cNvSpPr/>
            <p:nvPr/>
          </p:nvSpPr>
          <p:spPr>
            <a:xfrm>
              <a:off x="7135342" y="2051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7" name="pt29237"/>
            <p:cNvSpPr/>
            <p:nvPr/>
          </p:nvSpPr>
          <p:spPr>
            <a:xfrm>
              <a:off x="7251737" y="2009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8" name="pt29238"/>
            <p:cNvSpPr/>
            <p:nvPr/>
          </p:nvSpPr>
          <p:spPr>
            <a:xfrm>
              <a:off x="7102920" y="2080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9" name="pt29239"/>
            <p:cNvSpPr/>
            <p:nvPr/>
          </p:nvSpPr>
          <p:spPr>
            <a:xfrm>
              <a:off x="7285384" y="2167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0" name="pt29240"/>
            <p:cNvSpPr/>
            <p:nvPr/>
          </p:nvSpPr>
          <p:spPr>
            <a:xfrm>
              <a:off x="7069895" y="2070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1" name="pt29241"/>
            <p:cNvSpPr/>
            <p:nvPr/>
          </p:nvSpPr>
          <p:spPr>
            <a:xfrm>
              <a:off x="6907072" y="1953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2" name="pt29242"/>
            <p:cNvSpPr/>
            <p:nvPr/>
          </p:nvSpPr>
          <p:spPr>
            <a:xfrm>
              <a:off x="7153640" y="222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3" name="pt29243"/>
            <p:cNvSpPr/>
            <p:nvPr/>
          </p:nvSpPr>
          <p:spPr>
            <a:xfrm>
              <a:off x="7336796" y="2097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4" name="pt29244"/>
            <p:cNvSpPr/>
            <p:nvPr/>
          </p:nvSpPr>
          <p:spPr>
            <a:xfrm>
              <a:off x="6726163" y="2215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5" name="pt29245"/>
            <p:cNvSpPr/>
            <p:nvPr/>
          </p:nvSpPr>
          <p:spPr>
            <a:xfrm>
              <a:off x="7157440" y="2191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6" name="pt29246"/>
            <p:cNvSpPr/>
            <p:nvPr/>
          </p:nvSpPr>
          <p:spPr>
            <a:xfrm>
              <a:off x="6845168" y="2185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7" name="pt29247"/>
            <p:cNvSpPr/>
            <p:nvPr/>
          </p:nvSpPr>
          <p:spPr>
            <a:xfrm>
              <a:off x="7226711" y="2093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8" name="pt29248"/>
            <p:cNvSpPr/>
            <p:nvPr/>
          </p:nvSpPr>
          <p:spPr>
            <a:xfrm>
              <a:off x="7044809" y="2143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9" name="pt29249"/>
            <p:cNvSpPr/>
            <p:nvPr/>
          </p:nvSpPr>
          <p:spPr>
            <a:xfrm>
              <a:off x="7297516" y="2053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0" name="pt29250"/>
            <p:cNvSpPr/>
            <p:nvPr/>
          </p:nvSpPr>
          <p:spPr>
            <a:xfrm>
              <a:off x="7007614" y="1637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1" name="pt29251"/>
            <p:cNvSpPr/>
            <p:nvPr/>
          </p:nvSpPr>
          <p:spPr>
            <a:xfrm>
              <a:off x="7148157" y="2138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2" name="pt29252"/>
            <p:cNvSpPr/>
            <p:nvPr/>
          </p:nvSpPr>
          <p:spPr>
            <a:xfrm>
              <a:off x="7176384" y="1997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3" name="pt29253"/>
            <p:cNvSpPr/>
            <p:nvPr/>
          </p:nvSpPr>
          <p:spPr>
            <a:xfrm>
              <a:off x="6976400" y="2031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4" name="pt29254"/>
            <p:cNvSpPr/>
            <p:nvPr/>
          </p:nvSpPr>
          <p:spPr>
            <a:xfrm>
              <a:off x="6993752" y="2271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5" name="pt29255"/>
            <p:cNvSpPr/>
            <p:nvPr/>
          </p:nvSpPr>
          <p:spPr>
            <a:xfrm>
              <a:off x="6911957" y="2012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6" name="pt29256"/>
            <p:cNvSpPr/>
            <p:nvPr/>
          </p:nvSpPr>
          <p:spPr>
            <a:xfrm>
              <a:off x="6747366" y="2367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7" name="pt29257"/>
            <p:cNvSpPr/>
            <p:nvPr/>
          </p:nvSpPr>
          <p:spPr>
            <a:xfrm>
              <a:off x="7260037" y="1968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8" name="pt29258"/>
            <p:cNvSpPr/>
            <p:nvPr/>
          </p:nvSpPr>
          <p:spPr>
            <a:xfrm>
              <a:off x="7197180" y="1968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9" name="pt29259"/>
            <p:cNvSpPr/>
            <p:nvPr/>
          </p:nvSpPr>
          <p:spPr>
            <a:xfrm>
              <a:off x="7123356" y="2079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0" name="pt29260"/>
            <p:cNvSpPr/>
            <p:nvPr/>
          </p:nvSpPr>
          <p:spPr>
            <a:xfrm>
              <a:off x="7106636" y="2017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1" name="pt29261"/>
            <p:cNvSpPr/>
            <p:nvPr/>
          </p:nvSpPr>
          <p:spPr>
            <a:xfrm>
              <a:off x="7299470" y="2118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2" name="pt29262"/>
            <p:cNvSpPr/>
            <p:nvPr/>
          </p:nvSpPr>
          <p:spPr>
            <a:xfrm>
              <a:off x="6645294" y="1896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3" name="pt29263"/>
            <p:cNvSpPr/>
            <p:nvPr/>
          </p:nvSpPr>
          <p:spPr>
            <a:xfrm>
              <a:off x="7074729" y="2100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4" name="pt29264"/>
            <p:cNvSpPr/>
            <p:nvPr/>
          </p:nvSpPr>
          <p:spPr>
            <a:xfrm>
              <a:off x="6942032" y="2018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5" name="pt29265"/>
            <p:cNvSpPr/>
            <p:nvPr/>
          </p:nvSpPr>
          <p:spPr>
            <a:xfrm>
              <a:off x="6993058" y="233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6" name="pt29266"/>
            <p:cNvSpPr/>
            <p:nvPr/>
          </p:nvSpPr>
          <p:spPr>
            <a:xfrm>
              <a:off x="7050039" y="2151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7" name="pt29267"/>
            <p:cNvSpPr/>
            <p:nvPr/>
          </p:nvSpPr>
          <p:spPr>
            <a:xfrm>
              <a:off x="7276123" y="1909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8" name="pt29268"/>
            <p:cNvSpPr/>
            <p:nvPr/>
          </p:nvSpPr>
          <p:spPr>
            <a:xfrm>
              <a:off x="6738786" y="2461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9" name="pt29269"/>
            <p:cNvSpPr/>
            <p:nvPr/>
          </p:nvSpPr>
          <p:spPr>
            <a:xfrm>
              <a:off x="7115785" y="1971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0" name="pt29270"/>
            <p:cNvSpPr/>
            <p:nvPr/>
          </p:nvSpPr>
          <p:spPr>
            <a:xfrm>
              <a:off x="6859386" y="2347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1" name="pt29271"/>
            <p:cNvSpPr/>
            <p:nvPr/>
          </p:nvSpPr>
          <p:spPr>
            <a:xfrm>
              <a:off x="7111790" y="2031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2" name="pt29272"/>
            <p:cNvSpPr/>
            <p:nvPr/>
          </p:nvSpPr>
          <p:spPr>
            <a:xfrm>
              <a:off x="7144067" y="1956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3" name="pt29273"/>
            <p:cNvSpPr/>
            <p:nvPr/>
          </p:nvSpPr>
          <p:spPr>
            <a:xfrm>
              <a:off x="7087371" y="2239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4" name="pt29274"/>
            <p:cNvSpPr/>
            <p:nvPr/>
          </p:nvSpPr>
          <p:spPr>
            <a:xfrm>
              <a:off x="6782700" y="2236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5" name="pt29275"/>
            <p:cNvSpPr/>
            <p:nvPr/>
          </p:nvSpPr>
          <p:spPr>
            <a:xfrm>
              <a:off x="7025491" y="2068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6" name="pt29276"/>
            <p:cNvSpPr/>
            <p:nvPr/>
          </p:nvSpPr>
          <p:spPr>
            <a:xfrm>
              <a:off x="7336347" y="2178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7" name="pt29277"/>
            <p:cNvSpPr/>
            <p:nvPr/>
          </p:nvSpPr>
          <p:spPr>
            <a:xfrm>
              <a:off x="6871192" y="2220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8" name="pt29278"/>
            <p:cNvSpPr/>
            <p:nvPr/>
          </p:nvSpPr>
          <p:spPr>
            <a:xfrm>
              <a:off x="7291358" y="2005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9" name="pt29279"/>
            <p:cNvSpPr/>
            <p:nvPr/>
          </p:nvSpPr>
          <p:spPr>
            <a:xfrm>
              <a:off x="6843217" y="190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0" name="pt29280"/>
            <p:cNvSpPr/>
            <p:nvPr/>
          </p:nvSpPr>
          <p:spPr>
            <a:xfrm>
              <a:off x="7058706" y="2100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1" name="pt29281"/>
            <p:cNvSpPr/>
            <p:nvPr/>
          </p:nvSpPr>
          <p:spPr>
            <a:xfrm>
              <a:off x="7075723" y="2163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2" name="pt29282"/>
            <p:cNvSpPr/>
            <p:nvPr/>
          </p:nvSpPr>
          <p:spPr>
            <a:xfrm>
              <a:off x="7076842" y="2173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3" name="pt29283"/>
            <p:cNvSpPr/>
            <p:nvPr/>
          </p:nvSpPr>
          <p:spPr>
            <a:xfrm>
              <a:off x="7096747" y="2250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4" name="pt29284"/>
            <p:cNvSpPr/>
            <p:nvPr/>
          </p:nvSpPr>
          <p:spPr>
            <a:xfrm>
              <a:off x="6915466" y="1970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5" name="pt29285"/>
            <p:cNvSpPr/>
            <p:nvPr/>
          </p:nvSpPr>
          <p:spPr>
            <a:xfrm>
              <a:off x="6975147" y="2129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6" name="pt29286"/>
            <p:cNvSpPr/>
            <p:nvPr/>
          </p:nvSpPr>
          <p:spPr>
            <a:xfrm>
              <a:off x="7002969" y="2086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7" name="pt29287"/>
            <p:cNvSpPr/>
            <p:nvPr/>
          </p:nvSpPr>
          <p:spPr>
            <a:xfrm>
              <a:off x="7209402" y="205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8" name="pt29288"/>
            <p:cNvSpPr/>
            <p:nvPr/>
          </p:nvSpPr>
          <p:spPr>
            <a:xfrm>
              <a:off x="7045077" y="2235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9" name="pt29289"/>
            <p:cNvSpPr/>
            <p:nvPr/>
          </p:nvSpPr>
          <p:spPr>
            <a:xfrm>
              <a:off x="6857440" y="2086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0" name="pt29290"/>
            <p:cNvSpPr/>
            <p:nvPr/>
          </p:nvSpPr>
          <p:spPr>
            <a:xfrm>
              <a:off x="7204859" y="1998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1" name="pt29291"/>
            <p:cNvSpPr/>
            <p:nvPr/>
          </p:nvSpPr>
          <p:spPr>
            <a:xfrm>
              <a:off x="7448461" y="2552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2" name="pt29292"/>
            <p:cNvSpPr/>
            <p:nvPr/>
          </p:nvSpPr>
          <p:spPr>
            <a:xfrm>
              <a:off x="6900605" y="2067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3" name="pt29293"/>
            <p:cNvSpPr/>
            <p:nvPr/>
          </p:nvSpPr>
          <p:spPr>
            <a:xfrm>
              <a:off x="6915424" y="1915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4" name="pt29294"/>
            <p:cNvSpPr/>
            <p:nvPr/>
          </p:nvSpPr>
          <p:spPr>
            <a:xfrm>
              <a:off x="6935934" y="2049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5" name="pt29295"/>
            <p:cNvSpPr/>
            <p:nvPr/>
          </p:nvSpPr>
          <p:spPr>
            <a:xfrm>
              <a:off x="7025643" y="2113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6" name="pt29296"/>
            <p:cNvSpPr/>
            <p:nvPr/>
          </p:nvSpPr>
          <p:spPr>
            <a:xfrm>
              <a:off x="7018101" y="2195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7" name="pt29297"/>
            <p:cNvSpPr/>
            <p:nvPr/>
          </p:nvSpPr>
          <p:spPr>
            <a:xfrm>
              <a:off x="7265256" y="1824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8" name="pt29298"/>
            <p:cNvSpPr/>
            <p:nvPr/>
          </p:nvSpPr>
          <p:spPr>
            <a:xfrm>
              <a:off x="6897403" y="1951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9" name="pt29299"/>
            <p:cNvSpPr/>
            <p:nvPr/>
          </p:nvSpPr>
          <p:spPr>
            <a:xfrm>
              <a:off x="7064207" y="216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0" name="pt29300"/>
            <p:cNvSpPr/>
            <p:nvPr/>
          </p:nvSpPr>
          <p:spPr>
            <a:xfrm>
              <a:off x="6916502" y="1943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1" name="pt29301"/>
            <p:cNvSpPr/>
            <p:nvPr/>
          </p:nvSpPr>
          <p:spPr>
            <a:xfrm>
              <a:off x="7231817" y="2159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2" name="pt29302"/>
            <p:cNvSpPr/>
            <p:nvPr/>
          </p:nvSpPr>
          <p:spPr>
            <a:xfrm>
              <a:off x="7162195" y="2169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3" name="pt29303"/>
            <p:cNvSpPr/>
            <p:nvPr/>
          </p:nvSpPr>
          <p:spPr>
            <a:xfrm>
              <a:off x="7054972" y="2057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4" name="pt29304"/>
            <p:cNvSpPr/>
            <p:nvPr/>
          </p:nvSpPr>
          <p:spPr>
            <a:xfrm>
              <a:off x="7530371" y="2026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5" name="pt29305"/>
            <p:cNvSpPr/>
            <p:nvPr/>
          </p:nvSpPr>
          <p:spPr>
            <a:xfrm>
              <a:off x="6812333" y="2302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6" name="pt29306"/>
            <p:cNvSpPr/>
            <p:nvPr/>
          </p:nvSpPr>
          <p:spPr>
            <a:xfrm>
              <a:off x="6777550" y="210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7" name="pt29307"/>
            <p:cNvSpPr/>
            <p:nvPr/>
          </p:nvSpPr>
          <p:spPr>
            <a:xfrm>
              <a:off x="7096575" y="2263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8" name="pt29308"/>
            <p:cNvSpPr/>
            <p:nvPr/>
          </p:nvSpPr>
          <p:spPr>
            <a:xfrm>
              <a:off x="7134960" y="2020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9" name="pt29309"/>
            <p:cNvSpPr/>
            <p:nvPr/>
          </p:nvSpPr>
          <p:spPr>
            <a:xfrm>
              <a:off x="7017112" y="2064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0" name="pt29310"/>
            <p:cNvSpPr/>
            <p:nvPr/>
          </p:nvSpPr>
          <p:spPr>
            <a:xfrm>
              <a:off x="7116435" y="1875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1" name="pt29311"/>
            <p:cNvSpPr/>
            <p:nvPr/>
          </p:nvSpPr>
          <p:spPr>
            <a:xfrm>
              <a:off x="6882730" y="1950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2" name="pt29312"/>
            <p:cNvSpPr/>
            <p:nvPr/>
          </p:nvSpPr>
          <p:spPr>
            <a:xfrm>
              <a:off x="7133371" y="2013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3" name="pt29313"/>
            <p:cNvSpPr/>
            <p:nvPr/>
          </p:nvSpPr>
          <p:spPr>
            <a:xfrm>
              <a:off x="6975769" y="2182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4" name="pt29314"/>
            <p:cNvSpPr/>
            <p:nvPr/>
          </p:nvSpPr>
          <p:spPr>
            <a:xfrm>
              <a:off x="6600198" y="1473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5" name="pt29315"/>
            <p:cNvSpPr/>
            <p:nvPr/>
          </p:nvSpPr>
          <p:spPr>
            <a:xfrm>
              <a:off x="7077992" y="2143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6" name="pt29316"/>
            <p:cNvSpPr/>
            <p:nvPr/>
          </p:nvSpPr>
          <p:spPr>
            <a:xfrm>
              <a:off x="7027383" y="1783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7" name="pt29317"/>
            <p:cNvSpPr/>
            <p:nvPr/>
          </p:nvSpPr>
          <p:spPr>
            <a:xfrm>
              <a:off x="7105677" y="2098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8" name="pt29318"/>
            <p:cNvSpPr/>
            <p:nvPr/>
          </p:nvSpPr>
          <p:spPr>
            <a:xfrm>
              <a:off x="7236899" y="1789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9" name="pt29319"/>
            <p:cNvSpPr/>
            <p:nvPr/>
          </p:nvSpPr>
          <p:spPr>
            <a:xfrm>
              <a:off x="7023439" y="2070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0" name="pt29320"/>
            <p:cNvSpPr/>
            <p:nvPr/>
          </p:nvSpPr>
          <p:spPr>
            <a:xfrm>
              <a:off x="7069035" y="2139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1" name="pt29321"/>
            <p:cNvSpPr/>
            <p:nvPr/>
          </p:nvSpPr>
          <p:spPr>
            <a:xfrm>
              <a:off x="6916898" y="1921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2" name="pt29322"/>
            <p:cNvSpPr/>
            <p:nvPr/>
          </p:nvSpPr>
          <p:spPr>
            <a:xfrm>
              <a:off x="6640430" y="1790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3" name="pt29323"/>
            <p:cNvSpPr/>
            <p:nvPr/>
          </p:nvSpPr>
          <p:spPr>
            <a:xfrm>
              <a:off x="6940620" y="1935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4" name="pt29324"/>
            <p:cNvSpPr/>
            <p:nvPr/>
          </p:nvSpPr>
          <p:spPr>
            <a:xfrm>
              <a:off x="7282921" y="1939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5" name="pt29325"/>
            <p:cNvSpPr/>
            <p:nvPr/>
          </p:nvSpPr>
          <p:spPr>
            <a:xfrm>
              <a:off x="6863886" y="2050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6" name="pt29326"/>
            <p:cNvSpPr/>
            <p:nvPr/>
          </p:nvSpPr>
          <p:spPr>
            <a:xfrm>
              <a:off x="7039502" y="2177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7" name="pt29327"/>
            <p:cNvSpPr/>
            <p:nvPr/>
          </p:nvSpPr>
          <p:spPr>
            <a:xfrm>
              <a:off x="7108678" y="2095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8" name="pt29328"/>
            <p:cNvSpPr/>
            <p:nvPr/>
          </p:nvSpPr>
          <p:spPr>
            <a:xfrm>
              <a:off x="7376810" y="2676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9" name="pt29329"/>
            <p:cNvSpPr/>
            <p:nvPr/>
          </p:nvSpPr>
          <p:spPr>
            <a:xfrm>
              <a:off x="6878332" y="2216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0" name="pt29330"/>
            <p:cNvSpPr/>
            <p:nvPr/>
          </p:nvSpPr>
          <p:spPr>
            <a:xfrm>
              <a:off x="7081526" y="2191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1" name="pt29331"/>
            <p:cNvSpPr/>
            <p:nvPr/>
          </p:nvSpPr>
          <p:spPr>
            <a:xfrm>
              <a:off x="7439247" y="2824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2" name="pt29332"/>
            <p:cNvSpPr/>
            <p:nvPr/>
          </p:nvSpPr>
          <p:spPr>
            <a:xfrm>
              <a:off x="6927264" y="1917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3" name="pt29333"/>
            <p:cNvSpPr/>
            <p:nvPr/>
          </p:nvSpPr>
          <p:spPr>
            <a:xfrm>
              <a:off x="6974896" y="2055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4" name="pt29334"/>
            <p:cNvSpPr/>
            <p:nvPr/>
          </p:nvSpPr>
          <p:spPr>
            <a:xfrm>
              <a:off x="7045173" y="2186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5" name="pt29335"/>
            <p:cNvSpPr/>
            <p:nvPr/>
          </p:nvSpPr>
          <p:spPr>
            <a:xfrm>
              <a:off x="7058146" y="2011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6" name="pt29336"/>
            <p:cNvSpPr/>
            <p:nvPr/>
          </p:nvSpPr>
          <p:spPr>
            <a:xfrm>
              <a:off x="6982372" y="2177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7" name="pt29337"/>
            <p:cNvSpPr/>
            <p:nvPr/>
          </p:nvSpPr>
          <p:spPr>
            <a:xfrm>
              <a:off x="6987523" y="2185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8" name="pt29338"/>
            <p:cNvSpPr/>
            <p:nvPr/>
          </p:nvSpPr>
          <p:spPr>
            <a:xfrm>
              <a:off x="7130539" y="2116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9" name="pt29339"/>
            <p:cNvSpPr/>
            <p:nvPr/>
          </p:nvSpPr>
          <p:spPr>
            <a:xfrm>
              <a:off x="7057566" y="2181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0" name="pt29340"/>
            <p:cNvSpPr/>
            <p:nvPr/>
          </p:nvSpPr>
          <p:spPr>
            <a:xfrm>
              <a:off x="7519665" y="1992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1" name="pt29341"/>
            <p:cNvSpPr/>
            <p:nvPr/>
          </p:nvSpPr>
          <p:spPr>
            <a:xfrm>
              <a:off x="6886340" y="2161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2" name="pt29342"/>
            <p:cNvSpPr/>
            <p:nvPr/>
          </p:nvSpPr>
          <p:spPr>
            <a:xfrm>
              <a:off x="7106935" y="2112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3" name="pt29343"/>
            <p:cNvSpPr/>
            <p:nvPr/>
          </p:nvSpPr>
          <p:spPr>
            <a:xfrm>
              <a:off x="7065560" y="2045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4" name="pt29344"/>
            <p:cNvSpPr/>
            <p:nvPr/>
          </p:nvSpPr>
          <p:spPr>
            <a:xfrm>
              <a:off x="7382983" y="2621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5" name="pt29345"/>
            <p:cNvSpPr/>
            <p:nvPr/>
          </p:nvSpPr>
          <p:spPr>
            <a:xfrm>
              <a:off x="7042168" y="2209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6" name="pt29346"/>
            <p:cNvSpPr/>
            <p:nvPr/>
          </p:nvSpPr>
          <p:spPr>
            <a:xfrm>
              <a:off x="7437547" y="2816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7" name="pt29347"/>
            <p:cNvSpPr/>
            <p:nvPr/>
          </p:nvSpPr>
          <p:spPr>
            <a:xfrm>
              <a:off x="6969314" y="1832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8" name="pt29348"/>
            <p:cNvSpPr/>
            <p:nvPr/>
          </p:nvSpPr>
          <p:spPr>
            <a:xfrm>
              <a:off x="7041001" y="2294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9" name="pt29349"/>
            <p:cNvSpPr/>
            <p:nvPr/>
          </p:nvSpPr>
          <p:spPr>
            <a:xfrm>
              <a:off x="7270682" y="1928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0" name="pt29350"/>
            <p:cNvSpPr/>
            <p:nvPr/>
          </p:nvSpPr>
          <p:spPr>
            <a:xfrm>
              <a:off x="7185278" y="1827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1" name="pt29351"/>
            <p:cNvSpPr/>
            <p:nvPr/>
          </p:nvSpPr>
          <p:spPr>
            <a:xfrm>
              <a:off x="7373315" y="2555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2" name="pt29352"/>
            <p:cNvSpPr/>
            <p:nvPr/>
          </p:nvSpPr>
          <p:spPr>
            <a:xfrm>
              <a:off x="6769159" y="2203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3" name="pt29353"/>
            <p:cNvSpPr/>
            <p:nvPr/>
          </p:nvSpPr>
          <p:spPr>
            <a:xfrm>
              <a:off x="7135423" y="1998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4" name="pt29354"/>
            <p:cNvSpPr/>
            <p:nvPr/>
          </p:nvSpPr>
          <p:spPr>
            <a:xfrm>
              <a:off x="6953514" y="1719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5" name="pt29355"/>
            <p:cNvSpPr/>
            <p:nvPr/>
          </p:nvSpPr>
          <p:spPr>
            <a:xfrm>
              <a:off x="7091721" y="2286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6" name="pt29356"/>
            <p:cNvSpPr/>
            <p:nvPr/>
          </p:nvSpPr>
          <p:spPr>
            <a:xfrm>
              <a:off x="7126375" y="2112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7" name="pt29357"/>
            <p:cNvSpPr/>
            <p:nvPr/>
          </p:nvSpPr>
          <p:spPr>
            <a:xfrm>
              <a:off x="7067626" y="2130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8" name="pt29358"/>
            <p:cNvSpPr/>
            <p:nvPr/>
          </p:nvSpPr>
          <p:spPr>
            <a:xfrm>
              <a:off x="6868565" y="2157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9" name="pt29359"/>
            <p:cNvSpPr/>
            <p:nvPr/>
          </p:nvSpPr>
          <p:spPr>
            <a:xfrm>
              <a:off x="7202343" y="2068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0" name="pt29360"/>
            <p:cNvSpPr/>
            <p:nvPr/>
          </p:nvSpPr>
          <p:spPr>
            <a:xfrm>
              <a:off x="7062952" y="211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1" name="pt29361"/>
            <p:cNvSpPr/>
            <p:nvPr/>
          </p:nvSpPr>
          <p:spPr>
            <a:xfrm>
              <a:off x="6569462" y="2493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2" name="pt29362"/>
            <p:cNvSpPr/>
            <p:nvPr/>
          </p:nvSpPr>
          <p:spPr>
            <a:xfrm>
              <a:off x="7024781" y="2075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3" name="pt29363"/>
            <p:cNvSpPr/>
            <p:nvPr/>
          </p:nvSpPr>
          <p:spPr>
            <a:xfrm>
              <a:off x="6917760" y="1909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4" name="pt29364"/>
            <p:cNvSpPr/>
            <p:nvPr/>
          </p:nvSpPr>
          <p:spPr>
            <a:xfrm>
              <a:off x="7116526" y="1984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5" name="pt29365"/>
            <p:cNvSpPr/>
            <p:nvPr/>
          </p:nvSpPr>
          <p:spPr>
            <a:xfrm>
              <a:off x="7312893" y="2116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6" name="pt29366"/>
            <p:cNvSpPr/>
            <p:nvPr/>
          </p:nvSpPr>
          <p:spPr>
            <a:xfrm>
              <a:off x="7114499" y="1985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7" name="pt29367"/>
            <p:cNvSpPr/>
            <p:nvPr/>
          </p:nvSpPr>
          <p:spPr>
            <a:xfrm>
              <a:off x="7244580" y="1967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8" name="pt29368"/>
            <p:cNvSpPr/>
            <p:nvPr/>
          </p:nvSpPr>
          <p:spPr>
            <a:xfrm>
              <a:off x="7010781" y="2143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9" name="pt29369"/>
            <p:cNvSpPr/>
            <p:nvPr/>
          </p:nvSpPr>
          <p:spPr>
            <a:xfrm>
              <a:off x="7285056" y="1995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0" name="pt29370"/>
            <p:cNvSpPr/>
            <p:nvPr/>
          </p:nvSpPr>
          <p:spPr>
            <a:xfrm>
              <a:off x="7198936" y="2062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1" name="pt29371"/>
            <p:cNvSpPr/>
            <p:nvPr/>
          </p:nvSpPr>
          <p:spPr>
            <a:xfrm>
              <a:off x="7044880" y="2182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2" name="pt29372"/>
            <p:cNvSpPr/>
            <p:nvPr/>
          </p:nvSpPr>
          <p:spPr>
            <a:xfrm>
              <a:off x="6922295" y="2066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3" name="pt29373"/>
            <p:cNvSpPr/>
            <p:nvPr/>
          </p:nvSpPr>
          <p:spPr>
            <a:xfrm>
              <a:off x="7208873" y="2064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4" name="pt29374"/>
            <p:cNvSpPr/>
            <p:nvPr/>
          </p:nvSpPr>
          <p:spPr>
            <a:xfrm>
              <a:off x="7210179" y="2022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5" name="pt29375"/>
            <p:cNvSpPr/>
            <p:nvPr/>
          </p:nvSpPr>
          <p:spPr>
            <a:xfrm>
              <a:off x="7356821" y="2726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6" name="pt29376"/>
            <p:cNvSpPr/>
            <p:nvPr/>
          </p:nvSpPr>
          <p:spPr>
            <a:xfrm>
              <a:off x="7179186" y="2070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7" name="pt29377"/>
            <p:cNvSpPr/>
            <p:nvPr/>
          </p:nvSpPr>
          <p:spPr>
            <a:xfrm>
              <a:off x="7168564" y="2088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8" name="pt29378"/>
            <p:cNvSpPr/>
            <p:nvPr/>
          </p:nvSpPr>
          <p:spPr>
            <a:xfrm>
              <a:off x="7036532" y="2177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9" name="pt29379"/>
            <p:cNvSpPr/>
            <p:nvPr/>
          </p:nvSpPr>
          <p:spPr>
            <a:xfrm>
              <a:off x="7142617" y="1927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0" name="pt29380"/>
            <p:cNvSpPr/>
            <p:nvPr/>
          </p:nvSpPr>
          <p:spPr>
            <a:xfrm>
              <a:off x="6976922" y="2134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1" name="pt29381"/>
            <p:cNvSpPr/>
            <p:nvPr/>
          </p:nvSpPr>
          <p:spPr>
            <a:xfrm>
              <a:off x="6784489" y="2246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2" name="pt29382"/>
            <p:cNvSpPr/>
            <p:nvPr/>
          </p:nvSpPr>
          <p:spPr>
            <a:xfrm>
              <a:off x="7095399" y="2285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3" name="pt29383"/>
            <p:cNvSpPr/>
            <p:nvPr/>
          </p:nvSpPr>
          <p:spPr>
            <a:xfrm>
              <a:off x="7017307" y="2260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4" name="pt29384"/>
            <p:cNvSpPr/>
            <p:nvPr/>
          </p:nvSpPr>
          <p:spPr>
            <a:xfrm>
              <a:off x="7118632" y="1958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5" name="pt29385"/>
            <p:cNvSpPr/>
            <p:nvPr/>
          </p:nvSpPr>
          <p:spPr>
            <a:xfrm>
              <a:off x="7112653" y="1968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6" name="pt29386"/>
            <p:cNvSpPr/>
            <p:nvPr/>
          </p:nvSpPr>
          <p:spPr>
            <a:xfrm>
              <a:off x="7002656" y="2008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7" name="pt29387"/>
            <p:cNvSpPr/>
            <p:nvPr/>
          </p:nvSpPr>
          <p:spPr>
            <a:xfrm>
              <a:off x="6969942" y="1772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8" name="pt29388"/>
            <p:cNvSpPr/>
            <p:nvPr/>
          </p:nvSpPr>
          <p:spPr>
            <a:xfrm>
              <a:off x="7384537" y="2282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9" name="pt29389"/>
            <p:cNvSpPr/>
            <p:nvPr/>
          </p:nvSpPr>
          <p:spPr>
            <a:xfrm>
              <a:off x="7124253" y="2051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0" name="pt29390"/>
            <p:cNvSpPr/>
            <p:nvPr/>
          </p:nvSpPr>
          <p:spPr>
            <a:xfrm>
              <a:off x="7164841" y="2033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1" name="pt29391"/>
            <p:cNvSpPr/>
            <p:nvPr/>
          </p:nvSpPr>
          <p:spPr>
            <a:xfrm>
              <a:off x="7027781" y="2146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2" name="pt29392"/>
            <p:cNvSpPr/>
            <p:nvPr/>
          </p:nvSpPr>
          <p:spPr>
            <a:xfrm>
              <a:off x="7214436" y="2043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3" name="pt29393"/>
            <p:cNvSpPr/>
            <p:nvPr/>
          </p:nvSpPr>
          <p:spPr>
            <a:xfrm>
              <a:off x="6954291" y="1805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4" name="pt29394"/>
            <p:cNvSpPr/>
            <p:nvPr/>
          </p:nvSpPr>
          <p:spPr>
            <a:xfrm>
              <a:off x="7110478" y="2042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5" name="pt29395"/>
            <p:cNvSpPr/>
            <p:nvPr/>
          </p:nvSpPr>
          <p:spPr>
            <a:xfrm>
              <a:off x="6962047" y="2056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6" name="pt29396"/>
            <p:cNvSpPr/>
            <p:nvPr/>
          </p:nvSpPr>
          <p:spPr>
            <a:xfrm>
              <a:off x="7120815" y="2116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7" name="pt29397"/>
            <p:cNvSpPr/>
            <p:nvPr/>
          </p:nvSpPr>
          <p:spPr>
            <a:xfrm>
              <a:off x="7110884" y="2080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8" name="pt29398"/>
            <p:cNvSpPr/>
            <p:nvPr/>
          </p:nvSpPr>
          <p:spPr>
            <a:xfrm>
              <a:off x="6988737" y="2194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9" name="pt29399"/>
            <p:cNvSpPr/>
            <p:nvPr/>
          </p:nvSpPr>
          <p:spPr>
            <a:xfrm>
              <a:off x="7173632" y="2232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0" name="pt29400"/>
            <p:cNvSpPr/>
            <p:nvPr/>
          </p:nvSpPr>
          <p:spPr>
            <a:xfrm>
              <a:off x="7109427" y="2053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1" name="pt29401"/>
            <p:cNvSpPr/>
            <p:nvPr/>
          </p:nvSpPr>
          <p:spPr>
            <a:xfrm>
              <a:off x="7315565" y="2514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2" name="pt29402"/>
            <p:cNvSpPr/>
            <p:nvPr/>
          </p:nvSpPr>
          <p:spPr>
            <a:xfrm>
              <a:off x="7253910" y="2122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3" name="pt29403"/>
            <p:cNvSpPr/>
            <p:nvPr/>
          </p:nvSpPr>
          <p:spPr>
            <a:xfrm>
              <a:off x="7100194" y="2229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4" name="pt29404"/>
            <p:cNvSpPr/>
            <p:nvPr/>
          </p:nvSpPr>
          <p:spPr>
            <a:xfrm>
              <a:off x="7067627" y="2106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5" name="pt29405"/>
            <p:cNvSpPr/>
            <p:nvPr/>
          </p:nvSpPr>
          <p:spPr>
            <a:xfrm>
              <a:off x="6940051" y="1929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6" name="pt29406"/>
            <p:cNvSpPr/>
            <p:nvPr/>
          </p:nvSpPr>
          <p:spPr>
            <a:xfrm>
              <a:off x="7031380" y="2185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7" name="pt29407"/>
            <p:cNvSpPr/>
            <p:nvPr/>
          </p:nvSpPr>
          <p:spPr>
            <a:xfrm>
              <a:off x="7171813" y="1986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8" name="pt29408"/>
            <p:cNvSpPr/>
            <p:nvPr/>
          </p:nvSpPr>
          <p:spPr>
            <a:xfrm>
              <a:off x="7293899" y="1974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9" name="pt29409"/>
            <p:cNvSpPr/>
            <p:nvPr/>
          </p:nvSpPr>
          <p:spPr>
            <a:xfrm>
              <a:off x="7330572" y="2222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0" name="pt29410"/>
            <p:cNvSpPr/>
            <p:nvPr/>
          </p:nvSpPr>
          <p:spPr>
            <a:xfrm>
              <a:off x="7109913" y="2094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1" name="pt29411"/>
            <p:cNvSpPr/>
            <p:nvPr/>
          </p:nvSpPr>
          <p:spPr>
            <a:xfrm>
              <a:off x="6985432" y="2146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2" name="pt29412"/>
            <p:cNvSpPr/>
            <p:nvPr/>
          </p:nvSpPr>
          <p:spPr>
            <a:xfrm>
              <a:off x="6988964" y="2244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3" name="pt29413"/>
            <p:cNvSpPr/>
            <p:nvPr/>
          </p:nvSpPr>
          <p:spPr>
            <a:xfrm>
              <a:off x="6976678" y="2040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4" name="pt29414"/>
            <p:cNvSpPr/>
            <p:nvPr/>
          </p:nvSpPr>
          <p:spPr>
            <a:xfrm>
              <a:off x="7199893" y="1985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5" name="pt29415"/>
            <p:cNvSpPr/>
            <p:nvPr/>
          </p:nvSpPr>
          <p:spPr>
            <a:xfrm>
              <a:off x="7190612" y="2210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6" name="pt29416"/>
            <p:cNvSpPr/>
            <p:nvPr/>
          </p:nvSpPr>
          <p:spPr>
            <a:xfrm>
              <a:off x="7161222" y="2127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7" name="pt29417"/>
            <p:cNvSpPr/>
            <p:nvPr/>
          </p:nvSpPr>
          <p:spPr>
            <a:xfrm>
              <a:off x="6852880" y="2189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8" name="pt29418"/>
            <p:cNvSpPr/>
            <p:nvPr/>
          </p:nvSpPr>
          <p:spPr>
            <a:xfrm>
              <a:off x="7068155" y="2063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9" name="pt29419"/>
            <p:cNvSpPr/>
            <p:nvPr/>
          </p:nvSpPr>
          <p:spPr>
            <a:xfrm>
              <a:off x="7264862" y="1989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0" name="pt29420"/>
            <p:cNvSpPr/>
            <p:nvPr/>
          </p:nvSpPr>
          <p:spPr>
            <a:xfrm>
              <a:off x="7219233" y="1943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1" name="pt29421"/>
            <p:cNvSpPr/>
            <p:nvPr/>
          </p:nvSpPr>
          <p:spPr>
            <a:xfrm>
              <a:off x="7187033" y="1595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2" name="pt29422"/>
            <p:cNvSpPr/>
            <p:nvPr/>
          </p:nvSpPr>
          <p:spPr>
            <a:xfrm>
              <a:off x="7345177" y="1957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3" name="pt29423"/>
            <p:cNvSpPr/>
            <p:nvPr/>
          </p:nvSpPr>
          <p:spPr>
            <a:xfrm>
              <a:off x="7123063" y="2090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4" name="pt29424"/>
            <p:cNvSpPr/>
            <p:nvPr/>
          </p:nvSpPr>
          <p:spPr>
            <a:xfrm>
              <a:off x="7032334" y="213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5" name="pt29425"/>
            <p:cNvSpPr/>
            <p:nvPr/>
          </p:nvSpPr>
          <p:spPr>
            <a:xfrm>
              <a:off x="7174463" y="2183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6" name="pt29426"/>
            <p:cNvSpPr/>
            <p:nvPr/>
          </p:nvSpPr>
          <p:spPr>
            <a:xfrm>
              <a:off x="7164925" y="2064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7" name="pt29427"/>
            <p:cNvSpPr/>
            <p:nvPr/>
          </p:nvSpPr>
          <p:spPr>
            <a:xfrm>
              <a:off x="7163427" y="2341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8" name="pt29428"/>
            <p:cNvSpPr/>
            <p:nvPr/>
          </p:nvSpPr>
          <p:spPr>
            <a:xfrm>
              <a:off x="6878364" y="2116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9" name="pt29429"/>
            <p:cNvSpPr/>
            <p:nvPr/>
          </p:nvSpPr>
          <p:spPr>
            <a:xfrm>
              <a:off x="7223949" y="1893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0" name="pt29430"/>
            <p:cNvSpPr/>
            <p:nvPr/>
          </p:nvSpPr>
          <p:spPr>
            <a:xfrm>
              <a:off x="7102279" y="2125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1" name="pt29431"/>
            <p:cNvSpPr/>
            <p:nvPr/>
          </p:nvSpPr>
          <p:spPr>
            <a:xfrm>
              <a:off x="7047497" y="2201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2" name="pt29432"/>
            <p:cNvSpPr/>
            <p:nvPr/>
          </p:nvSpPr>
          <p:spPr>
            <a:xfrm>
              <a:off x="7095136" y="2283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3" name="pt29433"/>
            <p:cNvSpPr/>
            <p:nvPr/>
          </p:nvSpPr>
          <p:spPr>
            <a:xfrm>
              <a:off x="7110544" y="2098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4" name="pt29434"/>
            <p:cNvSpPr/>
            <p:nvPr/>
          </p:nvSpPr>
          <p:spPr>
            <a:xfrm>
              <a:off x="7039954" y="2168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5" name="pt29435"/>
            <p:cNvSpPr/>
            <p:nvPr/>
          </p:nvSpPr>
          <p:spPr>
            <a:xfrm>
              <a:off x="6852895" y="2195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6" name="pt29436"/>
            <p:cNvSpPr/>
            <p:nvPr/>
          </p:nvSpPr>
          <p:spPr>
            <a:xfrm>
              <a:off x="6944310" y="1957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7" name="pt29437"/>
            <p:cNvSpPr/>
            <p:nvPr/>
          </p:nvSpPr>
          <p:spPr>
            <a:xfrm>
              <a:off x="7153585" y="2233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8" name="pt29438"/>
            <p:cNvSpPr/>
            <p:nvPr/>
          </p:nvSpPr>
          <p:spPr>
            <a:xfrm>
              <a:off x="7052681" y="2172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9" name="pt29439"/>
            <p:cNvSpPr/>
            <p:nvPr/>
          </p:nvSpPr>
          <p:spPr>
            <a:xfrm>
              <a:off x="6949339" y="2121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0" name="pt29440"/>
            <p:cNvSpPr/>
            <p:nvPr/>
          </p:nvSpPr>
          <p:spPr>
            <a:xfrm>
              <a:off x="7050937" y="2162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1" name="pt29441"/>
            <p:cNvSpPr/>
            <p:nvPr/>
          </p:nvSpPr>
          <p:spPr>
            <a:xfrm>
              <a:off x="7424958" y="2570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2" name="pt29442"/>
            <p:cNvSpPr/>
            <p:nvPr/>
          </p:nvSpPr>
          <p:spPr>
            <a:xfrm>
              <a:off x="6828222" y="2023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3" name="pt29443"/>
            <p:cNvSpPr/>
            <p:nvPr/>
          </p:nvSpPr>
          <p:spPr>
            <a:xfrm>
              <a:off x="7147066" y="2011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4" name="pt29444"/>
            <p:cNvSpPr/>
            <p:nvPr/>
          </p:nvSpPr>
          <p:spPr>
            <a:xfrm>
              <a:off x="7124040" y="2019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5" name="pt29445"/>
            <p:cNvSpPr/>
            <p:nvPr/>
          </p:nvSpPr>
          <p:spPr>
            <a:xfrm>
              <a:off x="7081122" y="2228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6" name="pt29446"/>
            <p:cNvSpPr/>
            <p:nvPr/>
          </p:nvSpPr>
          <p:spPr>
            <a:xfrm>
              <a:off x="7099435" y="2251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7" name="pt29447"/>
            <p:cNvSpPr/>
            <p:nvPr/>
          </p:nvSpPr>
          <p:spPr>
            <a:xfrm>
              <a:off x="7535142" y="2142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8" name="pt29448"/>
            <p:cNvSpPr/>
            <p:nvPr/>
          </p:nvSpPr>
          <p:spPr>
            <a:xfrm>
              <a:off x="7226011" y="2033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9" name="pt29449"/>
            <p:cNvSpPr/>
            <p:nvPr/>
          </p:nvSpPr>
          <p:spPr>
            <a:xfrm>
              <a:off x="7059458" y="2163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0" name="pt29450"/>
            <p:cNvSpPr/>
            <p:nvPr/>
          </p:nvSpPr>
          <p:spPr>
            <a:xfrm>
              <a:off x="7007483" y="1736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1" name="pt29451"/>
            <p:cNvSpPr/>
            <p:nvPr/>
          </p:nvSpPr>
          <p:spPr>
            <a:xfrm>
              <a:off x="7164453" y="2343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2" name="pt29452"/>
            <p:cNvSpPr/>
            <p:nvPr/>
          </p:nvSpPr>
          <p:spPr>
            <a:xfrm>
              <a:off x="7011242" y="2161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3" name="pt29453"/>
            <p:cNvSpPr/>
            <p:nvPr/>
          </p:nvSpPr>
          <p:spPr>
            <a:xfrm>
              <a:off x="7256525" y="2072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4" name="pt29454"/>
            <p:cNvSpPr/>
            <p:nvPr/>
          </p:nvSpPr>
          <p:spPr>
            <a:xfrm>
              <a:off x="7246363" y="1923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5" name="pt29455"/>
            <p:cNvSpPr/>
            <p:nvPr/>
          </p:nvSpPr>
          <p:spPr>
            <a:xfrm>
              <a:off x="7005277" y="1699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6" name="pt29456"/>
            <p:cNvSpPr/>
            <p:nvPr/>
          </p:nvSpPr>
          <p:spPr>
            <a:xfrm>
              <a:off x="7017139" y="2170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7" name="pt29457"/>
            <p:cNvSpPr/>
            <p:nvPr/>
          </p:nvSpPr>
          <p:spPr>
            <a:xfrm>
              <a:off x="7050364" y="2209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8" name="pt29458"/>
            <p:cNvSpPr/>
            <p:nvPr/>
          </p:nvSpPr>
          <p:spPr>
            <a:xfrm>
              <a:off x="6957880" y="2037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9" name="pt29459"/>
            <p:cNvSpPr/>
            <p:nvPr/>
          </p:nvSpPr>
          <p:spPr>
            <a:xfrm>
              <a:off x="7179414" y="2118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0" name="pt29460"/>
            <p:cNvSpPr/>
            <p:nvPr/>
          </p:nvSpPr>
          <p:spPr>
            <a:xfrm>
              <a:off x="6976459" y="2239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1" name="pt29461"/>
            <p:cNvSpPr/>
            <p:nvPr/>
          </p:nvSpPr>
          <p:spPr>
            <a:xfrm>
              <a:off x="7135370" y="2027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2" name="pt29462"/>
            <p:cNvSpPr/>
            <p:nvPr/>
          </p:nvSpPr>
          <p:spPr>
            <a:xfrm>
              <a:off x="7069525" y="2115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3" name="pt29463"/>
            <p:cNvSpPr/>
            <p:nvPr/>
          </p:nvSpPr>
          <p:spPr>
            <a:xfrm>
              <a:off x="7156798" y="2177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4" name="pt29464"/>
            <p:cNvSpPr/>
            <p:nvPr/>
          </p:nvSpPr>
          <p:spPr>
            <a:xfrm>
              <a:off x="7065906" y="2073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5" name="pt29465"/>
            <p:cNvSpPr/>
            <p:nvPr/>
          </p:nvSpPr>
          <p:spPr>
            <a:xfrm>
              <a:off x="6969778" y="1750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6" name="pt29466"/>
            <p:cNvSpPr/>
            <p:nvPr/>
          </p:nvSpPr>
          <p:spPr>
            <a:xfrm>
              <a:off x="7139278" y="2031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7" name="pt29467"/>
            <p:cNvSpPr/>
            <p:nvPr/>
          </p:nvSpPr>
          <p:spPr>
            <a:xfrm>
              <a:off x="7058499" y="2065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8" name="pt29468"/>
            <p:cNvSpPr/>
            <p:nvPr/>
          </p:nvSpPr>
          <p:spPr>
            <a:xfrm>
              <a:off x="7097058" y="2327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9" name="pt29469"/>
            <p:cNvSpPr/>
            <p:nvPr/>
          </p:nvSpPr>
          <p:spPr>
            <a:xfrm>
              <a:off x="7110568" y="204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0" name="pt29470"/>
            <p:cNvSpPr/>
            <p:nvPr/>
          </p:nvSpPr>
          <p:spPr>
            <a:xfrm>
              <a:off x="6915439" y="1982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1" name="pt29471"/>
            <p:cNvSpPr/>
            <p:nvPr/>
          </p:nvSpPr>
          <p:spPr>
            <a:xfrm>
              <a:off x="7073874" y="2050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2" name="pt29472"/>
            <p:cNvSpPr/>
            <p:nvPr/>
          </p:nvSpPr>
          <p:spPr>
            <a:xfrm>
              <a:off x="6897864" y="2030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3" name="pt29473"/>
            <p:cNvSpPr/>
            <p:nvPr/>
          </p:nvSpPr>
          <p:spPr>
            <a:xfrm>
              <a:off x="7013942" y="2075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4" name="pt29474"/>
            <p:cNvSpPr/>
            <p:nvPr/>
          </p:nvSpPr>
          <p:spPr>
            <a:xfrm>
              <a:off x="7015275" y="2201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5" name="pt29475"/>
            <p:cNvSpPr/>
            <p:nvPr/>
          </p:nvSpPr>
          <p:spPr>
            <a:xfrm>
              <a:off x="7068753" y="2091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6" name="pt29476"/>
            <p:cNvSpPr/>
            <p:nvPr/>
          </p:nvSpPr>
          <p:spPr>
            <a:xfrm>
              <a:off x="7195821" y="208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7" name="pt29477"/>
            <p:cNvSpPr/>
            <p:nvPr/>
          </p:nvSpPr>
          <p:spPr>
            <a:xfrm>
              <a:off x="7033584" y="2220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8" name="pt29478"/>
            <p:cNvSpPr/>
            <p:nvPr/>
          </p:nvSpPr>
          <p:spPr>
            <a:xfrm>
              <a:off x="7320106" y="2513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9" name="pt29479"/>
            <p:cNvSpPr/>
            <p:nvPr/>
          </p:nvSpPr>
          <p:spPr>
            <a:xfrm>
              <a:off x="6712133" y="2515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0" name="pt29480"/>
            <p:cNvSpPr/>
            <p:nvPr/>
          </p:nvSpPr>
          <p:spPr>
            <a:xfrm>
              <a:off x="6868920" y="2178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1" name="pt29481"/>
            <p:cNvSpPr/>
            <p:nvPr/>
          </p:nvSpPr>
          <p:spPr>
            <a:xfrm>
              <a:off x="7162011" y="2328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2" name="pt29482"/>
            <p:cNvSpPr/>
            <p:nvPr/>
          </p:nvSpPr>
          <p:spPr>
            <a:xfrm>
              <a:off x="6943253" y="1989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3" name="pt29483"/>
            <p:cNvSpPr/>
            <p:nvPr/>
          </p:nvSpPr>
          <p:spPr>
            <a:xfrm>
              <a:off x="6967508" y="1725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4" name="pt29484"/>
            <p:cNvSpPr/>
            <p:nvPr/>
          </p:nvSpPr>
          <p:spPr>
            <a:xfrm>
              <a:off x="7173068" y="2133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5" name="pt29485"/>
            <p:cNvSpPr/>
            <p:nvPr/>
          </p:nvSpPr>
          <p:spPr>
            <a:xfrm>
              <a:off x="7059734" y="2159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6" name="pt29486"/>
            <p:cNvSpPr/>
            <p:nvPr/>
          </p:nvSpPr>
          <p:spPr>
            <a:xfrm>
              <a:off x="7282554" y="2035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7" name="pt29487"/>
            <p:cNvSpPr/>
            <p:nvPr/>
          </p:nvSpPr>
          <p:spPr>
            <a:xfrm>
              <a:off x="7107256" y="2055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8" name="pt29488"/>
            <p:cNvSpPr/>
            <p:nvPr/>
          </p:nvSpPr>
          <p:spPr>
            <a:xfrm>
              <a:off x="6852982" y="2235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9" name="pt29489"/>
            <p:cNvSpPr/>
            <p:nvPr/>
          </p:nvSpPr>
          <p:spPr>
            <a:xfrm>
              <a:off x="6987129" y="2212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0" name="pt29490"/>
            <p:cNvSpPr/>
            <p:nvPr/>
          </p:nvSpPr>
          <p:spPr>
            <a:xfrm>
              <a:off x="7051294" y="2130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1" name="pt29491"/>
            <p:cNvSpPr/>
            <p:nvPr/>
          </p:nvSpPr>
          <p:spPr>
            <a:xfrm>
              <a:off x="7031992" y="2195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2" name="pt29492"/>
            <p:cNvSpPr/>
            <p:nvPr/>
          </p:nvSpPr>
          <p:spPr>
            <a:xfrm>
              <a:off x="7208158" y="2019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3" name="pt29493"/>
            <p:cNvSpPr/>
            <p:nvPr/>
          </p:nvSpPr>
          <p:spPr>
            <a:xfrm>
              <a:off x="7174083" y="2036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4" name="pt29494"/>
            <p:cNvSpPr/>
            <p:nvPr/>
          </p:nvSpPr>
          <p:spPr>
            <a:xfrm>
              <a:off x="6999864" y="2120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5" name="pt29495"/>
            <p:cNvSpPr/>
            <p:nvPr/>
          </p:nvSpPr>
          <p:spPr>
            <a:xfrm>
              <a:off x="7254115" y="1847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6" name="pt29496"/>
            <p:cNvSpPr/>
            <p:nvPr/>
          </p:nvSpPr>
          <p:spPr>
            <a:xfrm>
              <a:off x="7063744" y="2100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7" name="pt29497"/>
            <p:cNvSpPr/>
            <p:nvPr/>
          </p:nvSpPr>
          <p:spPr>
            <a:xfrm>
              <a:off x="7058815" y="2079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8" name="pt29498"/>
            <p:cNvSpPr/>
            <p:nvPr/>
          </p:nvSpPr>
          <p:spPr>
            <a:xfrm>
              <a:off x="7318229" y="2546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9" name="pt29499"/>
            <p:cNvSpPr/>
            <p:nvPr/>
          </p:nvSpPr>
          <p:spPr>
            <a:xfrm>
              <a:off x="7008697" y="2028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0" name="pt29500"/>
            <p:cNvSpPr/>
            <p:nvPr/>
          </p:nvSpPr>
          <p:spPr>
            <a:xfrm>
              <a:off x="6623331" y="1726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1" name="pt29501"/>
            <p:cNvSpPr/>
            <p:nvPr/>
          </p:nvSpPr>
          <p:spPr>
            <a:xfrm>
              <a:off x="7276699" y="1954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2" name="pt29502"/>
            <p:cNvSpPr/>
            <p:nvPr/>
          </p:nvSpPr>
          <p:spPr>
            <a:xfrm>
              <a:off x="7367342" y="2425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3" name="pt29503"/>
            <p:cNvSpPr/>
            <p:nvPr/>
          </p:nvSpPr>
          <p:spPr>
            <a:xfrm>
              <a:off x="7079356" y="2185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4" name="pt29504"/>
            <p:cNvSpPr/>
            <p:nvPr/>
          </p:nvSpPr>
          <p:spPr>
            <a:xfrm>
              <a:off x="6874938" y="2226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5" name="pt29505"/>
            <p:cNvSpPr/>
            <p:nvPr/>
          </p:nvSpPr>
          <p:spPr>
            <a:xfrm>
              <a:off x="6738630" y="2065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6" name="pt29506"/>
            <p:cNvSpPr/>
            <p:nvPr/>
          </p:nvSpPr>
          <p:spPr>
            <a:xfrm>
              <a:off x="6852307" y="2171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7" name="pt29507"/>
            <p:cNvSpPr/>
            <p:nvPr/>
          </p:nvSpPr>
          <p:spPr>
            <a:xfrm>
              <a:off x="7070421" y="2143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8" name="pt29508"/>
            <p:cNvSpPr/>
            <p:nvPr/>
          </p:nvSpPr>
          <p:spPr>
            <a:xfrm>
              <a:off x="6868779" y="2270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9" name="pt29509"/>
            <p:cNvSpPr/>
            <p:nvPr/>
          </p:nvSpPr>
          <p:spPr>
            <a:xfrm>
              <a:off x="7131391" y="2129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0" name="pt29510"/>
            <p:cNvSpPr/>
            <p:nvPr/>
          </p:nvSpPr>
          <p:spPr>
            <a:xfrm>
              <a:off x="7117913" y="1967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1" name="pt29511"/>
            <p:cNvSpPr/>
            <p:nvPr/>
          </p:nvSpPr>
          <p:spPr>
            <a:xfrm>
              <a:off x="6796355" y="2397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2" name="pt29512"/>
            <p:cNvSpPr/>
            <p:nvPr/>
          </p:nvSpPr>
          <p:spPr>
            <a:xfrm>
              <a:off x="7198095" y="2086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3" name="pt29513"/>
            <p:cNvSpPr/>
            <p:nvPr/>
          </p:nvSpPr>
          <p:spPr>
            <a:xfrm>
              <a:off x="6882664" y="2158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4" name="pt29514"/>
            <p:cNvSpPr/>
            <p:nvPr/>
          </p:nvSpPr>
          <p:spPr>
            <a:xfrm>
              <a:off x="7016175" y="2270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5" name="pt29515"/>
            <p:cNvSpPr/>
            <p:nvPr/>
          </p:nvSpPr>
          <p:spPr>
            <a:xfrm>
              <a:off x="7087952" y="2228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6" name="pt29516"/>
            <p:cNvSpPr/>
            <p:nvPr/>
          </p:nvSpPr>
          <p:spPr>
            <a:xfrm>
              <a:off x="7063176" y="2157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7" name="pt29517"/>
            <p:cNvSpPr/>
            <p:nvPr/>
          </p:nvSpPr>
          <p:spPr>
            <a:xfrm>
              <a:off x="7164469" y="2351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8" name="pt29518"/>
            <p:cNvSpPr/>
            <p:nvPr/>
          </p:nvSpPr>
          <p:spPr>
            <a:xfrm>
              <a:off x="7045146" y="2129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9" name="pt29519"/>
            <p:cNvSpPr/>
            <p:nvPr/>
          </p:nvSpPr>
          <p:spPr>
            <a:xfrm>
              <a:off x="6970457" y="1864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0" name="pt29520"/>
            <p:cNvSpPr/>
            <p:nvPr/>
          </p:nvSpPr>
          <p:spPr>
            <a:xfrm>
              <a:off x="7060726" y="2188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1" name="pt29521"/>
            <p:cNvSpPr/>
            <p:nvPr/>
          </p:nvSpPr>
          <p:spPr>
            <a:xfrm>
              <a:off x="7002119" y="1772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2" name="pt29522"/>
            <p:cNvSpPr/>
            <p:nvPr/>
          </p:nvSpPr>
          <p:spPr>
            <a:xfrm>
              <a:off x="6971580" y="1744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3" name="pt29523"/>
            <p:cNvSpPr/>
            <p:nvPr/>
          </p:nvSpPr>
          <p:spPr>
            <a:xfrm>
              <a:off x="7083209" y="2162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4" name="pt29524"/>
            <p:cNvSpPr/>
            <p:nvPr/>
          </p:nvSpPr>
          <p:spPr>
            <a:xfrm>
              <a:off x="7261632" y="1882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5" name="pt29525"/>
            <p:cNvSpPr/>
            <p:nvPr/>
          </p:nvSpPr>
          <p:spPr>
            <a:xfrm>
              <a:off x="6959706" y="2080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6" name="pt29526"/>
            <p:cNvSpPr/>
            <p:nvPr/>
          </p:nvSpPr>
          <p:spPr>
            <a:xfrm>
              <a:off x="7336509" y="2195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7" name="pt29527"/>
            <p:cNvSpPr/>
            <p:nvPr/>
          </p:nvSpPr>
          <p:spPr>
            <a:xfrm>
              <a:off x="7315303" y="2546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8" name="pt29528"/>
            <p:cNvSpPr/>
            <p:nvPr/>
          </p:nvSpPr>
          <p:spPr>
            <a:xfrm>
              <a:off x="7052538" y="2075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9" name="pt29529"/>
            <p:cNvSpPr/>
            <p:nvPr/>
          </p:nvSpPr>
          <p:spPr>
            <a:xfrm>
              <a:off x="7193879" y="2193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0" name="pt29530"/>
            <p:cNvSpPr/>
            <p:nvPr/>
          </p:nvSpPr>
          <p:spPr>
            <a:xfrm>
              <a:off x="7059914" y="2236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1" name="pt29531"/>
            <p:cNvSpPr/>
            <p:nvPr/>
          </p:nvSpPr>
          <p:spPr>
            <a:xfrm>
              <a:off x="7048511" y="2184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2" name="pt29532"/>
            <p:cNvSpPr/>
            <p:nvPr/>
          </p:nvSpPr>
          <p:spPr>
            <a:xfrm>
              <a:off x="6860188" y="2225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3" name="pt29533"/>
            <p:cNvSpPr/>
            <p:nvPr/>
          </p:nvSpPr>
          <p:spPr>
            <a:xfrm>
              <a:off x="7118019" y="1988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4" name="pt29534"/>
            <p:cNvSpPr/>
            <p:nvPr/>
          </p:nvSpPr>
          <p:spPr>
            <a:xfrm>
              <a:off x="7277341" y="2000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5" name="pt29535"/>
            <p:cNvSpPr/>
            <p:nvPr/>
          </p:nvSpPr>
          <p:spPr>
            <a:xfrm>
              <a:off x="7153665" y="2184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6" name="pt29536"/>
            <p:cNvSpPr/>
            <p:nvPr/>
          </p:nvSpPr>
          <p:spPr>
            <a:xfrm>
              <a:off x="7080218" y="2203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7" name="pt29537"/>
            <p:cNvSpPr/>
            <p:nvPr/>
          </p:nvSpPr>
          <p:spPr>
            <a:xfrm>
              <a:off x="7158073" y="215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8" name="pt29538"/>
            <p:cNvSpPr/>
            <p:nvPr/>
          </p:nvSpPr>
          <p:spPr>
            <a:xfrm>
              <a:off x="7181664" y="2017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9" name="pt29539"/>
            <p:cNvSpPr/>
            <p:nvPr/>
          </p:nvSpPr>
          <p:spPr>
            <a:xfrm>
              <a:off x="7253594" y="1982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0" name="pt29540"/>
            <p:cNvSpPr/>
            <p:nvPr/>
          </p:nvSpPr>
          <p:spPr>
            <a:xfrm>
              <a:off x="7193174" y="2168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1" name="pt29541"/>
            <p:cNvSpPr/>
            <p:nvPr/>
          </p:nvSpPr>
          <p:spPr>
            <a:xfrm>
              <a:off x="7090598" y="2210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2" name="pt29542"/>
            <p:cNvSpPr/>
            <p:nvPr/>
          </p:nvSpPr>
          <p:spPr>
            <a:xfrm>
              <a:off x="7097709" y="2249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3" name="pt29543"/>
            <p:cNvSpPr/>
            <p:nvPr/>
          </p:nvSpPr>
          <p:spPr>
            <a:xfrm>
              <a:off x="7031485" y="2205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4" name="pt29544"/>
            <p:cNvSpPr/>
            <p:nvPr/>
          </p:nvSpPr>
          <p:spPr>
            <a:xfrm>
              <a:off x="6760232" y="1755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5" name="pt29545"/>
            <p:cNvSpPr/>
            <p:nvPr/>
          </p:nvSpPr>
          <p:spPr>
            <a:xfrm>
              <a:off x="7075317" y="2120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6" name="pt29546"/>
            <p:cNvSpPr/>
            <p:nvPr/>
          </p:nvSpPr>
          <p:spPr>
            <a:xfrm>
              <a:off x="7020844" y="2097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7" name="pt29547"/>
            <p:cNvSpPr/>
            <p:nvPr/>
          </p:nvSpPr>
          <p:spPr>
            <a:xfrm>
              <a:off x="6862068" y="2215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8" name="pt29548"/>
            <p:cNvSpPr/>
            <p:nvPr/>
          </p:nvSpPr>
          <p:spPr>
            <a:xfrm>
              <a:off x="7180157" y="2133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9" name="pt29549"/>
            <p:cNvSpPr/>
            <p:nvPr/>
          </p:nvSpPr>
          <p:spPr>
            <a:xfrm>
              <a:off x="7321460" y="2256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0" name="pt29550"/>
            <p:cNvSpPr/>
            <p:nvPr/>
          </p:nvSpPr>
          <p:spPr>
            <a:xfrm>
              <a:off x="7040971" y="2190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1" name="pt29551"/>
            <p:cNvSpPr/>
            <p:nvPr/>
          </p:nvSpPr>
          <p:spPr>
            <a:xfrm>
              <a:off x="7179115" y="2233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2" name="pt29552"/>
            <p:cNvSpPr/>
            <p:nvPr/>
          </p:nvSpPr>
          <p:spPr>
            <a:xfrm>
              <a:off x="7037120" y="217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3" name="pt29553"/>
            <p:cNvSpPr/>
            <p:nvPr/>
          </p:nvSpPr>
          <p:spPr>
            <a:xfrm>
              <a:off x="7330026" y="2185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4" name="pt29554"/>
            <p:cNvSpPr/>
            <p:nvPr/>
          </p:nvSpPr>
          <p:spPr>
            <a:xfrm>
              <a:off x="7108938" y="2122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5" name="pt29555"/>
            <p:cNvSpPr/>
            <p:nvPr/>
          </p:nvSpPr>
          <p:spPr>
            <a:xfrm>
              <a:off x="7228183" y="2095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6" name="pt29556"/>
            <p:cNvSpPr/>
            <p:nvPr/>
          </p:nvSpPr>
          <p:spPr>
            <a:xfrm>
              <a:off x="6966762" y="1694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7" name="pt29557"/>
            <p:cNvSpPr/>
            <p:nvPr/>
          </p:nvSpPr>
          <p:spPr>
            <a:xfrm>
              <a:off x="7057836" y="2098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8" name="pt29558"/>
            <p:cNvSpPr/>
            <p:nvPr/>
          </p:nvSpPr>
          <p:spPr>
            <a:xfrm>
              <a:off x="7276693" y="2100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9" name="pt29559"/>
            <p:cNvSpPr/>
            <p:nvPr/>
          </p:nvSpPr>
          <p:spPr>
            <a:xfrm>
              <a:off x="6841574" y="1530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0" name="pt29560"/>
            <p:cNvSpPr/>
            <p:nvPr/>
          </p:nvSpPr>
          <p:spPr>
            <a:xfrm>
              <a:off x="6942589" y="1711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1" name="pt29561"/>
            <p:cNvSpPr/>
            <p:nvPr/>
          </p:nvSpPr>
          <p:spPr>
            <a:xfrm>
              <a:off x="7232996" y="203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2" name="pt29562"/>
            <p:cNvSpPr/>
            <p:nvPr/>
          </p:nvSpPr>
          <p:spPr>
            <a:xfrm>
              <a:off x="6945047" y="1964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3" name="pt29563"/>
            <p:cNvSpPr/>
            <p:nvPr/>
          </p:nvSpPr>
          <p:spPr>
            <a:xfrm>
              <a:off x="7208450" y="1999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4" name="pt29564"/>
            <p:cNvSpPr/>
            <p:nvPr/>
          </p:nvSpPr>
          <p:spPr>
            <a:xfrm>
              <a:off x="7505747" y="224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5" name="pt29565"/>
            <p:cNvSpPr/>
            <p:nvPr/>
          </p:nvSpPr>
          <p:spPr>
            <a:xfrm>
              <a:off x="7130103" y="2088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6" name="pt29566"/>
            <p:cNvSpPr/>
            <p:nvPr/>
          </p:nvSpPr>
          <p:spPr>
            <a:xfrm>
              <a:off x="6806631" y="2181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7" name="pt29567"/>
            <p:cNvSpPr/>
            <p:nvPr/>
          </p:nvSpPr>
          <p:spPr>
            <a:xfrm>
              <a:off x="7075928" y="2138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8" name="pt29568"/>
            <p:cNvSpPr/>
            <p:nvPr/>
          </p:nvSpPr>
          <p:spPr>
            <a:xfrm>
              <a:off x="6891188" y="2167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9" name="pt29569"/>
            <p:cNvSpPr/>
            <p:nvPr/>
          </p:nvSpPr>
          <p:spPr>
            <a:xfrm>
              <a:off x="7210870" y="2101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0" name="pt29570"/>
            <p:cNvSpPr/>
            <p:nvPr/>
          </p:nvSpPr>
          <p:spPr>
            <a:xfrm>
              <a:off x="7093193" y="2379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1" name="pt29571"/>
            <p:cNvSpPr/>
            <p:nvPr/>
          </p:nvSpPr>
          <p:spPr>
            <a:xfrm>
              <a:off x="7054824" y="2131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2" name="pt29572"/>
            <p:cNvSpPr/>
            <p:nvPr/>
          </p:nvSpPr>
          <p:spPr>
            <a:xfrm>
              <a:off x="7119851" y="1996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3" name="pt29573"/>
            <p:cNvSpPr/>
            <p:nvPr/>
          </p:nvSpPr>
          <p:spPr>
            <a:xfrm>
              <a:off x="6949032" y="1943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4" name="pt29574"/>
            <p:cNvSpPr/>
            <p:nvPr/>
          </p:nvSpPr>
          <p:spPr>
            <a:xfrm>
              <a:off x="6984284" y="2125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5" name="pt29575"/>
            <p:cNvSpPr/>
            <p:nvPr/>
          </p:nvSpPr>
          <p:spPr>
            <a:xfrm>
              <a:off x="7244442" y="1978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6" name="pt29576"/>
            <p:cNvSpPr/>
            <p:nvPr/>
          </p:nvSpPr>
          <p:spPr>
            <a:xfrm>
              <a:off x="7193917" y="1963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7" name="pt29577"/>
            <p:cNvSpPr/>
            <p:nvPr/>
          </p:nvSpPr>
          <p:spPr>
            <a:xfrm>
              <a:off x="7044338" y="2223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8" name="pt29578"/>
            <p:cNvSpPr/>
            <p:nvPr/>
          </p:nvSpPr>
          <p:spPr>
            <a:xfrm>
              <a:off x="6777461" y="1972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9" name="pt29579"/>
            <p:cNvSpPr/>
            <p:nvPr/>
          </p:nvSpPr>
          <p:spPr>
            <a:xfrm>
              <a:off x="7270265" y="1967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0" name="pt29580"/>
            <p:cNvSpPr/>
            <p:nvPr/>
          </p:nvSpPr>
          <p:spPr>
            <a:xfrm>
              <a:off x="7012360" y="2061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1" name="pt29581"/>
            <p:cNvSpPr/>
            <p:nvPr/>
          </p:nvSpPr>
          <p:spPr>
            <a:xfrm>
              <a:off x="6970454" y="181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2" name="pt29582"/>
            <p:cNvSpPr/>
            <p:nvPr/>
          </p:nvSpPr>
          <p:spPr>
            <a:xfrm>
              <a:off x="6736814" y="222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3" name="pt29583"/>
            <p:cNvSpPr/>
            <p:nvPr/>
          </p:nvSpPr>
          <p:spPr>
            <a:xfrm>
              <a:off x="7232122" y="2038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4" name="pt29584"/>
            <p:cNvSpPr/>
            <p:nvPr/>
          </p:nvSpPr>
          <p:spPr>
            <a:xfrm>
              <a:off x="6925175" y="1971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5" name="pt29585"/>
            <p:cNvSpPr/>
            <p:nvPr/>
          </p:nvSpPr>
          <p:spPr>
            <a:xfrm>
              <a:off x="6617355" y="2261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6" name="pt29586"/>
            <p:cNvSpPr/>
            <p:nvPr/>
          </p:nvSpPr>
          <p:spPr>
            <a:xfrm>
              <a:off x="7190620" y="2253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7" name="pt29587"/>
            <p:cNvSpPr/>
            <p:nvPr/>
          </p:nvSpPr>
          <p:spPr>
            <a:xfrm>
              <a:off x="7045826" y="2142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8" name="pt29588"/>
            <p:cNvSpPr/>
            <p:nvPr/>
          </p:nvSpPr>
          <p:spPr>
            <a:xfrm>
              <a:off x="7092098" y="2271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9" name="pt29589"/>
            <p:cNvSpPr/>
            <p:nvPr/>
          </p:nvSpPr>
          <p:spPr>
            <a:xfrm>
              <a:off x="7191525" y="2073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0" name="pt29590"/>
            <p:cNvSpPr/>
            <p:nvPr/>
          </p:nvSpPr>
          <p:spPr>
            <a:xfrm>
              <a:off x="6956491" y="1943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1" name="pt29591"/>
            <p:cNvSpPr/>
            <p:nvPr/>
          </p:nvSpPr>
          <p:spPr>
            <a:xfrm>
              <a:off x="7044954" y="2194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2" name="pt29592"/>
            <p:cNvSpPr/>
            <p:nvPr/>
          </p:nvSpPr>
          <p:spPr>
            <a:xfrm>
              <a:off x="7023966" y="2078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3" name="pt29593"/>
            <p:cNvSpPr/>
            <p:nvPr/>
          </p:nvSpPr>
          <p:spPr>
            <a:xfrm>
              <a:off x="7107004" y="2029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4" name="pt29594"/>
            <p:cNvSpPr/>
            <p:nvPr/>
          </p:nvSpPr>
          <p:spPr>
            <a:xfrm>
              <a:off x="6961213" y="2187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5" name="pt29595"/>
            <p:cNvSpPr/>
            <p:nvPr/>
          </p:nvSpPr>
          <p:spPr>
            <a:xfrm>
              <a:off x="7101545" y="2216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6" name="pt29596"/>
            <p:cNvSpPr/>
            <p:nvPr/>
          </p:nvSpPr>
          <p:spPr>
            <a:xfrm>
              <a:off x="7249500" y="1970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7" name="pt29597"/>
            <p:cNvSpPr/>
            <p:nvPr/>
          </p:nvSpPr>
          <p:spPr>
            <a:xfrm>
              <a:off x="7121904" y="2021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8" name="pt29598"/>
            <p:cNvSpPr/>
            <p:nvPr/>
          </p:nvSpPr>
          <p:spPr>
            <a:xfrm>
              <a:off x="6850216" y="2147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9" name="pt29599"/>
            <p:cNvSpPr/>
            <p:nvPr/>
          </p:nvSpPr>
          <p:spPr>
            <a:xfrm>
              <a:off x="7258229" y="2199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0" name="pt29600"/>
            <p:cNvSpPr/>
            <p:nvPr/>
          </p:nvSpPr>
          <p:spPr>
            <a:xfrm>
              <a:off x="7252497" y="1930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1" name="pt29601"/>
            <p:cNvSpPr/>
            <p:nvPr/>
          </p:nvSpPr>
          <p:spPr>
            <a:xfrm>
              <a:off x="6927276" y="1903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2" name="pt29602"/>
            <p:cNvSpPr/>
            <p:nvPr/>
          </p:nvSpPr>
          <p:spPr>
            <a:xfrm>
              <a:off x="7144469" y="1968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3" name="pt29603"/>
            <p:cNvSpPr/>
            <p:nvPr/>
          </p:nvSpPr>
          <p:spPr>
            <a:xfrm>
              <a:off x="6964373" y="2103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4" name="pt29604"/>
            <p:cNvSpPr/>
            <p:nvPr/>
          </p:nvSpPr>
          <p:spPr>
            <a:xfrm>
              <a:off x="7125938" y="206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5" name="pt29605"/>
            <p:cNvSpPr/>
            <p:nvPr/>
          </p:nvSpPr>
          <p:spPr>
            <a:xfrm>
              <a:off x="6960409" y="2086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6" name="pt29606"/>
            <p:cNvSpPr/>
            <p:nvPr/>
          </p:nvSpPr>
          <p:spPr>
            <a:xfrm>
              <a:off x="6936691" y="1997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7" name="pt29607"/>
            <p:cNvSpPr/>
            <p:nvPr/>
          </p:nvSpPr>
          <p:spPr>
            <a:xfrm>
              <a:off x="7219906" y="2079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8" name="pt29608"/>
            <p:cNvSpPr/>
            <p:nvPr/>
          </p:nvSpPr>
          <p:spPr>
            <a:xfrm>
              <a:off x="6967897" y="1912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9" name="pt29609"/>
            <p:cNvSpPr/>
            <p:nvPr/>
          </p:nvSpPr>
          <p:spPr>
            <a:xfrm>
              <a:off x="7142413" y="1953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0" name="pt29610"/>
            <p:cNvSpPr/>
            <p:nvPr/>
          </p:nvSpPr>
          <p:spPr>
            <a:xfrm>
              <a:off x="7303431" y="1847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1" name="pt29611"/>
            <p:cNvSpPr/>
            <p:nvPr/>
          </p:nvSpPr>
          <p:spPr>
            <a:xfrm>
              <a:off x="7075627" y="2044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2" name="pt29612"/>
            <p:cNvSpPr/>
            <p:nvPr/>
          </p:nvSpPr>
          <p:spPr>
            <a:xfrm>
              <a:off x="7251062" y="1844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3" name="pt29613"/>
            <p:cNvSpPr/>
            <p:nvPr/>
          </p:nvSpPr>
          <p:spPr>
            <a:xfrm>
              <a:off x="6823221" y="205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4" name="pt29614"/>
            <p:cNvSpPr/>
            <p:nvPr/>
          </p:nvSpPr>
          <p:spPr>
            <a:xfrm>
              <a:off x="7414293" y="2706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5" name="pt29615"/>
            <p:cNvSpPr/>
            <p:nvPr/>
          </p:nvSpPr>
          <p:spPr>
            <a:xfrm>
              <a:off x="7071930" y="2169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6" name="pt29616"/>
            <p:cNvSpPr/>
            <p:nvPr/>
          </p:nvSpPr>
          <p:spPr>
            <a:xfrm>
              <a:off x="6925215" y="2040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7" name="pt29617"/>
            <p:cNvSpPr/>
            <p:nvPr/>
          </p:nvSpPr>
          <p:spPr>
            <a:xfrm>
              <a:off x="7013670" y="1954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8" name="pt29618"/>
            <p:cNvSpPr/>
            <p:nvPr/>
          </p:nvSpPr>
          <p:spPr>
            <a:xfrm>
              <a:off x="6877198" y="2008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9" name="pt29619"/>
            <p:cNvSpPr/>
            <p:nvPr/>
          </p:nvSpPr>
          <p:spPr>
            <a:xfrm>
              <a:off x="7054984" y="2042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0" name="pt29620"/>
            <p:cNvSpPr/>
            <p:nvPr/>
          </p:nvSpPr>
          <p:spPr>
            <a:xfrm>
              <a:off x="7448407" y="2396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1" name="pt29621"/>
            <p:cNvSpPr/>
            <p:nvPr/>
          </p:nvSpPr>
          <p:spPr>
            <a:xfrm>
              <a:off x="7115087" y="1942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2" name="pt29622"/>
            <p:cNvSpPr/>
            <p:nvPr/>
          </p:nvSpPr>
          <p:spPr>
            <a:xfrm>
              <a:off x="7026271" y="2073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3" name="pt29623"/>
            <p:cNvSpPr/>
            <p:nvPr/>
          </p:nvSpPr>
          <p:spPr>
            <a:xfrm>
              <a:off x="7041991" y="2180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4" name="pt29624"/>
            <p:cNvSpPr/>
            <p:nvPr/>
          </p:nvSpPr>
          <p:spPr>
            <a:xfrm>
              <a:off x="7377075" y="2360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5" name="pt29625"/>
            <p:cNvSpPr/>
            <p:nvPr/>
          </p:nvSpPr>
          <p:spPr>
            <a:xfrm>
              <a:off x="7052085" y="2111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6" name="pt29626"/>
            <p:cNvSpPr/>
            <p:nvPr/>
          </p:nvSpPr>
          <p:spPr>
            <a:xfrm>
              <a:off x="6864235" y="2106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7" name="pt29627"/>
            <p:cNvSpPr/>
            <p:nvPr/>
          </p:nvSpPr>
          <p:spPr>
            <a:xfrm>
              <a:off x="7035652" y="2208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8" name="pt29628"/>
            <p:cNvSpPr/>
            <p:nvPr/>
          </p:nvSpPr>
          <p:spPr>
            <a:xfrm>
              <a:off x="7552993" y="2301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9" name="pt29629"/>
            <p:cNvSpPr/>
            <p:nvPr/>
          </p:nvSpPr>
          <p:spPr>
            <a:xfrm>
              <a:off x="7092967" y="224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0" name="pt29630"/>
            <p:cNvSpPr/>
            <p:nvPr/>
          </p:nvSpPr>
          <p:spPr>
            <a:xfrm>
              <a:off x="6876717" y="2192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1" name="pt29631"/>
            <p:cNvSpPr/>
            <p:nvPr/>
          </p:nvSpPr>
          <p:spPr>
            <a:xfrm>
              <a:off x="7209453" y="2006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2" name="pt29632"/>
            <p:cNvSpPr/>
            <p:nvPr/>
          </p:nvSpPr>
          <p:spPr>
            <a:xfrm>
              <a:off x="7159000" y="2130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3" name="pt29633"/>
            <p:cNvSpPr/>
            <p:nvPr/>
          </p:nvSpPr>
          <p:spPr>
            <a:xfrm>
              <a:off x="6775058" y="2038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4" name="pt29634"/>
            <p:cNvSpPr/>
            <p:nvPr/>
          </p:nvSpPr>
          <p:spPr>
            <a:xfrm>
              <a:off x="7190076" y="2180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5" name="pt29635"/>
            <p:cNvSpPr/>
            <p:nvPr/>
          </p:nvSpPr>
          <p:spPr>
            <a:xfrm>
              <a:off x="6921137" y="1972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6" name="pt29636"/>
            <p:cNvSpPr/>
            <p:nvPr/>
          </p:nvSpPr>
          <p:spPr>
            <a:xfrm>
              <a:off x="6977042" y="2054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7" name="pt29637"/>
            <p:cNvSpPr/>
            <p:nvPr/>
          </p:nvSpPr>
          <p:spPr>
            <a:xfrm>
              <a:off x="7010377" y="2117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8" name="pt29638"/>
            <p:cNvSpPr/>
            <p:nvPr/>
          </p:nvSpPr>
          <p:spPr>
            <a:xfrm>
              <a:off x="7014259" y="2271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9" name="pt29639"/>
            <p:cNvSpPr/>
            <p:nvPr/>
          </p:nvSpPr>
          <p:spPr>
            <a:xfrm>
              <a:off x="7142080" y="2006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0" name="pt29640"/>
            <p:cNvSpPr/>
            <p:nvPr/>
          </p:nvSpPr>
          <p:spPr>
            <a:xfrm>
              <a:off x="7230508" y="204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1" name="pt29641"/>
            <p:cNvSpPr/>
            <p:nvPr/>
          </p:nvSpPr>
          <p:spPr>
            <a:xfrm>
              <a:off x="7103977" y="2140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2" name="pt29642"/>
            <p:cNvSpPr/>
            <p:nvPr/>
          </p:nvSpPr>
          <p:spPr>
            <a:xfrm>
              <a:off x="7065933" y="2134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3" name="pt29643"/>
            <p:cNvSpPr/>
            <p:nvPr/>
          </p:nvSpPr>
          <p:spPr>
            <a:xfrm>
              <a:off x="7034322" y="2205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4" name="pt29644"/>
            <p:cNvSpPr/>
            <p:nvPr/>
          </p:nvSpPr>
          <p:spPr>
            <a:xfrm>
              <a:off x="7132194" y="2044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5" name="pt29645"/>
            <p:cNvSpPr/>
            <p:nvPr/>
          </p:nvSpPr>
          <p:spPr>
            <a:xfrm>
              <a:off x="6833652" y="1611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6" name="pt29646"/>
            <p:cNvSpPr/>
            <p:nvPr/>
          </p:nvSpPr>
          <p:spPr>
            <a:xfrm>
              <a:off x="7128967" y="2081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7" name="pt29647"/>
            <p:cNvSpPr/>
            <p:nvPr/>
          </p:nvSpPr>
          <p:spPr>
            <a:xfrm>
              <a:off x="6861461" y="2223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8" name="pt29648"/>
            <p:cNvSpPr/>
            <p:nvPr/>
          </p:nvSpPr>
          <p:spPr>
            <a:xfrm>
              <a:off x="7392927" y="2745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9" name="pt29649"/>
            <p:cNvSpPr/>
            <p:nvPr/>
          </p:nvSpPr>
          <p:spPr>
            <a:xfrm>
              <a:off x="7035066" y="2156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0" name="pt29650"/>
            <p:cNvSpPr/>
            <p:nvPr/>
          </p:nvSpPr>
          <p:spPr>
            <a:xfrm>
              <a:off x="7311445" y="2333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1" name="pt29651"/>
            <p:cNvSpPr/>
            <p:nvPr/>
          </p:nvSpPr>
          <p:spPr>
            <a:xfrm>
              <a:off x="7051778" y="2070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2" name="pt29652"/>
            <p:cNvSpPr/>
            <p:nvPr/>
          </p:nvSpPr>
          <p:spPr>
            <a:xfrm>
              <a:off x="6905312" y="2006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3" name="pt29653"/>
            <p:cNvSpPr/>
            <p:nvPr/>
          </p:nvSpPr>
          <p:spPr>
            <a:xfrm>
              <a:off x="7089873" y="2205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4" name="pt29654"/>
            <p:cNvSpPr/>
            <p:nvPr/>
          </p:nvSpPr>
          <p:spPr>
            <a:xfrm>
              <a:off x="6949118" y="2014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5" name="pt29655"/>
            <p:cNvSpPr/>
            <p:nvPr/>
          </p:nvSpPr>
          <p:spPr>
            <a:xfrm>
              <a:off x="7408007" y="2717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6" name="pt29656"/>
            <p:cNvSpPr/>
            <p:nvPr/>
          </p:nvSpPr>
          <p:spPr>
            <a:xfrm>
              <a:off x="7108207" y="2122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7" name="pt29657"/>
            <p:cNvSpPr/>
            <p:nvPr/>
          </p:nvSpPr>
          <p:spPr>
            <a:xfrm>
              <a:off x="6643373" y="2254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8" name="pt29658"/>
            <p:cNvSpPr/>
            <p:nvPr/>
          </p:nvSpPr>
          <p:spPr>
            <a:xfrm>
              <a:off x="7336647" y="2148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9" name="pt29659"/>
            <p:cNvSpPr/>
            <p:nvPr/>
          </p:nvSpPr>
          <p:spPr>
            <a:xfrm>
              <a:off x="7124290" y="2083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0" name="pt29660"/>
            <p:cNvSpPr/>
            <p:nvPr/>
          </p:nvSpPr>
          <p:spPr>
            <a:xfrm>
              <a:off x="7328375" y="2313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1" name="pt29661"/>
            <p:cNvSpPr/>
            <p:nvPr/>
          </p:nvSpPr>
          <p:spPr>
            <a:xfrm>
              <a:off x="7053863" y="2099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2" name="pt29662"/>
            <p:cNvSpPr/>
            <p:nvPr/>
          </p:nvSpPr>
          <p:spPr>
            <a:xfrm>
              <a:off x="7257751" y="2023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3" name="pt29663"/>
            <p:cNvSpPr/>
            <p:nvPr/>
          </p:nvSpPr>
          <p:spPr>
            <a:xfrm>
              <a:off x="6845190" y="2082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4" name="pt29664"/>
            <p:cNvSpPr/>
            <p:nvPr/>
          </p:nvSpPr>
          <p:spPr>
            <a:xfrm>
              <a:off x="6974357" y="1811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5" name="pt29665"/>
            <p:cNvSpPr/>
            <p:nvPr/>
          </p:nvSpPr>
          <p:spPr>
            <a:xfrm>
              <a:off x="7129828" y="2120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6" name="pt29666"/>
            <p:cNvSpPr/>
            <p:nvPr/>
          </p:nvSpPr>
          <p:spPr>
            <a:xfrm>
              <a:off x="7140203" y="1990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7" name="pt29667"/>
            <p:cNvSpPr/>
            <p:nvPr/>
          </p:nvSpPr>
          <p:spPr>
            <a:xfrm>
              <a:off x="6984095" y="2188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8" name="pt29668"/>
            <p:cNvSpPr/>
            <p:nvPr/>
          </p:nvSpPr>
          <p:spPr>
            <a:xfrm>
              <a:off x="7218224" y="2178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9" name="pt29669"/>
            <p:cNvSpPr/>
            <p:nvPr/>
          </p:nvSpPr>
          <p:spPr>
            <a:xfrm>
              <a:off x="7045086" y="2170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0" name="pt29670"/>
            <p:cNvSpPr/>
            <p:nvPr/>
          </p:nvSpPr>
          <p:spPr>
            <a:xfrm>
              <a:off x="6952852" y="1905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1" name="pt29671"/>
            <p:cNvSpPr/>
            <p:nvPr/>
          </p:nvSpPr>
          <p:spPr>
            <a:xfrm>
              <a:off x="7332696" y="1911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2" name="pt29672"/>
            <p:cNvSpPr/>
            <p:nvPr/>
          </p:nvSpPr>
          <p:spPr>
            <a:xfrm>
              <a:off x="6860800" y="2043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3" name="pt29673"/>
            <p:cNvSpPr/>
            <p:nvPr/>
          </p:nvSpPr>
          <p:spPr>
            <a:xfrm>
              <a:off x="7283109" y="1889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4" name="pt29674"/>
            <p:cNvSpPr/>
            <p:nvPr/>
          </p:nvSpPr>
          <p:spPr>
            <a:xfrm>
              <a:off x="6797176" y="2203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5" name="pt29675"/>
            <p:cNvSpPr/>
            <p:nvPr/>
          </p:nvSpPr>
          <p:spPr>
            <a:xfrm>
              <a:off x="6807426" y="2100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6" name="pt29676"/>
            <p:cNvSpPr/>
            <p:nvPr/>
          </p:nvSpPr>
          <p:spPr>
            <a:xfrm>
              <a:off x="6972292" y="1803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7" name="pt29677"/>
            <p:cNvSpPr/>
            <p:nvPr/>
          </p:nvSpPr>
          <p:spPr>
            <a:xfrm>
              <a:off x="7283997" y="1983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8" name="pt29678"/>
            <p:cNvSpPr/>
            <p:nvPr/>
          </p:nvSpPr>
          <p:spPr>
            <a:xfrm>
              <a:off x="7063908" y="213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9" name="pt29679"/>
            <p:cNvSpPr/>
            <p:nvPr/>
          </p:nvSpPr>
          <p:spPr>
            <a:xfrm>
              <a:off x="7015619" y="2308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0" name="pt29680"/>
            <p:cNvSpPr/>
            <p:nvPr/>
          </p:nvSpPr>
          <p:spPr>
            <a:xfrm>
              <a:off x="6879193" y="1885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1" name="pt29681"/>
            <p:cNvSpPr/>
            <p:nvPr/>
          </p:nvSpPr>
          <p:spPr>
            <a:xfrm>
              <a:off x="7297710" y="2152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2" name="pt29682"/>
            <p:cNvSpPr/>
            <p:nvPr/>
          </p:nvSpPr>
          <p:spPr>
            <a:xfrm>
              <a:off x="7083829" y="2164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3" name="pt29683"/>
            <p:cNvSpPr/>
            <p:nvPr/>
          </p:nvSpPr>
          <p:spPr>
            <a:xfrm>
              <a:off x="6893151" y="2187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4" name="pt29684"/>
            <p:cNvSpPr/>
            <p:nvPr/>
          </p:nvSpPr>
          <p:spPr>
            <a:xfrm>
              <a:off x="7025558" y="2044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5" name="pt29685"/>
            <p:cNvSpPr/>
            <p:nvPr/>
          </p:nvSpPr>
          <p:spPr>
            <a:xfrm>
              <a:off x="6922760" y="2020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6" name="pt29686"/>
            <p:cNvSpPr/>
            <p:nvPr/>
          </p:nvSpPr>
          <p:spPr>
            <a:xfrm>
              <a:off x="7053837" y="207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7" name="pt29687"/>
            <p:cNvSpPr/>
            <p:nvPr/>
          </p:nvSpPr>
          <p:spPr>
            <a:xfrm>
              <a:off x="7198543" y="2051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8" name="pt29688"/>
            <p:cNvSpPr/>
            <p:nvPr/>
          </p:nvSpPr>
          <p:spPr>
            <a:xfrm>
              <a:off x="6906346" y="1935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9" name="pt29689"/>
            <p:cNvSpPr/>
            <p:nvPr/>
          </p:nvSpPr>
          <p:spPr>
            <a:xfrm>
              <a:off x="6768507" y="1919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0" name="pt29690"/>
            <p:cNvSpPr/>
            <p:nvPr/>
          </p:nvSpPr>
          <p:spPr>
            <a:xfrm>
              <a:off x="7213921" y="2070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1" name="pt29691"/>
            <p:cNvSpPr/>
            <p:nvPr/>
          </p:nvSpPr>
          <p:spPr>
            <a:xfrm>
              <a:off x="6802267" y="2159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2" name="pt29692"/>
            <p:cNvSpPr/>
            <p:nvPr/>
          </p:nvSpPr>
          <p:spPr>
            <a:xfrm>
              <a:off x="7074766" y="2057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3" name="pt29693"/>
            <p:cNvSpPr/>
            <p:nvPr/>
          </p:nvSpPr>
          <p:spPr>
            <a:xfrm>
              <a:off x="7306456" y="2282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4" name="pt29694"/>
            <p:cNvSpPr/>
            <p:nvPr/>
          </p:nvSpPr>
          <p:spPr>
            <a:xfrm>
              <a:off x="7187263" y="1796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5" name="pt29695"/>
            <p:cNvSpPr/>
            <p:nvPr/>
          </p:nvSpPr>
          <p:spPr>
            <a:xfrm>
              <a:off x="6999811" y="219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6" name="pt29696"/>
            <p:cNvSpPr/>
            <p:nvPr/>
          </p:nvSpPr>
          <p:spPr>
            <a:xfrm>
              <a:off x="7070701" y="2146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7" name="pt29697"/>
            <p:cNvSpPr/>
            <p:nvPr/>
          </p:nvSpPr>
          <p:spPr>
            <a:xfrm>
              <a:off x="7083993" y="2134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8" name="pt29698"/>
            <p:cNvSpPr/>
            <p:nvPr/>
          </p:nvSpPr>
          <p:spPr>
            <a:xfrm>
              <a:off x="6780504" y="2333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9" name="pt29699"/>
            <p:cNvSpPr/>
            <p:nvPr/>
          </p:nvSpPr>
          <p:spPr>
            <a:xfrm>
              <a:off x="7226626" y="1988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0" name="pt29700"/>
            <p:cNvSpPr/>
            <p:nvPr/>
          </p:nvSpPr>
          <p:spPr>
            <a:xfrm>
              <a:off x="7084634" y="2127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1" name="pt29701"/>
            <p:cNvSpPr/>
            <p:nvPr/>
          </p:nvSpPr>
          <p:spPr>
            <a:xfrm>
              <a:off x="6986010" y="2152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2" name="pt29702"/>
            <p:cNvSpPr/>
            <p:nvPr/>
          </p:nvSpPr>
          <p:spPr>
            <a:xfrm>
              <a:off x="6863944" y="221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3" name="pt29703"/>
            <p:cNvSpPr/>
            <p:nvPr/>
          </p:nvSpPr>
          <p:spPr>
            <a:xfrm>
              <a:off x="7101582" y="2124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4" name="pt29704"/>
            <p:cNvSpPr/>
            <p:nvPr/>
          </p:nvSpPr>
          <p:spPr>
            <a:xfrm>
              <a:off x="7044765" y="2279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5" name="pt29705"/>
            <p:cNvSpPr/>
            <p:nvPr/>
          </p:nvSpPr>
          <p:spPr>
            <a:xfrm>
              <a:off x="7321949" y="2468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6" name="pt29706"/>
            <p:cNvSpPr/>
            <p:nvPr/>
          </p:nvSpPr>
          <p:spPr>
            <a:xfrm>
              <a:off x="7104838" y="2060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7" name="pt29707"/>
            <p:cNvSpPr/>
            <p:nvPr/>
          </p:nvSpPr>
          <p:spPr>
            <a:xfrm>
              <a:off x="7193436" y="2067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8" name="pt29708"/>
            <p:cNvSpPr/>
            <p:nvPr/>
          </p:nvSpPr>
          <p:spPr>
            <a:xfrm>
              <a:off x="6862819" y="2153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9" name="pt29709"/>
            <p:cNvSpPr/>
            <p:nvPr/>
          </p:nvSpPr>
          <p:spPr>
            <a:xfrm>
              <a:off x="7168619" y="2202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0" name="pt29710"/>
            <p:cNvSpPr/>
            <p:nvPr/>
          </p:nvSpPr>
          <p:spPr>
            <a:xfrm>
              <a:off x="7205092" y="2051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1" name="pt29711"/>
            <p:cNvSpPr/>
            <p:nvPr/>
          </p:nvSpPr>
          <p:spPr>
            <a:xfrm>
              <a:off x="6997102" y="2286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2" name="pt29712"/>
            <p:cNvSpPr/>
            <p:nvPr/>
          </p:nvSpPr>
          <p:spPr>
            <a:xfrm>
              <a:off x="7018241" y="2276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3" name="pt29713"/>
            <p:cNvSpPr/>
            <p:nvPr/>
          </p:nvSpPr>
          <p:spPr>
            <a:xfrm>
              <a:off x="6392744" y="1842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4" name="pt29714"/>
            <p:cNvSpPr/>
            <p:nvPr/>
          </p:nvSpPr>
          <p:spPr>
            <a:xfrm>
              <a:off x="7163319" y="211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5" name="pt29715"/>
            <p:cNvSpPr/>
            <p:nvPr/>
          </p:nvSpPr>
          <p:spPr>
            <a:xfrm>
              <a:off x="7203111" y="202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6" name="pt29716"/>
            <p:cNvSpPr/>
            <p:nvPr/>
          </p:nvSpPr>
          <p:spPr>
            <a:xfrm>
              <a:off x="7217676" y="2022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7" name="pt29717"/>
            <p:cNvSpPr/>
            <p:nvPr/>
          </p:nvSpPr>
          <p:spPr>
            <a:xfrm>
              <a:off x="6835355" y="1855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8" name="pt29718"/>
            <p:cNvSpPr/>
            <p:nvPr/>
          </p:nvSpPr>
          <p:spPr>
            <a:xfrm>
              <a:off x="7099964" y="2253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9" name="pt29719"/>
            <p:cNvSpPr/>
            <p:nvPr/>
          </p:nvSpPr>
          <p:spPr>
            <a:xfrm>
              <a:off x="7239911" y="1883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0" name="pt29720"/>
            <p:cNvSpPr/>
            <p:nvPr/>
          </p:nvSpPr>
          <p:spPr>
            <a:xfrm>
              <a:off x="7200444" y="2028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1" name="pt29721"/>
            <p:cNvSpPr/>
            <p:nvPr/>
          </p:nvSpPr>
          <p:spPr>
            <a:xfrm>
              <a:off x="7050459" y="2222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2" name="pt29722"/>
            <p:cNvSpPr/>
            <p:nvPr/>
          </p:nvSpPr>
          <p:spPr>
            <a:xfrm>
              <a:off x="6857096" y="222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3" name="pt29723"/>
            <p:cNvSpPr/>
            <p:nvPr/>
          </p:nvSpPr>
          <p:spPr>
            <a:xfrm>
              <a:off x="7096085" y="2330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4" name="pt29724"/>
            <p:cNvSpPr/>
            <p:nvPr/>
          </p:nvSpPr>
          <p:spPr>
            <a:xfrm>
              <a:off x="7185364" y="1996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5" name="pt29725"/>
            <p:cNvSpPr/>
            <p:nvPr/>
          </p:nvSpPr>
          <p:spPr>
            <a:xfrm>
              <a:off x="6904532" y="1945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6" name="pt29726"/>
            <p:cNvSpPr/>
            <p:nvPr/>
          </p:nvSpPr>
          <p:spPr>
            <a:xfrm>
              <a:off x="7147500" y="2094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7" name="pt29727"/>
            <p:cNvSpPr/>
            <p:nvPr/>
          </p:nvSpPr>
          <p:spPr>
            <a:xfrm>
              <a:off x="7219607" y="1847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8" name="pt29728"/>
            <p:cNvSpPr/>
            <p:nvPr/>
          </p:nvSpPr>
          <p:spPr>
            <a:xfrm>
              <a:off x="7232610" y="2094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9" name="pt29729"/>
            <p:cNvSpPr/>
            <p:nvPr/>
          </p:nvSpPr>
          <p:spPr>
            <a:xfrm>
              <a:off x="7013058" y="2103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0" name="pt29730"/>
            <p:cNvSpPr/>
            <p:nvPr/>
          </p:nvSpPr>
          <p:spPr>
            <a:xfrm>
              <a:off x="7025031" y="201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1" name="pt29731"/>
            <p:cNvSpPr/>
            <p:nvPr/>
          </p:nvSpPr>
          <p:spPr>
            <a:xfrm>
              <a:off x="7235318" y="1780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2" name="pt29732"/>
            <p:cNvSpPr/>
            <p:nvPr/>
          </p:nvSpPr>
          <p:spPr>
            <a:xfrm>
              <a:off x="7070873" y="2119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3" name="pt29733"/>
            <p:cNvSpPr/>
            <p:nvPr/>
          </p:nvSpPr>
          <p:spPr>
            <a:xfrm>
              <a:off x="7042933" y="2230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4" name="pt29734"/>
            <p:cNvSpPr/>
            <p:nvPr/>
          </p:nvSpPr>
          <p:spPr>
            <a:xfrm>
              <a:off x="7058186" y="2042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5" name="pt29735"/>
            <p:cNvSpPr/>
            <p:nvPr/>
          </p:nvSpPr>
          <p:spPr>
            <a:xfrm>
              <a:off x="7283382" y="2037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6" name="pt29736"/>
            <p:cNvSpPr/>
            <p:nvPr/>
          </p:nvSpPr>
          <p:spPr>
            <a:xfrm>
              <a:off x="7178601" y="2227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7" name="pt29737"/>
            <p:cNvSpPr/>
            <p:nvPr/>
          </p:nvSpPr>
          <p:spPr>
            <a:xfrm>
              <a:off x="6958011" y="2062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8" name="pt29738"/>
            <p:cNvSpPr/>
            <p:nvPr/>
          </p:nvSpPr>
          <p:spPr>
            <a:xfrm>
              <a:off x="6859275" y="2203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9" name="pt29739"/>
            <p:cNvSpPr/>
            <p:nvPr/>
          </p:nvSpPr>
          <p:spPr>
            <a:xfrm>
              <a:off x="6905158" y="1990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0" name="pt29740"/>
            <p:cNvSpPr/>
            <p:nvPr/>
          </p:nvSpPr>
          <p:spPr>
            <a:xfrm>
              <a:off x="7104475" y="2119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1" name="pt29741"/>
            <p:cNvSpPr/>
            <p:nvPr/>
          </p:nvSpPr>
          <p:spPr>
            <a:xfrm>
              <a:off x="7213946" y="2002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2" name="pt29742"/>
            <p:cNvSpPr/>
            <p:nvPr/>
          </p:nvSpPr>
          <p:spPr>
            <a:xfrm>
              <a:off x="7142760" y="2068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3" name="pt29743"/>
            <p:cNvSpPr/>
            <p:nvPr/>
          </p:nvSpPr>
          <p:spPr>
            <a:xfrm>
              <a:off x="6933592" y="1845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4" name="pt29744"/>
            <p:cNvSpPr/>
            <p:nvPr/>
          </p:nvSpPr>
          <p:spPr>
            <a:xfrm>
              <a:off x="7303260" y="1810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5" name="pt29745"/>
            <p:cNvSpPr/>
            <p:nvPr/>
          </p:nvSpPr>
          <p:spPr>
            <a:xfrm>
              <a:off x="6918415" y="2011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6" name="pt29746"/>
            <p:cNvSpPr/>
            <p:nvPr/>
          </p:nvSpPr>
          <p:spPr>
            <a:xfrm>
              <a:off x="6863955" y="2164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7" name="pt29747"/>
            <p:cNvSpPr/>
            <p:nvPr/>
          </p:nvSpPr>
          <p:spPr>
            <a:xfrm>
              <a:off x="7175064" y="1971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8" name="pt29748"/>
            <p:cNvSpPr/>
            <p:nvPr/>
          </p:nvSpPr>
          <p:spPr>
            <a:xfrm>
              <a:off x="7284312" y="2078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9" name="pt29749"/>
            <p:cNvSpPr/>
            <p:nvPr/>
          </p:nvSpPr>
          <p:spPr>
            <a:xfrm>
              <a:off x="7101939" y="2168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0" name="pt29750"/>
            <p:cNvSpPr/>
            <p:nvPr/>
          </p:nvSpPr>
          <p:spPr>
            <a:xfrm>
              <a:off x="6914828" y="1976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1" name="pt29751"/>
            <p:cNvSpPr/>
            <p:nvPr/>
          </p:nvSpPr>
          <p:spPr>
            <a:xfrm>
              <a:off x="6995184" y="2256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2" name="pt29752"/>
            <p:cNvSpPr/>
            <p:nvPr/>
          </p:nvSpPr>
          <p:spPr>
            <a:xfrm>
              <a:off x="6909362" y="1844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3" name="pt29753"/>
            <p:cNvSpPr/>
            <p:nvPr/>
          </p:nvSpPr>
          <p:spPr>
            <a:xfrm>
              <a:off x="6966562" y="2001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4" name="pt29754"/>
            <p:cNvSpPr/>
            <p:nvPr/>
          </p:nvSpPr>
          <p:spPr>
            <a:xfrm>
              <a:off x="6892464" y="2012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5" name="pt29755"/>
            <p:cNvSpPr/>
            <p:nvPr/>
          </p:nvSpPr>
          <p:spPr>
            <a:xfrm>
              <a:off x="6685519" y="170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6" name="pt29756"/>
            <p:cNvSpPr/>
            <p:nvPr/>
          </p:nvSpPr>
          <p:spPr>
            <a:xfrm>
              <a:off x="6667845" y="2539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7" name="pt29757"/>
            <p:cNvSpPr/>
            <p:nvPr/>
          </p:nvSpPr>
          <p:spPr>
            <a:xfrm>
              <a:off x="6966376" y="2043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8" name="pt29758"/>
            <p:cNvSpPr/>
            <p:nvPr/>
          </p:nvSpPr>
          <p:spPr>
            <a:xfrm>
              <a:off x="6764648" y="2199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9" name="pt29759"/>
            <p:cNvSpPr/>
            <p:nvPr/>
          </p:nvSpPr>
          <p:spPr>
            <a:xfrm>
              <a:off x="7280869" y="1969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0" name="pt29760"/>
            <p:cNvSpPr/>
            <p:nvPr/>
          </p:nvSpPr>
          <p:spPr>
            <a:xfrm>
              <a:off x="6943396" y="1934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1" name="pt29761"/>
            <p:cNvSpPr/>
            <p:nvPr/>
          </p:nvSpPr>
          <p:spPr>
            <a:xfrm>
              <a:off x="7149451" y="2129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2" name="pt29762"/>
            <p:cNvSpPr/>
            <p:nvPr/>
          </p:nvSpPr>
          <p:spPr>
            <a:xfrm>
              <a:off x="6847313" y="2094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3" name="pt29763"/>
            <p:cNvSpPr/>
            <p:nvPr/>
          </p:nvSpPr>
          <p:spPr>
            <a:xfrm>
              <a:off x="6999366" y="2095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4" name="pt29764"/>
            <p:cNvSpPr/>
            <p:nvPr/>
          </p:nvSpPr>
          <p:spPr>
            <a:xfrm>
              <a:off x="7053261" y="2115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5" name="pt29765"/>
            <p:cNvSpPr/>
            <p:nvPr/>
          </p:nvSpPr>
          <p:spPr>
            <a:xfrm>
              <a:off x="7148204" y="1984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6" name="pt29766"/>
            <p:cNvSpPr/>
            <p:nvPr/>
          </p:nvSpPr>
          <p:spPr>
            <a:xfrm>
              <a:off x="7025407" y="2144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7" name="pt29767"/>
            <p:cNvSpPr/>
            <p:nvPr/>
          </p:nvSpPr>
          <p:spPr>
            <a:xfrm>
              <a:off x="7039181" y="2173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8" name="pt29768"/>
            <p:cNvSpPr/>
            <p:nvPr/>
          </p:nvSpPr>
          <p:spPr>
            <a:xfrm>
              <a:off x="6898158" y="202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9" name="pt29769"/>
            <p:cNvSpPr/>
            <p:nvPr/>
          </p:nvSpPr>
          <p:spPr>
            <a:xfrm>
              <a:off x="7706397" y="2439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0" name="pt29770"/>
            <p:cNvSpPr/>
            <p:nvPr/>
          </p:nvSpPr>
          <p:spPr>
            <a:xfrm>
              <a:off x="6950322" y="1994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1" name="pt29771"/>
            <p:cNvSpPr/>
            <p:nvPr/>
          </p:nvSpPr>
          <p:spPr>
            <a:xfrm>
              <a:off x="7348489" y="2210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2" name="pt29772"/>
            <p:cNvSpPr/>
            <p:nvPr/>
          </p:nvSpPr>
          <p:spPr>
            <a:xfrm>
              <a:off x="7125853" y="2070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3" name="pt29773"/>
            <p:cNvSpPr/>
            <p:nvPr/>
          </p:nvSpPr>
          <p:spPr>
            <a:xfrm>
              <a:off x="6881277" y="221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4" name="pt29774"/>
            <p:cNvSpPr/>
            <p:nvPr/>
          </p:nvSpPr>
          <p:spPr>
            <a:xfrm>
              <a:off x="7118133" y="1916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5" name="pt29775"/>
            <p:cNvSpPr/>
            <p:nvPr/>
          </p:nvSpPr>
          <p:spPr>
            <a:xfrm>
              <a:off x="7125276" y="2105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6" name="pt29776"/>
            <p:cNvSpPr/>
            <p:nvPr/>
          </p:nvSpPr>
          <p:spPr>
            <a:xfrm>
              <a:off x="7052956" y="2102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7" name="pt29777"/>
            <p:cNvSpPr/>
            <p:nvPr/>
          </p:nvSpPr>
          <p:spPr>
            <a:xfrm>
              <a:off x="6695590" y="1378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8" name="pt29778"/>
            <p:cNvSpPr/>
            <p:nvPr/>
          </p:nvSpPr>
          <p:spPr>
            <a:xfrm>
              <a:off x="7361331" y="2885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9" name="pt29779"/>
            <p:cNvSpPr/>
            <p:nvPr/>
          </p:nvSpPr>
          <p:spPr>
            <a:xfrm>
              <a:off x="7124556" y="2098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0" name="pt29780"/>
            <p:cNvSpPr/>
            <p:nvPr/>
          </p:nvSpPr>
          <p:spPr>
            <a:xfrm>
              <a:off x="7278865" y="1965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1" name="pt29781"/>
            <p:cNvSpPr/>
            <p:nvPr/>
          </p:nvSpPr>
          <p:spPr>
            <a:xfrm>
              <a:off x="7017626" y="2209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2" name="pt29782"/>
            <p:cNvSpPr/>
            <p:nvPr/>
          </p:nvSpPr>
          <p:spPr>
            <a:xfrm>
              <a:off x="7023315" y="2031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3" name="pt29783"/>
            <p:cNvSpPr/>
            <p:nvPr/>
          </p:nvSpPr>
          <p:spPr>
            <a:xfrm>
              <a:off x="6671289" y="179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4" name="pt29784"/>
            <p:cNvSpPr/>
            <p:nvPr/>
          </p:nvSpPr>
          <p:spPr>
            <a:xfrm>
              <a:off x="7117123" y="1934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5" name="pt29785"/>
            <p:cNvSpPr/>
            <p:nvPr/>
          </p:nvSpPr>
          <p:spPr>
            <a:xfrm>
              <a:off x="7056136" y="2128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6" name="pt29786"/>
            <p:cNvSpPr/>
            <p:nvPr/>
          </p:nvSpPr>
          <p:spPr>
            <a:xfrm>
              <a:off x="7052552" y="2138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7" name="pt29787"/>
            <p:cNvSpPr/>
            <p:nvPr/>
          </p:nvSpPr>
          <p:spPr>
            <a:xfrm>
              <a:off x="7057039" y="2129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8" name="pt29788"/>
            <p:cNvSpPr/>
            <p:nvPr/>
          </p:nvSpPr>
          <p:spPr>
            <a:xfrm>
              <a:off x="7169555" y="2057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9" name="pt29789"/>
            <p:cNvSpPr/>
            <p:nvPr/>
          </p:nvSpPr>
          <p:spPr>
            <a:xfrm>
              <a:off x="7142685" y="2056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0" name="pt29790"/>
            <p:cNvSpPr/>
            <p:nvPr/>
          </p:nvSpPr>
          <p:spPr>
            <a:xfrm>
              <a:off x="7024703" y="1991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1" name="pt29791"/>
            <p:cNvSpPr/>
            <p:nvPr/>
          </p:nvSpPr>
          <p:spPr>
            <a:xfrm>
              <a:off x="6870419" y="2234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2" name="pt29792"/>
            <p:cNvSpPr/>
            <p:nvPr/>
          </p:nvSpPr>
          <p:spPr>
            <a:xfrm>
              <a:off x="7285229" y="2034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3" name="pt29793"/>
            <p:cNvSpPr/>
            <p:nvPr/>
          </p:nvSpPr>
          <p:spPr>
            <a:xfrm>
              <a:off x="7390686" y="2541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4" name="pt29794"/>
            <p:cNvSpPr/>
            <p:nvPr/>
          </p:nvSpPr>
          <p:spPr>
            <a:xfrm>
              <a:off x="7131053" y="2124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5" name="pt29795"/>
            <p:cNvSpPr/>
            <p:nvPr/>
          </p:nvSpPr>
          <p:spPr>
            <a:xfrm>
              <a:off x="7397517" y="2569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6" name="pt29796"/>
            <p:cNvSpPr/>
            <p:nvPr/>
          </p:nvSpPr>
          <p:spPr>
            <a:xfrm>
              <a:off x="7050559" y="2248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7" name="pt29797"/>
            <p:cNvSpPr/>
            <p:nvPr/>
          </p:nvSpPr>
          <p:spPr>
            <a:xfrm>
              <a:off x="7045719" y="2130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8" name="pt29798"/>
            <p:cNvSpPr/>
            <p:nvPr/>
          </p:nvSpPr>
          <p:spPr>
            <a:xfrm>
              <a:off x="6844628" y="2000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9" name="pt29799"/>
            <p:cNvSpPr/>
            <p:nvPr/>
          </p:nvSpPr>
          <p:spPr>
            <a:xfrm>
              <a:off x="7144166" y="1982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0" name="pt29800"/>
            <p:cNvSpPr/>
            <p:nvPr/>
          </p:nvSpPr>
          <p:spPr>
            <a:xfrm>
              <a:off x="6993557" y="2352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1" name="pt29801"/>
            <p:cNvSpPr/>
            <p:nvPr/>
          </p:nvSpPr>
          <p:spPr>
            <a:xfrm>
              <a:off x="6830784" y="1853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2" name="pt29802"/>
            <p:cNvSpPr/>
            <p:nvPr/>
          </p:nvSpPr>
          <p:spPr>
            <a:xfrm>
              <a:off x="7101425" y="2186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3" name="pt29803"/>
            <p:cNvSpPr/>
            <p:nvPr/>
          </p:nvSpPr>
          <p:spPr>
            <a:xfrm>
              <a:off x="7025564" y="1905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4" name="pt29804"/>
            <p:cNvSpPr/>
            <p:nvPr/>
          </p:nvSpPr>
          <p:spPr>
            <a:xfrm>
              <a:off x="7052159" y="2072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5" name="pt29805"/>
            <p:cNvSpPr/>
            <p:nvPr/>
          </p:nvSpPr>
          <p:spPr>
            <a:xfrm>
              <a:off x="7041430" y="2206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6" name="pt29806"/>
            <p:cNvSpPr/>
            <p:nvPr/>
          </p:nvSpPr>
          <p:spPr>
            <a:xfrm>
              <a:off x="7069803" y="2132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7" name="pt29807"/>
            <p:cNvSpPr/>
            <p:nvPr/>
          </p:nvSpPr>
          <p:spPr>
            <a:xfrm>
              <a:off x="7092577" y="2226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8" name="pt29808"/>
            <p:cNvSpPr/>
            <p:nvPr/>
          </p:nvSpPr>
          <p:spPr>
            <a:xfrm>
              <a:off x="6988156" y="2259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9" name="pt29809"/>
            <p:cNvSpPr/>
            <p:nvPr/>
          </p:nvSpPr>
          <p:spPr>
            <a:xfrm>
              <a:off x="7000556" y="2135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0" name="pt29810"/>
            <p:cNvSpPr/>
            <p:nvPr/>
          </p:nvSpPr>
          <p:spPr>
            <a:xfrm>
              <a:off x="7298331" y="2042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1" name="pt29811"/>
            <p:cNvSpPr/>
            <p:nvPr/>
          </p:nvSpPr>
          <p:spPr>
            <a:xfrm>
              <a:off x="7242860" y="1950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2" name="pt29812"/>
            <p:cNvSpPr/>
            <p:nvPr/>
          </p:nvSpPr>
          <p:spPr>
            <a:xfrm>
              <a:off x="6987850" y="2272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3" name="pt29813"/>
            <p:cNvSpPr/>
            <p:nvPr/>
          </p:nvSpPr>
          <p:spPr>
            <a:xfrm>
              <a:off x="7123140" y="2039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4" name="pt29814"/>
            <p:cNvSpPr/>
            <p:nvPr/>
          </p:nvSpPr>
          <p:spPr>
            <a:xfrm>
              <a:off x="6833889" y="1903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5" name="pt29815"/>
            <p:cNvSpPr/>
            <p:nvPr/>
          </p:nvSpPr>
          <p:spPr>
            <a:xfrm>
              <a:off x="7021887" y="2143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6" name="pt29816"/>
            <p:cNvSpPr/>
            <p:nvPr/>
          </p:nvSpPr>
          <p:spPr>
            <a:xfrm>
              <a:off x="7030090" y="1941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7" name="pt29817"/>
            <p:cNvSpPr/>
            <p:nvPr/>
          </p:nvSpPr>
          <p:spPr>
            <a:xfrm>
              <a:off x="6597045" y="1724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8" name="pt29818"/>
            <p:cNvSpPr/>
            <p:nvPr/>
          </p:nvSpPr>
          <p:spPr>
            <a:xfrm>
              <a:off x="6686712" y="1701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9" name="pt29819"/>
            <p:cNvSpPr/>
            <p:nvPr/>
          </p:nvSpPr>
          <p:spPr>
            <a:xfrm>
              <a:off x="7183900" y="2103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0" name="pt29820"/>
            <p:cNvSpPr/>
            <p:nvPr/>
          </p:nvSpPr>
          <p:spPr>
            <a:xfrm>
              <a:off x="7445804" y="2490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1" name="pt29821"/>
            <p:cNvSpPr/>
            <p:nvPr/>
          </p:nvSpPr>
          <p:spPr>
            <a:xfrm>
              <a:off x="7267170" y="1867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2" name="pt29822"/>
            <p:cNvSpPr/>
            <p:nvPr/>
          </p:nvSpPr>
          <p:spPr>
            <a:xfrm>
              <a:off x="7169650" y="2217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3" name="pt29823"/>
            <p:cNvSpPr/>
            <p:nvPr/>
          </p:nvSpPr>
          <p:spPr>
            <a:xfrm>
              <a:off x="6833696" y="1879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4" name="pt29824"/>
            <p:cNvSpPr/>
            <p:nvPr/>
          </p:nvSpPr>
          <p:spPr>
            <a:xfrm>
              <a:off x="7081310" y="2218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5" name="pt29825"/>
            <p:cNvSpPr/>
            <p:nvPr/>
          </p:nvSpPr>
          <p:spPr>
            <a:xfrm>
              <a:off x="7048588" y="2132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6" name="pt29826"/>
            <p:cNvSpPr/>
            <p:nvPr/>
          </p:nvSpPr>
          <p:spPr>
            <a:xfrm>
              <a:off x="7050286" y="2210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7" name="pt29827"/>
            <p:cNvSpPr/>
            <p:nvPr/>
          </p:nvSpPr>
          <p:spPr>
            <a:xfrm>
              <a:off x="6800001" y="2272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8" name="pt29828"/>
            <p:cNvSpPr/>
            <p:nvPr/>
          </p:nvSpPr>
          <p:spPr>
            <a:xfrm>
              <a:off x="6944142" y="1982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9" name="pt29829"/>
            <p:cNvSpPr/>
            <p:nvPr/>
          </p:nvSpPr>
          <p:spPr>
            <a:xfrm>
              <a:off x="7234201" y="1872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0" name="pt29830"/>
            <p:cNvSpPr/>
            <p:nvPr/>
          </p:nvSpPr>
          <p:spPr>
            <a:xfrm>
              <a:off x="7167331" y="2043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1" name="pt29831"/>
            <p:cNvSpPr/>
            <p:nvPr/>
          </p:nvSpPr>
          <p:spPr>
            <a:xfrm>
              <a:off x="7238693" y="1935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2" name="pt29832"/>
            <p:cNvSpPr/>
            <p:nvPr/>
          </p:nvSpPr>
          <p:spPr>
            <a:xfrm>
              <a:off x="6877540" y="2203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3" name="pt29833"/>
            <p:cNvSpPr/>
            <p:nvPr/>
          </p:nvSpPr>
          <p:spPr>
            <a:xfrm>
              <a:off x="7636497" y="2388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4" name="pt29834"/>
            <p:cNvSpPr/>
            <p:nvPr/>
          </p:nvSpPr>
          <p:spPr>
            <a:xfrm>
              <a:off x="7177162" y="2112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5" name="pt29835"/>
            <p:cNvSpPr/>
            <p:nvPr/>
          </p:nvSpPr>
          <p:spPr>
            <a:xfrm>
              <a:off x="7372103" y="2472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6" name="pt29836"/>
            <p:cNvSpPr/>
            <p:nvPr/>
          </p:nvSpPr>
          <p:spPr>
            <a:xfrm>
              <a:off x="6956711" y="1810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7" name="pt29837"/>
            <p:cNvSpPr/>
            <p:nvPr/>
          </p:nvSpPr>
          <p:spPr>
            <a:xfrm>
              <a:off x="7622638" y="241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8" name="pt29838"/>
            <p:cNvSpPr/>
            <p:nvPr/>
          </p:nvSpPr>
          <p:spPr>
            <a:xfrm>
              <a:off x="7183398" y="1992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9" name="pt29839"/>
            <p:cNvSpPr/>
            <p:nvPr/>
          </p:nvSpPr>
          <p:spPr>
            <a:xfrm>
              <a:off x="6999071" y="2155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0" name="pt29840"/>
            <p:cNvSpPr/>
            <p:nvPr/>
          </p:nvSpPr>
          <p:spPr>
            <a:xfrm>
              <a:off x="6869238" y="2227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1" name="pt29841"/>
            <p:cNvSpPr/>
            <p:nvPr/>
          </p:nvSpPr>
          <p:spPr>
            <a:xfrm>
              <a:off x="7049650" y="2173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2" name="pt29842"/>
            <p:cNvSpPr/>
            <p:nvPr/>
          </p:nvSpPr>
          <p:spPr>
            <a:xfrm>
              <a:off x="7113326" y="1997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3" name="pt29843"/>
            <p:cNvSpPr/>
            <p:nvPr/>
          </p:nvSpPr>
          <p:spPr>
            <a:xfrm>
              <a:off x="6901549" y="198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4" name="pt29844"/>
            <p:cNvSpPr/>
            <p:nvPr/>
          </p:nvSpPr>
          <p:spPr>
            <a:xfrm>
              <a:off x="6780342" y="2017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5" name="pt29845"/>
            <p:cNvSpPr/>
            <p:nvPr/>
          </p:nvSpPr>
          <p:spPr>
            <a:xfrm>
              <a:off x="7297206" y="2288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6" name="pt29846"/>
            <p:cNvSpPr/>
            <p:nvPr/>
          </p:nvSpPr>
          <p:spPr>
            <a:xfrm>
              <a:off x="7065276" y="2124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7" name="pt29847"/>
            <p:cNvSpPr/>
            <p:nvPr/>
          </p:nvSpPr>
          <p:spPr>
            <a:xfrm>
              <a:off x="7085767" y="229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8" name="pt29848"/>
            <p:cNvSpPr/>
            <p:nvPr/>
          </p:nvSpPr>
          <p:spPr>
            <a:xfrm>
              <a:off x="7231847" y="2040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9" name="pt29849"/>
            <p:cNvSpPr/>
            <p:nvPr/>
          </p:nvSpPr>
          <p:spPr>
            <a:xfrm>
              <a:off x="7043471" y="2175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0" name="pt29850"/>
            <p:cNvSpPr/>
            <p:nvPr/>
          </p:nvSpPr>
          <p:spPr>
            <a:xfrm>
              <a:off x="7122181" y="1966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1" name="pt29851"/>
            <p:cNvSpPr/>
            <p:nvPr/>
          </p:nvSpPr>
          <p:spPr>
            <a:xfrm>
              <a:off x="7313306" y="2445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2" name="pt29852"/>
            <p:cNvSpPr/>
            <p:nvPr/>
          </p:nvSpPr>
          <p:spPr>
            <a:xfrm>
              <a:off x="7362031" y="2602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3" name="pt29853"/>
            <p:cNvSpPr/>
            <p:nvPr/>
          </p:nvSpPr>
          <p:spPr>
            <a:xfrm>
              <a:off x="7026372" y="2116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4" name="pt29854"/>
            <p:cNvSpPr/>
            <p:nvPr/>
          </p:nvSpPr>
          <p:spPr>
            <a:xfrm>
              <a:off x="7011973" y="2103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5" name="pt29855"/>
            <p:cNvSpPr/>
            <p:nvPr/>
          </p:nvSpPr>
          <p:spPr>
            <a:xfrm>
              <a:off x="6979776" y="2295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6" name="pt29856"/>
            <p:cNvSpPr/>
            <p:nvPr/>
          </p:nvSpPr>
          <p:spPr>
            <a:xfrm>
              <a:off x="6872850" y="2188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7" name="pt29857"/>
            <p:cNvSpPr/>
            <p:nvPr/>
          </p:nvSpPr>
          <p:spPr>
            <a:xfrm>
              <a:off x="7287114" y="2012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8" name="pt29858"/>
            <p:cNvSpPr/>
            <p:nvPr/>
          </p:nvSpPr>
          <p:spPr>
            <a:xfrm>
              <a:off x="7541903" y="2472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9" name="pt29859"/>
            <p:cNvSpPr/>
            <p:nvPr/>
          </p:nvSpPr>
          <p:spPr>
            <a:xfrm>
              <a:off x="7064182" y="2144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0" name="pt29860"/>
            <p:cNvSpPr/>
            <p:nvPr/>
          </p:nvSpPr>
          <p:spPr>
            <a:xfrm>
              <a:off x="6975080" y="2097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1" name="pt29861"/>
            <p:cNvSpPr/>
            <p:nvPr/>
          </p:nvSpPr>
          <p:spPr>
            <a:xfrm>
              <a:off x="7131275" y="2132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2" name="pt29862"/>
            <p:cNvSpPr/>
            <p:nvPr/>
          </p:nvSpPr>
          <p:spPr>
            <a:xfrm>
              <a:off x="6867526" y="2186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3" name="pt29863"/>
            <p:cNvSpPr/>
            <p:nvPr/>
          </p:nvSpPr>
          <p:spPr>
            <a:xfrm>
              <a:off x="7144060" y="1944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4" name="pt29864"/>
            <p:cNvSpPr/>
            <p:nvPr/>
          </p:nvSpPr>
          <p:spPr>
            <a:xfrm>
              <a:off x="7125976" y="2096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5" name="pt29865"/>
            <p:cNvSpPr/>
            <p:nvPr/>
          </p:nvSpPr>
          <p:spPr>
            <a:xfrm>
              <a:off x="7454880" y="2346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6" name="pt29866"/>
            <p:cNvSpPr/>
            <p:nvPr/>
          </p:nvSpPr>
          <p:spPr>
            <a:xfrm>
              <a:off x="7309299" y="2576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7" name="pt29867"/>
            <p:cNvSpPr/>
            <p:nvPr/>
          </p:nvSpPr>
          <p:spPr>
            <a:xfrm>
              <a:off x="7066645" y="2147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8" name="pt29868"/>
            <p:cNvSpPr/>
            <p:nvPr/>
          </p:nvSpPr>
          <p:spPr>
            <a:xfrm>
              <a:off x="7224406" y="2004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9" name="pt29869"/>
            <p:cNvSpPr/>
            <p:nvPr/>
          </p:nvSpPr>
          <p:spPr>
            <a:xfrm>
              <a:off x="6823151" y="2040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0" name="pt29870"/>
            <p:cNvSpPr/>
            <p:nvPr/>
          </p:nvSpPr>
          <p:spPr>
            <a:xfrm>
              <a:off x="7334168" y="2216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1" name="pt29871"/>
            <p:cNvSpPr/>
            <p:nvPr/>
          </p:nvSpPr>
          <p:spPr>
            <a:xfrm>
              <a:off x="7066691" y="2073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2" name="pt29872"/>
            <p:cNvSpPr/>
            <p:nvPr/>
          </p:nvSpPr>
          <p:spPr>
            <a:xfrm>
              <a:off x="7589387" y="2388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3" name="pt29873"/>
            <p:cNvSpPr/>
            <p:nvPr/>
          </p:nvSpPr>
          <p:spPr>
            <a:xfrm>
              <a:off x="7223009" y="2131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4" name="pt29874"/>
            <p:cNvSpPr/>
            <p:nvPr/>
          </p:nvSpPr>
          <p:spPr>
            <a:xfrm>
              <a:off x="7248221" y="2139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5" name="pt29875"/>
            <p:cNvSpPr/>
            <p:nvPr/>
          </p:nvSpPr>
          <p:spPr>
            <a:xfrm>
              <a:off x="7119287" y="1945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6" name="pt29876"/>
            <p:cNvSpPr/>
            <p:nvPr/>
          </p:nvSpPr>
          <p:spPr>
            <a:xfrm>
              <a:off x="7271793" y="2034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7" name="pt29877"/>
            <p:cNvSpPr/>
            <p:nvPr/>
          </p:nvSpPr>
          <p:spPr>
            <a:xfrm>
              <a:off x="7108912" y="2092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8" name="pt29878"/>
            <p:cNvSpPr/>
            <p:nvPr/>
          </p:nvSpPr>
          <p:spPr>
            <a:xfrm>
              <a:off x="7375106" y="2756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9" name="pt29879"/>
            <p:cNvSpPr/>
            <p:nvPr/>
          </p:nvSpPr>
          <p:spPr>
            <a:xfrm>
              <a:off x="7036830" y="2211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0" name="pt29880"/>
            <p:cNvSpPr/>
            <p:nvPr/>
          </p:nvSpPr>
          <p:spPr>
            <a:xfrm>
              <a:off x="7050018" y="2163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1" name="pt29881"/>
            <p:cNvSpPr/>
            <p:nvPr/>
          </p:nvSpPr>
          <p:spPr>
            <a:xfrm>
              <a:off x="7096133" y="2256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2" name="pt29882"/>
            <p:cNvSpPr/>
            <p:nvPr/>
          </p:nvSpPr>
          <p:spPr>
            <a:xfrm>
              <a:off x="7111834" y="2040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3" name="pt29883"/>
            <p:cNvSpPr/>
            <p:nvPr/>
          </p:nvSpPr>
          <p:spPr>
            <a:xfrm>
              <a:off x="7102701" y="2113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4" name="pt29884"/>
            <p:cNvSpPr/>
            <p:nvPr/>
          </p:nvSpPr>
          <p:spPr>
            <a:xfrm>
              <a:off x="7305617" y="2460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5" name="pt29885"/>
            <p:cNvSpPr/>
            <p:nvPr/>
          </p:nvSpPr>
          <p:spPr>
            <a:xfrm>
              <a:off x="7306975" y="2390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6" name="pt29886"/>
            <p:cNvSpPr/>
            <p:nvPr/>
          </p:nvSpPr>
          <p:spPr>
            <a:xfrm>
              <a:off x="7371797" y="2384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7" name="pt29887"/>
            <p:cNvSpPr/>
            <p:nvPr/>
          </p:nvSpPr>
          <p:spPr>
            <a:xfrm>
              <a:off x="7096941" y="2345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8" name="pt29888"/>
            <p:cNvSpPr/>
            <p:nvPr/>
          </p:nvSpPr>
          <p:spPr>
            <a:xfrm>
              <a:off x="7086524" y="2185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9" name="pt29889"/>
            <p:cNvSpPr/>
            <p:nvPr/>
          </p:nvSpPr>
          <p:spPr>
            <a:xfrm>
              <a:off x="7018800" y="2267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0" name="pt29890"/>
            <p:cNvSpPr/>
            <p:nvPr/>
          </p:nvSpPr>
          <p:spPr>
            <a:xfrm>
              <a:off x="6855644" y="2116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1" name="pt29891"/>
            <p:cNvSpPr/>
            <p:nvPr/>
          </p:nvSpPr>
          <p:spPr>
            <a:xfrm>
              <a:off x="7049353" y="2155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2" name="pt29892"/>
            <p:cNvSpPr/>
            <p:nvPr/>
          </p:nvSpPr>
          <p:spPr>
            <a:xfrm>
              <a:off x="7133502" y="2052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3" name="pt29893"/>
            <p:cNvSpPr/>
            <p:nvPr/>
          </p:nvSpPr>
          <p:spPr>
            <a:xfrm>
              <a:off x="7191300" y="2255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4" name="pt29894"/>
            <p:cNvSpPr/>
            <p:nvPr/>
          </p:nvSpPr>
          <p:spPr>
            <a:xfrm>
              <a:off x="7198301" y="2047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5" name="pt29895"/>
            <p:cNvSpPr/>
            <p:nvPr/>
          </p:nvSpPr>
          <p:spPr>
            <a:xfrm>
              <a:off x="7038120" y="2164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6" name="pt29896"/>
            <p:cNvSpPr/>
            <p:nvPr/>
          </p:nvSpPr>
          <p:spPr>
            <a:xfrm>
              <a:off x="6930058" y="1920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7" name="pt29897"/>
            <p:cNvSpPr/>
            <p:nvPr/>
          </p:nvSpPr>
          <p:spPr>
            <a:xfrm>
              <a:off x="7090323" y="2208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8" name="pt29898"/>
            <p:cNvSpPr/>
            <p:nvPr/>
          </p:nvSpPr>
          <p:spPr>
            <a:xfrm>
              <a:off x="6938968" y="1975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9" name="pt29899"/>
            <p:cNvSpPr/>
            <p:nvPr/>
          </p:nvSpPr>
          <p:spPr>
            <a:xfrm>
              <a:off x="7285650" y="197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0" name="pt29900"/>
            <p:cNvSpPr/>
            <p:nvPr/>
          </p:nvSpPr>
          <p:spPr>
            <a:xfrm>
              <a:off x="7171619" y="2037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1" name="pt29901"/>
            <p:cNvSpPr/>
            <p:nvPr/>
          </p:nvSpPr>
          <p:spPr>
            <a:xfrm>
              <a:off x="7230470" y="204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2" name="pt29902"/>
            <p:cNvSpPr/>
            <p:nvPr/>
          </p:nvSpPr>
          <p:spPr>
            <a:xfrm>
              <a:off x="6932927" y="1901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3" name="pt29903"/>
            <p:cNvSpPr/>
            <p:nvPr/>
          </p:nvSpPr>
          <p:spPr>
            <a:xfrm>
              <a:off x="6900805" y="2002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4" name="pt29904"/>
            <p:cNvSpPr/>
            <p:nvPr/>
          </p:nvSpPr>
          <p:spPr>
            <a:xfrm>
              <a:off x="7083933" y="2198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5" name="pt29905"/>
            <p:cNvSpPr/>
            <p:nvPr/>
          </p:nvSpPr>
          <p:spPr>
            <a:xfrm>
              <a:off x="7064379" y="212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6" name="pt29906"/>
            <p:cNvSpPr/>
            <p:nvPr/>
          </p:nvSpPr>
          <p:spPr>
            <a:xfrm>
              <a:off x="7395128" y="2506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7" name="pt29907"/>
            <p:cNvSpPr/>
            <p:nvPr/>
          </p:nvSpPr>
          <p:spPr>
            <a:xfrm>
              <a:off x="7157571" y="2341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8" name="pt29908"/>
            <p:cNvSpPr/>
            <p:nvPr/>
          </p:nvSpPr>
          <p:spPr>
            <a:xfrm>
              <a:off x="7083517" y="2040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9" name="pt29909"/>
            <p:cNvSpPr/>
            <p:nvPr/>
          </p:nvSpPr>
          <p:spPr>
            <a:xfrm>
              <a:off x="7022580" y="2152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0" name="pt29910"/>
            <p:cNvSpPr/>
            <p:nvPr/>
          </p:nvSpPr>
          <p:spPr>
            <a:xfrm>
              <a:off x="7172742" y="2017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1" name="pt29911"/>
            <p:cNvSpPr/>
            <p:nvPr/>
          </p:nvSpPr>
          <p:spPr>
            <a:xfrm>
              <a:off x="7012290" y="2074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2" name="pt29912"/>
            <p:cNvSpPr/>
            <p:nvPr/>
          </p:nvSpPr>
          <p:spPr>
            <a:xfrm>
              <a:off x="7232777" y="2090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3" name="pt29913"/>
            <p:cNvSpPr/>
            <p:nvPr/>
          </p:nvSpPr>
          <p:spPr>
            <a:xfrm>
              <a:off x="7019836" y="210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4" name="pt29914"/>
            <p:cNvSpPr/>
            <p:nvPr/>
          </p:nvSpPr>
          <p:spPr>
            <a:xfrm>
              <a:off x="7175331" y="1950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5" name="pt29915"/>
            <p:cNvSpPr/>
            <p:nvPr/>
          </p:nvSpPr>
          <p:spPr>
            <a:xfrm>
              <a:off x="7009014" y="2101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6" name="pt29916"/>
            <p:cNvSpPr/>
            <p:nvPr/>
          </p:nvSpPr>
          <p:spPr>
            <a:xfrm>
              <a:off x="7182387" y="2142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7" name="pt29917"/>
            <p:cNvSpPr/>
            <p:nvPr/>
          </p:nvSpPr>
          <p:spPr>
            <a:xfrm>
              <a:off x="7481591" y="2254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8" name="pt29918"/>
            <p:cNvSpPr/>
            <p:nvPr/>
          </p:nvSpPr>
          <p:spPr>
            <a:xfrm>
              <a:off x="7096391" y="2221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9" name="pt29919"/>
            <p:cNvSpPr/>
            <p:nvPr/>
          </p:nvSpPr>
          <p:spPr>
            <a:xfrm>
              <a:off x="6857306" y="2120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0" name="pt29920"/>
            <p:cNvSpPr/>
            <p:nvPr/>
          </p:nvSpPr>
          <p:spPr>
            <a:xfrm>
              <a:off x="7222319" y="2084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1" name="pt29921"/>
            <p:cNvSpPr/>
            <p:nvPr/>
          </p:nvSpPr>
          <p:spPr>
            <a:xfrm>
              <a:off x="6950115" y="1970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2" name="pt29922"/>
            <p:cNvSpPr/>
            <p:nvPr/>
          </p:nvSpPr>
          <p:spPr>
            <a:xfrm>
              <a:off x="7114104" y="1956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3" name="pt29923"/>
            <p:cNvSpPr/>
            <p:nvPr/>
          </p:nvSpPr>
          <p:spPr>
            <a:xfrm>
              <a:off x="7094340" y="2262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4" name="pt29924"/>
            <p:cNvSpPr/>
            <p:nvPr/>
          </p:nvSpPr>
          <p:spPr>
            <a:xfrm>
              <a:off x="6902353" y="2011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5" name="pt29925"/>
            <p:cNvSpPr/>
            <p:nvPr/>
          </p:nvSpPr>
          <p:spPr>
            <a:xfrm>
              <a:off x="7156907" y="220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6" name="pt29926"/>
            <p:cNvSpPr/>
            <p:nvPr/>
          </p:nvSpPr>
          <p:spPr>
            <a:xfrm>
              <a:off x="7152378" y="2041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7" name="pt29927"/>
            <p:cNvSpPr/>
            <p:nvPr/>
          </p:nvSpPr>
          <p:spPr>
            <a:xfrm>
              <a:off x="6868802" y="2353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8" name="pt29928"/>
            <p:cNvSpPr/>
            <p:nvPr/>
          </p:nvSpPr>
          <p:spPr>
            <a:xfrm>
              <a:off x="7115455" y="199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9" name="pt29929"/>
            <p:cNvSpPr/>
            <p:nvPr/>
          </p:nvSpPr>
          <p:spPr>
            <a:xfrm>
              <a:off x="7065805" y="2103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0" name="pt29930"/>
            <p:cNvSpPr/>
            <p:nvPr/>
          </p:nvSpPr>
          <p:spPr>
            <a:xfrm>
              <a:off x="6714426" y="2362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1" name="pt29931"/>
            <p:cNvSpPr/>
            <p:nvPr/>
          </p:nvSpPr>
          <p:spPr>
            <a:xfrm>
              <a:off x="7015699" y="2195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2" name="pt29932"/>
            <p:cNvSpPr/>
            <p:nvPr/>
          </p:nvSpPr>
          <p:spPr>
            <a:xfrm>
              <a:off x="7354024" y="2644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3" name="pt29933"/>
            <p:cNvSpPr/>
            <p:nvPr/>
          </p:nvSpPr>
          <p:spPr>
            <a:xfrm>
              <a:off x="7027125" y="2120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4" name="pt29934"/>
            <p:cNvSpPr/>
            <p:nvPr/>
          </p:nvSpPr>
          <p:spPr>
            <a:xfrm>
              <a:off x="7052086" y="212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5" name="pt29935"/>
            <p:cNvSpPr/>
            <p:nvPr/>
          </p:nvSpPr>
          <p:spPr>
            <a:xfrm>
              <a:off x="7228254" y="2105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6" name="pt29936"/>
            <p:cNvSpPr/>
            <p:nvPr/>
          </p:nvSpPr>
          <p:spPr>
            <a:xfrm>
              <a:off x="6886466" y="2115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7" name="pt29937"/>
            <p:cNvSpPr/>
            <p:nvPr/>
          </p:nvSpPr>
          <p:spPr>
            <a:xfrm>
              <a:off x="6541070" y="2007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8" name="pt29938"/>
            <p:cNvSpPr/>
            <p:nvPr/>
          </p:nvSpPr>
          <p:spPr>
            <a:xfrm>
              <a:off x="6862788" y="2203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9" name="pt29939"/>
            <p:cNvSpPr/>
            <p:nvPr/>
          </p:nvSpPr>
          <p:spPr>
            <a:xfrm>
              <a:off x="7048431" y="2173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0" name="pt29940"/>
            <p:cNvSpPr/>
            <p:nvPr/>
          </p:nvSpPr>
          <p:spPr>
            <a:xfrm>
              <a:off x="7295369" y="2134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1" name="pt29941"/>
            <p:cNvSpPr/>
            <p:nvPr/>
          </p:nvSpPr>
          <p:spPr>
            <a:xfrm>
              <a:off x="7196190" y="2049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2" name="pt29942"/>
            <p:cNvSpPr/>
            <p:nvPr/>
          </p:nvSpPr>
          <p:spPr>
            <a:xfrm>
              <a:off x="6933174" y="1885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3" name="pt29943"/>
            <p:cNvSpPr/>
            <p:nvPr/>
          </p:nvSpPr>
          <p:spPr>
            <a:xfrm>
              <a:off x="7081123" y="2165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4" name="pt29944"/>
            <p:cNvSpPr/>
            <p:nvPr/>
          </p:nvSpPr>
          <p:spPr>
            <a:xfrm>
              <a:off x="7182275" y="2015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5" name="pt29945"/>
            <p:cNvSpPr/>
            <p:nvPr/>
          </p:nvSpPr>
          <p:spPr>
            <a:xfrm>
              <a:off x="6944063" y="1975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6" name="pt29946"/>
            <p:cNvSpPr/>
            <p:nvPr/>
          </p:nvSpPr>
          <p:spPr>
            <a:xfrm>
              <a:off x="7039373" y="2181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7" name="pt29947"/>
            <p:cNvSpPr/>
            <p:nvPr/>
          </p:nvSpPr>
          <p:spPr>
            <a:xfrm>
              <a:off x="6910837" y="1923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8" name="pt29948"/>
            <p:cNvSpPr/>
            <p:nvPr/>
          </p:nvSpPr>
          <p:spPr>
            <a:xfrm>
              <a:off x="7022556" y="1983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9" name="pt29949"/>
            <p:cNvSpPr/>
            <p:nvPr/>
          </p:nvSpPr>
          <p:spPr>
            <a:xfrm>
              <a:off x="7141629" y="2086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0" name="pt29950"/>
            <p:cNvSpPr/>
            <p:nvPr/>
          </p:nvSpPr>
          <p:spPr>
            <a:xfrm>
              <a:off x="7166683" y="2011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1" name="pt29951"/>
            <p:cNvSpPr/>
            <p:nvPr/>
          </p:nvSpPr>
          <p:spPr>
            <a:xfrm>
              <a:off x="7242882" y="2065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2" name="pt29952"/>
            <p:cNvSpPr/>
            <p:nvPr/>
          </p:nvSpPr>
          <p:spPr>
            <a:xfrm>
              <a:off x="7166012" y="2345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3" name="pt29953"/>
            <p:cNvSpPr/>
            <p:nvPr/>
          </p:nvSpPr>
          <p:spPr>
            <a:xfrm>
              <a:off x="7293328" y="1953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4" name="pt29954"/>
            <p:cNvSpPr/>
            <p:nvPr/>
          </p:nvSpPr>
          <p:spPr>
            <a:xfrm>
              <a:off x="7019571" y="2120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5" name="pt29955"/>
            <p:cNvSpPr/>
            <p:nvPr/>
          </p:nvSpPr>
          <p:spPr>
            <a:xfrm>
              <a:off x="6976211" y="2131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6" name="pt29956"/>
            <p:cNvSpPr/>
            <p:nvPr/>
          </p:nvSpPr>
          <p:spPr>
            <a:xfrm>
              <a:off x="7073191" y="2084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7" name="pt29957"/>
            <p:cNvSpPr/>
            <p:nvPr/>
          </p:nvSpPr>
          <p:spPr>
            <a:xfrm>
              <a:off x="7037623" y="2137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8" name="pt29958"/>
            <p:cNvSpPr/>
            <p:nvPr/>
          </p:nvSpPr>
          <p:spPr>
            <a:xfrm>
              <a:off x="7016262" y="2153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9" name="pt29959"/>
            <p:cNvSpPr/>
            <p:nvPr/>
          </p:nvSpPr>
          <p:spPr>
            <a:xfrm>
              <a:off x="7027626" y="2002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0" name="pt29960"/>
            <p:cNvSpPr/>
            <p:nvPr/>
          </p:nvSpPr>
          <p:spPr>
            <a:xfrm>
              <a:off x="6957685" y="2027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1" name="pt29961"/>
            <p:cNvSpPr/>
            <p:nvPr/>
          </p:nvSpPr>
          <p:spPr>
            <a:xfrm>
              <a:off x="6856420" y="2199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2" name="pt29962"/>
            <p:cNvSpPr/>
            <p:nvPr/>
          </p:nvSpPr>
          <p:spPr>
            <a:xfrm>
              <a:off x="7187860" y="1730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3" name="pt29963"/>
            <p:cNvSpPr/>
            <p:nvPr/>
          </p:nvSpPr>
          <p:spPr>
            <a:xfrm>
              <a:off x="7087198" y="2316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4" name="pt29964"/>
            <p:cNvSpPr/>
            <p:nvPr/>
          </p:nvSpPr>
          <p:spPr>
            <a:xfrm>
              <a:off x="6952496" y="1812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5" name="pt29965"/>
            <p:cNvSpPr/>
            <p:nvPr/>
          </p:nvSpPr>
          <p:spPr>
            <a:xfrm>
              <a:off x="7233001" y="1910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6" name="pt29966"/>
            <p:cNvSpPr/>
            <p:nvPr/>
          </p:nvSpPr>
          <p:spPr>
            <a:xfrm>
              <a:off x="7217447" y="2036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7" name="pt29967"/>
            <p:cNvSpPr/>
            <p:nvPr/>
          </p:nvSpPr>
          <p:spPr>
            <a:xfrm>
              <a:off x="6937015" y="2043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8" name="pt29968"/>
            <p:cNvSpPr/>
            <p:nvPr/>
          </p:nvSpPr>
          <p:spPr>
            <a:xfrm>
              <a:off x="7209315" y="2021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9" name="pt29969"/>
            <p:cNvSpPr/>
            <p:nvPr/>
          </p:nvSpPr>
          <p:spPr>
            <a:xfrm>
              <a:off x="7066707" y="2158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0" name="pt29970"/>
            <p:cNvSpPr/>
            <p:nvPr/>
          </p:nvSpPr>
          <p:spPr>
            <a:xfrm>
              <a:off x="7300435" y="2011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1" name="pt29971"/>
            <p:cNvSpPr/>
            <p:nvPr/>
          </p:nvSpPr>
          <p:spPr>
            <a:xfrm>
              <a:off x="7090765" y="2196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2" name="pt29972"/>
            <p:cNvSpPr/>
            <p:nvPr/>
          </p:nvSpPr>
          <p:spPr>
            <a:xfrm>
              <a:off x="7288672" y="2153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3" name="pt29973"/>
            <p:cNvSpPr/>
            <p:nvPr/>
          </p:nvSpPr>
          <p:spPr>
            <a:xfrm>
              <a:off x="6784394" y="2343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4" name="pt29974"/>
            <p:cNvSpPr/>
            <p:nvPr/>
          </p:nvSpPr>
          <p:spPr>
            <a:xfrm>
              <a:off x="7087041" y="2230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5" name="pt29975"/>
            <p:cNvSpPr/>
            <p:nvPr/>
          </p:nvSpPr>
          <p:spPr>
            <a:xfrm>
              <a:off x="7338402" y="1932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6" name="pt29976"/>
            <p:cNvSpPr/>
            <p:nvPr/>
          </p:nvSpPr>
          <p:spPr>
            <a:xfrm>
              <a:off x="6857972" y="2150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7" name="pt29977"/>
            <p:cNvSpPr/>
            <p:nvPr/>
          </p:nvSpPr>
          <p:spPr>
            <a:xfrm>
              <a:off x="7203678" y="2162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8" name="pt29978"/>
            <p:cNvSpPr/>
            <p:nvPr/>
          </p:nvSpPr>
          <p:spPr>
            <a:xfrm>
              <a:off x="7165235" y="2322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9" name="pt29979"/>
            <p:cNvSpPr/>
            <p:nvPr/>
          </p:nvSpPr>
          <p:spPr>
            <a:xfrm>
              <a:off x="7333329" y="2175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0" name="pt29980"/>
            <p:cNvSpPr/>
            <p:nvPr/>
          </p:nvSpPr>
          <p:spPr>
            <a:xfrm>
              <a:off x="7062681" y="2144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1" name="pt29981"/>
            <p:cNvSpPr/>
            <p:nvPr/>
          </p:nvSpPr>
          <p:spPr>
            <a:xfrm>
              <a:off x="7121873" y="2012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2" name="pt29982"/>
            <p:cNvSpPr/>
            <p:nvPr/>
          </p:nvSpPr>
          <p:spPr>
            <a:xfrm>
              <a:off x="7302507" y="1926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3" name="pt29983"/>
            <p:cNvSpPr/>
            <p:nvPr/>
          </p:nvSpPr>
          <p:spPr>
            <a:xfrm>
              <a:off x="7287766" y="197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4" name="pt29984"/>
            <p:cNvSpPr/>
            <p:nvPr/>
          </p:nvSpPr>
          <p:spPr>
            <a:xfrm>
              <a:off x="7011402" y="209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5" name="pt29985"/>
            <p:cNvSpPr/>
            <p:nvPr/>
          </p:nvSpPr>
          <p:spPr>
            <a:xfrm>
              <a:off x="7179891" y="2161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6" name="pt29986"/>
            <p:cNvSpPr/>
            <p:nvPr/>
          </p:nvSpPr>
          <p:spPr>
            <a:xfrm>
              <a:off x="6934368" y="1891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7" name="pt29987"/>
            <p:cNvSpPr/>
            <p:nvPr/>
          </p:nvSpPr>
          <p:spPr>
            <a:xfrm>
              <a:off x="7374952" y="2558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8" name="pt29988"/>
            <p:cNvSpPr/>
            <p:nvPr/>
          </p:nvSpPr>
          <p:spPr>
            <a:xfrm>
              <a:off x="7182404" y="2079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9" name="pt29989"/>
            <p:cNvSpPr/>
            <p:nvPr/>
          </p:nvSpPr>
          <p:spPr>
            <a:xfrm>
              <a:off x="6818735" y="2203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0" name="pt29990"/>
            <p:cNvSpPr/>
            <p:nvPr/>
          </p:nvSpPr>
          <p:spPr>
            <a:xfrm>
              <a:off x="7121865" y="2050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1" name="pt29991"/>
            <p:cNvSpPr/>
            <p:nvPr/>
          </p:nvSpPr>
          <p:spPr>
            <a:xfrm>
              <a:off x="6982520" y="2240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2" name="pt29992"/>
            <p:cNvSpPr/>
            <p:nvPr/>
          </p:nvSpPr>
          <p:spPr>
            <a:xfrm>
              <a:off x="7215436" y="1903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3" name="pt29993"/>
            <p:cNvSpPr/>
            <p:nvPr/>
          </p:nvSpPr>
          <p:spPr>
            <a:xfrm>
              <a:off x="7170391" y="2195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4" name="pt29994"/>
            <p:cNvSpPr/>
            <p:nvPr/>
          </p:nvSpPr>
          <p:spPr>
            <a:xfrm>
              <a:off x="7075026" y="2055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5" name="pt29995"/>
            <p:cNvSpPr/>
            <p:nvPr/>
          </p:nvSpPr>
          <p:spPr>
            <a:xfrm>
              <a:off x="6727090" y="2528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6" name="pt29996"/>
            <p:cNvSpPr/>
            <p:nvPr/>
          </p:nvSpPr>
          <p:spPr>
            <a:xfrm>
              <a:off x="7127105" y="2091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7" name="pt29997"/>
            <p:cNvSpPr/>
            <p:nvPr/>
          </p:nvSpPr>
          <p:spPr>
            <a:xfrm>
              <a:off x="7169715" y="1927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8" name="pt29998"/>
            <p:cNvSpPr/>
            <p:nvPr/>
          </p:nvSpPr>
          <p:spPr>
            <a:xfrm>
              <a:off x="7319493" y="2590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9" name="pt29999"/>
            <p:cNvSpPr/>
            <p:nvPr/>
          </p:nvSpPr>
          <p:spPr>
            <a:xfrm>
              <a:off x="7232767" y="2053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0" name="pt30000"/>
            <p:cNvSpPr/>
            <p:nvPr/>
          </p:nvSpPr>
          <p:spPr>
            <a:xfrm>
              <a:off x="7858936" y="2200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1" name="pt30001"/>
            <p:cNvSpPr/>
            <p:nvPr/>
          </p:nvSpPr>
          <p:spPr>
            <a:xfrm>
              <a:off x="7048149" y="2182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2" name="pt30002"/>
            <p:cNvSpPr/>
            <p:nvPr/>
          </p:nvSpPr>
          <p:spPr>
            <a:xfrm>
              <a:off x="7035322" y="2085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3" name="pt30003"/>
            <p:cNvSpPr/>
            <p:nvPr/>
          </p:nvSpPr>
          <p:spPr>
            <a:xfrm>
              <a:off x="6968682" y="1988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4" name="pt30004"/>
            <p:cNvSpPr/>
            <p:nvPr/>
          </p:nvSpPr>
          <p:spPr>
            <a:xfrm>
              <a:off x="7202752" y="2064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5" name="pt30005"/>
            <p:cNvSpPr/>
            <p:nvPr/>
          </p:nvSpPr>
          <p:spPr>
            <a:xfrm>
              <a:off x="7025837" y="2089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6" name="pt30006"/>
            <p:cNvSpPr/>
            <p:nvPr/>
          </p:nvSpPr>
          <p:spPr>
            <a:xfrm>
              <a:off x="6927352" y="179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7" name="pt30007"/>
            <p:cNvSpPr/>
            <p:nvPr/>
          </p:nvSpPr>
          <p:spPr>
            <a:xfrm>
              <a:off x="7367872" y="2696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8" name="pt30008"/>
            <p:cNvSpPr/>
            <p:nvPr/>
          </p:nvSpPr>
          <p:spPr>
            <a:xfrm>
              <a:off x="7136849" y="1982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9" name="pt30009"/>
            <p:cNvSpPr/>
            <p:nvPr/>
          </p:nvSpPr>
          <p:spPr>
            <a:xfrm>
              <a:off x="6859997" y="2142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0" name="pt30010"/>
            <p:cNvSpPr/>
            <p:nvPr/>
          </p:nvSpPr>
          <p:spPr>
            <a:xfrm>
              <a:off x="7093213" y="2240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1" name="pt30011"/>
            <p:cNvSpPr/>
            <p:nvPr/>
          </p:nvSpPr>
          <p:spPr>
            <a:xfrm>
              <a:off x="7185465" y="1933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2" name="pt30012"/>
            <p:cNvSpPr/>
            <p:nvPr/>
          </p:nvSpPr>
          <p:spPr>
            <a:xfrm>
              <a:off x="6880906" y="2142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3" name="pt30013"/>
            <p:cNvSpPr/>
            <p:nvPr/>
          </p:nvSpPr>
          <p:spPr>
            <a:xfrm>
              <a:off x="7028058" y="2142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4" name="pt30014"/>
            <p:cNvSpPr/>
            <p:nvPr/>
          </p:nvSpPr>
          <p:spPr>
            <a:xfrm>
              <a:off x="7106290" y="2034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5" name="pt30015"/>
            <p:cNvSpPr/>
            <p:nvPr/>
          </p:nvSpPr>
          <p:spPr>
            <a:xfrm>
              <a:off x="7042273" y="2200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6" name="pt30016"/>
            <p:cNvSpPr/>
            <p:nvPr/>
          </p:nvSpPr>
          <p:spPr>
            <a:xfrm>
              <a:off x="7053932" y="2082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7" name="pt30017"/>
            <p:cNvSpPr/>
            <p:nvPr/>
          </p:nvSpPr>
          <p:spPr>
            <a:xfrm>
              <a:off x="7055858" y="208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8" name="pt30018"/>
            <p:cNvSpPr/>
            <p:nvPr/>
          </p:nvSpPr>
          <p:spPr>
            <a:xfrm>
              <a:off x="6991964" y="2057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9" name="pt30019"/>
            <p:cNvSpPr/>
            <p:nvPr/>
          </p:nvSpPr>
          <p:spPr>
            <a:xfrm>
              <a:off x="7020265" y="2068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0" name="pt30020"/>
            <p:cNvSpPr/>
            <p:nvPr/>
          </p:nvSpPr>
          <p:spPr>
            <a:xfrm>
              <a:off x="7047773" y="2190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1" name="pt30021"/>
            <p:cNvSpPr/>
            <p:nvPr/>
          </p:nvSpPr>
          <p:spPr>
            <a:xfrm>
              <a:off x="7045016" y="2187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2" name="pt30022"/>
            <p:cNvSpPr/>
            <p:nvPr/>
          </p:nvSpPr>
          <p:spPr>
            <a:xfrm>
              <a:off x="7328103" y="2197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3" name="pt30023"/>
            <p:cNvSpPr/>
            <p:nvPr/>
          </p:nvSpPr>
          <p:spPr>
            <a:xfrm>
              <a:off x="6968473" y="1922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4" name="pt30024"/>
            <p:cNvSpPr/>
            <p:nvPr/>
          </p:nvSpPr>
          <p:spPr>
            <a:xfrm>
              <a:off x="7155043" y="2170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5" name="pt30025"/>
            <p:cNvSpPr/>
            <p:nvPr/>
          </p:nvSpPr>
          <p:spPr>
            <a:xfrm>
              <a:off x="6833390" y="2091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6" name="pt30026"/>
            <p:cNvSpPr/>
            <p:nvPr/>
          </p:nvSpPr>
          <p:spPr>
            <a:xfrm>
              <a:off x="7315471" y="2553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7" name="pt30027"/>
            <p:cNvSpPr/>
            <p:nvPr/>
          </p:nvSpPr>
          <p:spPr>
            <a:xfrm>
              <a:off x="6909717" y="1971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8" name="pt30028"/>
            <p:cNvSpPr/>
            <p:nvPr/>
          </p:nvSpPr>
          <p:spPr>
            <a:xfrm>
              <a:off x="6978166" y="198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9" name="pt30029"/>
            <p:cNvSpPr/>
            <p:nvPr/>
          </p:nvSpPr>
          <p:spPr>
            <a:xfrm>
              <a:off x="7696635" y="2285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0" name="pt30030"/>
            <p:cNvSpPr/>
            <p:nvPr/>
          </p:nvSpPr>
          <p:spPr>
            <a:xfrm>
              <a:off x="6984701" y="2182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1" name="pt30031"/>
            <p:cNvSpPr/>
            <p:nvPr/>
          </p:nvSpPr>
          <p:spPr>
            <a:xfrm>
              <a:off x="6993899" y="2298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2" name="pt30032"/>
            <p:cNvSpPr/>
            <p:nvPr/>
          </p:nvSpPr>
          <p:spPr>
            <a:xfrm>
              <a:off x="7275176" y="1930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3" name="pt30033"/>
            <p:cNvSpPr/>
            <p:nvPr/>
          </p:nvSpPr>
          <p:spPr>
            <a:xfrm>
              <a:off x="6977067" y="198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4" name="pt30034"/>
            <p:cNvSpPr/>
            <p:nvPr/>
          </p:nvSpPr>
          <p:spPr>
            <a:xfrm>
              <a:off x="7169986" y="2041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5" name="pt30035"/>
            <p:cNvSpPr/>
            <p:nvPr/>
          </p:nvSpPr>
          <p:spPr>
            <a:xfrm>
              <a:off x="7052541" y="2206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6" name="pt30036"/>
            <p:cNvSpPr/>
            <p:nvPr/>
          </p:nvSpPr>
          <p:spPr>
            <a:xfrm>
              <a:off x="7044463" y="214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7" name="pt30037"/>
            <p:cNvSpPr/>
            <p:nvPr/>
          </p:nvSpPr>
          <p:spPr>
            <a:xfrm>
              <a:off x="7051189" y="2002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8" name="pt30038"/>
            <p:cNvSpPr/>
            <p:nvPr/>
          </p:nvSpPr>
          <p:spPr>
            <a:xfrm>
              <a:off x="6951444" y="1991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9" name="pt30039"/>
            <p:cNvSpPr/>
            <p:nvPr/>
          </p:nvSpPr>
          <p:spPr>
            <a:xfrm>
              <a:off x="7157348" y="2191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0" name="pt30040"/>
            <p:cNvSpPr/>
            <p:nvPr/>
          </p:nvSpPr>
          <p:spPr>
            <a:xfrm>
              <a:off x="7078747" y="2252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1" name="pt30041"/>
            <p:cNvSpPr/>
            <p:nvPr/>
          </p:nvSpPr>
          <p:spPr>
            <a:xfrm>
              <a:off x="7364670" y="2361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2" name="pt30042"/>
            <p:cNvSpPr/>
            <p:nvPr/>
          </p:nvSpPr>
          <p:spPr>
            <a:xfrm>
              <a:off x="6830936" y="1828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3" name="pt30043"/>
            <p:cNvSpPr/>
            <p:nvPr/>
          </p:nvSpPr>
          <p:spPr>
            <a:xfrm>
              <a:off x="7189829" y="2189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4" name="pt30044"/>
            <p:cNvSpPr/>
            <p:nvPr/>
          </p:nvSpPr>
          <p:spPr>
            <a:xfrm>
              <a:off x="7013155" y="2000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5" name="pt30045"/>
            <p:cNvSpPr/>
            <p:nvPr/>
          </p:nvSpPr>
          <p:spPr>
            <a:xfrm>
              <a:off x="7133154" y="2060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6" name="pt30046"/>
            <p:cNvSpPr/>
            <p:nvPr/>
          </p:nvSpPr>
          <p:spPr>
            <a:xfrm>
              <a:off x="7073770" y="2094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7" name="pt30047"/>
            <p:cNvSpPr/>
            <p:nvPr/>
          </p:nvSpPr>
          <p:spPr>
            <a:xfrm>
              <a:off x="7104516" y="2167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8" name="pt30048"/>
            <p:cNvSpPr/>
            <p:nvPr/>
          </p:nvSpPr>
          <p:spPr>
            <a:xfrm>
              <a:off x="7062350" y="2169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9" name="pt30049"/>
            <p:cNvSpPr/>
            <p:nvPr/>
          </p:nvSpPr>
          <p:spPr>
            <a:xfrm>
              <a:off x="7125586" y="2044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0" name="pt30050"/>
            <p:cNvSpPr/>
            <p:nvPr/>
          </p:nvSpPr>
          <p:spPr>
            <a:xfrm>
              <a:off x="7079019" y="2092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1" name="pt30051"/>
            <p:cNvSpPr/>
            <p:nvPr/>
          </p:nvSpPr>
          <p:spPr>
            <a:xfrm>
              <a:off x="6741551" y="2348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2" name="pt30052"/>
            <p:cNvSpPr/>
            <p:nvPr/>
          </p:nvSpPr>
          <p:spPr>
            <a:xfrm>
              <a:off x="7360995" y="2807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3" name="pt30053"/>
            <p:cNvSpPr/>
            <p:nvPr/>
          </p:nvSpPr>
          <p:spPr>
            <a:xfrm>
              <a:off x="6844521" y="1964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4" name="pt30054"/>
            <p:cNvSpPr/>
            <p:nvPr/>
          </p:nvSpPr>
          <p:spPr>
            <a:xfrm>
              <a:off x="7347008" y="2132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5" name="pt30055"/>
            <p:cNvSpPr/>
            <p:nvPr/>
          </p:nvSpPr>
          <p:spPr>
            <a:xfrm>
              <a:off x="7091812" y="2211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6" name="pt30056"/>
            <p:cNvSpPr/>
            <p:nvPr/>
          </p:nvSpPr>
          <p:spPr>
            <a:xfrm>
              <a:off x="7163043" y="208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7" name="pt30057"/>
            <p:cNvSpPr/>
            <p:nvPr/>
          </p:nvSpPr>
          <p:spPr>
            <a:xfrm>
              <a:off x="7141080" y="2033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8" name="pt30058"/>
            <p:cNvSpPr/>
            <p:nvPr/>
          </p:nvSpPr>
          <p:spPr>
            <a:xfrm>
              <a:off x="6979529" y="2207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9" name="pt30059"/>
            <p:cNvSpPr/>
            <p:nvPr/>
          </p:nvSpPr>
          <p:spPr>
            <a:xfrm>
              <a:off x="7008387" y="1512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0" name="pt30060"/>
            <p:cNvSpPr/>
            <p:nvPr/>
          </p:nvSpPr>
          <p:spPr>
            <a:xfrm>
              <a:off x="7190123" y="2240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1" name="pt30061"/>
            <p:cNvSpPr/>
            <p:nvPr/>
          </p:nvSpPr>
          <p:spPr>
            <a:xfrm>
              <a:off x="7137465" y="2028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2" name="pt30062"/>
            <p:cNvSpPr/>
            <p:nvPr/>
          </p:nvSpPr>
          <p:spPr>
            <a:xfrm>
              <a:off x="6835531" y="1787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3" name="pt30063"/>
            <p:cNvSpPr/>
            <p:nvPr/>
          </p:nvSpPr>
          <p:spPr>
            <a:xfrm>
              <a:off x="6992248" y="2316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4" name="pt30064"/>
            <p:cNvSpPr/>
            <p:nvPr/>
          </p:nvSpPr>
          <p:spPr>
            <a:xfrm>
              <a:off x="7212504" y="2085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5" name="pt30065"/>
            <p:cNvSpPr/>
            <p:nvPr/>
          </p:nvSpPr>
          <p:spPr>
            <a:xfrm>
              <a:off x="7214181" y="2038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6" name="pt30066"/>
            <p:cNvSpPr/>
            <p:nvPr/>
          </p:nvSpPr>
          <p:spPr>
            <a:xfrm>
              <a:off x="7386018" y="2579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7" name="pt30067"/>
            <p:cNvSpPr/>
            <p:nvPr/>
          </p:nvSpPr>
          <p:spPr>
            <a:xfrm>
              <a:off x="7128584" y="2069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8" name="pt30068"/>
            <p:cNvSpPr/>
            <p:nvPr/>
          </p:nvSpPr>
          <p:spPr>
            <a:xfrm>
              <a:off x="7080454" y="2076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9" name="pt30069"/>
            <p:cNvSpPr/>
            <p:nvPr/>
          </p:nvSpPr>
          <p:spPr>
            <a:xfrm>
              <a:off x="7182624" y="2100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0" name="pt30070"/>
            <p:cNvSpPr/>
            <p:nvPr/>
          </p:nvSpPr>
          <p:spPr>
            <a:xfrm>
              <a:off x="7076837" y="2098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1" name="pt30071"/>
            <p:cNvSpPr/>
            <p:nvPr/>
          </p:nvSpPr>
          <p:spPr>
            <a:xfrm>
              <a:off x="6996927" y="2201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2" name="pt30072"/>
            <p:cNvSpPr/>
            <p:nvPr/>
          </p:nvSpPr>
          <p:spPr>
            <a:xfrm>
              <a:off x="6916100" y="1910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3" name="pt30073"/>
            <p:cNvSpPr/>
            <p:nvPr/>
          </p:nvSpPr>
          <p:spPr>
            <a:xfrm>
              <a:off x="6955933" y="1858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4" name="pt30074"/>
            <p:cNvSpPr/>
            <p:nvPr/>
          </p:nvSpPr>
          <p:spPr>
            <a:xfrm>
              <a:off x="7172810" y="2279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5" name="pt30075"/>
            <p:cNvSpPr/>
            <p:nvPr/>
          </p:nvSpPr>
          <p:spPr>
            <a:xfrm>
              <a:off x="7084894" y="2176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6" name="pt30076"/>
            <p:cNvSpPr/>
            <p:nvPr/>
          </p:nvSpPr>
          <p:spPr>
            <a:xfrm>
              <a:off x="7215771" y="1988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7" name="pt30077"/>
            <p:cNvSpPr/>
            <p:nvPr/>
          </p:nvSpPr>
          <p:spPr>
            <a:xfrm>
              <a:off x="7213342" y="1970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8" name="pt30078"/>
            <p:cNvSpPr/>
            <p:nvPr/>
          </p:nvSpPr>
          <p:spPr>
            <a:xfrm>
              <a:off x="7186770" y="1824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9" name="pt30079"/>
            <p:cNvSpPr/>
            <p:nvPr/>
          </p:nvSpPr>
          <p:spPr>
            <a:xfrm>
              <a:off x="7110051" y="2069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0" name="pt30080"/>
            <p:cNvSpPr/>
            <p:nvPr/>
          </p:nvSpPr>
          <p:spPr>
            <a:xfrm>
              <a:off x="7027621" y="1837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1" name="pt30081"/>
            <p:cNvSpPr/>
            <p:nvPr/>
          </p:nvSpPr>
          <p:spPr>
            <a:xfrm>
              <a:off x="6937858" y="1960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2" name="pt30082"/>
            <p:cNvSpPr/>
            <p:nvPr/>
          </p:nvSpPr>
          <p:spPr>
            <a:xfrm>
              <a:off x="7165701" y="2072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3" name="pt30083"/>
            <p:cNvSpPr/>
            <p:nvPr/>
          </p:nvSpPr>
          <p:spPr>
            <a:xfrm>
              <a:off x="7216674" y="2063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4" name="pt30084"/>
            <p:cNvSpPr/>
            <p:nvPr/>
          </p:nvSpPr>
          <p:spPr>
            <a:xfrm>
              <a:off x="7152611" y="2055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5" name="pt30085"/>
            <p:cNvSpPr/>
            <p:nvPr/>
          </p:nvSpPr>
          <p:spPr>
            <a:xfrm>
              <a:off x="7076529" y="2118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6" name="pt30086"/>
            <p:cNvSpPr/>
            <p:nvPr/>
          </p:nvSpPr>
          <p:spPr>
            <a:xfrm>
              <a:off x="7095475" y="2347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7" name="pt30087"/>
            <p:cNvSpPr/>
            <p:nvPr/>
          </p:nvSpPr>
          <p:spPr>
            <a:xfrm>
              <a:off x="7139677" y="196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8" name="pt30088"/>
            <p:cNvSpPr/>
            <p:nvPr/>
          </p:nvSpPr>
          <p:spPr>
            <a:xfrm>
              <a:off x="7247034" y="1983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9" name="pt30089"/>
            <p:cNvSpPr/>
            <p:nvPr/>
          </p:nvSpPr>
          <p:spPr>
            <a:xfrm>
              <a:off x="7221260" y="2163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0" name="pt30090"/>
            <p:cNvSpPr/>
            <p:nvPr/>
          </p:nvSpPr>
          <p:spPr>
            <a:xfrm>
              <a:off x="6950015" y="2015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1" name="pt30091"/>
            <p:cNvSpPr/>
            <p:nvPr/>
          </p:nvSpPr>
          <p:spPr>
            <a:xfrm>
              <a:off x="7348540" y="2031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2" name="pt30092"/>
            <p:cNvSpPr/>
            <p:nvPr/>
          </p:nvSpPr>
          <p:spPr>
            <a:xfrm>
              <a:off x="7169730" y="2010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3" name="pt30093"/>
            <p:cNvSpPr/>
            <p:nvPr/>
          </p:nvSpPr>
          <p:spPr>
            <a:xfrm>
              <a:off x="6776491" y="2213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4" name="pt30094"/>
            <p:cNvSpPr/>
            <p:nvPr/>
          </p:nvSpPr>
          <p:spPr>
            <a:xfrm>
              <a:off x="7404819" y="2345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5" name="pt30095"/>
            <p:cNvSpPr/>
            <p:nvPr/>
          </p:nvSpPr>
          <p:spPr>
            <a:xfrm>
              <a:off x="6994663" y="2282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6" name="pt30096"/>
            <p:cNvSpPr/>
            <p:nvPr/>
          </p:nvSpPr>
          <p:spPr>
            <a:xfrm>
              <a:off x="7232024" y="2140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7" name="pt30097"/>
            <p:cNvSpPr/>
            <p:nvPr/>
          </p:nvSpPr>
          <p:spPr>
            <a:xfrm>
              <a:off x="7061226" y="2153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8" name="pt30098"/>
            <p:cNvSpPr/>
            <p:nvPr/>
          </p:nvSpPr>
          <p:spPr>
            <a:xfrm>
              <a:off x="7116537" y="1952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9" name="pt30099"/>
            <p:cNvSpPr/>
            <p:nvPr/>
          </p:nvSpPr>
          <p:spPr>
            <a:xfrm>
              <a:off x="7044567" y="2193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0" name="pt30100"/>
            <p:cNvSpPr/>
            <p:nvPr/>
          </p:nvSpPr>
          <p:spPr>
            <a:xfrm>
              <a:off x="6758374" y="2382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1" name="pt30101"/>
            <p:cNvSpPr/>
            <p:nvPr/>
          </p:nvSpPr>
          <p:spPr>
            <a:xfrm>
              <a:off x="7500193" y="2461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2" name="pt30102"/>
            <p:cNvSpPr/>
            <p:nvPr/>
          </p:nvSpPr>
          <p:spPr>
            <a:xfrm>
              <a:off x="7129665" y="2099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3" name="pt30103"/>
            <p:cNvSpPr/>
            <p:nvPr/>
          </p:nvSpPr>
          <p:spPr>
            <a:xfrm>
              <a:off x="7083858" y="2196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4" name="pt30104"/>
            <p:cNvSpPr/>
            <p:nvPr/>
          </p:nvSpPr>
          <p:spPr>
            <a:xfrm>
              <a:off x="7310320" y="2433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5" name="pt30105"/>
            <p:cNvSpPr/>
            <p:nvPr/>
          </p:nvSpPr>
          <p:spPr>
            <a:xfrm>
              <a:off x="6878166" y="2239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6" name="pt30106"/>
            <p:cNvSpPr/>
            <p:nvPr/>
          </p:nvSpPr>
          <p:spPr>
            <a:xfrm>
              <a:off x="7461530" y="2289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7" name="pt30107"/>
            <p:cNvSpPr/>
            <p:nvPr/>
          </p:nvSpPr>
          <p:spPr>
            <a:xfrm>
              <a:off x="7192872" y="2189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8" name="pt30108"/>
            <p:cNvSpPr/>
            <p:nvPr/>
          </p:nvSpPr>
          <p:spPr>
            <a:xfrm>
              <a:off x="7003756" y="2006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9" name="pt30109"/>
            <p:cNvSpPr/>
            <p:nvPr/>
          </p:nvSpPr>
          <p:spPr>
            <a:xfrm>
              <a:off x="7069857" y="2033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0" name="pt30110"/>
            <p:cNvSpPr/>
            <p:nvPr/>
          </p:nvSpPr>
          <p:spPr>
            <a:xfrm>
              <a:off x="7252310" y="1917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1" name="pt30111"/>
            <p:cNvSpPr/>
            <p:nvPr/>
          </p:nvSpPr>
          <p:spPr>
            <a:xfrm>
              <a:off x="6939234" y="1974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2" name="pt30112"/>
            <p:cNvSpPr/>
            <p:nvPr/>
          </p:nvSpPr>
          <p:spPr>
            <a:xfrm>
              <a:off x="7044624" y="2201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3" name="pt30113"/>
            <p:cNvSpPr/>
            <p:nvPr/>
          </p:nvSpPr>
          <p:spPr>
            <a:xfrm>
              <a:off x="6920070" y="1913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4" name="pt30114"/>
            <p:cNvSpPr/>
            <p:nvPr/>
          </p:nvSpPr>
          <p:spPr>
            <a:xfrm>
              <a:off x="6931369" y="2004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5" name="pt30115"/>
            <p:cNvSpPr/>
            <p:nvPr/>
          </p:nvSpPr>
          <p:spPr>
            <a:xfrm>
              <a:off x="7196423" y="1988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6" name="pt30116"/>
            <p:cNvSpPr/>
            <p:nvPr/>
          </p:nvSpPr>
          <p:spPr>
            <a:xfrm>
              <a:off x="7095015" y="2321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7" name="pt30117"/>
            <p:cNvSpPr/>
            <p:nvPr/>
          </p:nvSpPr>
          <p:spPr>
            <a:xfrm>
              <a:off x="6891423" y="2047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8" name="pt30118"/>
            <p:cNvSpPr/>
            <p:nvPr/>
          </p:nvSpPr>
          <p:spPr>
            <a:xfrm>
              <a:off x="7199296" y="2056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9" name="pt30119"/>
            <p:cNvSpPr/>
            <p:nvPr/>
          </p:nvSpPr>
          <p:spPr>
            <a:xfrm>
              <a:off x="6991895" y="2299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0" name="pt30120"/>
            <p:cNvSpPr/>
            <p:nvPr/>
          </p:nvSpPr>
          <p:spPr>
            <a:xfrm>
              <a:off x="7149512" y="2115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1" name="pt30121"/>
            <p:cNvSpPr/>
            <p:nvPr/>
          </p:nvSpPr>
          <p:spPr>
            <a:xfrm>
              <a:off x="6785421" y="2196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2" name="pt30122"/>
            <p:cNvSpPr/>
            <p:nvPr/>
          </p:nvSpPr>
          <p:spPr>
            <a:xfrm>
              <a:off x="7124784" y="2099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3" name="pt30123"/>
            <p:cNvSpPr/>
            <p:nvPr/>
          </p:nvSpPr>
          <p:spPr>
            <a:xfrm>
              <a:off x="7051084" y="2116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4" name="pt30124"/>
            <p:cNvSpPr/>
            <p:nvPr/>
          </p:nvSpPr>
          <p:spPr>
            <a:xfrm>
              <a:off x="7206995" y="2034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5" name="pt30125"/>
            <p:cNvSpPr/>
            <p:nvPr/>
          </p:nvSpPr>
          <p:spPr>
            <a:xfrm>
              <a:off x="7024727" y="2102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6" name="pt30126"/>
            <p:cNvSpPr/>
            <p:nvPr/>
          </p:nvSpPr>
          <p:spPr>
            <a:xfrm>
              <a:off x="7251179" y="1970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7" name="pt30127"/>
            <p:cNvSpPr/>
            <p:nvPr/>
          </p:nvSpPr>
          <p:spPr>
            <a:xfrm>
              <a:off x="7164317" y="2126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8" name="pt30128"/>
            <p:cNvSpPr/>
            <p:nvPr/>
          </p:nvSpPr>
          <p:spPr>
            <a:xfrm>
              <a:off x="7129556" y="2082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9" name="pt30129"/>
            <p:cNvSpPr/>
            <p:nvPr/>
          </p:nvSpPr>
          <p:spPr>
            <a:xfrm>
              <a:off x="7064861" y="2021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0" name="pt30130"/>
            <p:cNvSpPr/>
            <p:nvPr/>
          </p:nvSpPr>
          <p:spPr>
            <a:xfrm>
              <a:off x="7020072" y="2145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1" name="pt30131"/>
            <p:cNvSpPr/>
            <p:nvPr/>
          </p:nvSpPr>
          <p:spPr>
            <a:xfrm>
              <a:off x="7065251" y="2143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2" name="pt30132"/>
            <p:cNvSpPr/>
            <p:nvPr/>
          </p:nvSpPr>
          <p:spPr>
            <a:xfrm>
              <a:off x="6981648" y="2225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3" name="pt30133"/>
            <p:cNvSpPr/>
            <p:nvPr/>
          </p:nvSpPr>
          <p:spPr>
            <a:xfrm>
              <a:off x="7058983" y="2047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4" name="pt30134"/>
            <p:cNvSpPr/>
            <p:nvPr/>
          </p:nvSpPr>
          <p:spPr>
            <a:xfrm>
              <a:off x="6850727" y="2179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5" name="pt30135"/>
            <p:cNvSpPr/>
            <p:nvPr/>
          </p:nvSpPr>
          <p:spPr>
            <a:xfrm>
              <a:off x="7251156" y="2078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6" name="pt30136"/>
            <p:cNvSpPr/>
            <p:nvPr/>
          </p:nvSpPr>
          <p:spPr>
            <a:xfrm>
              <a:off x="6999602" y="2017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7" name="pt30137"/>
            <p:cNvSpPr/>
            <p:nvPr/>
          </p:nvSpPr>
          <p:spPr>
            <a:xfrm>
              <a:off x="7037541" y="2211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8" name="pt30138"/>
            <p:cNvSpPr/>
            <p:nvPr/>
          </p:nvSpPr>
          <p:spPr>
            <a:xfrm>
              <a:off x="7028486" y="2176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9" name="pt30139"/>
            <p:cNvSpPr/>
            <p:nvPr/>
          </p:nvSpPr>
          <p:spPr>
            <a:xfrm>
              <a:off x="7033316" y="2198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0" name="pt30140"/>
            <p:cNvSpPr/>
            <p:nvPr/>
          </p:nvSpPr>
          <p:spPr>
            <a:xfrm>
              <a:off x="7129290" y="2134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1" name="pt30141"/>
            <p:cNvSpPr/>
            <p:nvPr/>
          </p:nvSpPr>
          <p:spPr>
            <a:xfrm>
              <a:off x="6807358" y="2024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2" name="pt30142"/>
            <p:cNvSpPr/>
            <p:nvPr/>
          </p:nvSpPr>
          <p:spPr>
            <a:xfrm>
              <a:off x="7493335" y="2040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3" name="pt30143"/>
            <p:cNvSpPr/>
            <p:nvPr/>
          </p:nvSpPr>
          <p:spPr>
            <a:xfrm>
              <a:off x="7061981" y="216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4" name="pt30144"/>
            <p:cNvSpPr/>
            <p:nvPr/>
          </p:nvSpPr>
          <p:spPr>
            <a:xfrm>
              <a:off x="7016623" y="2146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5" name="pt30145"/>
            <p:cNvSpPr/>
            <p:nvPr/>
          </p:nvSpPr>
          <p:spPr>
            <a:xfrm>
              <a:off x="6786777" y="2258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6" name="pt30146"/>
            <p:cNvSpPr/>
            <p:nvPr/>
          </p:nvSpPr>
          <p:spPr>
            <a:xfrm>
              <a:off x="7125289" y="2095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7" name="pt30147"/>
            <p:cNvSpPr/>
            <p:nvPr/>
          </p:nvSpPr>
          <p:spPr>
            <a:xfrm>
              <a:off x="7147336" y="2077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8" name="pt30148"/>
            <p:cNvSpPr/>
            <p:nvPr/>
          </p:nvSpPr>
          <p:spPr>
            <a:xfrm>
              <a:off x="7353791" y="2812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9" name="pt30149"/>
            <p:cNvSpPr/>
            <p:nvPr/>
          </p:nvSpPr>
          <p:spPr>
            <a:xfrm>
              <a:off x="7058314" y="2072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0" name="pt30150"/>
            <p:cNvSpPr/>
            <p:nvPr/>
          </p:nvSpPr>
          <p:spPr>
            <a:xfrm>
              <a:off x="6996694" y="2211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1" name="pt30151"/>
            <p:cNvSpPr/>
            <p:nvPr/>
          </p:nvSpPr>
          <p:spPr>
            <a:xfrm>
              <a:off x="6980950" y="2120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2" name="pt30152"/>
            <p:cNvSpPr/>
            <p:nvPr/>
          </p:nvSpPr>
          <p:spPr>
            <a:xfrm>
              <a:off x="7629701" y="2297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3" name="pt30153"/>
            <p:cNvSpPr/>
            <p:nvPr/>
          </p:nvSpPr>
          <p:spPr>
            <a:xfrm>
              <a:off x="7032911" y="2162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4" name="pt30154"/>
            <p:cNvSpPr/>
            <p:nvPr/>
          </p:nvSpPr>
          <p:spPr>
            <a:xfrm>
              <a:off x="7142182" y="2049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5" name="pt30155"/>
            <p:cNvSpPr/>
            <p:nvPr/>
          </p:nvSpPr>
          <p:spPr>
            <a:xfrm>
              <a:off x="7150681" y="2154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6" name="pt30156"/>
            <p:cNvSpPr/>
            <p:nvPr/>
          </p:nvSpPr>
          <p:spPr>
            <a:xfrm>
              <a:off x="7255043" y="193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7" name="pt30157"/>
            <p:cNvSpPr/>
            <p:nvPr/>
          </p:nvSpPr>
          <p:spPr>
            <a:xfrm>
              <a:off x="7052170" y="1911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8" name="pt30158"/>
            <p:cNvSpPr/>
            <p:nvPr/>
          </p:nvSpPr>
          <p:spPr>
            <a:xfrm>
              <a:off x="6799841" y="2190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9" name="pt30159"/>
            <p:cNvSpPr/>
            <p:nvPr/>
          </p:nvSpPr>
          <p:spPr>
            <a:xfrm>
              <a:off x="7088446" y="2121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0" name="pt30160"/>
            <p:cNvSpPr/>
            <p:nvPr/>
          </p:nvSpPr>
          <p:spPr>
            <a:xfrm>
              <a:off x="6888116" y="2176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1" name="pt30161"/>
            <p:cNvSpPr/>
            <p:nvPr/>
          </p:nvSpPr>
          <p:spPr>
            <a:xfrm>
              <a:off x="7149316" y="2094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2" name="pt30162"/>
            <p:cNvSpPr/>
            <p:nvPr/>
          </p:nvSpPr>
          <p:spPr>
            <a:xfrm>
              <a:off x="7241399" y="1978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3" name="pt30163"/>
            <p:cNvSpPr/>
            <p:nvPr/>
          </p:nvSpPr>
          <p:spPr>
            <a:xfrm>
              <a:off x="6949689" y="1893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4" name="pt30164"/>
            <p:cNvSpPr/>
            <p:nvPr/>
          </p:nvSpPr>
          <p:spPr>
            <a:xfrm>
              <a:off x="7212696" y="2210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5" name="pt30165"/>
            <p:cNvSpPr/>
            <p:nvPr/>
          </p:nvSpPr>
          <p:spPr>
            <a:xfrm>
              <a:off x="6584271" y="1888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6" name="pt30166"/>
            <p:cNvSpPr/>
            <p:nvPr/>
          </p:nvSpPr>
          <p:spPr>
            <a:xfrm>
              <a:off x="7206925" y="2051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7" name="pt30167"/>
            <p:cNvSpPr/>
            <p:nvPr/>
          </p:nvSpPr>
          <p:spPr>
            <a:xfrm>
              <a:off x="7053125" y="2137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8" name="pt30168"/>
            <p:cNvSpPr/>
            <p:nvPr/>
          </p:nvSpPr>
          <p:spPr>
            <a:xfrm>
              <a:off x="7044416" y="2189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9" name="pt30169"/>
            <p:cNvSpPr/>
            <p:nvPr/>
          </p:nvSpPr>
          <p:spPr>
            <a:xfrm>
              <a:off x="6979366" y="2248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0" name="pt30170"/>
            <p:cNvSpPr/>
            <p:nvPr/>
          </p:nvSpPr>
          <p:spPr>
            <a:xfrm>
              <a:off x="6765807" y="2152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1" name="pt30171"/>
            <p:cNvSpPr/>
            <p:nvPr/>
          </p:nvSpPr>
          <p:spPr>
            <a:xfrm>
              <a:off x="7304877" y="2311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2" name="pt30172"/>
            <p:cNvSpPr/>
            <p:nvPr/>
          </p:nvSpPr>
          <p:spPr>
            <a:xfrm>
              <a:off x="7232132" y="2081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3" name="pt30173"/>
            <p:cNvSpPr/>
            <p:nvPr/>
          </p:nvSpPr>
          <p:spPr>
            <a:xfrm>
              <a:off x="6748106" y="2124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4" name="pt30174"/>
            <p:cNvSpPr/>
            <p:nvPr/>
          </p:nvSpPr>
          <p:spPr>
            <a:xfrm>
              <a:off x="7051437" y="2095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5" name="pt30175"/>
            <p:cNvSpPr/>
            <p:nvPr/>
          </p:nvSpPr>
          <p:spPr>
            <a:xfrm>
              <a:off x="7024093" y="2077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6" name="pt30176"/>
            <p:cNvSpPr/>
            <p:nvPr/>
          </p:nvSpPr>
          <p:spPr>
            <a:xfrm>
              <a:off x="6747930" y="2381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7" name="pt30177"/>
            <p:cNvSpPr/>
            <p:nvPr/>
          </p:nvSpPr>
          <p:spPr>
            <a:xfrm>
              <a:off x="7052582" y="2181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8" name="pt30178"/>
            <p:cNvSpPr/>
            <p:nvPr/>
          </p:nvSpPr>
          <p:spPr>
            <a:xfrm>
              <a:off x="7198252" y="2066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9" name="pt30179"/>
            <p:cNvSpPr/>
            <p:nvPr/>
          </p:nvSpPr>
          <p:spPr>
            <a:xfrm>
              <a:off x="7201629" y="1939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0" name="pt30180"/>
            <p:cNvSpPr/>
            <p:nvPr/>
          </p:nvSpPr>
          <p:spPr>
            <a:xfrm>
              <a:off x="7294224" y="2008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1" name="pt30181"/>
            <p:cNvSpPr/>
            <p:nvPr/>
          </p:nvSpPr>
          <p:spPr>
            <a:xfrm>
              <a:off x="7292272" y="2036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2" name="pt30182"/>
            <p:cNvSpPr/>
            <p:nvPr/>
          </p:nvSpPr>
          <p:spPr>
            <a:xfrm>
              <a:off x="6925486" y="1974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3" name="pt30183"/>
            <p:cNvSpPr/>
            <p:nvPr/>
          </p:nvSpPr>
          <p:spPr>
            <a:xfrm>
              <a:off x="7033809" y="2186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4" name="pt30184"/>
            <p:cNvSpPr/>
            <p:nvPr/>
          </p:nvSpPr>
          <p:spPr>
            <a:xfrm>
              <a:off x="6754118" y="2320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5" name="pt30185"/>
            <p:cNvSpPr/>
            <p:nvPr/>
          </p:nvSpPr>
          <p:spPr>
            <a:xfrm>
              <a:off x="7052470" y="2125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6" name="pt30186"/>
            <p:cNvSpPr/>
            <p:nvPr/>
          </p:nvSpPr>
          <p:spPr>
            <a:xfrm>
              <a:off x="6717818" y="2266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7" name="pt30187"/>
            <p:cNvSpPr/>
            <p:nvPr/>
          </p:nvSpPr>
          <p:spPr>
            <a:xfrm>
              <a:off x="7056171" y="1980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8" name="pt30188"/>
            <p:cNvSpPr/>
            <p:nvPr/>
          </p:nvSpPr>
          <p:spPr>
            <a:xfrm>
              <a:off x="7119362" y="1928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9" name="pt30189"/>
            <p:cNvSpPr/>
            <p:nvPr/>
          </p:nvSpPr>
          <p:spPr>
            <a:xfrm>
              <a:off x="7185557" y="1879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0" name="pt30190"/>
            <p:cNvSpPr/>
            <p:nvPr/>
          </p:nvSpPr>
          <p:spPr>
            <a:xfrm>
              <a:off x="7297071" y="2052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1" name="pt30191"/>
            <p:cNvSpPr/>
            <p:nvPr/>
          </p:nvSpPr>
          <p:spPr>
            <a:xfrm>
              <a:off x="6996599" y="2278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2" name="pt30192"/>
            <p:cNvSpPr/>
            <p:nvPr/>
          </p:nvSpPr>
          <p:spPr>
            <a:xfrm>
              <a:off x="7043803" y="2234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3" name="pt30193"/>
            <p:cNvSpPr/>
            <p:nvPr/>
          </p:nvSpPr>
          <p:spPr>
            <a:xfrm>
              <a:off x="6961860" y="2031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4" name="pt30194"/>
            <p:cNvSpPr/>
            <p:nvPr/>
          </p:nvSpPr>
          <p:spPr>
            <a:xfrm>
              <a:off x="7080216" y="2222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5" name="pt30195"/>
            <p:cNvSpPr/>
            <p:nvPr/>
          </p:nvSpPr>
          <p:spPr>
            <a:xfrm>
              <a:off x="6755799" y="2165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6" name="pt30196"/>
            <p:cNvSpPr/>
            <p:nvPr/>
          </p:nvSpPr>
          <p:spPr>
            <a:xfrm>
              <a:off x="7252724" y="2059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7" name="pt30197"/>
            <p:cNvSpPr/>
            <p:nvPr/>
          </p:nvSpPr>
          <p:spPr>
            <a:xfrm>
              <a:off x="7044701" y="2184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8" name="pt30198"/>
            <p:cNvSpPr/>
            <p:nvPr/>
          </p:nvSpPr>
          <p:spPr>
            <a:xfrm>
              <a:off x="7012074" y="2135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9" name="pt30199"/>
            <p:cNvSpPr/>
            <p:nvPr/>
          </p:nvSpPr>
          <p:spPr>
            <a:xfrm>
              <a:off x="7028020" y="2182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0" name="pt30200"/>
            <p:cNvSpPr/>
            <p:nvPr/>
          </p:nvSpPr>
          <p:spPr>
            <a:xfrm>
              <a:off x="6879271" y="1943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1" name="pt30201"/>
            <p:cNvSpPr/>
            <p:nvPr/>
          </p:nvSpPr>
          <p:spPr>
            <a:xfrm>
              <a:off x="7037278" y="2036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2" name="pt30202"/>
            <p:cNvSpPr/>
            <p:nvPr/>
          </p:nvSpPr>
          <p:spPr>
            <a:xfrm>
              <a:off x="7037208" y="2208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3" name="pt30203"/>
            <p:cNvSpPr/>
            <p:nvPr/>
          </p:nvSpPr>
          <p:spPr>
            <a:xfrm>
              <a:off x="6962056" y="2056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4" name="pt30204"/>
            <p:cNvSpPr/>
            <p:nvPr/>
          </p:nvSpPr>
          <p:spPr>
            <a:xfrm>
              <a:off x="7118563" y="1943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5" name="pt30205"/>
            <p:cNvSpPr/>
            <p:nvPr/>
          </p:nvSpPr>
          <p:spPr>
            <a:xfrm>
              <a:off x="7156669" y="2225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6" name="pt30206"/>
            <p:cNvSpPr/>
            <p:nvPr/>
          </p:nvSpPr>
          <p:spPr>
            <a:xfrm>
              <a:off x="7083631" y="2184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7" name="pt30207"/>
            <p:cNvSpPr/>
            <p:nvPr/>
          </p:nvSpPr>
          <p:spPr>
            <a:xfrm>
              <a:off x="7004942" y="1827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8" name="pt30208"/>
            <p:cNvSpPr/>
            <p:nvPr/>
          </p:nvSpPr>
          <p:spPr>
            <a:xfrm>
              <a:off x="7196518" y="2257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9" name="pt30209"/>
            <p:cNvSpPr/>
            <p:nvPr/>
          </p:nvSpPr>
          <p:spPr>
            <a:xfrm>
              <a:off x="6986618" y="2012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0" name="pt30210"/>
            <p:cNvSpPr/>
            <p:nvPr/>
          </p:nvSpPr>
          <p:spPr>
            <a:xfrm>
              <a:off x="7123253" y="2075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1" name="pt30211"/>
            <p:cNvSpPr/>
            <p:nvPr/>
          </p:nvSpPr>
          <p:spPr>
            <a:xfrm>
              <a:off x="7088942" y="2150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2" name="pt30212"/>
            <p:cNvSpPr/>
            <p:nvPr/>
          </p:nvSpPr>
          <p:spPr>
            <a:xfrm>
              <a:off x="7409329" y="2334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3" name="pt30213"/>
            <p:cNvSpPr/>
            <p:nvPr/>
          </p:nvSpPr>
          <p:spPr>
            <a:xfrm>
              <a:off x="6858906" y="2123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4" name="pt30214"/>
            <p:cNvSpPr/>
            <p:nvPr/>
          </p:nvSpPr>
          <p:spPr>
            <a:xfrm>
              <a:off x="7094349" y="2307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5" name="pt30215"/>
            <p:cNvSpPr/>
            <p:nvPr/>
          </p:nvSpPr>
          <p:spPr>
            <a:xfrm>
              <a:off x="7041958" y="2218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6" name="pt30216"/>
            <p:cNvSpPr/>
            <p:nvPr/>
          </p:nvSpPr>
          <p:spPr>
            <a:xfrm>
              <a:off x="7261148" y="2023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7" name="pt30217"/>
            <p:cNvSpPr/>
            <p:nvPr/>
          </p:nvSpPr>
          <p:spPr>
            <a:xfrm>
              <a:off x="7217678" y="1973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8" name="pt30218"/>
            <p:cNvSpPr/>
            <p:nvPr/>
          </p:nvSpPr>
          <p:spPr>
            <a:xfrm>
              <a:off x="6818035" y="2194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9" name="pt30219"/>
            <p:cNvSpPr/>
            <p:nvPr/>
          </p:nvSpPr>
          <p:spPr>
            <a:xfrm>
              <a:off x="6764918" y="1889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0" name="pt30220"/>
            <p:cNvSpPr/>
            <p:nvPr/>
          </p:nvSpPr>
          <p:spPr>
            <a:xfrm>
              <a:off x="7153573" y="2115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1" name="pt30221"/>
            <p:cNvSpPr/>
            <p:nvPr/>
          </p:nvSpPr>
          <p:spPr>
            <a:xfrm>
              <a:off x="7682942" y="2386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2" name="pt30222"/>
            <p:cNvSpPr/>
            <p:nvPr/>
          </p:nvSpPr>
          <p:spPr>
            <a:xfrm>
              <a:off x="7014767" y="2326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3" name="pt30223"/>
            <p:cNvSpPr/>
            <p:nvPr/>
          </p:nvSpPr>
          <p:spPr>
            <a:xfrm>
              <a:off x="6928702" y="1971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4" name="pt30224"/>
            <p:cNvSpPr/>
            <p:nvPr/>
          </p:nvSpPr>
          <p:spPr>
            <a:xfrm>
              <a:off x="7345558" y="2051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5" name="pt30225"/>
            <p:cNvSpPr/>
            <p:nvPr/>
          </p:nvSpPr>
          <p:spPr>
            <a:xfrm>
              <a:off x="7061636" y="2215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6" name="pt30226"/>
            <p:cNvSpPr/>
            <p:nvPr/>
          </p:nvSpPr>
          <p:spPr>
            <a:xfrm>
              <a:off x="7180054" y="208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7" name="pt30227"/>
            <p:cNvSpPr/>
            <p:nvPr/>
          </p:nvSpPr>
          <p:spPr>
            <a:xfrm>
              <a:off x="6576763" y="2110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8" name="pt30228"/>
            <p:cNvSpPr/>
            <p:nvPr/>
          </p:nvSpPr>
          <p:spPr>
            <a:xfrm>
              <a:off x="7178212" y="199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9" name="pt30229"/>
            <p:cNvSpPr/>
            <p:nvPr/>
          </p:nvSpPr>
          <p:spPr>
            <a:xfrm>
              <a:off x="6918048" y="1920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0" name="pt30230"/>
            <p:cNvSpPr/>
            <p:nvPr/>
          </p:nvSpPr>
          <p:spPr>
            <a:xfrm>
              <a:off x="7067696" y="2093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1" name="pt30231"/>
            <p:cNvSpPr/>
            <p:nvPr/>
          </p:nvSpPr>
          <p:spPr>
            <a:xfrm>
              <a:off x="7011274" y="210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2" name="pt30232"/>
            <p:cNvSpPr/>
            <p:nvPr/>
          </p:nvSpPr>
          <p:spPr>
            <a:xfrm>
              <a:off x="7100040" y="2322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3" name="pt30233"/>
            <p:cNvSpPr/>
            <p:nvPr/>
          </p:nvSpPr>
          <p:spPr>
            <a:xfrm>
              <a:off x="7096232" y="2271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4" name="pt30234"/>
            <p:cNvSpPr/>
            <p:nvPr/>
          </p:nvSpPr>
          <p:spPr>
            <a:xfrm>
              <a:off x="7000091" y="2223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5" name="pt30235"/>
            <p:cNvSpPr/>
            <p:nvPr/>
          </p:nvSpPr>
          <p:spPr>
            <a:xfrm>
              <a:off x="6720190" y="2487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6" name="pt30236"/>
            <p:cNvSpPr/>
            <p:nvPr/>
          </p:nvSpPr>
          <p:spPr>
            <a:xfrm>
              <a:off x="7013121" y="2090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7" name="pt30237"/>
            <p:cNvSpPr/>
            <p:nvPr/>
          </p:nvSpPr>
          <p:spPr>
            <a:xfrm>
              <a:off x="7165156" y="2109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8" name="pt30238"/>
            <p:cNvSpPr/>
            <p:nvPr/>
          </p:nvSpPr>
          <p:spPr>
            <a:xfrm>
              <a:off x="7153392" y="2160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9" name="pt30239"/>
            <p:cNvSpPr/>
            <p:nvPr/>
          </p:nvSpPr>
          <p:spPr>
            <a:xfrm>
              <a:off x="7018391" y="2251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0" name="pt30240"/>
            <p:cNvSpPr/>
            <p:nvPr/>
          </p:nvSpPr>
          <p:spPr>
            <a:xfrm>
              <a:off x="7054029" y="2009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1" name="pt30241"/>
            <p:cNvSpPr/>
            <p:nvPr/>
          </p:nvSpPr>
          <p:spPr>
            <a:xfrm>
              <a:off x="7159940" y="2347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2" name="pt30242"/>
            <p:cNvSpPr/>
            <p:nvPr/>
          </p:nvSpPr>
          <p:spPr>
            <a:xfrm>
              <a:off x="7134468" y="211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3" name="pt30243"/>
            <p:cNvSpPr/>
            <p:nvPr/>
          </p:nvSpPr>
          <p:spPr>
            <a:xfrm>
              <a:off x="7395432" y="268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4" name="pt30244"/>
            <p:cNvSpPr/>
            <p:nvPr/>
          </p:nvSpPr>
          <p:spPr>
            <a:xfrm>
              <a:off x="7077160" y="2067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5" name="pt30245"/>
            <p:cNvSpPr/>
            <p:nvPr/>
          </p:nvSpPr>
          <p:spPr>
            <a:xfrm>
              <a:off x="7200974" y="2015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6" name="pt30246"/>
            <p:cNvSpPr/>
            <p:nvPr/>
          </p:nvSpPr>
          <p:spPr>
            <a:xfrm>
              <a:off x="7244901" y="1978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7" name="pt30247"/>
            <p:cNvSpPr/>
            <p:nvPr/>
          </p:nvSpPr>
          <p:spPr>
            <a:xfrm>
              <a:off x="7207580" y="2132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8" name="pt30248"/>
            <p:cNvSpPr/>
            <p:nvPr/>
          </p:nvSpPr>
          <p:spPr>
            <a:xfrm>
              <a:off x="7161886" y="2312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9" name="pt30249"/>
            <p:cNvSpPr/>
            <p:nvPr/>
          </p:nvSpPr>
          <p:spPr>
            <a:xfrm>
              <a:off x="6974790" y="185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0" name="pt30250"/>
            <p:cNvSpPr/>
            <p:nvPr/>
          </p:nvSpPr>
          <p:spPr>
            <a:xfrm>
              <a:off x="7095297" y="2258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1" name="pt30251"/>
            <p:cNvSpPr/>
            <p:nvPr/>
          </p:nvSpPr>
          <p:spPr>
            <a:xfrm>
              <a:off x="7190967" y="2201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2" name="pt30252"/>
            <p:cNvSpPr/>
            <p:nvPr/>
          </p:nvSpPr>
          <p:spPr>
            <a:xfrm>
              <a:off x="6890074" y="2060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3" name="pt30253"/>
            <p:cNvSpPr/>
            <p:nvPr/>
          </p:nvSpPr>
          <p:spPr>
            <a:xfrm>
              <a:off x="6994406" y="2269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4" name="pt30254"/>
            <p:cNvSpPr/>
            <p:nvPr/>
          </p:nvSpPr>
          <p:spPr>
            <a:xfrm>
              <a:off x="6773596" y="2106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5" name="pt30255"/>
            <p:cNvSpPr/>
            <p:nvPr/>
          </p:nvSpPr>
          <p:spPr>
            <a:xfrm>
              <a:off x="7367185" y="2550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6" name="pt30256"/>
            <p:cNvSpPr/>
            <p:nvPr/>
          </p:nvSpPr>
          <p:spPr>
            <a:xfrm>
              <a:off x="6945236" y="1925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7" name="pt30257"/>
            <p:cNvSpPr/>
            <p:nvPr/>
          </p:nvSpPr>
          <p:spPr>
            <a:xfrm>
              <a:off x="7064177" y="2071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8" name="pt30258"/>
            <p:cNvSpPr/>
            <p:nvPr/>
          </p:nvSpPr>
          <p:spPr>
            <a:xfrm>
              <a:off x="6901562" y="2020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9" name="pt30259"/>
            <p:cNvSpPr/>
            <p:nvPr/>
          </p:nvSpPr>
          <p:spPr>
            <a:xfrm>
              <a:off x="7120791" y="2048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0" name="pt30260"/>
            <p:cNvSpPr/>
            <p:nvPr/>
          </p:nvSpPr>
          <p:spPr>
            <a:xfrm>
              <a:off x="6820036" y="225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1" name="pt30261"/>
            <p:cNvSpPr/>
            <p:nvPr/>
          </p:nvSpPr>
          <p:spPr>
            <a:xfrm>
              <a:off x="7176543" y="1929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2" name="pt30262"/>
            <p:cNvSpPr/>
            <p:nvPr/>
          </p:nvSpPr>
          <p:spPr>
            <a:xfrm>
              <a:off x="6833668" y="1689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3" name="pt30263"/>
            <p:cNvSpPr/>
            <p:nvPr/>
          </p:nvSpPr>
          <p:spPr>
            <a:xfrm>
              <a:off x="7457853" y="2064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4" name="pt30264"/>
            <p:cNvSpPr/>
            <p:nvPr/>
          </p:nvSpPr>
          <p:spPr>
            <a:xfrm>
              <a:off x="7075978" y="2137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5" name="pt30265"/>
            <p:cNvSpPr/>
            <p:nvPr/>
          </p:nvSpPr>
          <p:spPr>
            <a:xfrm>
              <a:off x="7068855" y="2090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6" name="pt30266"/>
            <p:cNvSpPr/>
            <p:nvPr/>
          </p:nvSpPr>
          <p:spPr>
            <a:xfrm>
              <a:off x="6928770" y="1937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7" name="pt30267"/>
            <p:cNvSpPr/>
            <p:nvPr/>
          </p:nvSpPr>
          <p:spPr>
            <a:xfrm>
              <a:off x="7173123" y="2246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8" name="pt30268"/>
            <p:cNvSpPr/>
            <p:nvPr/>
          </p:nvSpPr>
          <p:spPr>
            <a:xfrm>
              <a:off x="7121982" y="2060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9" name="pt30269"/>
            <p:cNvSpPr/>
            <p:nvPr/>
          </p:nvSpPr>
          <p:spPr>
            <a:xfrm>
              <a:off x="7122464" y="2010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0" name="pt30270"/>
            <p:cNvSpPr/>
            <p:nvPr/>
          </p:nvSpPr>
          <p:spPr>
            <a:xfrm>
              <a:off x="6622448" y="1596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1" name="pt30271"/>
            <p:cNvSpPr/>
            <p:nvPr/>
          </p:nvSpPr>
          <p:spPr>
            <a:xfrm>
              <a:off x="7151821" y="2229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2" name="pt30272"/>
            <p:cNvSpPr/>
            <p:nvPr/>
          </p:nvSpPr>
          <p:spPr>
            <a:xfrm>
              <a:off x="6956465" y="1864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3" name="pt30273"/>
            <p:cNvSpPr/>
            <p:nvPr/>
          </p:nvSpPr>
          <p:spPr>
            <a:xfrm>
              <a:off x="7131691" y="2110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4" name="pt30274"/>
            <p:cNvSpPr/>
            <p:nvPr/>
          </p:nvSpPr>
          <p:spPr>
            <a:xfrm>
              <a:off x="7027157" y="2077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5" name="pt30275"/>
            <p:cNvSpPr/>
            <p:nvPr/>
          </p:nvSpPr>
          <p:spPr>
            <a:xfrm>
              <a:off x="7141370" y="1927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6" name="pt30276"/>
            <p:cNvSpPr/>
            <p:nvPr/>
          </p:nvSpPr>
          <p:spPr>
            <a:xfrm>
              <a:off x="7100310" y="2318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7" name="pt30277"/>
            <p:cNvSpPr/>
            <p:nvPr/>
          </p:nvSpPr>
          <p:spPr>
            <a:xfrm>
              <a:off x="7396729" y="2941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8" name="pt30278"/>
            <p:cNvSpPr/>
            <p:nvPr/>
          </p:nvSpPr>
          <p:spPr>
            <a:xfrm>
              <a:off x="7277535" y="1862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9" name="pt30279"/>
            <p:cNvSpPr/>
            <p:nvPr/>
          </p:nvSpPr>
          <p:spPr>
            <a:xfrm>
              <a:off x="7230835" y="2032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0" name="pt30280"/>
            <p:cNvSpPr/>
            <p:nvPr/>
          </p:nvSpPr>
          <p:spPr>
            <a:xfrm>
              <a:off x="6845756" y="2095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1" name="pt30281"/>
            <p:cNvSpPr/>
            <p:nvPr/>
          </p:nvSpPr>
          <p:spPr>
            <a:xfrm>
              <a:off x="7133925" y="2014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2" name="pt30282"/>
            <p:cNvSpPr/>
            <p:nvPr/>
          </p:nvSpPr>
          <p:spPr>
            <a:xfrm>
              <a:off x="7120875" y="2074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3" name="pt30283"/>
            <p:cNvSpPr/>
            <p:nvPr/>
          </p:nvSpPr>
          <p:spPr>
            <a:xfrm>
              <a:off x="7377102" y="2815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4" name="pt30284"/>
            <p:cNvSpPr/>
            <p:nvPr/>
          </p:nvSpPr>
          <p:spPr>
            <a:xfrm>
              <a:off x="6992826" y="2408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5" name="pt30285"/>
            <p:cNvSpPr/>
            <p:nvPr/>
          </p:nvSpPr>
          <p:spPr>
            <a:xfrm>
              <a:off x="7075619" y="213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6" name="pt30286"/>
            <p:cNvSpPr/>
            <p:nvPr/>
          </p:nvSpPr>
          <p:spPr>
            <a:xfrm>
              <a:off x="7112434" y="1960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7" name="pt30287"/>
            <p:cNvSpPr/>
            <p:nvPr/>
          </p:nvSpPr>
          <p:spPr>
            <a:xfrm>
              <a:off x="7133470" y="1992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8" name="pt30288"/>
            <p:cNvSpPr/>
            <p:nvPr/>
          </p:nvSpPr>
          <p:spPr>
            <a:xfrm>
              <a:off x="7149972" y="2187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9" name="pt30289"/>
            <p:cNvSpPr/>
            <p:nvPr/>
          </p:nvSpPr>
          <p:spPr>
            <a:xfrm>
              <a:off x="7034705" y="2193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0" name="pt30290"/>
            <p:cNvSpPr/>
            <p:nvPr/>
          </p:nvSpPr>
          <p:spPr>
            <a:xfrm>
              <a:off x="6823334" y="1957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1" name="pt30291"/>
            <p:cNvSpPr/>
            <p:nvPr/>
          </p:nvSpPr>
          <p:spPr>
            <a:xfrm>
              <a:off x="6677712" y="1610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2" name="pt30292"/>
            <p:cNvSpPr/>
            <p:nvPr/>
          </p:nvSpPr>
          <p:spPr>
            <a:xfrm>
              <a:off x="7228489" y="1923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3" name="pt30293"/>
            <p:cNvSpPr/>
            <p:nvPr/>
          </p:nvSpPr>
          <p:spPr>
            <a:xfrm>
              <a:off x="6826833" y="1735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4" name="pt30294"/>
            <p:cNvSpPr/>
            <p:nvPr/>
          </p:nvSpPr>
          <p:spPr>
            <a:xfrm>
              <a:off x="7188946" y="2223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5" name="pt30295"/>
            <p:cNvSpPr/>
            <p:nvPr/>
          </p:nvSpPr>
          <p:spPr>
            <a:xfrm>
              <a:off x="7154817" y="2361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6" name="pt30296"/>
            <p:cNvSpPr/>
            <p:nvPr/>
          </p:nvSpPr>
          <p:spPr>
            <a:xfrm>
              <a:off x="7203583" y="2058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7" name="pt30297"/>
            <p:cNvSpPr/>
            <p:nvPr/>
          </p:nvSpPr>
          <p:spPr>
            <a:xfrm>
              <a:off x="7207782" y="2000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8" name="pt30298"/>
            <p:cNvSpPr/>
            <p:nvPr/>
          </p:nvSpPr>
          <p:spPr>
            <a:xfrm>
              <a:off x="7493524" y="2164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9" name="pt30299"/>
            <p:cNvSpPr/>
            <p:nvPr/>
          </p:nvSpPr>
          <p:spPr>
            <a:xfrm>
              <a:off x="7350486" y="2741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0" name="pt30300"/>
            <p:cNvSpPr/>
            <p:nvPr/>
          </p:nvSpPr>
          <p:spPr>
            <a:xfrm>
              <a:off x="7170558" y="2011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1" name="pt30301"/>
            <p:cNvSpPr/>
            <p:nvPr/>
          </p:nvSpPr>
          <p:spPr>
            <a:xfrm>
              <a:off x="6983866" y="2223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2" name="pt30302"/>
            <p:cNvSpPr/>
            <p:nvPr/>
          </p:nvSpPr>
          <p:spPr>
            <a:xfrm>
              <a:off x="6940899" y="1962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3" name="pt30303"/>
            <p:cNvSpPr/>
            <p:nvPr/>
          </p:nvSpPr>
          <p:spPr>
            <a:xfrm>
              <a:off x="7118670" y="1963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4" name="pt30304"/>
            <p:cNvSpPr/>
            <p:nvPr/>
          </p:nvSpPr>
          <p:spPr>
            <a:xfrm>
              <a:off x="7151286" y="2055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5" name="pt30305"/>
            <p:cNvSpPr/>
            <p:nvPr/>
          </p:nvSpPr>
          <p:spPr>
            <a:xfrm>
              <a:off x="7209702" y="2017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6" name="pt30306"/>
            <p:cNvSpPr/>
            <p:nvPr/>
          </p:nvSpPr>
          <p:spPr>
            <a:xfrm>
              <a:off x="7118792" y="1987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7" name="pt30307"/>
            <p:cNvSpPr/>
            <p:nvPr/>
          </p:nvSpPr>
          <p:spPr>
            <a:xfrm>
              <a:off x="7320015" y="2357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8" name="pt30308"/>
            <p:cNvSpPr/>
            <p:nvPr/>
          </p:nvSpPr>
          <p:spPr>
            <a:xfrm>
              <a:off x="6846936" y="2140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9" name="pt30309"/>
            <p:cNvSpPr/>
            <p:nvPr/>
          </p:nvSpPr>
          <p:spPr>
            <a:xfrm>
              <a:off x="7261159" y="1955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0" name="pt30310"/>
            <p:cNvSpPr/>
            <p:nvPr/>
          </p:nvSpPr>
          <p:spPr>
            <a:xfrm>
              <a:off x="6994919" y="2381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1" name="pt30311"/>
            <p:cNvSpPr/>
            <p:nvPr/>
          </p:nvSpPr>
          <p:spPr>
            <a:xfrm>
              <a:off x="6617831" y="1981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2" name="pt30312"/>
            <p:cNvSpPr/>
            <p:nvPr/>
          </p:nvSpPr>
          <p:spPr>
            <a:xfrm>
              <a:off x="6826310" y="1966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3" name="pt30313"/>
            <p:cNvSpPr/>
            <p:nvPr/>
          </p:nvSpPr>
          <p:spPr>
            <a:xfrm>
              <a:off x="7014471" y="2275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4" name="pt30314"/>
            <p:cNvSpPr/>
            <p:nvPr/>
          </p:nvSpPr>
          <p:spPr>
            <a:xfrm>
              <a:off x="7003272" y="1913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5" name="pt30315"/>
            <p:cNvSpPr/>
            <p:nvPr/>
          </p:nvSpPr>
          <p:spPr>
            <a:xfrm>
              <a:off x="7112848" y="2056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6" name="pt30316"/>
            <p:cNvSpPr/>
            <p:nvPr/>
          </p:nvSpPr>
          <p:spPr>
            <a:xfrm>
              <a:off x="7055817" y="1995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7" name="pt30317"/>
            <p:cNvSpPr/>
            <p:nvPr/>
          </p:nvSpPr>
          <p:spPr>
            <a:xfrm>
              <a:off x="7258006" y="2084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8" name="pt30318"/>
            <p:cNvSpPr/>
            <p:nvPr/>
          </p:nvSpPr>
          <p:spPr>
            <a:xfrm>
              <a:off x="7256896" y="2061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9" name="pt30319"/>
            <p:cNvSpPr/>
            <p:nvPr/>
          </p:nvSpPr>
          <p:spPr>
            <a:xfrm>
              <a:off x="7075299" y="2060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0" name="pt30320"/>
            <p:cNvSpPr/>
            <p:nvPr/>
          </p:nvSpPr>
          <p:spPr>
            <a:xfrm>
              <a:off x="7208651" y="2095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1" name="pt30321"/>
            <p:cNvSpPr/>
            <p:nvPr/>
          </p:nvSpPr>
          <p:spPr>
            <a:xfrm>
              <a:off x="7184839" y="1806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2" name="pt30322"/>
            <p:cNvSpPr/>
            <p:nvPr/>
          </p:nvSpPr>
          <p:spPr>
            <a:xfrm>
              <a:off x="7040947" y="2256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3" name="pt30323"/>
            <p:cNvSpPr/>
            <p:nvPr/>
          </p:nvSpPr>
          <p:spPr>
            <a:xfrm>
              <a:off x="7213041" y="1901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4" name="pt30324"/>
            <p:cNvSpPr/>
            <p:nvPr/>
          </p:nvSpPr>
          <p:spPr>
            <a:xfrm>
              <a:off x="7264735" y="1988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5" name="pt30325"/>
            <p:cNvSpPr/>
            <p:nvPr/>
          </p:nvSpPr>
          <p:spPr>
            <a:xfrm>
              <a:off x="6829442" y="1590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6" name="pt30326"/>
            <p:cNvSpPr/>
            <p:nvPr/>
          </p:nvSpPr>
          <p:spPr>
            <a:xfrm>
              <a:off x="6910350" y="1973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7" name="pt30327"/>
            <p:cNvSpPr/>
            <p:nvPr/>
          </p:nvSpPr>
          <p:spPr>
            <a:xfrm>
              <a:off x="6922272" y="2007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8" name="pt30328"/>
            <p:cNvSpPr/>
            <p:nvPr/>
          </p:nvSpPr>
          <p:spPr>
            <a:xfrm>
              <a:off x="7194843" y="2051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9" name="pt30329"/>
            <p:cNvSpPr/>
            <p:nvPr/>
          </p:nvSpPr>
          <p:spPr>
            <a:xfrm>
              <a:off x="7167033" y="2269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0" name="pt30330"/>
            <p:cNvSpPr/>
            <p:nvPr/>
          </p:nvSpPr>
          <p:spPr>
            <a:xfrm>
              <a:off x="7081725" y="2176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1" name="pt30331"/>
            <p:cNvSpPr/>
            <p:nvPr/>
          </p:nvSpPr>
          <p:spPr>
            <a:xfrm>
              <a:off x="7066004" y="2145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2" name="pt30332"/>
            <p:cNvSpPr/>
            <p:nvPr/>
          </p:nvSpPr>
          <p:spPr>
            <a:xfrm>
              <a:off x="7086440" y="2227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3" name="pt30333"/>
            <p:cNvSpPr/>
            <p:nvPr/>
          </p:nvSpPr>
          <p:spPr>
            <a:xfrm>
              <a:off x="7346024" y="2148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4" name="pt30334"/>
            <p:cNvSpPr/>
            <p:nvPr/>
          </p:nvSpPr>
          <p:spPr>
            <a:xfrm>
              <a:off x="7134205" y="205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5" name="pt30335"/>
            <p:cNvSpPr/>
            <p:nvPr/>
          </p:nvSpPr>
          <p:spPr>
            <a:xfrm>
              <a:off x="7078975" y="2147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6" name="pt30336"/>
            <p:cNvSpPr/>
            <p:nvPr/>
          </p:nvSpPr>
          <p:spPr>
            <a:xfrm>
              <a:off x="7169786" y="2135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7" name="pt30337"/>
            <p:cNvSpPr/>
            <p:nvPr/>
          </p:nvSpPr>
          <p:spPr>
            <a:xfrm>
              <a:off x="7329292" y="2041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8" name="pt30338"/>
            <p:cNvSpPr/>
            <p:nvPr/>
          </p:nvSpPr>
          <p:spPr>
            <a:xfrm>
              <a:off x="6868849" y="2233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9" name="pt30339"/>
            <p:cNvSpPr/>
            <p:nvPr/>
          </p:nvSpPr>
          <p:spPr>
            <a:xfrm>
              <a:off x="7060760" y="2161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0" name="pt30340"/>
            <p:cNvSpPr/>
            <p:nvPr/>
          </p:nvSpPr>
          <p:spPr>
            <a:xfrm>
              <a:off x="7076446" y="2096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1" name="pt30341"/>
            <p:cNvSpPr/>
            <p:nvPr/>
          </p:nvSpPr>
          <p:spPr>
            <a:xfrm>
              <a:off x="7139640" y="1964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2" name="pt30342"/>
            <p:cNvSpPr/>
            <p:nvPr/>
          </p:nvSpPr>
          <p:spPr>
            <a:xfrm>
              <a:off x="6975923" y="1877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3" name="pt30343"/>
            <p:cNvSpPr/>
            <p:nvPr/>
          </p:nvSpPr>
          <p:spPr>
            <a:xfrm>
              <a:off x="7059206" y="2044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4" name="pt30344"/>
            <p:cNvSpPr/>
            <p:nvPr/>
          </p:nvSpPr>
          <p:spPr>
            <a:xfrm>
              <a:off x="6771297" y="2082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5" name="pt30345"/>
            <p:cNvSpPr/>
            <p:nvPr/>
          </p:nvSpPr>
          <p:spPr>
            <a:xfrm>
              <a:off x="6996020" y="2266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6" name="pt30346"/>
            <p:cNvSpPr/>
            <p:nvPr/>
          </p:nvSpPr>
          <p:spPr>
            <a:xfrm>
              <a:off x="6856546" y="2217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7" name="pt30347"/>
            <p:cNvSpPr/>
            <p:nvPr/>
          </p:nvSpPr>
          <p:spPr>
            <a:xfrm>
              <a:off x="7280938" y="1843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8" name="pt30348"/>
            <p:cNvSpPr/>
            <p:nvPr/>
          </p:nvSpPr>
          <p:spPr>
            <a:xfrm>
              <a:off x="7242677" y="2028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9" name="pt30349"/>
            <p:cNvSpPr/>
            <p:nvPr/>
          </p:nvSpPr>
          <p:spPr>
            <a:xfrm>
              <a:off x="6996903" y="2295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0" name="pt30350"/>
            <p:cNvSpPr/>
            <p:nvPr/>
          </p:nvSpPr>
          <p:spPr>
            <a:xfrm>
              <a:off x="7195629" y="1981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1" name="pt30351"/>
            <p:cNvSpPr/>
            <p:nvPr/>
          </p:nvSpPr>
          <p:spPr>
            <a:xfrm>
              <a:off x="6773001" y="2186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2" name="pt30352"/>
            <p:cNvSpPr/>
            <p:nvPr/>
          </p:nvSpPr>
          <p:spPr>
            <a:xfrm>
              <a:off x="6740533" y="2195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3" name="pt30353"/>
            <p:cNvSpPr/>
            <p:nvPr/>
          </p:nvSpPr>
          <p:spPr>
            <a:xfrm>
              <a:off x="7272986" y="1996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4" name="pt30354"/>
            <p:cNvSpPr/>
            <p:nvPr/>
          </p:nvSpPr>
          <p:spPr>
            <a:xfrm>
              <a:off x="7211459" y="2059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5" name="pt30355"/>
            <p:cNvSpPr/>
            <p:nvPr/>
          </p:nvSpPr>
          <p:spPr>
            <a:xfrm>
              <a:off x="7011148" y="2161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6" name="pt30356"/>
            <p:cNvSpPr/>
            <p:nvPr/>
          </p:nvSpPr>
          <p:spPr>
            <a:xfrm>
              <a:off x="7133012" y="2155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7" name="pt30357"/>
            <p:cNvSpPr/>
            <p:nvPr/>
          </p:nvSpPr>
          <p:spPr>
            <a:xfrm>
              <a:off x="7104624" y="2201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8" name="pt30358"/>
            <p:cNvSpPr/>
            <p:nvPr/>
          </p:nvSpPr>
          <p:spPr>
            <a:xfrm>
              <a:off x="7069855" y="2136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9" name="pt30359"/>
            <p:cNvSpPr/>
            <p:nvPr/>
          </p:nvSpPr>
          <p:spPr>
            <a:xfrm>
              <a:off x="7295046" y="2166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0" name="pt30360"/>
            <p:cNvSpPr/>
            <p:nvPr/>
          </p:nvSpPr>
          <p:spPr>
            <a:xfrm>
              <a:off x="7019919" y="2092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1" name="pt30361"/>
            <p:cNvSpPr/>
            <p:nvPr/>
          </p:nvSpPr>
          <p:spPr>
            <a:xfrm>
              <a:off x="7214228" y="2027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2" name="pt30362"/>
            <p:cNvSpPr/>
            <p:nvPr/>
          </p:nvSpPr>
          <p:spPr>
            <a:xfrm>
              <a:off x="7305130" y="2466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3" name="pt30363"/>
            <p:cNvSpPr/>
            <p:nvPr/>
          </p:nvSpPr>
          <p:spPr>
            <a:xfrm>
              <a:off x="6620378" y="2271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4" name="pt30364"/>
            <p:cNvSpPr/>
            <p:nvPr/>
          </p:nvSpPr>
          <p:spPr>
            <a:xfrm>
              <a:off x="7224419" y="1939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5" name="pt30365"/>
            <p:cNvSpPr/>
            <p:nvPr/>
          </p:nvSpPr>
          <p:spPr>
            <a:xfrm>
              <a:off x="7297550" y="2124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6" name="pt30366"/>
            <p:cNvSpPr/>
            <p:nvPr/>
          </p:nvSpPr>
          <p:spPr>
            <a:xfrm>
              <a:off x="6833478" y="2040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7" name="pt30367"/>
            <p:cNvSpPr/>
            <p:nvPr/>
          </p:nvSpPr>
          <p:spPr>
            <a:xfrm>
              <a:off x="7072710" y="2147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8" name="pt30368"/>
            <p:cNvSpPr/>
            <p:nvPr/>
          </p:nvSpPr>
          <p:spPr>
            <a:xfrm>
              <a:off x="6932587" y="1882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9" name="pt30369"/>
            <p:cNvSpPr/>
            <p:nvPr/>
          </p:nvSpPr>
          <p:spPr>
            <a:xfrm>
              <a:off x="7362885" y="2440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0" name="pt30370"/>
            <p:cNvSpPr/>
            <p:nvPr/>
          </p:nvSpPr>
          <p:spPr>
            <a:xfrm>
              <a:off x="7271298" y="1960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1" name="pt30371"/>
            <p:cNvSpPr/>
            <p:nvPr/>
          </p:nvSpPr>
          <p:spPr>
            <a:xfrm>
              <a:off x="6833053" y="1875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2" name="pt30372"/>
            <p:cNvSpPr/>
            <p:nvPr/>
          </p:nvSpPr>
          <p:spPr>
            <a:xfrm>
              <a:off x="6836702" y="1882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3" name="pt30373"/>
            <p:cNvSpPr/>
            <p:nvPr/>
          </p:nvSpPr>
          <p:spPr>
            <a:xfrm>
              <a:off x="7174155" y="2171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4" name="pt30374"/>
            <p:cNvSpPr/>
            <p:nvPr/>
          </p:nvSpPr>
          <p:spPr>
            <a:xfrm>
              <a:off x="7249195" y="1968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5" name="pt30375"/>
            <p:cNvSpPr/>
            <p:nvPr/>
          </p:nvSpPr>
          <p:spPr>
            <a:xfrm>
              <a:off x="7062948" y="2119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6" name="pt30376"/>
            <p:cNvSpPr/>
            <p:nvPr/>
          </p:nvSpPr>
          <p:spPr>
            <a:xfrm>
              <a:off x="7219136" y="2198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7" name="pt30377"/>
            <p:cNvSpPr/>
            <p:nvPr/>
          </p:nvSpPr>
          <p:spPr>
            <a:xfrm>
              <a:off x="7096438" y="2127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8" name="pt30378"/>
            <p:cNvSpPr/>
            <p:nvPr/>
          </p:nvSpPr>
          <p:spPr>
            <a:xfrm>
              <a:off x="7101334" y="2114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9" name="pt30379"/>
            <p:cNvSpPr/>
            <p:nvPr/>
          </p:nvSpPr>
          <p:spPr>
            <a:xfrm>
              <a:off x="7196954" y="210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0" name="pt30380"/>
            <p:cNvSpPr/>
            <p:nvPr/>
          </p:nvSpPr>
          <p:spPr>
            <a:xfrm>
              <a:off x="7001034" y="2053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1" name="pt30381"/>
            <p:cNvSpPr/>
            <p:nvPr/>
          </p:nvSpPr>
          <p:spPr>
            <a:xfrm>
              <a:off x="6954041" y="1814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2" name="pt30382"/>
            <p:cNvSpPr/>
            <p:nvPr/>
          </p:nvSpPr>
          <p:spPr>
            <a:xfrm>
              <a:off x="7017544" y="2268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3" name="pt30383"/>
            <p:cNvSpPr/>
            <p:nvPr/>
          </p:nvSpPr>
          <p:spPr>
            <a:xfrm>
              <a:off x="7220719" y="2016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4" name="pt30384"/>
            <p:cNvSpPr/>
            <p:nvPr/>
          </p:nvSpPr>
          <p:spPr>
            <a:xfrm>
              <a:off x="6944645" y="1959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5" name="pt30385"/>
            <p:cNvSpPr/>
            <p:nvPr/>
          </p:nvSpPr>
          <p:spPr>
            <a:xfrm>
              <a:off x="7116529" y="1970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6" name="pt30386"/>
            <p:cNvSpPr/>
            <p:nvPr/>
          </p:nvSpPr>
          <p:spPr>
            <a:xfrm>
              <a:off x="7113629" y="1973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7" name="pt30387"/>
            <p:cNvSpPr/>
            <p:nvPr/>
          </p:nvSpPr>
          <p:spPr>
            <a:xfrm>
              <a:off x="7202835" y="195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8" name="pt30388"/>
            <p:cNvSpPr/>
            <p:nvPr/>
          </p:nvSpPr>
          <p:spPr>
            <a:xfrm>
              <a:off x="6890599" y="1938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9" name="pt30389"/>
            <p:cNvSpPr/>
            <p:nvPr/>
          </p:nvSpPr>
          <p:spPr>
            <a:xfrm>
              <a:off x="7259190" y="2032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0" name="pt30390"/>
            <p:cNvSpPr/>
            <p:nvPr/>
          </p:nvSpPr>
          <p:spPr>
            <a:xfrm>
              <a:off x="7270124" y="1916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1" name="pt30391"/>
            <p:cNvSpPr/>
            <p:nvPr/>
          </p:nvSpPr>
          <p:spPr>
            <a:xfrm>
              <a:off x="7257144" y="2037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2" name="pt30392"/>
            <p:cNvSpPr/>
            <p:nvPr/>
          </p:nvSpPr>
          <p:spPr>
            <a:xfrm>
              <a:off x="7010072" y="1959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3" name="pt30393"/>
            <p:cNvSpPr/>
            <p:nvPr/>
          </p:nvSpPr>
          <p:spPr>
            <a:xfrm>
              <a:off x="6875235" y="2157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4" name="pt30394"/>
            <p:cNvSpPr/>
            <p:nvPr/>
          </p:nvSpPr>
          <p:spPr>
            <a:xfrm>
              <a:off x="7045637" y="2012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5" name="pt30395"/>
            <p:cNvSpPr/>
            <p:nvPr/>
          </p:nvSpPr>
          <p:spPr>
            <a:xfrm>
              <a:off x="6775920" y="2129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6" name="pt30396"/>
            <p:cNvSpPr/>
            <p:nvPr/>
          </p:nvSpPr>
          <p:spPr>
            <a:xfrm>
              <a:off x="7267346" y="2064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7" name="pt30397"/>
            <p:cNvSpPr/>
            <p:nvPr/>
          </p:nvSpPr>
          <p:spPr>
            <a:xfrm>
              <a:off x="7069955" y="2162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8" name="pt30398"/>
            <p:cNvSpPr/>
            <p:nvPr/>
          </p:nvSpPr>
          <p:spPr>
            <a:xfrm>
              <a:off x="7315999" y="2581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9" name="pt30399"/>
            <p:cNvSpPr/>
            <p:nvPr/>
          </p:nvSpPr>
          <p:spPr>
            <a:xfrm>
              <a:off x="7088371" y="2253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0" name="pt30400"/>
            <p:cNvSpPr/>
            <p:nvPr/>
          </p:nvSpPr>
          <p:spPr>
            <a:xfrm>
              <a:off x="7020689" y="2123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1" name="pt30401"/>
            <p:cNvSpPr/>
            <p:nvPr/>
          </p:nvSpPr>
          <p:spPr>
            <a:xfrm>
              <a:off x="7254911" y="1988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2" name="pt30402"/>
            <p:cNvSpPr/>
            <p:nvPr/>
          </p:nvSpPr>
          <p:spPr>
            <a:xfrm>
              <a:off x="7039432" y="2165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3" name="pt30403"/>
            <p:cNvSpPr/>
            <p:nvPr/>
          </p:nvSpPr>
          <p:spPr>
            <a:xfrm>
              <a:off x="7456891" y="2523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4" name="pt30404"/>
            <p:cNvSpPr/>
            <p:nvPr/>
          </p:nvSpPr>
          <p:spPr>
            <a:xfrm>
              <a:off x="7134883" y="2071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5" name="pt30405"/>
            <p:cNvSpPr/>
            <p:nvPr/>
          </p:nvSpPr>
          <p:spPr>
            <a:xfrm>
              <a:off x="7255270" y="1955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6" name="pt30406"/>
            <p:cNvSpPr/>
            <p:nvPr/>
          </p:nvSpPr>
          <p:spPr>
            <a:xfrm>
              <a:off x="6676863" y="2001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7" name="pt30407"/>
            <p:cNvSpPr/>
            <p:nvPr/>
          </p:nvSpPr>
          <p:spPr>
            <a:xfrm>
              <a:off x="7168121" y="2119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8" name="pt30408"/>
            <p:cNvSpPr/>
            <p:nvPr/>
          </p:nvSpPr>
          <p:spPr>
            <a:xfrm>
              <a:off x="7125621" y="2071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9" name="pt30409"/>
            <p:cNvSpPr/>
            <p:nvPr/>
          </p:nvSpPr>
          <p:spPr>
            <a:xfrm>
              <a:off x="6967468" y="1881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0" name="pt30410"/>
            <p:cNvSpPr/>
            <p:nvPr/>
          </p:nvSpPr>
          <p:spPr>
            <a:xfrm>
              <a:off x="6943979" y="1928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1" name="pt30411"/>
            <p:cNvSpPr/>
            <p:nvPr/>
          </p:nvSpPr>
          <p:spPr>
            <a:xfrm>
              <a:off x="7208661" y="2040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2" name="pt30412"/>
            <p:cNvSpPr/>
            <p:nvPr/>
          </p:nvSpPr>
          <p:spPr>
            <a:xfrm>
              <a:off x="7301996" y="2025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3" name="pt30413"/>
            <p:cNvSpPr/>
            <p:nvPr/>
          </p:nvSpPr>
          <p:spPr>
            <a:xfrm>
              <a:off x="6755124" y="2233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4" name="pt30414"/>
            <p:cNvSpPr/>
            <p:nvPr/>
          </p:nvSpPr>
          <p:spPr>
            <a:xfrm>
              <a:off x="7028043" y="2206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5" name="pt30415"/>
            <p:cNvSpPr/>
            <p:nvPr/>
          </p:nvSpPr>
          <p:spPr>
            <a:xfrm>
              <a:off x="7018757" y="2336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6" name="pt30416"/>
            <p:cNvSpPr/>
            <p:nvPr/>
          </p:nvSpPr>
          <p:spPr>
            <a:xfrm>
              <a:off x="7544287" y="1935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7" name="pt30417"/>
            <p:cNvSpPr/>
            <p:nvPr/>
          </p:nvSpPr>
          <p:spPr>
            <a:xfrm>
              <a:off x="6951354" y="1833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8" name="pt30418"/>
            <p:cNvSpPr/>
            <p:nvPr/>
          </p:nvSpPr>
          <p:spPr>
            <a:xfrm>
              <a:off x="7207158" y="2002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9" name="pt30419"/>
            <p:cNvSpPr/>
            <p:nvPr/>
          </p:nvSpPr>
          <p:spPr>
            <a:xfrm>
              <a:off x="6918554" y="2005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0" name="pt30420"/>
            <p:cNvSpPr/>
            <p:nvPr/>
          </p:nvSpPr>
          <p:spPr>
            <a:xfrm>
              <a:off x="6985549" y="2234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1" name="pt30421"/>
            <p:cNvSpPr/>
            <p:nvPr/>
          </p:nvSpPr>
          <p:spPr>
            <a:xfrm>
              <a:off x="7467668" y="2411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2" name="pt30422"/>
            <p:cNvSpPr/>
            <p:nvPr/>
          </p:nvSpPr>
          <p:spPr>
            <a:xfrm>
              <a:off x="7171574" y="2158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3" name="pt30423"/>
            <p:cNvSpPr/>
            <p:nvPr/>
          </p:nvSpPr>
          <p:spPr>
            <a:xfrm>
              <a:off x="6765952" y="2028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4" name="pt30424"/>
            <p:cNvSpPr/>
            <p:nvPr/>
          </p:nvSpPr>
          <p:spPr>
            <a:xfrm>
              <a:off x="7129699" y="2126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5" name="pt30425"/>
            <p:cNvSpPr/>
            <p:nvPr/>
          </p:nvSpPr>
          <p:spPr>
            <a:xfrm>
              <a:off x="6943365" y="2055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6" name="pt30426"/>
            <p:cNvSpPr/>
            <p:nvPr/>
          </p:nvSpPr>
          <p:spPr>
            <a:xfrm>
              <a:off x="7479348" y="2569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7" name="pt30427"/>
            <p:cNvSpPr/>
            <p:nvPr/>
          </p:nvSpPr>
          <p:spPr>
            <a:xfrm>
              <a:off x="6992002" y="2304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8" name="pt30428"/>
            <p:cNvSpPr/>
            <p:nvPr/>
          </p:nvSpPr>
          <p:spPr>
            <a:xfrm>
              <a:off x="7371784" y="2426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9" name="pt30429"/>
            <p:cNvSpPr/>
            <p:nvPr/>
          </p:nvSpPr>
          <p:spPr>
            <a:xfrm>
              <a:off x="7114651" y="1945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0" name="pt30430"/>
            <p:cNvSpPr/>
            <p:nvPr/>
          </p:nvSpPr>
          <p:spPr>
            <a:xfrm>
              <a:off x="6961026" y="1900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1" name="pt30431"/>
            <p:cNvSpPr/>
            <p:nvPr/>
          </p:nvSpPr>
          <p:spPr>
            <a:xfrm>
              <a:off x="7120846" y="2030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2" name="pt30432"/>
            <p:cNvSpPr/>
            <p:nvPr/>
          </p:nvSpPr>
          <p:spPr>
            <a:xfrm>
              <a:off x="6615420" y="1653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3" name="pt30433"/>
            <p:cNvSpPr/>
            <p:nvPr/>
          </p:nvSpPr>
          <p:spPr>
            <a:xfrm>
              <a:off x="7096385" y="2329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4" name="pt30434"/>
            <p:cNvSpPr/>
            <p:nvPr/>
          </p:nvSpPr>
          <p:spPr>
            <a:xfrm>
              <a:off x="7090810" y="2235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5" name="pt30435"/>
            <p:cNvSpPr/>
            <p:nvPr/>
          </p:nvSpPr>
          <p:spPr>
            <a:xfrm>
              <a:off x="7639525" y="2310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6" name="pt30436"/>
            <p:cNvSpPr/>
            <p:nvPr/>
          </p:nvSpPr>
          <p:spPr>
            <a:xfrm>
              <a:off x="7140621" y="1958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7" name="pt30437"/>
            <p:cNvSpPr/>
            <p:nvPr/>
          </p:nvSpPr>
          <p:spPr>
            <a:xfrm>
              <a:off x="7094489" y="226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8" name="pt30438"/>
            <p:cNvSpPr/>
            <p:nvPr/>
          </p:nvSpPr>
          <p:spPr>
            <a:xfrm>
              <a:off x="7131988" y="2061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9" name="pt30439"/>
            <p:cNvSpPr/>
            <p:nvPr/>
          </p:nvSpPr>
          <p:spPr>
            <a:xfrm>
              <a:off x="6808955" y="2253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0" name="pt30440"/>
            <p:cNvSpPr/>
            <p:nvPr/>
          </p:nvSpPr>
          <p:spPr>
            <a:xfrm>
              <a:off x="6979104" y="201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1" name="pt30441"/>
            <p:cNvSpPr/>
            <p:nvPr/>
          </p:nvSpPr>
          <p:spPr>
            <a:xfrm>
              <a:off x="7636012" y="2368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2" name="pt30442"/>
            <p:cNvSpPr/>
            <p:nvPr/>
          </p:nvSpPr>
          <p:spPr>
            <a:xfrm>
              <a:off x="7162711" y="2287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3" name="pt30443"/>
            <p:cNvSpPr/>
            <p:nvPr/>
          </p:nvSpPr>
          <p:spPr>
            <a:xfrm>
              <a:off x="7060956" y="2183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4" name="pt30444"/>
            <p:cNvSpPr/>
            <p:nvPr/>
          </p:nvSpPr>
          <p:spPr>
            <a:xfrm>
              <a:off x="7073573" y="2247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5" name="pt30445"/>
            <p:cNvSpPr/>
            <p:nvPr/>
          </p:nvSpPr>
          <p:spPr>
            <a:xfrm>
              <a:off x="7172536" y="2287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6" name="pt30446"/>
            <p:cNvSpPr/>
            <p:nvPr/>
          </p:nvSpPr>
          <p:spPr>
            <a:xfrm>
              <a:off x="7159695" y="2368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7" name="pt30447"/>
            <p:cNvSpPr/>
            <p:nvPr/>
          </p:nvSpPr>
          <p:spPr>
            <a:xfrm>
              <a:off x="6900513" y="2100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8" name="pt30448"/>
            <p:cNvSpPr/>
            <p:nvPr/>
          </p:nvSpPr>
          <p:spPr>
            <a:xfrm>
              <a:off x="7350603" y="2463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9" name="pt30449"/>
            <p:cNvSpPr/>
            <p:nvPr/>
          </p:nvSpPr>
          <p:spPr>
            <a:xfrm>
              <a:off x="6904524" y="1956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0" name="pt30450"/>
            <p:cNvSpPr/>
            <p:nvPr/>
          </p:nvSpPr>
          <p:spPr>
            <a:xfrm>
              <a:off x="7062838" y="2153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1" name="pt30451"/>
            <p:cNvSpPr/>
            <p:nvPr/>
          </p:nvSpPr>
          <p:spPr>
            <a:xfrm>
              <a:off x="7048302" y="2183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2" name="pt30452"/>
            <p:cNvSpPr/>
            <p:nvPr/>
          </p:nvSpPr>
          <p:spPr>
            <a:xfrm>
              <a:off x="6960482" y="1954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3" name="pt30453"/>
            <p:cNvSpPr/>
            <p:nvPr/>
          </p:nvSpPr>
          <p:spPr>
            <a:xfrm>
              <a:off x="6920064" y="1979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4" name="pt30454"/>
            <p:cNvSpPr/>
            <p:nvPr/>
          </p:nvSpPr>
          <p:spPr>
            <a:xfrm>
              <a:off x="7039836" y="2141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5" name="pt30455"/>
            <p:cNvSpPr/>
            <p:nvPr/>
          </p:nvSpPr>
          <p:spPr>
            <a:xfrm>
              <a:off x="7012597" y="1930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6" name="pt30456"/>
            <p:cNvSpPr/>
            <p:nvPr/>
          </p:nvSpPr>
          <p:spPr>
            <a:xfrm>
              <a:off x="7043826" y="2199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7" name="pt30457"/>
            <p:cNvSpPr/>
            <p:nvPr/>
          </p:nvSpPr>
          <p:spPr>
            <a:xfrm>
              <a:off x="7077175" y="2061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8" name="pt30458"/>
            <p:cNvSpPr/>
            <p:nvPr/>
          </p:nvSpPr>
          <p:spPr>
            <a:xfrm>
              <a:off x="7091686" y="2242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9" name="pt30459"/>
            <p:cNvSpPr/>
            <p:nvPr/>
          </p:nvSpPr>
          <p:spPr>
            <a:xfrm>
              <a:off x="6873160" y="216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0" name="pt30460"/>
            <p:cNvSpPr/>
            <p:nvPr/>
          </p:nvSpPr>
          <p:spPr>
            <a:xfrm>
              <a:off x="7079142" y="2177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1" name="pt30461"/>
            <p:cNvSpPr/>
            <p:nvPr/>
          </p:nvSpPr>
          <p:spPr>
            <a:xfrm>
              <a:off x="7068855" y="2129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2" name="pt30462"/>
            <p:cNvSpPr/>
            <p:nvPr/>
          </p:nvSpPr>
          <p:spPr>
            <a:xfrm>
              <a:off x="7097840" y="2294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3" name="pt30463"/>
            <p:cNvSpPr/>
            <p:nvPr/>
          </p:nvSpPr>
          <p:spPr>
            <a:xfrm>
              <a:off x="7087320" y="2157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4" name="pt30464"/>
            <p:cNvSpPr/>
            <p:nvPr/>
          </p:nvSpPr>
          <p:spPr>
            <a:xfrm>
              <a:off x="6729763" y="2315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5" name="pt30465"/>
            <p:cNvSpPr/>
            <p:nvPr/>
          </p:nvSpPr>
          <p:spPr>
            <a:xfrm>
              <a:off x="7049650" y="2195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6" name="pt30466"/>
            <p:cNvSpPr/>
            <p:nvPr/>
          </p:nvSpPr>
          <p:spPr>
            <a:xfrm>
              <a:off x="7350695" y="2476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7" name="pt30467"/>
            <p:cNvSpPr/>
            <p:nvPr/>
          </p:nvSpPr>
          <p:spPr>
            <a:xfrm>
              <a:off x="7140248" y="2029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8" name="pt30468"/>
            <p:cNvSpPr/>
            <p:nvPr/>
          </p:nvSpPr>
          <p:spPr>
            <a:xfrm>
              <a:off x="7028199" y="2173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9" name="pt30469"/>
            <p:cNvSpPr/>
            <p:nvPr/>
          </p:nvSpPr>
          <p:spPr>
            <a:xfrm>
              <a:off x="7073205" y="2075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0" name="pt30470"/>
            <p:cNvSpPr/>
            <p:nvPr/>
          </p:nvSpPr>
          <p:spPr>
            <a:xfrm>
              <a:off x="7158900" y="2266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1" name="pt30471"/>
            <p:cNvSpPr/>
            <p:nvPr/>
          </p:nvSpPr>
          <p:spPr>
            <a:xfrm>
              <a:off x="7003711" y="2000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2" name="pt30472"/>
            <p:cNvSpPr/>
            <p:nvPr/>
          </p:nvSpPr>
          <p:spPr>
            <a:xfrm>
              <a:off x="7095018" y="2277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3" name="pt30473"/>
            <p:cNvSpPr/>
            <p:nvPr/>
          </p:nvSpPr>
          <p:spPr>
            <a:xfrm>
              <a:off x="7112776" y="2000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4" name="pt30474"/>
            <p:cNvSpPr/>
            <p:nvPr/>
          </p:nvSpPr>
          <p:spPr>
            <a:xfrm>
              <a:off x="6772241" y="2335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5" name="pt30475"/>
            <p:cNvSpPr/>
            <p:nvPr/>
          </p:nvSpPr>
          <p:spPr>
            <a:xfrm>
              <a:off x="7011192" y="2076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6" name="pt30476"/>
            <p:cNvSpPr/>
            <p:nvPr/>
          </p:nvSpPr>
          <p:spPr>
            <a:xfrm>
              <a:off x="6947912" y="1909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7" name="pt30477"/>
            <p:cNvSpPr/>
            <p:nvPr/>
          </p:nvSpPr>
          <p:spPr>
            <a:xfrm>
              <a:off x="6887825" y="2025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8" name="pt30478"/>
            <p:cNvSpPr/>
            <p:nvPr/>
          </p:nvSpPr>
          <p:spPr>
            <a:xfrm>
              <a:off x="7346207" y="2239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9" name="pt30479"/>
            <p:cNvSpPr/>
            <p:nvPr/>
          </p:nvSpPr>
          <p:spPr>
            <a:xfrm>
              <a:off x="7286372" y="2016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0" name="pt30480"/>
            <p:cNvSpPr/>
            <p:nvPr/>
          </p:nvSpPr>
          <p:spPr>
            <a:xfrm>
              <a:off x="7312185" y="2227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1" name="pt30481"/>
            <p:cNvSpPr/>
            <p:nvPr/>
          </p:nvSpPr>
          <p:spPr>
            <a:xfrm>
              <a:off x="7040788" y="219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2" name="pt30482"/>
            <p:cNvSpPr/>
            <p:nvPr/>
          </p:nvSpPr>
          <p:spPr>
            <a:xfrm>
              <a:off x="7279282" y="1880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3" name="pt30483"/>
            <p:cNvSpPr/>
            <p:nvPr/>
          </p:nvSpPr>
          <p:spPr>
            <a:xfrm>
              <a:off x="7197495" y="2149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4" name="pt30484"/>
            <p:cNvSpPr/>
            <p:nvPr/>
          </p:nvSpPr>
          <p:spPr>
            <a:xfrm>
              <a:off x="7181259" y="2088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5" name="pt30485"/>
            <p:cNvSpPr/>
            <p:nvPr/>
          </p:nvSpPr>
          <p:spPr>
            <a:xfrm>
              <a:off x="7183405" y="2119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6" name="pt30486"/>
            <p:cNvSpPr/>
            <p:nvPr/>
          </p:nvSpPr>
          <p:spPr>
            <a:xfrm>
              <a:off x="7099016" y="2228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7" name="pt30487"/>
            <p:cNvSpPr/>
            <p:nvPr/>
          </p:nvSpPr>
          <p:spPr>
            <a:xfrm>
              <a:off x="6965015" y="1981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8" name="pt30488"/>
            <p:cNvSpPr/>
            <p:nvPr/>
          </p:nvSpPr>
          <p:spPr>
            <a:xfrm>
              <a:off x="6963177" y="2022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9" name="pt30489"/>
            <p:cNvSpPr/>
            <p:nvPr/>
          </p:nvSpPr>
          <p:spPr>
            <a:xfrm>
              <a:off x="7012990" y="1855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0" name="pt30490"/>
            <p:cNvSpPr/>
            <p:nvPr/>
          </p:nvSpPr>
          <p:spPr>
            <a:xfrm>
              <a:off x="6791150" y="2136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1" name="pt30491"/>
            <p:cNvSpPr/>
            <p:nvPr/>
          </p:nvSpPr>
          <p:spPr>
            <a:xfrm>
              <a:off x="7008003" y="1626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2" name="pt30492"/>
            <p:cNvSpPr/>
            <p:nvPr/>
          </p:nvSpPr>
          <p:spPr>
            <a:xfrm>
              <a:off x="6918542" y="1946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3" name="pt30493"/>
            <p:cNvSpPr/>
            <p:nvPr/>
          </p:nvSpPr>
          <p:spPr>
            <a:xfrm>
              <a:off x="7031647" y="224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4" name="pt30494"/>
            <p:cNvSpPr/>
            <p:nvPr/>
          </p:nvSpPr>
          <p:spPr>
            <a:xfrm>
              <a:off x="6807298" y="2218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5" name="pt30495"/>
            <p:cNvSpPr/>
            <p:nvPr/>
          </p:nvSpPr>
          <p:spPr>
            <a:xfrm>
              <a:off x="7054710" y="2133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6" name="pt30496"/>
            <p:cNvSpPr/>
            <p:nvPr/>
          </p:nvSpPr>
          <p:spPr>
            <a:xfrm>
              <a:off x="6845224" y="1911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7" name="pt30497"/>
            <p:cNvSpPr/>
            <p:nvPr/>
          </p:nvSpPr>
          <p:spPr>
            <a:xfrm>
              <a:off x="7132161" y="210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8" name="pt30498"/>
            <p:cNvSpPr/>
            <p:nvPr/>
          </p:nvSpPr>
          <p:spPr>
            <a:xfrm>
              <a:off x="7267029" y="2186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9" name="pt30499"/>
            <p:cNvSpPr/>
            <p:nvPr/>
          </p:nvSpPr>
          <p:spPr>
            <a:xfrm>
              <a:off x="7422813" y="2402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0" name="pt30500"/>
            <p:cNvSpPr/>
            <p:nvPr/>
          </p:nvSpPr>
          <p:spPr>
            <a:xfrm>
              <a:off x="7240226" y="1929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1" name="pt30501"/>
            <p:cNvSpPr/>
            <p:nvPr/>
          </p:nvSpPr>
          <p:spPr>
            <a:xfrm>
              <a:off x="7169902" y="1917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2" name="pt30502"/>
            <p:cNvSpPr/>
            <p:nvPr/>
          </p:nvSpPr>
          <p:spPr>
            <a:xfrm>
              <a:off x="7135159" y="1990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3" name="pt30503"/>
            <p:cNvSpPr/>
            <p:nvPr/>
          </p:nvSpPr>
          <p:spPr>
            <a:xfrm>
              <a:off x="6955593" y="1984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4" name="pt30504"/>
            <p:cNvSpPr/>
            <p:nvPr/>
          </p:nvSpPr>
          <p:spPr>
            <a:xfrm>
              <a:off x="7274771" y="2024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5" name="pt30505"/>
            <p:cNvSpPr/>
            <p:nvPr/>
          </p:nvSpPr>
          <p:spPr>
            <a:xfrm>
              <a:off x="7219239" y="2092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6" name="pt30506"/>
            <p:cNvSpPr/>
            <p:nvPr/>
          </p:nvSpPr>
          <p:spPr>
            <a:xfrm>
              <a:off x="7094963" y="232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7" name="pt30507"/>
            <p:cNvSpPr/>
            <p:nvPr/>
          </p:nvSpPr>
          <p:spPr>
            <a:xfrm>
              <a:off x="7097256" y="2283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8" name="pt30508"/>
            <p:cNvSpPr/>
            <p:nvPr/>
          </p:nvSpPr>
          <p:spPr>
            <a:xfrm>
              <a:off x="7331279" y="2333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9" name="pt30509"/>
            <p:cNvSpPr/>
            <p:nvPr/>
          </p:nvSpPr>
          <p:spPr>
            <a:xfrm>
              <a:off x="7226825" y="1867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0" name="pt30510"/>
            <p:cNvSpPr/>
            <p:nvPr/>
          </p:nvSpPr>
          <p:spPr>
            <a:xfrm>
              <a:off x="7050442" y="2132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1" name="pt30511"/>
            <p:cNvSpPr/>
            <p:nvPr/>
          </p:nvSpPr>
          <p:spPr>
            <a:xfrm>
              <a:off x="7118431" y="1998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2" name="pt30512"/>
            <p:cNvSpPr/>
            <p:nvPr/>
          </p:nvSpPr>
          <p:spPr>
            <a:xfrm>
              <a:off x="7111116" y="199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3" name="pt30513"/>
            <p:cNvSpPr/>
            <p:nvPr/>
          </p:nvSpPr>
          <p:spPr>
            <a:xfrm>
              <a:off x="7126150" y="2067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4" name="pt30514"/>
            <p:cNvSpPr/>
            <p:nvPr/>
          </p:nvSpPr>
          <p:spPr>
            <a:xfrm>
              <a:off x="7196014" y="2055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5" name="pt30515"/>
            <p:cNvSpPr/>
            <p:nvPr/>
          </p:nvSpPr>
          <p:spPr>
            <a:xfrm>
              <a:off x="7062254" y="2190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6" name="pt30516"/>
            <p:cNvSpPr/>
            <p:nvPr/>
          </p:nvSpPr>
          <p:spPr>
            <a:xfrm>
              <a:off x="7314959" y="2482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7" name="pt30517"/>
            <p:cNvSpPr/>
            <p:nvPr/>
          </p:nvSpPr>
          <p:spPr>
            <a:xfrm>
              <a:off x="7034555" y="2217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8" name="pt30518"/>
            <p:cNvSpPr/>
            <p:nvPr/>
          </p:nvSpPr>
          <p:spPr>
            <a:xfrm>
              <a:off x="7107460" y="2083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9" name="pt30519"/>
            <p:cNvSpPr/>
            <p:nvPr/>
          </p:nvSpPr>
          <p:spPr>
            <a:xfrm>
              <a:off x="7140643" y="2039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0" name="pt30520"/>
            <p:cNvSpPr/>
            <p:nvPr/>
          </p:nvSpPr>
          <p:spPr>
            <a:xfrm>
              <a:off x="7110726" y="1993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1" name="pt30521"/>
            <p:cNvSpPr/>
            <p:nvPr/>
          </p:nvSpPr>
          <p:spPr>
            <a:xfrm>
              <a:off x="7025142" y="2049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2" name="pt30522"/>
            <p:cNvSpPr/>
            <p:nvPr/>
          </p:nvSpPr>
          <p:spPr>
            <a:xfrm>
              <a:off x="7049607" y="2161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3" name="pt30523"/>
            <p:cNvSpPr/>
            <p:nvPr/>
          </p:nvSpPr>
          <p:spPr>
            <a:xfrm>
              <a:off x="7067104" y="2132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4" name="pt30524"/>
            <p:cNvSpPr/>
            <p:nvPr/>
          </p:nvSpPr>
          <p:spPr>
            <a:xfrm>
              <a:off x="7319888" y="2415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5" name="pt30525"/>
            <p:cNvSpPr/>
            <p:nvPr/>
          </p:nvSpPr>
          <p:spPr>
            <a:xfrm>
              <a:off x="7158840" y="2097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6" name="pt30526"/>
            <p:cNvSpPr/>
            <p:nvPr/>
          </p:nvSpPr>
          <p:spPr>
            <a:xfrm>
              <a:off x="7079571" y="2138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7" name="pt30527"/>
            <p:cNvSpPr/>
            <p:nvPr/>
          </p:nvSpPr>
          <p:spPr>
            <a:xfrm>
              <a:off x="7002104" y="2021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8" name="pt30528"/>
            <p:cNvSpPr/>
            <p:nvPr/>
          </p:nvSpPr>
          <p:spPr>
            <a:xfrm>
              <a:off x="6849499" y="2168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9" name="pt30529"/>
            <p:cNvSpPr/>
            <p:nvPr/>
          </p:nvSpPr>
          <p:spPr>
            <a:xfrm>
              <a:off x="7002410" y="1952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0" name="pt30530"/>
            <p:cNvSpPr/>
            <p:nvPr/>
          </p:nvSpPr>
          <p:spPr>
            <a:xfrm>
              <a:off x="6843869" y="1877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1" name="pt30531"/>
            <p:cNvSpPr/>
            <p:nvPr/>
          </p:nvSpPr>
          <p:spPr>
            <a:xfrm>
              <a:off x="7229855" y="2042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2" name="pt30532"/>
            <p:cNvSpPr/>
            <p:nvPr/>
          </p:nvSpPr>
          <p:spPr>
            <a:xfrm>
              <a:off x="7043737" y="2190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3" name="pt30533"/>
            <p:cNvSpPr/>
            <p:nvPr/>
          </p:nvSpPr>
          <p:spPr>
            <a:xfrm>
              <a:off x="7102971" y="2094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4" name="pt30534"/>
            <p:cNvSpPr/>
            <p:nvPr/>
          </p:nvSpPr>
          <p:spPr>
            <a:xfrm>
              <a:off x="7254663" y="1887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5" name="pt30535"/>
            <p:cNvSpPr/>
            <p:nvPr/>
          </p:nvSpPr>
          <p:spPr>
            <a:xfrm>
              <a:off x="7033930" y="2236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6" name="pt30536"/>
            <p:cNvSpPr/>
            <p:nvPr/>
          </p:nvSpPr>
          <p:spPr>
            <a:xfrm>
              <a:off x="6967176" y="1813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7" name="pt30537"/>
            <p:cNvSpPr/>
            <p:nvPr/>
          </p:nvSpPr>
          <p:spPr>
            <a:xfrm>
              <a:off x="6858659" y="213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8" name="pt30538"/>
            <p:cNvSpPr/>
            <p:nvPr/>
          </p:nvSpPr>
          <p:spPr>
            <a:xfrm>
              <a:off x="6934349" y="1849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9" name="pt30539"/>
            <p:cNvSpPr/>
            <p:nvPr/>
          </p:nvSpPr>
          <p:spPr>
            <a:xfrm>
              <a:off x="7048367" y="2190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0" name="pt30540"/>
            <p:cNvSpPr/>
            <p:nvPr/>
          </p:nvSpPr>
          <p:spPr>
            <a:xfrm>
              <a:off x="7284024" y="1883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1" name="pt30541"/>
            <p:cNvSpPr/>
            <p:nvPr/>
          </p:nvSpPr>
          <p:spPr>
            <a:xfrm>
              <a:off x="7063800" y="2156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2" name="pt30542"/>
            <p:cNvSpPr/>
            <p:nvPr/>
          </p:nvSpPr>
          <p:spPr>
            <a:xfrm>
              <a:off x="7064717" y="2129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3" name="pt30543"/>
            <p:cNvSpPr/>
            <p:nvPr/>
          </p:nvSpPr>
          <p:spPr>
            <a:xfrm>
              <a:off x="7021951" y="2101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4" name="pt30544"/>
            <p:cNvSpPr/>
            <p:nvPr/>
          </p:nvSpPr>
          <p:spPr>
            <a:xfrm>
              <a:off x="7073109" y="2078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5" name="pt30545"/>
            <p:cNvSpPr/>
            <p:nvPr/>
          </p:nvSpPr>
          <p:spPr>
            <a:xfrm>
              <a:off x="7048521" y="2243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6" name="pt30546"/>
            <p:cNvSpPr/>
            <p:nvPr/>
          </p:nvSpPr>
          <p:spPr>
            <a:xfrm>
              <a:off x="7073642" y="2061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7" name="pt30547"/>
            <p:cNvSpPr/>
            <p:nvPr/>
          </p:nvSpPr>
          <p:spPr>
            <a:xfrm>
              <a:off x="6789466" y="2194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8" name="pt30548"/>
            <p:cNvSpPr/>
            <p:nvPr/>
          </p:nvSpPr>
          <p:spPr>
            <a:xfrm>
              <a:off x="7156188" y="2273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9" name="pt30549"/>
            <p:cNvSpPr/>
            <p:nvPr/>
          </p:nvSpPr>
          <p:spPr>
            <a:xfrm>
              <a:off x="6992098" y="2306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0" name="pt30550"/>
            <p:cNvSpPr/>
            <p:nvPr/>
          </p:nvSpPr>
          <p:spPr>
            <a:xfrm>
              <a:off x="6943595" y="1980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1" name="pt30551"/>
            <p:cNvSpPr/>
            <p:nvPr/>
          </p:nvSpPr>
          <p:spPr>
            <a:xfrm>
              <a:off x="6961080" y="2051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2" name="pt30552"/>
            <p:cNvSpPr/>
            <p:nvPr/>
          </p:nvSpPr>
          <p:spPr>
            <a:xfrm>
              <a:off x="6935512" y="2060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3" name="pt30553"/>
            <p:cNvSpPr/>
            <p:nvPr/>
          </p:nvSpPr>
          <p:spPr>
            <a:xfrm>
              <a:off x="7291827" y="2154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4" name="pt30554"/>
            <p:cNvSpPr/>
            <p:nvPr/>
          </p:nvSpPr>
          <p:spPr>
            <a:xfrm>
              <a:off x="7066918" y="2090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5" name="pt30555"/>
            <p:cNvSpPr/>
            <p:nvPr/>
          </p:nvSpPr>
          <p:spPr>
            <a:xfrm>
              <a:off x="7172751" y="1974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6" name="pt30556"/>
            <p:cNvSpPr/>
            <p:nvPr/>
          </p:nvSpPr>
          <p:spPr>
            <a:xfrm>
              <a:off x="6987989" y="2235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7" name="pt30557"/>
            <p:cNvSpPr/>
            <p:nvPr/>
          </p:nvSpPr>
          <p:spPr>
            <a:xfrm>
              <a:off x="7032007" y="2169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8" name="pt30558"/>
            <p:cNvSpPr/>
            <p:nvPr/>
          </p:nvSpPr>
          <p:spPr>
            <a:xfrm>
              <a:off x="7049250" y="2182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9" name="pt30559"/>
            <p:cNvSpPr/>
            <p:nvPr/>
          </p:nvSpPr>
          <p:spPr>
            <a:xfrm>
              <a:off x="6988871" y="2275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0" name="pt30560"/>
            <p:cNvSpPr/>
            <p:nvPr/>
          </p:nvSpPr>
          <p:spPr>
            <a:xfrm>
              <a:off x="6992122" y="224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1" name="pt30561"/>
            <p:cNvSpPr/>
            <p:nvPr/>
          </p:nvSpPr>
          <p:spPr>
            <a:xfrm>
              <a:off x="6963251" y="1912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2" name="pt30562"/>
            <p:cNvSpPr/>
            <p:nvPr/>
          </p:nvSpPr>
          <p:spPr>
            <a:xfrm>
              <a:off x="7247410" y="1915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3" name="pt30563"/>
            <p:cNvSpPr/>
            <p:nvPr/>
          </p:nvSpPr>
          <p:spPr>
            <a:xfrm>
              <a:off x="6744336" y="2340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4" name="pt30564"/>
            <p:cNvSpPr/>
            <p:nvPr/>
          </p:nvSpPr>
          <p:spPr>
            <a:xfrm>
              <a:off x="7368534" y="2676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5" name="pt30565"/>
            <p:cNvSpPr/>
            <p:nvPr/>
          </p:nvSpPr>
          <p:spPr>
            <a:xfrm>
              <a:off x="7006474" y="1819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6" name="pt30566"/>
            <p:cNvSpPr/>
            <p:nvPr/>
          </p:nvSpPr>
          <p:spPr>
            <a:xfrm>
              <a:off x="7083190" y="2087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7" name="pt30567"/>
            <p:cNvSpPr/>
            <p:nvPr/>
          </p:nvSpPr>
          <p:spPr>
            <a:xfrm>
              <a:off x="6931712" y="1850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8" name="pt30568"/>
            <p:cNvSpPr/>
            <p:nvPr/>
          </p:nvSpPr>
          <p:spPr>
            <a:xfrm>
              <a:off x="6993724" y="2383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9" name="pt30569"/>
            <p:cNvSpPr/>
            <p:nvPr/>
          </p:nvSpPr>
          <p:spPr>
            <a:xfrm>
              <a:off x="7143846" y="1998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0" name="pt30570"/>
            <p:cNvSpPr/>
            <p:nvPr/>
          </p:nvSpPr>
          <p:spPr>
            <a:xfrm>
              <a:off x="7200914" y="1933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1" name="pt30571"/>
            <p:cNvSpPr/>
            <p:nvPr/>
          </p:nvSpPr>
          <p:spPr>
            <a:xfrm>
              <a:off x="7298489" y="2047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2" name="pt30572"/>
            <p:cNvSpPr/>
            <p:nvPr/>
          </p:nvSpPr>
          <p:spPr>
            <a:xfrm>
              <a:off x="6854529" y="2281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3" name="pt30573"/>
            <p:cNvSpPr/>
            <p:nvPr/>
          </p:nvSpPr>
          <p:spPr>
            <a:xfrm>
              <a:off x="7001028" y="2087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4" name="pt30574"/>
            <p:cNvSpPr/>
            <p:nvPr/>
          </p:nvSpPr>
          <p:spPr>
            <a:xfrm>
              <a:off x="7223552" y="2091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5" name="pt30575"/>
            <p:cNvSpPr/>
            <p:nvPr/>
          </p:nvSpPr>
          <p:spPr>
            <a:xfrm>
              <a:off x="7386781" y="2326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6" name="pt30576"/>
            <p:cNvSpPr/>
            <p:nvPr/>
          </p:nvSpPr>
          <p:spPr>
            <a:xfrm>
              <a:off x="7017529" y="2199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7" name="pt30577"/>
            <p:cNvSpPr/>
            <p:nvPr/>
          </p:nvSpPr>
          <p:spPr>
            <a:xfrm>
              <a:off x="7300088" y="2029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8" name="pt30578"/>
            <p:cNvSpPr/>
            <p:nvPr/>
          </p:nvSpPr>
          <p:spPr>
            <a:xfrm>
              <a:off x="7055534" y="2192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9" name="pt30579"/>
            <p:cNvSpPr/>
            <p:nvPr/>
          </p:nvSpPr>
          <p:spPr>
            <a:xfrm>
              <a:off x="6909927" y="1915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0" name="pt30580"/>
            <p:cNvSpPr/>
            <p:nvPr/>
          </p:nvSpPr>
          <p:spPr>
            <a:xfrm>
              <a:off x="7090221" y="2283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1" name="pt30581"/>
            <p:cNvSpPr/>
            <p:nvPr/>
          </p:nvSpPr>
          <p:spPr>
            <a:xfrm>
              <a:off x="7255868" y="1919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2" name="pt30582"/>
            <p:cNvSpPr/>
            <p:nvPr/>
          </p:nvSpPr>
          <p:spPr>
            <a:xfrm>
              <a:off x="6927725" y="2019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3" name="pt30583"/>
            <p:cNvSpPr/>
            <p:nvPr/>
          </p:nvSpPr>
          <p:spPr>
            <a:xfrm>
              <a:off x="7100213" y="2336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4" name="pt30584"/>
            <p:cNvSpPr/>
            <p:nvPr/>
          </p:nvSpPr>
          <p:spPr>
            <a:xfrm>
              <a:off x="6914756" y="1957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5" name="pt30585"/>
            <p:cNvSpPr/>
            <p:nvPr/>
          </p:nvSpPr>
          <p:spPr>
            <a:xfrm>
              <a:off x="7436927" y="240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6" name="pt30586"/>
            <p:cNvSpPr/>
            <p:nvPr/>
          </p:nvSpPr>
          <p:spPr>
            <a:xfrm>
              <a:off x="7222046" y="1963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7" name="pt30587"/>
            <p:cNvSpPr/>
            <p:nvPr/>
          </p:nvSpPr>
          <p:spPr>
            <a:xfrm>
              <a:off x="6958209" y="2147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8" name="pt30588"/>
            <p:cNvSpPr/>
            <p:nvPr/>
          </p:nvSpPr>
          <p:spPr>
            <a:xfrm>
              <a:off x="6782786" y="2293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9" name="pt30589"/>
            <p:cNvSpPr/>
            <p:nvPr/>
          </p:nvSpPr>
          <p:spPr>
            <a:xfrm>
              <a:off x="7015241" y="2244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0" name="pt30590"/>
            <p:cNvSpPr/>
            <p:nvPr/>
          </p:nvSpPr>
          <p:spPr>
            <a:xfrm>
              <a:off x="7048852" y="2253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1" name="pt30591"/>
            <p:cNvSpPr/>
            <p:nvPr/>
          </p:nvSpPr>
          <p:spPr>
            <a:xfrm>
              <a:off x="6904226" y="2025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2" name="pt30592"/>
            <p:cNvSpPr/>
            <p:nvPr/>
          </p:nvSpPr>
          <p:spPr>
            <a:xfrm>
              <a:off x="7060725" y="215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3" name="pt30593"/>
            <p:cNvSpPr/>
            <p:nvPr/>
          </p:nvSpPr>
          <p:spPr>
            <a:xfrm>
              <a:off x="6894959" y="2126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4" name="pt30594"/>
            <p:cNvSpPr/>
            <p:nvPr/>
          </p:nvSpPr>
          <p:spPr>
            <a:xfrm>
              <a:off x="7379066" y="2569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5" name="pt30595"/>
            <p:cNvSpPr/>
            <p:nvPr/>
          </p:nvSpPr>
          <p:spPr>
            <a:xfrm>
              <a:off x="7226545" y="1972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6" name="pt30596"/>
            <p:cNvSpPr/>
            <p:nvPr/>
          </p:nvSpPr>
          <p:spPr>
            <a:xfrm>
              <a:off x="7321703" y="2471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7" name="pt30597"/>
            <p:cNvSpPr/>
            <p:nvPr/>
          </p:nvSpPr>
          <p:spPr>
            <a:xfrm>
              <a:off x="7033869" y="2217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8" name="pt30598"/>
            <p:cNvSpPr/>
            <p:nvPr/>
          </p:nvSpPr>
          <p:spPr>
            <a:xfrm>
              <a:off x="6824419" y="2126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9" name="pt30599"/>
            <p:cNvSpPr/>
            <p:nvPr/>
          </p:nvSpPr>
          <p:spPr>
            <a:xfrm>
              <a:off x="7332184" y="2252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0" name="pt30600"/>
            <p:cNvSpPr/>
            <p:nvPr/>
          </p:nvSpPr>
          <p:spPr>
            <a:xfrm>
              <a:off x="7245132" y="1993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1" name="pt30601"/>
            <p:cNvSpPr/>
            <p:nvPr/>
          </p:nvSpPr>
          <p:spPr>
            <a:xfrm>
              <a:off x="7098553" y="2335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2" name="pt30602"/>
            <p:cNvSpPr/>
            <p:nvPr/>
          </p:nvSpPr>
          <p:spPr>
            <a:xfrm>
              <a:off x="7255630" y="1922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3" name="pt30603"/>
            <p:cNvSpPr/>
            <p:nvPr/>
          </p:nvSpPr>
          <p:spPr>
            <a:xfrm>
              <a:off x="6916121" y="190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4" name="pt30604"/>
            <p:cNvSpPr/>
            <p:nvPr/>
          </p:nvSpPr>
          <p:spPr>
            <a:xfrm>
              <a:off x="6952537" y="1953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5" name="pt30605"/>
            <p:cNvSpPr/>
            <p:nvPr/>
          </p:nvSpPr>
          <p:spPr>
            <a:xfrm>
              <a:off x="7207902" y="2026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6" name="pt30606"/>
            <p:cNvSpPr/>
            <p:nvPr/>
          </p:nvSpPr>
          <p:spPr>
            <a:xfrm>
              <a:off x="6934187" y="1950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7" name="pt30607"/>
            <p:cNvSpPr/>
            <p:nvPr/>
          </p:nvSpPr>
          <p:spPr>
            <a:xfrm>
              <a:off x="6956626" y="188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8" name="pt30608"/>
            <p:cNvSpPr/>
            <p:nvPr/>
          </p:nvSpPr>
          <p:spPr>
            <a:xfrm>
              <a:off x="7001725" y="2022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9" name="pt30609"/>
            <p:cNvSpPr/>
            <p:nvPr/>
          </p:nvSpPr>
          <p:spPr>
            <a:xfrm>
              <a:off x="7040943" y="2183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0" name="pt30610"/>
            <p:cNvSpPr/>
            <p:nvPr/>
          </p:nvSpPr>
          <p:spPr>
            <a:xfrm>
              <a:off x="7052025" y="2160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1" name="pt30611"/>
            <p:cNvSpPr/>
            <p:nvPr/>
          </p:nvSpPr>
          <p:spPr>
            <a:xfrm>
              <a:off x="6951394" y="1971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2" name="pt30612"/>
            <p:cNvSpPr/>
            <p:nvPr/>
          </p:nvSpPr>
          <p:spPr>
            <a:xfrm>
              <a:off x="7224244" y="1971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3" name="pt30613"/>
            <p:cNvSpPr/>
            <p:nvPr/>
          </p:nvSpPr>
          <p:spPr>
            <a:xfrm>
              <a:off x="6983388" y="2281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4" name="pt30614"/>
            <p:cNvSpPr/>
            <p:nvPr/>
          </p:nvSpPr>
          <p:spPr>
            <a:xfrm>
              <a:off x="7152924" y="2154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5" name="pt30615"/>
            <p:cNvSpPr/>
            <p:nvPr/>
          </p:nvSpPr>
          <p:spPr>
            <a:xfrm>
              <a:off x="7232645" y="1980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6" name="pt30616"/>
            <p:cNvSpPr/>
            <p:nvPr/>
          </p:nvSpPr>
          <p:spPr>
            <a:xfrm>
              <a:off x="6783571" y="2300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7" name="pt30617"/>
            <p:cNvSpPr/>
            <p:nvPr/>
          </p:nvSpPr>
          <p:spPr>
            <a:xfrm>
              <a:off x="6957205" y="1905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8" name="pt30618"/>
            <p:cNvSpPr/>
            <p:nvPr/>
          </p:nvSpPr>
          <p:spPr>
            <a:xfrm>
              <a:off x="6906185" y="2040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9" name="pt30619"/>
            <p:cNvSpPr/>
            <p:nvPr/>
          </p:nvSpPr>
          <p:spPr>
            <a:xfrm>
              <a:off x="7191669" y="2037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0" name="pt30620"/>
            <p:cNvSpPr/>
            <p:nvPr/>
          </p:nvSpPr>
          <p:spPr>
            <a:xfrm>
              <a:off x="6991879" y="2287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1" name="pt30621"/>
            <p:cNvSpPr/>
            <p:nvPr/>
          </p:nvSpPr>
          <p:spPr>
            <a:xfrm>
              <a:off x="7384967" y="2473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2" name="pt30622"/>
            <p:cNvSpPr/>
            <p:nvPr/>
          </p:nvSpPr>
          <p:spPr>
            <a:xfrm>
              <a:off x="6969513" y="2000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3" name="pt30623"/>
            <p:cNvSpPr/>
            <p:nvPr/>
          </p:nvSpPr>
          <p:spPr>
            <a:xfrm>
              <a:off x="6896572" y="2172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4" name="pt30624"/>
            <p:cNvSpPr/>
            <p:nvPr/>
          </p:nvSpPr>
          <p:spPr>
            <a:xfrm>
              <a:off x="7294168" y="2061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5" name="pt30625"/>
            <p:cNvSpPr/>
            <p:nvPr/>
          </p:nvSpPr>
          <p:spPr>
            <a:xfrm>
              <a:off x="7183379" y="1971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6" name="pt30626"/>
            <p:cNvSpPr/>
            <p:nvPr/>
          </p:nvSpPr>
          <p:spPr>
            <a:xfrm>
              <a:off x="7003021" y="2199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7" name="pt30627"/>
            <p:cNvSpPr/>
            <p:nvPr/>
          </p:nvSpPr>
          <p:spPr>
            <a:xfrm>
              <a:off x="7144097" y="1981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8" name="pt30628"/>
            <p:cNvSpPr/>
            <p:nvPr/>
          </p:nvSpPr>
          <p:spPr>
            <a:xfrm>
              <a:off x="7203053" y="2017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9" name="pt30629"/>
            <p:cNvSpPr/>
            <p:nvPr/>
          </p:nvSpPr>
          <p:spPr>
            <a:xfrm>
              <a:off x="7447548" y="2463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0" name="pt30630"/>
            <p:cNvSpPr/>
            <p:nvPr/>
          </p:nvSpPr>
          <p:spPr>
            <a:xfrm>
              <a:off x="6879146" y="2171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1" name="pt30631"/>
            <p:cNvSpPr/>
            <p:nvPr/>
          </p:nvSpPr>
          <p:spPr>
            <a:xfrm>
              <a:off x="7362761" y="2539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2" name="pt30632"/>
            <p:cNvSpPr/>
            <p:nvPr/>
          </p:nvSpPr>
          <p:spPr>
            <a:xfrm>
              <a:off x="7014114" y="2264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3" name="pt30633"/>
            <p:cNvSpPr/>
            <p:nvPr/>
          </p:nvSpPr>
          <p:spPr>
            <a:xfrm>
              <a:off x="7099474" y="2364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4" name="pt30634"/>
            <p:cNvSpPr/>
            <p:nvPr/>
          </p:nvSpPr>
          <p:spPr>
            <a:xfrm>
              <a:off x="6998372" y="223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5" name="pt30635"/>
            <p:cNvSpPr/>
            <p:nvPr/>
          </p:nvSpPr>
          <p:spPr>
            <a:xfrm>
              <a:off x="6964622" y="1887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6" name="pt30636"/>
            <p:cNvSpPr/>
            <p:nvPr/>
          </p:nvSpPr>
          <p:spPr>
            <a:xfrm>
              <a:off x="6946154" y="1959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7" name="pt30637"/>
            <p:cNvSpPr/>
            <p:nvPr/>
          </p:nvSpPr>
          <p:spPr>
            <a:xfrm>
              <a:off x="6806596" y="2259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8" name="pt30638"/>
            <p:cNvSpPr/>
            <p:nvPr/>
          </p:nvSpPr>
          <p:spPr>
            <a:xfrm>
              <a:off x="7497501" y="2446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9" name="pt30639"/>
            <p:cNvSpPr/>
            <p:nvPr/>
          </p:nvSpPr>
          <p:spPr>
            <a:xfrm>
              <a:off x="7102625" y="2162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0" name="pt30640"/>
            <p:cNvSpPr/>
            <p:nvPr/>
          </p:nvSpPr>
          <p:spPr>
            <a:xfrm>
              <a:off x="7130029" y="2080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1" name="pt30641"/>
            <p:cNvSpPr/>
            <p:nvPr/>
          </p:nvSpPr>
          <p:spPr>
            <a:xfrm>
              <a:off x="6913871" y="1927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2" name="pt30642"/>
            <p:cNvSpPr/>
            <p:nvPr/>
          </p:nvSpPr>
          <p:spPr>
            <a:xfrm>
              <a:off x="6895528" y="2065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3" name="pt30643"/>
            <p:cNvSpPr/>
            <p:nvPr/>
          </p:nvSpPr>
          <p:spPr>
            <a:xfrm>
              <a:off x="6798570" y="2208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4" name="pt30644"/>
            <p:cNvSpPr/>
            <p:nvPr/>
          </p:nvSpPr>
          <p:spPr>
            <a:xfrm>
              <a:off x="7443619" y="2270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5" name="pt30645"/>
            <p:cNvSpPr/>
            <p:nvPr/>
          </p:nvSpPr>
          <p:spPr>
            <a:xfrm>
              <a:off x="7039674" y="2156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6" name="pt30646"/>
            <p:cNvSpPr/>
            <p:nvPr/>
          </p:nvSpPr>
          <p:spPr>
            <a:xfrm>
              <a:off x="7097578" y="2271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7" name="pt30647"/>
            <p:cNvSpPr/>
            <p:nvPr/>
          </p:nvSpPr>
          <p:spPr>
            <a:xfrm>
              <a:off x="6646473" y="1790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8" name="pt30648"/>
            <p:cNvSpPr/>
            <p:nvPr/>
          </p:nvSpPr>
          <p:spPr>
            <a:xfrm>
              <a:off x="6993373" y="2246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9" name="pt30649"/>
            <p:cNvSpPr/>
            <p:nvPr/>
          </p:nvSpPr>
          <p:spPr>
            <a:xfrm>
              <a:off x="7054158" y="2124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0" name="pt30650"/>
            <p:cNvSpPr/>
            <p:nvPr/>
          </p:nvSpPr>
          <p:spPr>
            <a:xfrm>
              <a:off x="7319124" y="2530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1" name="pt30651"/>
            <p:cNvSpPr/>
            <p:nvPr/>
          </p:nvSpPr>
          <p:spPr>
            <a:xfrm>
              <a:off x="6894926" y="2108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2" name="pt30652"/>
            <p:cNvSpPr/>
            <p:nvPr/>
          </p:nvSpPr>
          <p:spPr>
            <a:xfrm>
              <a:off x="7274640" y="2024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3" name="pt30653"/>
            <p:cNvSpPr/>
            <p:nvPr/>
          </p:nvSpPr>
          <p:spPr>
            <a:xfrm>
              <a:off x="6986774" y="2368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4" name="pt30654"/>
            <p:cNvSpPr/>
            <p:nvPr/>
          </p:nvSpPr>
          <p:spPr>
            <a:xfrm>
              <a:off x="7162914" y="2294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5" name="pt30655"/>
            <p:cNvSpPr/>
            <p:nvPr/>
          </p:nvSpPr>
          <p:spPr>
            <a:xfrm>
              <a:off x="7233761" y="2028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6" name="pt30656"/>
            <p:cNvSpPr/>
            <p:nvPr/>
          </p:nvSpPr>
          <p:spPr>
            <a:xfrm>
              <a:off x="6823495" y="1822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7" name="pt30657"/>
            <p:cNvSpPr/>
            <p:nvPr/>
          </p:nvSpPr>
          <p:spPr>
            <a:xfrm>
              <a:off x="6956942" y="1849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8" name="pt30658"/>
            <p:cNvSpPr/>
            <p:nvPr/>
          </p:nvSpPr>
          <p:spPr>
            <a:xfrm>
              <a:off x="6923472" y="2082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9" name="pt30659"/>
            <p:cNvSpPr/>
            <p:nvPr/>
          </p:nvSpPr>
          <p:spPr>
            <a:xfrm>
              <a:off x="6871314" y="2176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0" name="pt30660"/>
            <p:cNvSpPr/>
            <p:nvPr/>
          </p:nvSpPr>
          <p:spPr>
            <a:xfrm>
              <a:off x="7628680" y="2097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1" name="pt30661"/>
            <p:cNvSpPr/>
            <p:nvPr/>
          </p:nvSpPr>
          <p:spPr>
            <a:xfrm>
              <a:off x="7009112" y="2114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2" name="pt30662"/>
            <p:cNvSpPr/>
            <p:nvPr/>
          </p:nvSpPr>
          <p:spPr>
            <a:xfrm>
              <a:off x="7418876" y="2658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3" name="pt30663"/>
            <p:cNvSpPr/>
            <p:nvPr/>
          </p:nvSpPr>
          <p:spPr>
            <a:xfrm>
              <a:off x="6964105" y="2037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4" name="pt30664"/>
            <p:cNvSpPr/>
            <p:nvPr/>
          </p:nvSpPr>
          <p:spPr>
            <a:xfrm>
              <a:off x="6965503" y="1814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5" name="pt30665"/>
            <p:cNvSpPr/>
            <p:nvPr/>
          </p:nvSpPr>
          <p:spPr>
            <a:xfrm>
              <a:off x="7304504" y="2346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6" name="pt30666"/>
            <p:cNvSpPr/>
            <p:nvPr/>
          </p:nvSpPr>
          <p:spPr>
            <a:xfrm>
              <a:off x="7441388" y="2244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7" name="pt30667"/>
            <p:cNvSpPr/>
            <p:nvPr/>
          </p:nvSpPr>
          <p:spPr>
            <a:xfrm>
              <a:off x="7081738" y="2137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8" name="pt30668"/>
            <p:cNvSpPr/>
            <p:nvPr/>
          </p:nvSpPr>
          <p:spPr>
            <a:xfrm>
              <a:off x="6931136" y="2025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9" name="pt30669"/>
            <p:cNvSpPr/>
            <p:nvPr/>
          </p:nvSpPr>
          <p:spPr>
            <a:xfrm>
              <a:off x="6996930" y="2227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0" name="pt30670"/>
            <p:cNvSpPr/>
            <p:nvPr/>
          </p:nvSpPr>
          <p:spPr>
            <a:xfrm>
              <a:off x="7139045" y="1942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1" name="pt30671"/>
            <p:cNvSpPr/>
            <p:nvPr/>
          </p:nvSpPr>
          <p:spPr>
            <a:xfrm>
              <a:off x="7196732" y="2216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2" name="pt30672"/>
            <p:cNvSpPr/>
            <p:nvPr/>
          </p:nvSpPr>
          <p:spPr>
            <a:xfrm>
              <a:off x="7176843" y="2052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3" name="pt30673"/>
            <p:cNvSpPr/>
            <p:nvPr/>
          </p:nvSpPr>
          <p:spPr>
            <a:xfrm>
              <a:off x="7098709" y="2259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4" name="pt30674"/>
            <p:cNvSpPr/>
            <p:nvPr/>
          </p:nvSpPr>
          <p:spPr>
            <a:xfrm>
              <a:off x="6890492" y="2234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5" name="pt30675"/>
            <p:cNvSpPr/>
            <p:nvPr/>
          </p:nvSpPr>
          <p:spPr>
            <a:xfrm>
              <a:off x="7213585" y="1943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6" name="pt30676"/>
            <p:cNvSpPr/>
            <p:nvPr/>
          </p:nvSpPr>
          <p:spPr>
            <a:xfrm>
              <a:off x="7127508" y="2107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7" name="pt30677"/>
            <p:cNvSpPr/>
            <p:nvPr/>
          </p:nvSpPr>
          <p:spPr>
            <a:xfrm>
              <a:off x="7121911" y="2097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8" name="pt30678"/>
            <p:cNvSpPr/>
            <p:nvPr/>
          </p:nvSpPr>
          <p:spPr>
            <a:xfrm>
              <a:off x="6865925" y="1907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9" name="pt30679"/>
            <p:cNvSpPr/>
            <p:nvPr/>
          </p:nvSpPr>
          <p:spPr>
            <a:xfrm>
              <a:off x="7301700" y="2027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0" name="pt30680"/>
            <p:cNvSpPr/>
            <p:nvPr/>
          </p:nvSpPr>
          <p:spPr>
            <a:xfrm>
              <a:off x="7117095" y="1974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1" name="pt30681"/>
            <p:cNvSpPr/>
            <p:nvPr/>
          </p:nvSpPr>
          <p:spPr>
            <a:xfrm>
              <a:off x="7184465" y="1816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2" name="pt30682"/>
            <p:cNvSpPr/>
            <p:nvPr/>
          </p:nvSpPr>
          <p:spPr>
            <a:xfrm>
              <a:off x="7104092" y="2098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3" name="pt30683"/>
            <p:cNvSpPr/>
            <p:nvPr/>
          </p:nvSpPr>
          <p:spPr>
            <a:xfrm>
              <a:off x="6925307" y="1924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4" name="pt30684"/>
            <p:cNvSpPr/>
            <p:nvPr/>
          </p:nvSpPr>
          <p:spPr>
            <a:xfrm>
              <a:off x="6887383" y="2164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5" name="pt30685"/>
            <p:cNvSpPr/>
            <p:nvPr/>
          </p:nvSpPr>
          <p:spPr>
            <a:xfrm>
              <a:off x="7270668" y="1888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6" name="pt30686"/>
            <p:cNvSpPr/>
            <p:nvPr/>
          </p:nvSpPr>
          <p:spPr>
            <a:xfrm>
              <a:off x="7115448" y="1984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7" name="pt30687"/>
            <p:cNvSpPr/>
            <p:nvPr/>
          </p:nvSpPr>
          <p:spPr>
            <a:xfrm>
              <a:off x="7161114" y="217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8" name="pt30688"/>
            <p:cNvSpPr/>
            <p:nvPr/>
          </p:nvSpPr>
          <p:spPr>
            <a:xfrm>
              <a:off x="7216599" y="1979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9" name="pt30689"/>
            <p:cNvSpPr/>
            <p:nvPr/>
          </p:nvSpPr>
          <p:spPr>
            <a:xfrm>
              <a:off x="6978529" y="2254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0" name="pt30690"/>
            <p:cNvSpPr/>
            <p:nvPr/>
          </p:nvSpPr>
          <p:spPr>
            <a:xfrm>
              <a:off x="7094537" y="2313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1" name="pt30691"/>
            <p:cNvSpPr/>
            <p:nvPr/>
          </p:nvSpPr>
          <p:spPr>
            <a:xfrm>
              <a:off x="7104009" y="2072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2" name="pt30692"/>
            <p:cNvSpPr/>
            <p:nvPr/>
          </p:nvSpPr>
          <p:spPr>
            <a:xfrm>
              <a:off x="7171111" y="2001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3" name="pt30693"/>
            <p:cNvSpPr/>
            <p:nvPr/>
          </p:nvSpPr>
          <p:spPr>
            <a:xfrm>
              <a:off x="7047449" y="2126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4" name="pt30694"/>
            <p:cNvSpPr/>
            <p:nvPr/>
          </p:nvSpPr>
          <p:spPr>
            <a:xfrm>
              <a:off x="6994714" y="2385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5" name="pt30695"/>
            <p:cNvSpPr/>
            <p:nvPr/>
          </p:nvSpPr>
          <p:spPr>
            <a:xfrm>
              <a:off x="7158292" y="2307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6" name="pt30696"/>
            <p:cNvSpPr/>
            <p:nvPr/>
          </p:nvSpPr>
          <p:spPr>
            <a:xfrm>
              <a:off x="7116616" y="1942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7" name="pt30697"/>
            <p:cNvSpPr/>
            <p:nvPr/>
          </p:nvSpPr>
          <p:spPr>
            <a:xfrm>
              <a:off x="7222739" y="2063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8" name="pt30698"/>
            <p:cNvSpPr/>
            <p:nvPr/>
          </p:nvSpPr>
          <p:spPr>
            <a:xfrm>
              <a:off x="7100433" y="2227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9" name="pt30699"/>
            <p:cNvSpPr/>
            <p:nvPr/>
          </p:nvSpPr>
          <p:spPr>
            <a:xfrm>
              <a:off x="7306580" y="2080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0" name="pt30700"/>
            <p:cNvSpPr/>
            <p:nvPr/>
          </p:nvSpPr>
          <p:spPr>
            <a:xfrm>
              <a:off x="7259952" y="2077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1" name="pt30701"/>
            <p:cNvSpPr/>
            <p:nvPr/>
          </p:nvSpPr>
          <p:spPr>
            <a:xfrm>
              <a:off x="7125803" y="2182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2" name="pt30702"/>
            <p:cNvSpPr/>
            <p:nvPr/>
          </p:nvSpPr>
          <p:spPr>
            <a:xfrm>
              <a:off x="7109389" y="2014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3" name="pt30703"/>
            <p:cNvSpPr/>
            <p:nvPr/>
          </p:nvSpPr>
          <p:spPr>
            <a:xfrm>
              <a:off x="7072329" y="2107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4" name="pt30704"/>
            <p:cNvSpPr/>
            <p:nvPr/>
          </p:nvSpPr>
          <p:spPr>
            <a:xfrm>
              <a:off x="7238991" y="1939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5" name="pt30705"/>
            <p:cNvSpPr/>
            <p:nvPr/>
          </p:nvSpPr>
          <p:spPr>
            <a:xfrm>
              <a:off x="6988150" y="2293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6" name="pt30706"/>
            <p:cNvSpPr/>
            <p:nvPr/>
          </p:nvSpPr>
          <p:spPr>
            <a:xfrm>
              <a:off x="7147936" y="2044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7" name="pt30707"/>
            <p:cNvSpPr/>
            <p:nvPr/>
          </p:nvSpPr>
          <p:spPr>
            <a:xfrm>
              <a:off x="7118122" y="1972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8" name="pt30708"/>
            <p:cNvSpPr/>
            <p:nvPr/>
          </p:nvSpPr>
          <p:spPr>
            <a:xfrm>
              <a:off x="7203391" y="2040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9" name="pt30709"/>
            <p:cNvSpPr/>
            <p:nvPr/>
          </p:nvSpPr>
          <p:spPr>
            <a:xfrm>
              <a:off x="7188587" y="2267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0" name="pt30710"/>
            <p:cNvSpPr/>
            <p:nvPr/>
          </p:nvSpPr>
          <p:spPr>
            <a:xfrm>
              <a:off x="6992896" y="2271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1" name="pt30711"/>
            <p:cNvSpPr/>
            <p:nvPr/>
          </p:nvSpPr>
          <p:spPr>
            <a:xfrm>
              <a:off x="6951962" y="2062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2" name="pt30712"/>
            <p:cNvSpPr/>
            <p:nvPr/>
          </p:nvSpPr>
          <p:spPr>
            <a:xfrm>
              <a:off x="6852202" y="2140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3" name="pt30713"/>
            <p:cNvSpPr/>
            <p:nvPr/>
          </p:nvSpPr>
          <p:spPr>
            <a:xfrm>
              <a:off x="7530423" y="2205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4" name="pt30714"/>
            <p:cNvSpPr/>
            <p:nvPr/>
          </p:nvSpPr>
          <p:spPr>
            <a:xfrm>
              <a:off x="6907221" y="1991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5" name="pt30715"/>
            <p:cNvSpPr/>
            <p:nvPr/>
          </p:nvSpPr>
          <p:spPr>
            <a:xfrm>
              <a:off x="6997627" y="2214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6" name="pt30716"/>
            <p:cNvSpPr/>
            <p:nvPr/>
          </p:nvSpPr>
          <p:spPr>
            <a:xfrm>
              <a:off x="6829537" y="1903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7" name="pt30717"/>
            <p:cNvSpPr/>
            <p:nvPr/>
          </p:nvSpPr>
          <p:spPr>
            <a:xfrm>
              <a:off x="7052545" y="2144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8" name="pt30718"/>
            <p:cNvSpPr/>
            <p:nvPr/>
          </p:nvSpPr>
          <p:spPr>
            <a:xfrm>
              <a:off x="7283953" y="210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9" name="pt30719"/>
            <p:cNvSpPr/>
            <p:nvPr/>
          </p:nvSpPr>
          <p:spPr>
            <a:xfrm>
              <a:off x="7364566" y="2686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0" name="pt30720"/>
            <p:cNvSpPr/>
            <p:nvPr/>
          </p:nvSpPr>
          <p:spPr>
            <a:xfrm>
              <a:off x="6978889" y="2210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1" name="pt30721"/>
            <p:cNvSpPr/>
            <p:nvPr/>
          </p:nvSpPr>
          <p:spPr>
            <a:xfrm>
              <a:off x="7239475" y="1899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2" name="pt30722"/>
            <p:cNvSpPr/>
            <p:nvPr/>
          </p:nvSpPr>
          <p:spPr>
            <a:xfrm>
              <a:off x="7183859" y="1909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3" name="pt30723"/>
            <p:cNvSpPr/>
            <p:nvPr/>
          </p:nvSpPr>
          <p:spPr>
            <a:xfrm>
              <a:off x="7220402" y="2033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4" name="pt30724"/>
            <p:cNvSpPr/>
            <p:nvPr/>
          </p:nvSpPr>
          <p:spPr>
            <a:xfrm>
              <a:off x="7014857" y="2230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5" name="pt30725"/>
            <p:cNvSpPr/>
            <p:nvPr/>
          </p:nvSpPr>
          <p:spPr>
            <a:xfrm>
              <a:off x="7119981" y="1971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6" name="pt30726"/>
            <p:cNvSpPr/>
            <p:nvPr/>
          </p:nvSpPr>
          <p:spPr>
            <a:xfrm>
              <a:off x="6881578" y="2170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7" name="pt30727"/>
            <p:cNvSpPr/>
            <p:nvPr/>
          </p:nvSpPr>
          <p:spPr>
            <a:xfrm>
              <a:off x="7290980" y="1967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8" name="pt30728"/>
            <p:cNvSpPr/>
            <p:nvPr/>
          </p:nvSpPr>
          <p:spPr>
            <a:xfrm>
              <a:off x="7134279" y="1977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9" name="pt30729"/>
            <p:cNvSpPr/>
            <p:nvPr/>
          </p:nvSpPr>
          <p:spPr>
            <a:xfrm>
              <a:off x="7334304" y="2103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0" name="pt30730"/>
            <p:cNvSpPr/>
            <p:nvPr/>
          </p:nvSpPr>
          <p:spPr>
            <a:xfrm>
              <a:off x="7045444" y="2165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1" name="pt30731"/>
            <p:cNvSpPr/>
            <p:nvPr/>
          </p:nvSpPr>
          <p:spPr>
            <a:xfrm>
              <a:off x="7164470" y="2116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2" name="pt30732"/>
            <p:cNvSpPr/>
            <p:nvPr/>
          </p:nvSpPr>
          <p:spPr>
            <a:xfrm>
              <a:off x="7321492" y="2675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3" name="pt30733"/>
            <p:cNvSpPr/>
            <p:nvPr/>
          </p:nvSpPr>
          <p:spPr>
            <a:xfrm>
              <a:off x="7195635" y="2086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4" name="pt30734"/>
            <p:cNvSpPr/>
            <p:nvPr/>
          </p:nvSpPr>
          <p:spPr>
            <a:xfrm>
              <a:off x="7048583" y="2218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5" name="pt30735"/>
            <p:cNvSpPr/>
            <p:nvPr/>
          </p:nvSpPr>
          <p:spPr>
            <a:xfrm>
              <a:off x="6825834" y="1881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6" name="pt30736"/>
            <p:cNvSpPr/>
            <p:nvPr/>
          </p:nvSpPr>
          <p:spPr>
            <a:xfrm>
              <a:off x="7024381" y="2125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7" name="pt30737"/>
            <p:cNvSpPr/>
            <p:nvPr/>
          </p:nvSpPr>
          <p:spPr>
            <a:xfrm>
              <a:off x="6996038" y="2396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8" name="pt30738"/>
            <p:cNvSpPr/>
            <p:nvPr/>
          </p:nvSpPr>
          <p:spPr>
            <a:xfrm>
              <a:off x="6964217" y="1914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9" name="pt30739"/>
            <p:cNvSpPr/>
            <p:nvPr/>
          </p:nvSpPr>
          <p:spPr>
            <a:xfrm>
              <a:off x="7075220" y="2009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0" name="pt30740"/>
            <p:cNvSpPr/>
            <p:nvPr/>
          </p:nvSpPr>
          <p:spPr>
            <a:xfrm>
              <a:off x="7139717" y="1967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1" name="pt30741"/>
            <p:cNvSpPr/>
            <p:nvPr/>
          </p:nvSpPr>
          <p:spPr>
            <a:xfrm>
              <a:off x="7258691" y="2039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2" name="pt30742"/>
            <p:cNvSpPr/>
            <p:nvPr/>
          </p:nvSpPr>
          <p:spPr>
            <a:xfrm>
              <a:off x="7172639" y="2210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3" name="pt30743"/>
            <p:cNvSpPr/>
            <p:nvPr/>
          </p:nvSpPr>
          <p:spPr>
            <a:xfrm>
              <a:off x="7230376" y="1914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4" name="pt30744"/>
            <p:cNvSpPr/>
            <p:nvPr/>
          </p:nvSpPr>
          <p:spPr>
            <a:xfrm>
              <a:off x="6976539" y="2216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5" name="pt30745"/>
            <p:cNvSpPr/>
            <p:nvPr/>
          </p:nvSpPr>
          <p:spPr>
            <a:xfrm>
              <a:off x="6885882" y="2176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6" name="pt30746"/>
            <p:cNvSpPr/>
            <p:nvPr/>
          </p:nvSpPr>
          <p:spPr>
            <a:xfrm>
              <a:off x="6771743" y="2313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7" name="pt30747"/>
            <p:cNvSpPr/>
            <p:nvPr/>
          </p:nvSpPr>
          <p:spPr>
            <a:xfrm>
              <a:off x="7216826" y="212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8" name="pt30748"/>
            <p:cNvSpPr/>
            <p:nvPr/>
          </p:nvSpPr>
          <p:spPr>
            <a:xfrm>
              <a:off x="7104395" y="2096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9" name="pt30749"/>
            <p:cNvSpPr/>
            <p:nvPr/>
          </p:nvSpPr>
          <p:spPr>
            <a:xfrm>
              <a:off x="7259379" y="2117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0" name="pt30750"/>
            <p:cNvSpPr/>
            <p:nvPr/>
          </p:nvSpPr>
          <p:spPr>
            <a:xfrm>
              <a:off x="6990450" y="225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1" name="pt30751"/>
            <p:cNvSpPr/>
            <p:nvPr/>
          </p:nvSpPr>
          <p:spPr>
            <a:xfrm>
              <a:off x="7068496" y="2106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2" name="pt30752"/>
            <p:cNvSpPr/>
            <p:nvPr/>
          </p:nvSpPr>
          <p:spPr>
            <a:xfrm>
              <a:off x="7008511" y="2082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3" name="pt30753"/>
            <p:cNvSpPr/>
            <p:nvPr/>
          </p:nvSpPr>
          <p:spPr>
            <a:xfrm>
              <a:off x="6968464" y="1788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4" name="pt30754"/>
            <p:cNvSpPr/>
            <p:nvPr/>
          </p:nvSpPr>
          <p:spPr>
            <a:xfrm>
              <a:off x="7407618" y="2699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5" name="pt30755"/>
            <p:cNvSpPr/>
            <p:nvPr/>
          </p:nvSpPr>
          <p:spPr>
            <a:xfrm>
              <a:off x="7114486" y="1993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6" name="pt30756"/>
            <p:cNvSpPr/>
            <p:nvPr/>
          </p:nvSpPr>
          <p:spPr>
            <a:xfrm>
              <a:off x="7194347" y="2082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7" name="pt30757"/>
            <p:cNvSpPr/>
            <p:nvPr/>
          </p:nvSpPr>
          <p:spPr>
            <a:xfrm>
              <a:off x="7032891" y="1944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8" name="pt30758"/>
            <p:cNvSpPr/>
            <p:nvPr/>
          </p:nvSpPr>
          <p:spPr>
            <a:xfrm>
              <a:off x="7235155" y="1874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9" name="pt30759"/>
            <p:cNvSpPr/>
            <p:nvPr/>
          </p:nvSpPr>
          <p:spPr>
            <a:xfrm>
              <a:off x="7092191" y="2393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0" name="pt30760"/>
            <p:cNvSpPr/>
            <p:nvPr/>
          </p:nvSpPr>
          <p:spPr>
            <a:xfrm>
              <a:off x="7182656" y="2063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1" name="pt30761"/>
            <p:cNvSpPr/>
            <p:nvPr/>
          </p:nvSpPr>
          <p:spPr>
            <a:xfrm>
              <a:off x="6941618" y="2134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2" name="pt30762"/>
            <p:cNvSpPr/>
            <p:nvPr/>
          </p:nvSpPr>
          <p:spPr>
            <a:xfrm>
              <a:off x="7230530" y="2010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3" name="pt30763"/>
            <p:cNvSpPr/>
            <p:nvPr/>
          </p:nvSpPr>
          <p:spPr>
            <a:xfrm>
              <a:off x="7186188" y="1857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4" name="pt30764"/>
            <p:cNvSpPr/>
            <p:nvPr/>
          </p:nvSpPr>
          <p:spPr>
            <a:xfrm>
              <a:off x="7143137" y="2009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5" name="pt30765"/>
            <p:cNvSpPr/>
            <p:nvPr/>
          </p:nvSpPr>
          <p:spPr>
            <a:xfrm>
              <a:off x="7004186" y="1974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6" name="pt30766"/>
            <p:cNvSpPr/>
            <p:nvPr/>
          </p:nvSpPr>
          <p:spPr>
            <a:xfrm>
              <a:off x="7248036" y="2081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7" name="pt30767"/>
            <p:cNvSpPr/>
            <p:nvPr/>
          </p:nvSpPr>
          <p:spPr>
            <a:xfrm>
              <a:off x="7216023" y="192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8" name="pt30768"/>
            <p:cNvSpPr/>
            <p:nvPr/>
          </p:nvSpPr>
          <p:spPr>
            <a:xfrm>
              <a:off x="7117579" y="1930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9" name="pt30769"/>
            <p:cNvSpPr/>
            <p:nvPr/>
          </p:nvSpPr>
          <p:spPr>
            <a:xfrm>
              <a:off x="7110933" y="2039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0" name="pt30770"/>
            <p:cNvSpPr/>
            <p:nvPr/>
          </p:nvSpPr>
          <p:spPr>
            <a:xfrm>
              <a:off x="6848126" y="2157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1" name="pt30771"/>
            <p:cNvSpPr/>
            <p:nvPr/>
          </p:nvSpPr>
          <p:spPr>
            <a:xfrm>
              <a:off x="7029552" y="2176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2" name="pt30772"/>
            <p:cNvSpPr/>
            <p:nvPr/>
          </p:nvSpPr>
          <p:spPr>
            <a:xfrm>
              <a:off x="7137208" y="1969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3" name="pt30773"/>
            <p:cNvSpPr/>
            <p:nvPr/>
          </p:nvSpPr>
          <p:spPr>
            <a:xfrm>
              <a:off x="7279404" y="2044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4" name="pt30774"/>
            <p:cNvSpPr/>
            <p:nvPr/>
          </p:nvSpPr>
          <p:spPr>
            <a:xfrm>
              <a:off x="7182089" y="2094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5" name="pt30775"/>
            <p:cNvSpPr/>
            <p:nvPr/>
          </p:nvSpPr>
          <p:spPr>
            <a:xfrm>
              <a:off x="6744525" y="2160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6" name="pt30776"/>
            <p:cNvSpPr/>
            <p:nvPr/>
          </p:nvSpPr>
          <p:spPr>
            <a:xfrm>
              <a:off x="7004845" y="1865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7" name="pt30777"/>
            <p:cNvSpPr/>
            <p:nvPr/>
          </p:nvSpPr>
          <p:spPr>
            <a:xfrm>
              <a:off x="7382112" y="2527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8" name="pt30778"/>
            <p:cNvSpPr/>
            <p:nvPr/>
          </p:nvSpPr>
          <p:spPr>
            <a:xfrm>
              <a:off x="6970681" y="1959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9" name="pt30779"/>
            <p:cNvSpPr/>
            <p:nvPr/>
          </p:nvSpPr>
          <p:spPr>
            <a:xfrm>
              <a:off x="6989606" y="2256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0" name="pt30780"/>
            <p:cNvSpPr/>
            <p:nvPr/>
          </p:nvSpPr>
          <p:spPr>
            <a:xfrm>
              <a:off x="7132527" y="2138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1" name="pt30781"/>
            <p:cNvSpPr/>
            <p:nvPr/>
          </p:nvSpPr>
          <p:spPr>
            <a:xfrm>
              <a:off x="7098197" y="2281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2" name="pt30782"/>
            <p:cNvSpPr/>
            <p:nvPr/>
          </p:nvSpPr>
          <p:spPr>
            <a:xfrm>
              <a:off x="7146437" y="2009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3" name="pt30783"/>
            <p:cNvSpPr/>
            <p:nvPr/>
          </p:nvSpPr>
          <p:spPr>
            <a:xfrm>
              <a:off x="7088886" y="2247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4" name="pt30784"/>
            <p:cNvSpPr/>
            <p:nvPr/>
          </p:nvSpPr>
          <p:spPr>
            <a:xfrm>
              <a:off x="7112062" y="2034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5" name="pt30785"/>
            <p:cNvSpPr/>
            <p:nvPr/>
          </p:nvSpPr>
          <p:spPr>
            <a:xfrm>
              <a:off x="7062214" y="2160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6" name="pt30786"/>
            <p:cNvSpPr/>
            <p:nvPr/>
          </p:nvSpPr>
          <p:spPr>
            <a:xfrm>
              <a:off x="6780859" y="224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7" name="pt30787"/>
            <p:cNvSpPr/>
            <p:nvPr/>
          </p:nvSpPr>
          <p:spPr>
            <a:xfrm>
              <a:off x="7229023" y="219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8" name="pt30788"/>
            <p:cNvSpPr/>
            <p:nvPr/>
          </p:nvSpPr>
          <p:spPr>
            <a:xfrm>
              <a:off x="7111332" y="2050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9" name="pt30789"/>
            <p:cNvSpPr/>
            <p:nvPr/>
          </p:nvSpPr>
          <p:spPr>
            <a:xfrm>
              <a:off x="7120332" y="1996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0" name="pt30790"/>
            <p:cNvSpPr/>
            <p:nvPr/>
          </p:nvSpPr>
          <p:spPr>
            <a:xfrm>
              <a:off x="6966187" y="1907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1" name="pt30791"/>
            <p:cNvSpPr/>
            <p:nvPr/>
          </p:nvSpPr>
          <p:spPr>
            <a:xfrm>
              <a:off x="6856706" y="2142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2" name="pt30792"/>
            <p:cNvSpPr/>
            <p:nvPr/>
          </p:nvSpPr>
          <p:spPr>
            <a:xfrm>
              <a:off x="7139873" y="1990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3" name="pt30793"/>
            <p:cNvSpPr/>
            <p:nvPr/>
          </p:nvSpPr>
          <p:spPr>
            <a:xfrm>
              <a:off x="6939630" y="1818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4" name="pt30794"/>
            <p:cNvSpPr/>
            <p:nvPr/>
          </p:nvSpPr>
          <p:spPr>
            <a:xfrm>
              <a:off x="7275711" y="2141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5" name="pt30795"/>
            <p:cNvSpPr/>
            <p:nvPr/>
          </p:nvSpPr>
          <p:spPr>
            <a:xfrm>
              <a:off x="7040520" y="2101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6" name="pt30796"/>
            <p:cNvSpPr/>
            <p:nvPr/>
          </p:nvSpPr>
          <p:spPr>
            <a:xfrm>
              <a:off x="7068422" y="2075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7" name="pt30797"/>
            <p:cNvSpPr/>
            <p:nvPr/>
          </p:nvSpPr>
          <p:spPr>
            <a:xfrm>
              <a:off x="7126237" y="2079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8" name="pt30798"/>
            <p:cNvSpPr/>
            <p:nvPr/>
          </p:nvSpPr>
          <p:spPr>
            <a:xfrm>
              <a:off x="7309234" y="2236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9" name="pt30799"/>
            <p:cNvSpPr/>
            <p:nvPr/>
          </p:nvSpPr>
          <p:spPr>
            <a:xfrm>
              <a:off x="7142360" y="2019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0" name="pt30800"/>
            <p:cNvSpPr/>
            <p:nvPr/>
          </p:nvSpPr>
          <p:spPr>
            <a:xfrm>
              <a:off x="7056649" y="2080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1" name="pt30801"/>
            <p:cNvSpPr/>
            <p:nvPr/>
          </p:nvSpPr>
          <p:spPr>
            <a:xfrm>
              <a:off x="7092933" y="2308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2" name="pt30802"/>
            <p:cNvSpPr/>
            <p:nvPr/>
          </p:nvSpPr>
          <p:spPr>
            <a:xfrm>
              <a:off x="7203631" y="2036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3" name="pt30803"/>
            <p:cNvSpPr/>
            <p:nvPr/>
          </p:nvSpPr>
          <p:spPr>
            <a:xfrm>
              <a:off x="7069037" y="2118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4" name="pt30804"/>
            <p:cNvSpPr/>
            <p:nvPr/>
          </p:nvSpPr>
          <p:spPr>
            <a:xfrm>
              <a:off x="7157063" y="2418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5" name="pt30805"/>
            <p:cNvSpPr/>
            <p:nvPr/>
          </p:nvSpPr>
          <p:spPr>
            <a:xfrm>
              <a:off x="7325861" y="2190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6" name="pt30806"/>
            <p:cNvSpPr/>
            <p:nvPr/>
          </p:nvSpPr>
          <p:spPr>
            <a:xfrm>
              <a:off x="6602700" y="1665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7" name="pt30807"/>
            <p:cNvSpPr/>
            <p:nvPr/>
          </p:nvSpPr>
          <p:spPr>
            <a:xfrm>
              <a:off x="7398710" y="2420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8" name="pt30808"/>
            <p:cNvSpPr/>
            <p:nvPr/>
          </p:nvSpPr>
          <p:spPr>
            <a:xfrm>
              <a:off x="7213445" y="2097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9" name="pt30809"/>
            <p:cNvSpPr/>
            <p:nvPr/>
          </p:nvSpPr>
          <p:spPr>
            <a:xfrm>
              <a:off x="7094357" y="2339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0" name="pt30810"/>
            <p:cNvSpPr/>
            <p:nvPr/>
          </p:nvSpPr>
          <p:spPr>
            <a:xfrm>
              <a:off x="7195551" y="1858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1" name="pt30811"/>
            <p:cNvSpPr/>
            <p:nvPr/>
          </p:nvSpPr>
          <p:spPr>
            <a:xfrm>
              <a:off x="6995422" y="2269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2" name="pt30812"/>
            <p:cNvSpPr/>
            <p:nvPr/>
          </p:nvSpPr>
          <p:spPr>
            <a:xfrm>
              <a:off x="7157748" y="2142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3" name="pt30813"/>
            <p:cNvSpPr/>
            <p:nvPr/>
          </p:nvSpPr>
          <p:spPr>
            <a:xfrm>
              <a:off x="6966286" y="1780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4" name="pt30814"/>
            <p:cNvSpPr/>
            <p:nvPr/>
          </p:nvSpPr>
          <p:spPr>
            <a:xfrm>
              <a:off x="6873072" y="2131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5" name="pt30815"/>
            <p:cNvSpPr/>
            <p:nvPr/>
          </p:nvSpPr>
          <p:spPr>
            <a:xfrm>
              <a:off x="7130299" y="2132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6" name="pt30816"/>
            <p:cNvSpPr/>
            <p:nvPr/>
          </p:nvSpPr>
          <p:spPr>
            <a:xfrm>
              <a:off x="7331782" y="2113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7" name="pt30817"/>
            <p:cNvSpPr/>
            <p:nvPr/>
          </p:nvSpPr>
          <p:spPr>
            <a:xfrm>
              <a:off x="7017220" y="2263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8" name="pt30818"/>
            <p:cNvSpPr/>
            <p:nvPr/>
          </p:nvSpPr>
          <p:spPr>
            <a:xfrm>
              <a:off x="7234733" y="1761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9" name="pt30819"/>
            <p:cNvSpPr/>
            <p:nvPr/>
          </p:nvSpPr>
          <p:spPr>
            <a:xfrm>
              <a:off x="7144556" y="2204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0" name="pt30820"/>
            <p:cNvSpPr/>
            <p:nvPr/>
          </p:nvSpPr>
          <p:spPr>
            <a:xfrm>
              <a:off x="6843642" y="182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1" name="pt30821"/>
            <p:cNvSpPr/>
            <p:nvPr/>
          </p:nvSpPr>
          <p:spPr>
            <a:xfrm>
              <a:off x="7071462" y="2019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2" name="pt30822"/>
            <p:cNvSpPr/>
            <p:nvPr/>
          </p:nvSpPr>
          <p:spPr>
            <a:xfrm>
              <a:off x="7330809" y="2242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3" name="pt30823"/>
            <p:cNvSpPr/>
            <p:nvPr/>
          </p:nvSpPr>
          <p:spPr>
            <a:xfrm>
              <a:off x="6982208" y="2187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4" name="pt30824"/>
            <p:cNvSpPr/>
            <p:nvPr/>
          </p:nvSpPr>
          <p:spPr>
            <a:xfrm>
              <a:off x="7300850" y="2027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5" name="pt30825"/>
            <p:cNvSpPr/>
            <p:nvPr/>
          </p:nvSpPr>
          <p:spPr>
            <a:xfrm>
              <a:off x="6977566" y="2193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6" name="pt30826"/>
            <p:cNvSpPr/>
            <p:nvPr/>
          </p:nvSpPr>
          <p:spPr>
            <a:xfrm>
              <a:off x="7048265" y="2261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7" name="pt30827"/>
            <p:cNvSpPr/>
            <p:nvPr/>
          </p:nvSpPr>
          <p:spPr>
            <a:xfrm>
              <a:off x="7025601" y="1968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8" name="pt30828"/>
            <p:cNvSpPr/>
            <p:nvPr/>
          </p:nvSpPr>
          <p:spPr>
            <a:xfrm>
              <a:off x="7117615" y="2014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9" name="pt30829"/>
            <p:cNvSpPr/>
            <p:nvPr/>
          </p:nvSpPr>
          <p:spPr>
            <a:xfrm>
              <a:off x="7067407" y="2075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0" name="pt30830"/>
            <p:cNvSpPr/>
            <p:nvPr/>
          </p:nvSpPr>
          <p:spPr>
            <a:xfrm>
              <a:off x="7128356" y="2134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1" name="pt30831"/>
            <p:cNvSpPr/>
            <p:nvPr/>
          </p:nvSpPr>
          <p:spPr>
            <a:xfrm>
              <a:off x="6758099" y="2374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2" name="pt30832"/>
            <p:cNvSpPr/>
            <p:nvPr/>
          </p:nvSpPr>
          <p:spPr>
            <a:xfrm>
              <a:off x="7123459" y="2037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3" name="pt30833"/>
            <p:cNvSpPr/>
            <p:nvPr/>
          </p:nvSpPr>
          <p:spPr>
            <a:xfrm>
              <a:off x="7056003" y="2067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4" name="pt30834"/>
            <p:cNvSpPr/>
            <p:nvPr/>
          </p:nvSpPr>
          <p:spPr>
            <a:xfrm>
              <a:off x="7274066" y="2002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5" name="pt30835"/>
            <p:cNvSpPr/>
            <p:nvPr/>
          </p:nvSpPr>
          <p:spPr>
            <a:xfrm>
              <a:off x="7348492" y="2133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6" name="pt30836"/>
            <p:cNvSpPr/>
            <p:nvPr/>
          </p:nvSpPr>
          <p:spPr>
            <a:xfrm>
              <a:off x="6960565" y="2034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7" name="pt30837"/>
            <p:cNvSpPr/>
            <p:nvPr/>
          </p:nvSpPr>
          <p:spPr>
            <a:xfrm>
              <a:off x="6806834" y="2391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8" name="pt30838"/>
            <p:cNvSpPr/>
            <p:nvPr/>
          </p:nvSpPr>
          <p:spPr>
            <a:xfrm>
              <a:off x="7087184" y="2221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9" name="pt30839"/>
            <p:cNvSpPr/>
            <p:nvPr/>
          </p:nvSpPr>
          <p:spPr>
            <a:xfrm>
              <a:off x="7045221" y="2038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0" name="pt30840"/>
            <p:cNvSpPr/>
            <p:nvPr/>
          </p:nvSpPr>
          <p:spPr>
            <a:xfrm>
              <a:off x="6873077" y="1893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1" name="pt30841"/>
            <p:cNvSpPr/>
            <p:nvPr/>
          </p:nvSpPr>
          <p:spPr>
            <a:xfrm>
              <a:off x="7026144" y="2065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2" name="pt30842"/>
            <p:cNvSpPr/>
            <p:nvPr/>
          </p:nvSpPr>
          <p:spPr>
            <a:xfrm>
              <a:off x="6971219" y="1881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3" name="pt30843"/>
            <p:cNvSpPr/>
            <p:nvPr/>
          </p:nvSpPr>
          <p:spPr>
            <a:xfrm>
              <a:off x="7098065" y="2242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4" name="pt30844"/>
            <p:cNvSpPr/>
            <p:nvPr/>
          </p:nvSpPr>
          <p:spPr>
            <a:xfrm>
              <a:off x="7193452" y="2211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5" name="pt30845"/>
            <p:cNvSpPr/>
            <p:nvPr/>
          </p:nvSpPr>
          <p:spPr>
            <a:xfrm>
              <a:off x="7024459" y="1913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6" name="pt30846"/>
            <p:cNvSpPr/>
            <p:nvPr/>
          </p:nvSpPr>
          <p:spPr>
            <a:xfrm>
              <a:off x="7114248" y="1981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7" name="pt30847"/>
            <p:cNvSpPr/>
            <p:nvPr/>
          </p:nvSpPr>
          <p:spPr>
            <a:xfrm>
              <a:off x="6863991" y="2190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8" name="pt30848"/>
            <p:cNvSpPr/>
            <p:nvPr/>
          </p:nvSpPr>
          <p:spPr>
            <a:xfrm>
              <a:off x="6872210" y="2266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9" name="pt30849"/>
            <p:cNvSpPr/>
            <p:nvPr/>
          </p:nvSpPr>
          <p:spPr>
            <a:xfrm>
              <a:off x="7070172" y="2102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0" name="pt30850"/>
            <p:cNvSpPr/>
            <p:nvPr/>
          </p:nvSpPr>
          <p:spPr>
            <a:xfrm>
              <a:off x="7009492" y="2044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1" name="pt30851"/>
            <p:cNvSpPr/>
            <p:nvPr/>
          </p:nvSpPr>
          <p:spPr>
            <a:xfrm>
              <a:off x="7092637" y="231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2" name="pt30852"/>
            <p:cNvSpPr/>
            <p:nvPr/>
          </p:nvSpPr>
          <p:spPr>
            <a:xfrm>
              <a:off x="7266439" y="1927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3" name="pt30853"/>
            <p:cNvSpPr/>
            <p:nvPr/>
          </p:nvSpPr>
          <p:spPr>
            <a:xfrm>
              <a:off x="6985853" y="216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4" name="pt30854"/>
            <p:cNvSpPr/>
            <p:nvPr/>
          </p:nvSpPr>
          <p:spPr>
            <a:xfrm>
              <a:off x="7290257" y="1933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5" name="pt30855"/>
            <p:cNvSpPr/>
            <p:nvPr/>
          </p:nvSpPr>
          <p:spPr>
            <a:xfrm>
              <a:off x="7337164" y="2130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6" name="pt30856"/>
            <p:cNvSpPr/>
            <p:nvPr/>
          </p:nvSpPr>
          <p:spPr>
            <a:xfrm>
              <a:off x="7219139" y="2030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7" name="pt30857"/>
            <p:cNvSpPr/>
            <p:nvPr/>
          </p:nvSpPr>
          <p:spPr>
            <a:xfrm>
              <a:off x="7019574" y="2072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8" name="pt30858"/>
            <p:cNvSpPr/>
            <p:nvPr/>
          </p:nvSpPr>
          <p:spPr>
            <a:xfrm>
              <a:off x="6896534" y="2195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9" name="pt30859"/>
            <p:cNvSpPr/>
            <p:nvPr/>
          </p:nvSpPr>
          <p:spPr>
            <a:xfrm>
              <a:off x="7062954" y="2162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0" name="pt30860"/>
            <p:cNvSpPr/>
            <p:nvPr/>
          </p:nvSpPr>
          <p:spPr>
            <a:xfrm>
              <a:off x="7269537" y="1931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1" name="pt30861"/>
            <p:cNvSpPr/>
            <p:nvPr/>
          </p:nvSpPr>
          <p:spPr>
            <a:xfrm>
              <a:off x="7119864" y="1953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2" name="pt30862"/>
            <p:cNvSpPr/>
            <p:nvPr/>
          </p:nvSpPr>
          <p:spPr>
            <a:xfrm>
              <a:off x="7253502" y="2007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3" name="pt30863"/>
            <p:cNvSpPr/>
            <p:nvPr/>
          </p:nvSpPr>
          <p:spPr>
            <a:xfrm>
              <a:off x="7159753" y="2209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4" name="pt30864"/>
            <p:cNvSpPr/>
            <p:nvPr/>
          </p:nvSpPr>
          <p:spPr>
            <a:xfrm>
              <a:off x="7266532" y="1775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5" name="pt30865"/>
            <p:cNvSpPr/>
            <p:nvPr/>
          </p:nvSpPr>
          <p:spPr>
            <a:xfrm>
              <a:off x="6965986" y="1630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6" name="pt30866"/>
            <p:cNvSpPr/>
            <p:nvPr/>
          </p:nvSpPr>
          <p:spPr>
            <a:xfrm>
              <a:off x="7045297" y="2180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7" name="pt30867"/>
            <p:cNvSpPr/>
            <p:nvPr/>
          </p:nvSpPr>
          <p:spPr>
            <a:xfrm>
              <a:off x="6899045" y="2055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8" name="pt30868"/>
            <p:cNvSpPr/>
            <p:nvPr/>
          </p:nvSpPr>
          <p:spPr>
            <a:xfrm>
              <a:off x="7200916" y="2082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9" name="pt30869"/>
            <p:cNvSpPr/>
            <p:nvPr/>
          </p:nvSpPr>
          <p:spPr>
            <a:xfrm>
              <a:off x="7112969" y="202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0" name="pt30870"/>
            <p:cNvSpPr/>
            <p:nvPr/>
          </p:nvSpPr>
          <p:spPr>
            <a:xfrm>
              <a:off x="7130335" y="1998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1" name="pt30871"/>
            <p:cNvSpPr/>
            <p:nvPr/>
          </p:nvSpPr>
          <p:spPr>
            <a:xfrm>
              <a:off x="7369350" y="2722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2" name="pt30872"/>
            <p:cNvSpPr/>
            <p:nvPr/>
          </p:nvSpPr>
          <p:spPr>
            <a:xfrm>
              <a:off x="7310295" y="2423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3" name="pt30873"/>
            <p:cNvSpPr/>
            <p:nvPr/>
          </p:nvSpPr>
          <p:spPr>
            <a:xfrm>
              <a:off x="7193417" y="2136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4" name="pt30874"/>
            <p:cNvSpPr/>
            <p:nvPr/>
          </p:nvSpPr>
          <p:spPr>
            <a:xfrm>
              <a:off x="7076203" y="2070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5" name="pt30875"/>
            <p:cNvSpPr/>
            <p:nvPr/>
          </p:nvSpPr>
          <p:spPr>
            <a:xfrm>
              <a:off x="7192436" y="2184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6" name="pt30876"/>
            <p:cNvSpPr/>
            <p:nvPr/>
          </p:nvSpPr>
          <p:spPr>
            <a:xfrm>
              <a:off x="7046174" y="2100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7" name="pt30877"/>
            <p:cNvSpPr/>
            <p:nvPr/>
          </p:nvSpPr>
          <p:spPr>
            <a:xfrm>
              <a:off x="7224402" y="1946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8" name="pt30878"/>
            <p:cNvSpPr/>
            <p:nvPr/>
          </p:nvSpPr>
          <p:spPr>
            <a:xfrm>
              <a:off x="6990610" y="2282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9" name="pt30879"/>
            <p:cNvSpPr/>
            <p:nvPr/>
          </p:nvSpPr>
          <p:spPr>
            <a:xfrm>
              <a:off x="7034181" y="2153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0" name="pt30880"/>
            <p:cNvSpPr/>
            <p:nvPr/>
          </p:nvSpPr>
          <p:spPr>
            <a:xfrm>
              <a:off x="6973396" y="1887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1" name="pt30881"/>
            <p:cNvSpPr/>
            <p:nvPr/>
          </p:nvSpPr>
          <p:spPr>
            <a:xfrm>
              <a:off x="7082054" y="2125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2" name="pt30882"/>
            <p:cNvSpPr/>
            <p:nvPr/>
          </p:nvSpPr>
          <p:spPr>
            <a:xfrm>
              <a:off x="6593574" y="2232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3" name="pt30883"/>
            <p:cNvSpPr/>
            <p:nvPr/>
          </p:nvSpPr>
          <p:spPr>
            <a:xfrm>
              <a:off x="7133703" y="1999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4" name="pt30884"/>
            <p:cNvSpPr/>
            <p:nvPr/>
          </p:nvSpPr>
          <p:spPr>
            <a:xfrm>
              <a:off x="7070731" y="2066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5" name="pt30885"/>
            <p:cNvSpPr/>
            <p:nvPr/>
          </p:nvSpPr>
          <p:spPr>
            <a:xfrm>
              <a:off x="7023186" y="2096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6" name="pt30886"/>
            <p:cNvSpPr/>
            <p:nvPr/>
          </p:nvSpPr>
          <p:spPr>
            <a:xfrm>
              <a:off x="7077275" y="2131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7" name="pt30887"/>
            <p:cNvSpPr/>
            <p:nvPr/>
          </p:nvSpPr>
          <p:spPr>
            <a:xfrm>
              <a:off x="7102725" y="2189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8" name="pt30888"/>
            <p:cNvSpPr/>
            <p:nvPr/>
          </p:nvSpPr>
          <p:spPr>
            <a:xfrm>
              <a:off x="7075733" y="2033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9" name="pt30889"/>
            <p:cNvSpPr/>
            <p:nvPr/>
          </p:nvSpPr>
          <p:spPr>
            <a:xfrm>
              <a:off x="6679421" y="2041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0" name="pt30890"/>
            <p:cNvSpPr/>
            <p:nvPr/>
          </p:nvSpPr>
          <p:spPr>
            <a:xfrm>
              <a:off x="7158179" y="2367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1" name="pt30891"/>
            <p:cNvSpPr/>
            <p:nvPr/>
          </p:nvSpPr>
          <p:spPr>
            <a:xfrm>
              <a:off x="7280825" y="1876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2" name="pt30892"/>
            <p:cNvSpPr/>
            <p:nvPr/>
          </p:nvSpPr>
          <p:spPr>
            <a:xfrm>
              <a:off x="7117471" y="1938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3" name="pt30893"/>
            <p:cNvSpPr/>
            <p:nvPr/>
          </p:nvSpPr>
          <p:spPr>
            <a:xfrm>
              <a:off x="6973017" y="1756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4" name="pt30894"/>
            <p:cNvSpPr/>
            <p:nvPr/>
          </p:nvSpPr>
          <p:spPr>
            <a:xfrm>
              <a:off x="7257312" y="2096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5" name="pt30895"/>
            <p:cNvSpPr/>
            <p:nvPr/>
          </p:nvSpPr>
          <p:spPr>
            <a:xfrm>
              <a:off x="7149103" y="2184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6" name="pt30896"/>
            <p:cNvSpPr/>
            <p:nvPr/>
          </p:nvSpPr>
          <p:spPr>
            <a:xfrm>
              <a:off x="7055326" y="2085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7" name="pt30897"/>
            <p:cNvSpPr/>
            <p:nvPr/>
          </p:nvSpPr>
          <p:spPr>
            <a:xfrm>
              <a:off x="7073242" y="2112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8" name="pt30898"/>
            <p:cNvSpPr/>
            <p:nvPr/>
          </p:nvSpPr>
          <p:spPr>
            <a:xfrm>
              <a:off x="7358315" y="2794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9" name="pt30899"/>
            <p:cNvSpPr/>
            <p:nvPr/>
          </p:nvSpPr>
          <p:spPr>
            <a:xfrm>
              <a:off x="7225929" y="1949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0" name="pt30900"/>
            <p:cNvSpPr/>
            <p:nvPr/>
          </p:nvSpPr>
          <p:spPr>
            <a:xfrm>
              <a:off x="7089001" y="2134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1" name="pt30901"/>
            <p:cNvSpPr/>
            <p:nvPr/>
          </p:nvSpPr>
          <p:spPr>
            <a:xfrm>
              <a:off x="7051220" y="2150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2" name="pt30902"/>
            <p:cNvSpPr/>
            <p:nvPr/>
          </p:nvSpPr>
          <p:spPr>
            <a:xfrm>
              <a:off x="7158434" y="2355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3" name="pt30903"/>
            <p:cNvSpPr/>
            <p:nvPr/>
          </p:nvSpPr>
          <p:spPr>
            <a:xfrm>
              <a:off x="7558119" y="2454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4" name="pt30904"/>
            <p:cNvSpPr/>
            <p:nvPr/>
          </p:nvSpPr>
          <p:spPr>
            <a:xfrm>
              <a:off x="7084482" y="2149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5" name="pt30905"/>
            <p:cNvSpPr/>
            <p:nvPr/>
          </p:nvSpPr>
          <p:spPr>
            <a:xfrm>
              <a:off x="7184958" y="1961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6" name="pt30906"/>
            <p:cNvSpPr/>
            <p:nvPr/>
          </p:nvSpPr>
          <p:spPr>
            <a:xfrm>
              <a:off x="7027658" y="2131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7" name="pt30907"/>
            <p:cNvSpPr/>
            <p:nvPr/>
          </p:nvSpPr>
          <p:spPr>
            <a:xfrm>
              <a:off x="7133474" y="2056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8" name="pt30908"/>
            <p:cNvSpPr/>
            <p:nvPr/>
          </p:nvSpPr>
          <p:spPr>
            <a:xfrm>
              <a:off x="7069361" y="206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9" name="pt30909"/>
            <p:cNvSpPr/>
            <p:nvPr/>
          </p:nvSpPr>
          <p:spPr>
            <a:xfrm>
              <a:off x="7035603" y="2200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0" name="pt30910"/>
            <p:cNvSpPr/>
            <p:nvPr/>
          </p:nvSpPr>
          <p:spPr>
            <a:xfrm>
              <a:off x="7534440" y="2271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1" name="pt30911"/>
            <p:cNvSpPr/>
            <p:nvPr/>
          </p:nvSpPr>
          <p:spPr>
            <a:xfrm>
              <a:off x="7380733" y="2690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2" name="pt30912"/>
            <p:cNvSpPr/>
            <p:nvPr/>
          </p:nvSpPr>
          <p:spPr>
            <a:xfrm>
              <a:off x="7319660" y="2390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3" name="pt30913"/>
            <p:cNvSpPr/>
            <p:nvPr/>
          </p:nvSpPr>
          <p:spPr>
            <a:xfrm>
              <a:off x="6842367" y="2008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4" name="pt30914"/>
            <p:cNvSpPr/>
            <p:nvPr/>
          </p:nvSpPr>
          <p:spPr>
            <a:xfrm>
              <a:off x="7089491" y="2263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5" name="pt30915"/>
            <p:cNvSpPr/>
            <p:nvPr/>
          </p:nvSpPr>
          <p:spPr>
            <a:xfrm>
              <a:off x="7383001" y="2368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6" name="pt30916"/>
            <p:cNvSpPr/>
            <p:nvPr/>
          </p:nvSpPr>
          <p:spPr>
            <a:xfrm>
              <a:off x="6918512" y="2083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7" name="pt30917"/>
            <p:cNvSpPr/>
            <p:nvPr/>
          </p:nvSpPr>
          <p:spPr>
            <a:xfrm>
              <a:off x="7197575" y="2151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8" name="pt30918"/>
            <p:cNvSpPr/>
            <p:nvPr/>
          </p:nvSpPr>
          <p:spPr>
            <a:xfrm>
              <a:off x="6813767" y="1998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9" name="pt30919"/>
            <p:cNvSpPr/>
            <p:nvPr/>
          </p:nvSpPr>
          <p:spPr>
            <a:xfrm>
              <a:off x="6785506" y="2321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0" name="pt30920"/>
            <p:cNvSpPr/>
            <p:nvPr/>
          </p:nvSpPr>
          <p:spPr>
            <a:xfrm>
              <a:off x="7359568" y="2548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1" name="pt30921"/>
            <p:cNvSpPr/>
            <p:nvPr/>
          </p:nvSpPr>
          <p:spPr>
            <a:xfrm>
              <a:off x="7177970" y="2295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2" name="pt30922"/>
            <p:cNvSpPr/>
            <p:nvPr/>
          </p:nvSpPr>
          <p:spPr>
            <a:xfrm>
              <a:off x="7174460" y="2196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3" name="pt30923"/>
            <p:cNvSpPr/>
            <p:nvPr/>
          </p:nvSpPr>
          <p:spPr>
            <a:xfrm>
              <a:off x="7315794" y="2485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4" name="pt30924"/>
            <p:cNvSpPr/>
            <p:nvPr/>
          </p:nvSpPr>
          <p:spPr>
            <a:xfrm>
              <a:off x="7113317" y="1986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5" name="pt30925"/>
            <p:cNvSpPr/>
            <p:nvPr/>
          </p:nvSpPr>
          <p:spPr>
            <a:xfrm>
              <a:off x="7027743" y="2070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6" name="pt30926"/>
            <p:cNvSpPr/>
            <p:nvPr/>
          </p:nvSpPr>
          <p:spPr>
            <a:xfrm>
              <a:off x="6806856" y="2216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7" name="pt30927"/>
            <p:cNvSpPr/>
            <p:nvPr/>
          </p:nvSpPr>
          <p:spPr>
            <a:xfrm>
              <a:off x="7005473" y="1792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8" name="pt30928"/>
            <p:cNvSpPr/>
            <p:nvPr/>
          </p:nvSpPr>
          <p:spPr>
            <a:xfrm>
              <a:off x="6964778" y="1932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9" name="pt30929"/>
            <p:cNvSpPr/>
            <p:nvPr/>
          </p:nvSpPr>
          <p:spPr>
            <a:xfrm>
              <a:off x="6938027" y="2125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0" name="pt30930"/>
            <p:cNvSpPr/>
            <p:nvPr/>
          </p:nvSpPr>
          <p:spPr>
            <a:xfrm>
              <a:off x="7201403" y="2061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1" name="pt30931"/>
            <p:cNvSpPr/>
            <p:nvPr/>
          </p:nvSpPr>
          <p:spPr>
            <a:xfrm>
              <a:off x="7155008" y="2213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2" name="pt30932"/>
            <p:cNvSpPr/>
            <p:nvPr/>
          </p:nvSpPr>
          <p:spPr>
            <a:xfrm>
              <a:off x="7118260" y="2000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3" name="pt30933"/>
            <p:cNvSpPr/>
            <p:nvPr/>
          </p:nvSpPr>
          <p:spPr>
            <a:xfrm>
              <a:off x="6759654" y="2001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4" name="pt30934"/>
            <p:cNvSpPr/>
            <p:nvPr/>
          </p:nvSpPr>
          <p:spPr>
            <a:xfrm>
              <a:off x="7120869" y="2008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5" name="pt30935"/>
            <p:cNvSpPr/>
            <p:nvPr/>
          </p:nvSpPr>
          <p:spPr>
            <a:xfrm>
              <a:off x="7105643" y="2026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6" name="pt30936"/>
            <p:cNvSpPr/>
            <p:nvPr/>
          </p:nvSpPr>
          <p:spPr>
            <a:xfrm>
              <a:off x="6786229" y="2231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7" name="pt30937"/>
            <p:cNvSpPr/>
            <p:nvPr/>
          </p:nvSpPr>
          <p:spPr>
            <a:xfrm>
              <a:off x="7334640" y="2199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8" name="pt30938"/>
            <p:cNvSpPr/>
            <p:nvPr/>
          </p:nvSpPr>
          <p:spPr>
            <a:xfrm>
              <a:off x="7165259" y="2296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9" name="pt30939"/>
            <p:cNvSpPr/>
            <p:nvPr/>
          </p:nvSpPr>
          <p:spPr>
            <a:xfrm>
              <a:off x="7028337" y="2160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0" name="pt30940"/>
            <p:cNvSpPr/>
            <p:nvPr/>
          </p:nvSpPr>
          <p:spPr>
            <a:xfrm>
              <a:off x="7135646" y="2023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1" name="pt30941"/>
            <p:cNvSpPr/>
            <p:nvPr/>
          </p:nvSpPr>
          <p:spPr>
            <a:xfrm>
              <a:off x="6783299" y="2044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2" name="pt30942"/>
            <p:cNvSpPr/>
            <p:nvPr/>
          </p:nvSpPr>
          <p:spPr>
            <a:xfrm>
              <a:off x="6595528" y="1475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3" name="pt30943"/>
            <p:cNvSpPr/>
            <p:nvPr/>
          </p:nvSpPr>
          <p:spPr>
            <a:xfrm>
              <a:off x="7058803" y="2090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4" name="pt30944"/>
            <p:cNvSpPr/>
            <p:nvPr/>
          </p:nvSpPr>
          <p:spPr>
            <a:xfrm>
              <a:off x="6950113" y="2096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5" name="pt30945"/>
            <p:cNvSpPr/>
            <p:nvPr/>
          </p:nvSpPr>
          <p:spPr>
            <a:xfrm>
              <a:off x="7305635" y="2429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6" name="pt30946"/>
            <p:cNvSpPr/>
            <p:nvPr/>
          </p:nvSpPr>
          <p:spPr>
            <a:xfrm>
              <a:off x="6904154" y="189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7" name="pt30947"/>
            <p:cNvSpPr/>
            <p:nvPr/>
          </p:nvSpPr>
          <p:spPr>
            <a:xfrm>
              <a:off x="7100868" y="2226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8" name="pt30948"/>
            <p:cNvSpPr/>
            <p:nvPr/>
          </p:nvSpPr>
          <p:spPr>
            <a:xfrm>
              <a:off x="7006356" y="1733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9" name="pt30949"/>
            <p:cNvSpPr/>
            <p:nvPr/>
          </p:nvSpPr>
          <p:spPr>
            <a:xfrm>
              <a:off x="7490343" y="2298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0" name="pt30950"/>
            <p:cNvSpPr/>
            <p:nvPr/>
          </p:nvSpPr>
          <p:spPr>
            <a:xfrm>
              <a:off x="6960605" y="2161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1" name="pt30951"/>
            <p:cNvSpPr/>
            <p:nvPr/>
          </p:nvSpPr>
          <p:spPr>
            <a:xfrm>
              <a:off x="7100822" y="2301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2" name="pt30952"/>
            <p:cNvSpPr/>
            <p:nvPr/>
          </p:nvSpPr>
          <p:spPr>
            <a:xfrm>
              <a:off x="7252207" y="2005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3" name="pt30953"/>
            <p:cNvSpPr/>
            <p:nvPr/>
          </p:nvSpPr>
          <p:spPr>
            <a:xfrm>
              <a:off x="6786796" y="2432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4" name="pt30954"/>
            <p:cNvSpPr/>
            <p:nvPr/>
          </p:nvSpPr>
          <p:spPr>
            <a:xfrm>
              <a:off x="6991311" y="2153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5" name="pt30955"/>
            <p:cNvSpPr/>
            <p:nvPr/>
          </p:nvSpPr>
          <p:spPr>
            <a:xfrm>
              <a:off x="7155273" y="247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6" name="pt30956"/>
            <p:cNvSpPr/>
            <p:nvPr/>
          </p:nvSpPr>
          <p:spPr>
            <a:xfrm>
              <a:off x="7064182" y="2127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7" name="pt30957"/>
            <p:cNvSpPr/>
            <p:nvPr/>
          </p:nvSpPr>
          <p:spPr>
            <a:xfrm>
              <a:off x="7026099" y="2109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8" name="pt30958"/>
            <p:cNvSpPr/>
            <p:nvPr/>
          </p:nvSpPr>
          <p:spPr>
            <a:xfrm>
              <a:off x="7101427" y="2142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9" name="pt30959"/>
            <p:cNvSpPr/>
            <p:nvPr/>
          </p:nvSpPr>
          <p:spPr>
            <a:xfrm>
              <a:off x="7132900" y="2066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0" name="pt30960"/>
            <p:cNvSpPr/>
            <p:nvPr/>
          </p:nvSpPr>
          <p:spPr>
            <a:xfrm>
              <a:off x="7191196" y="2250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1" name="pt30961"/>
            <p:cNvSpPr/>
            <p:nvPr/>
          </p:nvSpPr>
          <p:spPr>
            <a:xfrm>
              <a:off x="7094401" y="2276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2" name="pt30962"/>
            <p:cNvSpPr/>
            <p:nvPr/>
          </p:nvSpPr>
          <p:spPr>
            <a:xfrm>
              <a:off x="6955642" y="1745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3" name="pt30963"/>
            <p:cNvSpPr/>
            <p:nvPr/>
          </p:nvSpPr>
          <p:spPr>
            <a:xfrm>
              <a:off x="7070754" y="2122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4" name="pt30964"/>
            <p:cNvSpPr/>
            <p:nvPr/>
          </p:nvSpPr>
          <p:spPr>
            <a:xfrm>
              <a:off x="7085325" y="2242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5" name="pt30965"/>
            <p:cNvSpPr/>
            <p:nvPr/>
          </p:nvSpPr>
          <p:spPr>
            <a:xfrm>
              <a:off x="7171896" y="2254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6" name="pt30966"/>
            <p:cNvSpPr/>
            <p:nvPr/>
          </p:nvSpPr>
          <p:spPr>
            <a:xfrm>
              <a:off x="7080484" y="2152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7" name="pt30967"/>
            <p:cNvSpPr/>
            <p:nvPr/>
          </p:nvSpPr>
          <p:spPr>
            <a:xfrm>
              <a:off x="7089120" y="2213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8" name="pt30968"/>
            <p:cNvSpPr/>
            <p:nvPr/>
          </p:nvSpPr>
          <p:spPr>
            <a:xfrm>
              <a:off x="7245753" y="1916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9" name="pt30969"/>
            <p:cNvSpPr/>
            <p:nvPr/>
          </p:nvSpPr>
          <p:spPr>
            <a:xfrm>
              <a:off x="7092945" y="2362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0" name="pt30970"/>
            <p:cNvSpPr/>
            <p:nvPr/>
          </p:nvSpPr>
          <p:spPr>
            <a:xfrm>
              <a:off x="6915461" y="1920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1" name="pt30971"/>
            <p:cNvSpPr/>
            <p:nvPr/>
          </p:nvSpPr>
          <p:spPr>
            <a:xfrm>
              <a:off x="7274196" y="1890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2" name="pt30972"/>
            <p:cNvSpPr/>
            <p:nvPr/>
          </p:nvSpPr>
          <p:spPr>
            <a:xfrm>
              <a:off x="7478975" y="2311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3" name="pt30973"/>
            <p:cNvSpPr/>
            <p:nvPr/>
          </p:nvSpPr>
          <p:spPr>
            <a:xfrm>
              <a:off x="7197546" y="2079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4" name="pt30974"/>
            <p:cNvSpPr/>
            <p:nvPr/>
          </p:nvSpPr>
          <p:spPr>
            <a:xfrm>
              <a:off x="7391835" y="2737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5" name="pt30975"/>
            <p:cNvSpPr/>
            <p:nvPr/>
          </p:nvSpPr>
          <p:spPr>
            <a:xfrm>
              <a:off x="7043662" y="2192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6" name="pt30976"/>
            <p:cNvSpPr/>
            <p:nvPr/>
          </p:nvSpPr>
          <p:spPr>
            <a:xfrm>
              <a:off x="7041220" y="2193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7" name="pt30977"/>
            <p:cNvSpPr/>
            <p:nvPr/>
          </p:nvSpPr>
          <p:spPr>
            <a:xfrm>
              <a:off x="7262811" y="1902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8" name="pt30978"/>
            <p:cNvSpPr/>
            <p:nvPr/>
          </p:nvSpPr>
          <p:spPr>
            <a:xfrm>
              <a:off x="6937702" y="2097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9" name="pt30979"/>
            <p:cNvSpPr/>
            <p:nvPr/>
          </p:nvSpPr>
          <p:spPr>
            <a:xfrm>
              <a:off x="7451823" y="2335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0" name="pt30980"/>
            <p:cNvSpPr/>
            <p:nvPr/>
          </p:nvSpPr>
          <p:spPr>
            <a:xfrm>
              <a:off x="7281814" y="1985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1" name="pt30981"/>
            <p:cNvSpPr/>
            <p:nvPr/>
          </p:nvSpPr>
          <p:spPr>
            <a:xfrm>
              <a:off x="6862356" y="2141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2" name="pt30982"/>
            <p:cNvSpPr/>
            <p:nvPr/>
          </p:nvSpPr>
          <p:spPr>
            <a:xfrm>
              <a:off x="7250911" y="1921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3" name="pt30983"/>
            <p:cNvSpPr/>
            <p:nvPr/>
          </p:nvSpPr>
          <p:spPr>
            <a:xfrm>
              <a:off x="7076917" y="2053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4" name="pt30984"/>
            <p:cNvSpPr/>
            <p:nvPr/>
          </p:nvSpPr>
          <p:spPr>
            <a:xfrm>
              <a:off x="7084098" y="2201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5" name="pt30985"/>
            <p:cNvSpPr/>
            <p:nvPr/>
          </p:nvSpPr>
          <p:spPr>
            <a:xfrm>
              <a:off x="7285262" y="2042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6" name="pt30986"/>
            <p:cNvSpPr/>
            <p:nvPr/>
          </p:nvSpPr>
          <p:spPr>
            <a:xfrm>
              <a:off x="7259904" y="2026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7" name="pt30987"/>
            <p:cNvSpPr/>
            <p:nvPr/>
          </p:nvSpPr>
          <p:spPr>
            <a:xfrm>
              <a:off x="7283626" y="2052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8" name="pt30988"/>
            <p:cNvSpPr/>
            <p:nvPr/>
          </p:nvSpPr>
          <p:spPr>
            <a:xfrm>
              <a:off x="7105197" y="1921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9" name="pt30989"/>
            <p:cNvSpPr/>
            <p:nvPr/>
          </p:nvSpPr>
          <p:spPr>
            <a:xfrm>
              <a:off x="7166079" y="1999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0" name="pt30990"/>
            <p:cNvSpPr/>
            <p:nvPr/>
          </p:nvSpPr>
          <p:spPr>
            <a:xfrm>
              <a:off x="6841623" y="1876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1" name="pt30991"/>
            <p:cNvSpPr/>
            <p:nvPr/>
          </p:nvSpPr>
          <p:spPr>
            <a:xfrm>
              <a:off x="7092476" y="2300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2" name="pt30992"/>
            <p:cNvSpPr/>
            <p:nvPr/>
          </p:nvSpPr>
          <p:spPr>
            <a:xfrm>
              <a:off x="7088815" y="2122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3" name="pt30993"/>
            <p:cNvSpPr/>
            <p:nvPr/>
          </p:nvSpPr>
          <p:spPr>
            <a:xfrm>
              <a:off x="7051672" y="2127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4" name="pt30994"/>
            <p:cNvSpPr/>
            <p:nvPr/>
          </p:nvSpPr>
          <p:spPr>
            <a:xfrm>
              <a:off x="7011426" y="1996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5" name="pt30995"/>
            <p:cNvSpPr/>
            <p:nvPr/>
          </p:nvSpPr>
          <p:spPr>
            <a:xfrm>
              <a:off x="6923375" y="2054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6" name="pt30996"/>
            <p:cNvSpPr/>
            <p:nvPr/>
          </p:nvSpPr>
          <p:spPr>
            <a:xfrm>
              <a:off x="7191627" y="2235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7" name="pt30997"/>
            <p:cNvSpPr/>
            <p:nvPr/>
          </p:nvSpPr>
          <p:spPr>
            <a:xfrm>
              <a:off x="7554698" y="2301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8" name="pt30998"/>
            <p:cNvSpPr/>
            <p:nvPr/>
          </p:nvSpPr>
          <p:spPr>
            <a:xfrm>
              <a:off x="7403715" y="2453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9" name="pt30999"/>
            <p:cNvSpPr/>
            <p:nvPr/>
          </p:nvSpPr>
          <p:spPr>
            <a:xfrm>
              <a:off x="7092270" y="2317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0" name="pt31000"/>
            <p:cNvSpPr/>
            <p:nvPr/>
          </p:nvSpPr>
          <p:spPr>
            <a:xfrm>
              <a:off x="7156934" y="2301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1" name="pt31001"/>
            <p:cNvSpPr/>
            <p:nvPr/>
          </p:nvSpPr>
          <p:spPr>
            <a:xfrm>
              <a:off x="7083164" y="2218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2" name="pt31002"/>
            <p:cNvSpPr/>
            <p:nvPr/>
          </p:nvSpPr>
          <p:spPr>
            <a:xfrm>
              <a:off x="7248721" y="1916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3" name="pt31003"/>
            <p:cNvSpPr/>
            <p:nvPr/>
          </p:nvSpPr>
          <p:spPr>
            <a:xfrm>
              <a:off x="7120349" y="2070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4" name="pt31004"/>
            <p:cNvSpPr/>
            <p:nvPr/>
          </p:nvSpPr>
          <p:spPr>
            <a:xfrm>
              <a:off x="7269008" y="1870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5" name="pt31005"/>
            <p:cNvSpPr/>
            <p:nvPr/>
          </p:nvSpPr>
          <p:spPr>
            <a:xfrm>
              <a:off x="7048571" y="2167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6" name="pt31006"/>
            <p:cNvSpPr/>
            <p:nvPr/>
          </p:nvSpPr>
          <p:spPr>
            <a:xfrm>
              <a:off x="6986687" y="2174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7" name="pt31007"/>
            <p:cNvSpPr/>
            <p:nvPr/>
          </p:nvSpPr>
          <p:spPr>
            <a:xfrm>
              <a:off x="7212923" y="1892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8" name="pt31008"/>
            <p:cNvSpPr/>
            <p:nvPr/>
          </p:nvSpPr>
          <p:spPr>
            <a:xfrm>
              <a:off x="7065138" y="2193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9" name="pt31009"/>
            <p:cNvSpPr/>
            <p:nvPr/>
          </p:nvSpPr>
          <p:spPr>
            <a:xfrm>
              <a:off x="7085933" y="2218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0" name="pt31010"/>
            <p:cNvSpPr/>
            <p:nvPr/>
          </p:nvSpPr>
          <p:spPr>
            <a:xfrm>
              <a:off x="6943409" y="1978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1" name="pt31011"/>
            <p:cNvSpPr/>
            <p:nvPr/>
          </p:nvSpPr>
          <p:spPr>
            <a:xfrm>
              <a:off x="6816383" y="2050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2" name="pt31012"/>
            <p:cNvSpPr/>
            <p:nvPr/>
          </p:nvSpPr>
          <p:spPr>
            <a:xfrm>
              <a:off x="7220258" y="1963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3" name="pt31013"/>
            <p:cNvSpPr/>
            <p:nvPr/>
          </p:nvSpPr>
          <p:spPr>
            <a:xfrm>
              <a:off x="7033486" y="2197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4" name="pt31014"/>
            <p:cNvSpPr/>
            <p:nvPr/>
          </p:nvSpPr>
          <p:spPr>
            <a:xfrm>
              <a:off x="7102232" y="2129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5" name="pt31015"/>
            <p:cNvSpPr/>
            <p:nvPr/>
          </p:nvSpPr>
          <p:spPr>
            <a:xfrm>
              <a:off x="7273220" y="1985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6" name="pt31016"/>
            <p:cNvSpPr/>
            <p:nvPr/>
          </p:nvSpPr>
          <p:spPr>
            <a:xfrm>
              <a:off x="6946664" y="1946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7" name="pt31017"/>
            <p:cNvSpPr/>
            <p:nvPr/>
          </p:nvSpPr>
          <p:spPr>
            <a:xfrm>
              <a:off x="7049743" y="2201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8" name="pt31018"/>
            <p:cNvSpPr/>
            <p:nvPr/>
          </p:nvSpPr>
          <p:spPr>
            <a:xfrm>
              <a:off x="6944595" y="2060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9" name="pt31019"/>
            <p:cNvSpPr/>
            <p:nvPr/>
          </p:nvSpPr>
          <p:spPr>
            <a:xfrm>
              <a:off x="7200553" y="1992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0" name="pt31020"/>
            <p:cNvSpPr/>
            <p:nvPr/>
          </p:nvSpPr>
          <p:spPr>
            <a:xfrm>
              <a:off x="7256279" y="1907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1" name="pt31021"/>
            <p:cNvSpPr/>
            <p:nvPr/>
          </p:nvSpPr>
          <p:spPr>
            <a:xfrm>
              <a:off x="7060819" y="2123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2" name="pt31022"/>
            <p:cNvSpPr/>
            <p:nvPr/>
          </p:nvSpPr>
          <p:spPr>
            <a:xfrm>
              <a:off x="7006316" y="1738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3" name="pt31023"/>
            <p:cNvSpPr/>
            <p:nvPr/>
          </p:nvSpPr>
          <p:spPr>
            <a:xfrm>
              <a:off x="7076539" y="2192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4" name="pt31024"/>
            <p:cNvSpPr/>
            <p:nvPr/>
          </p:nvSpPr>
          <p:spPr>
            <a:xfrm>
              <a:off x="7034658" y="2241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5" name="pt31025"/>
            <p:cNvSpPr/>
            <p:nvPr/>
          </p:nvSpPr>
          <p:spPr>
            <a:xfrm>
              <a:off x="6982397" y="2159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6" name="pt31026"/>
            <p:cNvSpPr/>
            <p:nvPr/>
          </p:nvSpPr>
          <p:spPr>
            <a:xfrm>
              <a:off x="6982312" y="2167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7" name="pt31027"/>
            <p:cNvSpPr/>
            <p:nvPr/>
          </p:nvSpPr>
          <p:spPr>
            <a:xfrm>
              <a:off x="7191349" y="2266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8" name="pt31028"/>
            <p:cNvSpPr/>
            <p:nvPr/>
          </p:nvSpPr>
          <p:spPr>
            <a:xfrm>
              <a:off x="7163777" y="2166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9" name="pt31029"/>
            <p:cNvSpPr/>
            <p:nvPr/>
          </p:nvSpPr>
          <p:spPr>
            <a:xfrm>
              <a:off x="7114708" y="1988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0" name="pt31030"/>
            <p:cNvSpPr/>
            <p:nvPr/>
          </p:nvSpPr>
          <p:spPr>
            <a:xfrm>
              <a:off x="6967598" y="1710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1" name="pt31031"/>
            <p:cNvSpPr/>
            <p:nvPr/>
          </p:nvSpPr>
          <p:spPr>
            <a:xfrm>
              <a:off x="7105269" y="1884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2" name="pt31032"/>
            <p:cNvSpPr/>
            <p:nvPr/>
          </p:nvSpPr>
          <p:spPr>
            <a:xfrm>
              <a:off x="7466147" y="2141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3" name="pt31033"/>
            <p:cNvSpPr/>
            <p:nvPr/>
          </p:nvSpPr>
          <p:spPr>
            <a:xfrm>
              <a:off x="7318103" y="2449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4" name="pt31034"/>
            <p:cNvSpPr/>
            <p:nvPr/>
          </p:nvSpPr>
          <p:spPr>
            <a:xfrm>
              <a:off x="6959796" y="2071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5" name="pt31035"/>
            <p:cNvSpPr/>
            <p:nvPr/>
          </p:nvSpPr>
          <p:spPr>
            <a:xfrm>
              <a:off x="7146567" y="1908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6" name="pt31036"/>
            <p:cNvSpPr/>
            <p:nvPr/>
          </p:nvSpPr>
          <p:spPr>
            <a:xfrm>
              <a:off x="7188869" y="2179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7" name="pt31037"/>
            <p:cNvSpPr/>
            <p:nvPr/>
          </p:nvSpPr>
          <p:spPr>
            <a:xfrm>
              <a:off x="7276331" y="1962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8" name="pt31038"/>
            <p:cNvSpPr/>
            <p:nvPr/>
          </p:nvSpPr>
          <p:spPr>
            <a:xfrm>
              <a:off x="7007533" y="1754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9" name="pt31039"/>
            <p:cNvSpPr/>
            <p:nvPr/>
          </p:nvSpPr>
          <p:spPr>
            <a:xfrm>
              <a:off x="6579065" y="1741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0" name="pt31040"/>
            <p:cNvSpPr/>
            <p:nvPr/>
          </p:nvSpPr>
          <p:spPr>
            <a:xfrm>
              <a:off x="7200117" y="1919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1" name="pt31041"/>
            <p:cNvSpPr/>
            <p:nvPr/>
          </p:nvSpPr>
          <p:spPr>
            <a:xfrm>
              <a:off x="7044086" y="2084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2" name="pt31042"/>
            <p:cNvSpPr/>
            <p:nvPr/>
          </p:nvSpPr>
          <p:spPr>
            <a:xfrm>
              <a:off x="7349013" y="2481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3" name="pt31043"/>
            <p:cNvSpPr/>
            <p:nvPr/>
          </p:nvSpPr>
          <p:spPr>
            <a:xfrm>
              <a:off x="6892557" y="2065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4" name="pt31044"/>
            <p:cNvSpPr/>
            <p:nvPr/>
          </p:nvSpPr>
          <p:spPr>
            <a:xfrm>
              <a:off x="7293653" y="1914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5" name="pt31045"/>
            <p:cNvSpPr/>
            <p:nvPr/>
          </p:nvSpPr>
          <p:spPr>
            <a:xfrm>
              <a:off x="7131305" y="2024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6" name="pt31046"/>
            <p:cNvSpPr/>
            <p:nvPr/>
          </p:nvSpPr>
          <p:spPr>
            <a:xfrm>
              <a:off x="6772054" y="2235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7" name="pt31047"/>
            <p:cNvSpPr/>
            <p:nvPr/>
          </p:nvSpPr>
          <p:spPr>
            <a:xfrm>
              <a:off x="7066182" y="2144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8" name="pt31048"/>
            <p:cNvSpPr/>
            <p:nvPr/>
          </p:nvSpPr>
          <p:spPr>
            <a:xfrm>
              <a:off x="6934803" y="1841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9" name="pt31049"/>
            <p:cNvSpPr/>
            <p:nvPr/>
          </p:nvSpPr>
          <p:spPr>
            <a:xfrm>
              <a:off x="7247702" y="2056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0" name="pt31050"/>
            <p:cNvSpPr/>
            <p:nvPr/>
          </p:nvSpPr>
          <p:spPr>
            <a:xfrm>
              <a:off x="6934002" y="1829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1" name="pt31051"/>
            <p:cNvSpPr/>
            <p:nvPr/>
          </p:nvSpPr>
          <p:spPr>
            <a:xfrm>
              <a:off x="6982717" y="2327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2" name="pt31052"/>
            <p:cNvSpPr/>
            <p:nvPr/>
          </p:nvSpPr>
          <p:spPr>
            <a:xfrm>
              <a:off x="7202518" y="2163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3" name="pt31053"/>
            <p:cNvSpPr/>
            <p:nvPr/>
          </p:nvSpPr>
          <p:spPr>
            <a:xfrm>
              <a:off x="7205629" y="2024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4" name="pt31054"/>
            <p:cNvSpPr/>
            <p:nvPr/>
          </p:nvSpPr>
          <p:spPr>
            <a:xfrm>
              <a:off x="7210788" y="2081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5" name="pt31055"/>
            <p:cNvSpPr/>
            <p:nvPr/>
          </p:nvSpPr>
          <p:spPr>
            <a:xfrm>
              <a:off x="7365379" y="2761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6" name="pt31056"/>
            <p:cNvSpPr/>
            <p:nvPr/>
          </p:nvSpPr>
          <p:spPr>
            <a:xfrm>
              <a:off x="6803499" y="2309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7" name="pt31057"/>
            <p:cNvSpPr/>
            <p:nvPr/>
          </p:nvSpPr>
          <p:spPr>
            <a:xfrm>
              <a:off x="7107443" y="1927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8" name="pt31058"/>
            <p:cNvSpPr/>
            <p:nvPr/>
          </p:nvSpPr>
          <p:spPr>
            <a:xfrm>
              <a:off x="6607836" y="1864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9" name="pt31059"/>
            <p:cNvSpPr/>
            <p:nvPr/>
          </p:nvSpPr>
          <p:spPr>
            <a:xfrm>
              <a:off x="6892155" y="2118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0" name="pt31060"/>
            <p:cNvSpPr/>
            <p:nvPr/>
          </p:nvSpPr>
          <p:spPr>
            <a:xfrm>
              <a:off x="7183094" y="1986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1" name="pt31061"/>
            <p:cNvSpPr/>
            <p:nvPr/>
          </p:nvSpPr>
          <p:spPr>
            <a:xfrm>
              <a:off x="7184583" y="1777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2" name="pt31062"/>
            <p:cNvSpPr/>
            <p:nvPr/>
          </p:nvSpPr>
          <p:spPr>
            <a:xfrm>
              <a:off x="6750385" y="2364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3" name="pt31063"/>
            <p:cNvSpPr/>
            <p:nvPr/>
          </p:nvSpPr>
          <p:spPr>
            <a:xfrm>
              <a:off x="7136295" y="2002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4" name="pt31064"/>
            <p:cNvSpPr/>
            <p:nvPr/>
          </p:nvSpPr>
          <p:spPr>
            <a:xfrm>
              <a:off x="7152519" y="2203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5" name="pt31065"/>
            <p:cNvSpPr/>
            <p:nvPr/>
          </p:nvSpPr>
          <p:spPr>
            <a:xfrm>
              <a:off x="7094496" y="2297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6" name="pt31066"/>
            <p:cNvSpPr/>
            <p:nvPr/>
          </p:nvSpPr>
          <p:spPr>
            <a:xfrm>
              <a:off x="7066424" y="2061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7" name="pt31067"/>
            <p:cNvSpPr/>
            <p:nvPr/>
          </p:nvSpPr>
          <p:spPr>
            <a:xfrm>
              <a:off x="6912866" y="1953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8" name="pt31068"/>
            <p:cNvSpPr/>
            <p:nvPr/>
          </p:nvSpPr>
          <p:spPr>
            <a:xfrm>
              <a:off x="6630881" y="2007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9" name="pt31069"/>
            <p:cNvSpPr/>
            <p:nvPr/>
          </p:nvSpPr>
          <p:spPr>
            <a:xfrm>
              <a:off x="7144025" y="1998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0" name="pt31070"/>
            <p:cNvSpPr/>
            <p:nvPr/>
          </p:nvSpPr>
          <p:spPr>
            <a:xfrm>
              <a:off x="7322667" y="2632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1" name="pt31071"/>
            <p:cNvSpPr/>
            <p:nvPr/>
          </p:nvSpPr>
          <p:spPr>
            <a:xfrm>
              <a:off x="7160994" y="2151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2" name="pt31072"/>
            <p:cNvSpPr/>
            <p:nvPr/>
          </p:nvSpPr>
          <p:spPr>
            <a:xfrm>
              <a:off x="6811869" y="2197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3" name="pt31073"/>
            <p:cNvSpPr/>
            <p:nvPr/>
          </p:nvSpPr>
          <p:spPr>
            <a:xfrm>
              <a:off x="7161930" y="2342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4" name="pt31074"/>
            <p:cNvSpPr/>
            <p:nvPr/>
          </p:nvSpPr>
          <p:spPr>
            <a:xfrm>
              <a:off x="7212065" y="1782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5" name="pt31075"/>
            <p:cNvSpPr/>
            <p:nvPr/>
          </p:nvSpPr>
          <p:spPr>
            <a:xfrm>
              <a:off x="7084831" y="2177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6" name="pt31076"/>
            <p:cNvSpPr/>
            <p:nvPr/>
          </p:nvSpPr>
          <p:spPr>
            <a:xfrm>
              <a:off x="6986891" y="2164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7" name="pt31077"/>
            <p:cNvSpPr/>
            <p:nvPr/>
          </p:nvSpPr>
          <p:spPr>
            <a:xfrm>
              <a:off x="7040416" y="2130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8" name="pt31078"/>
            <p:cNvSpPr/>
            <p:nvPr/>
          </p:nvSpPr>
          <p:spPr>
            <a:xfrm>
              <a:off x="7127693" y="2098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9" name="pt31079"/>
            <p:cNvSpPr/>
            <p:nvPr/>
          </p:nvSpPr>
          <p:spPr>
            <a:xfrm>
              <a:off x="7004373" y="2032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0" name="pt31080"/>
            <p:cNvSpPr/>
            <p:nvPr/>
          </p:nvSpPr>
          <p:spPr>
            <a:xfrm>
              <a:off x="7244704" y="1944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1" name="pt31081"/>
            <p:cNvSpPr/>
            <p:nvPr/>
          </p:nvSpPr>
          <p:spPr>
            <a:xfrm>
              <a:off x="7223943" y="2013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2" name="pt31082"/>
            <p:cNvSpPr/>
            <p:nvPr/>
          </p:nvSpPr>
          <p:spPr>
            <a:xfrm>
              <a:off x="6909067" y="1975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3" name="pt31083"/>
            <p:cNvSpPr/>
            <p:nvPr/>
          </p:nvSpPr>
          <p:spPr>
            <a:xfrm>
              <a:off x="7365081" y="2774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4" name="pt31084"/>
            <p:cNvSpPr/>
            <p:nvPr/>
          </p:nvSpPr>
          <p:spPr>
            <a:xfrm>
              <a:off x="7136852" y="1992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5" name="pt31085"/>
            <p:cNvSpPr/>
            <p:nvPr/>
          </p:nvSpPr>
          <p:spPr>
            <a:xfrm>
              <a:off x="7082437" y="2095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6" name="pt31086"/>
            <p:cNvSpPr/>
            <p:nvPr/>
          </p:nvSpPr>
          <p:spPr>
            <a:xfrm>
              <a:off x="7143344" y="2020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7" name="pt31087"/>
            <p:cNvSpPr/>
            <p:nvPr/>
          </p:nvSpPr>
          <p:spPr>
            <a:xfrm>
              <a:off x="6923532" y="1965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8" name="pt31088"/>
            <p:cNvSpPr/>
            <p:nvPr/>
          </p:nvSpPr>
          <p:spPr>
            <a:xfrm>
              <a:off x="7391784" y="2455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9" name="pt31089"/>
            <p:cNvSpPr/>
            <p:nvPr/>
          </p:nvSpPr>
          <p:spPr>
            <a:xfrm>
              <a:off x="7016520" y="2023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0" name="pt31090"/>
            <p:cNvSpPr/>
            <p:nvPr/>
          </p:nvSpPr>
          <p:spPr>
            <a:xfrm>
              <a:off x="7344681" y="2352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1" name="pt31091"/>
            <p:cNvSpPr/>
            <p:nvPr/>
          </p:nvSpPr>
          <p:spPr>
            <a:xfrm>
              <a:off x="7153411" y="2167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2" name="pt31092"/>
            <p:cNvSpPr/>
            <p:nvPr/>
          </p:nvSpPr>
          <p:spPr>
            <a:xfrm>
              <a:off x="7098756" y="2305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3" name="pt31093"/>
            <p:cNvSpPr/>
            <p:nvPr/>
          </p:nvSpPr>
          <p:spPr>
            <a:xfrm>
              <a:off x="7274475" y="2061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4" name="pt31094"/>
            <p:cNvSpPr/>
            <p:nvPr/>
          </p:nvSpPr>
          <p:spPr>
            <a:xfrm>
              <a:off x="7773743" y="2094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5" name="pt31095"/>
            <p:cNvSpPr/>
            <p:nvPr/>
          </p:nvSpPr>
          <p:spPr>
            <a:xfrm>
              <a:off x="7041687" y="220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6" name="pt31096"/>
            <p:cNvSpPr/>
            <p:nvPr/>
          </p:nvSpPr>
          <p:spPr>
            <a:xfrm>
              <a:off x="7291656" y="2071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7" name="pt31097"/>
            <p:cNvSpPr/>
            <p:nvPr/>
          </p:nvSpPr>
          <p:spPr>
            <a:xfrm>
              <a:off x="7097661" y="2388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8" name="pt31098"/>
            <p:cNvSpPr/>
            <p:nvPr/>
          </p:nvSpPr>
          <p:spPr>
            <a:xfrm>
              <a:off x="7294895" y="1957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9" name="pt31099"/>
            <p:cNvSpPr/>
            <p:nvPr/>
          </p:nvSpPr>
          <p:spPr>
            <a:xfrm>
              <a:off x="6945196" y="1922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0" name="pt31100"/>
            <p:cNvSpPr/>
            <p:nvPr/>
          </p:nvSpPr>
          <p:spPr>
            <a:xfrm>
              <a:off x="7189495" y="2115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1" name="pt31101"/>
            <p:cNvSpPr/>
            <p:nvPr/>
          </p:nvSpPr>
          <p:spPr>
            <a:xfrm>
              <a:off x="7195991" y="2204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2" name="pt31102"/>
            <p:cNvSpPr/>
            <p:nvPr/>
          </p:nvSpPr>
          <p:spPr>
            <a:xfrm>
              <a:off x="7136267" y="2024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3" name="pt31103"/>
            <p:cNvSpPr/>
            <p:nvPr/>
          </p:nvSpPr>
          <p:spPr>
            <a:xfrm>
              <a:off x="7237252" y="1859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4" name="pt31104"/>
            <p:cNvSpPr/>
            <p:nvPr/>
          </p:nvSpPr>
          <p:spPr>
            <a:xfrm>
              <a:off x="7392105" y="2698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5" name="pt31105"/>
            <p:cNvSpPr/>
            <p:nvPr/>
          </p:nvSpPr>
          <p:spPr>
            <a:xfrm>
              <a:off x="7026248" y="2066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6" name="pt31106"/>
            <p:cNvSpPr/>
            <p:nvPr/>
          </p:nvSpPr>
          <p:spPr>
            <a:xfrm>
              <a:off x="7040669" y="2258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7" name="pt31107"/>
            <p:cNvSpPr/>
            <p:nvPr/>
          </p:nvSpPr>
          <p:spPr>
            <a:xfrm>
              <a:off x="7362385" y="2743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8" name="pt31108"/>
            <p:cNvSpPr/>
            <p:nvPr/>
          </p:nvSpPr>
          <p:spPr>
            <a:xfrm>
              <a:off x="6960647" y="2009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9" name="pt31109"/>
            <p:cNvSpPr/>
            <p:nvPr/>
          </p:nvSpPr>
          <p:spPr>
            <a:xfrm>
              <a:off x="6789164" y="248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0" name="pt31110"/>
            <p:cNvSpPr/>
            <p:nvPr/>
          </p:nvSpPr>
          <p:spPr>
            <a:xfrm>
              <a:off x="6862436" y="2037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1" name="pt31111"/>
            <p:cNvSpPr/>
            <p:nvPr/>
          </p:nvSpPr>
          <p:spPr>
            <a:xfrm>
              <a:off x="6857738" y="206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2" name="pt31112"/>
            <p:cNvSpPr/>
            <p:nvPr/>
          </p:nvSpPr>
          <p:spPr>
            <a:xfrm>
              <a:off x="6977673" y="2162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3" name="pt31113"/>
            <p:cNvSpPr/>
            <p:nvPr/>
          </p:nvSpPr>
          <p:spPr>
            <a:xfrm>
              <a:off x="7069630" y="2153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4" name="pt31114"/>
            <p:cNvSpPr/>
            <p:nvPr/>
          </p:nvSpPr>
          <p:spPr>
            <a:xfrm>
              <a:off x="6963927" y="2016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5" name="pt31115"/>
            <p:cNvSpPr/>
            <p:nvPr/>
          </p:nvSpPr>
          <p:spPr>
            <a:xfrm>
              <a:off x="7113232" y="1934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6" name="pt31116"/>
            <p:cNvSpPr/>
            <p:nvPr/>
          </p:nvSpPr>
          <p:spPr>
            <a:xfrm>
              <a:off x="7240460" y="2053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7" name="pt31117"/>
            <p:cNvSpPr/>
            <p:nvPr/>
          </p:nvSpPr>
          <p:spPr>
            <a:xfrm>
              <a:off x="7130447" y="2102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8" name="pt31118"/>
            <p:cNvSpPr/>
            <p:nvPr/>
          </p:nvSpPr>
          <p:spPr>
            <a:xfrm>
              <a:off x="7029152" y="2151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9" name="pt31119"/>
            <p:cNvSpPr/>
            <p:nvPr/>
          </p:nvSpPr>
          <p:spPr>
            <a:xfrm>
              <a:off x="6957075" y="1870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0" name="pt31120"/>
            <p:cNvSpPr/>
            <p:nvPr/>
          </p:nvSpPr>
          <p:spPr>
            <a:xfrm>
              <a:off x="6980077" y="232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1" name="pt31121"/>
            <p:cNvSpPr/>
            <p:nvPr/>
          </p:nvSpPr>
          <p:spPr>
            <a:xfrm>
              <a:off x="6956774" y="1793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2" name="pt31122"/>
            <p:cNvSpPr/>
            <p:nvPr/>
          </p:nvSpPr>
          <p:spPr>
            <a:xfrm>
              <a:off x="7021383" y="2015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3" name="pt31123"/>
            <p:cNvSpPr/>
            <p:nvPr/>
          </p:nvSpPr>
          <p:spPr>
            <a:xfrm>
              <a:off x="6982583" y="2178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4" name="pt31124"/>
            <p:cNvSpPr/>
            <p:nvPr/>
          </p:nvSpPr>
          <p:spPr>
            <a:xfrm>
              <a:off x="6989156" y="2133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5" name="pt31125"/>
            <p:cNvSpPr/>
            <p:nvPr/>
          </p:nvSpPr>
          <p:spPr>
            <a:xfrm>
              <a:off x="7043595" y="2253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6" name="pt31126"/>
            <p:cNvSpPr/>
            <p:nvPr/>
          </p:nvSpPr>
          <p:spPr>
            <a:xfrm>
              <a:off x="7251211" y="2017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7" name="pt31127"/>
            <p:cNvSpPr/>
            <p:nvPr/>
          </p:nvSpPr>
          <p:spPr>
            <a:xfrm>
              <a:off x="6723787" y="2435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8" name="pt31128"/>
            <p:cNvSpPr/>
            <p:nvPr/>
          </p:nvSpPr>
          <p:spPr>
            <a:xfrm>
              <a:off x="6955982" y="1935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9" name="pt31129"/>
            <p:cNvSpPr/>
            <p:nvPr/>
          </p:nvSpPr>
          <p:spPr>
            <a:xfrm>
              <a:off x="6731657" y="2455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0" name="pt31130"/>
            <p:cNvSpPr/>
            <p:nvPr/>
          </p:nvSpPr>
          <p:spPr>
            <a:xfrm>
              <a:off x="6826244" y="1944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1" name="pt31131"/>
            <p:cNvSpPr/>
            <p:nvPr/>
          </p:nvSpPr>
          <p:spPr>
            <a:xfrm>
              <a:off x="7278216" y="2005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2" name="pt31132"/>
            <p:cNvSpPr/>
            <p:nvPr/>
          </p:nvSpPr>
          <p:spPr>
            <a:xfrm>
              <a:off x="6969879" y="1799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3" name="pt31133"/>
            <p:cNvSpPr/>
            <p:nvPr/>
          </p:nvSpPr>
          <p:spPr>
            <a:xfrm>
              <a:off x="7394943" y="2911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4" name="pt31134"/>
            <p:cNvSpPr/>
            <p:nvPr/>
          </p:nvSpPr>
          <p:spPr>
            <a:xfrm>
              <a:off x="7028165" y="2093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5" name="pt31135"/>
            <p:cNvSpPr/>
            <p:nvPr/>
          </p:nvSpPr>
          <p:spPr>
            <a:xfrm>
              <a:off x="6991437" y="2118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6" name="pt31136"/>
            <p:cNvSpPr/>
            <p:nvPr/>
          </p:nvSpPr>
          <p:spPr>
            <a:xfrm>
              <a:off x="7116757" y="198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7" name="pt31137"/>
            <p:cNvSpPr/>
            <p:nvPr/>
          </p:nvSpPr>
          <p:spPr>
            <a:xfrm>
              <a:off x="7210499" y="2095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8" name="pt31138"/>
            <p:cNvSpPr/>
            <p:nvPr/>
          </p:nvSpPr>
          <p:spPr>
            <a:xfrm>
              <a:off x="7125121" y="2036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9" name="pt31139"/>
            <p:cNvSpPr/>
            <p:nvPr/>
          </p:nvSpPr>
          <p:spPr>
            <a:xfrm>
              <a:off x="7124807" y="2114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0" name="pt31140"/>
            <p:cNvSpPr/>
            <p:nvPr/>
          </p:nvSpPr>
          <p:spPr>
            <a:xfrm>
              <a:off x="7225033" y="2048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1" name="pt31141"/>
            <p:cNvSpPr/>
            <p:nvPr/>
          </p:nvSpPr>
          <p:spPr>
            <a:xfrm>
              <a:off x="6881673" y="2118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2" name="pt31142"/>
            <p:cNvSpPr/>
            <p:nvPr/>
          </p:nvSpPr>
          <p:spPr>
            <a:xfrm>
              <a:off x="7094815" y="2282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3" name="pt31143"/>
            <p:cNvSpPr/>
            <p:nvPr/>
          </p:nvSpPr>
          <p:spPr>
            <a:xfrm>
              <a:off x="6899002" y="2032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4" name="pt31144"/>
            <p:cNvSpPr/>
            <p:nvPr/>
          </p:nvSpPr>
          <p:spPr>
            <a:xfrm>
              <a:off x="6809274" y="2229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5" name="pt31145"/>
            <p:cNvSpPr/>
            <p:nvPr/>
          </p:nvSpPr>
          <p:spPr>
            <a:xfrm>
              <a:off x="7118697" y="2021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6" name="pt31146"/>
            <p:cNvSpPr/>
            <p:nvPr/>
          </p:nvSpPr>
          <p:spPr>
            <a:xfrm>
              <a:off x="6852678" y="2141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7" name="pt31147"/>
            <p:cNvSpPr/>
            <p:nvPr/>
          </p:nvSpPr>
          <p:spPr>
            <a:xfrm>
              <a:off x="6990106" y="2186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8" name="pt31148"/>
            <p:cNvSpPr/>
            <p:nvPr/>
          </p:nvSpPr>
          <p:spPr>
            <a:xfrm>
              <a:off x="7042575" y="2168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9" name="pt31149"/>
            <p:cNvSpPr/>
            <p:nvPr/>
          </p:nvSpPr>
          <p:spPr>
            <a:xfrm>
              <a:off x="6917653" y="1929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0" name="pt31150"/>
            <p:cNvSpPr/>
            <p:nvPr/>
          </p:nvSpPr>
          <p:spPr>
            <a:xfrm>
              <a:off x="7156108" y="2326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1" name="pt31151"/>
            <p:cNvSpPr/>
            <p:nvPr/>
          </p:nvSpPr>
          <p:spPr>
            <a:xfrm>
              <a:off x="7178783" y="2142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2" name="pt31152"/>
            <p:cNvSpPr/>
            <p:nvPr/>
          </p:nvSpPr>
          <p:spPr>
            <a:xfrm>
              <a:off x="7232683" y="2340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3" name="pt31153"/>
            <p:cNvSpPr/>
            <p:nvPr/>
          </p:nvSpPr>
          <p:spPr>
            <a:xfrm>
              <a:off x="7084381" y="2189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4" name="pt31154"/>
            <p:cNvSpPr/>
            <p:nvPr/>
          </p:nvSpPr>
          <p:spPr>
            <a:xfrm>
              <a:off x="7154331" y="2261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5" name="pt31155"/>
            <p:cNvSpPr/>
            <p:nvPr/>
          </p:nvSpPr>
          <p:spPr>
            <a:xfrm>
              <a:off x="7293772" y="2064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6" name="pt31156"/>
            <p:cNvSpPr/>
            <p:nvPr/>
          </p:nvSpPr>
          <p:spPr>
            <a:xfrm>
              <a:off x="7133083" y="212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7" name="pt31157"/>
            <p:cNvSpPr/>
            <p:nvPr/>
          </p:nvSpPr>
          <p:spPr>
            <a:xfrm>
              <a:off x="6847285" y="2247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8" name="pt31158"/>
            <p:cNvSpPr/>
            <p:nvPr/>
          </p:nvSpPr>
          <p:spPr>
            <a:xfrm>
              <a:off x="7113362" y="192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9" name="pt31159"/>
            <p:cNvSpPr/>
            <p:nvPr/>
          </p:nvSpPr>
          <p:spPr>
            <a:xfrm>
              <a:off x="7107575" y="2023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0" name="pt31160"/>
            <p:cNvSpPr/>
            <p:nvPr/>
          </p:nvSpPr>
          <p:spPr>
            <a:xfrm>
              <a:off x="7405505" y="2591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1" name="pt31161"/>
            <p:cNvSpPr/>
            <p:nvPr/>
          </p:nvSpPr>
          <p:spPr>
            <a:xfrm>
              <a:off x="7294082" y="2072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2" name="pt31162"/>
            <p:cNvSpPr/>
            <p:nvPr/>
          </p:nvSpPr>
          <p:spPr>
            <a:xfrm>
              <a:off x="7048861" y="2197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3" name="pt31163"/>
            <p:cNvSpPr/>
            <p:nvPr/>
          </p:nvSpPr>
          <p:spPr>
            <a:xfrm>
              <a:off x="6924634" y="2038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4" name="pt31164"/>
            <p:cNvSpPr/>
            <p:nvPr/>
          </p:nvSpPr>
          <p:spPr>
            <a:xfrm>
              <a:off x="7297705" y="2164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5" name="pt31165"/>
            <p:cNvSpPr/>
            <p:nvPr/>
          </p:nvSpPr>
          <p:spPr>
            <a:xfrm>
              <a:off x="7333957" y="2251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6" name="pt31166"/>
            <p:cNvSpPr/>
            <p:nvPr/>
          </p:nvSpPr>
          <p:spPr>
            <a:xfrm>
              <a:off x="7089022" y="227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7" name="pt31167"/>
            <p:cNvSpPr/>
            <p:nvPr/>
          </p:nvSpPr>
          <p:spPr>
            <a:xfrm>
              <a:off x="6891010" y="2110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8" name="pt31168"/>
            <p:cNvSpPr/>
            <p:nvPr/>
          </p:nvSpPr>
          <p:spPr>
            <a:xfrm>
              <a:off x="7057891" y="2049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9" name="pt31169"/>
            <p:cNvSpPr/>
            <p:nvPr/>
          </p:nvSpPr>
          <p:spPr>
            <a:xfrm>
              <a:off x="6983392" y="2316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0" name="pt31170"/>
            <p:cNvSpPr/>
            <p:nvPr/>
          </p:nvSpPr>
          <p:spPr>
            <a:xfrm>
              <a:off x="7038066" y="2200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1" name="pt31171"/>
            <p:cNvSpPr/>
            <p:nvPr/>
          </p:nvSpPr>
          <p:spPr>
            <a:xfrm>
              <a:off x="7110566" y="2101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2" name="pt31172"/>
            <p:cNvSpPr/>
            <p:nvPr/>
          </p:nvSpPr>
          <p:spPr>
            <a:xfrm>
              <a:off x="7195530" y="2097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3" name="pt31173"/>
            <p:cNvSpPr/>
            <p:nvPr/>
          </p:nvSpPr>
          <p:spPr>
            <a:xfrm>
              <a:off x="7079870" y="2188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4" name="pt31174"/>
            <p:cNvSpPr/>
            <p:nvPr/>
          </p:nvSpPr>
          <p:spPr>
            <a:xfrm>
              <a:off x="7042020" y="2213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5" name="pt31175"/>
            <p:cNvSpPr/>
            <p:nvPr/>
          </p:nvSpPr>
          <p:spPr>
            <a:xfrm>
              <a:off x="7016563" y="2250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6" name="pt31176"/>
            <p:cNvSpPr/>
            <p:nvPr/>
          </p:nvSpPr>
          <p:spPr>
            <a:xfrm>
              <a:off x="7254768" y="1936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7" name="pt31177"/>
            <p:cNvSpPr/>
            <p:nvPr/>
          </p:nvSpPr>
          <p:spPr>
            <a:xfrm>
              <a:off x="7128500" y="2100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8" name="pt31178"/>
            <p:cNvSpPr/>
            <p:nvPr/>
          </p:nvSpPr>
          <p:spPr>
            <a:xfrm>
              <a:off x="7068274" y="2102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9" name="pt31179"/>
            <p:cNvSpPr/>
            <p:nvPr/>
          </p:nvSpPr>
          <p:spPr>
            <a:xfrm>
              <a:off x="7207630" y="1949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0" name="pt31180"/>
            <p:cNvSpPr/>
            <p:nvPr/>
          </p:nvSpPr>
          <p:spPr>
            <a:xfrm>
              <a:off x="7039678" y="2128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1" name="pt31181"/>
            <p:cNvSpPr/>
            <p:nvPr/>
          </p:nvSpPr>
          <p:spPr>
            <a:xfrm>
              <a:off x="6996320" y="2311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2" name="pt31182"/>
            <p:cNvSpPr/>
            <p:nvPr/>
          </p:nvSpPr>
          <p:spPr>
            <a:xfrm>
              <a:off x="7070929" y="2163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3" name="pt31183"/>
            <p:cNvSpPr/>
            <p:nvPr/>
          </p:nvSpPr>
          <p:spPr>
            <a:xfrm>
              <a:off x="7128102" y="2095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4" name="pt31184"/>
            <p:cNvSpPr/>
            <p:nvPr/>
          </p:nvSpPr>
          <p:spPr>
            <a:xfrm>
              <a:off x="6953688" y="1902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5" name="pt31185"/>
            <p:cNvSpPr/>
            <p:nvPr/>
          </p:nvSpPr>
          <p:spPr>
            <a:xfrm>
              <a:off x="6876482" y="2200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6" name="pt31186"/>
            <p:cNvSpPr/>
            <p:nvPr/>
          </p:nvSpPr>
          <p:spPr>
            <a:xfrm>
              <a:off x="7156575" y="2303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7" name="pt31187"/>
            <p:cNvSpPr/>
            <p:nvPr/>
          </p:nvSpPr>
          <p:spPr>
            <a:xfrm>
              <a:off x="7333398" y="2150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8" name="pt31188"/>
            <p:cNvSpPr/>
            <p:nvPr/>
          </p:nvSpPr>
          <p:spPr>
            <a:xfrm>
              <a:off x="7059920" y="2169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9" name="pt31189"/>
            <p:cNvSpPr/>
            <p:nvPr/>
          </p:nvSpPr>
          <p:spPr>
            <a:xfrm>
              <a:off x="7032039" y="2278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0" name="pt31190"/>
            <p:cNvSpPr/>
            <p:nvPr/>
          </p:nvSpPr>
          <p:spPr>
            <a:xfrm>
              <a:off x="7254866" y="1856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1" name="pt31191"/>
            <p:cNvSpPr/>
            <p:nvPr/>
          </p:nvSpPr>
          <p:spPr>
            <a:xfrm>
              <a:off x="6786810" y="2349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2" name="pt31192"/>
            <p:cNvSpPr/>
            <p:nvPr/>
          </p:nvSpPr>
          <p:spPr>
            <a:xfrm>
              <a:off x="7241884" y="1929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3" name="pt31193"/>
            <p:cNvSpPr/>
            <p:nvPr/>
          </p:nvSpPr>
          <p:spPr>
            <a:xfrm>
              <a:off x="6948900" y="1977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4" name="pt31194"/>
            <p:cNvSpPr/>
            <p:nvPr/>
          </p:nvSpPr>
          <p:spPr>
            <a:xfrm>
              <a:off x="7200060" y="1993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5" name="pt31195"/>
            <p:cNvSpPr/>
            <p:nvPr/>
          </p:nvSpPr>
          <p:spPr>
            <a:xfrm>
              <a:off x="7180520" y="2295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6" name="pt31196"/>
            <p:cNvSpPr/>
            <p:nvPr/>
          </p:nvSpPr>
          <p:spPr>
            <a:xfrm>
              <a:off x="6795768" y="2211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7" name="pt31197"/>
            <p:cNvSpPr/>
            <p:nvPr/>
          </p:nvSpPr>
          <p:spPr>
            <a:xfrm>
              <a:off x="7257224" y="2031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8" name="pt31198"/>
            <p:cNvSpPr/>
            <p:nvPr/>
          </p:nvSpPr>
          <p:spPr>
            <a:xfrm>
              <a:off x="6949086" y="1981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9" name="pt31199"/>
            <p:cNvSpPr/>
            <p:nvPr/>
          </p:nvSpPr>
          <p:spPr>
            <a:xfrm>
              <a:off x="6872438" y="2122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0" name="pt31200"/>
            <p:cNvSpPr/>
            <p:nvPr/>
          </p:nvSpPr>
          <p:spPr>
            <a:xfrm>
              <a:off x="6991563" y="2289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1" name="pt31201"/>
            <p:cNvSpPr/>
            <p:nvPr/>
          </p:nvSpPr>
          <p:spPr>
            <a:xfrm>
              <a:off x="6752926" y="2404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2" name="pt31202"/>
            <p:cNvSpPr/>
            <p:nvPr/>
          </p:nvSpPr>
          <p:spPr>
            <a:xfrm>
              <a:off x="7156106" y="2330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3" name="pt31203"/>
            <p:cNvSpPr/>
            <p:nvPr/>
          </p:nvSpPr>
          <p:spPr>
            <a:xfrm>
              <a:off x="7059047" y="2090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4" name="pt31204"/>
            <p:cNvSpPr/>
            <p:nvPr/>
          </p:nvSpPr>
          <p:spPr>
            <a:xfrm>
              <a:off x="7409747" y="2668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5" name="pt31205"/>
            <p:cNvSpPr/>
            <p:nvPr/>
          </p:nvSpPr>
          <p:spPr>
            <a:xfrm>
              <a:off x="7052540" y="2056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6" name="pt31206"/>
            <p:cNvSpPr/>
            <p:nvPr/>
          </p:nvSpPr>
          <p:spPr>
            <a:xfrm>
              <a:off x="6846286" y="1951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7" name="pt31207"/>
            <p:cNvSpPr/>
            <p:nvPr/>
          </p:nvSpPr>
          <p:spPr>
            <a:xfrm>
              <a:off x="6993604" y="2268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8" name="pt31208"/>
            <p:cNvSpPr/>
            <p:nvPr/>
          </p:nvSpPr>
          <p:spPr>
            <a:xfrm>
              <a:off x="7203067" y="2057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9" name="pt31209"/>
            <p:cNvSpPr/>
            <p:nvPr/>
          </p:nvSpPr>
          <p:spPr>
            <a:xfrm>
              <a:off x="6966674" y="1868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0" name="pt31210"/>
            <p:cNvSpPr/>
            <p:nvPr/>
          </p:nvSpPr>
          <p:spPr>
            <a:xfrm>
              <a:off x="7155103" y="2149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1" name="pt31211"/>
            <p:cNvSpPr/>
            <p:nvPr/>
          </p:nvSpPr>
          <p:spPr>
            <a:xfrm>
              <a:off x="6825260" y="1908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2" name="pt31212"/>
            <p:cNvSpPr/>
            <p:nvPr/>
          </p:nvSpPr>
          <p:spPr>
            <a:xfrm>
              <a:off x="6683058" y="2235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3" name="pt31213"/>
            <p:cNvSpPr/>
            <p:nvPr/>
          </p:nvSpPr>
          <p:spPr>
            <a:xfrm>
              <a:off x="7223141" y="1977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4" name="pt31214"/>
            <p:cNvSpPr/>
            <p:nvPr/>
          </p:nvSpPr>
          <p:spPr>
            <a:xfrm>
              <a:off x="7031390" y="2205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5" name="pt31215"/>
            <p:cNvSpPr/>
            <p:nvPr/>
          </p:nvSpPr>
          <p:spPr>
            <a:xfrm>
              <a:off x="7072703" y="2152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6" name="pt31216"/>
            <p:cNvSpPr/>
            <p:nvPr/>
          </p:nvSpPr>
          <p:spPr>
            <a:xfrm>
              <a:off x="6838388" y="1931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7" name="pt31217"/>
            <p:cNvSpPr/>
            <p:nvPr/>
          </p:nvSpPr>
          <p:spPr>
            <a:xfrm>
              <a:off x="6988416" y="2205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8" name="pt31218"/>
            <p:cNvSpPr/>
            <p:nvPr/>
          </p:nvSpPr>
          <p:spPr>
            <a:xfrm>
              <a:off x="7378834" y="2575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9" name="pt31219"/>
            <p:cNvSpPr/>
            <p:nvPr/>
          </p:nvSpPr>
          <p:spPr>
            <a:xfrm>
              <a:off x="7045339" y="212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0" name="pt31220"/>
            <p:cNvSpPr/>
            <p:nvPr/>
          </p:nvSpPr>
          <p:spPr>
            <a:xfrm>
              <a:off x="7461485" y="2393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1" name="pt31221"/>
            <p:cNvSpPr/>
            <p:nvPr/>
          </p:nvSpPr>
          <p:spPr>
            <a:xfrm>
              <a:off x="6959673" y="2063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2" name="pt31222"/>
            <p:cNvSpPr/>
            <p:nvPr/>
          </p:nvSpPr>
          <p:spPr>
            <a:xfrm>
              <a:off x="7120561" y="2039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3" name="pt31223"/>
            <p:cNvSpPr/>
            <p:nvPr/>
          </p:nvSpPr>
          <p:spPr>
            <a:xfrm>
              <a:off x="7132422" y="2124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4" name="pt31224"/>
            <p:cNvSpPr/>
            <p:nvPr/>
          </p:nvSpPr>
          <p:spPr>
            <a:xfrm>
              <a:off x="6973717" y="1739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5" name="pt31225"/>
            <p:cNvSpPr/>
            <p:nvPr/>
          </p:nvSpPr>
          <p:spPr>
            <a:xfrm>
              <a:off x="7251233" y="1947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6" name="pt31226"/>
            <p:cNvSpPr/>
            <p:nvPr/>
          </p:nvSpPr>
          <p:spPr>
            <a:xfrm>
              <a:off x="7016493" y="2216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7" name="pt31227"/>
            <p:cNvSpPr/>
            <p:nvPr/>
          </p:nvSpPr>
          <p:spPr>
            <a:xfrm>
              <a:off x="7061131" y="2156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8" name="pt31228"/>
            <p:cNvSpPr/>
            <p:nvPr/>
          </p:nvSpPr>
          <p:spPr>
            <a:xfrm>
              <a:off x="7223565" y="1933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9" name="pt31229"/>
            <p:cNvSpPr/>
            <p:nvPr/>
          </p:nvSpPr>
          <p:spPr>
            <a:xfrm>
              <a:off x="6741984" y="2442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0" name="pt31230"/>
            <p:cNvSpPr/>
            <p:nvPr/>
          </p:nvSpPr>
          <p:spPr>
            <a:xfrm>
              <a:off x="7229831" y="2113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1" name="pt31231"/>
            <p:cNvSpPr/>
            <p:nvPr/>
          </p:nvSpPr>
          <p:spPr>
            <a:xfrm>
              <a:off x="7076803" y="2072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2" name="pt31232"/>
            <p:cNvSpPr/>
            <p:nvPr/>
          </p:nvSpPr>
          <p:spPr>
            <a:xfrm>
              <a:off x="7073523" y="2080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3" name="pt31233"/>
            <p:cNvSpPr/>
            <p:nvPr/>
          </p:nvSpPr>
          <p:spPr>
            <a:xfrm>
              <a:off x="7205753" y="2108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4" name="pt31234"/>
            <p:cNvSpPr/>
            <p:nvPr/>
          </p:nvSpPr>
          <p:spPr>
            <a:xfrm>
              <a:off x="7040697" y="2233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5" name="pt31235"/>
            <p:cNvSpPr/>
            <p:nvPr/>
          </p:nvSpPr>
          <p:spPr>
            <a:xfrm>
              <a:off x="7097644" y="2318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6" name="pt31236"/>
            <p:cNvSpPr/>
            <p:nvPr/>
          </p:nvSpPr>
          <p:spPr>
            <a:xfrm>
              <a:off x="7068563" y="2038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7" name="pt31237"/>
            <p:cNvSpPr/>
            <p:nvPr/>
          </p:nvSpPr>
          <p:spPr>
            <a:xfrm>
              <a:off x="6940559" y="1919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8" name="pt31238"/>
            <p:cNvSpPr/>
            <p:nvPr/>
          </p:nvSpPr>
          <p:spPr>
            <a:xfrm>
              <a:off x="7058956" y="2016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9" name="pt31239"/>
            <p:cNvSpPr/>
            <p:nvPr/>
          </p:nvSpPr>
          <p:spPr>
            <a:xfrm>
              <a:off x="6814646" y="2165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0" name="pt31240"/>
            <p:cNvSpPr/>
            <p:nvPr/>
          </p:nvSpPr>
          <p:spPr>
            <a:xfrm>
              <a:off x="6905982" y="1988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1" name="pt31241"/>
            <p:cNvSpPr/>
            <p:nvPr/>
          </p:nvSpPr>
          <p:spPr>
            <a:xfrm>
              <a:off x="7074659" y="2047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2" name="pt31242"/>
            <p:cNvSpPr/>
            <p:nvPr/>
          </p:nvSpPr>
          <p:spPr>
            <a:xfrm>
              <a:off x="7118547" y="1981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3" name="pt31243"/>
            <p:cNvSpPr/>
            <p:nvPr/>
          </p:nvSpPr>
          <p:spPr>
            <a:xfrm>
              <a:off x="7088303" y="2279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4" name="pt31244"/>
            <p:cNvSpPr/>
            <p:nvPr/>
          </p:nvSpPr>
          <p:spPr>
            <a:xfrm>
              <a:off x="7160438" y="2264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5" name="pt31245"/>
            <p:cNvSpPr/>
            <p:nvPr/>
          </p:nvSpPr>
          <p:spPr>
            <a:xfrm>
              <a:off x="6972748" y="1800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6" name="pt31246"/>
            <p:cNvSpPr/>
            <p:nvPr/>
          </p:nvSpPr>
          <p:spPr>
            <a:xfrm>
              <a:off x="7118695" y="1972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7" name="pt31247"/>
            <p:cNvSpPr/>
            <p:nvPr/>
          </p:nvSpPr>
          <p:spPr>
            <a:xfrm>
              <a:off x="7168203" y="2124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8" name="pt31248"/>
            <p:cNvSpPr/>
            <p:nvPr/>
          </p:nvSpPr>
          <p:spPr>
            <a:xfrm>
              <a:off x="7178209" y="2114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9" name="pt31249"/>
            <p:cNvSpPr/>
            <p:nvPr/>
          </p:nvSpPr>
          <p:spPr>
            <a:xfrm>
              <a:off x="7082954" y="2164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0" name="pt31250"/>
            <p:cNvSpPr/>
            <p:nvPr/>
          </p:nvSpPr>
          <p:spPr>
            <a:xfrm>
              <a:off x="7012783" y="2039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1" name="pt31251"/>
            <p:cNvSpPr/>
            <p:nvPr/>
          </p:nvSpPr>
          <p:spPr>
            <a:xfrm>
              <a:off x="7178238" y="2061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2" name="pt31252"/>
            <p:cNvSpPr/>
            <p:nvPr/>
          </p:nvSpPr>
          <p:spPr>
            <a:xfrm>
              <a:off x="7166649" y="2054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3" name="pt31253"/>
            <p:cNvSpPr/>
            <p:nvPr/>
          </p:nvSpPr>
          <p:spPr>
            <a:xfrm>
              <a:off x="7019404" y="215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4" name="pt31254"/>
            <p:cNvSpPr/>
            <p:nvPr/>
          </p:nvSpPr>
          <p:spPr>
            <a:xfrm>
              <a:off x="7331693" y="2349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5" name="pt31255"/>
            <p:cNvSpPr/>
            <p:nvPr/>
          </p:nvSpPr>
          <p:spPr>
            <a:xfrm>
              <a:off x="6918757" y="1873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6" name="pt31256"/>
            <p:cNvSpPr/>
            <p:nvPr/>
          </p:nvSpPr>
          <p:spPr>
            <a:xfrm>
              <a:off x="7327542" y="2400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7" name="pt31257"/>
            <p:cNvSpPr/>
            <p:nvPr/>
          </p:nvSpPr>
          <p:spPr>
            <a:xfrm>
              <a:off x="6950077" y="2121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8" name="pt31258"/>
            <p:cNvSpPr/>
            <p:nvPr/>
          </p:nvSpPr>
          <p:spPr>
            <a:xfrm>
              <a:off x="7010541" y="2114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9" name="pt31259"/>
            <p:cNvSpPr/>
            <p:nvPr/>
          </p:nvSpPr>
          <p:spPr>
            <a:xfrm>
              <a:off x="7113373" y="1924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0" name="pt31260"/>
            <p:cNvSpPr/>
            <p:nvPr/>
          </p:nvSpPr>
          <p:spPr>
            <a:xfrm>
              <a:off x="7393336" y="2418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1" name="pt31261"/>
            <p:cNvSpPr/>
            <p:nvPr/>
          </p:nvSpPr>
          <p:spPr>
            <a:xfrm>
              <a:off x="7046167" y="2176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2" name="pt31262"/>
            <p:cNvSpPr/>
            <p:nvPr/>
          </p:nvSpPr>
          <p:spPr>
            <a:xfrm>
              <a:off x="7030740" y="2162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3" name="pt31263"/>
            <p:cNvSpPr/>
            <p:nvPr/>
          </p:nvSpPr>
          <p:spPr>
            <a:xfrm>
              <a:off x="7297552" y="2257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4" name="pt31264"/>
            <p:cNvSpPr/>
            <p:nvPr/>
          </p:nvSpPr>
          <p:spPr>
            <a:xfrm>
              <a:off x="7084239" y="2164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5" name="pt31265"/>
            <p:cNvSpPr/>
            <p:nvPr/>
          </p:nvSpPr>
          <p:spPr>
            <a:xfrm>
              <a:off x="7085057" y="2157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6" name="pt31266"/>
            <p:cNvSpPr/>
            <p:nvPr/>
          </p:nvSpPr>
          <p:spPr>
            <a:xfrm>
              <a:off x="6971968" y="1685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7" name="pt31267"/>
            <p:cNvSpPr/>
            <p:nvPr/>
          </p:nvSpPr>
          <p:spPr>
            <a:xfrm>
              <a:off x="6999060" y="2197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8" name="pt31268"/>
            <p:cNvSpPr/>
            <p:nvPr/>
          </p:nvSpPr>
          <p:spPr>
            <a:xfrm>
              <a:off x="6684972" y="2090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9" name="pt31269"/>
            <p:cNvSpPr/>
            <p:nvPr/>
          </p:nvSpPr>
          <p:spPr>
            <a:xfrm>
              <a:off x="7013962" y="2081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0" name="pt31270"/>
            <p:cNvSpPr/>
            <p:nvPr/>
          </p:nvSpPr>
          <p:spPr>
            <a:xfrm>
              <a:off x="7032433" y="2229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1" name="pt31271"/>
            <p:cNvSpPr/>
            <p:nvPr/>
          </p:nvSpPr>
          <p:spPr>
            <a:xfrm>
              <a:off x="7133792" y="2081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2" name="pt31272"/>
            <p:cNvSpPr/>
            <p:nvPr/>
          </p:nvSpPr>
          <p:spPr>
            <a:xfrm>
              <a:off x="6990276" y="2257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3" name="pt31273"/>
            <p:cNvSpPr/>
            <p:nvPr/>
          </p:nvSpPr>
          <p:spPr>
            <a:xfrm>
              <a:off x="7127320" y="2122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4" name="pt31274"/>
            <p:cNvSpPr/>
            <p:nvPr/>
          </p:nvSpPr>
          <p:spPr>
            <a:xfrm>
              <a:off x="6964683" y="2092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5" name="pt31275"/>
            <p:cNvSpPr/>
            <p:nvPr/>
          </p:nvSpPr>
          <p:spPr>
            <a:xfrm>
              <a:off x="7067852" y="2190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6" name="pt31276"/>
            <p:cNvSpPr/>
            <p:nvPr/>
          </p:nvSpPr>
          <p:spPr>
            <a:xfrm>
              <a:off x="7143435" y="2040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7" name="pt31277"/>
            <p:cNvSpPr/>
            <p:nvPr/>
          </p:nvSpPr>
          <p:spPr>
            <a:xfrm>
              <a:off x="6714350" y="2551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8" name="pt31278"/>
            <p:cNvSpPr/>
            <p:nvPr/>
          </p:nvSpPr>
          <p:spPr>
            <a:xfrm>
              <a:off x="7320265" y="2490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9" name="pt31279"/>
            <p:cNvSpPr/>
            <p:nvPr/>
          </p:nvSpPr>
          <p:spPr>
            <a:xfrm>
              <a:off x="7128618" y="2111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0" name="pt31280"/>
            <p:cNvSpPr/>
            <p:nvPr/>
          </p:nvSpPr>
          <p:spPr>
            <a:xfrm>
              <a:off x="6958465" y="2007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1" name="pt31281"/>
            <p:cNvSpPr/>
            <p:nvPr/>
          </p:nvSpPr>
          <p:spPr>
            <a:xfrm>
              <a:off x="7171794" y="205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2" name="pt31282"/>
            <p:cNvSpPr/>
            <p:nvPr/>
          </p:nvSpPr>
          <p:spPr>
            <a:xfrm>
              <a:off x="6911886" y="1907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3" name="pt31283"/>
            <p:cNvSpPr/>
            <p:nvPr/>
          </p:nvSpPr>
          <p:spPr>
            <a:xfrm>
              <a:off x="7233705" y="1786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4" name="pt31284"/>
            <p:cNvSpPr/>
            <p:nvPr/>
          </p:nvSpPr>
          <p:spPr>
            <a:xfrm>
              <a:off x="7390838" y="2642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5" name="pt31285"/>
            <p:cNvSpPr/>
            <p:nvPr/>
          </p:nvSpPr>
          <p:spPr>
            <a:xfrm>
              <a:off x="7186784" y="1792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6" name="pt31286"/>
            <p:cNvSpPr/>
            <p:nvPr/>
          </p:nvSpPr>
          <p:spPr>
            <a:xfrm>
              <a:off x="6548647" y="2257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7" name="pt31287"/>
            <p:cNvSpPr/>
            <p:nvPr/>
          </p:nvSpPr>
          <p:spPr>
            <a:xfrm>
              <a:off x="6873345" y="2282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8" name="pt31288"/>
            <p:cNvSpPr/>
            <p:nvPr/>
          </p:nvSpPr>
          <p:spPr>
            <a:xfrm>
              <a:off x="7100539" y="2285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9" name="pt31289"/>
            <p:cNvSpPr/>
            <p:nvPr/>
          </p:nvSpPr>
          <p:spPr>
            <a:xfrm>
              <a:off x="7025114" y="2066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0" name="pt31290"/>
            <p:cNvSpPr/>
            <p:nvPr/>
          </p:nvSpPr>
          <p:spPr>
            <a:xfrm>
              <a:off x="7056933" y="2055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1" name="pt31291"/>
            <p:cNvSpPr/>
            <p:nvPr/>
          </p:nvSpPr>
          <p:spPr>
            <a:xfrm>
              <a:off x="7082057" y="2111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2" name="pt31292"/>
            <p:cNvSpPr/>
            <p:nvPr/>
          </p:nvSpPr>
          <p:spPr>
            <a:xfrm>
              <a:off x="7208716" y="1886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3" name="pt31293"/>
            <p:cNvSpPr/>
            <p:nvPr/>
          </p:nvSpPr>
          <p:spPr>
            <a:xfrm>
              <a:off x="7102405" y="2077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4" name="pt31294"/>
            <p:cNvSpPr/>
            <p:nvPr/>
          </p:nvSpPr>
          <p:spPr>
            <a:xfrm>
              <a:off x="7360562" y="2594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5" name="pt31295"/>
            <p:cNvSpPr/>
            <p:nvPr/>
          </p:nvSpPr>
          <p:spPr>
            <a:xfrm>
              <a:off x="7096011" y="2309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6" name="pt31296"/>
            <p:cNvSpPr/>
            <p:nvPr/>
          </p:nvSpPr>
          <p:spPr>
            <a:xfrm>
              <a:off x="7348416" y="2141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7" name="pt31297"/>
            <p:cNvSpPr/>
            <p:nvPr/>
          </p:nvSpPr>
          <p:spPr>
            <a:xfrm>
              <a:off x="7046284" y="2129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8" name="pt31298"/>
            <p:cNvSpPr/>
            <p:nvPr/>
          </p:nvSpPr>
          <p:spPr>
            <a:xfrm>
              <a:off x="7127172" y="2126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9" name="pt31299"/>
            <p:cNvSpPr/>
            <p:nvPr/>
          </p:nvSpPr>
          <p:spPr>
            <a:xfrm>
              <a:off x="7085753" y="2224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0" name="pt31300"/>
            <p:cNvSpPr/>
            <p:nvPr/>
          </p:nvSpPr>
          <p:spPr>
            <a:xfrm>
              <a:off x="6980770" y="2192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1" name="pt31301"/>
            <p:cNvSpPr/>
            <p:nvPr/>
          </p:nvSpPr>
          <p:spPr>
            <a:xfrm>
              <a:off x="6932788" y="1930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2" name="pt31302"/>
            <p:cNvSpPr/>
            <p:nvPr/>
          </p:nvSpPr>
          <p:spPr>
            <a:xfrm>
              <a:off x="7143585" y="2008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3" name="pt31303"/>
            <p:cNvSpPr/>
            <p:nvPr/>
          </p:nvSpPr>
          <p:spPr>
            <a:xfrm>
              <a:off x="6948595" y="1974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4" name="pt31304"/>
            <p:cNvSpPr/>
            <p:nvPr/>
          </p:nvSpPr>
          <p:spPr>
            <a:xfrm>
              <a:off x="7282133" y="1932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5" name="pt31305"/>
            <p:cNvSpPr/>
            <p:nvPr/>
          </p:nvSpPr>
          <p:spPr>
            <a:xfrm>
              <a:off x="7049714" y="210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6" name="pt31306"/>
            <p:cNvSpPr/>
            <p:nvPr/>
          </p:nvSpPr>
          <p:spPr>
            <a:xfrm>
              <a:off x="7065333" y="2126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7" name="pt31307"/>
            <p:cNvSpPr/>
            <p:nvPr/>
          </p:nvSpPr>
          <p:spPr>
            <a:xfrm>
              <a:off x="7080370" y="2181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8" name="pt31308"/>
            <p:cNvSpPr/>
            <p:nvPr/>
          </p:nvSpPr>
          <p:spPr>
            <a:xfrm>
              <a:off x="7217113" y="1867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9" name="pt31309"/>
            <p:cNvSpPr/>
            <p:nvPr/>
          </p:nvSpPr>
          <p:spPr>
            <a:xfrm>
              <a:off x="6917998" y="2001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0" name="pt31310"/>
            <p:cNvSpPr/>
            <p:nvPr/>
          </p:nvSpPr>
          <p:spPr>
            <a:xfrm>
              <a:off x="7159612" y="2219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1" name="pt31311"/>
            <p:cNvSpPr/>
            <p:nvPr/>
          </p:nvSpPr>
          <p:spPr>
            <a:xfrm>
              <a:off x="6843227" y="1777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2" name="pt31312"/>
            <p:cNvSpPr/>
            <p:nvPr/>
          </p:nvSpPr>
          <p:spPr>
            <a:xfrm>
              <a:off x="7113364" y="1982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3" name="pt31313"/>
            <p:cNvSpPr/>
            <p:nvPr/>
          </p:nvSpPr>
          <p:spPr>
            <a:xfrm>
              <a:off x="7012420" y="2110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4" name="pt31314"/>
            <p:cNvSpPr/>
            <p:nvPr/>
          </p:nvSpPr>
          <p:spPr>
            <a:xfrm>
              <a:off x="7098777" y="231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5" name="pt31315"/>
            <p:cNvSpPr/>
            <p:nvPr/>
          </p:nvSpPr>
          <p:spPr>
            <a:xfrm>
              <a:off x="6920769" y="1933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6" name="pt31316"/>
            <p:cNvSpPr/>
            <p:nvPr/>
          </p:nvSpPr>
          <p:spPr>
            <a:xfrm>
              <a:off x="7145069" y="2013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7" name="pt31317"/>
            <p:cNvSpPr/>
            <p:nvPr/>
          </p:nvSpPr>
          <p:spPr>
            <a:xfrm>
              <a:off x="7120503" y="2051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8" name="pt31318"/>
            <p:cNvSpPr/>
            <p:nvPr/>
          </p:nvSpPr>
          <p:spPr>
            <a:xfrm>
              <a:off x="7101807" y="2158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9" name="pt31319"/>
            <p:cNvSpPr/>
            <p:nvPr/>
          </p:nvSpPr>
          <p:spPr>
            <a:xfrm>
              <a:off x="7205286" y="2167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0" name="pt31320"/>
            <p:cNvSpPr/>
            <p:nvPr/>
          </p:nvSpPr>
          <p:spPr>
            <a:xfrm>
              <a:off x="7056288" y="2060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1" name="pt31321"/>
            <p:cNvSpPr/>
            <p:nvPr/>
          </p:nvSpPr>
          <p:spPr>
            <a:xfrm>
              <a:off x="7130742" y="2142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2" name="pt31322"/>
            <p:cNvSpPr/>
            <p:nvPr/>
          </p:nvSpPr>
          <p:spPr>
            <a:xfrm>
              <a:off x="7370864" y="2455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3" name="pt31323"/>
            <p:cNvSpPr/>
            <p:nvPr/>
          </p:nvSpPr>
          <p:spPr>
            <a:xfrm>
              <a:off x="6962238" y="1917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4" name="pt31324"/>
            <p:cNvSpPr/>
            <p:nvPr/>
          </p:nvSpPr>
          <p:spPr>
            <a:xfrm>
              <a:off x="7152594" y="2062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5" name="pt31325"/>
            <p:cNvSpPr/>
            <p:nvPr/>
          </p:nvSpPr>
          <p:spPr>
            <a:xfrm>
              <a:off x="7211183" y="2056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6" name="pt31326"/>
            <p:cNvSpPr/>
            <p:nvPr/>
          </p:nvSpPr>
          <p:spPr>
            <a:xfrm>
              <a:off x="7237229" y="1794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7" name="pt31327"/>
            <p:cNvSpPr/>
            <p:nvPr/>
          </p:nvSpPr>
          <p:spPr>
            <a:xfrm>
              <a:off x="6872855" y="1891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8" name="pt31328"/>
            <p:cNvSpPr/>
            <p:nvPr/>
          </p:nvSpPr>
          <p:spPr>
            <a:xfrm>
              <a:off x="6999537" y="2192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9" name="pt31329"/>
            <p:cNvSpPr/>
            <p:nvPr/>
          </p:nvSpPr>
          <p:spPr>
            <a:xfrm>
              <a:off x="7240772" y="2025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0" name="pt31330"/>
            <p:cNvSpPr/>
            <p:nvPr/>
          </p:nvSpPr>
          <p:spPr>
            <a:xfrm>
              <a:off x="6927106" y="1830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1" name="pt31331"/>
            <p:cNvSpPr/>
            <p:nvPr/>
          </p:nvSpPr>
          <p:spPr>
            <a:xfrm>
              <a:off x="6958570" y="2111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2" name="pt31332"/>
            <p:cNvSpPr/>
            <p:nvPr/>
          </p:nvSpPr>
          <p:spPr>
            <a:xfrm>
              <a:off x="7154615" y="2221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3" name="pt31333"/>
            <p:cNvSpPr/>
            <p:nvPr/>
          </p:nvSpPr>
          <p:spPr>
            <a:xfrm>
              <a:off x="7079880" y="2118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4" name="pt31334"/>
            <p:cNvSpPr/>
            <p:nvPr/>
          </p:nvSpPr>
          <p:spPr>
            <a:xfrm>
              <a:off x="7053137" y="2062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5" name="pt31335"/>
            <p:cNvSpPr/>
            <p:nvPr/>
          </p:nvSpPr>
          <p:spPr>
            <a:xfrm>
              <a:off x="7048057" y="2171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6" name="pt31336"/>
            <p:cNvSpPr/>
            <p:nvPr/>
          </p:nvSpPr>
          <p:spPr>
            <a:xfrm>
              <a:off x="7248182" y="1968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7" name="pt31337"/>
            <p:cNvSpPr/>
            <p:nvPr/>
          </p:nvSpPr>
          <p:spPr>
            <a:xfrm>
              <a:off x="7223549" y="1929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8" name="pt31338"/>
            <p:cNvSpPr/>
            <p:nvPr/>
          </p:nvSpPr>
          <p:spPr>
            <a:xfrm>
              <a:off x="7167279" y="1969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9" name="pt31339"/>
            <p:cNvSpPr/>
            <p:nvPr/>
          </p:nvSpPr>
          <p:spPr>
            <a:xfrm>
              <a:off x="7021970" y="2133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0" name="pt31340"/>
            <p:cNvSpPr/>
            <p:nvPr/>
          </p:nvSpPr>
          <p:spPr>
            <a:xfrm>
              <a:off x="7108663" y="2120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1" name="pt31341"/>
            <p:cNvSpPr/>
            <p:nvPr/>
          </p:nvSpPr>
          <p:spPr>
            <a:xfrm>
              <a:off x="7101300" y="2216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2" name="pt31342"/>
            <p:cNvSpPr/>
            <p:nvPr/>
          </p:nvSpPr>
          <p:spPr>
            <a:xfrm>
              <a:off x="7230966" y="2117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3" name="pt31343"/>
            <p:cNvSpPr/>
            <p:nvPr/>
          </p:nvSpPr>
          <p:spPr>
            <a:xfrm>
              <a:off x="6876457" y="2164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4" name="pt31344"/>
            <p:cNvSpPr/>
            <p:nvPr/>
          </p:nvSpPr>
          <p:spPr>
            <a:xfrm>
              <a:off x="7093145" y="2332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5" name="pt31345"/>
            <p:cNvSpPr/>
            <p:nvPr/>
          </p:nvSpPr>
          <p:spPr>
            <a:xfrm>
              <a:off x="7488752" y="2684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6" name="pt31346"/>
            <p:cNvSpPr/>
            <p:nvPr/>
          </p:nvSpPr>
          <p:spPr>
            <a:xfrm>
              <a:off x="7066816" y="2111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7" name="pt31347"/>
            <p:cNvSpPr/>
            <p:nvPr/>
          </p:nvSpPr>
          <p:spPr>
            <a:xfrm>
              <a:off x="7111634" y="1998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8" name="pt31348"/>
            <p:cNvSpPr/>
            <p:nvPr/>
          </p:nvSpPr>
          <p:spPr>
            <a:xfrm>
              <a:off x="7240954" y="2018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9" name="pt31349"/>
            <p:cNvSpPr/>
            <p:nvPr/>
          </p:nvSpPr>
          <p:spPr>
            <a:xfrm>
              <a:off x="7111450" y="2098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0" name="pt31350"/>
            <p:cNvSpPr/>
            <p:nvPr/>
          </p:nvSpPr>
          <p:spPr>
            <a:xfrm>
              <a:off x="7164527" y="2060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1" name="pt31351"/>
            <p:cNvSpPr/>
            <p:nvPr/>
          </p:nvSpPr>
          <p:spPr>
            <a:xfrm>
              <a:off x="6956908" y="1732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2" name="pt31352"/>
            <p:cNvSpPr/>
            <p:nvPr/>
          </p:nvSpPr>
          <p:spPr>
            <a:xfrm>
              <a:off x="7155752" y="2290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3" name="pt31353"/>
            <p:cNvSpPr/>
            <p:nvPr/>
          </p:nvSpPr>
          <p:spPr>
            <a:xfrm>
              <a:off x="7005621" y="1716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4" name="pt31354"/>
            <p:cNvSpPr/>
            <p:nvPr/>
          </p:nvSpPr>
          <p:spPr>
            <a:xfrm>
              <a:off x="7219553" y="2001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5" name="pt31355"/>
            <p:cNvSpPr/>
            <p:nvPr/>
          </p:nvSpPr>
          <p:spPr>
            <a:xfrm>
              <a:off x="6874728" y="2174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6" name="pt31356"/>
            <p:cNvSpPr/>
            <p:nvPr/>
          </p:nvSpPr>
          <p:spPr>
            <a:xfrm>
              <a:off x="7320891" y="2531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7" name="pt31357"/>
            <p:cNvSpPr/>
            <p:nvPr/>
          </p:nvSpPr>
          <p:spPr>
            <a:xfrm>
              <a:off x="6891778" y="2022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8" name="pt31358"/>
            <p:cNvSpPr/>
            <p:nvPr/>
          </p:nvSpPr>
          <p:spPr>
            <a:xfrm>
              <a:off x="7376415" y="278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9" name="pt31359"/>
            <p:cNvSpPr/>
            <p:nvPr/>
          </p:nvSpPr>
          <p:spPr>
            <a:xfrm>
              <a:off x="6905702" y="2029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0" name="pt31360"/>
            <p:cNvSpPr/>
            <p:nvPr/>
          </p:nvSpPr>
          <p:spPr>
            <a:xfrm>
              <a:off x="7164317" y="2150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1" name="pt31361"/>
            <p:cNvSpPr/>
            <p:nvPr/>
          </p:nvSpPr>
          <p:spPr>
            <a:xfrm>
              <a:off x="7131522" y="2148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2" name="pt31362"/>
            <p:cNvSpPr/>
            <p:nvPr/>
          </p:nvSpPr>
          <p:spPr>
            <a:xfrm>
              <a:off x="7177921" y="205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3" name="pt31363"/>
            <p:cNvSpPr/>
            <p:nvPr/>
          </p:nvSpPr>
          <p:spPr>
            <a:xfrm>
              <a:off x="7245918" y="1999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4" name="pt31364"/>
            <p:cNvSpPr/>
            <p:nvPr/>
          </p:nvSpPr>
          <p:spPr>
            <a:xfrm>
              <a:off x="7101453" y="2210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5" name="pt31365"/>
            <p:cNvSpPr/>
            <p:nvPr/>
          </p:nvSpPr>
          <p:spPr>
            <a:xfrm>
              <a:off x="6972286" y="1942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6" name="pt31366"/>
            <p:cNvSpPr/>
            <p:nvPr/>
          </p:nvSpPr>
          <p:spPr>
            <a:xfrm>
              <a:off x="7154963" y="2291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7" name="pt31367"/>
            <p:cNvSpPr/>
            <p:nvPr/>
          </p:nvSpPr>
          <p:spPr>
            <a:xfrm>
              <a:off x="7156453" y="2221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8" name="pt31368"/>
            <p:cNvSpPr/>
            <p:nvPr/>
          </p:nvSpPr>
          <p:spPr>
            <a:xfrm>
              <a:off x="7384509" y="2586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9" name="pt31369"/>
            <p:cNvSpPr/>
            <p:nvPr/>
          </p:nvSpPr>
          <p:spPr>
            <a:xfrm>
              <a:off x="6981586" y="2131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0" name="pt31370"/>
            <p:cNvSpPr/>
            <p:nvPr/>
          </p:nvSpPr>
          <p:spPr>
            <a:xfrm>
              <a:off x="6880447" y="2193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1" name="pt31371"/>
            <p:cNvSpPr/>
            <p:nvPr/>
          </p:nvSpPr>
          <p:spPr>
            <a:xfrm>
              <a:off x="6927878" y="193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2" name="pt31372"/>
            <p:cNvSpPr/>
            <p:nvPr/>
          </p:nvSpPr>
          <p:spPr>
            <a:xfrm>
              <a:off x="7228679" y="1979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3" name="pt31373"/>
            <p:cNvSpPr/>
            <p:nvPr/>
          </p:nvSpPr>
          <p:spPr>
            <a:xfrm>
              <a:off x="7102390" y="2060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4" name="pt31374"/>
            <p:cNvSpPr/>
            <p:nvPr/>
          </p:nvSpPr>
          <p:spPr>
            <a:xfrm>
              <a:off x="7155027" y="2422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5" name="pt31375"/>
            <p:cNvSpPr/>
            <p:nvPr/>
          </p:nvSpPr>
          <p:spPr>
            <a:xfrm>
              <a:off x="7161093" y="218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6" name="pt31376"/>
            <p:cNvSpPr/>
            <p:nvPr/>
          </p:nvSpPr>
          <p:spPr>
            <a:xfrm>
              <a:off x="7245586" y="1887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7" name="pt31377"/>
            <p:cNvSpPr/>
            <p:nvPr/>
          </p:nvSpPr>
          <p:spPr>
            <a:xfrm>
              <a:off x="7073975" y="2058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8" name="pt31378"/>
            <p:cNvSpPr/>
            <p:nvPr/>
          </p:nvSpPr>
          <p:spPr>
            <a:xfrm>
              <a:off x="6838002" y="2020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9" name="pt31379"/>
            <p:cNvSpPr/>
            <p:nvPr/>
          </p:nvSpPr>
          <p:spPr>
            <a:xfrm>
              <a:off x="7967221" y="2065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0" name="pt31380"/>
            <p:cNvSpPr/>
            <p:nvPr/>
          </p:nvSpPr>
          <p:spPr>
            <a:xfrm>
              <a:off x="7024428" y="2044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1" name="pt31381"/>
            <p:cNvSpPr/>
            <p:nvPr/>
          </p:nvSpPr>
          <p:spPr>
            <a:xfrm>
              <a:off x="7232151" y="2049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2" name="pt31382"/>
            <p:cNvSpPr/>
            <p:nvPr/>
          </p:nvSpPr>
          <p:spPr>
            <a:xfrm>
              <a:off x="7070425" y="2147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3" name="pt31383"/>
            <p:cNvSpPr/>
            <p:nvPr/>
          </p:nvSpPr>
          <p:spPr>
            <a:xfrm>
              <a:off x="7068961" y="2086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4" name="pt31384"/>
            <p:cNvSpPr/>
            <p:nvPr/>
          </p:nvSpPr>
          <p:spPr>
            <a:xfrm>
              <a:off x="7181361" y="1930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5" name="pt31385"/>
            <p:cNvSpPr/>
            <p:nvPr/>
          </p:nvSpPr>
          <p:spPr>
            <a:xfrm>
              <a:off x="7082750" y="2229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6" name="pt31386"/>
            <p:cNvSpPr/>
            <p:nvPr/>
          </p:nvSpPr>
          <p:spPr>
            <a:xfrm>
              <a:off x="6886947" y="2067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7" name="pt31387"/>
            <p:cNvSpPr/>
            <p:nvPr/>
          </p:nvSpPr>
          <p:spPr>
            <a:xfrm>
              <a:off x="6903132" y="1933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8" name="pt31388"/>
            <p:cNvSpPr/>
            <p:nvPr/>
          </p:nvSpPr>
          <p:spPr>
            <a:xfrm>
              <a:off x="6894028" y="2117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9" name="pt31389"/>
            <p:cNvSpPr/>
            <p:nvPr/>
          </p:nvSpPr>
          <p:spPr>
            <a:xfrm>
              <a:off x="7285819" y="2069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0" name="pt31390"/>
            <p:cNvSpPr/>
            <p:nvPr/>
          </p:nvSpPr>
          <p:spPr>
            <a:xfrm>
              <a:off x="6933947" y="1930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1" name="pt31391"/>
            <p:cNvSpPr/>
            <p:nvPr/>
          </p:nvSpPr>
          <p:spPr>
            <a:xfrm>
              <a:off x="7147513" y="2025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2" name="pt31392"/>
            <p:cNvSpPr/>
            <p:nvPr/>
          </p:nvSpPr>
          <p:spPr>
            <a:xfrm>
              <a:off x="7222522" y="2005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3" name="pt31393"/>
            <p:cNvSpPr/>
            <p:nvPr/>
          </p:nvSpPr>
          <p:spPr>
            <a:xfrm>
              <a:off x="7161800" y="214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4" name="pt31394"/>
            <p:cNvSpPr/>
            <p:nvPr/>
          </p:nvSpPr>
          <p:spPr>
            <a:xfrm>
              <a:off x="7037727" y="2095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5" name="pt31395"/>
            <p:cNvSpPr/>
            <p:nvPr/>
          </p:nvSpPr>
          <p:spPr>
            <a:xfrm>
              <a:off x="7029060" y="2102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6" name="pt31396"/>
            <p:cNvSpPr/>
            <p:nvPr/>
          </p:nvSpPr>
          <p:spPr>
            <a:xfrm>
              <a:off x="7018319" y="2118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7" name="pt31397"/>
            <p:cNvSpPr/>
            <p:nvPr/>
          </p:nvSpPr>
          <p:spPr>
            <a:xfrm>
              <a:off x="7121781" y="209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8" name="pt31398"/>
            <p:cNvSpPr/>
            <p:nvPr/>
          </p:nvSpPr>
          <p:spPr>
            <a:xfrm>
              <a:off x="7149279" y="2209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9" name="pt31399"/>
            <p:cNvSpPr/>
            <p:nvPr/>
          </p:nvSpPr>
          <p:spPr>
            <a:xfrm>
              <a:off x="7110043" y="2052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0" name="pt31400"/>
            <p:cNvSpPr/>
            <p:nvPr/>
          </p:nvSpPr>
          <p:spPr>
            <a:xfrm>
              <a:off x="6806743" y="2303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1" name="pt31401"/>
            <p:cNvSpPr/>
            <p:nvPr/>
          </p:nvSpPr>
          <p:spPr>
            <a:xfrm>
              <a:off x="7096099" y="2236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2" name="pt31402"/>
            <p:cNvSpPr/>
            <p:nvPr/>
          </p:nvSpPr>
          <p:spPr>
            <a:xfrm>
              <a:off x="7058142" y="2108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3" name="pt31403"/>
            <p:cNvSpPr/>
            <p:nvPr/>
          </p:nvSpPr>
          <p:spPr>
            <a:xfrm>
              <a:off x="7159512" y="2368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4" name="pt31404"/>
            <p:cNvSpPr/>
            <p:nvPr/>
          </p:nvSpPr>
          <p:spPr>
            <a:xfrm>
              <a:off x="7077169" y="2115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5" name="pt31405"/>
            <p:cNvSpPr/>
            <p:nvPr/>
          </p:nvSpPr>
          <p:spPr>
            <a:xfrm>
              <a:off x="7056253" y="2140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6" name="pt31406"/>
            <p:cNvSpPr/>
            <p:nvPr/>
          </p:nvSpPr>
          <p:spPr>
            <a:xfrm>
              <a:off x="7088703" y="2163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7" name="pt31407"/>
            <p:cNvSpPr/>
            <p:nvPr/>
          </p:nvSpPr>
          <p:spPr>
            <a:xfrm>
              <a:off x="7018424" y="2282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8" name="pt31408"/>
            <p:cNvSpPr/>
            <p:nvPr/>
          </p:nvSpPr>
          <p:spPr>
            <a:xfrm>
              <a:off x="6908441" y="2050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9" name="pt31409"/>
            <p:cNvSpPr/>
            <p:nvPr/>
          </p:nvSpPr>
          <p:spPr>
            <a:xfrm>
              <a:off x="6807184" y="2059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0" name="pt31410"/>
            <p:cNvSpPr/>
            <p:nvPr/>
          </p:nvSpPr>
          <p:spPr>
            <a:xfrm>
              <a:off x="6977383" y="2207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1" name="pt31411"/>
            <p:cNvSpPr/>
            <p:nvPr/>
          </p:nvSpPr>
          <p:spPr>
            <a:xfrm>
              <a:off x="7040493" y="2238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2" name="pt31412"/>
            <p:cNvSpPr/>
            <p:nvPr/>
          </p:nvSpPr>
          <p:spPr>
            <a:xfrm>
              <a:off x="7099445" y="2422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3" name="pt31413"/>
            <p:cNvSpPr/>
            <p:nvPr/>
          </p:nvSpPr>
          <p:spPr>
            <a:xfrm>
              <a:off x="6848660" y="2210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4" name="pt31414"/>
            <p:cNvSpPr/>
            <p:nvPr/>
          </p:nvSpPr>
          <p:spPr>
            <a:xfrm>
              <a:off x="7231298" y="1943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5" name="pt31415"/>
            <p:cNvSpPr/>
            <p:nvPr/>
          </p:nvSpPr>
          <p:spPr>
            <a:xfrm>
              <a:off x="7107859" y="2108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6" name="pt31416"/>
            <p:cNvSpPr/>
            <p:nvPr/>
          </p:nvSpPr>
          <p:spPr>
            <a:xfrm>
              <a:off x="7128556" y="2075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7" name="pt31417"/>
            <p:cNvSpPr/>
            <p:nvPr/>
          </p:nvSpPr>
          <p:spPr>
            <a:xfrm>
              <a:off x="7144328" y="1973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8" name="pt31418"/>
            <p:cNvSpPr/>
            <p:nvPr/>
          </p:nvSpPr>
          <p:spPr>
            <a:xfrm>
              <a:off x="6715367" y="2448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9" name="pt31419"/>
            <p:cNvSpPr/>
            <p:nvPr/>
          </p:nvSpPr>
          <p:spPr>
            <a:xfrm>
              <a:off x="7099288" y="2295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0" name="pt31420"/>
            <p:cNvSpPr/>
            <p:nvPr/>
          </p:nvSpPr>
          <p:spPr>
            <a:xfrm>
              <a:off x="7191755" y="2184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1" name="pt31421"/>
            <p:cNvSpPr/>
            <p:nvPr/>
          </p:nvSpPr>
          <p:spPr>
            <a:xfrm>
              <a:off x="7312654" y="2307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2" name="pt31422"/>
            <p:cNvSpPr/>
            <p:nvPr/>
          </p:nvSpPr>
          <p:spPr>
            <a:xfrm>
              <a:off x="6819267" y="2021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3" name="pt31423"/>
            <p:cNvSpPr/>
            <p:nvPr/>
          </p:nvSpPr>
          <p:spPr>
            <a:xfrm>
              <a:off x="6890216" y="2134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4" name="pt31424"/>
            <p:cNvSpPr/>
            <p:nvPr/>
          </p:nvSpPr>
          <p:spPr>
            <a:xfrm>
              <a:off x="7215361" y="1958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5" name="pt31425"/>
            <p:cNvSpPr/>
            <p:nvPr/>
          </p:nvSpPr>
          <p:spPr>
            <a:xfrm>
              <a:off x="7204571" y="2018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6" name="pt31426"/>
            <p:cNvSpPr/>
            <p:nvPr/>
          </p:nvSpPr>
          <p:spPr>
            <a:xfrm>
              <a:off x="7131909" y="2053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7" name="pt31427"/>
            <p:cNvSpPr/>
            <p:nvPr/>
          </p:nvSpPr>
          <p:spPr>
            <a:xfrm>
              <a:off x="6884909" y="2174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8" name="pt31428"/>
            <p:cNvSpPr/>
            <p:nvPr/>
          </p:nvSpPr>
          <p:spPr>
            <a:xfrm>
              <a:off x="7097039" y="2362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9" name="pt31429"/>
            <p:cNvSpPr/>
            <p:nvPr/>
          </p:nvSpPr>
          <p:spPr>
            <a:xfrm>
              <a:off x="7182011" y="2071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0" name="pt31430"/>
            <p:cNvSpPr/>
            <p:nvPr/>
          </p:nvSpPr>
          <p:spPr>
            <a:xfrm>
              <a:off x="7056943" y="2058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1" name="pt31431"/>
            <p:cNvSpPr/>
            <p:nvPr/>
          </p:nvSpPr>
          <p:spPr>
            <a:xfrm>
              <a:off x="6830539" y="1827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2" name="pt31432"/>
            <p:cNvSpPr/>
            <p:nvPr/>
          </p:nvSpPr>
          <p:spPr>
            <a:xfrm>
              <a:off x="7157967" y="2356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3" name="pt31433"/>
            <p:cNvSpPr/>
            <p:nvPr/>
          </p:nvSpPr>
          <p:spPr>
            <a:xfrm>
              <a:off x="6868308" y="2109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4" name="pt31434"/>
            <p:cNvSpPr/>
            <p:nvPr/>
          </p:nvSpPr>
          <p:spPr>
            <a:xfrm>
              <a:off x="7260708" y="1890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5" name="pt31435"/>
            <p:cNvSpPr/>
            <p:nvPr/>
          </p:nvSpPr>
          <p:spPr>
            <a:xfrm>
              <a:off x="7112875" y="1980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6" name="pt31436"/>
            <p:cNvSpPr/>
            <p:nvPr/>
          </p:nvSpPr>
          <p:spPr>
            <a:xfrm>
              <a:off x="7051045" y="2210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7" name="pt31437"/>
            <p:cNvSpPr/>
            <p:nvPr/>
          </p:nvSpPr>
          <p:spPr>
            <a:xfrm>
              <a:off x="7114685" y="1976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8" name="pt31438"/>
            <p:cNvSpPr/>
            <p:nvPr/>
          </p:nvSpPr>
          <p:spPr>
            <a:xfrm>
              <a:off x="7021418" y="2138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9" name="pt31439"/>
            <p:cNvSpPr/>
            <p:nvPr/>
          </p:nvSpPr>
          <p:spPr>
            <a:xfrm>
              <a:off x="7023051" y="1991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0" name="pt31440"/>
            <p:cNvSpPr/>
            <p:nvPr/>
          </p:nvSpPr>
          <p:spPr>
            <a:xfrm>
              <a:off x="7204322" y="2101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1" name="pt31441"/>
            <p:cNvSpPr/>
            <p:nvPr/>
          </p:nvSpPr>
          <p:spPr>
            <a:xfrm>
              <a:off x="7151858" y="2033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2" name="pt31442"/>
            <p:cNvSpPr/>
            <p:nvPr/>
          </p:nvSpPr>
          <p:spPr>
            <a:xfrm>
              <a:off x="7115462" y="1951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3" name="pt31443"/>
            <p:cNvSpPr/>
            <p:nvPr/>
          </p:nvSpPr>
          <p:spPr>
            <a:xfrm>
              <a:off x="6907351" y="1969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4" name="pt31444"/>
            <p:cNvSpPr/>
            <p:nvPr/>
          </p:nvSpPr>
          <p:spPr>
            <a:xfrm>
              <a:off x="6848937" y="2159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5" name="pt31445"/>
            <p:cNvSpPr/>
            <p:nvPr/>
          </p:nvSpPr>
          <p:spPr>
            <a:xfrm>
              <a:off x="7314425" y="2661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6" name="pt31446"/>
            <p:cNvSpPr/>
            <p:nvPr/>
          </p:nvSpPr>
          <p:spPr>
            <a:xfrm>
              <a:off x="7225692" y="2147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7" name="pt31447"/>
            <p:cNvSpPr/>
            <p:nvPr/>
          </p:nvSpPr>
          <p:spPr>
            <a:xfrm>
              <a:off x="7025850" y="1736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8" name="pt31448"/>
            <p:cNvSpPr/>
            <p:nvPr/>
          </p:nvSpPr>
          <p:spPr>
            <a:xfrm>
              <a:off x="7315811" y="2526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9" name="pt31449"/>
            <p:cNvSpPr/>
            <p:nvPr/>
          </p:nvSpPr>
          <p:spPr>
            <a:xfrm>
              <a:off x="7214597" y="1892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0" name="pt31450"/>
            <p:cNvSpPr/>
            <p:nvPr/>
          </p:nvSpPr>
          <p:spPr>
            <a:xfrm>
              <a:off x="6993973" y="2269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1" name="pt31451"/>
            <p:cNvSpPr/>
            <p:nvPr/>
          </p:nvSpPr>
          <p:spPr>
            <a:xfrm>
              <a:off x="7196511" y="2130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2" name="pt31452"/>
            <p:cNvSpPr/>
            <p:nvPr/>
          </p:nvSpPr>
          <p:spPr>
            <a:xfrm>
              <a:off x="7116860" y="1893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3" name="pt31453"/>
            <p:cNvSpPr/>
            <p:nvPr/>
          </p:nvSpPr>
          <p:spPr>
            <a:xfrm>
              <a:off x="7018126" y="2229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4" name="pt31454"/>
            <p:cNvSpPr/>
            <p:nvPr/>
          </p:nvSpPr>
          <p:spPr>
            <a:xfrm>
              <a:off x="7099885" y="2332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5" name="pt31455"/>
            <p:cNvSpPr/>
            <p:nvPr/>
          </p:nvSpPr>
          <p:spPr>
            <a:xfrm>
              <a:off x="7355619" y="2436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6" name="pt31456"/>
            <p:cNvSpPr/>
            <p:nvPr/>
          </p:nvSpPr>
          <p:spPr>
            <a:xfrm>
              <a:off x="6793938" y="2440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7" name="pt31457"/>
            <p:cNvSpPr/>
            <p:nvPr/>
          </p:nvSpPr>
          <p:spPr>
            <a:xfrm>
              <a:off x="6766950" y="1964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8" name="pt31458"/>
            <p:cNvSpPr/>
            <p:nvPr/>
          </p:nvSpPr>
          <p:spPr>
            <a:xfrm>
              <a:off x="7079265" y="2233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9" name="pt31459"/>
            <p:cNvSpPr/>
            <p:nvPr/>
          </p:nvSpPr>
          <p:spPr>
            <a:xfrm>
              <a:off x="7258918" y="2055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0" name="pt31460"/>
            <p:cNvSpPr/>
            <p:nvPr/>
          </p:nvSpPr>
          <p:spPr>
            <a:xfrm>
              <a:off x="7180467" y="2189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1" name="pt31461"/>
            <p:cNvSpPr/>
            <p:nvPr/>
          </p:nvSpPr>
          <p:spPr>
            <a:xfrm>
              <a:off x="7330595" y="2319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2" name="pt31462"/>
            <p:cNvSpPr/>
            <p:nvPr/>
          </p:nvSpPr>
          <p:spPr>
            <a:xfrm>
              <a:off x="7183621" y="1945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3" name="pt31463"/>
            <p:cNvSpPr/>
            <p:nvPr/>
          </p:nvSpPr>
          <p:spPr>
            <a:xfrm>
              <a:off x="7043046" y="2112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4" name="pt31464"/>
            <p:cNvSpPr/>
            <p:nvPr/>
          </p:nvSpPr>
          <p:spPr>
            <a:xfrm>
              <a:off x="6705238" y="2817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5" name="pt31465"/>
            <p:cNvSpPr/>
            <p:nvPr/>
          </p:nvSpPr>
          <p:spPr>
            <a:xfrm>
              <a:off x="6920652" y="1944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6" name="pt31466"/>
            <p:cNvSpPr/>
            <p:nvPr/>
          </p:nvSpPr>
          <p:spPr>
            <a:xfrm>
              <a:off x="6772175" y="2179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7" name="pt31467"/>
            <p:cNvSpPr/>
            <p:nvPr/>
          </p:nvSpPr>
          <p:spPr>
            <a:xfrm>
              <a:off x="7148281" y="2092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8" name="pt31468"/>
            <p:cNvSpPr/>
            <p:nvPr/>
          </p:nvSpPr>
          <p:spPr>
            <a:xfrm>
              <a:off x="7069652" y="2082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9" name="pt31469"/>
            <p:cNvSpPr/>
            <p:nvPr/>
          </p:nvSpPr>
          <p:spPr>
            <a:xfrm>
              <a:off x="6901891" y="1903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0" name="pt31470"/>
            <p:cNvSpPr/>
            <p:nvPr/>
          </p:nvSpPr>
          <p:spPr>
            <a:xfrm>
              <a:off x="7036774" y="2140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1" name="pt31471"/>
            <p:cNvSpPr/>
            <p:nvPr/>
          </p:nvSpPr>
          <p:spPr>
            <a:xfrm>
              <a:off x="7126552" y="2064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2" name="pt31472"/>
            <p:cNvSpPr/>
            <p:nvPr/>
          </p:nvSpPr>
          <p:spPr>
            <a:xfrm>
              <a:off x="6945384" y="1944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3" name="pt31473"/>
            <p:cNvSpPr/>
            <p:nvPr/>
          </p:nvSpPr>
          <p:spPr>
            <a:xfrm>
              <a:off x="6969841" y="1862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4" name="pt31474"/>
            <p:cNvSpPr/>
            <p:nvPr/>
          </p:nvSpPr>
          <p:spPr>
            <a:xfrm>
              <a:off x="6828076" y="1913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5" name="pt31475"/>
            <p:cNvSpPr/>
            <p:nvPr/>
          </p:nvSpPr>
          <p:spPr>
            <a:xfrm>
              <a:off x="6854521" y="2206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6" name="pt31476"/>
            <p:cNvSpPr/>
            <p:nvPr/>
          </p:nvSpPr>
          <p:spPr>
            <a:xfrm>
              <a:off x="7061330" y="2180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7" name="pt31477"/>
            <p:cNvSpPr/>
            <p:nvPr/>
          </p:nvSpPr>
          <p:spPr>
            <a:xfrm>
              <a:off x="7115046" y="2052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8" name="pt31478"/>
            <p:cNvSpPr/>
            <p:nvPr/>
          </p:nvSpPr>
          <p:spPr>
            <a:xfrm>
              <a:off x="7093587" y="2300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9" name="pt31479"/>
            <p:cNvSpPr/>
            <p:nvPr/>
          </p:nvSpPr>
          <p:spPr>
            <a:xfrm>
              <a:off x="7387428" y="2588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0" name="pt31480"/>
            <p:cNvSpPr/>
            <p:nvPr/>
          </p:nvSpPr>
          <p:spPr>
            <a:xfrm>
              <a:off x="7105413" y="2034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1" name="pt31481"/>
            <p:cNvSpPr/>
            <p:nvPr/>
          </p:nvSpPr>
          <p:spPr>
            <a:xfrm>
              <a:off x="6950126" y="1921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2" name="pt31482"/>
            <p:cNvSpPr/>
            <p:nvPr/>
          </p:nvSpPr>
          <p:spPr>
            <a:xfrm>
              <a:off x="7139929" y="2075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3" name="pt31483"/>
            <p:cNvSpPr/>
            <p:nvPr/>
          </p:nvSpPr>
          <p:spPr>
            <a:xfrm>
              <a:off x="7768191" y="2175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4" name="pt31484"/>
            <p:cNvSpPr/>
            <p:nvPr/>
          </p:nvSpPr>
          <p:spPr>
            <a:xfrm>
              <a:off x="7082131" y="2209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5" name="pt31485"/>
            <p:cNvSpPr/>
            <p:nvPr/>
          </p:nvSpPr>
          <p:spPr>
            <a:xfrm>
              <a:off x="7196750" y="1941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6" name="pt31486"/>
            <p:cNvSpPr/>
            <p:nvPr/>
          </p:nvSpPr>
          <p:spPr>
            <a:xfrm>
              <a:off x="7072109" y="2039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7" name="pt31487"/>
            <p:cNvSpPr/>
            <p:nvPr/>
          </p:nvSpPr>
          <p:spPr>
            <a:xfrm>
              <a:off x="6980489" y="2378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8" name="pt31488"/>
            <p:cNvSpPr/>
            <p:nvPr/>
          </p:nvSpPr>
          <p:spPr>
            <a:xfrm>
              <a:off x="7596669" y="2380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9" name="pt31489"/>
            <p:cNvSpPr/>
            <p:nvPr/>
          </p:nvSpPr>
          <p:spPr>
            <a:xfrm>
              <a:off x="7175843" y="2061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0" name="pt31490"/>
            <p:cNvSpPr/>
            <p:nvPr/>
          </p:nvSpPr>
          <p:spPr>
            <a:xfrm>
              <a:off x="6952000" y="2023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1" name="pt31491"/>
            <p:cNvSpPr/>
            <p:nvPr/>
          </p:nvSpPr>
          <p:spPr>
            <a:xfrm>
              <a:off x="7015998" y="2235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2" name="pt31492"/>
            <p:cNvSpPr/>
            <p:nvPr/>
          </p:nvSpPr>
          <p:spPr>
            <a:xfrm>
              <a:off x="7397414" y="2396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3" name="pt31493"/>
            <p:cNvSpPr/>
            <p:nvPr/>
          </p:nvSpPr>
          <p:spPr>
            <a:xfrm>
              <a:off x="7291877" y="2088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4" name="pt31494"/>
            <p:cNvSpPr/>
            <p:nvPr/>
          </p:nvSpPr>
          <p:spPr>
            <a:xfrm>
              <a:off x="6856708" y="2229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5" name="pt31495"/>
            <p:cNvSpPr/>
            <p:nvPr/>
          </p:nvSpPr>
          <p:spPr>
            <a:xfrm>
              <a:off x="7140927" y="1995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6" name="pt31496"/>
            <p:cNvSpPr/>
            <p:nvPr/>
          </p:nvSpPr>
          <p:spPr>
            <a:xfrm>
              <a:off x="7205449" y="2082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7" name="pt31497"/>
            <p:cNvSpPr/>
            <p:nvPr/>
          </p:nvSpPr>
          <p:spPr>
            <a:xfrm>
              <a:off x="7213856" y="1933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8" name="pt31498"/>
            <p:cNvSpPr/>
            <p:nvPr/>
          </p:nvSpPr>
          <p:spPr>
            <a:xfrm>
              <a:off x="7213531" y="2002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9" name="pt31499"/>
            <p:cNvSpPr/>
            <p:nvPr/>
          </p:nvSpPr>
          <p:spPr>
            <a:xfrm>
              <a:off x="7015514" y="2223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0" name="pt31500"/>
            <p:cNvSpPr/>
            <p:nvPr/>
          </p:nvSpPr>
          <p:spPr>
            <a:xfrm>
              <a:off x="7198752" y="1925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1" name="pt31501"/>
            <p:cNvSpPr/>
            <p:nvPr/>
          </p:nvSpPr>
          <p:spPr>
            <a:xfrm>
              <a:off x="7103270" y="1977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2" name="pt31502"/>
            <p:cNvSpPr/>
            <p:nvPr/>
          </p:nvSpPr>
          <p:spPr>
            <a:xfrm>
              <a:off x="7048723" y="2149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3" name="pt31503"/>
            <p:cNvSpPr/>
            <p:nvPr/>
          </p:nvSpPr>
          <p:spPr>
            <a:xfrm>
              <a:off x="7061266" y="2182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4" name="pt31504"/>
            <p:cNvSpPr/>
            <p:nvPr/>
          </p:nvSpPr>
          <p:spPr>
            <a:xfrm>
              <a:off x="7004176" y="2008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5" name="pt31505"/>
            <p:cNvSpPr/>
            <p:nvPr/>
          </p:nvSpPr>
          <p:spPr>
            <a:xfrm>
              <a:off x="6990420" y="2345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6" name="pt31506"/>
            <p:cNvSpPr/>
            <p:nvPr/>
          </p:nvSpPr>
          <p:spPr>
            <a:xfrm>
              <a:off x="7342971" y="2145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7" name="pt31507"/>
            <p:cNvSpPr/>
            <p:nvPr/>
          </p:nvSpPr>
          <p:spPr>
            <a:xfrm>
              <a:off x="7039040" y="2219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8" name="pt31508"/>
            <p:cNvSpPr/>
            <p:nvPr/>
          </p:nvSpPr>
          <p:spPr>
            <a:xfrm>
              <a:off x="7064915" y="2143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9" name="pt31509"/>
            <p:cNvSpPr/>
            <p:nvPr/>
          </p:nvSpPr>
          <p:spPr>
            <a:xfrm>
              <a:off x="7052673" y="2031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0" name="pt31510"/>
            <p:cNvSpPr/>
            <p:nvPr/>
          </p:nvSpPr>
          <p:spPr>
            <a:xfrm>
              <a:off x="6867456" y="2208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1" name="pt31511"/>
            <p:cNvSpPr/>
            <p:nvPr/>
          </p:nvSpPr>
          <p:spPr>
            <a:xfrm>
              <a:off x="7152819" y="2042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2" name="pt31512"/>
            <p:cNvSpPr/>
            <p:nvPr/>
          </p:nvSpPr>
          <p:spPr>
            <a:xfrm>
              <a:off x="7218077" y="1916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3" name="pt31513"/>
            <p:cNvSpPr/>
            <p:nvPr/>
          </p:nvSpPr>
          <p:spPr>
            <a:xfrm>
              <a:off x="6649499" y="2127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4" name="pt31514"/>
            <p:cNvSpPr/>
            <p:nvPr/>
          </p:nvSpPr>
          <p:spPr>
            <a:xfrm>
              <a:off x="6996995" y="2219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5" name="pt31515"/>
            <p:cNvSpPr/>
            <p:nvPr/>
          </p:nvSpPr>
          <p:spPr>
            <a:xfrm>
              <a:off x="7074504" y="213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6" name="pt31516"/>
            <p:cNvSpPr/>
            <p:nvPr/>
          </p:nvSpPr>
          <p:spPr>
            <a:xfrm>
              <a:off x="7070426" y="2118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7" name="pt31517"/>
            <p:cNvSpPr/>
            <p:nvPr/>
          </p:nvSpPr>
          <p:spPr>
            <a:xfrm>
              <a:off x="7094619" y="2302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8" name="pt31518"/>
            <p:cNvSpPr/>
            <p:nvPr/>
          </p:nvSpPr>
          <p:spPr>
            <a:xfrm>
              <a:off x="7150362" y="2101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9" name="pt31519"/>
            <p:cNvSpPr/>
            <p:nvPr/>
          </p:nvSpPr>
          <p:spPr>
            <a:xfrm>
              <a:off x="6917710" y="1900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0" name="pt31520"/>
            <p:cNvSpPr/>
            <p:nvPr/>
          </p:nvSpPr>
          <p:spPr>
            <a:xfrm>
              <a:off x="7179125" y="2099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1" name="pt31521"/>
            <p:cNvSpPr/>
            <p:nvPr/>
          </p:nvSpPr>
          <p:spPr>
            <a:xfrm>
              <a:off x="7030413" y="2177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2" name="pt31522"/>
            <p:cNvSpPr/>
            <p:nvPr/>
          </p:nvSpPr>
          <p:spPr>
            <a:xfrm>
              <a:off x="7125976" y="2137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3" name="pt31523"/>
            <p:cNvSpPr/>
            <p:nvPr/>
          </p:nvSpPr>
          <p:spPr>
            <a:xfrm>
              <a:off x="7031910" y="2180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4" name="pt31524"/>
            <p:cNvSpPr/>
            <p:nvPr/>
          </p:nvSpPr>
          <p:spPr>
            <a:xfrm>
              <a:off x="6908417" y="1940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5" name="pt31525"/>
            <p:cNvSpPr/>
            <p:nvPr/>
          </p:nvSpPr>
          <p:spPr>
            <a:xfrm>
              <a:off x="7298244" y="2224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6" name="pt31526"/>
            <p:cNvSpPr/>
            <p:nvPr/>
          </p:nvSpPr>
          <p:spPr>
            <a:xfrm>
              <a:off x="7142533" y="1968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7" name="pt31527"/>
            <p:cNvSpPr/>
            <p:nvPr/>
          </p:nvSpPr>
          <p:spPr>
            <a:xfrm>
              <a:off x="7034123" y="2191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8" name="pt31528"/>
            <p:cNvSpPr/>
            <p:nvPr/>
          </p:nvSpPr>
          <p:spPr>
            <a:xfrm>
              <a:off x="7253756" y="188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9" name="pt31529"/>
            <p:cNvSpPr/>
            <p:nvPr/>
          </p:nvSpPr>
          <p:spPr>
            <a:xfrm>
              <a:off x="7083347" y="2199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0" name="pt31530"/>
            <p:cNvSpPr/>
            <p:nvPr/>
          </p:nvSpPr>
          <p:spPr>
            <a:xfrm>
              <a:off x="7210768" y="2114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1" name="pt31531"/>
            <p:cNvSpPr/>
            <p:nvPr/>
          </p:nvSpPr>
          <p:spPr>
            <a:xfrm>
              <a:off x="7321652" y="2643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2" name="pt31532"/>
            <p:cNvSpPr/>
            <p:nvPr/>
          </p:nvSpPr>
          <p:spPr>
            <a:xfrm>
              <a:off x="6903603" y="1970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3" name="pt31533"/>
            <p:cNvSpPr/>
            <p:nvPr/>
          </p:nvSpPr>
          <p:spPr>
            <a:xfrm>
              <a:off x="7220202" y="2091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4" name="pt31534"/>
            <p:cNvSpPr/>
            <p:nvPr/>
          </p:nvSpPr>
          <p:spPr>
            <a:xfrm>
              <a:off x="7097719" y="2318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5" name="pt31535"/>
            <p:cNvSpPr/>
            <p:nvPr/>
          </p:nvSpPr>
          <p:spPr>
            <a:xfrm>
              <a:off x="7205197" y="225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6" name="pt31536"/>
            <p:cNvSpPr/>
            <p:nvPr/>
          </p:nvSpPr>
          <p:spPr>
            <a:xfrm>
              <a:off x="6925326" y="1980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7" name="pt31537"/>
            <p:cNvSpPr/>
            <p:nvPr/>
          </p:nvSpPr>
          <p:spPr>
            <a:xfrm>
              <a:off x="7330772" y="1966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8" name="pt31538"/>
            <p:cNvSpPr/>
            <p:nvPr/>
          </p:nvSpPr>
          <p:spPr>
            <a:xfrm>
              <a:off x="7149167" y="208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9" name="pt31539"/>
            <p:cNvSpPr/>
            <p:nvPr/>
          </p:nvSpPr>
          <p:spPr>
            <a:xfrm>
              <a:off x="7026521" y="2002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0" name="pt31540"/>
            <p:cNvSpPr/>
            <p:nvPr/>
          </p:nvSpPr>
          <p:spPr>
            <a:xfrm>
              <a:off x="7069148" y="2102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1" name="pt31541"/>
            <p:cNvSpPr/>
            <p:nvPr/>
          </p:nvSpPr>
          <p:spPr>
            <a:xfrm>
              <a:off x="7027171" y="2002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2" name="pt31542"/>
            <p:cNvSpPr/>
            <p:nvPr/>
          </p:nvSpPr>
          <p:spPr>
            <a:xfrm>
              <a:off x="7149116" y="2039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3" name="pt31543"/>
            <p:cNvSpPr/>
            <p:nvPr/>
          </p:nvSpPr>
          <p:spPr>
            <a:xfrm>
              <a:off x="6826555" y="196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4" name="pt31544"/>
            <p:cNvSpPr/>
            <p:nvPr/>
          </p:nvSpPr>
          <p:spPr>
            <a:xfrm>
              <a:off x="7202196" y="2030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5" name="pt31545"/>
            <p:cNvSpPr/>
            <p:nvPr/>
          </p:nvSpPr>
          <p:spPr>
            <a:xfrm>
              <a:off x="7425036" y="2719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6" name="pt31546"/>
            <p:cNvSpPr/>
            <p:nvPr/>
          </p:nvSpPr>
          <p:spPr>
            <a:xfrm>
              <a:off x="6931910" y="1909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7" name="pt31547"/>
            <p:cNvSpPr/>
            <p:nvPr/>
          </p:nvSpPr>
          <p:spPr>
            <a:xfrm>
              <a:off x="6775231" y="2059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8" name="pt31548"/>
            <p:cNvSpPr/>
            <p:nvPr/>
          </p:nvSpPr>
          <p:spPr>
            <a:xfrm>
              <a:off x="6895751" y="1998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9" name="pt31549"/>
            <p:cNvSpPr/>
            <p:nvPr/>
          </p:nvSpPr>
          <p:spPr>
            <a:xfrm>
              <a:off x="7189306" y="2205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0" name="pt31550"/>
            <p:cNvSpPr/>
            <p:nvPr/>
          </p:nvSpPr>
          <p:spPr>
            <a:xfrm>
              <a:off x="7257708" y="2046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1" name="pt31551"/>
            <p:cNvSpPr/>
            <p:nvPr/>
          </p:nvSpPr>
          <p:spPr>
            <a:xfrm>
              <a:off x="7091695" y="2169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2" name="pt31552"/>
            <p:cNvSpPr/>
            <p:nvPr/>
          </p:nvSpPr>
          <p:spPr>
            <a:xfrm>
              <a:off x="7142244" y="210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3" name="pt31553"/>
            <p:cNvSpPr/>
            <p:nvPr/>
          </p:nvSpPr>
          <p:spPr>
            <a:xfrm>
              <a:off x="6971431" y="1705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4" name="pt31554"/>
            <p:cNvSpPr/>
            <p:nvPr/>
          </p:nvSpPr>
          <p:spPr>
            <a:xfrm>
              <a:off x="6900036" y="2127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5" name="pt31555"/>
            <p:cNvSpPr/>
            <p:nvPr/>
          </p:nvSpPr>
          <p:spPr>
            <a:xfrm>
              <a:off x="7109360" y="2051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6" name="pt31556"/>
            <p:cNvSpPr/>
            <p:nvPr/>
          </p:nvSpPr>
          <p:spPr>
            <a:xfrm>
              <a:off x="6960530" y="2129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7" name="pt31557"/>
            <p:cNvSpPr/>
            <p:nvPr/>
          </p:nvSpPr>
          <p:spPr>
            <a:xfrm>
              <a:off x="7139267" y="199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8" name="pt31558"/>
            <p:cNvSpPr/>
            <p:nvPr/>
          </p:nvSpPr>
          <p:spPr>
            <a:xfrm>
              <a:off x="6999367" y="213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9" name="pt31559"/>
            <p:cNvSpPr/>
            <p:nvPr/>
          </p:nvSpPr>
          <p:spPr>
            <a:xfrm>
              <a:off x="6893436" y="2156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0" name="pt31560"/>
            <p:cNvSpPr/>
            <p:nvPr/>
          </p:nvSpPr>
          <p:spPr>
            <a:xfrm>
              <a:off x="7082470" y="2134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1" name="pt31561"/>
            <p:cNvSpPr/>
            <p:nvPr/>
          </p:nvSpPr>
          <p:spPr>
            <a:xfrm>
              <a:off x="7250899" y="2040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2" name="pt31562"/>
            <p:cNvSpPr/>
            <p:nvPr/>
          </p:nvSpPr>
          <p:spPr>
            <a:xfrm>
              <a:off x="7173204" y="1936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3" name="pt31563"/>
            <p:cNvSpPr/>
            <p:nvPr/>
          </p:nvSpPr>
          <p:spPr>
            <a:xfrm>
              <a:off x="7166335" y="2286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4" name="pt31564"/>
            <p:cNvSpPr/>
            <p:nvPr/>
          </p:nvSpPr>
          <p:spPr>
            <a:xfrm>
              <a:off x="7091938" y="2352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5" name="pt31565"/>
            <p:cNvSpPr/>
            <p:nvPr/>
          </p:nvSpPr>
          <p:spPr>
            <a:xfrm>
              <a:off x="7315951" y="2576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6" name="pt31566"/>
            <p:cNvSpPr/>
            <p:nvPr/>
          </p:nvSpPr>
          <p:spPr>
            <a:xfrm>
              <a:off x="7100073" y="2334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7" name="pt31567"/>
            <p:cNvSpPr/>
            <p:nvPr/>
          </p:nvSpPr>
          <p:spPr>
            <a:xfrm>
              <a:off x="7375018" y="2210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8" name="pt31568"/>
            <p:cNvSpPr/>
            <p:nvPr/>
          </p:nvSpPr>
          <p:spPr>
            <a:xfrm>
              <a:off x="7030516" y="2158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9" name="pt31569"/>
            <p:cNvSpPr/>
            <p:nvPr/>
          </p:nvSpPr>
          <p:spPr>
            <a:xfrm>
              <a:off x="7157673" y="2360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0" name="pt31570"/>
            <p:cNvSpPr/>
            <p:nvPr/>
          </p:nvSpPr>
          <p:spPr>
            <a:xfrm>
              <a:off x="7178900" y="2091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1" name="pt31571"/>
            <p:cNvSpPr/>
            <p:nvPr/>
          </p:nvSpPr>
          <p:spPr>
            <a:xfrm>
              <a:off x="7307823" y="2507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2" name="pt31572"/>
            <p:cNvSpPr/>
            <p:nvPr/>
          </p:nvSpPr>
          <p:spPr>
            <a:xfrm>
              <a:off x="7093222" y="2299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3" name="pt31573"/>
            <p:cNvSpPr/>
            <p:nvPr/>
          </p:nvSpPr>
          <p:spPr>
            <a:xfrm>
              <a:off x="6980978" y="2363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4" name="pt31574"/>
            <p:cNvSpPr/>
            <p:nvPr/>
          </p:nvSpPr>
          <p:spPr>
            <a:xfrm>
              <a:off x="7047726" y="2187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5" name="pt31575"/>
            <p:cNvSpPr/>
            <p:nvPr/>
          </p:nvSpPr>
          <p:spPr>
            <a:xfrm>
              <a:off x="7083253" y="2179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6" name="pt31576"/>
            <p:cNvSpPr/>
            <p:nvPr/>
          </p:nvSpPr>
          <p:spPr>
            <a:xfrm>
              <a:off x="7090247" y="2196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7" name="pt31577"/>
            <p:cNvSpPr/>
            <p:nvPr/>
          </p:nvSpPr>
          <p:spPr>
            <a:xfrm>
              <a:off x="7379958" y="268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8" name="pt31578"/>
            <p:cNvSpPr/>
            <p:nvPr/>
          </p:nvSpPr>
          <p:spPr>
            <a:xfrm>
              <a:off x="7108857" y="2070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9" name="pt31579"/>
            <p:cNvSpPr/>
            <p:nvPr/>
          </p:nvSpPr>
          <p:spPr>
            <a:xfrm>
              <a:off x="6913002" y="1897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0" name="pt31580"/>
            <p:cNvSpPr/>
            <p:nvPr/>
          </p:nvSpPr>
          <p:spPr>
            <a:xfrm>
              <a:off x="7131216" y="2107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1" name="pt31581"/>
            <p:cNvSpPr/>
            <p:nvPr/>
          </p:nvSpPr>
          <p:spPr>
            <a:xfrm>
              <a:off x="7497253" y="243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2" name="pt31582"/>
            <p:cNvSpPr/>
            <p:nvPr/>
          </p:nvSpPr>
          <p:spPr>
            <a:xfrm>
              <a:off x="7210906" y="2052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3" name="pt31583"/>
            <p:cNvSpPr/>
            <p:nvPr/>
          </p:nvSpPr>
          <p:spPr>
            <a:xfrm>
              <a:off x="7236734" y="1814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4" name="pt31584"/>
            <p:cNvSpPr/>
            <p:nvPr/>
          </p:nvSpPr>
          <p:spPr>
            <a:xfrm>
              <a:off x="6900505" y="1863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5" name="pt31585"/>
            <p:cNvSpPr/>
            <p:nvPr/>
          </p:nvSpPr>
          <p:spPr>
            <a:xfrm>
              <a:off x="6979186" y="2140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6" name="pt31586"/>
            <p:cNvSpPr/>
            <p:nvPr/>
          </p:nvSpPr>
          <p:spPr>
            <a:xfrm>
              <a:off x="7003376" y="1928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7" name="pt31587"/>
            <p:cNvSpPr/>
            <p:nvPr/>
          </p:nvSpPr>
          <p:spPr>
            <a:xfrm>
              <a:off x="7048521" y="2216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8" name="pt31588"/>
            <p:cNvSpPr/>
            <p:nvPr/>
          </p:nvSpPr>
          <p:spPr>
            <a:xfrm>
              <a:off x="7213167" y="2153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9" name="pt31589"/>
            <p:cNvSpPr/>
            <p:nvPr/>
          </p:nvSpPr>
          <p:spPr>
            <a:xfrm>
              <a:off x="7156082" y="2352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0" name="pt31590"/>
            <p:cNvSpPr/>
            <p:nvPr/>
          </p:nvSpPr>
          <p:spPr>
            <a:xfrm>
              <a:off x="6982638" y="2190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1" name="pt31591"/>
            <p:cNvSpPr/>
            <p:nvPr/>
          </p:nvSpPr>
          <p:spPr>
            <a:xfrm>
              <a:off x="7088438" y="2270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2" name="pt31592"/>
            <p:cNvSpPr/>
            <p:nvPr/>
          </p:nvSpPr>
          <p:spPr>
            <a:xfrm>
              <a:off x="7067866" y="2172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3" name="pt31593"/>
            <p:cNvSpPr/>
            <p:nvPr/>
          </p:nvSpPr>
          <p:spPr>
            <a:xfrm>
              <a:off x="7167543" y="2192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4" name="pt31594"/>
            <p:cNvSpPr/>
            <p:nvPr/>
          </p:nvSpPr>
          <p:spPr>
            <a:xfrm>
              <a:off x="7297944" y="2155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5" name="pt31595"/>
            <p:cNvSpPr/>
            <p:nvPr/>
          </p:nvSpPr>
          <p:spPr>
            <a:xfrm>
              <a:off x="7061895" y="2191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6" name="pt31596"/>
            <p:cNvSpPr/>
            <p:nvPr/>
          </p:nvSpPr>
          <p:spPr>
            <a:xfrm>
              <a:off x="7085526" y="2299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7" name="pt31597"/>
            <p:cNvSpPr/>
            <p:nvPr/>
          </p:nvSpPr>
          <p:spPr>
            <a:xfrm>
              <a:off x="6841494" y="1592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8" name="pt31598"/>
            <p:cNvSpPr/>
            <p:nvPr/>
          </p:nvSpPr>
          <p:spPr>
            <a:xfrm>
              <a:off x="7007607" y="1675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9" name="pt31599"/>
            <p:cNvSpPr/>
            <p:nvPr/>
          </p:nvSpPr>
          <p:spPr>
            <a:xfrm>
              <a:off x="7152658" y="2128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0" name="pt31600"/>
            <p:cNvSpPr/>
            <p:nvPr/>
          </p:nvSpPr>
          <p:spPr>
            <a:xfrm>
              <a:off x="7127035" y="2065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1" name="pt31601"/>
            <p:cNvSpPr/>
            <p:nvPr/>
          </p:nvSpPr>
          <p:spPr>
            <a:xfrm>
              <a:off x="7147683" y="2057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2" name="pt31602"/>
            <p:cNvSpPr/>
            <p:nvPr/>
          </p:nvSpPr>
          <p:spPr>
            <a:xfrm>
              <a:off x="7232649" y="2001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3" name="pt31603"/>
            <p:cNvSpPr/>
            <p:nvPr/>
          </p:nvSpPr>
          <p:spPr>
            <a:xfrm>
              <a:off x="6821427" y="1806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4" name="pt31604"/>
            <p:cNvSpPr/>
            <p:nvPr/>
          </p:nvSpPr>
          <p:spPr>
            <a:xfrm>
              <a:off x="7185979" y="2027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5" name="pt31605"/>
            <p:cNvSpPr/>
            <p:nvPr/>
          </p:nvSpPr>
          <p:spPr>
            <a:xfrm>
              <a:off x="6973922" y="1958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6" name="pt31606"/>
            <p:cNvSpPr/>
            <p:nvPr/>
          </p:nvSpPr>
          <p:spPr>
            <a:xfrm>
              <a:off x="6996582" y="2303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7" name="pt31607"/>
            <p:cNvSpPr/>
            <p:nvPr/>
          </p:nvSpPr>
          <p:spPr>
            <a:xfrm>
              <a:off x="6867247" y="2280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8" name="pt31608"/>
            <p:cNvSpPr/>
            <p:nvPr/>
          </p:nvSpPr>
          <p:spPr>
            <a:xfrm>
              <a:off x="7029009" y="2140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9" name="pt31609"/>
            <p:cNvSpPr/>
            <p:nvPr/>
          </p:nvSpPr>
          <p:spPr>
            <a:xfrm>
              <a:off x="7171102" y="1987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0" name="pt31610"/>
            <p:cNvSpPr/>
            <p:nvPr/>
          </p:nvSpPr>
          <p:spPr>
            <a:xfrm>
              <a:off x="7097012" y="2339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1" name="pt31611"/>
            <p:cNvSpPr/>
            <p:nvPr/>
          </p:nvSpPr>
          <p:spPr>
            <a:xfrm>
              <a:off x="6849088" y="2215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2" name="pt31612"/>
            <p:cNvSpPr/>
            <p:nvPr/>
          </p:nvSpPr>
          <p:spPr>
            <a:xfrm>
              <a:off x="6919690" y="1879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3" name="pt31613"/>
            <p:cNvSpPr/>
            <p:nvPr/>
          </p:nvSpPr>
          <p:spPr>
            <a:xfrm>
              <a:off x="7077109" y="2082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4" name="pt31614"/>
            <p:cNvSpPr/>
            <p:nvPr/>
          </p:nvSpPr>
          <p:spPr>
            <a:xfrm>
              <a:off x="7224017" y="196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5" name="pt31615"/>
            <p:cNvSpPr/>
            <p:nvPr/>
          </p:nvSpPr>
          <p:spPr>
            <a:xfrm>
              <a:off x="7152525" y="2115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6" name="pt31616"/>
            <p:cNvSpPr/>
            <p:nvPr/>
          </p:nvSpPr>
          <p:spPr>
            <a:xfrm>
              <a:off x="7143552" y="1979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7" name="pt31617"/>
            <p:cNvSpPr/>
            <p:nvPr/>
          </p:nvSpPr>
          <p:spPr>
            <a:xfrm>
              <a:off x="6917666" y="1931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8" name="pt31618"/>
            <p:cNvSpPr/>
            <p:nvPr/>
          </p:nvSpPr>
          <p:spPr>
            <a:xfrm>
              <a:off x="7028726" y="2148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9" name="pt31619"/>
            <p:cNvSpPr/>
            <p:nvPr/>
          </p:nvSpPr>
          <p:spPr>
            <a:xfrm>
              <a:off x="6876505" y="2160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0" name="pt31620"/>
            <p:cNvSpPr/>
            <p:nvPr/>
          </p:nvSpPr>
          <p:spPr>
            <a:xfrm>
              <a:off x="7018171" y="2197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1" name="pt31621"/>
            <p:cNvSpPr/>
            <p:nvPr/>
          </p:nvSpPr>
          <p:spPr>
            <a:xfrm>
              <a:off x="7167398" y="2190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2" name="pt31622"/>
            <p:cNvSpPr/>
            <p:nvPr/>
          </p:nvSpPr>
          <p:spPr>
            <a:xfrm>
              <a:off x="7051379" y="2071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3" name="pt31623"/>
            <p:cNvSpPr/>
            <p:nvPr/>
          </p:nvSpPr>
          <p:spPr>
            <a:xfrm>
              <a:off x="7315538" y="2479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4" name="pt31624"/>
            <p:cNvSpPr/>
            <p:nvPr/>
          </p:nvSpPr>
          <p:spPr>
            <a:xfrm>
              <a:off x="7091437" y="2229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5" name="pt31625"/>
            <p:cNvSpPr/>
            <p:nvPr/>
          </p:nvSpPr>
          <p:spPr>
            <a:xfrm>
              <a:off x="7101879" y="2157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6" name="pt31626"/>
            <p:cNvSpPr/>
            <p:nvPr/>
          </p:nvSpPr>
          <p:spPr>
            <a:xfrm>
              <a:off x="7054227" y="2061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7" name="pt31627"/>
            <p:cNvSpPr/>
            <p:nvPr/>
          </p:nvSpPr>
          <p:spPr>
            <a:xfrm>
              <a:off x="7001766" y="202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8" name="pt31628"/>
            <p:cNvSpPr/>
            <p:nvPr/>
          </p:nvSpPr>
          <p:spPr>
            <a:xfrm>
              <a:off x="7063432" y="2084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9" name="pt31629"/>
            <p:cNvSpPr/>
            <p:nvPr/>
          </p:nvSpPr>
          <p:spPr>
            <a:xfrm>
              <a:off x="7212875" y="2152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0" name="pt31630"/>
            <p:cNvSpPr/>
            <p:nvPr/>
          </p:nvSpPr>
          <p:spPr>
            <a:xfrm>
              <a:off x="7038692" y="2220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1" name="pt31631"/>
            <p:cNvSpPr/>
            <p:nvPr/>
          </p:nvSpPr>
          <p:spPr>
            <a:xfrm>
              <a:off x="7069633" y="2113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2" name="pt31632"/>
            <p:cNvSpPr/>
            <p:nvPr/>
          </p:nvSpPr>
          <p:spPr>
            <a:xfrm>
              <a:off x="7131245" y="2144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3" name="pt31633"/>
            <p:cNvSpPr/>
            <p:nvPr/>
          </p:nvSpPr>
          <p:spPr>
            <a:xfrm>
              <a:off x="6876116" y="2157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4" name="pt31634"/>
            <p:cNvSpPr/>
            <p:nvPr/>
          </p:nvSpPr>
          <p:spPr>
            <a:xfrm>
              <a:off x="7191227" y="2160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5" name="pt31635"/>
            <p:cNvSpPr/>
            <p:nvPr/>
          </p:nvSpPr>
          <p:spPr>
            <a:xfrm>
              <a:off x="7331026" y="215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6" name="pt31636"/>
            <p:cNvSpPr/>
            <p:nvPr/>
          </p:nvSpPr>
          <p:spPr>
            <a:xfrm>
              <a:off x="6964538" y="1987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7" name="pt31637"/>
            <p:cNvSpPr/>
            <p:nvPr/>
          </p:nvSpPr>
          <p:spPr>
            <a:xfrm>
              <a:off x="7157433" y="2325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8" name="pt31638"/>
            <p:cNvSpPr/>
            <p:nvPr/>
          </p:nvSpPr>
          <p:spPr>
            <a:xfrm>
              <a:off x="7187006" y="1632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9" name="pt31639"/>
            <p:cNvSpPr/>
            <p:nvPr/>
          </p:nvSpPr>
          <p:spPr>
            <a:xfrm>
              <a:off x="7095852" y="2311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0" name="pt31640"/>
            <p:cNvSpPr/>
            <p:nvPr/>
          </p:nvSpPr>
          <p:spPr>
            <a:xfrm>
              <a:off x="7191498" y="2076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1" name="pt31641"/>
            <p:cNvSpPr/>
            <p:nvPr/>
          </p:nvSpPr>
          <p:spPr>
            <a:xfrm>
              <a:off x="7214249" y="200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2" name="pt31642"/>
            <p:cNvSpPr/>
            <p:nvPr/>
          </p:nvSpPr>
          <p:spPr>
            <a:xfrm>
              <a:off x="6930969" y="1778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3" name="pt31643"/>
            <p:cNvSpPr/>
            <p:nvPr/>
          </p:nvSpPr>
          <p:spPr>
            <a:xfrm>
              <a:off x="7012568" y="2025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4" name="pt31644"/>
            <p:cNvSpPr/>
            <p:nvPr/>
          </p:nvSpPr>
          <p:spPr>
            <a:xfrm>
              <a:off x="7277808" y="195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5" name="pt31645"/>
            <p:cNvSpPr/>
            <p:nvPr/>
          </p:nvSpPr>
          <p:spPr>
            <a:xfrm>
              <a:off x="7349031" y="2665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6" name="pt31646"/>
            <p:cNvSpPr/>
            <p:nvPr/>
          </p:nvSpPr>
          <p:spPr>
            <a:xfrm>
              <a:off x="7090115" y="2258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7" name="pt31647"/>
            <p:cNvSpPr/>
            <p:nvPr/>
          </p:nvSpPr>
          <p:spPr>
            <a:xfrm>
              <a:off x="7134368" y="2071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8" name="pt31648"/>
            <p:cNvSpPr/>
            <p:nvPr/>
          </p:nvSpPr>
          <p:spPr>
            <a:xfrm>
              <a:off x="6857557" y="2166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9" name="pt31649"/>
            <p:cNvSpPr/>
            <p:nvPr/>
          </p:nvSpPr>
          <p:spPr>
            <a:xfrm>
              <a:off x="6994420" y="2272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0" name="pt31650"/>
            <p:cNvSpPr/>
            <p:nvPr/>
          </p:nvSpPr>
          <p:spPr>
            <a:xfrm>
              <a:off x="7156476" y="2243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1" name="pt31651"/>
            <p:cNvSpPr/>
            <p:nvPr/>
          </p:nvSpPr>
          <p:spPr>
            <a:xfrm>
              <a:off x="7179508" y="2150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2" name="pt31652"/>
            <p:cNvSpPr/>
            <p:nvPr/>
          </p:nvSpPr>
          <p:spPr>
            <a:xfrm>
              <a:off x="7257290" y="2099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3" name="pt31653"/>
            <p:cNvSpPr/>
            <p:nvPr/>
          </p:nvSpPr>
          <p:spPr>
            <a:xfrm>
              <a:off x="7237365" y="1802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4" name="pt31654"/>
            <p:cNvSpPr/>
            <p:nvPr/>
          </p:nvSpPr>
          <p:spPr>
            <a:xfrm>
              <a:off x="7129468" y="2114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5" name="pt31655"/>
            <p:cNvSpPr/>
            <p:nvPr/>
          </p:nvSpPr>
          <p:spPr>
            <a:xfrm>
              <a:off x="7191152" y="2200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6" name="pt31656"/>
            <p:cNvSpPr/>
            <p:nvPr/>
          </p:nvSpPr>
          <p:spPr>
            <a:xfrm>
              <a:off x="7210611" y="1988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7" name="pt31657"/>
            <p:cNvSpPr/>
            <p:nvPr/>
          </p:nvSpPr>
          <p:spPr>
            <a:xfrm>
              <a:off x="7317764" y="2506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8" name="pt31658"/>
            <p:cNvSpPr/>
            <p:nvPr/>
          </p:nvSpPr>
          <p:spPr>
            <a:xfrm>
              <a:off x="6910250" y="2002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9" name="pt31659"/>
            <p:cNvSpPr/>
            <p:nvPr/>
          </p:nvSpPr>
          <p:spPr>
            <a:xfrm>
              <a:off x="7176001" y="2033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0" name="pt31660"/>
            <p:cNvSpPr/>
            <p:nvPr/>
          </p:nvSpPr>
          <p:spPr>
            <a:xfrm>
              <a:off x="6762734" y="2147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1" name="pt31661"/>
            <p:cNvSpPr/>
            <p:nvPr/>
          </p:nvSpPr>
          <p:spPr>
            <a:xfrm>
              <a:off x="7055270" y="2091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2" name="pt31662"/>
            <p:cNvSpPr/>
            <p:nvPr/>
          </p:nvSpPr>
          <p:spPr>
            <a:xfrm>
              <a:off x="6924099" y="1911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3" name="pt31663"/>
            <p:cNvSpPr/>
            <p:nvPr/>
          </p:nvSpPr>
          <p:spPr>
            <a:xfrm>
              <a:off x="7189701" y="2151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4" name="pt31664"/>
            <p:cNvSpPr/>
            <p:nvPr/>
          </p:nvSpPr>
          <p:spPr>
            <a:xfrm>
              <a:off x="7125255" y="2125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5" name="pt31665"/>
            <p:cNvSpPr/>
            <p:nvPr/>
          </p:nvSpPr>
          <p:spPr>
            <a:xfrm>
              <a:off x="6970481" y="1733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6" name="pt31666"/>
            <p:cNvSpPr/>
            <p:nvPr/>
          </p:nvSpPr>
          <p:spPr>
            <a:xfrm>
              <a:off x="6855805" y="2152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7" name="pt31667"/>
            <p:cNvSpPr/>
            <p:nvPr/>
          </p:nvSpPr>
          <p:spPr>
            <a:xfrm>
              <a:off x="7214026" y="2079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8" name="pt31668"/>
            <p:cNvSpPr/>
            <p:nvPr/>
          </p:nvSpPr>
          <p:spPr>
            <a:xfrm>
              <a:off x="6934618" y="1975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9" name="pt31669"/>
            <p:cNvSpPr/>
            <p:nvPr/>
          </p:nvSpPr>
          <p:spPr>
            <a:xfrm>
              <a:off x="6945803" y="2045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0" name="pt31670"/>
            <p:cNvSpPr/>
            <p:nvPr/>
          </p:nvSpPr>
          <p:spPr>
            <a:xfrm>
              <a:off x="7066206" y="2087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1" name="pt31671"/>
            <p:cNvSpPr/>
            <p:nvPr/>
          </p:nvSpPr>
          <p:spPr>
            <a:xfrm>
              <a:off x="6684381" y="1695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2" name="pt31672"/>
            <p:cNvSpPr/>
            <p:nvPr/>
          </p:nvSpPr>
          <p:spPr>
            <a:xfrm>
              <a:off x="6986817" y="2176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3" name="pt31673"/>
            <p:cNvSpPr/>
            <p:nvPr/>
          </p:nvSpPr>
          <p:spPr>
            <a:xfrm>
              <a:off x="6923848" y="2001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4" name="pt31674"/>
            <p:cNvSpPr/>
            <p:nvPr/>
          </p:nvSpPr>
          <p:spPr>
            <a:xfrm>
              <a:off x="7227656" y="2035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5" name="pt31675"/>
            <p:cNvSpPr/>
            <p:nvPr/>
          </p:nvSpPr>
          <p:spPr>
            <a:xfrm>
              <a:off x="7018833" y="2192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6" name="pt31676"/>
            <p:cNvSpPr/>
            <p:nvPr/>
          </p:nvSpPr>
          <p:spPr>
            <a:xfrm>
              <a:off x="7131938" y="2101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7" name="pt31677"/>
            <p:cNvSpPr/>
            <p:nvPr/>
          </p:nvSpPr>
          <p:spPr>
            <a:xfrm>
              <a:off x="6951215" y="1966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8" name="pt31678"/>
            <p:cNvSpPr/>
            <p:nvPr/>
          </p:nvSpPr>
          <p:spPr>
            <a:xfrm>
              <a:off x="7220334" y="2054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9" name="pt31679"/>
            <p:cNvSpPr/>
            <p:nvPr/>
          </p:nvSpPr>
          <p:spPr>
            <a:xfrm>
              <a:off x="7266965" y="1932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0" name="pt31680"/>
            <p:cNvSpPr/>
            <p:nvPr/>
          </p:nvSpPr>
          <p:spPr>
            <a:xfrm>
              <a:off x="7171250" y="1955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1" name="pt31681"/>
            <p:cNvSpPr/>
            <p:nvPr/>
          </p:nvSpPr>
          <p:spPr>
            <a:xfrm>
              <a:off x="7080035" y="2140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2" name="pt31682"/>
            <p:cNvSpPr/>
            <p:nvPr/>
          </p:nvSpPr>
          <p:spPr>
            <a:xfrm>
              <a:off x="7062458" y="2186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3" name="pt31683"/>
            <p:cNvSpPr/>
            <p:nvPr/>
          </p:nvSpPr>
          <p:spPr>
            <a:xfrm>
              <a:off x="7095502" y="2282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4" name="pt31684"/>
            <p:cNvSpPr/>
            <p:nvPr/>
          </p:nvSpPr>
          <p:spPr>
            <a:xfrm>
              <a:off x="7207686" y="2105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5" name="pt31685"/>
            <p:cNvSpPr/>
            <p:nvPr/>
          </p:nvSpPr>
          <p:spPr>
            <a:xfrm>
              <a:off x="7398018" y="2725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6" name="pt31686"/>
            <p:cNvSpPr/>
            <p:nvPr/>
          </p:nvSpPr>
          <p:spPr>
            <a:xfrm>
              <a:off x="7160835" y="2158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7" name="pt31687"/>
            <p:cNvSpPr/>
            <p:nvPr/>
          </p:nvSpPr>
          <p:spPr>
            <a:xfrm>
              <a:off x="6723120" y="2541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8" name="pt31688"/>
            <p:cNvSpPr/>
            <p:nvPr/>
          </p:nvSpPr>
          <p:spPr>
            <a:xfrm>
              <a:off x="7074390" y="2105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9" name="pt31689"/>
            <p:cNvSpPr/>
            <p:nvPr/>
          </p:nvSpPr>
          <p:spPr>
            <a:xfrm>
              <a:off x="6935368" y="2182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0" name="pt31690"/>
            <p:cNvSpPr/>
            <p:nvPr/>
          </p:nvSpPr>
          <p:spPr>
            <a:xfrm>
              <a:off x="7076211" y="2143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1" name="pt31691"/>
            <p:cNvSpPr/>
            <p:nvPr/>
          </p:nvSpPr>
          <p:spPr>
            <a:xfrm>
              <a:off x="7398796" y="2739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2" name="pt31692"/>
            <p:cNvSpPr/>
            <p:nvPr/>
          </p:nvSpPr>
          <p:spPr>
            <a:xfrm>
              <a:off x="7007220" y="1630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3" name="pt31693"/>
            <p:cNvSpPr/>
            <p:nvPr/>
          </p:nvSpPr>
          <p:spPr>
            <a:xfrm>
              <a:off x="7016937" y="224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4" name="pt31694"/>
            <p:cNvSpPr/>
            <p:nvPr/>
          </p:nvSpPr>
          <p:spPr>
            <a:xfrm>
              <a:off x="6993403" y="2169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5" name="pt31695"/>
            <p:cNvSpPr/>
            <p:nvPr/>
          </p:nvSpPr>
          <p:spPr>
            <a:xfrm>
              <a:off x="7087542" y="2132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6" name="pt31696"/>
            <p:cNvSpPr/>
            <p:nvPr/>
          </p:nvSpPr>
          <p:spPr>
            <a:xfrm>
              <a:off x="7325409" y="2068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7" name="pt31697"/>
            <p:cNvSpPr/>
            <p:nvPr/>
          </p:nvSpPr>
          <p:spPr>
            <a:xfrm>
              <a:off x="7008609" y="211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8" name="pt31698"/>
            <p:cNvSpPr/>
            <p:nvPr/>
          </p:nvSpPr>
          <p:spPr>
            <a:xfrm>
              <a:off x="7252448" y="1964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9" name="pt31699"/>
            <p:cNvSpPr/>
            <p:nvPr/>
          </p:nvSpPr>
          <p:spPr>
            <a:xfrm>
              <a:off x="7109716" y="2142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0" name="pt31700"/>
            <p:cNvSpPr/>
            <p:nvPr/>
          </p:nvSpPr>
          <p:spPr>
            <a:xfrm>
              <a:off x="7058159" y="203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1" name="pt31701"/>
            <p:cNvSpPr/>
            <p:nvPr/>
          </p:nvSpPr>
          <p:spPr>
            <a:xfrm>
              <a:off x="6723867" y="2646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2" name="pt31702"/>
            <p:cNvSpPr/>
            <p:nvPr/>
          </p:nvSpPr>
          <p:spPr>
            <a:xfrm>
              <a:off x="7349162" y="2598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3" name="pt31703"/>
            <p:cNvSpPr/>
            <p:nvPr/>
          </p:nvSpPr>
          <p:spPr>
            <a:xfrm>
              <a:off x="6979635" y="2142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4" name="pt31704"/>
            <p:cNvSpPr/>
            <p:nvPr/>
          </p:nvSpPr>
          <p:spPr>
            <a:xfrm>
              <a:off x="6999012" y="2119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5" name="pt31705"/>
            <p:cNvSpPr/>
            <p:nvPr/>
          </p:nvSpPr>
          <p:spPr>
            <a:xfrm>
              <a:off x="7202599" y="2116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6" name="pt31706"/>
            <p:cNvSpPr/>
            <p:nvPr/>
          </p:nvSpPr>
          <p:spPr>
            <a:xfrm>
              <a:off x="6852452" y="2166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7" name="pt31707"/>
            <p:cNvSpPr/>
            <p:nvPr/>
          </p:nvSpPr>
          <p:spPr>
            <a:xfrm>
              <a:off x="7034737" y="2249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8" name="pt31708"/>
            <p:cNvSpPr/>
            <p:nvPr/>
          </p:nvSpPr>
          <p:spPr>
            <a:xfrm>
              <a:off x="7083547" y="2163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9" name="pt31709"/>
            <p:cNvSpPr/>
            <p:nvPr/>
          </p:nvSpPr>
          <p:spPr>
            <a:xfrm>
              <a:off x="7257332" y="2114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0" name="pt31710"/>
            <p:cNvSpPr/>
            <p:nvPr/>
          </p:nvSpPr>
          <p:spPr>
            <a:xfrm>
              <a:off x="6946440" y="209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1" name="pt31711"/>
            <p:cNvSpPr/>
            <p:nvPr/>
          </p:nvSpPr>
          <p:spPr>
            <a:xfrm>
              <a:off x="7294134" y="2002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2" name="pt31712"/>
            <p:cNvSpPr/>
            <p:nvPr/>
          </p:nvSpPr>
          <p:spPr>
            <a:xfrm>
              <a:off x="7042326" y="2213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3" name="pt31713"/>
            <p:cNvSpPr/>
            <p:nvPr/>
          </p:nvSpPr>
          <p:spPr>
            <a:xfrm>
              <a:off x="7173931" y="2177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4" name="pt31714"/>
            <p:cNvSpPr/>
            <p:nvPr/>
          </p:nvSpPr>
          <p:spPr>
            <a:xfrm>
              <a:off x="7033332" y="2212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5" name="pt31715"/>
            <p:cNvSpPr/>
            <p:nvPr/>
          </p:nvSpPr>
          <p:spPr>
            <a:xfrm>
              <a:off x="7062685" y="2077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6" name="pt31716"/>
            <p:cNvSpPr/>
            <p:nvPr/>
          </p:nvSpPr>
          <p:spPr>
            <a:xfrm>
              <a:off x="7305795" y="2107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7" name="pt31717"/>
            <p:cNvSpPr/>
            <p:nvPr/>
          </p:nvSpPr>
          <p:spPr>
            <a:xfrm>
              <a:off x="6961389" y="2051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8" name="pt31718"/>
            <p:cNvSpPr/>
            <p:nvPr/>
          </p:nvSpPr>
          <p:spPr>
            <a:xfrm>
              <a:off x="7109920" y="2087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9" name="pt31719"/>
            <p:cNvSpPr/>
            <p:nvPr/>
          </p:nvSpPr>
          <p:spPr>
            <a:xfrm>
              <a:off x="7091700" y="2284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0" name="pt31720"/>
            <p:cNvSpPr/>
            <p:nvPr/>
          </p:nvSpPr>
          <p:spPr>
            <a:xfrm>
              <a:off x="7063204" y="2135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1" name="pt31721"/>
            <p:cNvSpPr/>
            <p:nvPr/>
          </p:nvSpPr>
          <p:spPr>
            <a:xfrm>
              <a:off x="7033311" y="2190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2" name="pt31722"/>
            <p:cNvSpPr/>
            <p:nvPr/>
          </p:nvSpPr>
          <p:spPr>
            <a:xfrm>
              <a:off x="6950129" y="1976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3" name="pt31723"/>
            <p:cNvSpPr/>
            <p:nvPr/>
          </p:nvSpPr>
          <p:spPr>
            <a:xfrm>
              <a:off x="6959368" y="2044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4" name="pt31724"/>
            <p:cNvSpPr/>
            <p:nvPr/>
          </p:nvSpPr>
          <p:spPr>
            <a:xfrm>
              <a:off x="7209044" y="2111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5" name="pt31725"/>
            <p:cNvSpPr/>
            <p:nvPr/>
          </p:nvSpPr>
          <p:spPr>
            <a:xfrm>
              <a:off x="7197567" y="2066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6" name="pt31726"/>
            <p:cNvSpPr/>
            <p:nvPr/>
          </p:nvSpPr>
          <p:spPr>
            <a:xfrm>
              <a:off x="7291830" y="1977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7" name="pt31727"/>
            <p:cNvSpPr/>
            <p:nvPr/>
          </p:nvSpPr>
          <p:spPr>
            <a:xfrm>
              <a:off x="7121477" y="2117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8" name="pt31728"/>
            <p:cNvSpPr/>
            <p:nvPr/>
          </p:nvSpPr>
          <p:spPr>
            <a:xfrm>
              <a:off x="6920982" y="2023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9" name="pt31729"/>
            <p:cNvSpPr/>
            <p:nvPr/>
          </p:nvSpPr>
          <p:spPr>
            <a:xfrm>
              <a:off x="7077776" y="2106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0" name="pt31730"/>
            <p:cNvSpPr/>
            <p:nvPr/>
          </p:nvSpPr>
          <p:spPr>
            <a:xfrm>
              <a:off x="7240838" y="1911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1" name="pt31731"/>
            <p:cNvSpPr/>
            <p:nvPr/>
          </p:nvSpPr>
          <p:spPr>
            <a:xfrm>
              <a:off x="7212472" y="2070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2" name="pt31732"/>
            <p:cNvSpPr/>
            <p:nvPr/>
          </p:nvSpPr>
          <p:spPr>
            <a:xfrm>
              <a:off x="6951745" y="2038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3" name="pt31733"/>
            <p:cNvSpPr/>
            <p:nvPr/>
          </p:nvSpPr>
          <p:spPr>
            <a:xfrm>
              <a:off x="6985722" y="2246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4" name="pt31734"/>
            <p:cNvSpPr/>
            <p:nvPr/>
          </p:nvSpPr>
          <p:spPr>
            <a:xfrm>
              <a:off x="7111512" y="2084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5" name="pt31735"/>
            <p:cNvSpPr/>
            <p:nvPr/>
          </p:nvSpPr>
          <p:spPr>
            <a:xfrm>
              <a:off x="7192819" y="2247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6" name="pt31736"/>
            <p:cNvSpPr/>
            <p:nvPr/>
          </p:nvSpPr>
          <p:spPr>
            <a:xfrm>
              <a:off x="7158155" y="2177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7" name="pt31737"/>
            <p:cNvSpPr/>
            <p:nvPr/>
          </p:nvSpPr>
          <p:spPr>
            <a:xfrm>
              <a:off x="7038341" y="2209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8" name="pt31738"/>
            <p:cNvSpPr/>
            <p:nvPr/>
          </p:nvSpPr>
          <p:spPr>
            <a:xfrm>
              <a:off x="7102983" y="2194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9" name="pt31739"/>
            <p:cNvSpPr/>
            <p:nvPr/>
          </p:nvSpPr>
          <p:spPr>
            <a:xfrm>
              <a:off x="7099338" y="2377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0" name="pt31740"/>
            <p:cNvSpPr/>
            <p:nvPr/>
          </p:nvSpPr>
          <p:spPr>
            <a:xfrm>
              <a:off x="7323752" y="2271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1" name="pt31741"/>
            <p:cNvSpPr/>
            <p:nvPr/>
          </p:nvSpPr>
          <p:spPr>
            <a:xfrm>
              <a:off x="7206304" y="2166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2" name="pt31742"/>
            <p:cNvSpPr/>
            <p:nvPr/>
          </p:nvSpPr>
          <p:spPr>
            <a:xfrm>
              <a:off x="7244159" y="2032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3" name="pt31743"/>
            <p:cNvSpPr/>
            <p:nvPr/>
          </p:nvSpPr>
          <p:spPr>
            <a:xfrm>
              <a:off x="7046203" y="2060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4" name="pt31744"/>
            <p:cNvSpPr/>
            <p:nvPr/>
          </p:nvSpPr>
          <p:spPr>
            <a:xfrm>
              <a:off x="7049535" y="2208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5" name="pt31745"/>
            <p:cNvSpPr/>
            <p:nvPr/>
          </p:nvSpPr>
          <p:spPr>
            <a:xfrm>
              <a:off x="7057056" y="2117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6" name="pt31746"/>
            <p:cNvSpPr/>
            <p:nvPr/>
          </p:nvSpPr>
          <p:spPr>
            <a:xfrm>
              <a:off x="6761834" y="1997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7" name="pt31747"/>
            <p:cNvSpPr/>
            <p:nvPr/>
          </p:nvSpPr>
          <p:spPr>
            <a:xfrm>
              <a:off x="6397429" y="161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8" name="pt31748"/>
            <p:cNvSpPr/>
            <p:nvPr/>
          </p:nvSpPr>
          <p:spPr>
            <a:xfrm>
              <a:off x="7198658" y="2101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9" name="pt31749"/>
            <p:cNvSpPr/>
            <p:nvPr/>
          </p:nvSpPr>
          <p:spPr>
            <a:xfrm>
              <a:off x="7485290" y="2246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0" name="pt31750"/>
            <p:cNvSpPr/>
            <p:nvPr/>
          </p:nvSpPr>
          <p:spPr>
            <a:xfrm>
              <a:off x="7271265" y="2195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1" name="pt31751"/>
            <p:cNvSpPr/>
            <p:nvPr/>
          </p:nvSpPr>
          <p:spPr>
            <a:xfrm>
              <a:off x="7113198" y="1823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2" name="pt31752"/>
            <p:cNvSpPr/>
            <p:nvPr/>
          </p:nvSpPr>
          <p:spPr>
            <a:xfrm>
              <a:off x="7058550" y="2082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3" name="pt31753"/>
            <p:cNvSpPr/>
            <p:nvPr/>
          </p:nvSpPr>
          <p:spPr>
            <a:xfrm>
              <a:off x="7175440" y="1982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4" name="pt31754"/>
            <p:cNvSpPr/>
            <p:nvPr/>
          </p:nvSpPr>
          <p:spPr>
            <a:xfrm>
              <a:off x="7043072" y="2190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5" name="pt31755"/>
            <p:cNvSpPr/>
            <p:nvPr/>
          </p:nvSpPr>
          <p:spPr>
            <a:xfrm>
              <a:off x="7221169" y="1920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6" name="pt31756"/>
            <p:cNvSpPr/>
            <p:nvPr/>
          </p:nvSpPr>
          <p:spPr>
            <a:xfrm>
              <a:off x="7175782" y="1998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7" name="pt31757"/>
            <p:cNvSpPr/>
            <p:nvPr/>
          </p:nvSpPr>
          <p:spPr>
            <a:xfrm>
              <a:off x="6946942" y="2102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8" name="pt31758"/>
            <p:cNvSpPr/>
            <p:nvPr/>
          </p:nvSpPr>
          <p:spPr>
            <a:xfrm>
              <a:off x="7027759" y="2091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9" name="pt31759"/>
            <p:cNvSpPr/>
            <p:nvPr/>
          </p:nvSpPr>
          <p:spPr>
            <a:xfrm>
              <a:off x="6908291" y="1910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0" name="pt31760"/>
            <p:cNvSpPr/>
            <p:nvPr/>
          </p:nvSpPr>
          <p:spPr>
            <a:xfrm>
              <a:off x="7248697" y="1985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1" name="pt31761"/>
            <p:cNvSpPr/>
            <p:nvPr/>
          </p:nvSpPr>
          <p:spPr>
            <a:xfrm>
              <a:off x="7041411" y="2224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2" name="pt31762"/>
            <p:cNvSpPr/>
            <p:nvPr/>
          </p:nvSpPr>
          <p:spPr>
            <a:xfrm>
              <a:off x="6971379" y="1786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3" name="pt31763"/>
            <p:cNvSpPr/>
            <p:nvPr/>
          </p:nvSpPr>
          <p:spPr>
            <a:xfrm>
              <a:off x="7102122" y="2184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4" name="pt31764"/>
            <p:cNvSpPr/>
            <p:nvPr/>
          </p:nvSpPr>
          <p:spPr>
            <a:xfrm>
              <a:off x="7252809" y="2026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5" name="pt31765"/>
            <p:cNvSpPr/>
            <p:nvPr/>
          </p:nvSpPr>
          <p:spPr>
            <a:xfrm>
              <a:off x="7033923" y="2180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6" name="pt31766"/>
            <p:cNvSpPr/>
            <p:nvPr/>
          </p:nvSpPr>
          <p:spPr>
            <a:xfrm>
              <a:off x="7033495" y="216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7" name="pt31767"/>
            <p:cNvSpPr/>
            <p:nvPr/>
          </p:nvSpPr>
          <p:spPr>
            <a:xfrm>
              <a:off x="7112990" y="2072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8" name="pt31768"/>
            <p:cNvSpPr/>
            <p:nvPr/>
          </p:nvSpPr>
          <p:spPr>
            <a:xfrm>
              <a:off x="7272255" y="2194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9" name="pt31769"/>
            <p:cNvSpPr/>
            <p:nvPr/>
          </p:nvSpPr>
          <p:spPr>
            <a:xfrm>
              <a:off x="7155208" y="2260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0" name="pt31770"/>
            <p:cNvSpPr/>
            <p:nvPr/>
          </p:nvSpPr>
          <p:spPr>
            <a:xfrm>
              <a:off x="6952342" y="1811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1" name="pt31771"/>
            <p:cNvSpPr/>
            <p:nvPr/>
          </p:nvSpPr>
          <p:spPr>
            <a:xfrm>
              <a:off x="6841156" y="1964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2" name="pt31772"/>
            <p:cNvSpPr/>
            <p:nvPr/>
          </p:nvSpPr>
          <p:spPr>
            <a:xfrm>
              <a:off x="6866967" y="224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3" name="pt31773"/>
            <p:cNvSpPr/>
            <p:nvPr/>
          </p:nvSpPr>
          <p:spPr>
            <a:xfrm>
              <a:off x="7021076" y="2122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4" name="pt31774"/>
            <p:cNvSpPr/>
            <p:nvPr/>
          </p:nvSpPr>
          <p:spPr>
            <a:xfrm>
              <a:off x="7213826" y="2005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5" name="pt31775"/>
            <p:cNvSpPr/>
            <p:nvPr/>
          </p:nvSpPr>
          <p:spPr>
            <a:xfrm>
              <a:off x="7044836" y="2172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6" name="pt31776"/>
            <p:cNvSpPr/>
            <p:nvPr/>
          </p:nvSpPr>
          <p:spPr>
            <a:xfrm>
              <a:off x="7090280" y="2224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7" name="pt31777"/>
            <p:cNvSpPr/>
            <p:nvPr/>
          </p:nvSpPr>
          <p:spPr>
            <a:xfrm>
              <a:off x="7151161" y="2170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8" name="pt31778"/>
            <p:cNvSpPr/>
            <p:nvPr/>
          </p:nvSpPr>
          <p:spPr>
            <a:xfrm>
              <a:off x="7130859" y="2150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9" name="pt31779"/>
            <p:cNvSpPr/>
            <p:nvPr/>
          </p:nvSpPr>
          <p:spPr>
            <a:xfrm>
              <a:off x="7010172" y="2093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0" name="pt31780"/>
            <p:cNvSpPr/>
            <p:nvPr/>
          </p:nvSpPr>
          <p:spPr>
            <a:xfrm>
              <a:off x="6981509" y="2142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1" name="pt31781"/>
            <p:cNvSpPr/>
            <p:nvPr/>
          </p:nvSpPr>
          <p:spPr>
            <a:xfrm>
              <a:off x="7173253" y="2241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2" name="pt31782"/>
            <p:cNvSpPr/>
            <p:nvPr/>
          </p:nvSpPr>
          <p:spPr>
            <a:xfrm>
              <a:off x="7212545" y="2026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3" name="pt31783"/>
            <p:cNvSpPr/>
            <p:nvPr/>
          </p:nvSpPr>
          <p:spPr>
            <a:xfrm>
              <a:off x="7016332" y="2209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4" name="pt31784"/>
            <p:cNvSpPr/>
            <p:nvPr/>
          </p:nvSpPr>
          <p:spPr>
            <a:xfrm>
              <a:off x="6891258" y="2113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5" name="pt31785"/>
            <p:cNvSpPr/>
            <p:nvPr/>
          </p:nvSpPr>
          <p:spPr>
            <a:xfrm>
              <a:off x="7028395" y="2209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6" name="pt31786"/>
            <p:cNvSpPr/>
            <p:nvPr/>
          </p:nvSpPr>
          <p:spPr>
            <a:xfrm>
              <a:off x="6936074" y="2102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7" name="pt31787"/>
            <p:cNvSpPr/>
            <p:nvPr/>
          </p:nvSpPr>
          <p:spPr>
            <a:xfrm>
              <a:off x="7086157" y="2162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8" name="pt31788"/>
            <p:cNvSpPr/>
            <p:nvPr/>
          </p:nvSpPr>
          <p:spPr>
            <a:xfrm>
              <a:off x="7063384" y="2113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9" name="pt31789"/>
            <p:cNvSpPr/>
            <p:nvPr/>
          </p:nvSpPr>
          <p:spPr>
            <a:xfrm>
              <a:off x="7237949" y="1884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0" name="pt31790"/>
            <p:cNvSpPr/>
            <p:nvPr/>
          </p:nvSpPr>
          <p:spPr>
            <a:xfrm>
              <a:off x="7306764" y="2282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1" name="pt31791"/>
            <p:cNvSpPr/>
            <p:nvPr/>
          </p:nvSpPr>
          <p:spPr>
            <a:xfrm>
              <a:off x="7141339" y="2082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2" name="pt31792"/>
            <p:cNvSpPr/>
            <p:nvPr/>
          </p:nvSpPr>
          <p:spPr>
            <a:xfrm>
              <a:off x="7050380" y="2177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3" name="pt31793"/>
            <p:cNvSpPr/>
            <p:nvPr/>
          </p:nvSpPr>
          <p:spPr>
            <a:xfrm>
              <a:off x="6964341" y="2115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4" name="pt31794"/>
            <p:cNvSpPr/>
            <p:nvPr/>
          </p:nvSpPr>
          <p:spPr>
            <a:xfrm>
              <a:off x="6951876" y="1938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5" name="pt31795"/>
            <p:cNvSpPr/>
            <p:nvPr/>
          </p:nvSpPr>
          <p:spPr>
            <a:xfrm>
              <a:off x="7063938" y="203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6" name="pt31796"/>
            <p:cNvSpPr/>
            <p:nvPr/>
          </p:nvSpPr>
          <p:spPr>
            <a:xfrm>
              <a:off x="7383893" y="2423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7" name="pt31797"/>
            <p:cNvSpPr/>
            <p:nvPr/>
          </p:nvSpPr>
          <p:spPr>
            <a:xfrm>
              <a:off x="7436252" y="2558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8" name="pt31798"/>
            <p:cNvSpPr/>
            <p:nvPr/>
          </p:nvSpPr>
          <p:spPr>
            <a:xfrm>
              <a:off x="6977779" y="2166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9" name="pt31799"/>
            <p:cNvSpPr/>
            <p:nvPr/>
          </p:nvSpPr>
          <p:spPr>
            <a:xfrm>
              <a:off x="6973744" y="1984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0" name="pt31800"/>
            <p:cNvSpPr/>
            <p:nvPr/>
          </p:nvSpPr>
          <p:spPr>
            <a:xfrm>
              <a:off x="7017262" y="2169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1" name="pt31801"/>
            <p:cNvSpPr/>
            <p:nvPr/>
          </p:nvSpPr>
          <p:spPr>
            <a:xfrm>
              <a:off x="6920242" y="2006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2" name="pt31802"/>
            <p:cNvSpPr/>
            <p:nvPr/>
          </p:nvSpPr>
          <p:spPr>
            <a:xfrm>
              <a:off x="7044976" y="2147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3" name="pt31803"/>
            <p:cNvSpPr/>
            <p:nvPr/>
          </p:nvSpPr>
          <p:spPr>
            <a:xfrm>
              <a:off x="7241396" y="196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4" name="pt31804"/>
            <p:cNvSpPr/>
            <p:nvPr/>
          </p:nvSpPr>
          <p:spPr>
            <a:xfrm>
              <a:off x="7481424" y="2324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5" name="pt31805"/>
            <p:cNvSpPr/>
            <p:nvPr/>
          </p:nvSpPr>
          <p:spPr>
            <a:xfrm>
              <a:off x="6953933" y="1772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6" name="pt31806"/>
            <p:cNvSpPr/>
            <p:nvPr/>
          </p:nvSpPr>
          <p:spPr>
            <a:xfrm>
              <a:off x="6982024" y="2115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7" name="pt31807"/>
            <p:cNvSpPr/>
            <p:nvPr/>
          </p:nvSpPr>
          <p:spPr>
            <a:xfrm>
              <a:off x="7200453" y="2109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8" name="pt31808"/>
            <p:cNvSpPr/>
            <p:nvPr/>
          </p:nvSpPr>
          <p:spPr>
            <a:xfrm>
              <a:off x="7107047" y="2029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9" name="pt31809"/>
            <p:cNvSpPr/>
            <p:nvPr/>
          </p:nvSpPr>
          <p:spPr>
            <a:xfrm>
              <a:off x="7125928" y="2120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0" name="pt31810"/>
            <p:cNvSpPr/>
            <p:nvPr/>
          </p:nvSpPr>
          <p:spPr>
            <a:xfrm>
              <a:off x="7112735" y="1964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1" name="pt31811"/>
            <p:cNvSpPr/>
            <p:nvPr/>
          </p:nvSpPr>
          <p:spPr>
            <a:xfrm>
              <a:off x="7056136" y="2115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2" name="pt31812"/>
            <p:cNvSpPr/>
            <p:nvPr/>
          </p:nvSpPr>
          <p:spPr>
            <a:xfrm>
              <a:off x="6986977" y="2227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3" name="pt31813"/>
            <p:cNvSpPr/>
            <p:nvPr/>
          </p:nvSpPr>
          <p:spPr>
            <a:xfrm>
              <a:off x="7144264" y="1996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4" name="pt31814"/>
            <p:cNvSpPr/>
            <p:nvPr/>
          </p:nvSpPr>
          <p:spPr>
            <a:xfrm>
              <a:off x="7439845" y="2146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5" name="pt31815"/>
            <p:cNvSpPr/>
            <p:nvPr/>
          </p:nvSpPr>
          <p:spPr>
            <a:xfrm>
              <a:off x="6850269" y="2103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6" name="pt31816"/>
            <p:cNvSpPr/>
            <p:nvPr/>
          </p:nvSpPr>
          <p:spPr>
            <a:xfrm>
              <a:off x="6953362" y="1812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7" name="pt31817"/>
            <p:cNvSpPr/>
            <p:nvPr/>
          </p:nvSpPr>
          <p:spPr>
            <a:xfrm>
              <a:off x="7154371" y="2240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8" name="pt31818"/>
            <p:cNvSpPr/>
            <p:nvPr/>
          </p:nvSpPr>
          <p:spPr>
            <a:xfrm>
              <a:off x="6828609" y="1720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9" name="pt31819"/>
            <p:cNvSpPr/>
            <p:nvPr/>
          </p:nvSpPr>
          <p:spPr>
            <a:xfrm>
              <a:off x="7171350" y="2254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0" name="pt31820"/>
            <p:cNvSpPr/>
            <p:nvPr/>
          </p:nvSpPr>
          <p:spPr>
            <a:xfrm>
              <a:off x="7201083" y="2154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1" name="pt31821"/>
            <p:cNvSpPr/>
            <p:nvPr/>
          </p:nvSpPr>
          <p:spPr>
            <a:xfrm>
              <a:off x="7197320" y="2081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2" name="pt31822"/>
            <p:cNvSpPr/>
            <p:nvPr/>
          </p:nvSpPr>
          <p:spPr>
            <a:xfrm>
              <a:off x="7126417" y="2103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3" name="pt31823"/>
            <p:cNvSpPr/>
            <p:nvPr/>
          </p:nvSpPr>
          <p:spPr>
            <a:xfrm>
              <a:off x="7219367" y="1987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4" name="pt31824"/>
            <p:cNvSpPr/>
            <p:nvPr/>
          </p:nvSpPr>
          <p:spPr>
            <a:xfrm>
              <a:off x="7019563" y="2057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5" name="pt31825"/>
            <p:cNvSpPr/>
            <p:nvPr/>
          </p:nvSpPr>
          <p:spPr>
            <a:xfrm>
              <a:off x="7257733" y="1992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6" name="pt31826"/>
            <p:cNvSpPr/>
            <p:nvPr/>
          </p:nvSpPr>
          <p:spPr>
            <a:xfrm>
              <a:off x="6986299" y="2182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7" name="pt31827"/>
            <p:cNvSpPr/>
            <p:nvPr/>
          </p:nvSpPr>
          <p:spPr>
            <a:xfrm>
              <a:off x="7025536" y="1950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8" name="pt31828"/>
            <p:cNvSpPr/>
            <p:nvPr/>
          </p:nvSpPr>
          <p:spPr>
            <a:xfrm>
              <a:off x="7230641" y="1974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9" name="pt31829"/>
            <p:cNvSpPr/>
            <p:nvPr/>
          </p:nvSpPr>
          <p:spPr>
            <a:xfrm>
              <a:off x="7400485" y="2520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0" name="pt31830"/>
            <p:cNvSpPr/>
            <p:nvPr/>
          </p:nvSpPr>
          <p:spPr>
            <a:xfrm>
              <a:off x="6907362" y="1984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1" name="pt31831"/>
            <p:cNvSpPr/>
            <p:nvPr/>
          </p:nvSpPr>
          <p:spPr>
            <a:xfrm>
              <a:off x="7321198" y="2718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2" name="pt31832"/>
            <p:cNvSpPr/>
            <p:nvPr/>
          </p:nvSpPr>
          <p:spPr>
            <a:xfrm>
              <a:off x="7191911" y="2175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3" name="pt31833"/>
            <p:cNvSpPr/>
            <p:nvPr/>
          </p:nvSpPr>
          <p:spPr>
            <a:xfrm>
              <a:off x="6866518" y="2160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4" name="pt31834"/>
            <p:cNvSpPr/>
            <p:nvPr/>
          </p:nvSpPr>
          <p:spPr>
            <a:xfrm>
              <a:off x="7081918" y="2154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5" name="pt31835"/>
            <p:cNvSpPr/>
            <p:nvPr/>
          </p:nvSpPr>
          <p:spPr>
            <a:xfrm>
              <a:off x="7251930" y="1986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6" name="pt31836"/>
            <p:cNvSpPr/>
            <p:nvPr/>
          </p:nvSpPr>
          <p:spPr>
            <a:xfrm>
              <a:off x="7402270" y="2836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7" name="pt31837"/>
            <p:cNvSpPr/>
            <p:nvPr/>
          </p:nvSpPr>
          <p:spPr>
            <a:xfrm>
              <a:off x="7024569" y="2011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8" name="pt31838"/>
            <p:cNvSpPr/>
            <p:nvPr/>
          </p:nvSpPr>
          <p:spPr>
            <a:xfrm>
              <a:off x="7220539" y="2064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9" name="pt31839"/>
            <p:cNvSpPr/>
            <p:nvPr/>
          </p:nvSpPr>
          <p:spPr>
            <a:xfrm>
              <a:off x="7155769" y="2308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0" name="pt31840"/>
            <p:cNvSpPr/>
            <p:nvPr/>
          </p:nvSpPr>
          <p:spPr>
            <a:xfrm>
              <a:off x="6857155" y="2187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1" name="pt31841"/>
            <p:cNvSpPr/>
            <p:nvPr/>
          </p:nvSpPr>
          <p:spPr>
            <a:xfrm>
              <a:off x="7051099" y="2091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2" name="pt31842"/>
            <p:cNvSpPr/>
            <p:nvPr/>
          </p:nvSpPr>
          <p:spPr>
            <a:xfrm>
              <a:off x="6886004" y="2180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3" name="pt31843"/>
            <p:cNvSpPr/>
            <p:nvPr/>
          </p:nvSpPr>
          <p:spPr>
            <a:xfrm>
              <a:off x="7065274" y="2129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4" name="pt31844"/>
            <p:cNvSpPr/>
            <p:nvPr/>
          </p:nvSpPr>
          <p:spPr>
            <a:xfrm>
              <a:off x="7426063" y="2661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5" name="pt31845"/>
            <p:cNvSpPr/>
            <p:nvPr/>
          </p:nvSpPr>
          <p:spPr>
            <a:xfrm>
              <a:off x="7049126" y="2174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6" name="pt31846"/>
            <p:cNvSpPr/>
            <p:nvPr/>
          </p:nvSpPr>
          <p:spPr>
            <a:xfrm>
              <a:off x="6903865" y="1973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7" name="pt31847"/>
            <p:cNvSpPr/>
            <p:nvPr/>
          </p:nvSpPr>
          <p:spPr>
            <a:xfrm>
              <a:off x="7066425" y="2075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8" name="pt31848"/>
            <p:cNvSpPr/>
            <p:nvPr/>
          </p:nvSpPr>
          <p:spPr>
            <a:xfrm>
              <a:off x="7176158" y="1975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9" name="pt31849"/>
            <p:cNvSpPr/>
            <p:nvPr/>
          </p:nvSpPr>
          <p:spPr>
            <a:xfrm>
              <a:off x="7082615" y="2217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0" name="pt31850"/>
            <p:cNvSpPr/>
            <p:nvPr/>
          </p:nvSpPr>
          <p:spPr>
            <a:xfrm>
              <a:off x="7417002" y="2593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1" name="pt31851"/>
            <p:cNvSpPr/>
            <p:nvPr/>
          </p:nvSpPr>
          <p:spPr>
            <a:xfrm>
              <a:off x="7234203" y="1911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2" name="pt31852"/>
            <p:cNvSpPr/>
            <p:nvPr/>
          </p:nvSpPr>
          <p:spPr>
            <a:xfrm>
              <a:off x="7211480" y="204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3" name="pt31853"/>
            <p:cNvSpPr/>
            <p:nvPr/>
          </p:nvSpPr>
          <p:spPr>
            <a:xfrm>
              <a:off x="6982516" y="2280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4" name="pt31854"/>
            <p:cNvSpPr/>
            <p:nvPr/>
          </p:nvSpPr>
          <p:spPr>
            <a:xfrm>
              <a:off x="7120363" y="2036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5" name="pt31855"/>
            <p:cNvSpPr/>
            <p:nvPr/>
          </p:nvSpPr>
          <p:spPr>
            <a:xfrm>
              <a:off x="7084069" y="2186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6" name="pt31856"/>
            <p:cNvSpPr/>
            <p:nvPr/>
          </p:nvSpPr>
          <p:spPr>
            <a:xfrm>
              <a:off x="7039945" y="2112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7" name="pt31857"/>
            <p:cNvSpPr/>
            <p:nvPr/>
          </p:nvSpPr>
          <p:spPr>
            <a:xfrm>
              <a:off x="7053708" y="2152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8" name="pt31858"/>
            <p:cNvSpPr/>
            <p:nvPr/>
          </p:nvSpPr>
          <p:spPr>
            <a:xfrm>
              <a:off x="7105198" y="2111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9" name="pt31859"/>
            <p:cNvSpPr/>
            <p:nvPr/>
          </p:nvSpPr>
          <p:spPr>
            <a:xfrm>
              <a:off x="7195233" y="1999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0" name="pt31860"/>
            <p:cNvSpPr/>
            <p:nvPr/>
          </p:nvSpPr>
          <p:spPr>
            <a:xfrm>
              <a:off x="7320161" y="2496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1" name="pt31861"/>
            <p:cNvSpPr/>
            <p:nvPr/>
          </p:nvSpPr>
          <p:spPr>
            <a:xfrm>
              <a:off x="7287420" y="1775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2" name="pt31862"/>
            <p:cNvSpPr/>
            <p:nvPr/>
          </p:nvSpPr>
          <p:spPr>
            <a:xfrm>
              <a:off x="6974624" y="203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3" name="pt31863"/>
            <p:cNvSpPr/>
            <p:nvPr/>
          </p:nvSpPr>
          <p:spPr>
            <a:xfrm>
              <a:off x="6986583" y="2234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4" name="pt31864"/>
            <p:cNvSpPr/>
            <p:nvPr/>
          </p:nvSpPr>
          <p:spPr>
            <a:xfrm>
              <a:off x="6761280" y="2047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5" name="pt31865"/>
            <p:cNvSpPr/>
            <p:nvPr/>
          </p:nvSpPr>
          <p:spPr>
            <a:xfrm>
              <a:off x="7244121" y="1881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6" name="pt31866"/>
            <p:cNvSpPr/>
            <p:nvPr/>
          </p:nvSpPr>
          <p:spPr>
            <a:xfrm>
              <a:off x="7213057" y="2054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7" name="pt31867"/>
            <p:cNvSpPr/>
            <p:nvPr/>
          </p:nvSpPr>
          <p:spPr>
            <a:xfrm>
              <a:off x="7208667" y="2043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8" name="pt31868"/>
            <p:cNvSpPr/>
            <p:nvPr/>
          </p:nvSpPr>
          <p:spPr>
            <a:xfrm>
              <a:off x="7114713" y="1900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9" name="pt31869"/>
            <p:cNvSpPr/>
            <p:nvPr/>
          </p:nvSpPr>
          <p:spPr>
            <a:xfrm>
              <a:off x="7209238" y="1991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0" name="pt31870"/>
            <p:cNvSpPr/>
            <p:nvPr/>
          </p:nvSpPr>
          <p:spPr>
            <a:xfrm>
              <a:off x="7140956" y="1993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1" name="pt31871"/>
            <p:cNvSpPr/>
            <p:nvPr/>
          </p:nvSpPr>
          <p:spPr>
            <a:xfrm>
              <a:off x="7124889" y="2055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2" name="pt31872"/>
            <p:cNvSpPr/>
            <p:nvPr/>
          </p:nvSpPr>
          <p:spPr>
            <a:xfrm>
              <a:off x="7336361" y="1728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3" name="pt31873"/>
            <p:cNvSpPr/>
            <p:nvPr/>
          </p:nvSpPr>
          <p:spPr>
            <a:xfrm>
              <a:off x="6994305" y="2294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4" name="pt31874"/>
            <p:cNvSpPr/>
            <p:nvPr/>
          </p:nvSpPr>
          <p:spPr>
            <a:xfrm>
              <a:off x="7235646" y="1959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5" name="pt31875"/>
            <p:cNvSpPr/>
            <p:nvPr/>
          </p:nvSpPr>
          <p:spPr>
            <a:xfrm>
              <a:off x="7008135" y="1709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6" name="pt31876"/>
            <p:cNvSpPr/>
            <p:nvPr/>
          </p:nvSpPr>
          <p:spPr>
            <a:xfrm>
              <a:off x="7006590" y="1680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7" name="pt31877"/>
            <p:cNvSpPr/>
            <p:nvPr/>
          </p:nvSpPr>
          <p:spPr>
            <a:xfrm>
              <a:off x="6931314" y="1890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8" name="pt31878"/>
            <p:cNvSpPr/>
            <p:nvPr/>
          </p:nvSpPr>
          <p:spPr>
            <a:xfrm>
              <a:off x="7134042" y="1998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9" name="pt31879"/>
            <p:cNvSpPr/>
            <p:nvPr/>
          </p:nvSpPr>
          <p:spPr>
            <a:xfrm>
              <a:off x="7382003" y="2479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0" name="pt31880"/>
            <p:cNvSpPr/>
            <p:nvPr/>
          </p:nvSpPr>
          <p:spPr>
            <a:xfrm>
              <a:off x="7352692" y="2408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1" name="pt31881"/>
            <p:cNvSpPr/>
            <p:nvPr/>
          </p:nvSpPr>
          <p:spPr>
            <a:xfrm>
              <a:off x="7199277" y="2008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2" name="pt31882"/>
            <p:cNvSpPr/>
            <p:nvPr/>
          </p:nvSpPr>
          <p:spPr>
            <a:xfrm>
              <a:off x="7036354" y="2182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3" name="pt31883"/>
            <p:cNvSpPr/>
            <p:nvPr/>
          </p:nvSpPr>
          <p:spPr>
            <a:xfrm>
              <a:off x="6898029" y="2022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4" name="pt31884"/>
            <p:cNvSpPr/>
            <p:nvPr/>
          </p:nvSpPr>
          <p:spPr>
            <a:xfrm>
              <a:off x="7058469" y="2084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5" name="pt31885"/>
            <p:cNvSpPr/>
            <p:nvPr/>
          </p:nvSpPr>
          <p:spPr>
            <a:xfrm>
              <a:off x="7012667" y="1946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6" name="pt31886"/>
            <p:cNvSpPr/>
            <p:nvPr/>
          </p:nvSpPr>
          <p:spPr>
            <a:xfrm>
              <a:off x="7222701" y="1975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7" name="pt31887"/>
            <p:cNvSpPr/>
            <p:nvPr/>
          </p:nvSpPr>
          <p:spPr>
            <a:xfrm>
              <a:off x="7257571" y="2108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8" name="pt31888"/>
            <p:cNvSpPr/>
            <p:nvPr/>
          </p:nvSpPr>
          <p:spPr>
            <a:xfrm>
              <a:off x="6763050" y="213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9" name="pt31889"/>
            <p:cNvSpPr/>
            <p:nvPr/>
          </p:nvSpPr>
          <p:spPr>
            <a:xfrm>
              <a:off x="7024897" y="1944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0" name="pt31890"/>
            <p:cNvSpPr/>
            <p:nvPr/>
          </p:nvSpPr>
          <p:spPr>
            <a:xfrm>
              <a:off x="6966916" y="1810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1" name="pt31891"/>
            <p:cNvSpPr/>
            <p:nvPr/>
          </p:nvSpPr>
          <p:spPr>
            <a:xfrm>
              <a:off x="7029597" y="2136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2" name="pt31892"/>
            <p:cNvSpPr/>
            <p:nvPr/>
          </p:nvSpPr>
          <p:spPr>
            <a:xfrm>
              <a:off x="7226697" y="1881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3" name="pt31893"/>
            <p:cNvSpPr/>
            <p:nvPr/>
          </p:nvSpPr>
          <p:spPr>
            <a:xfrm>
              <a:off x="6979845" y="2160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4" name="pt31894"/>
            <p:cNvSpPr/>
            <p:nvPr/>
          </p:nvSpPr>
          <p:spPr>
            <a:xfrm>
              <a:off x="7397601" y="2501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5" name="pt31895"/>
            <p:cNvSpPr/>
            <p:nvPr/>
          </p:nvSpPr>
          <p:spPr>
            <a:xfrm>
              <a:off x="7201007" y="2036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6" name="pt31896"/>
            <p:cNvSpPr/>
            <p:nvPr/>
          </p:nvSpPr>
          <p:spPr>
            <a:xfrm>
              <a:off x="6950020" y="1812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7" name="pt31897"/>
            <p:cNvSpPr/>
            <p:nvPr/>
          </p:nvSpPr>
          <p:spPr>
            <a:xfrm>
              <a:off x="7220168" y="2079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8" name="pt31898"/>
            <p:cNvSpPr/>
            <p:nvPr/>
          </p:nvSpPr>
          <p:spPr>
            <a:xfrm>
              <a:off x="7213796" y="1991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9" name="pt31899"/>
            <p:cNvSpPr/>
            <p:nvPr/>
          </p:nvSpPr>
          <p:spPr>
            <a:xfrm>
              <a:off x="7152238" y="2036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0" name="pt31900"/>
            <p:cNvSpPr/>
            <p:nvPr/>
          </p:nvSpPr>
          <p:spPr>
            <a:xfrm>
              <a:off x="7465172" y="2533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1" name="pt31901"/>
            <p:cNvSpPr/>
            <p:nvPr/>
          </p:nvSpPr>
          <p:spPr>
            <a:xfrm>
              <a:off x="7048033" y="2189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2" name="pt31902"/>
            <p:cNvSpPr/>
            <p:nvPr/>
          </p:nvSpPr>
          <p:spPr>
            <a:xfrm>
              <a:off x="7413470" y="2466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3" name="pt31903"/>
            <p:cNvSpPr/>
            <p:nvPr/>
          </p:nvSpPr>
          <p:spPr>
            <a:xfrm>
              <a:off x="7290907" y="2084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4" name="pt31904"/>
            <p:cNvSpPr/>
            <p:nvPr/>
          </p:nvSpPr>
          <p:spPr>
            <a:xfrm>
              <a:off x="7161361" y="2201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5" name="pt31905"/>
            <p:cNvSpPr/>
            <p:nvPr/>
          </p:nvSpPr>
          <p:spPr>
            <a:xfrm>
              <a:off x="7145104" y="1947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6" name="pt31906"/>
            <p:cNvSpPr/>
            <p:nvPr/>
          </p:nvSpPr>
          <p:spPr>
            <a:xfrm>
              <a:off x="6967096" y="1659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7" name="pt31907"/>
            <p:cNvSpPr/>
            <p:nvPr/>
          </p:nvSpPr>
          <p:spPr>
            <a:xfrm>
              <a:off x="7231520" y="2049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8" name="pt31908"/>
            <p:cNvSpPr/>
            <p:nvPr/>
          </p:nvSpPr>
          <p:spPr>
            <a:xfrm>
              <a:off x="6910908" y="1903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9" name="pt31909"/>
            <p:cNvSpPr/>
            <p:nvPr/>
          </p:nvSpPr>
          <p:spPr>
            <a:xfrm>
              <a:off x="7095151" y="2262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0" name="pt31910"/>
            <p:cNvSpPr/>
            <p:nvPr/>
          </p:nvSpPr>
          <p:spPr>
            <a:xfrm>
              <a:off x="7093779" y="2270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1" name="pt31911"/>
            <p:cNvSpPr/>
            <p:nvPr/>
          </p:nvSpPr>
          <p:spPr>
            <a:xfrm>
              <a:off x="6831353" y="1900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2" name="pt31912"/>
            <p:cNvSpPr/>
            <p:nvPr/>
          </p:nvSpPr>
          <p:spPr>
            <a:xfrm>
              <a:off x="7030939" y="2167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3" name="pt31913"/>
            <p:cNvSpPr/>
            <p:nvPr/>
          </p:nvSpPr>
          <p:spPr>
            <a:xfrm>
              <a:off x="7149960" y="2075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4" name="pt31914"/>
            <p:cNvSpPr/>
            <p:nvPr/>
          </p:nvSpPr>
          <p:spPr>
            <a:xfrm>
              <a:off x="6950853" y="1791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5" name="pt31915"/>
            <p:cNvSpPr/>
            <p:nvPr/>
          </p:nvSpPr>
          <p:spPr>
            <a:xfrm>
              <a:off x="7071621" y="2048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6" name="pt31916"/>
            <p:cNvSpPr/>
            <p:nvPr/>
          </p:nvSpPr>
          <p:spPr>
            <a:xfrm>
              <a:off x="7138882" y="1994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7" name="pt31917"/>
            <p:cNvSpPr/>
            <p:nvPr/>
          </p:nvSpPr>
          <p:spPr>
            <a:xfrm>
              <a:off x="6880298" y="2130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8" name="pt31918"/>
            <p:cNvSpPr/>
            <p:nvPr/>
          </p:nvSpPr>
          <p:spPr>
            <a:xfrm>
              <a:off x="7197411" y="2137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9" name="pt31919"/>
            <p:cNvSpPr/>
            <p:nvPr/>
          </p:nvSpPr>
          <p:spPr>
            <a:xfrm>
              <a:off x="7050985" y="2106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0" name="pt31920"/>
            <p:cNvSpPr/>
            <p:nvPr/>
          </p:nvSpPr>
          <p:spPr>
            <a:xfrm>
              <a:off x="7246481" y="2038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1" name="pt31921"/>
            <p:cNvSpPr/>
            <p:nvPr/>
          </p:nvSpPr>
          <p:spPr>
            <a:xfrm>
              <a:off x="7243091" y="1985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2" name="pt31922"/>
            <p:cNvSpPr/>
            <p:nvPr/>
          </p:nvSpPr>
          <p:spPr>
            <a:xfrm>
              <a:off x="7036868" y="2174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3" name="pt31923"/>
            <p:cNvSpPr/>
            <p:nvPr/>
          </p:nvSpPr>
          <p:spPr>
            <a:xfrm>
              <a:off x="7041879" y="2250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4" name="pt31924"/>
            <p:cNvSpPr/>
            <p:nvPr/>
          </p:nvSpPr>
          <p:spPr>
            <a:xfrm>
              <a:off x="7189555" y="2209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5" name="pt31925"/>
            <p:cNvSpPr/>
            <p:nvPr/>
          </p:nvSpPr>
          <p:spPr>
            <a:xfrm>
              <a:off x="7308046" y="2413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6" name="pt31926"/>
            <p:cNvSpPr/>
            <p:nvPr/>
          </p:nvSpPr>
          <p:spPr>
            <a:xfrm>
              <a:off x="7056881" y="2081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7" name="pt31927"/>
            <p:cNvSpPr/>
            <p:nvPr/>
          </p:nvSpPr>
          <p:spPr>
            <a:xfrm>
              <a:off x="7121589" y="2022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8" name="pt31928"/>
            <p:cNvSpPr/>
            <p:nvPr/>
          </p:nvSpPr>
          <p:spPr>
            <a:xfrm>
              <a:off x="6862735" y="212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9" name="pt31929"/>
            <p:cNvSpPr/>
            <p:nvPr/>
          </p:nvSpPr>
          <p:spPr>
            <a:xfrm>
              <a:off x="7082637" y="2148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0" name="pt31930"/>
            <p:cNvSpPr/>
            <p:nvPr/>
          </p:nvSpPr>
          <p:spPr>
            <a:xfrm>
              <a:off x="7110223" y="2056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1" name="pt31931"/>
            <p:cNvSpPr/>
            <p:nvPr/>
          </p:nvSpPr>
          <p:spPr>
            <a:xfrm>
              <a:off x="7177744" y="2166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2" name="pt31932"/>
            <p:cNvSpPr/>
            <p:nvPr/>
          </p:nvSpPr>
          <p:spPr>
            <a:xfrm>
              <a:off x="7376958" y="2730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3" name="pt31933"/>
            <p:cNvSpPr/>
            <p:nvPr/>
          </p:nvSpPr>
          <p:spPr>
            <a:xfrm>
              <a:off x="7301683" y="1851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4" name="pt31934"/>
            <p:cNvSpPr/>
            <p:nvPr/>
          </p:nvSpPr>
          <p:spPr>
            <a:xfrm>
              <a:off x="6807442" y="2091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5" name="pt31935"/>
            <p:cNvSpPr/>
            <p:nvPr/>
          </p:nvSpPr>
          <p:spPr>
            <a:xfrm>
              <a:off x="7208547" y="2084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6" name="pt31936"/>
            <p:cNvSpPr/>
            <p:nvPr/>
          </p:nvSpPr>
          <p:spPr>
            <a:xfrm>
              <a:off x="7056964" y="2116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7" name="pt31937"/>
            <p:cNvSpPr/>
            <p:nvPr/>
          </p:nvSpPr>
          <p:spPr>
            <a:xfrm>
              <a:off x="7164793" y="1989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8" name="pt31938"/>
            <p:cNvSpPr/>
            <p:nvPr/>
          </p:nvSpPr>
          <p:spPr>
            <a:xfrm>
              <a:off x="7192248" y="2135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9" name="pt31939"/>
            <p:cNvSpPr/>
            <p:nvPr/>
          </p:nvSpPr>
          <p:spPr>
            <a:xfrm>
              <a:off x="7064008" y="216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0" name="pt31940"/>
            <p:cNvSpPr/>
            <p:nvPr/>
          </p:nvSpPr>
          <p:spPr>
            <a:xfrm>
              <a:off x="7182369" y="1992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1" name="pt31941"/>
            <p:cNvSpPr/>
            <p:nvPr/>
          </p:nvSpPr>
          <p:spPr>
            <a:xfrm>
              <a:off x="6982658" y="2230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2" name="pt31942"/>
            <p:cNvSpPr/>
            <p:nvPr/>
          </p:nvSpPr>
          <p:spPr>
            <a:xfrm>
              <a:off x="7087066" y="221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3" name="pt31943"/>
            <p:cNvSpPr/>
            <p:nvPr/>
          </p:nvSpPr>
          <p:spPr>
            <a:xfrm>
              <a:off x="7032632" y="2200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4" name="pt31944"/>
            <p:cNvSpPr/>
            <p:nvPr/>
          </p:nvSpPr>
          <p:spPr>
            <a:xfrm>
              <a:off x="7147354" y="2093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5" name="pt31945"/>
            <p:cNvSpPr/>
            <p:nvPr/>
          </p:nvSpPr>
          <p:spPr>
            <a:xfrm>
              <a:off x="7151021" y="2072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6" name="pt31946"/>
            <p:cNvSpPr/>
            <p:nvPr/>
          </p:nvSpPr>
          <p:spPr>
            <a:xfrm>
              <a:off x="7404978" y="2241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7" name="pt31947"/>
            <p:cNvSpPr/>
            <p:nvPr/>
          </p:nvSpPr>
          <p:spPr>
            <a:xfrm>
              <a:off x="7341845" y="2005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8" name="pt31948"/>
            <p:cNvSpPr/>
            <p:nvPr/>
          </p:nvSpPr>
          <p:spPr>
            <a:xfrm>
              <a:off x="7271520" y="2101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9" name="pt31949"/>
            <p:cNvSpPr/>
            <p:nvPr/>
          </p:nvSpPr>
          <p:spPr>
            <a:xfrm>
              <a:off x="6827081" y="1727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0" name="pt31950"/>
            <p:cNvSpPr/>
            <p:nvPr/>
          </p:nvSpPr>
          <p:spPr>
            <a:xfrm>
              <a:off x="6974218" y="1777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1" name="pt31951"/>
            <p:cNvSpPr/>
            <p:nvPr/>
          </p:nvSpPr>
          <p:spPr>
            <a:xfrm>
              <a:off x="7095693" y="2272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2" name="pt31952"/>
            <p:cNvSpPr/>
            <p:nvPr/>
          </p:nvSpPr>
          <p:spPr>
            <a:xfrm>
              <a:off x="7098883" y="2328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3" name="pt31953"/>
            <p:cNvSpPr/>
            <p:nvPr/>
          </p:nvSpPr>
          <p:spPr>
            <a:xfrm>
              <a:off x="7281980" y="1852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4" name="pt31954"/>
            <p:cNvSpPr/>
            <p:nvPr/>
          </p:nvSpPr>
          <p:spPr>
            <a:xfrm>
              <a:off x="7220225" y="1950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5" name="pt31955"/>
            <p:cNvSpPr/>
            <p:nvPr/>
          </p:nvSpPr>
          <p:spPr>
            <a:xfrm>
              <a:off x="7137336" y="2049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6" name="pt31956"/>
            <p:cNvSpPr/>
            <p:nvPr/>
          </p:nvSpPr>
          <p:spPr>
            <a:xfrm>
              <a:off x="7601533" y="259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7" name="pt31957"/>
            <p:cNvSpPr/>
            <p:nvPr/>
          </p:nvSpPr>
          <p:spPr>
            <a:xfrm>
              <a:off x="7066100" y="2112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8" name="pt31958"/>
            <p:cNvSpPr/>
            <p:nvPr/>
          </p:nvSpPr>
          <p:spPr>
            <a:xfrm>
              <a:off x="7049706" y="2134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9" name="pt31959"/>
            <p:cNvSpPr/>
            <p:nvPr/>
          </p:nvSpPr>
          <p:spPr>
            <a:xfrm>
              <a:off x="7003912" y="2024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0" name="pt31960"/>
            <p:cNvSpPr/>
            <p:nvPr/>
          </p:nvSpPr>
          <p:spPr>
            <a:xfrm>
              <a:off x="7197290" y="2092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1" name="pt31961"/>
            <p:cNvSpPr/>
            <p:nvPr/>
          </p:nvSpPr>
          <p:spPr>
            <a:xfrm>
              <a:off x="7191472" y="2171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2" name="pt31962"/>
            <p:cNvSpPr/>
            <p:nvPr/>
          </p:nvSpPr>
          <p:spPr>
            <a:xfrm>
              <a:off x="7190675" y="2145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3" name="pt31963"/>
            <p:cNvSpPr/>
            <p:nvPr/>
          </p:nvSpPr>
          <p:spPr>
            <a:xfrm>
              <a:off x="7029423" y="2160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4" name="pt31964"/>
            <p:cNvSpPr/>
            <p:nvPr/>
          </p:nvSpPr>
          <p:spPr>
            <a:xfrm>
              <a:off x="6865321" y="2153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5" name="pt31965"/>
            <p:cNvSpPr/>
            <p:nvPr/>
          </p:nvSpPr>
          <p:spPr>
            <a:xfrm>
              <a:off x="7099386" y="2294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6" name="pt31966"/>
            <p:cNvSpPr/>
            <p:nvPr/>
          </p:nvSpPr>
          <p:spPr>
            <a:xfrm>
              <a:off x="7360294" y="2314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7" name="pt31967"/>
            <p:cNvSpPr/>
            <p:nvPr/>
          </p:nvSpPr>
          <p:spPr>
            <a:xfrm>
              <a:off x="7031145" y="2109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8" name="pt31968"/>
            <p:cNvSpPr/>
            <p:nvPr/>
          </p:nvSpPr>
          <p:spPr>
            <a:xfrm>
              <a:off x="7316006" y="2656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9" name="pt31969"/>
            <p:cNvSpPr/>
            <p:nvPr/>
          </p:nvSpPr>
          <p:spPr>
            <a:xfrm>
              <a:off x="6980392" y="2254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0" name="pt31970"/>
            <p:cNvSpPr/>
            <p:nvPr/>
          </p:nvSpPr>
          <p:spPr>
            <a:xfrm>
              <a:off x="7187348" y="1881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1" name="pt31971"/>
            <p:cNvSpPr/>
            <p:nvPr/>
          </p:nvSpPr>
          <p:spPr>
            <a:xfrm>
              <a:off x="7305474" y="2504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2" name="pt31972"/>
            <p:cNvSpPr/>
            <p:nvPr/>
          </p:nvSpPr>
          <p:spPr>
            <a:xfrm>
              <a:off x="7003785" y="2049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3" name="pt31973"/>
            <p:cNvSpPr/>
            <p:nvPr/>
          </p:nvSpPr>
          <p:spPr>
            <a:xfrm>
              <a:off x="7134186" y="2097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4" name="pt31974"/>
            <p:cNvSpPr/>
            <p:nvPr/>
          </p:nvSpPr>
          <p:spPr>
            <a:xfrm>
              <a:off x="7210667" y="2055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5" name="pt31975"/>
            <p:cNvSpPr/>
            <p:nvPr/>
          </p:nvSpPr>
          <p:spPr>
            <a:xfrm>
              <a:off x="6809399" y="2145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6" name="pt31976"/>
            <p:cNvSpPr/>
            <p:nvPr/>
          </p:nvSpPr>
          <p:spPr>
            <a:xfrm>
              <a:off x="7172760" y="2216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7" name="pt31977"/>
            <p:cNvSpPr/>
            <p:nvPr/>
          </p:nvSpPr>
          <p:spPr>
            <a:xfrm>
              <a:off x="6967670" y="182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8" name="pt31978"/>
            <p:cNvSpPr/>
            <p:nvPr/>
          </p:nvSpPr>
          <p:spPr>
            <a:xfrm>
              <a:off x="7208902" y="2094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9" name="pt31979"/>
            <p:cNvSpPr/>
            <p:nvPr/>
          </p:nvSpPr>
          <p:spPr>
            <a:xfrm>
              <a:off x="7146611" y="1981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0" name="pt31980"/>
            <p:cNvSpPr/>
            <p:nvPr/>
          </p:nvSpPr>
          <p:spPr>
            <a:xfrm>
              <a:off x="7063312" y="2156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1" name="pt31981"/>
            <p:cNvSpPr/>
            <p:nvPr/>
          </p:nvSpPr>
          <p:spPr>
            <a:xfrm>
              <a:off x="7399812" y="2950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2" name="pt31982"/>
            <p:cNvSpPr/>
            <p:nvPr/>
          </p:nvSpPr>
          <p:spPr>
            <a:xfrm>
              <a:off x="7209585" y="20684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3" name="pt31983"/>
            <p:cNvSpPr/>
            <p:nvPr/>
          </p:nvSpPr>
          <p:spPr>
            <a:xfrm>
              <a:off x="7122824" y="2097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4" name="pt31984"/>
            <p:cNvSpPr/>
            <p:nvPr/>
          </p:nvSpPr>
          <p:spPr>
            <a:xfrm>
              <a:off x="7101310" y="2008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5" name="pt31985"/>
            <p:cNvSpPr/>
            <p:nvPr/>
          </p:nvSpPr>
          <p:spPr>
            <a:xfrm>
              <a:off x="7067722" y="2186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6" name="pt31986"/>
            <p:cNvSpPr/>
            <p:nvPr/>
          </p:nvSpPr>
          <p:spPr>
            <a:xfrm>
              <a:off x="7119722" y="2000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7" name="pt31987"/>
            <p:cNvSpPr/>
            <p:nvPr/>
          </p:nvSpPr>
          <p:spPr>
            <a:xfrm>
              <a:off x="7097857" y="2220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8" name="pt31988"/>
            <p:cNvSpPr/>
            <p:nvPr/>
          </p:nvSpPr>
          <p:spPr>
            <a:xfrm>
              <a:off x="7036855" y="2125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9" name="pt31989"/>
            <p:cNvSpPr/>
            <p:nvPr/>
          </p:nvSpPr>
          <p:spPr>
            <a:xfrm>
              <a:off x="7052031" y="2038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0" name="pt31990"/>
            <p:cNvSpPr/>
            <p:nvPr/>
          </p:nvSpPr>
          <p:spPr>
            <a:xfrm>
              <a:off x="7119747" y="1964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1" name="pt31991"/>
            <p:cNvSpPr/>
            <p:nvPr/>
          </p:nvSpPr>
          <p:spPr>
            <a:xfrm>
              <a:off x="7056045" y="2041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2" name="pt31992"/>
            <p:cNvSpPr/>
            <p:nvPr/>
          </p:nvSpPr>
          <p:spPr>
            <a:xfrm>
              <a:off x="7073454" y="2076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3" name="pt31993"/>
            <p:cNvSpPr/>
            <p:nvPr/>
          </p:nvSpPr>
          <p:spPr>
            <a:xfrm>
              <a:off x="7106505" y="2052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4" name="pt31994"/>
            <p:cNvSpPr/>
            <p:nvPr/>
          </p:nvSpPr>
          <p:spPr>
            <a:xfrm>
              <a:off x="6974665" y="1926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5" name="pt31995"/>
            <p:cNvSpPr/>
            <p:nvPr/>
          </p:nvSpPr>
          <p:spPr>
            <a:xfrm>
              <a:off x="7339256" y="2088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6" name="pt31996"/>
            <p:cNvSpPr/>
            <p:nvPr/>
          </p:nvSpPr>
          <p:spPr>
            <a:xfrm>
              <a:off x="7054704" y="2068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7" name="pt31997"/>
            <p:cNvSpPr/>
            <p:nvPr/>
          </p:nvSpPr>
          <p:spPr>
            <a:xfrm>
              <a:off x="7028512" y="2231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8" name="pt31998"/>
            <p:cNvSpPr/>
            <p:nvPr/>
          </p:nvSpPr>
          <p:spPr>
            <a:xfrm>
              <a:off x="6858409" y="2128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9" name="pt31999"/>
            <p:cNvSpPr/>
            <p:nvPr/>
          </p:nvSpPr>
          <p:spPr>
            <a:xfrm>
              <a:off x="7098231" y="2210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0" name="pt32000"/>
            <p:cNvSpPr/>
            <p:nvPr/>
          </p:nvSpPr>
          <p:spPr>
            <a:xfrm>
              <a:off x="7116587" y="1985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1" name="pt32001"/>
            <p:cNvSpPr/>
            <p:nvPr/>
          </p:nvSpPr>
          <p:spPr>
            <a:xfrm>
              <a:off x="7179000" y="1978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2" name="pt32002"/>
            <p:cNvSpPr/>
            <p:nvPr/>
          </p:nvSpPr>
          <p:spPr>
            <a:xfrm>
              <a:off x="7252575" y="1948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3" name="pt32003"/>
            <p:cNvSpPr/>
            <p:nvPr/>
          </p:nvSpPr>
          <p:spPr>
            <a:xfrm>
              <a:off x="6965706" y="1700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4" name="pt32004"/>
            <p:cNvSpPr/>
            <p:nvPr/>
          </p:nvSpPr>
          <p:spPr>
            <a:xfrm>
              <a:off x="7056387" y="197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5" name="pt32005"/>
            <p:cNvSpPr/>
            <p:nvPr/>
          </p:nvSpPr>
          <p:spPr>
            <a:xfrm>
              <a:off x="7375924" y="2841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6" name="pt32006"/>
            <p:cNvSpPr/>
            <p:nvPr/>
          </p:nvSpPr>
          <p:spPr>
            <a:xfrm>
              <a:off x="6743822" y="2396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7" name="pt32007"/>
            <p:cNvSpPr/>
            <p:nvPr/>
          </p:nvSpPr>
          <p:spPr>
            <a:xfrm>
              <a:off x="6693940" y="2097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8" name="pt32008"/>
            <p:cNvSpPr/>
            <p:nvPr/>
          </p:nvSpPr>
          <p:spPr>
            <a:xfrm>
              <a:off x="6402740" y="1918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9" name="pt32009"/>
            <p:cNvSpPr/>
            <p:nvPr/>
          </p:nvSpPr>
          <p:spPr>
            <a:xfrm>
              <a:off x="7143493" y="2060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0" name="pt32010"/>
            <p:cNvSpPr/>
            <p:nvPr/>
          </p:nvSpPr>
          <p:spPr>
            <a:xfrm>
              <a:off x="6990950" y="2371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1" name="pt32011"/>
            <p:cNvSpPr/>
            <p:nvPr/>
          </p:nvSpPr>
          <p:spPr>
            <a:xfrm>
              <a:off x="7345703" y="2048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2" name="pt32012"/>
            <p:cNvSpPr/>
            <p:nvPr/>
          </p:nvSpPr>
          <p:spPr>
            <a:xfrm>
              <a:off x="6968872" y="1801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3" name="pt32013"/>
            <p:cNvSpPr/>
            <p:nvPr/>
          </p:nvSpPr>
          <p:spPr>
            <a:xfrm>
              <a:off x="7148951" y="2127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4" name="pt32014"/>
            <p:cNvSpPr/>
            <p:nvPr/>
          </p:nvSpPr>
          <p:spPr>
            <a:xfrm>
              <a:off x="7095858" y="2282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5" name="pt32015"/>
            <p:cNvSpPr/>
            <p:nvPr/>
          </p:nvSpPr>
          <p:spPr>
            <a:xfrm>
              <a:off x="7096900" y="2330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6" name="pt32016"/>
            <p:cNvSpPr/>
            <p:nvPr/>
          </p:nvSpPr>
          <p:spPr>
            <a:xfrm>
              <a:off x="6853795" y="2157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7" name="pt32017"/>
            <p:cNvSpPr/>
            <p:nvPr/>
          </p:nvSpPr>
          <p:spPr>
            <a:xfrm>
              <a:off x="7058065" y="2105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8" name="pt32018"/>
            <p:cNvSpPr/>
            <p:nvPr/>
          </p:nvSpPr>
          <p:spPr>
            <a:xfrm>
              <a:off x="7313579" y="2306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9" name="pt32019"/>
            <p:cNvSpPr/>
            <p:nvPr/>
          </p:nvSpPr>
          <p:spPr>
            <a:xfrm>
              <a:off x="7201626" y="1925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0" name="pt32020"/>
            <p:cNvSpPr/>
            <p:nvPr/>
          </p:nvSpPr>
          <p:spPr>
            <a:xfrm>
              <a:off x="7085094" y="2195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1" name="pt32021"/>
            <p:cNvSpPr/>
            <p:nvPr/>
          </p:nvSpPr>
          <p:spPr>
            <a:xfrm>
              <a:off x="7133152" y="2147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2" name="pt32022"/>
            <p:cNvSpPr/>
            <p:nvPr/>
          </p:nvSpPr>
          <p:spPr>
            <a:xfrm>
              <a:off x="7076878" y="2002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3" name="pt32023"/>
            <p:cNvSpPr/>
            <p:nvPr/>
          </p:nvSpPr>
          <p:spPr>
            <a:xfrm>
              <a:off x="6983877" y="2151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4" name="pt32024"/>
            <p:cNvSpPr/>
            <p:nvPr/>
          </p:nvSpPr>
          <p:spPr>
            <a:xfrm>
              <a:off x="7173231" y="2103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5" name="pt32025"/>
            <p:cNvSpPr/>
            <p:nvPr/>
          </p:nvSpPr>
          <p:spPr>
            <a:xfrm>
              <a:off x="7199830" y="2066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6" name="pt32026"/>
            <p:cNvSpPr/>
            <p:nvPr/>
          </p:nvSpPr>
          <p:spPr>
            <a:xfrm>
              <a:off x="6971320" y="1831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7" name="pt32027"/>
            <p:cNvSpPr/>
            <p:nvPr/>
          </p:nvSpPr>
          <p:spPr>
            <a:xfrm>
              <a:off x="7050716" y="2200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8" name="pt32028"/>
            <p:cNvSpPr/>
            <p:nvPr/>
          </p:nvSpPr>
          <p:spPr>
            <a:xfrm>
              <a:off x="7027828" y="2017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9" name="pt32029"/>
            <p:cNvSpPr/>
            <p:nvPr/>
          </p:nvSpPr>
          <p:spPr>
            <a:xfrm>
              <a:off x="7108531" y="2063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0" name="pt32030"/>
            <p:cNvSpPr/>
            <p:nvPr/>
          </p:nvSpPr>
          <p:spPr>
            <a:xfrm>
              <a:off x="7183967" y="1956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1" name="pt32031"/>
            <p:cNvSpPr/>
            <p:nvPr/>
          </p:nvSpPr>
          <p:spPr>
            <a:xfrm>
              <a:off x="7094778" y="2277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2" name="pt32032"/>
            <p:cNvSpPr/>
            <p:nvPr/>
          </p:nvSpPr>
          <p:spPr>
            <a:xfrm>
              <a:off x="7034288" y="2169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3" name="pt32033"/>
            <p:cNvSpPr/>
            <p:nvPr/>
          </p:nvSpPr>
          <p:spPr>
            <a:xfrm>
              <a:off x="7072098" y="2095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4" name="pt32034"/>
            <p:cNvSpPr/>
            <p:nvPr/>
          </p:nvSpPr>
          <p:spPr>
            <a:xfrm>
              <a:off x="7082641" y="2173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5" name="pt32035"/>
            <p:cNvSpPr/>
            <p:nvPr/>
          </p:nvSpPr>
          <p:spPr>
            <a:xfrm>
              <a:off x="6930637" y="1945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6" name="pt32036"/>
            <p:cNvSpPr/>
            <p:nvPr/>
          </p:nvSpPr>
          <p:spPr>
            <a:xfrm>
              <a:off x="7197421" y="2063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7" name="pt32037"/>
            <p:cNvSpPr/>
            <p:nvPr/>
          </p:nvSpPr>
          <p:spPr>
            <a:xfrm>
              <a:off x="7288490" y="2128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8" name="pt32038"/>
            <p:cNvSpPr/>
            <p:nvPr/>
          </p:nvSpPr>
          <p:spPr>
            <a:xfrm>
              <a:off x="7200626" y="2056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9" name="pt32039"/>
            <p:cNvSpPr/>
            <p:nvPr/>
          </p:nvSpPr>
          <p:spPr>
            <a:xfrm>
              <a:off x="7080131" y="2096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0" name="pt32040"/>
            <p:cNvSpPr/>
            <p:nvPr/>
          </p:nvSpPr>
          <p:spPr>
            <a:xfrm>
              <a:off x="6885234" y="2139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1" name="pt32041"/>
            <p:cNvSpPr/>
            <p:nvPr/>
          </p:nvSpPr>
          <p:spPr>
            <a:xfrm>
              <a:off x="7103374" y="2173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2" name="pt32042"/>
            <p:cNvSpPr/>
            <p:nvPr/>
          </p:nvSpPr>
          <p:spPr>
            <a:xfrm>
              <a:off x="7216304" y="2064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3" name="pt32043"/>
            <p:cNvSpPr/>
            <p:nvPr/>
          </p:nvSpPr>
          <p:spPr>
            <a:xfrm>
              <a:off x="7112360" y="2009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4" name="pt32044"/>
            <p:cNvSpPr/>
            <p:nvPr/>
          </p:nvSpPr>
          <p:spPr>
            <a:xfrm>
              <a:off x="7192228" y="2140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5" name="pt32045"/>
            <p:cNvSpPr/>
            <p:nvPr/>
          </p:nvSpPr>
          <p:spPr>
            <a:xfrm>
              <a:off x="7175345" y="2003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6" name="pt32046"/>
            <p:cNvSpPr/>
            <p:nvPr/>
          </p:nvSpPr>
          <p:spPr>
            <a:xfrm>
              <a:off x="7139490" y="1943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7" name="pt32047"/>
            <p:cNvSpPr/>
            <p:nvPr/>
          </p:nvSpPr>
          <p:spPr>
            <a:xfrm>
              <a:off x="6960397" y="2059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8" name="pt32048"/>
            <p:cNvSpPr/>
            <p:nvPr/>
          </p:nvSpPr>
          <p:spPr>
            <a:xfrm>
              <a:off x="7185175" y="1925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9" name="pt32049"/>
            <p:cNvSpPr/>
            <p:nvPr/>
          </p:nvSpPr>
          <p:spPr>
            <a:xfrm>
              <a:off x="7345119" y="2176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0" name="pt32050"/>
            <p:cNvSpPr/>
            <p:nvPr/>
          </p:nvSpPr>
          <p:spPr>
            <a:xfrm>
              <a:off x="7089632" y="2262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1" name="pt32051"/>
            <p:cNvSpPr/>
            <p:nvPr/>
          </p:nvSpPr>
          <p:spPr>
            <a:xfrm>
              <a:off x="7000925" y="2054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2" name="pt32052"/>
            <p:cNvSpPr/>
            <p:nvPr/>
          </p:nvSpPr>
          <p:spPr>
            <a:xfrm>
              <a:off x="7258435" y="2119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3" name="pt32053"/>
            <p:cNvSpPr/>
            <p:nvPr/>
          </p:nvSpPr>
          <p:spPr>
            <a:xfrm>
              <a:off x="7113463" y="1995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4" name="pt32054"/>
            <p:cNvSpPr/>
            <p:nvPr/>
          </p:nvSpPr>
          <p:spPr>
            <a:xfrm>
              <a:off x="7331478" y="216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5" name="pt32055"/>
            <p:cNvSpPr/>
            <p:nvPr/>
          </p:nvSpPr>
          <p:spPr>
            <a:xfrm>
              <a:off x="7584754" y="2545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6" name="pt32056"/>
            <p:cNvSpPr/>
            <p:nvPr/>
          </p:nvSpPr>
          <p:spPr>
            <a:xfrm>
              <a:off x="7105910" y="1977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7" name="pt32057"/>
            <p:cNvSpPr/>
            <p:nvPr/>
          </p:nvSpPr>
          <p:spPr>
            <a:xfrm>
              <a:off x="7109260" y="2066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8" name="pt32058"/>
            <p:cNvSpPr/>
            <p:nvPr/>
          </p:nvSpPr>
          <p:spPr>
            <a:xfrm>
              <a:off x="7038356" y="2218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9" name="pt32059"/>
            <p:cNvSpPr/>
            <p:nvPr/>
          </p:nvSpPr>
          <p:spPr>
            <a:xfrm>
              <a:off x="6992140" y="2280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0" name="pt32060"/>
            <p:cNvSpPr/>
            <p:nvPr/>
          </p:nvSpPr>
          <p:spPr>
            <a:xfrm>
              <a:off x="7228542" y="1968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1" name="pt32061"/>
            <p:cNvSpPr/>
            <p:nvPr/>
          </p:nvSpPr>
          <p:spPr>
            <a:xfrm>
              <a:off x="6916192" y="1906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2" name="pt32062"/>
            <p:cNvSpPr/>
            <p:nvPr/>
          </p:nvSpPr>
          <p:spPr>
            <a:xfrm>
              <a:off x="7090249" y="2281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3" name="pt32063"/>
            <p:cNvSpPr/>
            <p:nvPr/>
          </p:nvSpPr>
          <p:spPr>
            <a:xfrm>
              <a:off x="7014726" y="2202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4" name="pt32064"/>
            <p:cNvSpPr/>
            <p:nvPr/>
          </p:nvSpPr>
          <p:spPr>
            <a:xfrm>
              <a:off x="7228974" y="2139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5" name="pt32065"/>
            <p:cNvSpPr/>
            <p:nvPr/>
          </p:nvSpPr>
          <p:spPr>
            <a:xfrm>
              <a:off x="7311959" y="2527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6" name="pt32066"/>
            <p:cNvSpPr/>
            <p:nvPr/>
          </p:nvSpPr>
          <p:spPr>
            <a:xfrm>
              <a:off x="7056617" y="2119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7" name="pt32067"/>
            <p:cNvSpPr/>
            <p:nvPr/>
          </p:nvSpPr>
          <p:spPr>
            <a:xfrm>
              <a:off x="7069847" y="2048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8" name="pt32068"/>
            <p:cNvSpPr/>
            <p:nvPr/>
          </p:nvSpPr>
          <p:spPr>
            <a:xfrm>
              <a:off x="7154527" y="2236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9" name="pt32069"/>
            <p:cNvSpPr/>
            <p:nvPr/>
          </p:nvSpPr>
          <p:spPr>
            <a:xfrm>
              <a:off x="6985754" y="2263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0" name="pt32070"/>
            <p:cNvSpPr/>
            <p:nvPr/>
          </p:nvSpPr>
          <p:spPr>
            <a:xfrm>
              <a:off x="7345344" y="2158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1" name="pt32071"/>
            <p:cNvSpPr/>
            <p:nvPr/>
          </p:nvSpPr>
          <p:spPr>
            <a:xfrm>
              <a:off x="7269724" y="2084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2" name="pt32072"/>
            <p:cNvSpPr/>
            <p:nvPr/>
          </p:nvSpPr>
          <p:spPr>
            <a:xfrm>
              <a:off x="7167062" y="1962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3" name="pt32073"/>
            <p:cNvSpPr/>
            <p:nvPr/>
          </p:nvSpPr>
          <p:spPr>
            <a:xfrm>
              <a:off x="7060567" y="2180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4" name="pt32074"/>
            <p:cNvSpPr/>
            <p:nvPr/>
          </p:nvSpPr>
          <p:spPr>
            <a:xfrm>
              <a:off x="6728816" y="2564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5" name="pt32075"/>
            <p:cNvSpPr/>
            <p:nvPr/>
          </p:nvSpPr>
          <p:spPr>
            <a:xfrm>
              <a:off x="7253097" y="1952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6" name="pt32076"/>
            <p:cNvSpPr/>
            <p:nvPr/>
          </p:nvSpPr>
          <p:spPr>
            <a:xfrm>
              <a:off x="7190416" y="2199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7" name="pt32077"/>
            <p:cNvSpPr/>
            <p:nvPr/>
          </p:nvSpPr>
          <p:spPr>
            <a:xfrm>
              <a:off x="6949399" y="1880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8" name="pt32078"/>
            <p:cNvSpPr/>
            <p:nvPr/>
          </p:nvSpPr>
          <p:spPr>
            <a:xfrm>
              <a:off x="7125332" y="2113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9" name="pt32079"/>
            <p:cNvSpPr/>
            <p:nvPr/>
          </p:nvSpPr>
          <p:spPr>
            <a:xfrm>
              <a:off x="6912692" y="1934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0" name="pt32080"/>
            <p:cNvSpPr/>
            <p:nvPr/>
          </p:nvSpPr>
          <p:spPr>
            <a:xfrm>
              <a:off x="7137169" y="2025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1" name="pt32081"/>
            <p:cNvSpPr/>
            <p:nvPr/>
          </p:nvSpPr>
          <p:spPr>
            <a:xfrm>
              <a:off x="7225184" y="1937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2" name="pt32082"/>
            <p:cNvSpPr/>
            <p:nvPr/>
          </p:nvSpPr>
          <p:spPr>
            <a:xfrm>
              <a:off x="7131875" y="2110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3" name="pt32083"/>
            <p:cNvSpPr/>
            <p:nvPr/>
          </p:nvSpPr>
          <p:spPr>
            <a:xfrm>
              <a:off x="7078452" y="2107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4" name="pt32084"/>
            <p:cNvSpPr/>
            <p:nvPr/>
          </p:nvSpPr>
          <p:spPr>
            <a:xfrm>
              <a:off x="6910602" y="1925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5" name="pt32085"/>
            <p:cNvSpPr/>
            <p:nvPr/>
          </p:nvSpPr>
          <p:spPr>
            <a:xfrm>
              <a:off x="7024646" y="2011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6" name="pt32086"/>
            <p:cNvSpPr/>
            <p:nvPr/>
          </p:nvSpPr>
          <p:spPr>
            <a:xfrm>
              <a:off x="7289054" y="2060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7" name="pt32087"/>
            <p:cNvSpPr/>
            <p:nvPr/>
          </p:nvSpPr>
          <p:spPr>
            <a:xfrm>
              <a:off x="6961150" y="2061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8" name="pt32088"/>
            <p:cNvSpPr/>
            <p:nvPr/>
          </p:nvSpPr>
          <p:spPr>
            <a:xfrm>
              <a:off x="6933432" y="1979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9" name="pt32089"/>
            <p:cNvSpPr/>
            <p:nvPr/>
          </p:nvSpPr>
          <p:spPr>
            <a:xfrm>
              <a:off x="6982417" y="2266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0" name="pt32090"/>
            <p:cNvSpPr/>
            <p:nvPr/>
          </p:nvSpPr>
          <p:spPr>
            <a:xfrm>
              <a:off x="7514221" y="220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1" name="pt32091"/>
            <p:cNvSpPr/>
            <p:nvPr/>
          </p:nvSpPr>
          <p:spPr>
            <a:xfrm>
              <a:off x="7153893" y="2181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2" name="pt32092"/>
            <p:cNvSpPr/>
            <p:nvPr/>
          </p:nvSpPr>
          <p:spPr>
            <a:xfrm>
              <a:off x="6951009" y="1849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3" name="pt32093"/>
            <p:cNvSpPr/>
            <p:nvPr/>
          </p:nvSpPr>
          <p:spPr>
            <a:xfrm>
              <a:off x="7082852" y="2089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4" name="pt32094"/>
            <p:cNvSpPr/>
            <p:nvPr/>
          </p:nvSpPr>
          <p:spPr>
            <a:xfrm>
              <a:off x="7093835" y="230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5" name="pt32095"/>
            <p:cNvSpPr/>
            <p:nvPr/>
          </p:nvSpPr>
          <p:spPr>
            <a:xfrm>
              <a:off x="7171276" y="2017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6" name="pt32096"/>
            <p:cNvSpPr/>
            <p:nvPr/>
          </p:nvSpPr>
          <p:spPr>
            <a:xfrm>
              <a:off x="7135678" y="2044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7" name="pt32097"/>
            <p:cNvSpPr/>
            <p:nvPr/>
          </p:nvSpPr>
          <p:spPr>
            <a:xfrm>
              <a:off x="7272856" y="198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8" name="pt32098"/>
            <p:cNvSpPr/>
            <p:nvPr/>
          </p:nvSpPr>
          <p:spPr>
            <a:xfrm>
              <a:off x="7068869" y="2141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9" name="pt32099"/>
            <p:cNvSpPr/>
            <p:nvPr/>
          </p:nvSpPr>
          <p:spPr>
            <a:xfrm>
              <a:off x="7054671" y="2101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0" name="pt32100"/>
            <p:cNvSpPr/>
            <p:nvPr/>
          </p:nvSpPr>
          <p:spPr>
            <a:xfrm>
              <a:off x="7372150" y="2367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1" name="pt32101"/>
            <p:cNvSpPr/>
            <p:nvPr/>
          </p:nvSpPr>
          <p:spPr>
            <a:xfrm>
              <a:off x="7291106" y="2065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2" name="pt32102"/>
            <p:cNvSpPr/>
            <p:nvPr/>
          </p:nvSpPr>
          <p:spPr>
            <a:xfrm>
              <a:off x="7231843" y="201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3" name="pt32103"/>
            <p:cNvSpPr/>
            <p:nvPr/>
          </p:nvSpPr>
          <p:spPr>
            <a:xfrm>
              <a:off x="6998102" y="2187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4" name="pt32104"/>
            <p:cNvSpPr/>
            <p:nvPr/>
          </p:nvSpPr>
          <p:spPr>
            <a:xfrm>
              <a:off x="6959631" y="2097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5" name="pt32105"/>
            <p:cNvSpPr/>
            <p:nvPr/>
          </p:nvSpPr>
          <p:spPr>
            <a:xfrm>
              <a:off x="6761823" y="1974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6" name="pt32106"/>
            <p:cNvSpPr/>
            <p:nvPr/>
          </p:nvSpPr>
          <p:spPr>
            <a:xfrm>
              <a:off x="6898039" y="2107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7" name="pt32107"/>
            <p:cNvSpPr/>
            <p:nvPr/>
          </p:nvSpPr>
          <p:spPr>
            <a:xfrm>
              <a:off x="7152587" y="2097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8" name="pt32108"/>
            <p:cNvSpPr/>
            <p:nvPr/>
          </p:nvSpPr>
          <p:spPr>
            <a:xfrm>
              <a:off x="6672700" y="2071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9" name="pt32109"/>
            <p:cNvSpPr/>
            <p:nvPr/>
          </p:nvSpPr>
          <p:spPr>
            <a:xfrm>
              <a:off x="7025155" y="2031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0" name="pt32110"/>
            <p:cNvSpPr/>
            <p:nvPr/>
          </p:nvSpPr>
          <p:spPr>
            <a:xfrm>
              <a:off x="7219672" y="2134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1" name="pt32111"/>
            <p:cNvSpPr/>
            <p:nvPr/>
          </p:nvSpPr>
          <p:spPr>
            <a:xfrm>
              <a:off x="6995665" y="2241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2" name="pt32112"/>
            <p:cNvSpPr/>
            <p:nvPr/>
          </p:nvSpPr>
          <p:spPr>
            <a:xfrm>
              <a:off x="7079480" y="2133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3" name="pt32113"/>
            <p:cNvSpPr/>
            <p:nvPr/>
          </p:nvSpPr>
          <p:spPr>
            <a:xfrm>
              <a:off x="7118235" y="1925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4" name="pt32114"/>
            <p:cNvSpPr/>
            <p:nvPr/>
          </p:nvSpPr>
          <p:spPr>
            <a:xfrm>
              <a:off x="7146702" y="1957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5" name="pt32115"/>
            <p:cNvSpPr/>
            <p:nvPr/>
          </p:nvSpPr>
          <p:spPr>
            <a:xfrm>
              <a:off x="7369039" y="2498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6" name="pt32116"/>
            <p:cNvSpPr/>
            <p:nvPr/>
          </p:nvSpPr>
          <p:spPr>
            <a:xfrm>
              <a:off x="6987344" y="2267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7" name="pt32117"/>
            <p:cNvSpPr/>
            <p:nvPr/>
          </p:nvSpPr>
          <p:spPr>
            <a:xfrm>
              <a:off x="7184904" y="1914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8" name="pt32118"/>
            <p:cNvSpPr/>
            <p:nvPr/>
          </p:nvSpPr>
          <p:spPr>
            <a:xfrm>
              <a:off x="7064407" y="213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9" name="pt32119"/>
            <p:cNvSpPr/>
            <p:nvPr/>
          </p:nvSpPr>
          <p:spPr>
            <a:xfrm>
              <a:off x="7111098" y="2044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0" name="pt32120"/>
            <p:cNvSpPr/>
            <p:nvPr/>
          </p:nvSpPr>
          <p:spPr>
            <a:xfrm>
              <a:off x="6937986" y="2061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1" name="pt32121"/>
            <p:cNvSpPr/>
            <p:nvPr/>
          </p:nvSpPr>
          <p:spPr>
            <a:xfrm>
              <a:off x="7031813" y="2208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2" name="pt32122"/>
            <p:cNvSpPr/>
            <p:nvPr/>
          </p:nvSpPr>
          <p:spPr>
            <a:xfrm>
              <a:off x="7158499" y="2166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3" name="pt32123"/>
            <p:cNvSpPr/>
            <p:nvPr/>
          </p:nvSpPr>
          <p:spPr>
            <a:xfrm>
              <a:off x="7285105" y="2040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4" name="pt32124"/>
            <p:cNvSpPr/>
            <p:nvPr/>
          </p:nvSpPr>
          <p:spPr>
            <a:xfrm>
              <a:off x="7605100" y="2477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5" name="pt32125"/>
            <p:cNvSpPr/>
            <p:nvPr/>
          </p:nvSpPr>
          <p:spPr>
            <a:xfrm>
              <a:off x="6982413" y="2168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6" name="pt32126"/>
            <p:cNvSpPr/>
            <p:nvPr/>
          </p:nvSpPr>
          <p:spPr>
            <a:xfrm>
              <a:off x="7089937" y="2194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7" name="pt32127"/>
            <p:cNvSpPr/>
            <p:nvPr/>
          </p:nvSpPr>
          <p:spPr>
            <a:xfrm>
              <a:off x="7060641" y="2126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8" name="pt32128"/>
            <p:cNvSpPr/>
            <p:nvPr/>
          </p:nvSpPr>
          <p:spPr>
            <a:xfrm>
              <a:off x="7178791" y="208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9" name="pt32129"/>
            <p:cNvSpPr/>
            <p:nvPr/>
          </p:nvSpPr>
          <p:spPr>
            <a:xfrm>
              <a:off x="7022801" y="2164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0" name="pt32130"/>
            <p:cNvSpPr/>
            <p:nvPr/>
          </p:nvSpPr>
          <p:spPr>
            <a:xfrm>
              <a:off x="7427520" y="2395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1" name="pt32131"/>
            <p:cNvSpPr/>
            <p:nvPr/>
          </p:nvSpPr>
          <p:spPr>
            <a:xfrm>
              <a:off x="7097989" y="2267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2" name="pt32132"/>
            <p:cNvSpPr/>
            <p:nvPr/>
          </p:nvSpPr>
          <p:spPr>
            <a:xfrm>
              <a:off x="7101270" y="2180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3" name="pt32133"/>
            <p:cNvSpPr/>
            <p:nvPr/>
          </p:nvSpPr>
          <p:spPr>
            <a:xfrm>
              <a:off x="7085843" y="2223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4" name="pt32134"/>
            <p:cNvSpPr/>
            <p:nvPr/>
          </p:nvSpPr>
          <p:spPr>
            <a:xfrm>
              <a:off x="6704025" y="2380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5" name="pt32135"/>
            <p:cNvSpPr/>
            <p:nvPr/>
          </p:nvSpPr>
          <p:spPr>
            <a:xfrm>
              <a:off x="6876891" y="2192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6" name="pt32136"/>
            <p:cNvSpPr/>
            <p:nvPr/>
          </p:nvSpPr>
          <p:spPr>
            <a:xfrm>
              <a:off x="7045022" y="2137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7" name="pt32137"/>
            <p:cNvSpPr/>
            <p:nvPr/>
          </p:nvSpPr>
          <p:spPr>
            <a:xfrm>
              <a:off x="7002091" y="2036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8" name="pt32138"/>
            <p:cNvSpPr/>
            <p:nvPr/>
          </p:nvSpPr>
          <p:spPr>
            <a:xfrm>
              <a:off x="6696672" y="1859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9" name="pt32139"/>
            <p:cNvSpPr/>
            <p:nvPr/>
          </p:nvSpPr>
          <p:spPr>
            <a:xfrm>
              <a:off x="7039166" y="2218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0" name="pt32140"/>
            <p:cNvSpPr/>
            <p:nvPr/>
          </p:nvSpPr>
          <p:spPr>
            <a:xfrm>
              <a:off x="6648481" y="1579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1" name="pt32141"/>
            <p:cNvSpPr/>
            <p:nvPr/>
          </p:nvSpPr>
          <p:spPr>
            <a:xfrm>
              <a:off x="7136598" y="2036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2" name="pt32142"/>
            <p:cNvSpPr/>
            <p:nvPr/>
          </p:nvSpPr>
          <p:spPr>
            <a:xfrm>
              <a:off x="7243214" y="194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3" name="pt32143"/>
            <p:cNvSpPr/>
            <p:nvPr/>
          </p:nvSpPr>
          <p:spPr>
            <a:xfrm>
              <a:off x="6866616" y="2153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4" name="pt32144"/>
            <p:cNvSpPr/>
            <p:nvPr/>
          </p:nvSpPr>
          <p:spPr>
            <a:xfrm>
              <a:off x="7184095" y="1944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5" name="pt32145"/>
            <p:cNvSpPr/>
            <p:nvPr/>
          </p:nvSpPr>
          <p:spPr>
            <a:xfrm>
              <a:off x="7005541" y="184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6" name="pt32146"/>
            <p:cNvSpPr/>
            <p:nvPr/>
          </p:nvSpPr>
          <p:spPr>
            <a:xfrm>
              <a:off x="7161697" y="2236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7" name="pt32147"/>
            <p:cNvSpPr/>
            <p:nvPr/>
          </p:nvSpPr>
          <p:spPr>
            <a:xfrm>
              <a:off x="7158600" y="2205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8" name="pt32148"/>
            <p:cNvSpPr/>
            <p:nvPr/>
          </p:nvSpPr>
          <p:spPr>
            <a:xfrm>
              <a:off x="6809835" y="2256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9" name="pt32149"/>
            <p:cNvSpPr/>
            <p:nvPr/>
          </p:nvSpPr>
          <p:spPr>
            <a:xfrm>
              <a:off x="6965251" y="184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0" name="pt32150"/>
            <p:cNvSpPr/>
            <p:nvPr/>
          </p:nvSpPr>
          <p:spPr>
            <a:xfrm>
              <a:off x="7264276" y="1878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1" name="pt32151"/>
            <p:cNvSpPr/>
            <p:nvPr/>
          </p:nvSpPr>
          <p:spPr>
            <a:xfrm>
              <a:off x="7063376" y="1934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2" name="pt32152"/>
            <p:cNvSpPr/>
            <p:nvPr/>
          </p:nvSpPr>
          <p:spPr>
            <a:xfrm>
              <a:off x="7261655" y="1926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3" name="pt32153"/>
            <p:cNvSpPr/>
            <p:nvPr/>
          </p:nvSpPr>
          <p:spPr>
            <a:xfrm>
              <a:off x="7085173" y="2244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4" name="pt32154"/>
            <p:cNvSpPr/>
            <p:nvPr/>
          </p:nvSpPr>
          <p:spPr>
            <a:xfrm>
              <a:off x="7127002" y="2102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5" name="pt32155"/>
            <p:cNvSpPr/>
            <p:nvPr/>
          </p:nvSpPr>
          <p:spPr>
            <a:xfrm>
              <a:off x="7166391" y="2085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6" name="pt32156"/>
            <p:cNvSpPr/>
            <p:nvPr/>
          </p:nvSpPr>
          <p:spPr>
            <a:xfrm>
              <a:off x="7217349" y="1989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7" name="pt32157"/>
            <p:cNvSpPr/>
            <p:nvPr/>
          </p:nvSpPr>
          <p:spPr>
            <a:xfrm>
              <a:off x="7065881" y="2155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8" name="pt32158"/>
            <p:cNvSpPr/>
            <p:nvPr/>
          </p:nvSpPr>
          <p:spPr>
            <a:xfrm>
              <a:off x="7079852" y="2179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9" name="pt32159"/>
            <p:cNvSpPr/>
            <p:nvPr/>
          </p:nvSpPr>
          <p:spPr>
            <a:xfrm>
              <a:off x="7121397" y="2058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0" name="pt32160"/>
            <p:cNvSpPr/>
            <p:nvPr/>
          </p:nvSpPr>
          <p:spPr>
            <a:xfrm>
              <a:off x="6895756" y="2136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1" name="pt32161"/>
            <p:cNvSpPr/>
            <p:nvPr/>
          </p:nvSpPr>
          <p:spPr>
            <a:xfrm>
              <a:off x="6894329" y="2083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2" name="pt32162"/>
            <p:cNvSpPr/>
            <p:nvPr/>
          </p:nvSpPr>
          <p:spPr>
            <a:xfrm>
              <a:off x="6945364" y="1979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3" name="pt32163"/>
            <p:cNvSpPr/>
            <p:nvPr/>
          </p:nvSpPr>
          <p:spPr>
            <a:xfrm>
              <a:off x="7085423" y="2223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4" name="pt32164"/>
            <p:cNvSpPr/>
            <p:nvPr/>
          </p:nvSpPr>
          <p:spPr>
            <a:xfrm>
              <a:off x="7272403" y="1905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5" name="pt32165"/>
            <p:cNvSpPr/>
            <p:nvPr/>
          </p:nvSpPr>
          <p:spPr>
            <a:xfrm>
              <a:off x="7121735" y="2044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6" name="pt32166"/>
            <p:cNvSpPr/>
            <p:nvPr/>
          </p:nvSpPr>
          <p:spPr>
            <a:xfrm>
              <a:off x="7269486" y="2089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7" name="pt32167"/>
            <p:cNvSpPr/>
            <p:nvPr/>
          </p:nvSpPr>
          <p:spPr>
            <a:xfrm>
              <a:off x="7053000" y="2059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8" name="pt32168"/>
            <p:cNvSpPr/>
            <p:nvPr/>
          </p:nvSpPr>
          <p:spPr>
            <a:xfrm>
              <a:off x="6865757" y="2128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9" name="pt32169"/>
            <p:cNvSpPr/>
            <p:nvPr/>
          </p:nvSpPr>
          <p:spPr>
            <a:xfrm>
              <a:off x="6928179" y="2025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0" name="pt32170"/>
            <p:cNvSpPr/>
            <p:nvPr/>
          </p:nvSpPr>
          <p:spPr>
            <a:xfrm>
              <a:off x="7101449" y="2224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1" name="pt32171"/>
            <p:cNvSpPr/>
            <p:nvPr/>
          </p:nvSpPr>
          <p:spPr>
            <a:xfrm>
              <a:off x="6989722" y="2205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2" name="pt32172"/>
            <p:cNvSpPr/>
            <p:nvPr/>
          </p:nvSpPr>
          <p:spPr>
            <a:xfrm>
              <a:off x="7297615" y="2257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3" name="pt32173"/>
            <p:cNvSpPr/>
            <p:nvPr/>
          </p:nvSpPr>
          <p:spPr>
            <a:xfrm>
              <a:off x="7204754" y="2065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4" name="pt32174"/>
            <p:cNvSpPr/>
            <p:nvPr/>
          </p:nvSpPr>
          <p:spPr>
            <a:xfrm>
              <a:off x="7216228" y="2063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5" name="pt32175"/>
            <p:cNvSpPr/>
            <p:nvPr/>
          </p:nvSpPr>
          <p:spPr>
            <a:xfrm>
              <a:off x="6949669" y="1989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6" name="pt32176"/>
            <p:cNvSpPr/>
            <p:nvPr/>
          </p:nvSpPr>
          <p:spPr>
            <a:xfrm>
              <a:off x="7095681" y="2363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7" name="pt32177"/>
            <p:cNvSpPr/>
            <p:nvPr/>
          </p:nvSpPr>
          <p:spPr>
            <a:xfrm>
              <a:off x="7076564" y="216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8" name="pt32178"/>
            <p:cNvSpPr/>
            <p:nvPr/>
          </p:nvSpPr>
          <p:spPr>
            <a:xfrm>
              <a:off x="7287360" y="2053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9" name="pt32179"/>
            <p:cNvSpPr/>
            <p:nvPr/>
          </p:nvSpPr>
          <p:spPr>
            <a:xfrm>
              <a:off x="7065646" y="2111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0" name="pt32180"/>
            <p:cNvSpPr/>
            <p:nvPr/>
          </p:nvSpPr>
          <p:spPr>
            <a:xfrm>
              <a:off x="7361831" y="2366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1" name="pt32181"/>
            <p:cNvSpPr/>
            <p:nvPr/>
          </p:nvSpPr>
          <p:spPr>
            <a:xfrm>
              <a:off x="7152275" y="2095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2" name="pt32182"/>
            <p:cNvSpPr/>
            <p:nvPr/>
          </p:nvSpPr>
          <p:spPr>
            <a:xfrm>
              <a:off x="7159976" y="2192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3" name="pt32183"/>
            <p:cNvSpPr/>
            <p:nvPr/>
          </p:nvSpPr>
          <p:spPr>
            <a:xfrm>
              <a:off x="6919451" y="1871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4" name="pt32184"/>
            <p:cNvSpPr/>
            <p:nvPr/>
          </p:nvSpPr>
          <p:spPr>
            <a:xfrm>
              <a:off x="7121350" y="1997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5" name="pt32185"/>
            <p:cNvSpPr/>
            <p:nvPr/>
          </p:nvSpPr>
          <p:spPr>
            <a:xfrm>
              <a:off x="7384282" y="2628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6" name="pt32186"/>
            <p:cNvSpPr/>
            <p:nvPr/>
          </p:nvSpPr>
          <p:spPr>
            <a:xfrm>
              <a:off x="6908504" y="2031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7" name="pt32187"/>
            <p:cNvSpPr/>
            <p:nvPr/>
          </p:nvSpPr>
          <p:spPr>
            <a:xfrm>
              <a:off x="7019105" y="2213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8" name="pt32188"/>
            <p:cNvSpPr/>
            <p:nvPr/>
          </p:nvSpPr>
          <p:spPr>
            <a:xfrm>
              <a:off x="6913465" y="1773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9" name="pt32189"/>
            <p:cNvSpPr/>
            <p:nvPr/>
          </p:nvSpPr>
          <p:spPr>
            <a:xfrm>
              <a:off x="7092204" y="2252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0" name="pt32190"/>
            <p:cNvSpPr/>
            <p:nvPr/>
          </p:nvSpPr>
          <p:spPr>
            <a:xfrm>
              <a:off x="7082055" y="2200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1" name="pt32191"/>
            <p:cNvSpPr/>
            <p:nvPr/>
          </p:nvSpPr>
          <p:spPr>
            <a:xfrm>
              <a:off x="7178738" y="2058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2" name="pt32192"/>
            <p:cNvSpPr/>
            <p:nvPr/>
          </p:nvSpPr>
          <p:spPr>
            <a:xfrm>
              <a:off x="7037748" y="2241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3" name="pt32193"/>
            <p:cNvSpPr/>
            <p:nvPr/>
          </p:nvSpPr>
          <p:spPr>
            <a:xfrm>
              <a:off x="7173600" y="1998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4" name="pt32194"/>
            <p:cNvSpPr/>
            <p:nvPr/>
          </p:nvSpPr>
          <p:spPr>
            <a:xfrm>
              <a:off x="7134310" y="2056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5" name="pt32195"/>
            <p:cNvSpPr/>
            <p:nvPr/>
          </p:nvSpPr>
          <p:spPr>
            <a:xfrm>
              <a:off x="7011216" y="2099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6" name="pt32196"/>
            <p:cNvSpPr/>
            <p:nvPr/>
          </p:nvSpPr>
          <p:spPr>
            <a:xfrm>
              <a:off x="7091277" y="2277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7" name="pt32197"/>
            <p:cNvSpPr/>
            <p:nvPr/>
          </p:nvSpPr>
          <p:spPr>
            <a:xfrm>
              <a:off x="6906704" y="1880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8" name="pt32198"/>
            <p:cNvSpPr/>
            <p:nvPr/>
          </p:nvSpPr>
          <p:spPr>
            <a:xfrm>
              <a:off x="6921324" y="1984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9" name="pt32199"/>
            <p:cNvSpPr/>
            <p:nvPr/>
          </p:nvSpPr>
          <p:spPr>
            <a:xfrm>
              <a:off x="7098621" y="2315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0" name="pt32200"/>
            <p:cNvSpPr/>
            <p:nvPr/>
          </p:nvSpPr>
          <p:spPr>
            <a:xfrm>
              <a:off x="6893709" y="2125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1" name="pt32201"/>
            <p:cNvSpPr/>
            <p:nvPr/>
          </p:nvSpPr>
          <p:spPr>
            <a:xfrm>
              <a:off x="7299487" y="2193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2" name="pt32202"/>
            <p:cNvSpPr/>
            <p:nvPr/>
          </p:nvSpPr>
          <p:spPr>
            <a:xfrm>
              <a:off x="7168252" y="2017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3" name="pt32203"/>
            <p:cNvSpPr/>
            <p:nvPr/>
          </p:nvSpPr>
          <p:spPr>
            <a:xfrm>
              <a:off x="6785603" y="2271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4" name="pt32204"/>
            <p:cNvSpPr/>
            <p:nvPr/>
          </p:nvSpPr>
          <p:spPr>
            <a:xfrm>
              <a:off x="6887346" y="2178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5" name="pt32205"/>
            <p:cNvSpPr/>
            <p:nvPr/>
          </p:nvSpPr>
          <p:spPr>
            <a:xfrm>
              <a:off x="6596520" y="226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6" name="pt32206"/>
            <p:cNvSpPr/>
            <p:nvPr/>
          </p:nvSpPr>
          <p:spPr>
            <a:xfrm>
              <a:off x="7140177" y="1997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7" name="pt32207"/>
            <p:cNvSpPr/>
            <p:nvPr/>
          </p:nvSpPr>
          <p:spPr>
            <a:xfrm>
              <a:off x="6899878" y="2080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8" name="pt32208"/>
            <p:cNvSpPr/>
            <p:nvPr/>
          </p:nvSpPr>
          <p:spPr>
            <a:xfrm>
              <a:off x="7140290" y="1972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9" name="pt32209"/>
            <p:cNvSpPr/>
            <p:nvPr/>
          </p:nvSpPr>
          <p:spPr>
            <a:xfrm>
              <a:off x="6941730" y="201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0" name="pt32210"/>
            <p:cNvSpPr/>
            <p:nvPr/>
          </p:nvSpPr>
          <p:spPr>
            <a:xfrm>
              <a:off x="7070161" y="2114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1" name="pt32211"/>
            <p:cNvSpPr/>
            <p:nvPr/>
          </p:nvSpPr>
          <p:spPr>
            <a:xfrm>
              <a:off x="7132140" y="1980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2" name="pt32212"/>
            <p:cNvSpPr/>
            <p:nvPr/>
          </p:nvSpPr>
          <p:spPr>
            <a:xfrm>
              <a:off x="7141255" y="2016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3" name="pt32213"/>
            <p:cNvSpPr/>
            <p:nvPr/>
          </p:nvSpPr>
          <p:spPr>
            <a:xfrm>
              <a:off x="6902844" y="1976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4" name="pt32214"/>
            <p:cNvSpPr/>
            <p:nvPr/>
          </p:nvSpPr>
          <p:spPr>
            <a:xfrm>
              <a:off x="7125304" y="2091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5" name="pt32215"/>
            <p:cNvSpPr/>
            <p:nvPr/>
          </p:nvSpPr>
          <p:spPr>
            <a:xfrm>
              <a:off x="7372996" y="2624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6" name="pt32216"/>
            <p:cNvSpPr/>
            <p:nvPr/>
          </p:nvSpPr>
          <p:spPr>
            <a:xfrm>
              <a:off x="7090072" y="2160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7" name="pt32217"/>
            <p:cNvSpPr/>
            <p:nvPr/>
          </p:nvSpPr>
          <p:spPr>
            <a:xfrm>
              <a:off x="7226293" y="2039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8" name="pt32218"/>
            <p:cNvSpPr/>
            <p:nvPr/>
          </p:nvSpPr>
          <p:spPr>
            <a:xfrm>
              <a:off x="7205180" y="2107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9" name="pt32219"/>
            <p:cNvSpPr/>
            <p:nvPr/>
          </p:nvSpPr>
          <p:spPr>
            <a:xfrm>
              <a:off x="7224167" y="1957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0" name="pt32220"/>
            <p:cNvSpPr/>
            <p:nvPr/>
          </p:nvSpPr>
          <p:spPr>
            <a:xfrm>
              <a:off x="7077706" y="212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1" name="pt32221"/>
            <p:cNvSpPr/>
            <p:nvPr/>
          </p:nvSpPr>
          <p:spPr>
            <a:xfrm>
              <a:off x="7064305" y="2168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2" name="pt32222"/>
            <p:cNvSpPr/>
            <p:nvPr/>
          </p:nvSpPr>
          <p:spPr>
            <a:xfrm>
              <a:off x="7022235" y="1941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3" name="pt32223"/>
            <p:cNvSpPr/>
            <p:nvPr/>
          </p:nvSpPr>
          <p:spPr>
            <a:xfrm>
              <a:off x="7281954" y="1844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4" name="pt32224"/>
            <p:cNvSpPr/>
            <p:nvPr/>
          </p:nvSpPr>
          <p:spPr>
            <a:xfrm>
              <a:off x="7176155" y="2025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5" name="pt32225"/>
            <p:cNvSpPr/>
            <p:nvPr/>
          </p:nvSpPr>
          <p:spPr>
            <a:xfrm>
              <a:off x="6822942" y="1758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6" name="pt32226"/>
            <p:cNvSpPr/>
            <p:nvPr/>
          </p:nvSpPr>
          <p:spPr>
            <a:xfrm>
              <a:off x="7027076" y="2078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7" name="pt32227"/>
            <p:cNvSpPr/>
            <p:nvPr/>
          </p:nvSpPr>
          <p:spPr>
            <a:xfrm>
              <a:off x="7031343" y="2115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8" name="pt32228"/>
            <p:cNvSpPr/>
            <p:nvPr/>
          </p:nvSpPr>
          <p:spPr>
            <a:xfrm>
              <a:off x="7052278" y="212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9" name="pt32229"/>
            <p:cNvSpPr/>
            <p:nvPr/>
          </p:nvSpPr>
          <p:spPr>
            <a:xfrm>
              <a:off x="7074878" y="2094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0" name="pt32230"/>
            <p:cNvSpPr/>
            <p:nvPr/>
          </p:nvSpPr>
          <p:spPr>
            <a:xfrm>
              <a:off x="7146422" y="1943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1" name="pt32231"/>
            <p:cNvSpPr/>
            <p:nvPr/>
          </p:nvSpPr>
          <p:spPr>
            <a:xfrm>
              <a:off x="7077085" y="2169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2" name="pt32232"/>
            <p:cNvSpPr/>
            <p:nvPr/>
          </p:nvSpPr>
          <p:spPr>
            <a:xfrm>
              <a:off x="7233378" y="2044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3" name="pt32233"/>
            <p:cNvSpPr/>
            <p:nvPr/>
          </p:nvSpPr>
          <p:spPr>
            <a:xfrm>
              <a:off x="7334681" y="2340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4" name="pt32234"/>
            <p:cNvSpPr/>
            <p:nvPr/>
          </p:nvSpPr>
          <p:spPr>
            <a:xfrm>
              <a:off x="7127870" y="2149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5" name="pt32235"/>
            <p:cNvSpPr/>
            <p:nvPr/>
          </p:nvSpPr>
          <p:spPr>
            <a:xfrm>
              <a:off x="6995915" y="2293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6" name="pt32236"/>
            <p:cNvSpPr/>
            <p:nvPr/>
          </p:nvSpPr>
          <p:spPr>
            <a:xfrm>
              <a:off x="7042229" y="2124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7" name="pt32237"/>
            <p:cNvSpPr/>
            <p:nvPr/>
          </p:nvSpPr>
          <p:spPr>
            <a:xfrm>
              <a:off x="7231722" y="2200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8" name="pt32238"/>
            <p:cNvSpPr/>
            <p:nvPr/>
          </p:nvSpPr>
          <p:spPr>
            <a:xfrm>
              <a:off x="6980729" y="2298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9" name="pt32239"/>
            <p:cNvSpPr/>
            <p:nvPr/>
          </p:nvSpPr>
          <p:spPr>
            <a:xfrm>
              <a:off x="7139184" y="2031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0" name="pt32240"/>
            <p:cNvSpPr/>
            <p:nvPr/>
          </p:nvSpPr>
          <p:spPr>
            <a:xfrm>
              <a:off x="7142831" y="2044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1" name="pt32241"/>
            <p:cNvSpPr/>
            <p:nvPr/>
          </p:nvSpPr>
          <p:spPr>
            <a:xfrm>
              <a:off x="7060575" y="2122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2" name="pt32242"/>
            <p:cNvSpPr/>
            <p:nvPr/>
          </p:nvSpPr>
          <p:spPr>
            <a:xfrm>
              <a:off x="7322933" y="2492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3" name="pt32243"/>
            <p:cNvSpPr/>
            <p:nvPr/>
          </p:nvSpPr>
          <p:spPr>
            <a:xfrm>
              <a:off x="6986494" y="2202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4" name="pt32244"/>
            <p:cNvSpPr/>
            <p:nvPr/>
          </p:nvSpPr>
          <p:spPr>
            <a:xfrm>
              <a:off x="7149424" y="2119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5" name="pt32245"/>
            <p:cNvSpPr/>
            <p:nvPr/>
          </p:nvSpPr>
          <p:spPr>
            <a:xfrm>
              <a:off x="7346973" y="2106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6" name="pt32246"/>
            <p:cNvSpPr/>
            <p:nvPr/>
          </p:nvSpPr>
          <p:spPr>
            <a:xfrm>
              <a:off x="7007685" y="1786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7" name="pt32247"/>
            <p:cNvSpPr/>
            <p:nvPr/>
          </p:nvSpPr>
          <p:spPr>
            <a:xfrm>
              <a:off x="7285263" y="2029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8" name="pt32248"/>
            <p:cNvSpPr/>
            <p:nvPr/>
          </p:nvSpPr>
          <p:spPr>
            <a:xfrm>
              <a:off x="7212260" y="2136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9" name="pt32249"/>
            <p:cNvSpPr/>
            <p:nvPr/>
          </p:nvSpPr>
          <p:spPr>
            <a:xfrm>
              <a:off x="7048524" y="2162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0" name="pt32250"/>
            <p:cNvSpPr/>
            <p:nvPr/>
          </p:nvSpPr>
          <p:spPr>
            <a:xfrm>
              <a:off x="7023840" y="2035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1" name="pt32251"/>
            <p:cNvSpPr/>
            <p:nvPr/>
          </p:nvSpPr>
          <p:spPr>
            <a:xfrm>
              <a:off x="7005737" y="1669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2" name="pt32252"/>
            <p:cNvSpPr/>
            <p:nvPr/>
          </p:nvSpPr>
          <p:spPr>
            <a:xfrm>
              <a:off x="6682197" y="2098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3" name="pt32253"/>
            <p:cNvSpPr/>
            <p:nvPr/>
          </p:nvSpPr>
          <p:spPr>
            <a:xfrm>
              <a:off x="7139124" y="1989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4" name="pt32254"/>
            <p:cNvSpPr/>
            <p:nvPr/>
          </p:nvSpPr>
          <p:spPr>
            <a:xfrm>
              <a:off x="6680932" y="2236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5" name="pt32255"/>
            <p:cNvSpPr/>
            <p:nvPr/>
          </p:nvSpPr>
          <p:spPr>
            <a:xfrm>
              <a:off x="7038201" y="2239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6" name="pt32256"/>
            <p:cNvSpPr/>
            <p:nvPr/>
          </p:nvSpPr>
          <p:spPr>
            <a:xfrm>
              <a:off x="6923161" y="2057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7" name="pt32257"/>
            <p:cNvSpPr/>
            <p:nvPr/>
          </p:nvSpPr>
          <p:spPr>
            <a:xfrm>
              <a:off x="7088256" y="2213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8" name="pt32258"/>
            <p:cNvSpPr/>
            <p:nvPr/>
          </p:nvSpPr>
          <p:spPr>
            <a:xfrm>
              <a:off x="7113756" y="1932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9" name="pt32259"/>
            <p:cNvSpPr/>
            <p:nvPr/>
          </p:nvSpPr>
          <p:spPr>
            <a:xfrm>
              <a:off x="7192568" y="2202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0" name="pt32260"/>
            <p:cNvSpPr/>
            <p:nvPr/>
          </p:nvSpPr>
          <p:spPr>
            <a:xfrm>
              <a:off x="7078672" y="2144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1" name="pt32261"/>
            <p:cNvSpPr/>
            <p:nvPr/>
          </p:nvSpPr>
          <p:spPr>
            <a:xfrm>
              <a:off x="7139306" y="2055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2" name="pt32262"/>
            <p:cNvSpPr/>
            <p:nvPr/>
          </p:nvSpPr>
          <p:spPr>
            <a:xfrm>
              <a:off x="6919450" y="1942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3" name="pt32263"/>
            <p:cNvSpPr/>
            <p:nvPr/>
          </p:nvSpPr>
          <p:spPr>
            <a:xfrm>
              <a:off x="7259037" y="2017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4" name="pt32264"/>
            <p:cNvSpPr/>
            <p:nvPr/>
          </p:nvSpPr>
          <p:spPr>
            <a:xfrm>
              <a:off x="7287741" y="1966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5" name="pt32265"/>
            <p:cNvSpPr/>
            <p:nvPr/>
          </p:nvSpPr>
          <p:spPr>
            <a:xfrm>
              <a:off x="6727640" y="2829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6" name="pt32266"/>
            <p:cNvSpPr/>
            <p:nvPr/>
          </p:nvSpPr>
          <p:spPr>
            <a:xfrm>
              <a:off x="6860692" y="2056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7" name="pt32267"/>
            <p:cNvSpPr/>
            <p:nvPr/>
          </p:nvSpPr>
          <p:spPr>
            <a:xfrm>
              <a:off x="7186611" y="1706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8" name="pt32268"/>
            <p:cNvSpPr/>
            <p:nvPr/>
          </p:nvSpPr>
          <p:spPr>
            <a:xfrm>
              <a:off x="7064084" y="2075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9" name="pt32269"/>
            <p:cNvSpPr/>
            <p:nvPr/>
          </p:nvSpPr>
          <p:spPr>
            <a:xfrm>
              <a:off x="6998038" y="225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0" name="pt32270"/>
            <p:cNvSpPr/>
            <p:nvPr/>
          </p:nvSpPr>
          <p:spPr>
            <a:xfrm>
              <a:off x="7105839" y="2027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1" name="pt32271"/>
            <p:cNvSpPr/>
            <p:nvPr/>
          </p:nvSpPr>
          <p:spPr>
            <a:xfrm>
              <a:off x="7218248" y="1884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2" name="pt32272"/>
            <p:cNvSpPr/>
            <p:nvPr/>
          </p:nvSpPr>
          <p:spPr>
            <a:xfrm>
              <a:off x="7039971" y="2202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3" name="pt32273"/>
            <p:cNvSpPr/>
            <p:nvPr/>
          </p:nvSpPr>
          <p:spPr>
            <a:xfrm>
              <a:off x="7026058" y="2022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4" name="pt32274"/>
            <p:cNvSpPr/>
            <p:nvPr/>
          </p:nvSpPr>
          <p:spPr>
            <a:xfrm>
              <a:off x="7241621" y="1952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5" name="pt32275"/>
            <p:cNvSpPr/>
            <p:nvPr/>
          </p:nvSpPr>
          <p:spPr>
            <a:xfrm>
              <a:off x="6767356" y="2042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6" name="pt32276"/>
            <p:cNvSpPr/>
            <p:nvPr/>
          </p:nvSpPr>
          <p:spPr>
            <a:xfrm>
              <a:off x="7019588" y="2109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7" name="pt32277"/>
            <p:cNvSpPr/>
            <p:nvPr/>
          </p:nvSpPr>
          <p:spPr>
            <a:xfrm>
              <a:off x="7025369" y="2070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8" name="pt32278"/>
            <p:cNvSpPr/>
            <p:nvPr/>
          </p:nvSpPr>
          <p:spPr>
            <a:xfrm>
              <a:off x="6975869" y="2068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9" name="pt32279"/>
            <p:cNvSpPr/>
            <p:nvPr/>
          </p:nvSpPr>
          <p:spPr>
            <a:xfrm>
              <a:off x="7113346" y="1979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0" name="pt32280"/>
            <p:cNvSpPr/>
            <p:nvPr/>
          </p:nvSpPr>
          <p:spPr>
            <a:xfrm>
              <a:off x="7293479" y="2146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1" name="pt32281"/>
            <p:cNvSpPr/>
            <p:nvPr/>
          </p:nvSpPr>
          <p:spPr>
            <a:xfrm>
              <a:off x="7075793" y="2090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2" name="pt32282"/>
            <p:cNvSpPr/>
            <p:nvPr/>
          </p:nvSpPr>
          <p:spPr>
            <a:xfrm>
              <a:off x="7109353" y="2020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3" name="pt32283"/>
            <p:cNvSpPr/>
            <p:nvPr/>
          </p:nvSpPr>
          <p:spPr>
            <a:xfrm>
              <a:off x="6828827" y="1748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4" name="pt32284"/>
            <p:cNvSpPr/>
            <p:nvPr/>
          </p:nvSpPr>
          <p:spPr>
            <a:xfrm>
              <a:off x="7286169" y="2014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5" name="pt32285"/>
            <p:cNvSpPr/>
            <p:nvPr/>
          </p:nvSpPr>
          <p:spPr>
            <a:xfrm>
              <a:off x="6989461" y="2290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6" name="pt32286"/>
            <p:cNvSpPr/>
            <p:nvPr/>
          </p:nvSpPr>
          <p:spPr>
            <a:xfrm>
              <a:off x="6995639" y="2288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7" name="pt32287"/>
            <p:cNvSpPr/>
            <p:nvPr/>
          </p:nvSpPr>
          <p:spPr>
            <a:xfrm>
              <a:off x="7189478" y="2273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8" name="pt32288"/>
            <p:cNvSpPr/>
            <p:nvPr/>
          </p:nvSpPr>
          <p:spPr>
            <a:xfrm>
              <a:off x="7097218" y="2261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9" name="pt32289"/>
            <p:cNvSpPr/>
            <p:nvPr/>
          </p:nvSpPr>
          <p:spPr>
            <a:xfrm>
              <a:off x="7024818" y="2040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0" name="pt32290"/>
            <p:cNvSpPr/>
            <p:nvPr/>
          </p:nvSpPr>
          <p:spPr>
            <a:xfrm>
              <a:off x="7195467" y="2096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1" name="pt32291"/>
            <p:cNvSpPr/>
            <p:nvPr/>
          </p:nvSpPr>
          <p:spPr>
            <a:xfrm>
              <a:off x="6920456" y="1982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2" name="pt32292"/>
            <p:cNvSpPr/>
            <p:nvPr/>
          </p:nvSpPr>
          <p:spPr>
            <a:xfrm>
              <a:off x="6996647" y="2286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3" name="pt32293"/>
            <p:cNvSpPr/>
            <p:nvPr/>
          </p:nvSpPr>
          <p:spPr>
            <a:xfrm>
              <a:off x="7321025" y="2657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4" name="pt32294"/>
            <p:cNvSpPr/>
            <p:nvPr/>
          </p:nvSpPr>
          <p:spPr>
            <a:xfrm>
              <a:off x="6796656" y="2339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5" name="pt32295"/>
            <p:cNvSpPr/>
            <p:nvPr/>
          </p:nvSpPr>
          <p:spPr>
            <a:xfrm>
              <a:off x="7257216" y="1931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6" name="pt32296"/>
            <p:cNvSpPr/>
            <p:nvPr/>
          </p:nvSpPr>
          <p:spPr>
            <a:xfrm>
              <a:off x="7231867" y="2065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7" name="pt32297"/>
            <p:cNvSpPr/>
            <p:nvPr/>
          </p:nvSpPr>
          <p:spPr>
            <a:xfrm>
              <a:off x="6950511" y="1879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8" name="pt32298"/>
            <p:cNvSpPr/>
            <p:nvPr/>
          </p:nvSpPr>
          <p:spPr>
            <a:xfrm>
              <a:off x="7043867" y="2146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9" name="pt32299"/>
            <p:cNvSpPr/>
            <p:nvPr/>
          </p:nvSpPr>
          <p:spPr>
            <a:xfrm>
              <a:off x="7695962" y="2375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0" name="pt32300"/>
            <p:cNvSpPr/>
            <p:nvPr/>
          </p:nvSpPr>
          <p:spPr>
            <a:xfrm>
              <a:off x="7198844" y="2096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1" name="pt32301"/>
            <p:cNvSpPr/>
            <p:nvPr/>
          </p:nvSpPr>
          <p:spPr>
            <a:xfrm>
              <a:off x="7146899" y="2038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2" name="pt32302"/>
            <p:cNvSpPr/>
            <p:nvPr/>
          </p:nvSpPr>
          <p:spPr>
            <a:xfrm>
              <a:off x="7021518" y="2058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3" name="pt32303"/>
            <p:cNvSpPr/>
            <p:nvPr/>
          </p:nvSpPr>
          <p:spPr>
            <a:xfrm>
              <a:off x="7101932" y="2153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4" name="pt32304"/>
            <p:cNvSpPr/>
            <p:nvPr/>
          </p:nvSpPr>
          <p:spPr>
            <a:xfrm>
              <a:off x="6884255" y="2012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5" name="pt32305"/>
            <p:cNvSpPr/>
            <p:nvPr/>
          </p:nvSpPr>
          <p:spPr>
            <a:xfrm>
              <a:off x="7046461" y="2154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6" name="pt32306"/>
            <p:cNvSpPr/>
            <p:nvPr/>
          </p:nvSpPr>
          <p:spPr>
            <a:xfrm>
              <a:off x="7086627" y="2138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7" name="pt32307"/>
            <p:cNvSpPr/>
            <p:nvPr/>
          </p:nvSpPr>
          <p:spPr>
            <a:xfrm>
              <a:off x="7074569" y="2167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8" name="pt32308"/>
            <p:cNvSpPr/>
            <p:nvPr/>
          </p:nvSpPr>
          <p:spPr>
            <a:xfrm>
              <a:off x="7228691" y="2057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9" name="pt32309"/>
            <p:cNvSpPr/>
            <p:nvPr/>
          </p:nvSpPr>
          <p:spPr>
            <a:xfrm>
              <a:off x="7206665" y="1954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0" name="pt32310"/>
            <p:cNvSpPr/>
            <p:nvPr/>
          </p:nvSpPr>
          <p:spPr>
            <a:xfrm>
              <a:off x="7130674" y="2133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1" name="pt32311"/>
            <p:cNvSpPr/>
            <p:nvPr/>
          </p:nvSpPr>
          <p:spPr>
            <a:xfrm>
              <a:off x="7231907" y="2109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2" name="pt32312"/>
            <p:cNvSpPr/>
            <p:nvPr/>
          </p:nvSpPr>
          <p:spPr>
            <a:xfrm>
              <a:off x="7048891" y="2199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3" name="pt32313"/>
            <p:cNvSpPr/>
            <p:nvPr/>
          </p:nvSpPr>
          <p:spPr>
            <a:xfrm>
              <a:off x="7030799" y="2156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4" name="pt32314"/>
            <p:cNvSpPr/>
            <p:nvPr/>
          </p:nvSpPr>
          <p:spPr>
            <a:xfrm>
              <a:off x="7032919" y="2048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5" name="pt32315"/>
            <p:cNvSpPr/>
            <p:nvPr/>
          </p:nvSpPr>
          <p:spPr>
            <a:xfrm>
              <a:off x="7077614" y="2097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6" name="pt32316"/>
            <p:cNvSpPr/>
            <p:nvPr/>
          </p:nvSpPr>
          <p:spPr>
            <a:xfrm>
              <a:off x="7012679" y="2105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7" name="pt32317"/>
            <p:cNvSpPr/>
            <p:nvPr/>
          </p:nvSpPr>
          <p:spPr>
            <a:xfrm>
              <a:off x="7020396" y="2113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8" name="pt32318"/>
            <p:cNvSpPr/>
            <p:nvPr/>
          </p:nvSpPr>
          <p:spPr>
            <a:xfrm>
              <a:off x="7037730" y="2267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9" name="pt32319"/>
            <p:cNvSpPr/>
            <p:nvPr/>
          </p:nvSpPr>
          <p:spPr>
            <a:xfrm>
              <a:off x="7184493" y="1867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0" name="pt32320"/>
            <p:cNvSpPr/>
            <p:nvPr/>
          </p:nvSpPr>
          <p:spPr>
            <a:xfrm>
              <a:off x="6907384" y="2065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1" name="pt32321"/>
            <p:cNvSpPr/>
            <p:nvPr/>
          </p:nvSpPr>
          <p:spPr>
            <a:xfrm>
              <a:off x="6733469" y="2544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2" name="pt32322"/>
            <p:cNvSpPr/>
            <p:nvPr/>
          </p:nvSpPr>
          <p:spPr>
            <a:xfrm>
              <a:off x="7008630" y="2086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3" name="pt32323"/>
            <p:cNvSpPr/>
            <p:nvPr/>
          </p:nvSpPr>
          <p:spPr>
            <a:xfrm>
              <a:off x="6988450" y="2180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4" name="pt32324"/>
            <p:cNvSpPr/>
            <p:nvPr/>
          </p:nvSpPr>
          <p:spPr>
            <a:xfrm>
              <a:off x="7220699" y="2152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5" name="pt32325"/>
            <p:cNvSpPr/>
            <p:nvPr/>
          </p:nvSpPr>
          <p:spPr>
            <a:xfrm>
              <a:off x="7031339" y="2180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6" name="pt32326"/>
            <p:cNvSpPr/>
            <p:nvPr/>
          </p:nvSpPr>
          <p:spPr>
            <a:xfrm>
              <a:off x="6808736" y="2109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7" name="pt32327"/>
            <p:cNvSpPr/>
            <p:nvPr/>
          </p:nvSpPr>
          <p:spPr>
            <a:xfrm>
              <a:off x="7086459" y="2197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8" name="pt32328"/>
            <p:cNvSpPr/>
            <p:nvPr/>
          </p:nvSpPr>
          <p:spPr>
            <a:xfrm>
              <a:off x="7054625" y="2011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9" name="pt32329"/>
            <p:cNvSpPr/>
            <p:nvPr/>
          </p:nvSpPr>
          <p:spPr>
            <a:xfrm>
              <a:off x="7130268" y="2121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0" name="pt32330"/>
            <p:cNvSpPr/>
            <p:nvPr/>
          </p:nvSpPr>
          <p:spPr>
            <a:xfrm>
              <a:off x="7134764" y="2011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1" name="pt32331"/>
            <p:cNvSpPr/>
            <p:nvPr/>
          </p:nvSpPr>
          <p:spPr>
            <a:xfrm>
              <a:off x="7160435" y="2213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2" name="pt32332"/>
            <p:cNvSpPr/>
            <p:nvPr/>
          </p:nvSpPr>
          <p:spPr>
            <a:xfrm>
              <a:off x="7182114" y="1960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3" name="pt32333"/>
            <p:cNvSpPr/>
            <p:nvPr/>
          </p:nvSpPr>
          <p:spPr>
            <a:xfrm>
              <a:off x="7115033" y="1955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4" name="pt32334"/>
            <p:cNvSpPr/>
            <p:nvPr/>
          </p:nvSpPr>
          <p:spPr>
            <a:xfrm>
              <a:off x="7140279" y="2013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5" name="pt32335"/>
            <p:cNvSpPr/>
            <p:nvPr/>
          </p:nvSpPr>
          <p:spPr>
            <a:xfrm>
              <a:off x="6848430" y="2256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6" name="pt32336"/>
            <p:cNvSpPr/>
            <p:nvPr/>
          </p:nvSpPr>
          <p:spPr>
            <a:xfrm>
              <a:off x="6919512" y="2005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7" name="pt32337"/>
            <p:cNvSpPr/>
            <p:nvPr/>
          </p:nvSpPr>
          <p:spPr>
            <a:xfrm>
              <a:off x="7101522" y="2055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8" name="pt32338"/>
            <p:cNvSpPr/>
            <p:nvPr/>
          </p:nvSpPr>
          <p:spPr>
            <a:xfrm>
              <a:off x="7188538" y="2202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9" name="pt32339"/>
            <p:cNvSpPr/>
            <p:nvPr/>
          </p:nvSpPr>
          <p:spPr>
            <a:xfrm>
              <a:off x="7410403" y="2508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0" name="pt32340"/>
            <p:cNvSpPr/>
            <p:nvPr/>
          </p:nvSpPr>
          <p:spPr>
            <a:xfrm>
              <a:off x="7140142" y="2061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1" name="pt32341"/>
            <p:cNvSpPr/>
            <p:nvPr/>
          </p:nvSpPr>
          <p:spPr>
            <a:xfrm>
              <a:off x="7275997" y="1878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2" name="pt32342"/>
            <p:cNvSpPr/>
            <p:nvPr/>
          </p:nvSpPr>
          <p:spPr>
            <a:xfrm>
              <a:off x="6894819" y="2019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3" name="pt32343"/>
            <p:cNvSpPr/>
            <p:nvPr/>
          </p:nvSpPr>
          <p:spPr>
            <a:xfrm>
              <a:off x="6953592" y="1695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4" name="pt32344"/>
            <p:cNvSpPr/>
            <p:nvPr/>
          </p:nvSpPr>
          <p:spPr>
            <a:xfrm>
              <a:off x="7141127" y="2083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5" name="pt32345"/>
            <p:cNvSpPr/>
            <p:nvPr/>
          </p:nvSpPr>
          <p:spPr>
            <a:xfrm>
              <a:off x="7078731" y="2131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6" name="pt32346"/>
            <p:cNvSpPr/>
            <p:nvPr/>
          </p:nvSpPr>
          <p:spPr>
            <a:xfrm>
              <a:off x="7052022" y="2134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7" name="pt32347"/>
            <p:cNvSpPr/>
            <p:nvPr/>
          </p:nvSpPr>
          <p:spPr>
            <a:xfrm>
              <a:off x="7088023" y="2204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8" name="pt32348"/>
            <p:cNvSpPr/>
            <p:nvPr/>
          </p:nvSpPr>
          <p:spPr>
            <a:xfrm>
              <a:off x="6880837" y="2196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9" name="pt32349"/>
            <p:cNvSpPr/>
            <p:nvPr/>
          </p:nvSpPr>
          <p:spPr>
            <a:xfrm>
              <a:off x="7206108" y="1994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0" name="pt32350"/>
            <p:cNvSpPr/>
            <p:nvPr/>
          </p:nvSpPr>
          <p:spPr>
            <a:xfrm>
              <a:off x="7138674" y="1927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1" name="pt32351"/>
            <p:cNvSpPr/>
            <p:nvPr/>
          </p:nvSpPr>
          <p:spPr>
            <a:xfrm>
              <a:off x="7247227" y="2058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2" name="pt32352"/>
            <p:cNvSpPr/>
            <p:nvPr/>
          </p:nvSpPr>
          <p:spPr>
            <a:xfrm>
              <a:off x="6964528" y="2013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3" name="pt32353"/>
            <p:cNvSpPr/>
            <p:nvPr/>
          </p:nvSpPr>
          <p:spPr>
            <a:xfrm>
              <a:off x="7099263" y="2327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4" name="pt32354"/>
            <p:cNvSpPr/>
            <p:nvPr/>
          </p:nvSpPr>
          <p:spPr>
            <a:xfrm>
              <a:off x="6996816" y="2217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5" name="pt32355"/>
            <p:cNvSpPr/>
            <p:nvPr/>
          </p:nvSpPr>
          <p:spPr>
            <a:xfrm>
              <a:off x="7058993" y="2097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6" name="pt32356"/>
            <p:cNvSpPr/>
            <p:nvPr/>
          </p:nvSpPr>
          <p:spPr>
            <a:xfrm>
              <a:off x="7412059" y="2437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7" name="pt32357"/>
            <p:cNvSpPr/>
            <p:nvPr/>
          </p:nvSpPr>
          <p:spPr>
            <a:xfrm>
              <a:off x="7088734" y="2108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8" name="pt32358"/>
            <p:cNvSpPr/>
            <p:nvPr/>
          </p:nvSpPr>
          <p:spPr>
            <a:xfrm>
              <a:off x="7099307" y="2345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9" name="pt32359"/>
            <p:cNvSpPr/>
            <p:nvPr/>
          </p:nvSpPr>
          <p:spPr>
            <a:xfrm>
              <a:off x="7158722" y="2116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0" name="pt32360"/>
            <p:cNvSpPr/>
            <p:nvPr/>
          </p:nvSpPr>
          <p:spPr>
            <a:xfrm>
              <a:off x="7319558" y="2499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1" name="pt32361"/>
            <p:cNvSpPr/>
            <p:nvPr/>
          </p:nvSpPr>
          <p:spPr>
            <a:xfrm>
              <a:off x="7192733" y="2167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2" name="pt32362"/>
            <p:cNvSpPr/>
            <p:nvPr/>
          </p:nvSpPr>
          <p:spPr>
            <a:xfrm>
              <a:off x="7109400" y="2104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3" name="pt32363"/>
            <p:cNvSpPr/>
            <p:nvPr/>
          </p:nvSpPr>
          <p:spPr>
            <a:xfrm>
              <a:off x="6982816" y="2326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4" name="pt32364"/>
            <p:cNvSpPr/>
            <p:nvPr/>
          </p:nvSpPr>
          <p:spPr>
            <a:xfrm>
              <a:off x="7096108" y="2319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5" name="pt32365"/>
            <p:cNvSpPr/>
            <p:nvPr/>
          </p:nvSpPr>
          <p:spPr>
            <a:xfrm>
              <a:off x="6794483" y="1994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6" name="pt32366"/>
            <p:cNvSpPr/>
            <p:nvPr/>
          </p:nvSpPr>
          <p:spPr>
            <a:xfrm>
              <a:off x="7154454" y="2164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7" name="pt32367"/>
            <p:cNvSpPr/>
            <p:nvPr/>
          </p:nvSpPr>
          <p:spPr>
            <a:xfrm>
              <a:off x="7050302" y="2156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8" name="pt32368"/>
            <p:cNvSpPr/>
            <p:nvPr/>
          </p:nvSpPr>
          <p:spPr>
            <a:xfrm>
              <a:off x="7202621" y="2084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9" name="pt32369"/>
            <p:cNvSpPr/>
            <p:nvPr/>
          </p:nvSpPr>
          <p:spPr>
            <a:xfrm>
              <a:off x="7272850" y="1994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0" name="pt32370"/>
            <p:cNvSpPr/>
            <p:nvPr/>
          </p:nvSpPr>
          <p:spPr>
            <a:xfrm>
              <a:off x="7315763" y="2661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1" name="pt32371"/>
            <p:cNvSpPr/>
            <p:nvPr/>
          </p:nvSpPr>
          <p:spPr>
            <a:xfrm>
              <a:off x="7006417" y="1835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2" name="pt32372"/>
            <p:cNvSpPr/>
            <p:nvPr/>
          </p:nvSpPr>
          <p:spPr>
            <a:xfrm>
              <a:off x="7221120" y="2003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3" name="pt32373"/>
            <p:cNvSpPr/>
            <p:nvPr/>
          </p:nvSpPr>
          <p:spPr>
            <a:xfrm>
              <a:off x="6862832" y="2130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4" name="pt32374"/>
            <p:cNvSpPr/>
            <p:nvPr/>
          </p:nvSpPr>
          <p:spPr>
            <a:xfrm>
              <a:off x="7050410" y="2159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5" name="pt32375"/>
            <p:cNvSpPr/>
            <p:nvPr/>
          </p:nvSpPr>
          <p:spPr>
            <a:xfrm>
              <a:off x="6960581" y="2070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6" name="pt32376"/>
            <p:cNvSpPr/>
            <p:nvPr/>
          </p:nvSpPr>
          <p:spPr>
            <a:xfrm>
              <a:off x="6715337" y="2559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7" name="pt32377"/>
            <p:cNvSpPr/>
            <p:nvPr/>
          </p:nvSpPr>
          <p:spPr>
            <a:xfrm>
              <a:off x="7247105" y="1978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8" name="pt32378"/>
            <p:cNvSpPr/>
            <p:nvPr/>
          </p:nvSpPr>
          <p:spPr>
            <a:xfrm>
              <a:off x="6939029" y="2070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9" name="pt32379"/>
            <p:cNvSpPr/>
            <p:nvPr/>
          </p:nvSpPr>
          <p:spPr>
            <a:xfrm>
              <a:off x="7058170" y="212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0" name="pt32380"/>
            <p:cNvSpPr/>
            <p:nvPr/>
          </p:nvSpPr>
          <p:spPr>
            <a:xfrm>
              <a:off x="7177299" y="1922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1" name="pt32381"/>
            <p:cNvSpPr/>
            <p:nvPr/>
          </p:nvSpPr>
          <p:spPr>
            <a:xfrm>
              <a:off x="7157833" y="2162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2" name="pt32382"/>
            <p:cNvSpPr/>
            <p:nvPr/>
          </p:nvSpPr>
          <p:spPr>
            <a:xfrm>
              <a:off x="7208057" y="2078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3" name="pt32383"/>
            <p:cNvSpPr/>
            <p:nvPr/>
          </p:nvSpPr>
          <p:spPr>
            <a:xfrm>
              <a:off x="6786178" y="2106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4" name="pt32384"/>
            <p:cNvSpPr/>
            <p:nvPr/>
          </p:nvSpPr>
          <p:spPr>
            <a:xfrm>
              <a:off x="7069962" y="2173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5" name="pt32385"/>
            <p:cNvSpPr/>
            <p:nvPr/>
          </p:nvSpPr>
          <p:spPr>
            <a:xfrm>
              <a:off x="6925537" y="189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6" name="pt32386"/>
            <p:cNvSpPr/>
            <p:nvPr/>
          </p:nvSpPr>
          <p:spPr>
            <a:xfrm>
              <a:off x="7100461" y="2349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7" name="pt32387"/>
            <p:cNvSpPr/>
            <p:nvPr/>
          </p:nvSpPr>
          <p:spPr>
            <a:xfrm>
              <a:off x="7220339" y="2110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8" name="pt32388"/>
            <p:cNvSpPr/>
            <p:nvPr/>
          </p:nvSpPr>
          <p:spPr>
            <a:xfrm>
              <a:off x="6850705" y="2135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9" name="pt32389"/>
            <p:cNvSpPr/>
            <p:nvPr/>
          </p:nvSpPr>
          <p:spPr>
            <a:xfrm>
              <a:off x="7367751" y="2748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0" name="pt32390"/>
            <p:cNvSpPr/>
            <p:nvPr/>
          </p:nvSpPr>
          <p:spPr>
            <a:xfrm>
              <a:off x="7062031" y="2150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1" name="pt32391"/>
            <p:cNvSpPr/>
            <p:nvPr/>
          </p:nvSpPr>
          <p:spPr>
            <a:xfrm>
              <a:off x="6997870" y="2193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2" name="pt32392"/>
            <p:cNvSpPr/>
            <p:nvPr/>
          </p:nvSpPr>
          <p:spPr>
            <a:xfrm>
              <a:off x="6859782" y="1983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3" name="pt32393"/>
            <p:cNvSpPr/>
            <p:nvPr/>
          </p:nvSpPr>
          <p:spPr>
            <a:xfrm>
              <a:off x="6985225" y="2153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4" name="pt32394"/>
            <p:cNvSpPr/>
            <p:nvPr/>
          </p:nvSpPr>
          <p:spPr>
            <a:xfrm>
              <a:off x="6985040" y="2213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5" name="pt32395"/>
            <p:cNvSpPr/>
            <p:nvPr/>
          </p:nvSpPr>
          <p:spPr>
            <a:xfrm>
              <a:off x="7010394" y="2097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6" name="pt32396"/>
            <p:cNvSpPr/>
            <p:nvPr/>
          </p:nvSpPr>
          <p:spPr>
            <a:xfrm>
              <a:off x="7038653" y="2256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7" name="pt32397"/>
            <p:cNvSpPr/>
            <p:nvPr/>
          </p:nvSpPr>
          <p:spPr>
            <a:xfrm>
              <a:off x="7582263" y="2345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8" name="pt32398"/>
            <p:cNvSpPr/>
            <p:nvPr/>
          </p:nvSpPr>
          <p:spPr>
            <a:xfrm>
              <a:off x="6988176" y="2193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9" name="pt32399"/>
            <p:cNvSpPr/>
            <p:nvPr/>
          </p:nvSpPr>
          <p:spPr>
            <a:xfrm>
              <a:off x="7057945" y="2074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0" name="pt32400"/>
            <p:cNvSpPr/>
            <p:nvPr/>
          </p:nvSpPr>
          <p:spPr>
            <a:xfrm>
              <a:off x="7174265" y="1936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1" name="pt32401"/>
            <p:cNvSpPr/>
            <p:nvPr/>
          </p:nvSpPr>
          <p:spPr>
            <a:xfrm>
              <a:off x="7202415" y="1943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2" name="pt32402"/>
            <p:cNvSpPr/>
            <p:nvPr/>
          </p:nvSpPr>
          <p:spPr>
            <a:xfrm>
              <a:off x="7046322" y="2147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3" name="pt32403"/>
            <p:cNvSpPr/>
            <p:nvPr/>
          </p:nvSpPr>
          <p:spPr>
            <a:xfrm>
              <a:off x="7118767" y="1976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4" name="pt32404"/>
            <p:cNvSpPr/>
            <p:nvPr/>
          </p:nvSpPr>
          <p:spPr>
            <a:xfrm>
              <a:off x="6848524" y="2255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5" name="pt32405"/>
            <p:cNvSpPr/>
            <p:nvPr/>
          </p:nvSpPr>
          <p:spPr>
            <a:xfrm>
              <a:off x="7287571" y="2170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6" name="pt32406"/>
            <p:cNvSpPr/>
            <p:nvPr/>
          </p:nvSpPr>
          <p:spPr>
            <a:xfrm>
              <a:off x="6837015" y="1500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7" name="pt32407"/>
            <p:cNvSpPr/>
            <p:nvPr/>
          </p:nvSpPr>
          <p:spPr>
            <a:xfrm>
              <a:off x="7011467" y="1932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8" name="pt32408"/>
            <p:cNvSpPr/>
            <p:nvPr/>
          </p:nvSpPr>
          <p:spPr>
            <a:xfrm>
              <a:off x="6989018" y="2234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9" name="pt32409"/>
            <p:cNvSpPr/>
            <p:nvPr/>
          </p:nvSpPr>
          <p:spPr>
            <a:xfrm>
              <a:off x="7148928" y="2177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0" name="pt32410"/>
            <p:cNvSpPr/>
            <p:nvPr/>
          </p:nvSpPr>
          <p:spPr>
            <a:xfrm>
              <a:off x="6876911" y="2129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1" name="pt32411"/>
            <p:cNvSpPr/>
            <p:nvPr/>
          </p:nvSpPr>
          <p:spPr>
            <a:xfrm>
              <a:off x="7227580" y="1935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2" name="pt32412"/>
            <p:cNvSpPr/>
            <p:nvPr/>
          </p:nvSpPr>
          <p:spPr>
            <a:xfrm>
              <a:off x="7026188" y="2047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3" name="pt32413"/>
            <p:cNvSpPr/>
            <p:nvPr/>
          </p:nvSpPr>
          <p:spPr>
            <a:xfrm>
              <a:off x="7139154" y="2032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4" name="pt32414"/>
            <p:cNvSpPr/>
            <p:nvPr/>
          </p:nvSpPr>
          <p:spPr>
            <a:xfrm>
              <a:off x="7039774" y="2114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5" name="pt32415"/>
            <p:cNvSpPr/>
            <p:nvPr/>
          </p:nvSpPr>
          <p:spPr>
            <a:xfrm>
              <a:off x="7292965" y="2189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6" name="pt32416"/>
            <p:cNvSpPr/>
            <p:nvPr/>
          </p:nvSpPr>
          <p:spPr>
            <a:xfrm>
              <a:off x="7154545" y="2207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7" name="pt32417"/>
            <p:cNvSpPr/>
            <p:nvPr/>
          </p:nvSpPr>
          <p:spPr>
            <a:xfrm>
              <a:off x="6802167" y="2228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8" name="pt32418"/>
            <p:cNvSpPr/>
            <p:nvPr/>
          </p:nvSpPr>
          <p:spPr>
            <a:xfrm>
              <a:off x="6902430" y="187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9" name="pt32419"/>
            <p:cNvSpPr/>
            <p:nvPr/>
          </p:nvSpPr>
          <p:spPr>
            <a:xfrm>
              <a:off x="7175576" y="2033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0" name="pt32420"/>
            <p:cNvSpPr/>
            <p:nvPr/>
          </p:nvSpPr>
          <p:spPr>
            <a:xfrm>
              <a:off x="7155489" y="2195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1" name="pt32421"/>
            <p:cNvSpPr/>
            <p:nvPr/>
          </p:nvSpPr>
          <p:spPr>
            <a:xfrm>
              <a:off x="6745605" y="2329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2" name="pt32422"/>
            <p:cNvSpPr/>
            <p:nvPr/>
          </p:nvSpPr>
          <p:spPr>
            <a:xfrm>
              <a:off x="7010579" y="2089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3" name="pt32423"/>
            <p:cNvSpPr/>
            <p:nvPr/>
          </p:nvSpPr>
          <p:spPr>
            <a:xfrm>
              <a:off x="7180352" y="201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4" name="pt32424"/>
            <p:cNvSpPr/>
            <p:nvPr/>
          </p:nvSpPr>
          <p:spPr>
            <a:xfrm>
              <a:off x="7262738" y="1983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5" name="pt32425"/>
            <p:cNvSpPr/>
            <p:nvPr/>
          </p:nvSpPr>
          <p:spPr>
            <a:xfrm>
              <a:off x="6958515" y="2059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6" name="pt32426"/>
            <p:cNvSpPr/>
            <p:nvPr/>
          </p:nvSpPr>
          <p:spPr>
            <a:xfrm>
              <a:off x="6917266" y="2024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7" name="pt32427"/>
            <p:cNvSpPr/>
            <p:nvPr/>
          </p:nvSpPr>
          <p:spPr>
            <a:xfrm>
              <a:off x="7065550" y="2198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8" name="pt32428"/>
            <p:cNvSpPr/>
            <p:nvPr/>
          </p:nvSpPr>
          <p:spPr>
            <a:xfrm>
              <a:off x="7117977" y="1973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9" name="pt32429"/>
            <p:cNvSpPr/>
            <p:nvPr/>
          </p:nvSpPr>
          <p:spPr>
            <a:xfrm>
              <a:off x="7065501" y="2061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0" name="pt32430"/>
            <p:cNvSpPr/>
            <p:nvPr/>
          </p:nvSpPr>
          <p:spPr>
            <a:xfrm>
              <a:off x="7274430" y="2003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1" name="pt32431"/>
            <p:cNvSpPr/>
            <p:nvPr/>
          </p:nvSpPr>
          <p:spPr>
            <a:xfrm>
              <a:off x="6793182" y="2122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2" name="pt32432"/>
            <p:cNvSpPr/>
            <p:nvPr/>
          </p:nvSpPr>
          <p:spPr>
            <a:xfrm>
              <a:off x="7221376" y="1990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3" name="pt32433"/>
            <p:cNvSpPr/>
            <p:nvPr/>
          </p:nvSpPr>
          <p:spPr>
            <a:xfrm>
              <a:off x="6814948" y="2238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4" name="pt32434"/>
            <p:cNvSpPr/>
            <p:nvPr/>
          </p:nvSpPr>
          <p:spPr>
            <a:xfrm>
              <a:off x="7182627" y="2144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5" name="pt32435"/>
            <p:cNvSpPr/>
            <p:nvPr/>
          </p:nvSpPr>
          <p:spPr>
            <a:xfrm>
              <a:off x="7179464" y="2142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6" name="pt32436"/>
            <p:cNvSpPr/>
            <p:nvPr/>
          </p:nvSpPr>
          <p:spPr>
            <a:xfrm>
              <a:off x="6874218" y="2206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7" name="pt32437"/>
            <p:cNvSpPr/>
            <p:nvPr/>
          </p:nvSpPr>
          <p:spPr>
            <a:xfrm>
              <a:off x="7299751" y="2201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8" name="pt32438"/>
            <p:cNvSpPr/>
            <p:nvPr/>
          </p:nvSpPr>
          <p:spPr>
            <a:xfrm>
              <a:off x="7212876" y="1953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9" name="pt32439"/>
            <p:cNvSpPr/>
            <p:nvPr/>
          </p:nvSpPr>
          <p:spPr>
            <a:xfrm>
              <a:off x="7191147" y="2228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0" name="pt32440"/>
            <p:cNvSpPr/>
            <p:nvPr/>
          </p:nvSpPr>
          <p:spPr>
            <a:xfrm>
              <a:off x="7025895" y="1908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1" name="pt32441"/>
            <p:cNvSpPr/>
            <p:nvPr/>
          </p:nvSpPr>
          <p:spPr>
            <a:xfrm>
              <a:off x="7365071" y="2660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2" name="pt32442"/>
            <p:cNvSpPr/>
            <p:nvPr/>
          </p:nvSpPr>
          <p:spPr>
            <a:xfrm>
              <a:off x="7249390" y="1972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3" name="pt32443"/>
            <p:cNvSpPr/>
            <p:nvPr/>
          </p:nvSpPr>
          <p:spPr>
            <a:xfrm>
              <a:off x="7046731" y="1906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4" name="pt32444"/>
            <p:cNvSpPr/>
            <p:nvPr/>
          </p:nvSpPr>
          <p:spPr>
            <a:xfrm>
              <a:off x="7322798" y="2374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5" name="pt32445"/>
            <p:cNvSpPr/>
            <p:nvPr/>
          </p:nvSpPr>
          <p:spPr>
            <a:xfrm>
              <a:off x="7114463" y="1905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6" name="pt32446"/>
            <p:cNvSpPr/>
            <p:nvPr/>
          </p:nvSpPr>
          <p:spPr>
            <a:xfrm>
              <a:off x="7103442" y="2132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7" name="pt32447"/>
            <p:cNvSpPr/>
            <p:nvPr/>
          </p:nvSpPr>
          <p:spPr>
            <a:xfrm>
              <a:off x="6904221" y="1975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8" name="pt32448"/>
            <p:cNvSpPr/>
            <p:nvPr/>
          </p:nvSpPr>
          <p:spPr>
            <a:xfrm>
              <a:off x="7296249" y="2187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9" name="pt32449"/>
            <p:cNvSpPr/>
            <p:nvPr/>
          </p:nvSpPr>
          <p:spPr>
            <a:xfrm>
              <a:off x="7163257" y="2303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0" name="pt32450"/>
            <p:cNvSpPr/>
            <p:nvPr/>
          </p:nvSpPr>
          <p:spPr>
            <a:xfrm>
              <a:off x="7108898" y="2078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1" name="pt32451"/>
            <p:cNvSpPr/>
            <p:nvPr/>
          </p:nvSpPr>
          <p:spPr>
            <a:xfrm>
              <a:off x="7270921" y="1956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2" name="pt32452"/>
            <p:cNvSpPr/>
            <p:nvPr/>
          </p:nvSpPr>
          <p:spPr>
            <a:xfrm>
              <a:off x="7132830" y="213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3" name="pt32453"/>
            <p:cNvSpPr/>
            <p:nvPr/>
          </p:nvSpPr>
          <p:spPr>
            <a:xfrm>
              <a:off x="6906220" y="2005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4" name="pt32454"/>
            <p:cNvSpPr/>
            <p:nvPr/>
          </p:nvSpPr>
          <p:spPr>
            <a:xfrm>
              <a:off x="7287046" y="1926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5" name="pt32455"/>
            <p:cNvSpPr/>
            <p:nvPr/>
          </p:nvSpPr>
          <p:spPr>
            <a:xfrm>
              <a:off x="7080984" y="2164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6" name="pt32456"/>
            <p:cNvSpPr/>
            <p:nvPr/>
          </p:nvSpPr>
          <p:spPr>
            <a:xfrm>
              <a:off x="6991328" y="2306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7" name="pt32457"/>
            <p:cNvSpPr/>
            <p:nvPr/>
          </p:nvSpPr>
          <p:spPr>
            <a:xfrm>
              <a:off x="7180617" y="1953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8" name="pt32458"/>
            <p:cNvSpPr/>
            <p:nvPr/>
          </p:nvSpPr>
          <p:spPr>
            <a:xfrm>
              <a:off x="7467274" y="2121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9" name="pt32459"/>
            <p:cNvSpPr/>
            <p:nvPr/>
          </p:nvSpPr>
          <p:spPr>
            <a:xfrm>
              <a:off x="6986171" y="223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0" name="pt32460"/>
            <p:cNvSpPr/>
            <p:nvPr/>
          </p:nvSpPr>
          <p:spPr>
            <a:xfrm>
              <a:off x="7233985" y="2001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1" name="pt32461"/>
            <p:cNvSpPr/>
            <p:nvPr/>
          </p:nvSpPr>
          <p:spPr>
            <a:xfrm>
              <a:off x="7407242" y="2573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2" name="pt32462"/>
            <p:cNvSpPr/>
            <p:nvPr/>
          </p:nvSpPr>
          <p:spPr>
            <a:xfrm>
              <a:off x="7038827" y="2221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3" name="pt32463"/>
            <p:cNvSpPr/>
            <p:nvPr/>
          </p:nvSpPr>
          <p:spPr>
            <a:xfrm>
              <a:off x="7262554" y="1916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4" name="pt32464"/>
            <p:cNvSpPr/>
            <p:nvPr/>
          </p:nvSpPr>
          <p:spPr>
            <a:xfrm>
              <a:off x="7269314" y="2005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5" name="pt32465"/>
            <p:cNvSpPr/>
            <p:nvPr/>
          </p:nvSpPr>
          <p:spPr>
            <a:xfrm>
              <a:off x="7221925" y="1925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6" name="pt32466"/>
            <p:cNvSpPr/>
            <p:nvPr/>
          </p:nvSpPr>
          <p:spPr>
            <a:xfrm>
              <a:off x="7030677" y="2166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7" name="pt32467"/>
            <p:cNvSpPr/>
            <p:nvPr/>
          </p:nvSpPr>
          <p:spPr>
            <a:xfrm>
              <a:off x="7029215" y="1991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8" name="pt32468"/>
            <p:cNvSpPr/>
            <p:nvPr/>
          </p:nvSpPr>
          <p:spPr>
            <a:xfrm>
              <a:off x="7238644" y="1961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9" name="pt32469"/>
            <p:cNvSpPr/>
            <p:nvPr/>
          </p:nvSpPr>
          <p:spPr>
            <a:xfrm>
              <a:off x="7096125" y="2338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0" name="pt32470"/>
            <p:cNvSpPr/>
            <p:nvPr/>
          </p:nvSpPr>
          <p:spPr>
            <a:xfrm>
              <a:off x="7092483" y="224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1" name="pt32471"/>
            <p:cNvSpPr/>
            <p:nvPr/>
          </p:nvSpPr>
          <p:spPr>
            <a:xfrm>
              <a:off x="7037133" y="2189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2" name="pt32472"/>
            <p:cNvSpPr/>
            <p:nvPr/>
          </p:nvSpPr>
          <p:spPr>
            <a:xfrm>
              <a:off x="6768312" y="1957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3" name="pt32473"/>
            <p:cNvSpPr/>
            <p:nvPr/>
          </p:nvSpPr>
          <p:spPr>
            <a:xfrm>
              <a:off x="7099725" y="2367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4" name="pt32474"/>
            <p:cNvSpPr/>
            <p:nvPr/>
          </p:nvSpPr>
          <p:spPr>
            <a:xfrm>
              <a:off x="7113320" y="1943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5" name="pt32475"/>
            <p:cNvSpPr/>
            <p:nvPr/>
          </p:nvSpPr>
          <p:spPr>
            <a:xfrm>
              <a:off x="7223127" y="2017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6" name="pt32476"/>
            <p:cNvSpPr/>
            <p:nvPr/>
          </p:nvSpPr>
          <p:spPr>
            <a:xfrm>
              <a:off x="7111962" y="1982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7" name="pt32477"/>
            <p:cNvSpPr/>
            <p:nvPr/>
          </p:nvSpPr>
          <p:spPr>
            <a:xfrm>
              <a:off x="7346228" y="1965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8" name="pt32478"/>
            <p:cNvSpPr/>
            <p:nvPr/>
          </p:nvSpPr>
          <p:spPr>
            <a:xfrm>
              <a:off x="6908249" y="1951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9" name="pt32479"/>
            <p:cNvSpPr/>
            <p:nvPr/>
          </p:nvSpPr>
          <p:spPr>
            <a:xfrm>
              <a:off x="7104731" y="2027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0" name="pt32480"/>
            <p:cNvSpPr/>
            <p:nvPr/>
          </p:nvSpPr>
          <p:spPr>
            <a:xfrm>
              <a:off x="7020651" y="2191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1" name="pt32481"/>
            <p:cNvSpPr/>
            <p:nvPr/>
          </p:nvSpPr>
          <p:spPr>
            <a:xfrm>
              <a:off x="7217734" y="1932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2" name="pt32482"/>
            <p:cNvSpPr/>
            <p:nvPr/>
          </p:nvSpPr>
          <p:spPr>
            <a:xfrm>
              <a:off x="6969057" y="1929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3" name="pt32483"/>
            <p:cNvSpPr/>
            <p:nvPr/>
          </p:nvSpPr>
          <p:spPr>
            <a:xfrm>
              <a:off x="7142399" y="1918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4" name="pt32484"/>
            <p:cNvSpPr/>
            <p:nvPr/>
          </p:nvSpPr>
          <p:spPr>
            <a:xfrm>
              <a:off x="6976846" y="2091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5" name="pt32485"/>
            <p:cNvSpPr/>
            <p:nvPr/>
          </p:nvSpPr>
          <p:spPr>
            <a:xfrm>
              <a:off x="6915621" y="1955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6" name="pt32486"/>
            <p:cNvSpPr/>
            <p:nvPr/>
          </p:nvSpPr>
          <p:spPr>
            <a:xfrm>
              <a:off x="7055765" y="2008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7" name="pt32487"/>
            <p:cNvSpPr/>
            <p:nvPr/>
          </p:nvSpPr>
          <p:spPr>
            <a:xfrm>
              <a:off x="7099533" y="2318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8" name="pt32488"/>
            <p:cNvSpPr/>
            <p:nvPr/>
          </p:nvSpPr>
          <p:spPr>
            <a:xfrm>
              <a:off x="6972013" y="1766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9" name="pt32489"/>
            <p:cNvSpPr/>
            <p:nvPr/>
          </p:nvSpPr>
          <p:spPr>
            <a:xfrm>
              <a:off x="7147483" y="204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0" name="pt32490"/>
            <p:cNvSpPr/>
            <p:nvPr/>
          </p:nvSpPr>
          <p:spPr>
            <a:xfrm>
              <a:off x="6859927" y="2207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1" name="pt32491"/>
            <p:cNvSpPr/>
            <p:nvPr/>
          </p:nvSpPr>
          <p:spPr>
            <a:xfrm>
              <a:off x="7108308" y="2044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2" name="pt32492"/>
            <p:cNvSpPr/>
            <p:nvPr/>
          </p:nvSpPr>
          <p:spPr>
            <a:xfrm>
              <a:off x="7065371" y="2122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3" name="pt32493"/>
            <p:cNvSpPr/>
            <p:nvPr/>
          </p:nvSpPr>
          <p:spPr>
            <a:xfrm>
              <a:off x="7211703" y="2141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4" name="pt32494"/>
            <p:cNvSpPr/>
            <p:nvPr/>
          </p:nvSpPr>
          <p:spPr>
            <a:xfrm>
              <a:off x="7055242" y="2087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5" name="pt32495"/>
            <p:cNvSpPr/>
            <p:nvPr/>
          </p:nvSpPr>
          <p:spPr>
            <a:xfrm>
              <a:off x="7580825" y="2209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6" name="pt32496"/>
            <p:cNvSpPr/>
            <p:nvPr/>
          </p:nvSpPr>
          <p:spPr>
            <a:xfrm>
              <a:off x="6914162" y="1835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7" name="pt32497"/>
            <p:cNvSpPr/>
            <p:nvPr/>
          </p:nvSpPr>
          <p:spPr>
            <a:xfrm>
              <a:off x="7020724" y="2140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8" name="pt32498"/>
            <p:cNvSpPr/>
            <p:nvPr/>
          </p:nvSpPr>
          <p:spPr>
            <a:xfrm>
              <a:off x="7312116" y="2472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9" name="pt32499"/>
            <p:cNvSpPr/>
            <p:nvPr/>
          </p:nvSpPr>
          <p:spPr>
            <a:xfrm>
              <a:off x="6928087" y="1939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0" name="pt32500"/>
            <p:cNvSpPr/>
            <p:nvPr/>
          </p:nvSpPr>
          <p:spPr>
            <a:xfrm>
              <a:off x="7354295" y="2712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1" name="pt32501"/>
            <p:cNvSpPr/>
            <p:nvPr/>
          </p:nvSpPr>
          <p:spPr>
            <a:xfrm>
              <a:off x="7159146" y="2229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2" name="pt32502"/>
            <p:cNvSpPr/>
            <p:nvPr/>
          </p:nvSpPr>
          <p:spPr>
            <a:xfrm>
              <a:off x="6870567" y="2200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3" name="pt32503"/>
            <p:cNvSpPr/>
            <p:nvPr/>
          </p:nvSpPr>
          <p:spPr>
            <a:xfrm>
              <a:off x="7087168" y="2161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4" name="pt32504"/>
            <p:cNvSpPr/>
            <p:nvPr/>
          </p:nvSpPr>
          <p:spPr>
            <a:xfrm>
              <a:off x="7164212" y="2341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5" name="pt32505"/>
            <p:cNvSpPr/>
            <p:nvPr/>
          </p:nvSpPr>
          <p:spPr>
            <a:xfrm>
              <a:off x="7381524" y="2588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6" name="pt32506"/>
            <p:cNvSpPr/>
            <p:nvPr/>
          </p:nvSpPr>
          <p:spPr>
            <a:xfrm>
              <a:off x="7191547" y="2255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7" name="pt32507"/>
            <p:cNvSpPr/>
            <p:nvPr/>
          </p:nvSpPr>
          <p:spPr>
            <a:xfrm>
              <a:off x="7160984" y="239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8" name="pt32508"/>
            <p:cNvSpPr/>
            <p:nvPr/>
          </p:nvSpPr>
          <p:spPr>
            <a:xfrm>
              <a:off x="7204472" y="2000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9" name="pt32509"/>
            <p:cNvSpPr/>
            <p:nvPr/>
          </p:nvSpPr>
          <p:spPr>
            <a:xfrm>
              <a:off x="7183863" y="1998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0" name="pt32510"/>
            <p:cNvSpPr/>
            <p:nvPr/>
          </p:nvSpPr>
          <p:spPr>
            <a:xfrm>
              <a:off x="6764636" y="1990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1" name="pt32511"/>
            <p:cNvSpPr/>
            <p:nvPr/>
          </p:nvSpPr>
          <p:spPr>
            <a:xfrm>
              <a:off x="6919639" y="2052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2" name="pt32512"/>
            <p:cNvSpPr/>
            <p:nvPr/>
          </p:nvSpPr>
          <p:spPr>
            <a:xfrm>
              <a:off x="7103248" y="2133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3" name="pt32513"/>
            <p:cNvSpPr/>
            <p:nvPr/>
          </p:nvSpPr>
          <p:spPr>
            <a:xfrm>
              <a:off x="7021545" y="2126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4" name="pt32514"/>
            <p:cNvSpPr/>
            <p:nvPr/>
          </p:nvSpPr>
          <p:spPr>
            <a:xfrm>
              <a:off x="7048183" y="1987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5" name="pt32515"/>
            <p:cNvSpPr/>
            <p:nvPr/>
          </p:nvSpPr>
          <p:spPr>
            <a:xfrm>
              <a:off x="7192785" y="2197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6" name="pt32516"/>
            <p:cNvSpPr/>
            <p:nvPr/>
          </p:nvSpPr>
          <p:spPr>
            <a:xfrm>
              <a:off x="7128426" y="2095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7" name="pt32517"/>
            <p:cNvSpPr/>
            <p:nvPr/>
          </p:nvSpPr>
          <p:spPr>
            <a:xfrm>
              <a:off x="7389814" y="2747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8" name="pt32518"/>
            <p:cNvSpPr/>
            <p:nvPr/>
          </p:nvSpPr>
          <p:spPr>
            <a:xfrm>
              <a:off x="7013228" y="2123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9" name="pt32519"/>
            <p:cNvSpPr/>
            <p:nvPr/>
          </p:nvSpPr>
          <p:spPr>
            <a:xfrm>
              <a:off x="7097006" y="2291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0" name="pt32520"/>
            <p:cNvSpPr/>
            <p:nvPr/>
          </p:nvSpPr>
          <p:spPr>
            <a:xfrm>
              <a:off x="7130375" y="2154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1" name="pt32521"/>
            <p:cNvSpPr/>
            <p:nvPr/>
          </p:nvSpPr>
          <p:spPr>
            <a:xfrm>
              <a:off x="7004012" y="1982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2" name="pt32522"/>
            <p:cNvSpPr/>
            <p:nvPr/>
          </p:nvSpPr>
          <p:spPr>
            <a:xfrm>
              <a:off x="7116575" y="1992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3" name="pt32523"/>
            <p:cNvSpPr/>
            <p:nvPr/>
          </p:nvSpPr>
          <p:spPr>
            <a:xfrm>
              <a:off x="7229485" y="2069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4" name="pt32524"/>
            <p:cNvSpPr/>
            <p:nvPr/>
          </p:nvSpPr>
          <p:spPr>
            <a:xfrm>
              <a:off x="7238691" y="2117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5" name="pt32525"/>
            <p:cNvSpPr/>
            <p:nvPr/>
          </p:nvSpPr>
          <p:spPr>
            <a:xfrm>
              <a:off x="7341164" y="2061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6" name="pt32526"/>
            <p:cNvSpPr/>
            <p:nvPr/>
          </p:nvSpPr>
          <p:spPr>
            <a:xfrm>
              <a:off x="7017360" y="2219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7" name="pt32527"/>
            <p:cNvSpPr/>
            <p:nvPr/>
          </p:nvSpPr>
          <p:spPr>
            <a:xfrm>
              <a:off x="7121895" y="2131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8" name="pt32528"/>
            <p:cNvSpPr/>
            <p:nvPr/>
          </p:nvSpPr>
          <p:spPr>
            <a:xfrm>
              <a:off x="7118320" y="2016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9" name="pt32529"/>
            <p:cNvSpPr/>
            <p:nvPr/>
          </p:nvSpPr>
          <p:spPr>
            <a:xfrm>
              <a:off x="7006319" y="1732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0" name="pt32530"/>
            <p:cNvSpPr/>
            <p:nvPr/>
          </p:nvSpPr>
          <p:spPr>
            <a:xfrm>
              <a:off x="7004291" y="1914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1" name="pt32531"/>
            <p:cNvSpPr/>
            <p:nvPr/>
          </p:nvSpPr>
          <p:spPr>
            <a:xfrm>
              <a:off x="7135067" y="2022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2" name="pt32532"/>
            <p:cNvSpPr/>
            <p:nvPr/>
          </p:nvSpPr>
          <p:spPr>
            <a:xfrm>
              <a:off x="7077681" y="2206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3" name="pt32533"/>
            <p:cNvSpPr/>
            <p:nvPr/>
          </p:nvSpPr>
          <p:spPr>
            <a:xfrm>
              <a:off x="7381530" y="2352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4" name="pt32534"/>
            <p:cNvSpPr/>
            <p:nvPr/>
          </p:nvSpPr>
          <p:spPr>
            <a:xfrm>
              <a:off x="7073013" y="2093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5" name="pt32535"/>
            <p:cNvSpPr/>
            <p:nvPr/>
          </p:nvSpPr>
          <p:spPr>
            <a:xfrm>
              <a:off x="7156068" y="2263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6" name="pt32536"/>
            <p:cNvSpPr/>
            <p:nvPr/>
          </p:nvSpPr>
          <p:spPr>
            <a:xfrm>
              <a:off x="7362180" y="2987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7" name="pt32537"/>
            <p:cNvSpPr/>
            <p:nvPr/>
          </p:nvSpPr>
          <p:spPr>
            <a:xfrm>
              <a:off x="6847571" y="2140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8" name="pt32538"/>
            <p:cNvSpPr/>
            <p:nvPr/>
          </p:nvSpPr>
          <p:spPr>
            <a:xfrm>
              <a:off x="6935965" y="1983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9" name="pt32539"/>
            <p:cNvSpPr/>
            <p:nvPr/>
          </p:nvSpPr>
          <p:spPr>
            <a:xfrm>
              <a:off x="7283839" y="2012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0" name="pt32540"/>
            <p:cNvSpPr/>
            <p:nvPr/>
          </p:nvSpPr>
          <p:spPr>
            <a:xfrm>
              <a:off x="7092951" y="2247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1" name="pt32541"/>
            <p:cNvSpPr/>
            <p:nvPr/>
          </p:nvSpPr>
          <p:spPr>
            <a:xfrm>
              <a:off x="7170742" y="2022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2" name="pt32542"/>
            <p:cNvSpPr/>
            <p:nvPr/>
          </p:nvSpPr>
          <p:spPr>
            <a:xfrm>
              <a:off x="7184371" y="194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3" name="pt32543"/>
            <p:cNvSpPr/>
            <p:nvPr/>
          </p:nvSpPr>
          <p:spPr>
            <a:xfrm>
              <a:off x="7057239" y="2073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4" name="pt32544"/>
            <p:cNvSpPr/>
            <p:nvPr/>
          </p:nvSpPr>
          <p:spPr>
            <a:xfrm>
              <a:off x="6762536" y="2127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5" name="pt32545"/>
            <p:cNvSpPr/>
            <p:nvPr/>
          </p:nvSpPr>
          <p:spPr>
            <a:xfrm>
              <a:off x="7109546" y="2067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6" name="pt32546"/>
            <p:cNvSpPr/>
            <p:nvPr/>
          </p:nvSpPr>
          <p:spPr>
            <a:xfrm>
              <a:off x="6879278" y="2018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7" name="pt32547"/>
            <p:cNvSpPr/>
            <p:nvPr/>
          </p:nvSpPr>
          <p:spPr>
            <a:xfrm>
              <a:off x="7241780" y="1978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8" name="pt32548"/>
            <p:cNvSpPr/>
            <p:nvPr/>
          </p:nvSpPr>
          <p:spPr>
            <a:xfrm>
              <a:off x="7113382" y="1942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9" name="pt32549"/>
            <p:cNvSpPr/>
            <p:nvPr/>
          </p:nvSpPr>
          <p:spPr>
            <a:xfrm>
              <a:off x="6895961" y="2145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0" name="pt32550"/>
            <p:cNvSpPr/>
            <p:nvPr/>
          </p:nvSpPr>
          <p:spPr>
            <a:xfrm>
              <a:off x="7199176" y="1927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1" name="pt32551"/>
            <p:cNvSpPr/>
            <p:nvPr/>
          </p:nvSpPr>
          <p:spPr>
            <a:xfrm>
              <a:off x="6818151" y="2246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2" name="pt32552"/>
            <p:cNvSpPr/>
            <p:nvPr/>
          </p:nvSpPr>
          <p:spPr>
            <a:xfrm>
              <a:off x="7317238" y="2436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3" name="pt32553"/>
            <p:cNvSpPr/>
            <p:nvPr/>
          </p:nvSpPr>
          <p:spPr>
            <a:xfrm>
              <a:off x="6870097" y="2157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4" name="pt32554"/>
            <p:cNvSpPr/>
            <p:nvPr/>
          </p:nvSpPr>
          <p:spPr>
            <a:xfrm>
              <a:off x="7091316" y="2227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5" name="pt32555"/>
            <p:cNvSpPr/>
            <p:nvPr/>
          </p:nvSpPr>
          <p:spPr>
            <a:xfrm>
              <a:off x="7338524" y="2017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6" name="pt32556"/>
            <p:cNvSpPr/>
            <p:nvPr/>
          </p:nvSpPr>
          <p:spPr>
            <a:xfrm>
              <a:off x="7234657" y="2046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7" name="pt32557"/>
            <p:cNvSpPr/>
            <p:nvPr/>
          </p:nvSpPr>
          <p:spPr>
            <a:xfrm>
              <a:off x="7253545" y="1933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8" name="pt32558"/>
            <p:cNvSpPr/>
            <p:nvPr/>
          </p:nvSpPr>
          <p:spPr>
            <a:xfrm>
              <a:off x="6924756" y="2051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9" name="pt32559"/>
            <p:cNvSpPr/>
            <p:nvPr/>
          </p:nvSpPr>
          <p:spPr>
            <a:xfrm>
              <a:off x="7053746" y="2108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0" name="pt32560"/>
            <p:cNvSpPr/>
            <p:nvPr/>
          </p:nvSpPr>
          <p:spPr>
            <a:xfrm>
              <a:off x="7067711" y="2019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1" name="pt32561"/>
            <p:cNvSpPr/>
            <p:nvPr/>
          </p:nvSpPr>
          <p:spPr>
            <a:xfrm>
              <a:off x="7293761" y="2115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2" name="pt32562"/>
            <p:cNvSpPr/>
            <p:nvPr/>
          </p:nvSpPr>
          <p:spPr>
            <a:xfrm>
              <a:off x="7336511" y="1708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3" name="pt32563"/>
            <p:cNvSpPr/>
            <p:nvPr/>
          </p:nvSpPr>
          <p:spPr>
            <a:xfrm>
              <a:off x="7111494" y="2090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4" name="pt32564"/>
            <p:cNvSpPr/>
            <p:nvPr/>
          </p:nvSpPr>
          <p:spPr>
            <a:xfrm>
              <a:off x="7069574" y="2090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5" name="pt32565"/>
            <p:cNvSpPr/>
            <p:nvPr/>
          </p:nvSpPr>
          <p:spPr>
            <a:xfrm>
              <a:off x="7259160" y="2156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6" name="pt32566"/>
            <p:cNvSpPr/>
            <p:nvPr/>
          </p:nvSpPr>
          <p:spPr>
            <a:xfrm>
              <a:off x="7158978" y="2193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7" name="pt32567"/>
            <p:cNvSpPr/>
            <p:nvPr/>
          </p:nvSpPr>
          <p:spPr>
            <a:xfrm>
              <a:off x="6976721" y="2038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8" name="pt32568"/>
            <p:cNvSpPr/>
            <p:nvPr/>
          </p:nvSpPr>
          <p:spPr>
            <a:xfrm>
              <a:off x="7221476" y="1836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9" name="pt32569"/>
            <p:cNvSpPr/>
            <p:nvPr/>
          </p:nvSpPr>
          <p:spPr>
            <a:xfrm>
              <a:off x="6939363" y="2038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0" name="pt32570"/>
            <p:cNvSpPr/>
            <p:nvPr/>
          </p:nvSpPr>
          <p:spPr>
            <a:xfrm>
              <a:off x="7128544" y="2069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1" name="pt32571"/>
            <p:cNvSpPr/>
            <p:nvPr/>
          </p:nvSpPr>
          <p:spPr>
            <a:xfrm>
              <a:off x="6754743" y="2339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2" name="pt32572"/>
            <p:cNvSpPr/>
            <p:nvPr/>
          </p:nvSpPr>
          <p:spPr>
            <a:xfrm>
              <a:off x="6738140" y="2204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3" name="pt32573"/>
            <p:cNvSpPr/>
            <p:nvPr/>
          </p:nvSpPr>
          <p:spPr>
            <a:xfrm>
              <a:off x="7012611" y="2086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4" name="pt32574"/>
            <p:cNvSpPr/>
            <p:nvPr/>
          </p:nvSpPr>
          <p:spPr>
            <a:xfrm>
              <a:off x="7137188" y="2012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5" name="pt32575"/>
            <p:cNvSpPr/>
            <p:nvPr/>
          </p:nvSpPr>
          <p:spPr>
            <a:xfrm>
              <a:off x="7030965" y="2142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6" name="pt32576"/>
            <p:cNvSpPr/>
            <p:nvPr/>
          </p:nvSpPr>
          <p:spPr>
            <a:xfrm>
              <a:off x="6942815" y="1985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7" name="pt32577"/>
            <p:cNvSpPr/>
            <p:nvPr/>
          </p:nvSpPr>
          <p:spPr>
            <a:xfrm>
              <a:off x="7100636" y="2402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8" name="pt32578"/>
            <p:cNvSpPr/>
            <p:nvPr/>
          </p:nvSpPr>
          <p:spPr>
            <a:xfrm>
              <a:off x="7049695" y="2133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9" name="pt32579"/>
            <p:cNvSpPr/>
            <p:nvPr/>
          </p:nvSpPr>
          <p:spPr>
            <a:xfrm>
              <a:off x="6787525" y="2206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0" name="pt32580"/>
            <p:cNvSpPr/>
            <p:nvPr/>
          </p:nvSpPr>
          <p:spPr>
            <a:xfrm>
              <a:off x="6822066" y="2091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1" name="pt32581"/>
            <p:cNvSpPr/>
            <p:nvPr/>
          </p:nvSpPr>
          <p:spPr>
            <a:xfrm>
              <a:off x="7089423" y="2281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2" name="pt32582"/>
            <p:cNvSpPr/>
            <p:nvPr/>
          </p:nvSpPr>
          <p:spPr>
            <a:xfrm>
              <a:off x="7033812" y="2186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3" name="pt32583"/>
            <p:cNvSpPr/>
            <p:nvPr/>
          </p:nvSpPr>
          <p:spPr>
            <a:xfrm>
              <a:off x="6891718" y="1954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4" name="pt32584"/>
            <p:cNvSpPr/>
            <p:nvPr/>
          </p:nvSpPr>
          <p:spPr>
            <a:xfrm>
              <a:off x="7041257" y="2204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5" name="pt32585"/>
            <p:cNvSpPr/>
            <p:nvPr/>
          </p:nvSpPr>
          <p:spPr>
            <a:xfrm>
              <a:off x="7050306" y="2173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6" name="pt32586"/>
            <p:cNvSpPr/>
            <p:nvPr/>
          </p:nvSpPr>
          <p:spPr>
            <a:xfrm>
              <a:off x="7063473" y="216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7" name="pt32587"/>
            <p:cNvSpPr/>
            <p:nvPr/>
          </p:nvSpPr>
          <p:spPr>
            <a:xfrm>
              <a:off x="6803788" y="2212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8" name="pt32588"/>
            <p:cNvSpPr/>
            <p:nvPr/>
          </p:nvSpPr>
          <p:spPr>
            <a:xfrm>
              <a:off x="7057548" y="2152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9" name="pt32589"/>
            <p:cNvSpPr/>
            <p:nvPr/>
          </p:nvSpPr>
          <p:spPr>
            <a:xfrm>
              <a:off x="7262363" y="2038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0" name="pt32590"/>
            <p:cNvSpPr/>
            <p:nvPr/>
          </p:nvSpPr>
          <p:spPr>
            <a:xfrm>
              <a:off x="7195784" y="1983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1" name="pt32591"/>
            <p:cNvSpPr/>
            <p:nvPr/>
          </p:nvSpPr>
          <p:spPr>
            <a:xfrm>
              <a:off x="6722890" y="2610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2" name="pt32592"/>
            <p:cNvSpPr/>
            <p:nvPr/>
          </p:nvSpPr>
          <p:spPr>
            <a:xfrm>
              <a:off x="7054827" y="2019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3" name="pt32593"/>
            <p:cNvSpPr/>
            <p:nvPr/>
          </p:nvSpPr>
          <p:spPr>
            <a:xfrm>
              <a:off x="7309577" y="2360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4" name="pt32594"/>
            <p:cNvSpPr/>
            <p:nvPr/>
          </p:nvSpPr>
          <p:spPr>
            <a:xfrm>
              <a:off x="7135886" y="1999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5" name="pt32595"/>
            <p:cNvSpPr/>
            <p:nvPr/>
          </p:nvSpPr>
          <p:spPr>
            <a:xfrm>
              <a:off x="7135406" y="2059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6" name="pt32596"/>
            <p:cNvSpPr/>
            <p:nvPr/>
          </p:nvSpPr>
          <p:spPr>
            <a:xfrm>
              <a:off x="7064877" y="2122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7" name="pt32597"/>
            <p:cNvSpPr/>
            <p:nvPr/>
          </p:nvSpPr>
          <p:spPr>
            <a:xfrm>
              <a:off x="6902432" y="2053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8" name="pt32598"/>
            <p:cNvSpPr/>
            <p:nvPr/>
          </p:nvSpPr>
          <p:spPr>
            <a:xfrm>
              <a:off x="7034263" y="2231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9" name="pt32599"/>
            <p:cNvSpPr/>
            <p:nvPr/>
          </p:nvSpPr>
          <p:spPr>
            <a:xfrm>
              <a:off x="7112754" y="2008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0" name="pt32600"/>
            <p:cNvSpPr/>
            <p:nvPr/>
          </p:nvSpPr>
          <p:spPr>
            <a:xfrm>
              <a:off x="7357415" y="2475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1" name="pt32601"/>
            <p:cNvSpPr/>
            <p:nvPr/>
          </p:nvSpPr>
          <p:spPr>
            <a:xfrm>
              <a:off x="7109164" y="2036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2" name="pt32602"/>
            <p:cNvSpPr/>
            <p:nvPr/>
          </p:nvSpPr>
          <p:spPr>
            <a:xfrm>
              <a:off x="7285194" y="1934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3" name="pt32603"/>
            <p:cNvSpPr/>
            <p:nvPr/>
          </p:nvSpPr>
          <p:spPr>
            <a:xfrm>
              <a:off x="7053814" y="2016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4" name="pt32604"/>
            <p:cNvSpPr/>
            <p:nvPr/>
          </p:nvSpPr>
          <p:spPr>
            <a:xfrm>
              <a:off x="7085815" y="226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5" name="pt32605"/>
            <p:cNvSpPr/>
            <p:nvPr/>
          </p:nvSpPr>
          <p:spPr>
            <a:xfrm>
              <a:off x="7244838" y="1923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6" name="pt32606"/>
            <p:cNvSpPr/>
            <p:nvPr/>
          </p:nvSpPr>
          <p:spPr>
            <a:xfrm>
              <a:off x="7286105" y="207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7" name="pt32607"/>
            <p:cNvSpPr/>
            <p:nvPr/>
          </p:nvSpPr>
          <p:spPr>
            <a:xfrm>
              <a:off x="7445427" y="2331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8" name="pt32608"/>
            <p:cNvSpPr/>
            <p:nvPr/>
          </p:nvSpPr>
          <p:spPr>
            <a:xfrm>
              <a:off x="7079340" y="2090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9" name="pt32609"/>
            <p:cNvSpPr/>
            <p:nvPr/>
          </p:nvSpPr>
          <p:spPr>
            <a:xfrm>
              <a:off x="7361841" y="2678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0" name="pt32610"/>
            <p:cNvSpPr/>
            <p:nvPr/>
          </p:nvSpPr>
          <p:spPr>
            <a:xfrm>
              <a:off x="7076283" y="2082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1" name="pt32611"/>
            <p:cNvSpPr/>
            <p:nvPr/>
          </p:nvSpPr>
          <p:spPr>
            <a:xfrm>
              <a:off x="7365797" y="2589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2" name="pt32612"/>
            <p:cNvSpPr/>
            <p:nvPr/>
          </p:nvSpPr>
          <p:spPr>
            <a:xfrm>
              <a:off x="6866122" y="2033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3" name="pt32613"/>
            <p:cNvSpPr/>
            <p:nvPr/>
          </p:nvSpPr>
          <p:spPr>
            <a:xfrm>
              <a:off x="7000220" y="2122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4" name="pt32614"/>
            <p:cNvSpPr/>
            <p:nvPr/>
          </p:nvSpPr>
          <p:spPr>
            <a:xfrm>
              <a:off x="7316445" y="2536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5" name="pt32615"/>
            <p:cNvSpPr/>
            <p:nvPr/>
          </p:nvSpPr>
          <p:spPr>
            <a:xfrm>
              <a:off x="7225504" y="1928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6" name="pt32616"/>
            <p:cNvSpPr/>
            <p:nvPr/>
          </p:nvSpPr>
          <p:spPr>
            <a:xfrm>
              <a:off x="7011159" y="1901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7" name="pt32617"/>
            <p:cNvSpPr/>
            <p:nvPr/>
          </p:nvSpPr>
          <p:spPr>
            <a:xfrm>
              <a:off x="6908416" y="201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8" name="pt32618"/>
            <p:cNvSpPr/>
            <p:nvPr/>
          </p:nvSpPr>
          <p:spPr>
            <a:xfrm>
              <a:off x="7209068" y="2126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9" name="pt32619"/>
            <p:cNvSpPr/>
            <p:nvPr/>
          </p:nvSpPr>
          <p:spPr>
            <a:xfrm>
              <a:off x="7250608" y="1997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0" name="pt32620"/>
            <p:cNvSpPr/>
            <p:nvPr/>
          </p:nvSpPr>
          <p:spPr>
            <a:xfrm>
              <a:off x="6789000" y="2324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1" name="pt32621"/>
            <p:cNvSpPr/>
            <p:nvPr/>
          </p:nvSpPr>
          <p:spPr>
            <a:xfrm>
              <a:off x="7109674" y="2104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2" name="pt32622"/>
            <p:cNvSpPr/>
            <p:nvPr/>
          </p:nvSpPr>
          <p:spPr>
            <a:xfrm>
              <a:off x="6903491" y="2032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3" name="pt32623"/>
            <p:cNvSpPr/>
            <p:nvPr/>
          </p:nvSpPr>
          <p:spPr>
            <a:xfrm>
              <a:off x="6783464" y="213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4" name="pt32624"/>
            <p:cNvSpPr/>
            <p:nvPr/>
          </p:nvSpPr>
          <p:spPr>
            <a:xfrm>
              <a:off x="6935672" y="1995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5" name="pt32625"/>
            <p:cNvSpPr/>
            <p:nvPr/>
          </p:nvSpPr>
          <p:spPr>
            <a:xfrm>
              <a:off x="7137516" y="1961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6" name="pt32626"/>
            <p:cNvSpPr/>
            <p:nvPr/>
          </p:nvSpPr>
          <p:spPr>
            <a:xfrm>
              <a:off x="7145585" y="2006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7" name="pt32627"/>
            <p:cNvSpPr/>
            <p:nvPr/>
          </p:nvSpPr>
          <p:spPr>
            <a:xfrm>
              <a:off x="7070075" y="2137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8" name="pt32628"/>
            <p:cNvSpPr/>
            <p:nvPr/>
          </p:nvSpPr>
          <p:spPr>
            <a:xfrm>
              <a:off x="7176844" y="2163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9" name="pt32629"/>
            <p:cNvSpPr/>
            <p:nvPr/>
          </p:nvSpPr>
          <p:spPr>
            <a:xfrm>
              <a:off x="7474466" y="1977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0" name="pt32630"/>
            <p:cNvSpPr/>
            <p:nvPr/>
          </p:nvSpPr>
          <p:spPr>
            <a:xfrm>
              <a:off x="6847363" y="205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1" name="pt32631"/>
            <p:cNvSpPr/>
            <p:nvPr/>
          </p:nvSpPr>
          <p:spPr>
            <a:xfrm>
              <a:off x="6810258" y="2302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2" name="pt32632"/>
            <p:cNvSpPr/>
            <p:nvPr/>
          </p:nvSpPr>
          <p:spPr>
            <a:xfrm>
              <a:off x="7083141" y="2125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3" name="pt32633"/>
            <p:cNvSpPr/>
            <p:nvPr/>
          </p:nvSpPr>
          <p:spPr>
            <a:xfrm>
              <a:off x="7092192" y="2334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4" name="pt32634"/>
            <p:cNvSpPr/>
            <p:nvPr/>
          </p:nvSpPr>
          <p:spPr>
            <a:xfrm>
              <a:off x="7031466" y="2232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5" name="pt32635"/>
            <p:cNvSpPr/>
            <p:nvPr/>
          </p:nvSpPr>
          <p:spPr>
            <a:xfrm>
              <a:off x="7043744" y="2176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6" name="pt32636"/>
            <p:cNvSpPr/>
            <p:nvPr/>
          </p:nvSpPr>
          <p:spPr>
            <a:xfrm>
              <a:off x="7150286" y="2131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7" name="pt32637"/>
            <p:cNvSpPr/>
            <p:nvPr/>
          </p:nvSpPr>
          <p:spPr>
            <a:xfrm>
              <a:off x="6947855" y="1933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8" name="pt32638"/>
            <p:cNvSpPr/>
            <p:nvPr/>
          </p:nvSpPr>
          <p:spPr>
            <a:xfrm>
              <a:off x="7120620" y="2014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9" name="pt32639"/>
            <p:cNvSpPr/>
            <p:nvPr/>
          </p:nvSpPr>
          <p:spPr>
            <a:xfrm>
              <a:off x="7119325" y="1963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0" name="pt32640"/>
            <p:cNvSpPr/>
            <p:nvPr/>
          </p:nvSpPr>
          <p:spPr>
            <a:xfrm>
              <a:off x="7007755" y="1805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1" name="pt32641"/>
            <p:cNvSpPr/>
            <p:nvPr/>
          </p:nvSpPr>
          <p:spPr>
            <a:xfrm>
              <a:off x="7172428" y="205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2" name="pt32642"/>
            <p:cNvSpPr/>
            <p:nvPr/>
          </p:nvSpPr>
          <p:spPr>
            <a:xfrm>
              <a:off x="7063614" y="2097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3" name="pt32643"/>
            <p:cNvSpPr/>
            <p:nvPr/>
          </p:nvSpPr>
          <p:spPr>
            <a:xfrm>
              <a:off x="7236320" y="1729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4" name="pt32644"/>
            <p:cNvSpPr/>
            <p:nvPr/>
          </p:nvSpPr>
          <p:spPr>
            <a:xfrm>
              <a:off x="7157649" y="2235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5" name="pt32645"/>
            <p:cNvSpPr/>
            <p:nvPr/>
          </p:nvSpPr>
          <p:spPr>
            <a:xfrm>
              <a:off x="7148925" y="2041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6" name="pt32646"/>
            <p:cNvSpPr/>
            <p:nvPr/>
          </p:nvSpPr>
          <p:spPr>
            <a:xfrm>
              <a:off x="7295829" y="2135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7" name="pt32647"/>
            <p:cNvSpPr/>
            <p:nvPr/>
          </p:nvSpPr>
          <p:spPr>
            <a:xfrm>
              <a:off x="7061124" y="2086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8" name="pt32648"/>
            <p:cNvSpPr/>
            <p:nvPr/>
          </p:nvSpPr>
          <p:spPr>
            <a:xfrm>
              <a:off x="7169817" y="2022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9" name="pt32649"/>
            <p:cNvSpPr/>
            <p:nvPr/>
          </p:nvSpPr>
          <p:spPr>
            <a:xfrm>
              <a:off x="7172678" y="2183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0" name="pt32650"/>
            <p:cNvSpPr/>
            <p:nvPr/>
          </p:nvSpPr>
          <p:spPr>
            <a:xfrm>
              <a:off x="7363313" y="2691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1" name="pt32651"/>
            <p:cNvSpPr/>
            <p:nvPr/>
          </p:nvSpPr>
          <p:spPr>
            <a:xfrm>
              <a:off x="7257760" y="2010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2" name="pt32652"/>
            <p:cNvSpPr/>
            <p:nvPr/>
          </p:nvSpPr>
          <p:spPr>
            <a:xfrm>
              <a:off x="6853213" y="2069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3" name="pt32653"/>
            <p:cNvSpPr/>
            <p:nvPr/>
          </p:nvSpPr>
          <p:spPr>
            <a:xfrm>
              <a:off x="7085807" y="2193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4" name="pt32654"/>
            <p:cNvSpPr/>
            <p:nvPr/>
          </p:nvSpPr>
          <p:spPr>
            <a:xfrm>
              <a:off x="7155943" y="2211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5" name="pt32655"/>
            <p:cNvSpPr/>
            <p:nvPr/>
          </p:nvSpPr>
          <p:spPr>
            <a:xfrm>
              <a:off x="7207519" y="2045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6" name="pt32656"/>
            <p:cNvSpPr/>
            <p:nvPr/>
          </p:nvSpPr>
          <p:spPr>
            <a:xfrm>
              <a:off x="7113087" y="2020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7" name="pt32657"/>
            <p:cNvSpPr/>
            <p:nvPr/>
          </p:nvSpPr>
          <p:spPr>
            <a:xfrm>
              <a:off x="7000800" y="2170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8" name="pt32658"/>
            <p:cNvSpPr/>
            <p:nvPr/>
          </p:nvSpPr>
          <p:spPr>
            <a:xfrm>
              <a:off x="7223811" y="2022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9" name="pt32659"/>
            <p:cNvSpPr/>
            <p:nvPr/>
          </p:nvSpPr>
          <p:spPr>
            <a:xfrm>
              <a:off x="7004711" y="1813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0" name="pt32660"/>
            <p:cNvSpPr/>
            <p:nvPr/>
          </p:nvSpPr>
          <p:spPr>
            <a:xfrm>
              <a:off x="7159193" y="2180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1" name="pt32661"/>
            <p:cNvSpPr/>
            <p:nvPr/>
          </p:nvSpPr>
          <p:spPr>
            <a:xfrm>
              <a:off x="7103410" y="2190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2" name="pt32662"/>
            <p:cNvSpPr/>
            <p:nvPr/>
          </p:nvSpPr>
          <p:spPr>
            <a:xfrm>
              <a:off x="7102246" y="2128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3" name="pt32663"/>
            <p:cNvSpPr/>
            <p:nvPr/>
          </p:nvSpPr>
          <p:spPr>
            <a:xfrm>
              <a:off x="7649165" y="2377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4" name="pt32664"/>
            <p:cNvSpPr/>
            <p:nvPr/>
          </p:nvSpPr>
          <p:spPr>
            <a:xfrm>
              <a:off x="7108123" y="2079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5" name="pt32665"/>
            <p:cNvSpPr/>
            <p:nvPr/>
          </p:nvSpPr>
          <p:spPr>
            <a:xfrm>
              <a:off x="6861958" y="2164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6" name="pt32666"/>
            <p:cNvSpPr/>
            <p:nvPr/>
          </p:nvSpPr>
          <p:spPr>
            <a:xfrm>
              <a:off x="6975216" y="2087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7" name="pt32667"/>
            <p:cNvSpPr/>
            <p:nvPr/>
          </p:nvSpPr>
          <p:spPr>
            <a:xfrm>
              <a:off x="6976774" y="2083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8" name="pt32668"/>
            <p:cNvSpPr/>
            <p:nvPr/>
          </p:nvSpPr>
          <p:spPr>
            <a:xfrm>
              <a:off x="6890599" y="2169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9" name="pt32669"/>
            <p:cNvSpPr/>
            <p:nvPr/>
          </p:nvSpPr>
          <p:spPr>
            <a:xfrm>
              <a:off x="7216610" y="1975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0" name="pt32670"/>
            <p:cNvSpPr/>
            <p:nvPr/>
          </p:nvSpPr>
          <p:spPr>
            <a:xfrm>
              <a:off x="7154600" y="2152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1" name="pt32671"/>
            <p:cNvSpPr/>
            <p:nvPr/>
          </p:nvSpPr>
          <p:spPr>
            <a:xfrm>
              <a:off x="7106331" y="2017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2" name="pt32672"/>
            <p:cNvSpPr/>
            <p:nvPr/>
          </p:nvSpPr>
          <p:spPr>
            <a:xfrm>
              <a:off x="7252778" y="1910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3" name="pt32673"/>
            <p:cNvSpPr/>
            <p:nvPr/>
          </p:nvSpPr>
          <p:spPr>
            <a:xfrm>
              <a:off x="6991183" y="2117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4" name="pt32674"/>
            <p:cNvSpPr/>
            <p:nvPr/>
          </p:nvSpPr>
          <p:spPr>
            <a:xfrm>
              <a:off x="6951723" y="2077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5" name="pt32675"/>
            <p:cNvSpPr/>
            <p:nvPr/>
          </p:nvSpPr>
          <p:spPr>
            <a:xfrm>
              <a:off x="7110124" y="2141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6" name="pt32676"/>
            <p:cNvSpPr/>
            <p:nvPr/>
          </p:nvSpPr>
          <p:spPr>
            <a:xfrm>
              <a:off x="7191060" y="2212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7" name="pt32677"/>
            <p:cNvSpPr/>
            <p:nvPr/>
          </p:nvSpPr>
          <p:spPr>
            <a:xfrm>
              <a:off x="7086676" y="2208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8" name="pt32678"/>
            <p:cNvSpPr/>
            <p:nvPr/>
          </p:nvSpPr>
          <p:spPr>
            <a:xfrm>
              <a:off x="7215667" y="2032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9" name="pt32679"/>
            <p:cNvSpPr/>
            <p:nvPr/>
          </p:nvSpPr>
          <p:spPr>
            <a:xfrm>
              <a:off x="6940803" y="1953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0" name="pt32680"/>
            <p:cNvSpPr/>
            <p:nvPr/>
          </p:nvSpPr>
          <p:spPr>
            <a:xfrm>
              <a:off x="7197452" y="2116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1" name="pt32681"/>
            <p:cNvSpPr/>
            <p:nvPr/>
          </p:nvSpPr>
          <p:spPr>
            <a:xfrm>
              <a:off x="7110603" y="1999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2" name="pt32682"/>
            <p:cNvSpPr/>
            <p:nvPr/>
          </p:nvSpPr>
          <p:spPr>
            <a:xfrm>
              <a:off x="6868341" y="2285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3" name="pt32683"/>
            <p:cNvSpPr/>
            <p:nvPr/>
          </p:nvSpPr>
          <p:spPr>
            <a:xfrm>
              <a:off x="6948875" y="2102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4" name="pt32684"/>
            <p:cNvSpPr/>
            <p:nvPr/>
          </p:nvSpPr>
          <p:spPr>
            <a:xfrm>
              <a:off x="7191592" y="2197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5" name="pt32685"/>
            <p:cNvSpPr/>
            <p:nvPr/>
          </p:nvSpPr>
          <p:spPr>
            <a:xfrm>
              <a:off x="7209774" y="2048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6" name="pt32686"/>
            <p:cNvSpPr/>
            <p:nvPr/>
          </p:nvSpPr>
          <p:spPr>
            <a:xfrm>
              <a:off x="7052577" y="2119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7" name="pt32687"/>
            <p:cNvSpPr/>
            <p:nvPr/>
          </p:nvSpPr>
          <p:spPr>
            <a:xfrm>
              <a:off x="6780558" y="237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8" name="pt32688"/>
            <p:cNvSpPr/>
            <p:nvPr/>
          </p:nvSpPr>
          <p:spPr>
            <a:xfrm>
              <a:off x="7183190" y="196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9" name="pt32689"/>
            <p:cNvSpPr/>
            <p:nvPr/>
          </p:nvSpPr>
          <p:spPr>
            <a:xfrm>
              <a:off x="6928795" y="1908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0" name="pt32690"/>
            <p:cNvSpPr/>
            <p:nvPr/>
          </p:nvSpPr>
          <p:spPr>
            <a:xfrm>
              <a:off x="6912970" y="1865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1" name="pt32691"/>
            <p:cNvSpPr/>
            <p:nvPr/>
          </p:nvSpPr>
          <p:spPr>
            <a:xfrm>
              <a:off x="7091362" y="2218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2" name="pt32692"/>
            <p:cNvSpPr/>
            <p:nvPr/>
          </p:nvSpPr>
          <p:spPr>
            <a:xfrm>
              <a:off x="7068150" y="2106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3" name="pt32693"/>
            <p:cNvSpPr/>
            <p:nvPr/>
          </p:nvSpPr>
          <p:spPr>
            <a:xfrm>
              <a:off x="6994787" y="2280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4" name="pt32694"/>
            <p:cNvSpPr/>
            <p:nvPr/>
          </p:nvSpPr>
          <p:spPr>
            <a:xfrm>
              <a:off x="7020563" y="2083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5" name="pt32695"/>
            <p:cNvSpPr/>
            <p:nvPr/>
          </p:nvSpPr>
          <p:spPr>
            <a:xfrm>
              <a:off x="6967774" y="1922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6" name="pt32696"/>
            <p:cNvSpPr/>
            <p:nvPr/>
          </p:nvSpPr>
          <p:spPr>
            <a:xfrm>
              <a:off x="6918794" y="2054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7" name="pt32697"/>
            <p:cNvSpPr/>
            <p:nvPr/>
          </p:nvSpPr>
          <p:spPr>
            <a:xfrm>
              <a:off x="6880691" y="2200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8" name="pt32698"/>
            <p:cNvSpPr/>
            <p:nvPr/>
          </p:nvSpPr>
          <p:spPr>
            <a:xfrm>
              <a:off x="6990875" y="2268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9" name="pt32699"/>
            <p:cNvSpPr/>
            <p:nvPr/>
          </p:nvSpPr>
          <p:spPr>
            <a:xfrm>
              <a:off x="7272247" y="1920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0" name="pt32700"/>
            <p:cNvSpPr/>
            <p:nvPr/>
          </p:nvSpPr>
          <p:spPr>
            <a:xfrm>
              <a:off x="7095165" y="2117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1" name="pt32701"/>
            <p:cNvSpPr/>
            <p:nvPr/>
          </p:nvSpPr>
          <p:spPr>
            <a:xfrm>
              <a:off x="7041586" y="2263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2" name="pt32702"/>
            <p:cNvSpPr/>
            <p:nvPr/>
          </p:nvSpPr>
          <p:spPr>
            <a:xfrm>
              <a:off x="7132550" y="2015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3" name="pt32703"/>
            <p:cNvSpPr/>
            <p:nvPr/>
          </p:nvSpPr>
          <p:spPr>
            <a:xfrm>
              <a:off x="6883032" y="2200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4" name="pt32704"/>
            <p:cNvSpPr/>
            <p:nvPr/>
          </p:nvSpPr>
          <p:spPr>
            <a:xfrm>
              <a:off x="6991794" y="2428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5" name="pt32705"/>
            <p:cNvSpPr/>
            <p:nvPr/>
          </p:nvSpPr>
          <p:spPr>
            <a:xfrm>
              <a:off x="7256033" y="2005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6" name="pt32706"/>
            <p:cNvSpPr/>
            <p:nvPr/>
          </p:nvSpPr>
          <p:spPr>
            <a:xfrm>
              <a:off x="6862564" y="2186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7" name="pt32707"/>
            <p:cNvSpPr/>
            <p:nvPr/>
          </p:nvSpPr>
          <p:spPr>
            <a:xfrm>
              <a:off x="6971934" y="1697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8" name="pt32708"/>
            <p:cNvSpPr/>
            <p:nvPr/>
          </p:nvSpPr>
          <p:spPr>
            <a:xfrm>
              <a:off x="7291343" y="1986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9" name="pt32709"/>
            <p:cNvSpPr/>
            <p:nvPr/>
          </p:nvSpPr>
          <p:spPr>
            <a:xfrm>
              <a:off x="7374989" y="2371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0" name="pt32710"/>
            <p:cNvSpPr/>
            <p:nvPr/>
          </p:nvSpPr>
          <p:spPr>
            <a:xfrm>
              <a:off x="7133766" y="2089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1" name="pt32711"/>
            <p:cNvSpPr/>
            <p:nvPr/>
          </p:nvSpPr>
          <p:spPr>
            <a:xfrm>
              <a:off x="7459633" y="2368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2" name="pt32712"/>
            <p:cNvSpPr/>
            <p:nvPr/>
          </p:nvSpPr>
          <p:spPr>
            <a:xfrm>
              <a:off x="7030280" y="2176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3" name="pt32713"/>
            <p:cNvSpPr/>
            <p:nvPr/>
          </p:nvSpPr>
          <p:spPr>
            <a:xfrm>
              <a:off x="7370203" y="2540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4" name="pt32714"/>
            <p:cNvSpPr/>
            <p:nvPr/>
          </p:nvSpPr>
          <p:spPr>
            <a:xfrm>
              <a:off x="7234995" y="1916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5" name="pt32715"/>
            <p:cNvSpPr/>
            <p:nvPr/>
          </p:nvSpPr>
          <p:spPr>
            <a:xfrm>
              <a:off x="7239581" y="1972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6" name="pt32716"/>
            <p:cNvSpPr/>
            <p:nvPr/>
          </p:nvSpPr>
          <p:spPr>
            <a:xfrm>
              <a:off x="6987621" y="2337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7" name="pt32717"/>
            <p:cNvSpPr/>
            <p:nvPr/>
          </p:nvSpPr>
          <p:spPr>
            <a:xfrm>
              <a:off x="7228853" y="208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8" name="pt32718"/>
            <p:cNvSpPr/>
            <p:nvPr/>
          </p:nvSpPr>
          <p:spPr>
            <a:xfrm>
              <a:off x="6865794" y="2158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9" name="pt32719"/>
            <p:cNvSpPr/>
            <p:nvPr/>
          </p:nvSpPr>
          <p:spPr>
            <a:xfrm>
              <a:off x="7209039" y="2064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0" name="pt32720"/>
            <p:cNvSpPr/>
            <p:nvPr/>
          </p:nvSpPr>
          <p:spPr>
            <a:xfrm>
              <a:off x="6900861" y="2079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1" name="pt32721"/>
            <p:cNvSpPr/>
            <p:nvPr/>
          </p:nvSpPr>
          <p:spPr>
            <a:xfrm>
              <a:off x="7156145" y="2357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2" name="pt32722"/>
            <p:cNvSpPr/>
            <p:nvPr/>
          </p:nvSpPr>
          <p:spPr>
            <a:xfrm>
              <a:off x="7111603" y="2001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3" name="pt32723"/>
            <p:cNvSpPr/>
            <p:nvPr/>
          </p:nvSpPr>
          <p:spPr>
            <a:xfrm>
              <a:off x="7175243" y="1980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4" name="pt32724"/>
            <p:cNvSpPr/>
            <p:nvPr/>
          </p:nvSpPr>
          <p:spPr>
            <a:xfrm>
              <a:off x="7070167" y="214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5" name="pt32725"/>
            <p:cNvSpPr/>
            <p:nvPr/>
          </p:nvSpPr>
          <p:spPr>
            <a:xfrm>
              <a:off x="7012674" y="1861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6" name="pt32726"/>
            <p:cNvSpPr/>
            <p:nvPr/>
          </p:nvSpPr>
          <p:spPr>
            <a:xfrm>
              <a:off x="6943355" y="201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7" name="pt32727"/>
            <p:cNvSpPr/>
            <p:nvPr/>
          </p:nvSpPr>
          <p:spPr>
            <a:xfrm>
              <a:off x="7143867" y="2004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8" name="pt32728"/>
            <p:cNvSpPr/>
            <p:nvPr/>
          </p:nvSpPr>
          <p:spPr>
            <a:xfrm>
              <a:off x="6859007" y="2095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9" name="pt32729"/>
            <p:cNvSpPr/>
            <p:nvPr/>
          </p:nvSpPr>
          <p:spPr>
            <a:xfrm>
              <a:off x="6868406" y="212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0" name="pt32730"/>
            <p:cNvSpPr/>
            <p:nvPr/>
          </p:nvSpPr>
          <p:spPr>
            <a:xfrm>
              <a:off x="7104324" y="2196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1" name="pt32731"/>
            <p:cNvSpPr/>
            <p:nvPr/>
          </p:nvSpPr>
          <p:spPr>
            <a:xfrm>
              <a:off x="7284319" y="208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2" name="pt32732"/>
            <p:cNvSpPr/>
            <p:nvPr/>
          </p:nvSpPr>
          <p:spPr>
            <a:xfrm>
              <a:off x="7124611" y="2125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3" name="pt32733"/>
            <p:cNvSpPr/>
            <p:nvPr/>
          </p:nvSpPr>
          <p:spPr>
            <a:xfrm>
              <a:off x="7157824" y="2224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4" name="pt32734"/>
            <p:cNvSpPr/>
            <p:nvPr/>
          </p:nvSpPr>
          <p:spPr>
            <a:xfrm>
              <a:off x="7115668" y="1949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5" name="pt32735"/>
            <p:cNvSpPr/>
            <p:nvPr/>
          </p:nvSpPr>
          <p:spPr>
            <a:xfrm>
              <a:off x="6903388" y="1889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6" name="pt32736"/>
            <p:cNvSpPr/>
            <p:nvPr/>
          </p:nvSpPr>
          <p:spPr>
            <a:xfrm>
              <a:off x="6979994" y="2202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7" name="pt32737"/>
            <p:cNvSpPr/>
            <p:nvPr/>
          </p:nvSpPr>
          <p:spPr>
            <a:xfrm>
              <a:off x="7116844" y="1918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8" name="pt32738"/>
            <p:cNvSpPr/>
            <p:nvPr/>
          </p:nvSpPr>
          <p:spPr>
            <a:xfrm>
              <a:off x="7076926" y="2117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9" name="pt32739"/>
            <p:cNvSpPr/>
            <p:nvPr/>
          </p:nvSpPr>
          <p:spPr>
            <a:xfrm>
              <a:off x="6602741" y="1536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0" name="pt32740"/>
            <p:cNvSpPr/>
            <p:nvPr/>
          </p:nvSpPr>
          <p:spPr>
            <a:xfrm>
              <a:off x="7046025" y="2161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1" name="pt32741"/>
            <p:cNvSpPr/>
            <p:nvPr/>
          </p:nvSpPr>
          <p:spPr>
            <a:xfrm>
              <a:off x="7093184" y="2464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2" name="pt32742"/>
            <p:cNvSpPr/>
            <p:nvPr/>
          </p:nvSpPr>
          <p:spPr>
            <a:xfrm>
              <a:off x="7270511" y="1977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3" name="pt32743"/>
            <p:cNvSpPr/>
            <p:nvPr/>
          </p:nvSpPr>
          <p:spPr>
            <a:xfrm>
              <a:off x="7004491" y="1958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4" name="pt32744"/>
            <p:cNvSpPr/>
            <p:nvPr/>
          </p:nvSpPr>
          <p:spPr>
            <a:xfrm>
              <a:off x="7027980" y="2184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5" name="pt32745"/>
            <p:cNvSpPr/>
            <p:nvPr/>
          </p:nvSpPr>
          <p:spPr>
            <a:xfrm>
              <a:off x="7111342" y="2105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6" name="pt32746"/>
            <p:cNvSpPr/>
            <p:nvPr/>
          </p:nvSpPr>
          <p:spPr>
            <a:xfrm>
              <a:off x="6807671" y="2192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7" name="pt32747"/>
            <p:cNvSpPr/>
            <p:nvPr/>
          </p:nvSpPr>
          <p:spPr>
            <a:xfrm>
              <a:off x="7221257" y="2025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8" name="pt32748"/>
            <p:cNvSpPr/>
            <p:nvPr/>
          </p:nvSpPr>
          <p:spPr>
            <a:xfrm>
              <a:off x="7241300" y="1922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9" name="pt32749"/>
            <p:cNvSpPr/>
            <p:nvPr/>
          </p:nvSpPr>
          <p:spPr>
            <a:xfrm>
              <a:off x="7125143" y="2119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0" name="pt32750"/>
            <p:cNvSpPr/>
            <p:nvPr/>
          </p:nvSpPr>
          <p:spPr>
            <a:xfrm>
              <a:off x="7239357" y="1931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1" name="pt32751"/>
            <p:cNvSpPr/>
            <p:nvPr/>
          </p:nvSpPr>
          <p:spPr>
            <a:xfrm>
              <a:off x="7156248" y="2219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2" name="pt32752"/>
            <p:cNvSpPr/>
            <p:nvPr/>
          </p:nvSpPr>
          <p:spPr>
            <a:xfrm>
              <a:off x="7183219" y="191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3" name="pt32753"/>
            <p:cNvSpPr/>
            <p:nvPr/>
          </p:nvSpPr>
          <p:spPr>
            <a:xfrm>
              <a:off x="6899583" y="2081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4" name="pt32754"/>
            <p:cNvSpPr/>
            <p:nvPr/>
          </p:nvSpPr>
          <p:spPr>
            <a:xfrm>
              <a:off x="7131570" y="2133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5" name="pt32755"/>
            <p:cNvSpPr/>
            <p:nvPr/>
          </p:nvSpPr>
          <p:spPr>
            <a:xfrm>
              <a:off x="7065413" y="2110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6" name="pt32756"/>
            <p:cNvSpPr/>
            <p:nvPr/>
          </p:nvSpPr>
          <p:spPr>
            <a:xfrm>
              <a:off x="7231617" y="1905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7" name="pt32757"/>
            <p:cNvSpPr/>
            <p:nvPr/>
          </p:nvSpPr>
          <p:spPr>
            <a:xfrm>
              <a:off x="6916137" y="1959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8" name="pt32758"/>
            <p:cNvSpPr/>
            <p:nvPr/>
          </p:nvSpPr>
          <p:spPr>
            <a:xfrm>
              <a:off x="6505277" y="1645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9" name="pt32759"/>
            <p:cNvSpPr/>
            <p:nvPr/>
          </p:nvSpPr>
          <p:spPr>
            <a:xfrm>
              <a:off x="7045184" y="2089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0" name="pt32760"/>
            <p:cNvSpPr/>
            <p:nvPr/>
          </p:nvSpPr>
          <p:spPr>
            <a:xfrm>
              <a:off x="7112204" y="2002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1" name="pt32761"/>
            <p:cNvSpPr/>
            <p:nvPr/>
          </p:nvSpPr>
          <p:spPr>
            <a:xfrm>
              <a:off x="6780249" y="2139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2" name="pt32762"/>
            <p:cNvSpPr/>
            <p:nvPr/>
          </p:nvSpPr>
          <p:spPr>
            <a:xfrm>
              <a:off x="7166169" y="2289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3" name="pt32763"/>
            <p:cNvSpPr/>
            <p:nvPr/>
          </p:nvSpPr>
          <p:spPr>
            <a:xfrm>
              <a:off x="7278341" y="1872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4" name="pt32764"/>
            <p:cNvSpPr/>
            <p:nvPr/>
          </p:nvSpPr>
          <p:spPr>
            <a:xfrm>
              <a:off x="6740981" y="2511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5" name="pt32765"/>
            <p:cNvSpPr/>
            <p:nvPr/>
          </p:nvSpPr>
          <p:spPr>
            <a:xfrm>
              <a:off x="7020967" y="2114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6" name="pt32766"/>
            <p:cNvSpPr/>
            <p:nvPr/>
          </p:nvSpPr>
          <p:spPr>
            <a:xfrm>
              <a:off x="6959760" y="2086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7" name="pt32767"/>
            <p:cNvSpPr/>
            <p:nvPr/>
          </p:nvSpPr>
          <p:spPr>
            <a:xfrm>
              <a:off x="7247525" y="1941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8" name="pt32768"/>
            <p:cNvSpPr/>
            <p:nvPr/>
          </p:nvSpPr>
          <p:spPr>
            <a:xfrm>
              <a:off x="7008553" y="2020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9" name="pt32769"/>
            <p:cNvSpPr/>
            <p:nvPr/>
          </p:nvSpPr>
          <p:spPr>
            <a:xfrm>
              <a:off x="7083334" y="221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0" name="pt32770"/>
            <p:cNvSpPr/>
            <p:nvPr/>
          </p:nvSpPr>
          <p:spPr>
            <a:xfrm>
              <a:off x="6909233" y="1995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1" name="pt32771"/>
            <p:cNvSpPr/>
            <p:nvPr/>
          </p:nvSpPr>
          <p:spPr>
            <a:xfrm>
              <a:off x="7229119" y="2050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2" name="pt32772"/>
            <p:cNvSpPr/>
            <p:nvPr/>
          </p:nvSpPr>
          <p:spPr>
            <a:xfrm>
              <a:off x="7012509" y="2066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3" name="pt32773"/>
            <p:cNvSpPr/>
            <p:nvPr/>
          </p:nvSpPr>
          <p:spPr>
            <a:xfrm>
              <a:off x="6979366" y="2284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4" name="pt32774"/>
            <p:cNvSpPr/>
            <p:nvPr/>
          </p:nvSpPr>
          <p:spPr>
            <a:xfrm>
              <a:off x="7321744" y="2382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5" name="pt32775"/>
            <p:cNvSpPr/>
            <p:nvPr/>
          </p:nvSpPr>
          <p:spPr>
            <a:xfrm>
              <a:off x="7032949" y="2181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6" name="pt32776"/>
            <p:cNvSpPr/>
            <p:nvPr/>
          </p:nvSpPr>
          <p:spPr>
            <a:xfrm>
              <a:off x="7295039" y="2081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7" name="pt32777"/>
            <p:cNvSpPr/>
            <p:nvPr/>
          </p:nvSpPr>
          <p:spPr>
            <a:xfrm>
              <a:off x="7182439" y="2028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8" name="pt32778"/>
            <p:cNvSpPr/>
            <p:nvPr/>
          </p:nvSpPr>
          <p:spPr>
            <a:xfrm>
              <a:off x="6933562" y="1883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9" name="pt32779"/>
            <p:cNvSpPr/>
            <p:nvPr/>
          </p:nvSpPr>
          <p:spPr>
            <a:xfrm>
              <a:off x="6754240" y="2194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0" name="pt32780"/>
            <p:cNvSpPr/>
            <p:nvPr/>
          </p:nvSpPr>
          <p:spPr>
            <a:xfrm>
              <a:off x="7154232" y="2186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1" name="pt32781"/>
            <p:cNvSpPr/>
            <p:nvPr/>
          </p:nvSpPr>
          <p:spPr>
            <a:xfrm>
              <a:off x="6985686" y="2256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2" name="pt32782"/>
            <p:cNvSpPr/>
            <p:nvPr/>
          </p:nvSpPr>
          <p:spPr>
            <a:xfrm>
              <a:off x="7201854" y="2010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3" name="pt32783"/>
            <p:cNvSpPr/>
            <p:nvPr/>
          </p:nvSpPr>
          <p:spPr>
            <a:xfrm>
              <a:off x="7147856" y="1942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4" name="pt32784"/>
            <p:cNvSpPr/>
            <p:nvPr/>
          </p:nvSpPr>
          <p:spPr>
            <a:xfrm>
              <a:off x="7125925" y="2129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5" name="pt32785"/>
            <p:cNvSpPr/>
            <p:nvPr/>
          </p:nvSpPr>
          <p:spPr>
            <a:xfrm>
              <a:off x="6821362" y="1989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6" name="pt32786"/>
            <p:cNvSpPr/>
            <p:nvPr/>
          </p:nvSpPr>
          <p:spPr>
            <a:xfrm>
              <a:off x="7093433" y="2346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7" name="pt32787"/>
            <p:cNvSpPr/>
            <p:nvPr/>
          </p:nvSpPr>
          <p:spPr>
            <a:xfrm>
              <a:off x="6938713" y="1979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8" name="pt32788"/>
            <p:cNvSpPr/>
            <p:nvPr/>
          </p:nvSpPr>
          <p:spPr>
            <a:xfrm>
              <a:off x="7074555" y="2054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9" name="pt32789"/>
            <p:cNvSpPr/>
            <p:nvPr/>
          </p:nvSpPr>
          <p:spPr>
            <a:xfrm>
              <a:off x="7218457" y="2007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0" name="pt32790"/>
            <p:cNvSpPr/>
            <p:nvPr/>
          </p:nvSpPr>
          <p:spPr>
            <a:xfrm>
              <a:off x="6928813" y="1912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1" name="pt32791"/>
            <p:cNvSpPr/>
            <p:nvPr/>
          </p:nvSpPr>
          <p:spPr>
            <a:xfrm>
              <a:off x="6744885" y="2449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2" name="pt32792"/>
            <p:cNvSpPr/>
            <p:nvPr/>
          </p:nvSpPr>
          <p:spPr>
            <a:xfrm>
              <a:off x="6978058" y="2137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3" name="pt32793"/>
            <p:cNvSpPr/>
            <p:nvPr/>
          </p:nvSpPr>
          <p:spPr>
            <a:xfrm>
              <a:off x="7017733" y="2257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4" name="pt32794"/>
            <p:cNvSpPr/>
            <p:nvPr/>
          </p:nvSpPr>
          <p:spPr>
            <a:xfrm>
              <a:off x="7008831" y="2070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5" name="pt32795"/>
            <p:cNvSpPr/>
            <p:nvPr/>
          </p:nvSpPr>
          <p:spPr>
            <a:xfrm>
              <a:off x="7188261" y="1585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6" name="pt32796"/>
            <p:cNvSpPr/>
            <p:nvPr/>
          </p:nvSpPr>
          <p:spPr>
            <a:xfrm>
              <a:off x="7045059" y="2184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7" name="pt32797"/>
            <p:cNvSpPr/>
            <p:nvPr/>
          </p:nvSpPr>
          <p:spPr>
            <a:xfrm>
              <a:off x="7081322" y="2123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8" name="pt32798"/>
            <p:cNvSpPr/>
            <p:nvPr/>
          </p:nvSpPr>
          <p:spPr>
            <a:xfrm>
              <a:off x="6729875" y="2658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9" name="pt32799"/>
            <p:cNvSpPr/>
            <p:nvPr/>
          </p:nvSpPr>
          <p:spPr>
            <a:xfrm>
              <a:off x="6959709" y="2139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0" name="pt32800"/>
            <p:cNvSpPr/>
            <p:nvPr/>
          </p:nvSpPr>
          <p:spPr>
            <a:xfrm>
              <a:off x="7320055" y="2421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1" name="pt32801"/>
            <p:cNvSpPr/>
            <p:nvPr/>
          </p:nvSpPr>
          <p:spPr>
            <a:xfrm>
              <a:off x="7376302" y="2565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2" name="pt32802"/>
            <p:cNvSpPr/>
            <p:nvPr/>
          </p:nvSpPr>
          <p:spPr>
            <a:xfrm>
              <a:off x="6724027" y="2677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3" name="pt32803"/>
            <p:cNvSpPr/>
            <p:nvPr/>
          </p:nvSpPr>
          <p:spPr>
            <a:xfrm>
              <a:off x="7103998" y="2023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4" name="pt32804"/>
            <p:cNvSpPr/>
            <p:nvPr/>
          </p:nvSpPr>
          <p:spPr>
            <a:xfrm>
              <a:off x="6994413" y="2331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5" name="pt32805"/>
            <p:cNvSpPr/>
            <p:nvPr/>
          </p:nvSpPr>
          <p:spPr>
            <a:xfrm>
              <a:off x="7422586" y="2886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6" name="pt32806"/>
            <p:cNvSpPr/>
            <p:nvPr/>
          </p:nvSpPr>
          <p:spPr>
            <a:xfrm>
              <a:off x="6955491" y="1827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7" name="pt32807"/>
            <p:cNvSpPr/>
            <p:nvPr/>
          </p:nvSpPr>
          <p:spPr>
            <a:xfrm>
              <a:off x="7024799" y="1947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8" name="pt32808"/>
            <p:cNvSpPr/>
            <p:nvPr/>
          </p:nvSpPr>
          <p:spPr>
            <a:xfrm>
              <a:off x="7036235" y="2219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9" name="pt32809"/>
            <p:cNvSpPr/>
            <p:nvPr/>
          </p:nvSpPr>
          <p:spPr>
            <a:xfrm>
              <a:off x="7121464" y="2075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0" name="pt32810"/>
            <p:cNvSpPr/>
            <p:nvPr/>
          </p:nvSpPr>
          <p:spPr>
            <a:xfrm>
              <a:off x="6909577" y="1929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1" name="pt32811"/>
            <p:cNvSpPr/>
            <p:nvPr/>
          </p:nvSpPr>
          <p:spPr>
            <a:xfrm>
              <a:off x="7106216" y="2068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2" name="pt32812"/>
            <p:cNvSpPr/>
            <p:nvPr/>
          </p:nvSpPr>
          <p:spPr>
            <a:xfrm>
              <a:off x="7083326" y="2246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3" name="pt32813"/>
            <p:cNvSpPr/>
            <p:nvPr/>
          </p:nvSpPr>
          <p:spPr>
            <a:xfrm>
              <a:off x="7148130" y="2020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4" name="pt32814"/>
            <p:cNvSpPr/>
            <p:nvPr/>
          </p:nvSpPr>
          <p:spPr>
            <a:xfrm>
              <a:off x="7188141" y="1630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5" name="pt32815"/>
            <p:cNvSpPr/>
            <p:nvPr/>
          </p:nvSpPr>
          <p:spPr>
            <a:xfrm>
              <a:off x="7002237" y="1797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6" name="pt32816"/>
            <p:cNvSpPr/>
            <p:nvPr/>
          </p:nvSpPr>
          <p:spPr>
            <a:xfrm>
              <a:off x="6993095" y="2273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7" name="pt32817"/>
            <p:cNvSpPr/>
            <p:nvPr/>
          </p:nvSpPr>
          <p:spPr>
            <a:xfrm>
              <a:off x="6892908" y="2118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8" name="pt32818"/>
            <p:cNvSpPr/>
            <p:nvPr/>
          </p:nvSpPr>
          <p:spPr>
            <a:xfrm>
              <a:off x="7119770" y="1897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9" name="pt32819"/>
            <p:cNvSpPr/>
            <p:nvPr/>
          </p:nvSpPr>
          <p:spPr>
            <a:xfrm>
              <a:off x="7081273" y="2301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0" name="pt32820"/>
            <p:cNvSpPr/>
            <p:nvPr/>
          </p:nvSpPr>
          <p:spPr>
            <a:xfrm>
              <a:off x="7263207" y="1920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1" name="pt32821"/>
            <p:cNvSpPr/>
            <p:nvPr/>
          </p:nvSpPr>
          <p:spPr>
            <a:xfrm>
              <a:off x="7015619" y="2192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2" name="pt32822"/>
            <p:cNvSpPr/>
            <p:nvPr/>
          </p:nvSpPr>
          <p:spPr>
            <a:xfrm>
              <a:off x="7110275" y="2083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3" name="pt32823"/>
            <p:cNvSpPr/>
            <p:nvPr/>
          </p:nvSpPr>
          <p:spPr>
            <a:xfrm>
              <a:off x="7106786" y="1975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4" name="pt32824"/>
            <p:cNvSpPr/>
            <p:nvPr/>
          </p:nvSpPr>
          <p:spPr>
            <a:xfrm>
              <a:off x="7179819" y="2026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5" name="pt32825"/>
            <p:cNvSpPr/>
            <p:nvPr/>
          </p:nvSpPr>
          <p:spPr>
            <a:xfrm>
              <a:off x="7087110" y="2177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6" name="pt32826"/>
            <p:cNvSpPr/>
            <p:nvPr/>
          </p:nvSpPr>
          <p:spPr>
            <a:xfrm>
              <a:off x="7040548" y="2169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7" name="pt32827"/>
            <p:cNvSpPr/>
            <p:nvPr/>
          </p:nvSpPr>
          <p:spPr>
            <a:xfrm>
              <a:off x="7120579" y="2041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8" name="pt32828"/>
            <p:cNvSpPr/>
            <p:nvPr/>
          </p:nvSpPr>
          <p:spPr>
            <a:xfrm>
              <a:off x="7257204" y="2079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9" name="pt32829"/>
            <p:cNvSpPr/>
            <p:nvPr/>
          </p:nvSpPr>
          <p:spPr>
            <a:xfrm>
              <a:off x="7233808" y="2033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0" name="pt32830"/>
            <p:cNvSpPr/>
            <p:nvPr/>
          </p:nvSpPr>
          <p:spPr>
            <a:xfrm>
              <a:off x="6988971" y="1983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1" name="pt32831"/>
            <p:cNvSpPr/>
            <p:nvPr/>
          </p:nvSpPr>
          <p:spPr>
            <a:xfrm>
              <a:off x="6943653" y="1943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2" name="pt32832"/>
            <p:cNvSpPr/>
            <p:nvPr/>
          </p:nvSpPr>
          <p:spPr>
            <a:xfrm>
              <a:off x="7223112" y="1970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3" name="pt32833"/>
            <p:cNvSpPr/>
            <p:nvPr/>
          </p:nvSpPr>
          <p:spPr>
            <a:xfrm>
              <a:off x="6986364" y="220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4" name="pt32834"/>
            <p:cNvSpPr/>
            <p:nvPr/>
          </p:nvSpPr>
          <p:spPr>
            <a:xfrm>
              <a:off x="7040903" y="2210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5" name="pt32835"/>
            <p:cNvSpPr/>
            <p:nvPr/>
          </p:nvSpPr>
          <p:spPr>
            <a:xfrm>
              <a:off x="6711941" y="2323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6" name="pt32836"/>
            <p:cNvSpPr/>
            <p:nvPr/>
          </p:nvSpPr>
          <p:spPr>
            <a:xfrm>
              <a:off x="7045384" y="2172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7" name="pt32837"/>
            <p:cNvSpPr/>
            <p:nvPr/>
          </p:nvSpPr>
          <p:spPr>
            <a:xfrm>
              <a:off x="6961606" y="1980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8" name="pt32838"/>
            <p:cNvSpPr/>
            <p:nvPr/>
          </p:nvSpPr>
          <p:spPr>
            <a:xfrm>
              <a:off x="6891298" y="2182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9" name="pt32839"/>
            <p:cNvSpPr/>
            <p:nvPr/>
          </p:nvSpPr>
          <p:spPr>
            <a:xfrm>
              <a:off x="6904150" y="2066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0" name="pt32840"/>
            <p:cNvSpPr/>
            <p:nvPr/>
          </p:nvSpPr>
          <p:spPr>
            <a:xfrm>
              <a:off x="6954888" y="1496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1" name="pt32841"/>
            <p:cNvSpPr/>
            <p:nvPr/>
          </p:nvSpPr>
          <p:spPr>
            <a:xfrm>
              <a:off x="7140941" y="2118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2" name="pt32842"/>
            <p:cNvSpPr/>
            <p:nvPr/>
          </p:nvSpPr>
          <p:spPr>
            <a:xfrm>
              <a:off x="7272124" y="1982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3" name="pt32843"/>
            <p:cNvSpPr/>
            <p:nvPr/>
          </p:nvSpPr>
          <p:spPr>
            <a:xfrm>
              <a:off x="7208817" y="2104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4" name="pt32844"/>
            <p:cNvSpPr/>
            <p:nvPr/>
          </p:nvSpPr>
          <p:spPr>
            <a:xfrm>
              <a:off x="6966812" y="1693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5" name="pt32845"/>
            <p:cNvSpPr/>
            <p:nvPr/>
          </p:nvSpPr>
          <p:spPr>
            <a:xfrm>
              <a:off x="7248147" y="1948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6" name="pt32846"/>
            <p:cNvSpPr/>
            <p:nvPr/>
          </p:nvSpPr>
          <p:spPr>
            <a:xfrm>
              <a:off x="7117681" y="1936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7" name="pt32847"/>
            <p:cNvSpPr/>
            <p:nvPr/>
          </p:nvSpPr>
          <p:spPr>
            <a:xfrm>
              <a:off x="7152356" y="2203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8" name="pt32848"/>
            <p:cNvSpPr/>
            <p:nvPr/>
          </p:nvSpPr>
          <p:spPr>
            <a:xfrm>
              <a:off x="6877715" y="1873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9" name="pt32849"/>
            <p:cNvSpPr/>
            <p:nvPr/>
          </p:nvSpPr>
          <p:spPr>
            <a:xfrm>
              <a:off x="7085070" y="2163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0" name="pt32850"/>
            <p:cNvSpPr/>
            <p:nvPr/>
          </p:nvSpPr>
          <p:spPr>
            <a:xfrm>
              <a:off x="7214861" y="2036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1" name="pt32851"/>
            <p:cNvSpPr/>
            <p:nvPr/>
          </p:nvSpPr>
          <p:spPr>
            <a:xfrm>
              <a:off x="6984985" y="2220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2" name="pt32852"/>
            <p:cNvSpPr/>
            <p:nvPr/>
          </p:nvSpPr>
          <p:spPr>
            <a:xfrm>
              <a:off x="7146414" y="1893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3" name="pt32853"/>
            <p:cNvSpPr/>
            <p:nvPr/>
          </p:nvSpPr>
          <p:spPr>
            <a:xfrm>
              <a:off x="7095173" y="2309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4" name="pt32854"/>
            <p:cNvSpPr/>
            <p:nvPr/>
          </p:nvSpPr>
          <p:spPr>
            <a:xfrm>
              <a:off x="7072258" y="2134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5" name="pt32855"/>
            <p:cNvSpPr/>
            <p:nvPr/>
          </p:nvSpPr>
          <p:spPr>
            <a:xfrm>
              <a:off x="6994020" y="2312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6" name="pt32856"/>
            <p:cNvSpPr/>
            <p:nvPr/>
          </p:nvSpPr>
          <p:spPr>
            <a:xfrm>
              <a:off x="6617742" y="2170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7" name="pt32857"/>
            <p:cNvSpPr/>
            <p:nvPr/>
          </p:nvSpPr>
          <p:spPr>
            <a:xfrm>
              <a:off x="7292802" y="2130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8" name="pt32858"/>
            <p:cNvSpPr/>
            <p:nvPr/>
          </p:nvSpPr>
          <p:spPr>
            <a:xfrm>
              <a:off x="7214727" y="2057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9" name="pt32859"/>
            <p:cNvSpPr/>
            <p:nvPr/>
          </p:nvSpPr>
          <p:spPr>
            <a:xfrm>
              <a:off x="7046907" y="2230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0" name="pt32860"/>
            <p:cNvSpPr/>
            <p:nvPr/>
          </p:nvSpPr>
          <p:spPr>
            <a:xfrm>
              <a:off x="6896908" y="2209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1" name="pt32861"/>
            <p:cNvSpPr/>
            <p:nvPr/>
          </p:nvSpPr>
          <p:spPr>
            <a:xfrm>
              <a:off x="7230060" y="1996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2" name="pt32862"/>
            <p:cNvSpPr/>
            <p:nvPr/>
          </p:nvSpPr>
          <p:spPr>
            <a:xfrm>
              <a:off x="7097809" y="237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3" name="pt32863"/>
            <p:cNvSpPr/>
            <p:nvPr/>
          </p:nvSpPr>
          <p:spPr>
            <a:xfrm>
              <a:off x="6988841" y="2213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4" name="pt32864"/>
            <p:cNvSpPr/>
            <p:nvPr/>
          </p:nvSpPr>
          <p:spPr>
            <a:xfrm>
              <a:off x="7014625" y="2283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5" name="pt32865"/>
            <p:cNvSpPr/>
            <p:nvPr/>
          </p:nvSpPr>
          <p:spPr>
            <a:xfrm>
              <a:off x="6919236" y="1937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6" name="pt32866"/>
            <p:cNvSpPr/>
            <p:nvPr/>
          </p:nvSpPr>
          <p:spPr>
            <a:xfrm>
              <a:off x="7043779" y="2212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7" name="pt32867"/>
            <p:cNvSpPr/>
            <p:nvPr/>
          </p:nvSpPr>
          <p:spPr>
            <a:xfrm>
              <a:off x="7021199" y="2122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8" name="pt32868"/>
            <p:cNvSpPr/>
            <p:nvPr/>
          </p:nvSpPr>
          <p:spPr>
            <a:xfrm>
              <a:off x="7258458" y="2085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9" name="pt32869"/>
            <p:cNvSpPr/>
            <p:nvPr/>
          </p:nvSpPr>
          <p:spPr>
            <a:xfrm>
              <a:off x="7632935" y="2321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0" name="pt32870"/>
            <p:cNvSpPr/>
            <p:nvPr/>
          </p:nvSpPr>
          <p:spPr>
            <a:xfrm>
              <a:off x="7008828" y="2056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1" name="pt32871"/>
            <p:cNvSpPr/>
            <p:nvPr/>
          </p:nvSpPr>
          <p:spPr>
            <a:xfrm>
              <a:off x="7088598" y="2171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2" name="pt32872"/>
            <p:cNvSpPr/>
            <p:nvPr/>
          </p:nvSpPr>
          <p:spPr>
            <a:xfrm>
              <a:off x="6840215" y="1710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3" name="pt32873"/>
            <p:cNvSpPr/>
            <p:nvPr/>
          </p:nvSpPr>
          <p:spPr>
            <a:xfrm>
              <a:off x="7096365" y="2255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4" name="pt32874"/>
            <p:cNvSpPr/>
            <p:nvPr/>
          </p:nvSpPr>
          <p:spPr>
            <a:xfrm>
              <a:off x="6982103" y="2134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5" name="pt32875"/>
            <p:cNvSpPr/>
            <p:nvPr/>
          </p:nvSpPr>
          <p:spPr>
            <a:xfrm>
              <a:off x="7014803" y="2267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6" name="pt32876"/>
            <p:cNvSpPr/>
            <p:nvPr/>
          </p:nvSpPr>
          <p:spPr>
            <a:xfrm>
              <a:off x="7067888" y="2142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7" name="pt32877"/>
            <p:cNvSpPr/>
            <p:nvPr/>
          </p:nvSpPr>
          <p:spPr>
            <a:xfrm>
              <a:off x="7431206" y="2722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8" name="pt32878"/>
            <p:cNvSpPr/>
            <p:nvPr/>
          </p:nvSpPr>
          <p:spPr>
            <a:xfrm>
              <a:off x="7072723" y="2181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9" name="pt32879"/>
            <p:cNvSpPr/>
            <p:nvPr/>
          </p:nvSpPr>
          <p:spPr>
            <a:xfrm>
              <a:off x="7036977" y="2099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0" name="pt32880"/>
            <p:cNvSpPr/>
            <p:nvPr/>
          </p:nvSpPr>
          <p:spPr>
            <a:xfrm>
              <a:off x="6789868" y="2303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1" name="pt32881"/>
            <p:cNvSpPr/>
            <p:nvPr/>
          </p:nvSpPr>
          <p:spPr>
            <a:xfrm>
              <a:off x="7358596" y="261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2" name="pt32882"/>
            <p:cNvSpPr/>
            <p:nvPr/>
          </p:nvSpPr>
          <p:spPr>
            <a:xfrm>
              <a:off x="7151095" y="2049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3" name="pt32883"/>
            <p:cNvSpPr/>
            <p:nvPr/>
          </p:nvSpPr>
          <p:spPr>
            <a:xfrm>
              <a:off x="6969536" y="1770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4" name="pt32884"/>
            <p:cNvSpPr/>
            <p:nvPr/>
          </p:nvSpPr>
          <p:spPr>
            <a:xfrm>
              <a:off x="6798817" y="2090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5" name="pt32885"/>
            <p:cNvSpPr/>
            <p:nvPr/>
          </p:nvSpPr>
          <p:spPr>
            <a:xfrm>
              <a:off x="7112720" y="2038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6" name="pt32886"/>
            <p:cNvSpPr/>
            <p:nvPr/>
          </p:nvSpPr>
          <p:spPr>
            <a:xfrm>
              <a:off x="7030721" y="2091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7" name="pt32887"/>
            <p:cNvSpPr/>
            <p:nvPr/>
          </p:nvSpPr>
          <p:spPr>
            <a:xfrm>
              <a:off x="6959069" y="2048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8" name="pt32888"/>
            <p:cNvSpPr/>
            <p:nvPr/>
          </p:nvSpPr>
          <p:spPr>
            <a:xfrm>
              <a:off x="6864461" y="2165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9" name="pt32889"/>
            <p:cNvSpPr/>
            <p:nvPr/>
          </p:nvSpPr>
          <p:spPr>
            <a:xfrm>
              <a:off x="7238118" y="1852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0" name="pt32890"/>
            <p:cNvSpPr/>
            <p:nvPr/>
          </p:nvSpPr>
          <p:spPr>
            <a:xfrm>
              <a:off x="6570847" y="2100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1" name="pt32891"/>
            <p:cNvSpPr/>
            <p:nvPr/>
          </p:nvSpPr>
          <p:spPr>
            <a:xfrm>
              <a:off x="7190518" y="2121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2" name="pt32892"/>
            <p:cNvSpPr/>
            <p:nvPr/>
          </p:nvSpPr>
          <p:spPr>
            <a:xfrm>
              <a:off x="7347047" y="2038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3" name="pt32893"/>
            <p:cNvSpPr/>
            <p:nvPr/>
          </p:nvSpPr>
          <p:spPr>
            <a:xfrm>
              <a:off x="7141845" y="2080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4" name="pt32894"/>
            <p:cNvSpPr/>
            <p:nvPr/>
          </p:nvSpPr>
          <p:spPr>
            <a:xfrm>
              <a:off x="7057526" y="2154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5" name="pt32895"/>
            <p:cNvSpPr/>
            <p:nvPr/>
          </p:nvSpPr>
          <p:spPr>
            <a:xfrm>
              <a:off x="7060325" y="2162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6" name="pt32896"/>
            <p:cNvSpPr/>
            <p:nvPr/>
          </p:nvSpPr>
          <p:spPr>
            <a:xfrm>
              <a:off x="6976460" y="2136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7" name="pt32897"/>
            <p:cNvSpPr/>
            <p:nvPr/>
          </p:nvSpPr>
          <p:spPr>
            <a:xfrm>
              <a:off x="7215349" y="2006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8" name="pt32898"/>
            <p:cNvSpPr/>
            <p:nvPr/>
          </p:nvSpPr>
          <p:spPr>
            <a:xfrm>
              <a:off x="6893799" y="2040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9" name="pt32899"/>
            <p:cNvSpPr/>
            <p:nvPr/>
          </p:nvSpPr>
          <p:spPr>
            <a:xfrm>
              <a:off x="7199156" y="1932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0" name="pt32900"/>
            <p:cNvSpPr/>
            <p:nvPr/>
          </p:nvSpPr>
          <p:spPr>
            <a:xfrm>
              <a:off x="7190468" y="2166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1" name="pt32901"/>
            <p:cNvSpPr/>
            <p:nvPr/>
          </p:nvSpPr>
          <p:spPr>
            <a:xfrm>
              <a:off x="7153164" y="2223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2" name="pt32902"/>
            <p:cNvSpPr/>
            <p:nvPr/>
          </p:nvSpPr>
          <p:spPr>
            <a:xfrm>
              <a:off x="7146640" y="1845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3" name="pt32903"/>
            <p:cNvSpPr/>
            <p:nvPr/>
          </p:nvSpPr>
          <p:spPr>
            <a:xfrm>
              <a:off x="6957900" y="2179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4" name="pt32904"/>
            <p:cNvSpPr/>
            <p:nvPr/>
          </p:nvSpPr>
          <p:spPr>
            <a:xfrm>
              <a:off x="7306768" y="2419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5" name="pt32905"/>
            <p:cNvSpPr/>
            <p:nvPr/>
          </p:nvSpPr>
          <p:spPr>
            <a:xfrm>
              <a:off x="7059915" y="2144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6" name="pt32906"/>
            <p:cNvSpPr/>
            <p:nvPr/>
          </p:nvSpPr>
          <p:spPr>
            <a:xfrm>
              <a:off x="7145529" y="1936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7" name="pt32907"/>
            <p:cNvSpPr/>
            <p:nvPr/>
          </p:nvSpPr>
          <p:spPr>
            <a:xfrm>
              <a:off x="7080353" y="2135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8" name="pt32908"/>
            <p:cNvSpPr/>
            <p:nvPr/>
          </p:nvSpPr>
          <p:spPr>
            <a:xfrm>
              <a:off x="6856953" y="1983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9" name="pt32909"/>
            <p:cNvSpPr/>
            <p:nvPr/>
          </p:nvSpPr>
          <p:spPr>
            <a:xfrm>
              <a:off x="7059541" y="2157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0" name="pt32910"/>
            <p:cNvSpPr/>
            <p:nvPr/>
          </p:nvSpPr>
          <p:spPr>
            <a:xfrm>
              <a:off x="7075066" y="2134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1" name="pt32911"/>
            <p:cNvSpPr/>
            <p:nvPr/>
          </p:nvSpPr>
          <p:spPr>
            <a:xfrm>
              <a:off x="7163391" y="2322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2" name="pt32912"/>
            <p:cNvSpPr/>
            <p:nvPr/>
          </p:nvSpPr>
          <p:spPr>
            <a:xfrm>
              <a:off x="7304276" y="2041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3" name="pt32913"/>
            <p:cNvSpPr/>
            <p:nvPr/>
          </p:nvSpPr>
          <p:spPr>
            <a:xfrm>
              <a:off x="7254540" y="1969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4" name="pt32914"/>
            <p:cNvSpPr/>
            <p:nvPr/>
          </p:nvSpPr>
          <p:spPr>
            <a:xfrm>
              <a:off x="7126553" y="2141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5" name="pt32915"/>
            <p:cNvSpPr/>
            <p:nvPr/>
          </p:nvSpPr>
          <p:spPr>
            <a:xfrm>
              <a:off x="6911476" y="1977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6" name="pt32916"/>
            <p:cNvSpPr/>
            <p:nvPr/>
          </p:nvSpPr>
          <p:spPr>
            <a:xfrm>
              <a:off x="7242574" y="1993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7" name="pt32917"/>
            <p:cNvSpPr/>
            <p:nvPr/>
          </p:nvSpPr>
          <p:spPr>
            <a:xfrm>
              <a:off x="7052442" y="2115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8" name="pt32918"/>
            <p:cNvSpPr/>
            <p:nvPr/>
          </p:nvSpPr>
          <p:spPr>
            <a:xfrm>
              <a:off x="7106546" y="2011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9" name="pt32919"/>
            <p:cNvSpPr/>
            <p:nvPr/>
          </p:nvSpPr>
          <p:spPr>
            <a:xfrm>
              <a:off x="7237886" y="1949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0" name="pt32920"/>
            <p:cNvSpPr/>
            <p:nvPr/>
          </p:nvSpPr>
          <p:spPr>
            <a:xfrm>
              <a:off x="7035382" y="2175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1" name="pt32921"/>
            <p:cNvSpPr/>
            <p:nvPr/>
          </p:nvSpPr>
          <p:spPr>
            <a:xfrm>
              <a:off x="7095997" y="2292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2" name="pt32922"/>
            <p:cNvSpPr/>
            <p:nvPr/>
          </p:nvSpPr>
          <p:spPr>
            <a:xfrm>
              <a:off x="7032198" y="2170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3" name="pt32923"/>
            <p:cNvSpPr/>
            <p:nvPr/>
          </p:nvSpPr>
          <p:spPr>
            <a:xfrm>
              <a:off x="6384575" y="1727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4" name="pt32924"/>
            <p:cNvSpPr/>
            <p:nvPr/>
          </p:nvSpPr>
          <p:spPr>
            <a:xfrm>
              <a:off x="7016239" y="2188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5" name="pt32925"/>
            <p:cNvSpPr/>
            <p:nvPr/>
          </p:nvSpPr>
          <p:spPr>
            <a:xfrm>
              <a:off x="7300584" y="1906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6" name="pt32926"/>
            <p:cNvSpPr/>
            <p:nvPr/>
          </p:nvSpPr>
          <p:spPr>
            <a:xfrm>
              <a:off x="7001970" y="2093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7" name="pt32927"/>
            <p:cNvSpPr/>
            <p:nvPr/>
          </p:nvSpPr>
          <p:spPr>
            <a:xfrm>
              <a:off x="7030112" y="2178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8" name="pt32928"/>
            <p:cNvSpPr/>
            <p:nvPr/>
          </p:nvSpPr>
          <p:spPr>
            <a:xfrm>
              <a:off x="7326622" y="2310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9" name="pt32929"/>
            <p:cNvSpPr/>
            <p:nvPr/>
          </p:nvSpPr>
          <p:spPr>
            <a:xfrm>
              <a:off x="6716349" y="2509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0" name="pt32930"/>
            <p:cNvSpPr/>
            <p:nvPr/>
          </p:nvSpPr>
          <p:spPr>
            <a:xfrm>
              <a:off x="6851226" y="2074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1" name="pt32931"/>
            <p:cNvSpPr/>
            <p:nvPr/>
          </p:nvSpPr>
          <p:spPr>
            <a:xfrm>
              <a:off x="7018079" y="2196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2" name="pt32932"/>
            <p:cNvSpPr/>
            <p:nvPr/>
          </p:nvSpPr>
          <p:spPr>
            <a:xfrm>
              <a:off x="7311913" y="2331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3" name="pt32933"/>
            <p:cNvSpPr/>
            <p:nvPr/>
          </p:nvSpPr>
          <p:spPr>
            <a:xfrm>
              <a:off x="7127285" y="2063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4" name="pt32934"/>
            <p:cNvSpPr/>
            <p:nvPr/>
          </p:nvSpPr>
          <p:spPr>
            <a:xfrm>
              <a:off x="6938001" y="2061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5" name="pt32935"/>
            <p:cNvSpPr/>
            <p:nvPr/>
          </p:nvSpPr>
          <p:spPr>
            <a:xfrm>
              <a:off x="7105167" y="2116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6" name="pt32936"/>
            <p:cNvSpPr/>
            <p:nvPr/>
          </p:nvSpPr>
          <p:spPr>
            <a:xfrm>
              <a:off x="6859478" y="2179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7" name="pt32937"/>
            <p:cNvSpPr/>
            <p:nvPr/>
          </p:nvSpPr>
          <p:spPr>
            <a:xfrm>
              <a:off x="6619698" y="2110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8" name="pt32938"/>
            <p:cNvSpPr/>
            <p:nvPr/>
          </p:nvSpPr>
          <p:spPr>
            <a:xfrm>
              <a:off x="6714387" y="2326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9" name="pt32939"/>
            <p:cNvSpPr/>
            <p:nvPr/>
          </p:nvSpPr>
          <p:spPr>
            <a:xfrm>
              <a:off x="6609000" y="1981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0" name="pt32940"/>
            <p:cNvSpPr/>
            <p:nvPr/>
          </p:nvSpPr>
          <p:spPr>
            <a:xfrm>
              <a:off x="7158703" y="2206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1" name="pt32941"/>
            <p:cNvSpPr/>
            <p:nvPr/>
          </p:nvSpPr>
          <p:spPr>
            <a:xfrm>
              <a:off x="7298932" y="2343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2" name="pt32942"/>
            <p:cNvSpPr/>
            <p:nvPr/>
          </p:nvSpPr>
          <p:spPr>
            <a:xfrm>
              <a:off x="7079468" y="2065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3" name="pt32943"/>
            <p:cNvSpPr/>
            <p:nvPr/>
          </p:nvSpPr>
          <p:spPr>
            <a:xfrm>
              <a:off x="7119547" y="1981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4" name="pt32944"/>
            <p:cNvSpPr/>
            <p:nvPr/>
          </p:nvSpPr>
          <p:spPr>
            <a:xfrm>
              <a:off x="7484253" y="2411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5" name="pt32945"/>
            <p:cNvSpPr/>
            <p:nvPr/>
          </p:nvSpPr>
          <p:spPr>
            <a:xfrm>
              <a:off x="7034733" y="2196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6" name="pt32946"/>
            <p:cNvSpPr/>
            <p:nvPr/>
          </p:nvSpPr>
          <p:spPr>
            <a:xfrm>
              <a:off x="7053086" y="2014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7" name="pt32947"/>
            <p:cNvSpPr/>
            <p:nvPr/>
          </p:nvSpPr>
          <p:spPr>
            <a:xfrm>
              <a:off x="7115143" y="1985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8" name="pt32948"/>
            <p:cNvSpPr/>
            <p:nvPr/>
          </p:nvSpPr>
          <p:spPr>
            <a:xfrm>
              <a:off x="7050705" y="2280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9" name="pt32949"/>
            <p:cNvSpPr/>
            <p:nvPr/>
          </p:nvSpPr>
          <p:spPr>
            <a:xfrm>
              <a:off x="7126086" y="2140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0" name="pt32950"/>
            <p:cNvSpPr/>
            <p:nvPr/>
          </p:nvSpPr>
          <p:spPr>
            <a:xfrm>
              <a:off x="6827368" y="205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1" name="pt32951"/>
            <p:cNvSpPr/>
            <p:nvPr/>
          </p:nvSpPr>
          <p:spPr>
            <a:xfrm>
              <a:off x="7111332" y="2010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2" name="pt32952"/>
            <p:cNvSpPr/>
            <p:nvPr/>
          </p:nvSpPr>
          <p:spPr>
            <a:xfrm>
              <a:off x="7142869" y="2019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3" name="pt32953"/>
            <p:cNvSpPr/>
            <p:nvPr/>
          </p:nvSpPr>
          <p:spPr>
            <a:xfrm>
              <a:off x="7271097" y="2008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4" name="pt32954"/>
            <p:cNvSpPr/>
            <p:nvPr/>
          </p:nvSpPr>
          <p:spPr>
            <a:xfrm>
              <a:off x="7280375" y="2064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5" name="pt32955"/>
            <p:cNvSpPr/>
            <p:nvPr/>
          </p:nvSpPr>
          <p:spPr>
            <a:xfrm>
              <a:off x="7336684" y="2138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6" name="pt32956"/>
            <p:cNvSpPr/>
            <p:nvPr/>
          </p:nvSpPr>
          <p:spPr>
            <a:xfrm>
              <a:off x="7126843" y="2069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7" name="pt32957"/>
            <p:cNvSpPr/>
            <p:nvPr/>
          </p:nvSpPr>
          <p:spPr>
            <a:xfrm>
              <a:off x="7232878" y="2087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8" name="pt32958"/>
            <p:cNvSpPr/>
            <p:nvPr/>
          </p:nvSpPr>
          <p:spPr>
            <a:xfrm>
              <a:off x="7103467" y="2077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9" name="pt32959"/>
            <p:cNvSpPr/>
            <p:nvPr/>
          </p:nvSpPr>
          <p:spPr>
            <a:xfrm>
              <a:off x="7040481" y="211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0" name="pt32960"/>
            <p:cNvSpPr/>
            <p:nvPr/>
          </p:nvSpPr>
          <p:spPr>
            <a:xfrm>
              <a:off x="7306133" y="2576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1" name="pt32961"/>
            <p:cNvSpPr/>
            <p:nvPr/>
          </p:nvSpPr>
          <p:spPr>
            <a:xfrm>
              <a:off x="7198426" y="2057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2" name="pt32962"/>
            <p:cNvSpPr/>
            <p:nvPr/>
          </p:nvSpPr>
          <p:spPr>
            <a:xfrm>
              <a:off x="7090472" y="2274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3" name="pt32963"/>
            <p:cNvSpPr/>
            <p:nvPr/>
          </p:nvSpPr>
          <p:spPr>
            <a:xfrm>
              <a:off x="7133114" y="2061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4" name="pt32964"/>
            <p:cNvSpPr/>
            <p:nvPr/>
          </p:nvSpPr>
          <p:spPr>
            <a:xfrm>
              <a:off x="7101587" y="2099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5" name="pt32965"/>
            <p:cNvSpPr/>
            <p:nvPr/>
          </p:nvSpPr>
          <p:spPr>
            <a:xfrm>
              <a:off x="7277926" y="1942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6" name="pt32966"/>
            <p:cNvSpPr/>
            <p:nvPr/>
          </p:nvSpPr>
          <p:spPr>
            <a:xfrm>
              <a:off x="6944130" y="1971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7" name="pt32967"/>
            <p:cNvSpPr/>
            <p:nvPr/>
          </p:nvSpPr>
          <p:spPr>
            <a:xfrm>
              <a:off x="7219272" y="2000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8" name="pt32968"/>
            <p:cNvSpPr/>
            <p:nvPr/>
          </p:nvSpPr>
          <p:spPr>
            <a:xfrm>
              <a:off x="7039144" y="2144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9" name="pt32969"/>
            <p:cNvSpPr/>
            <p:nvPr/>
          </p:nvSpPr>
          <p:spPr>
            <a:xfrm>
              <a:off x="7216897" y="1945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0" name="pt32970"/>
            <p:cNvSpPr/>
            <p:nvPr/>
          </p:nvSpPr>
          <p:spPr>
            <a:xfrm>
              <a:off x="7041127" y="2212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1" name="pt32971"/>
            <p:cNvSpPr/>
            <p:nvPr/>
          </p:nvSpPr>
          <p:spPr>
            <a:xfrm>
              <a:off x="7183123" y="2089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2" name="pt32972"/>
            <p:cNvSpPr/>
            <p:nvPr/>
          </p:nvSpPr>
          <p:spPr>
            <a:xfrm>
              <a:off x="7176391" y="215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3" name="pt32973"/>
            <p:cNvSpPr/>
            <p:nvPr/>
          </p:nvSpPr>
          <p:spPr>
            <a:xfrm>
              <a:off x="7042921" y="2220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4" name="pt32974"/>
            <p:cNvSpPr/>
            <p:nvPr/>
          </p:nvSpPr>
          <p:spPr>
            <a:xfrm>
              <a:off x="7147964" y="2079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5" name="pt32975"/>
            <p:cNvSpPr/>
            <p:nvPr/>
          </p:nvSpPr>
          <p:spPr>
            <a:xfrm>
              <a:off x="7082723" y="2158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6" name="pt32976"/>
            <p:cNvSpPr/>
            <p:nvPr/>
          </p:nvSpPr>
          <p:spPr>
            <a:xfrm>
              <a:off x="7257121" y="2070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7" name="pt32977"/>
            <p:cNvSpPr/>
            <p:nvPr/>
          </p:nvSpPr>
          <p:spPr>
            <a:xfrm>
              <a:off x="7066737" y="2144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8" name="pt32978"/>
            <p:cNvSpPr/>
            <p:nvPr/>
          </p:nvSpPr>
          <p:spPr>
            <a:xfrm>
              <a:off x="6950371" y="1809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9" name="pt32979"/>
            <p:cNvSpPr/>
            <p:nvPr/>
          </p:nvSpPr>
          <p:spPr>
            <a:xfrm>
              <a:off x="7136610" y="2017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0" name="pt32980"/>
            <p:cNvSpPr/>
            <p:nvPr/>
          </p:nvSpPr>
          <p:spPr>
            <a:xfrm>
              <a:off x="6807047" y="2038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1" name="pt32981"/>
            <p:cNvSpPr/>
            <p:nvPr/>
          </p:nvSpPr>
          <p:spPr>
            <a:xfrm>
              <a:off x="7141347" y="2066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2" name="pt32982"/>
            <p:cNvSpPr/>
            <p:nvPr/>
          </p:nvSpPr>
          <p:spPr>
            <a:xfrm>
              <a:off x="6986553" y="2208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3" name="pt32983"/>
            <p:cNvSpPr/>
            <p:nvPr/>
          </p:nvSpPr>
          <p:spPr>
            <a:xfrm>
              <a:off x="7101195" y="2149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4" name="pt32984"/>
            <p:cNvSpPr/>
            <p:nvPr/>
          </p:nvSpPr>
          <p:spPr>
            <a:xfrm>
              <a:off x="7178517" y="2219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5" name="pt32985"/>
            <p:cNvSpPr/>
            <p:nvPr/>
          </p:nvSpPr>
          <p:spPr>
            <a:xfrm>
              <a:off x="7311340" y="2399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6" name="pt32986"/>
            <p:cNvSpPr/>
            <p:nvPr/>
          </p:nvSpPr>
          <p:spPr>
            <a:xfrm>
              <a:off x="6653063" y="1976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7" name="pt32987"/>
            <p:cNvSpPr/>
            <p:nvPr/>
          </p:nvSpPr>
          <p:spPr>
            <a:xfrm>
              <a:off x="6984572" y="216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8" name="pt32988"/>
            <p:cNvSpPr/>
            <p:nvPr/>
          </p:nvSpPr>
          <p:spPr>
            <a:xfrm>
              <a:off x="6792180" y="2475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9" name="pt32989"/>
            <p:cNvSpPr/>
            <p:nvPr/>
          </p:nvSpPr>
          <p:spPr>
            <a:xfrm>
              <a:off x="7112618" y="1898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0" name="pt32990"/>
            <p:cNvSpPr/>
            <p:nvPr/>
          </p:nvSpPr>
          <p:spPr>
            <a:xfrm>
              <a:off x="7123636" y="2065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1" name="pt32991"/>
            <p:cNvSpPr/>
            <p:nvPr/>
          </p:nvSpPr>
          <p:spPr>
            <a:xfrm>
              <a:off x="7028521" y="2096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2" name="pt32992"/>
            <p:cNvSpPr/>
            <p:nvPr/>
          </p:nvSpPr>
          <p:spPr>
            <a:xfrm>
              <a:off x="7170037" y="1991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3" name="pt32993"/>
            <p:cNvSpPr/>
            <p:nvPr/>
          </p:nvSpPr>
          <p:spPr>
            <a:xfrm>
              <a:off x="7160201" y="2155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4" name="pt32994"/>
            <p:cNvSpPr/>
            <p:nvPr/>
          </p:nvSpPr>
          <p:spPr>
            <a:xfrm>
              <a:off x="7221596" y="1977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5" name="pt32995"/>
            <p:cNvSpPr/>
            <p:nvPr/>
          </p:nvSpPr>
          <p:spPr>
            <a:xfrm>
              <a:off x="7093944" y="2312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6" name="pt32996"/>
            <p:cNvSpPr/>
            <p:nvPr/>
          </p:nvSpPr>
          <p:spPr>
            <a:xfrm>
              <a:off x="7198388" y="2042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7" name="pt32997"/>
            <p:cNvSpPr/>
            <p:nvPr/>
          </p:nvSpPr>
          <p:spPr>
            <a:xfrm>
              <a:off x="6580735" y="2136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8" name="pt32998"/>
            <p:cNvSpPr/>
            <p:nvPr/>
          </p:nvSpPr>
          <p:spPr>
            <a:xfrm>
              <a:off x="7169106" y="2190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9" name="pt32999"/>
            <p:cNvSpPr/>
            <p:nvPr/>
          </p:nvSpPr>
          <p:spPr>
            <a:xfrm>
              <a:off x="7559429" y="2600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0" name="pt33000"/>
            <p:cNvSpPr/>
            <p:nvPr/>
          </p:nvSpPr>
          <p:spPr>
            <a:xfrm>
              <a:off x="7103064" y="2062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1" name="pt33001"/>
            <p:cNvSpPr/>
            <p:nvPr/>
          </p:nvSpPr>
          <p:spPr>
            <a:xfrm>
              <a:off x="6881572" y="213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2" name="pt33002"/>
            <p:cNvSpPr/>
            <p:nvPr/>
          </p:nvSpPr>
          <p:spPr>
            <a:xfrm>
              <a:off x="6979080" y="1985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3" name="pt33003"/>
            <p:cNvSpPr/>
            <p:nvPr/>
          </p:nvSpPr>
          <p:spPr>
            <a:xfrm>
              <a:off x="6859734" y="2225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4" name="pt33004"/>
            <p:cNvSpPr/>
            <p:nvPr/>
          </p:nvSpPr>
          <p:spPr>
            <a:xfrm>
              <a:off x="6979086" y="2159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5" name="pt33005"/>
            <p:cNvSpPr/>
            <p:nvPr/>
          </p:nvSpPr>
          <p:spPr>
            <a:xfrm>
              <a:off x="6999533" y="2135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6" name="pt33006"/>
            <p:cNvSpPr/>
            <p:nvPr/>
          </p:nvSpPr>
          <p:spPr>
            <a:xfrm>
              <a:off x="7166623" y="1966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7" name="pt33007"/>
            <p:cNvSpPr/>
            <p:nvPr/>
          </p:nvSpPr>
          <p:spPr>
            <a:xfrm>
              <a:off x="7252746" y="1993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8" name="pt33008"/>
            <p:cNvSpPr/>
            <p:nvPr/>
          </p:nvSpPr>
          <p:spPr>
            <a:xfrm>
              <a:off x="6878680" y="2216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9" name="pt33009"/>
            <p:cNvSpPr/>
            <p:nvPr/>
          </p:nvSpPr>
          <p:spPr>
            <a:xfrm>
              <a:off x="7323192" y="2435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0" name="pt33010"/>
            <p:cNvSpPr/>
            <p:nvPr/>
          </p:nvSpPr>
          <p:spPr>
            <a:xfrm>
              <a:off x="7359910" y="2446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1" name="pt33011"/>
            <p:cNvSpPr/>
            <p:nvPr/>
          </p:nvSpPr>
          <p:spPr>
            <a:xfrm>
              <a:off x="7141679" y="1974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2" name="pt33012"/>
            <p:cNvSpPr/>
            <p:nvPr/>
          </p:nvSpPr>
          <p:spPr>
            <a:xfrm>
              <a:off x="7062391" y="2166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3" name="pt33013"/>
            <p:cNvSpPr/>
            <p:nvPr/>
          </p:nvSpPr>
          <p:spPr>
            <a:xfrm>
              <a:off x="7066871" y="2118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4" name="pt33014"/>
            <p:cNvSpPr/>
            <p:nvPr/>
          </p:nvSpPr>
          <p:spPr>
            <a:xfrm>
              <a:off x="7010477" y="2042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5" name="pt33015"/>
            <p:cNvSpPr/>
            <p:nvPr/>
          </p:nvSpPr>
          <p:spPr>
            <a:xfrm>
              <a:off x="7064944" y="2147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6" name="pt33016"/>
            <p:cNvSpPr/>
            <p:nvPr/>
          </p:nvSpPr>
          <p:spPr>
            <a:xfrm>
              <a:off x="6606310" y="2300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7" name="pt33017"/>
            <p:cNvSpPr/>
            <p:nvPr/>
          </p:nvSpPr>
          <p:spPr>
            <a:xfrm>
              <a:off x="7346223" y="2294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8" name="pt33018"/>
            <p:cNvSpPr/>
            <p:nvPr/>
          </p:nvSpPr>
          <p:spPr>
            <a:xfrm>
              <a:off x="7114412" y="2067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9" name="pt33019"/>
            <p:cNvSpPr/>
            <p:nvPr/>
          </p:nvSpPr>
          <p:spPr>
            <a:xfrm>
              <a:off x="6960371" y="216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0" name="pt33020"/>
            <p:cNvSpPr/>
            <p:nvPr/>
          </p:nvSpPr>
          <p:spPr>
            <a:xfrm>
              <a:off x="7142276" y="2013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1" name="pt33021"/>
            <p:cNvSpPr/>
            <p:nvPr/>
          </p:nvSpPr>
          <p:spPr>
            <a:xfrm>
              <a:off x="7235555" y="1918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2" name="pt33022"/>
            <p:cNvSpPr/>
            <p:nvPr/>
          </p:nvSpPr>
          <p:spPr>
            <a:xfrm>
              <a:off x="7099984" y="2286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3" name="pt33023"/>
            <p:cNvSpPr/>
            <p:nvPr/>
          </p:nvSpPr>
          <p:spPr>
            <a:xfrm>
              <a:off x="7035273" y="2213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4" name="pt33024"/>
            <p:cNvSpPr/>
            <p:nvPr/>
          </p:nvSpPr>
          <p:spPr>
            <a:xfrm>
              <a:off x="6807293" y="1969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5" name="pt33025"/>
            <p:cNvSpPr/>
            <p:nvPr/>
          </p:nvSpPr>
          <p:spPr>
            <a:xfrm>
              <a:off x="6982166" y="2210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6" name="pt33026"/>
            <p:cNvSpPr/>
            <p:nvPr/>
          </p:nvSpPr>
          <p:spPr>
            <a:xfrm>
              <a:off x="7151777" y="209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7" name="pt33027"/>
            <p:cNvSpPr/>
            <p:nvPr/>
          </p:nvSpPr>
          <p:spPr>
            <a:xfrm>
              <a:off x="7074734" y="2065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8" name="pt33028"/>
            <p:cNvSpPr/>
            <p:nvPr/>
          </p:nvSpPr>
          <p:spPr>
            <a:xfrm>
              <a:off x="7073866" y="2189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9" name="pt33029"/>
            <p:cNvSpPr/>
            <p:nvPr/>
          </p:nvSpPr>
          <p:spPr>
            <a:xfrm>
              <a:off x="6985740" y="2305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0" name="pt33030"/>
            <p:cNvSpPr/>
            <p:nvPr/>
          </p:nvSpPr>
          <p:spPr>
            <a:xfrm>
              <a:off x="7380789" y="2115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1" name="pt33031"/>
            <p:cNvSpPr/>
            <p:nvPr/>
          </p:nvSpPr>
          <p:spPr>
            <a:xfrm>
              <a:off x="7038027" y="2234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2" name="pt33032"/>
            <p:cNvSpPr/>
            <p:nvPr/>
          </p:nvSpPr>
          <p:spPr>
            <a:xfrm>
              <a:off x="6946662" y="1798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3" name="pt33033"/>
            <p:cNvSpPr/>
            <p:nvPr/>
          </p:nvSpPr>
          <p:spPr>
            <a:xfrm>
              <a:off x="7163101" y="2164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4" name="pt33034"/>
            <p:cNvSpPr/>
            <p:nvPr/>
          </p:nvSpPr>
          <p:spPr>
            <a:xfrm>
              <a:off x="7073992" y="2067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5" name="pt33035"/>
            <p:cNvSpPr/>
            <p:nvPr/>
          </p:nvSpPr>
          <p:spPr>
            <a:xfrm>
              <a:off x="6985834" y="2292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6" name="pt33036"/>
            <p:cNvSpPr/>
            <p:nvPr/>
          </p:nvSpPr>
          <p:spPr>
            <a:xfrm>
              <a:off x="7335343" y="2374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7" name="pt33037"/>
            <p:cNvSpPr/>
            <p:nvPr/>
          </p:nvSpPr>
          <p:spPr>
            <a:xfrm>
              <a:off x="7068417" y="2089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8" name="pt33038"/>
            <p:cNvSpPr/>
            <p:nvPr/>
          </p:nvSpPr>
          <p:spPr>
            <a:xfrm>
              <a:off x="7876404" y="2408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9" name="pt33039"/>
            <p:cNvSpPr/>
            <p:nvPr/>
          </p:nvSpPr>
          <p:spPr>
            <a:xfrm>
              <a:off x="7246179" y="2001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0" name="pt33040"/>
            <p:cNvSpPr/>
            <p:nvPr/>
          </p:nvSpPr>
          <p:spPr>
            <a:xfrm>
              <a:off x="7073372" y="2118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1" name="pt33041"/>
            <p:cNvSpPr/>
            <p:nvPr/>
          </p:nvSpPr>
          <p:spPr>
            <a:xfrm>
              <a:off x="7000668" y="2201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2" name="pt33042"/>
            <p:cNvSpPr/>
            <p:nvPr/>
          </p:nvSpPr>
          <p:spPr>
            <a:xfrm>
              <a:off x="7327255" y="1883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3" name="pt33043"/>
            <p:cNvSpPr/>
            <p:nvPr/>
          </p:nvSpPr>
          <p:spPr>
            <a:xfrm>
              <a:off x="6792284" y="2134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4" name="pt33044"/>
            <p:cNvSpPr/>
            <p:nvPr/>
          </p:nvSpPr>
          <p:spPr>
            <a:xfrm>
              <a:off x="6819397" y="2276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5" name="pt33045"/>
            <p:cNvSpPr/>
            <p:nvPr/>
          </p:nvSpPr>
          <p:spPr>
            <a:xfrm>
              <a:off x="7203125" y="2048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6" name="pt33046"/>
            <p:cNvSpPr/>
            <p:nvPr/>
          </p:nvSpPr>
          <p:spPr>
            <a:xfrm>
              <a:off x="7192176" y="2183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7" name="pt33047"/>
            <p:cNvSpPr/>
            <p:nvPr/>
          </p:nvSpPr>
          <p:spPr>
            <a:xfrm>
              <a:off x="7135672" y="2131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8" name="pt33048"/>
            <p:cNvSpPr/>
            <p:nvPr/>
          </p:nvSpPr>
          <p:spPr>
            <a:xfrm>
              <a:off x="7137574" y="1957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9" name="pt33049"/>
            <p:cNvSpPr/>
            <p:nvPr/>
          </p:nvSpPr>
          <p:spPr>
            <a:xfrm>
              <a:off x="6856824" y="2181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0" name="pt33050"/>
            <p:cNvSpPr/>
            <p:nvPr/>
          </p:nvSpPr>
          <p:spPr>
            <a:xfrm>
              <a:off x="7384959" y="2548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1" name="pt33051"/>
            <p:cNvSpPr/>
            <p:nvPr/>
          </p:nvSpPr>
          <p:spPr>
            <a:xfrm>
              <a:off x="6767147" y="2315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2" name="pt33052"/>
            <p:cNvSpPr/>
            <p:nvPr/>
          </p:nvSpPr>
          <p:spPr>
            <a:xfrm>
              <a:off x="7142050" y="2064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3" name="pt33053"/>
            <p:cNvSpPr/>
            <p:nvPr/>
          </p:nvSpPr>
          <p:spPr>
            <a:xfrm>
              <a:off x="6995094" y="2329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4" name="pt33054"/>
            <p:cNvSpPr/>
            <p:nvPr/>
          </p:nvSpPr>
          <p:spPr>
            <a:xfrm>
              <a:off x="6803880" y="2336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5" name="pt33055"/>
            <p:cNvSpPr/>
            <p:nvPr/>
          </p:nvSpPr>
          <p:spPr>
            <a:xfrm>
              <a:off x="6797686" y="2145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6" name="pt33056"/>
            <p:cNvSpPr/>
            <p:nvPr/>
          </p:nvSpPr>
          <p:spPr>
            <a:xfrm>
              <a:off x="7121535" y="2009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7" name="pt33057"/>
            <p:cNvSpPr/>
            <p:nvPr/>
          </p:nvSpPr>
          <p:spPr>
            <a:xfrm>
              <a:off x="6528341" y="1653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8" name="pt33058"/>
            <p:cNvSpPr/>
            <p:nvPr/>
          </p:nvSpPr>
          <p:spPr>
            <a:xfrm>
              <a:off x="6991659" y="2346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9" name="pt33059"/>
            <p:cNvSpPr/>
            <p:nvPr/>
          </p:nvSpPr>
          <p:spPr>
            <a:xfrm>
              <a:off x="7003980" y="1927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0" name="pt33060"/>
            <p:cNvSpPr/>
            <p:nvPr/>
          </p:nvSpPr>
          <p:spPr>
            <a:xfrm>
              <a:off x="7169664" y="2049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1" name="pt33061"/>
            <p:cNvSpPr/>
            <p:nvPr/>
          </p:nvSpPr>
          <p:spPr>
            <a:xfrm>
              <a:off x="7299646" y="2061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2" name="pt33062"/>
            <p:cNvSpPr/>
            <p:nvPr/>
          </p:nvSpPr>
          <p:spPr>
            <a:xfrm>
              <a:off x="6796591" y="2516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3" name="pt33063"/>
            <p:cNvSpPr/>
            <p:nvPr/>
          </p:nvSpPr>
          <p:spPr>
            <a:xfrm>
              <a:off x="6931456" y="1862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4" name="pt33064"/>
            <p:cNvSpPr/>
            <p:nvPr/>
          </p:nvSpPr>
          <p:spPr>
            <a:xfrm>
              <a:off x="7044577" y="2197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5" name="pt33065"/>
            <p:cNvSpPr/>
            <p:nvPr/>
          </p:nvSpPr>
          <p:spPr>
            <a:xfrm>
              <a:off x="7068398" y="2094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6" name="pt33066"/>
            <p:cNvSpPr/>
            <p:nvPr/>
          </p:nvSpPr>
          <p:spPr>
            <a:xfrm>
              <a:off x="6957090" y="1817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7" name="pt33067"/>
            <p:cNvSpPr/>
            <p:nvPr/>
          </p:nvSpPr>
          <p:spPr>
            <a:xfrm>
              <a:off x="7191559" y="2200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8" name="pt33068"/>
            <p:cNvSpPr/>
            <p:nvPr/>
          </p:nvSpPr>
          <p:spPr>
            <a:xfrm>
              <a:off x="7054161" y="2063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9" name="pt33069"/>
            <p:cNvSpPr/>
            <p:nvPr/>
          </p:nvSpPr>
          <p:spPr>
            <a:xfrm>
              <a:off x="7086852" y="2224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0" name="pt33070"/>
            <p:cNvSpPr/>
            <p:nvPr/>
          </p:nvSpPr>
          <p:spPr>
            <a:xfrm>
              <a:off x="7268384" y="2001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1" name="pt33071"/>
            <p:cNvSpPr/>
            <p:nvPr/>
          </p:nvSpPr>
          <p:spPr>
            <a:xfrm>
              <a:off x="7195238" y="2005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2" name="pt33072"/>
            <p:cNvSpPr/>
            <p:nvPr/>
          </p:nvSpPr>
          <p:spPr>
            <a:xfrm>
              <a:off x="7129621" y="2113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3" name="pt33073"/>
            <p:cNvSpPr/>
            <p:nvPr/>
          </p:nvSpPr>
          <p:spPr>
            <a:xfrm>
              <a:off x="7288945" y="1877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4" name="pt33074"/>
            <p:cNvSpPr/>
            <p:nvPr/>
          </p:nvSpPr>
          <p:spPr>
            <a:xfrm>
              <a:off x="6800822" y="2168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5" name="pt33075"/>
            <p:cNvSpPr/>
            <p:nvPr/>
          </p:nvSpPr>
          <p:spPr>
            <a:xfrm>
              <a:off x="7147480" y="2034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6" name="pt33076"/>
            <p:cNvSpPr/>
            <p:nvPr/>
          </p:nvSpPr>
          <p:spPr>
            <a:xfrm>
              <a:off x="7141549" y="2054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7" name="pt33077"/>
            <p:cNvSpPr/>
            <p:nvPr/>
          </p:nvSpPr>
          <p:spPr>
            <a:xfrm>
              <a:off x="7187587" y="1740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8" name="pt33078"/>
            <p:cNvSpPr/>
            <p:nvPr/>
          </p:nvSpPr>
          <p:spPr>
            <a:xfrm>
              <a:off x="7231381" y="1899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9" name="pt33079"/>
            <p:cNvSpPr/>
            <p:nvPr/>
          </p:nvSpPr>
          <p:spPr>
            <a:xfrm>
              <a:off x="7131474" y="2111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0" name="pt33080"/>
            <p:cNvSpPr/>
            <p:nvPr/>
          </p:nvSpPr>
          <p:spPr>
            <a:xfrm>
              <a:off x="7318358" y="245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1" name="pt33081"/>
            <p:cNvSpPr/>
            <p:nvPr/>
          </p:nvSpPr>
          <p:spPr>
            <a:xfrm>
              <a:off x="7263886" y="185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2" name="pt33082"/>
            <p:cNvSpPr/>
            <p:nvPr/>
          </p:nvSpPr>
          <p:spPr>
            <a:xfrm>
              <a:off x="7059342" y="2105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3" name="pt33083"/>
            <p:cNvSpPr/>
            <p:nvPr/>
          </p:nvSpPr>
          <p:spPr>
            <a:xfrm>
              <a:off x="7070519" y="2116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4" name="pt33084"/>
            <p:cNvSpPr/>
            <p:nvPr/>
          </p:nvSpPr>
          <p:spPr>
            <a:xfrm>
              <a:off x="7378158" y="2340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5" name="pt33085"/>
            <p:cNvSpPr/>
            <p:nvPr/>
          </p:nvSpPr>
          <p:spPr>
            <a:xfrm>
              <a:off x="6979825" y="2168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6" name="pt33086"/>
            <p:cNvSpPr/>
            <p:nvPr/>
          </p:nvSpPr>
          <p:spPr>
            <a:xfrm>
              <a:off x="6938905" y="1954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7" name="pt33087"/>
            <p:cNvSpPr/>
            <p:nvPr/>
          </p:nvSpPr>
          <p:spPr>
            <a:xfrm>
              <a:off x="7127020" y="2108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8" name="pt33088"/>
            <p:cNvSpPr/>
            <p:nvPr/>
          </p:nvSpPr>
          <p:spPr>
            <a:xfrm>
              <a:off x="7155745" y="2167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9" name="pt33089"/>
            <p:cNvSpPr/>
            <p:nvPr/>
          </p:nvSpPr>
          <p:spPr>
            <a:xfrm>
              <a:off x="7162367" y="2470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0" name="pt33090"/>
            <p:cNvSpPr/>
            <p:nvPr/>
          </p:nvSpPr>
          <p:spPr>
            <a:xfrm>
              <a:off x="7019168" y="2176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1" name="pt33091"/>
            <p:cNvSpPr/>
            <p:nvPr/>
          </p:nvSpPr>
          <p:spPr>
            <a:xfrm>
              <a:off x="7546350" y="1985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2" name="pt33092"/>
            <p:cNvSpPr/>
            <p:nvPr/>
          </p:nvSpPr>
          <p:spPr>
            <a:xfrm>
              <a:off x="6980283" y="2256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3" name="pt33093"/>
            <p:cNvSpPr/>
            <p:nvPr/>
          </p:nvSpPr>
          <p:spPr>
            <a:xfrm>
              <a:off x="7021047" y="2138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4" name="pt33094"/>
            <p:cNvSpPr/>
            <p:nvPr/>
          </p:nvSpPr>
          <p:spPr>
            <a:xfrm>
              <a:off x="6837666" y="2023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5" name="pt33095"/>
            <p:cNvSpPr/>
            <p:nvPr/>
          </p:nvSpPr>
          <p:spPr>
            <a:xfrm>
              <a:off x="7110189" y="2105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6" name="pt33096"/>
            <p:cNvSpPr/>
            <p:nvPr/>
          </p:nvSpPr>
          <p:spPr>
            <a:xfrm>
              <a:off x="7169981" y="2226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7" name="pt33097"/>
            <p:cNvSpPr/>
            <p:nvPr/>
          </p:nvSpPr>
          <p:spPr>
            <a:xfrm>
              <a:off x="7227153" y="1981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8" name="pt33098"/>
            <p:cNvSpPr/>
            <p:nvPr/>
          </p:nvSpPr>
          <p:spPr>
            <a:xfrm>
              <a:off x="7414786" y="1914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9" name="pt33099"/>
            <p:cNvSpPr/>
            <p:nvPr/>
          </p:nvSpPr>
          <p:spPr>
            <a:xfrm>
              <a:off x="6921787" y="2024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0" name="pt33100"/>
            <p:cNvSpPr/>
            <p:nvPr/>
          </p:nvSpPr>
          <p:spPr>
            <a:xfrm>
              <a:off x="7323712" y="2507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1" name="pt33101"/>
            <p:cNvSpPr/>
            <p:nvPr/>
          </p:nvSpPr>
          <p:spPr>
            <a:xfrm>
              <a:off x="6942997" y="2007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2" name="pt33102"/>
            <p:cNvSpPr/>
            <p:nvPr/>
          </p:nvSpPr>
          <p:spPr>
            <a:xfrm>
              <a:off x="7349986" y="2243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3" name="pt33103"/>
            <p:cNvSpPr/>
            <p:nvPr/>
          </p:nvSpPr>
          <p:spPr>
            <a:xfrm>
              <a:off x="7095890" y="2227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4" name="pt33104"/>
            <p:cNvSpPr/>
            <p:nvPr/>
          </p:nvSpPr>
          <p:spPr>
            <a:xfrm>
              <a:off x="7281485" y="1721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5" name="pt33105"/>
            <p:cNvSpPr/>
            <p:nvPr/>
          </p:nvSpPr>
          <p:spPr>
            <a:xfrm>
              <a:off x="6825350" y="1909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6" name="pt33106"/>
            <p:cNvSpPr/>
            <p:nvPr/>
          </p:nvSpPr>
          <p:spPr>
            <a:xfrm>
              <a:off x="7307954" y="2284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7" name="pt33107"/>
            <p:cNvSpPr/>
            <p:nvPr/>
          </p:nvSpPr>
          <p:spPr>
            <a:xfrm>
              <a:off x="7007365" y="1653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8" name="pt33108"/>
            <p:cNvSpPr/>
            <p:nvPr/>
          </p:nvSpPr>
          <p:spPr>
            <a:xfrm>
              <a:off x="7130158" y="2137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9" name="pt33109"/>
            <p:cNvSpPr/>
            <p:nvPr/>
          </p:nvSpPr>
          <p:spPr>
            <a:xfrm>
              <a:off x="7129791" y="2145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0" name="pt33110"/>
            <p:cNvSpPr/>
            <p:nvPr/>
          </p:nvSpPr>
          <p:spPr>
            <a:xfrm>
              <a:off x="6826404" y="1911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1" name="pt33111"/>
            <p:cNvSpPr/>
            <p:nvPr/>
          </p:nvSpPr>
          <p:spPr>
            <a:xfrm>
              <a:off x="7314962" y="264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2" name="pt33112"/>
            <p:cNvSpPr/>
            <p:nvPr/>
          </p:nvSpPr>
          <p:spPr>
            <a:xfrm>
              <a:off x="7410880" y="2358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3" name="pt33113"/>
            <p:cNvSpPr/>
            <p:nvPr/>
          </p:nvSpPr>
          <p:spPr>
            <a:xfrm>
              <a:off x="7181113" y="1874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4" name="pt33114"/>
            <p:cNvSpPr/>
            <p:nvPr/>
          </p:nvSpPr>
          <p:spPr>
            <a:xfrm>
              <a:off x="6958428" y="2056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5" name="pt33115"/>
            <p:cNvSpPr/>
            <p:nvPr/>
          </p:nvSpPr>
          <p:spPr>
            <a:xfrm>
              <a:off x="7373040" y="2395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6" name="pt33116"/>
            <p:cNvSpPr/>
            <p:nvPr/>
          </p:nvSpPr>
          <p:spPr>
            <a:xfrm>
              <a:off x="7106974" y="2009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7" name="pt33117"/>
            <p:cNvSpPr/>
            <p:nvPr/>
          </p:nvSpPr>
          <p:spPr>
            <a:xfrm>
              <a:off x="7199692" y="1922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8" name="pt33118"/>
            <p:cNvSpPr/>
            <p:nvPr/>
          </p:nvSpPr>
          <p:spPr>
            <a:xfrm>
              <a:off x="7118295" y="1940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9" name="pt33119"/>
            <p:cNvSpPr/>
            <p:nvPr/>
          </p:nvSpPr>
          <p:spPr>
            <a:xfrm>
              <a:off x="7050323" y="219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0" name="pt33120"/>
            <p:cNvSpPr/>
            <p:nvPr/>
          </p:nvSpPr>
          <p:spPr>
            <a:xfrm>
              <a:off x="7079413" y="2073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1" name="pt33121"/>
            <p:cNvSpPr/>
            <p:nvPr/>
          </p:nvSpPr>
          <p:spPr>
            <a:xfrm>
              <a:off x="7100942" y="2301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2" name="pt33122"/>
            <p:cNvSpPr/>
            <p:nvPr/>
          </p:nvSpPr>
          <p:spPr>
            <a:xfrm>
              <a:off x="7104815" y="2108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3" name="pt33123"/>
            <p:cNvSpPr/>
            <p:nvPr/>
          </p:nvSpPr>
          <p:spPr>
            <a:xfrm>
              <a:off x="7258779" y="2113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4" name="pt33124"/>
            <p:cNvSpPr/>
            <p:nvPr/>
          </p:nvSpPr>
          <p:spPr>
            <a:xfrm>
              <a:off x="7161827" y="2316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5" name="pt33125"/>
            <p:cNvSpPr/>
            <p:nvPr/>
          </p:nvSpPr>
          <p:spPr>
            <a:xfrm>
              <a:off x="7211888" y="203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6" name="pt33126"/>
            <p:cNvSpPr/>
            <p:nvPr/>
          </p:nvSpPr>
          <p:spPr>
            <a:xfrm>
              <a:off x="7206575" y="2062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7" name="pt33127"/>
            <p:cNvSpPr/>
            <p:nvPr/>
          </p:nvSpPr>
          <p:spPr>
            <a:xfrm>
              <a:off x="7211169" y="2043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8" name="pt33128"/>
            <p:cNvSpPr/>
            <p:nvPr/>
          </p:nvSpPr>
          <p:spPr>
            <a:xfrm>
              <a:off x="6873634" y="1907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9" name="pt33129"/>
            <p:cNvSpPr/>
            <p:nvPr/>
          </p:nvSpPr>
          <p:spPr>
            <a:xfrm>
              <a:off x="6660362" y="2067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0" name="pt33130"/>
            <p:cNvSpPr/>
            <p:nvPr/>
          </p:nvSpPr>
          <p:spPr>
            <a:xfrm>
              <a:off x="7144461" y="1956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1" name="pt33131"/>
            <p:cNvSpPr/>
            <p:nvPr/>
          </p:nvSpPr>
          <p:spPr>
            <a:xfrm>
              <a:off x="6837980" y="2043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2" name="pt33132"/>
            <p:cNvSpPr/>
            <p:nvPr/>
          </p:nvSpPr>
          <p:spPr>
            <a:xfrm>
              <a:off x="7135854" y="2067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3" name="pt33133"/>
            <p:cNvSpPr/>
            <p:nvPr/>
          </p:nvSpPr>
          <p:spPr>
            <a:xfrm>
              <a:off x="7194206" y="1979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4" name="pt33134"/>
            <p:cNvSpPr/>
            <p:nvPr/>
          </p:nvSpPr>
          <p:spPr>
            <a:xfrm>
              <a:off x="6855393" y="2277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5" name="pt33135"/>
            <p:cNvSpPr/>
            <p:nvPr/>
          </p:nvSpPr>
          <p:spPr>
            <a:xfrm>
              <a:off x="7067029" y="2094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6" name="pt33136"/>
            <p:cNvSpPr/>
            <p:nvPr/>
          </p:nvSpPr>
          <p:spPr>
            <a:xfrm>
              <a:off x="7437712" y="238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7" name="pt33137"/>
            <p:cNvSpPr/>
            <p:nvPr/>
          </p:nvSpPr>
          <p:spPr>
            <a:xfrm>
              <a:off x="7140584" y="1899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8" name="pt33138"/>
            <p:cNvSpPr/>
            <p:nvPr/>
          </p:nvSpPr>
          <p:spPr>
            <a:xfrm>
              <a:off x="7052238" y="2055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9" name="pt33139"/>
            <p:cNvSpPr/>
            <p:nvPr/>
          </p:nvSpPr>
          <p:spPr>
            <a:xfrm>
              <a:off x="7020465" y="1969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0" name="pt33140"/>
            <p:cNvSpPr/>
            <p:nvPr/>
          </p:nvSpPr>
          <p:spPr>
            <a:xfrm>
              <a:off x="7168744" y="2104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1" name="pt33141"/>
            <p:cNvSpPr/>
            <p:nvPr/>
          </p:nvSpPr>
          <p:spPr>
            <a:xfrm>
              <a:off x="7196122" y="2047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2" name="pt33142"/>
            <p:cNvSpPr/>
            <p:nvPr/>
          </p:nvSpPr>
          <p:spPr>
            <a:xfrm>
              <a:off x="7183345" y="1935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3" name="pt33143"/>
            <p:cNvSpPr/>
            <p:nvPr/>
          </p:nvSpPr>
          <p:spPr>
            <a:xfrm>
              <a:off x="7160695" y="235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4" name="pt33144"/>
            <p:cNvSpPr/>
            <p:nvPr/>
          </p:nvSpPr>
          <p:spPr>
            <a:xfrm>
              <a:off x="6815949" y="2230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5" name="pt33145"/>
            <p:cNvSpPr/>
            <p:nvPr/>
          </p:nvSpPr>
          <p:spPr>
            <a:xfrm>
              <a:off x="7210322" y="2023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6" name="pt33146"/>
            <p:cNvSpPr/>
            <p:nvPr/>
          </p:nvSpPr>
          <p:spPr>
            <a:xfrm>
              <a:off x="7405886" y="2284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7" name="pt33147"/>
            <p:cNvSpPr/>
            <p:nvPr/>
          </p:nvSpPr>
          <p:spPr>
            <a:xfrm>
              <a:off x="7211522" y="1880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8" name="pt33148"/>
            <p:cNvSpPr/>
            <p:nvPr/>
          </p:nvSpPr>
          <p:spPr>
            <a:xfrm>
              <a:off x="7111750" y="2079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9" name="pt33149"/>
            <p:cNvSpPr/>
            <p:nvPr/>
          </p:nvSpPr>
          <p:spPr>
            <a:xfrm>
              <a:off x="7047722" y="2177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0" name="pt33150"/>
            <p:cNvSpPr/>
            <p:nvPr/>
          </p:nvSpPr>
          <p:spPr>
            <a:xfrm>
              <a:off x="7058726" y="2061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1" name="pt33151"/>
            <p:cNvSpPr/>
            <p:nvPr/>
          </p:nvSpPr>
          <p:spPr>
            <a:xfrm>
              <a:off x="6991338" y="2103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2" name="pt33152"/>
            <p:cNvSpPr/>
            <p:nvPr/>
          </p:nvSpPr>
          <p:spPr>
            <a:xfrm>
              <a:off x="7237883" y="1982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3" name="pt33153"/>
            <p:cNvSpPr/>
            <p:nvPr/>
          </p:nvSpPr>
          <p:spPr>
            <a:xfrm>
              <a:off x="7457431" y="2507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4" name="pt33154"/>
            <p:cNvSpPr/>
            <p:nvPr/>
          </p:nvSpPr>
          <p:spPr>
            <a:xfrm>
              <a:off x="7211294" y="2153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5" name="pt33155"/>
            <p:cNvSpPr/>
            <p:nvPr/>
          </p:nvSpPr>
          <p:spPr>
            <a:xfrm>
              <a:off x="7151676" y="2045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6" name="pt33156"/>
            <p:cNvSpPr/>
            <p:nvPr/>
          </p:nvSpPr>
          <p:spPr>
            <a:xfrm>
              <a:off x="7309665" y="2313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7" name="pt33157"/>
            <p:cNvSpPr/>
            <p:nvPr/>
          </p:nvSpPr>
          <p:spPr>
            <a:xfrm>
              <a:off x="7087554" y="2264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8" name="pt33158"/>
            <p:cNvSpPr/>
            <p:nvPr/>
          </p:nvSpPr>
          <p:spPr>
            <a:xfrm>
              <a:off x="7247221" y="1887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9" name="pt33159"/>
            <p:cNvSpPr/>
            <p:nvPr/>
          </p:nvSpPr>
          <p:spPr>
            <a:xfrm>
              <a:off x="7011105" y="208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0" name="pt33160"/>
            <p:cNvSpPr/>
            <p:nvPr/>
          </p:nvSpPr>
          <p:spPr>
            <a:xfrm>
              <a:off x="7346088" y="2241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1" name="pt33161"/>
            <p:cNvSpPr/>
            <p:nvPr/>
          </p:nvSpPr>
          <p:spPr>
            <a:xfrm>
              <a:off x="7038940" y="220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2" name="pt33162"/>
            <p:cNvSpPr/>
            <p:nvPr/>
          </p:nvSpPr>
          <p:spPr>
            <a:xfrm>
              <a:off x="7163661" y="2318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3" name="pt33163"/>
            <p:cNvSpPr/>
            <p:nvPr/>
          </p:nvSpPr>
          <p:spPr>
            <a:xfrm>
              <a:off x="7061366" y="2150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4" name="pt33164"/>
            <p:cNvSpPr/>
            <p:nvPr/>
          </p:nvSpPr>
          <p:spPr>
            <a:xfrm>
              <a:off x="7028366" y="2187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5" name="pt33165"/>
            <p:cNvSpPr/>
            <p:nvPr/>
          </p:nvSpPr>
          <p:spPr>
            <a:xfrm>
              <a:off x="7068429" y="2114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6" name="pt33166"/>
            <p:cNvSpPr/>
            <p:nvPr/>
          </p:nvSpPr>
          <p:spPr>
            <a:xfrm>
              <a:off x="7264904" y="1880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7" name="pt33167"/>
            <p:cNvSpPr/>
            <p:nvPr/>
          </p:nvSpPr>
          <p:spPr>
            <a:xfrm>
              <a:off x="6982841" y="2278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8" name="pt33168"/>
            <p:cNvSpPr/>
            <p:nvPr/>
          </p:nvSpPr>
          <p:spPr>
            <a:xfrm>
              <a:off x="7186148" y="1873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9" name="pt33169"/>
            <p:cNvSpPr/>
            <p:nvPr/>
          </p:nvSpPr>
          <p:spPr>
            <a:xfrm>
              <a:off x="7112386" y="1966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0" name="pt33170"/>
            <p:cNvSpPr/>
            <p:nvPr/>
          </p:nvSpPr>
          <p:spPr>
            <a:xfrm>
              <a:off x="7163146" y="2302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1" name="pt33171"/>
            <p:cNvSpPr/>
            <p:nvPr/>
          </p:nvSpPr>
          <p:spPr>
            <a:xfrm>
              <a:off x="6913996" y="1921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2" name="pt33172"/>
            <p:cNvSpPr/>
            <p:nvPr/>
          </p:nvSpPr>
          <p:spPr>
            <a:xfrm>
              <a:off x="6961545" y="2072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3" name="pt33173"/>
            <p:cNvSpPr/>
            <p:nvPr/>
          </p:nvSpPr>
          <p:spPr>
            <a:xfrm>
              <a:off x="7073518" y="2103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4" name="pt33174"/>
            <p:cNvSpPr/>
            <p:nvPr/>
          </p:nvSpPr>
          <p:spPr>
            <a:xfrm>
              <a:off x="6879497" y="2156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5" name="pt33175"/>
            <p:cNvSpPr/>
            <p:nvPr/>
          </p:nvSpPr>
          <p:spPr>
            <a:xfrm>
              <a:off x="7159770" y="2340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6" name="pt33176"/>
            <p:cNvSpPr/>
            <p:nvPr/>
          </p:nvSpPr>
          <p:spPr>
            <a:xfrm>
              <a:off x="7121282" y="2070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7" name="pt33177"/>
            <p:cNvSpPr/>
            <p:nvPr/>
          </p:nvSpPr>
          <p:spPr>
            <a:xfrm>
              <a:off x="7514398" y="1766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8" name="pt33178"/>
            <p:cNvSpPr/>
            <p:nvPr/>
          </p:nvSpPr>
          <p:spPr>
            <a:xfrm>
              <a:off x="7246988" y="1955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9" name="pt33179"/>
            <p:cNvSpPr/>
            <p:nvPr/>
          </p:nvSpPr>
          <p:spPr>
            <a:xfrm>
              <a:off x="7179842" y="2168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0" name="pt33180"/>
            <p:cNvSpPr/>
            <p:nvPr/>
          </p:nvSpPr>
          <p:spPr>
            <a:xfrm>
              <a:off x="7292428" y="200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1" name="pt33181"/>
            <p:cNvSpPr/>
            <p:nvPr/>
          </p:nvSpPr>
          <p:spPr>
            <a:xfrm>
              <a:off x="6854450" y="2218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2" name="pt33182"/>
            <p:cNvSpPr/>
            <p:nvPr/>
          </p:nvSpPr>
          <p:spPr>
            <a:xfrm>
              <a:off x="6949557" y="2098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3" name="pt33183"/>
            <p:cNvSpPr/>
            <p:nvPr/>
          </p:nvSpPr>
          <p:spPr>
            <a:xfrm>
              <a:off x="7022989" y="2047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4" name="pt33184"/>
            <p:cNvSpPr/>
            <p:nvPr/>
          </p:nvSpPr>
          <p:spPr>
            <a:xfrm>
              <a:off x="6942005" y="2003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5" name="pt33185"/>
            <p:cNvSpPr/>
            <p:nvPr/>
          </p:nvSpPr>
          <p:spPr>
            <a:xfrm>
              <a:off x="7190983" y="2209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6" name="pt33186"/>
            <p:cNvSpPr/>
            <p:nvPr/>
          </p:nvSpPr>
          <p:spPr>
            <a:xfrm>
              <a:off x="7104007" y="2104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7" name="pt33187"/>
            <p:cNvSpPr/>
            <p:nvPr/>
          </p:nvSpPr>
          <p:spPr>
            <a:xfrm>
              <a:off x="6867476" y="2262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8" name="pt33188"/>
            <p:cNvSpPr/>
            <p:nvPr/>
          </p:nvSpPr>
          <p:spPr>
            <a:xfrm>
              <a:off x="7140122" y="2032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9" name="pt33189"/>
            <p:cNvSpPr/>
            <p:nvPr/>
          </p:nvSpPr>
          <p:spPr>
            <a:xfrm>
              <a:off x="7099560" y="2286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0" name="pt33190"/>
            <p:cNvSpPr/>
            <p:nvPr/>
          </p:nvSpPr>
          <p:spPr>
            <a:xfrm>
              <a:off x="7156941" y="2211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1" name="pt33191"/>
            <p:cNvSpPr/>
            <p:nvPr/>
          </p:nvSpPr>
          <p:spPr>
            <a:xfrm>
              <a:off x="7121679" y="2059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2" name="pt33192"/>
            <p:cNvSpPr/>
            <p:nvPr/>
          </p:nvSpPr>
          <p:spPr>
            <a:xfrm>
              <a:off x="7122779" y="2085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3" name="pt33193"/>
            <p:cNvSpPr/>
            <p:nvPr/>
          </p:nvSpPr>
          <p:spPr>
            <a:xfrm>
              <a:off x="6946735" y="1999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4" name="pt33194"/>
            <p:cNvSpPr/>
            <p:nvPr/>
          </p:nvSpPr>
          <p:spPr>
            <a:xfrm>
              <a:off x="7029417" y="2061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5" name="pt33195"/>
            <p:cNvSpPr/>
            <p:nvPr/>
          </p:nvSpPr>
          <p:spPr>
            <a:xfrm>
              <a:off x="7215890" y="1832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6" name="pt33196"/>
            <p:cNvSpPr/>
            <p:nvPr/>
          </p:nvSpPr>
          <p:spPr>
            <a:xfrm>
              <a:off x="7082720" y="2195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7" name="pt33197"/>
            <p:cNvSpPr/>
            <p:nvPr/>
          </p:nvSpPr>
          <p:spPr>
            <a:xfrm>
              <a:off x="7063589" y="215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8" name="pt33198"/>
            <p:cNvSpPr/>
            <p:nvPr/>
          </p:nvSpPr>
          <p:spPr>
            <a:xfrm>
              <a:off x="7409375" y="3022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9" name="pt33199"/>
            <p:cNvSpPr/>
            <p:nvPr/>
          </p:nvSpPr>
          <p:spPr>
            <a:xfrm>
              <a:off x="7066018" y="2154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0" name="pt33200"/>
            <p:cNvSpPr/>
            <p:nvPr/>
          </p:nvSpPr>
          <p:spPr>
            <a:xfrm>
              <a:off x="7324013" y="2467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1" name="pt33201"/>
            <p:cNvSpPr/>
            <p:nvPr/>
          </p:nvSpPr>
          <p:spPr>
            <a:xfrm>
              <a:off x="7359969" y="2577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2" name="pt33202"/>
            <p:cNvSpPr/>
            <p:nvPr/>
          </p:nvSpPr>
          <p:spPr>
            <a:xfrm>
              <a:off x="6942040" y="2125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3" name="pt33203"/>
            <p:cNvSpPr/>
            <p:nvPr/>
          </p:nvSpPr>
          <p:spPr>
            <a:xfrm>
              <a:off x="6987502" y="2235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4" name="pt33204"/>
            <p:cNvSpPr/>
            <p:nvPr/>
          </p:nvSpPr>
          <p:spPr>
            <a:xfrm>
              <a:off x="7067515" y="2086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5" name="pt33205"/>
            <p:cNvSpPr/>
            <p:nvPr/>
          </p:nvSpPr>
          <p:spPr>
            <a:xfrm>
              <a:off x="6874856" y="2189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6" name="pt33206"/>
            <p:cNvSpPr/>
            <p:nvPr/>
          </p:nvSpPr>
          <p:spPr>
            <a:xfrm>
              <a:off x="6946590" y="1938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7" name="pt33207"/>
            <p:cNvSpPr/>
            <p:nvPr/>
          </p:nvSpPr>
          <p:spPr>
            <a:xfrm>
              <a:off x="6965153" y="1958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8" name="pt33208"/>
            <p:cNvSpPr/>
            <p:nvPr/>
          </p:nvSpPr>
          <p:spPr>
            <a:xfrm>
              <a:off x="7057940" y="2071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9" name="pt33209"/>
            <p:cNvSpPr/>
            <p:nvPr/>
          </p:nvSpPr>
          <p:spPr>
            <a:xfrm>
              <a:off x="7351823" y="2577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0" name="pt33210"/>
            <p:cNvSpPr/>
            <p:nvPr/>
          </p:nvSpPr>
          <p:spPr>
            <a:xfrm>
              <a:off x="7131113" y="2138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1" name="pt33211"/>
            <p:cNvSpPr/>
            <p:nvPr/>
          </p:nvSpPr>
          <p:spPr>
            <a:xfrm>
              <a:off x="7122556" y="2049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2" name="pt33212"/>
            <p:cNvSpPr/>
            <p:nvPr/>
          </p:nvSpPr>
          <p:spPr>
            <a:xfrm>
              <a:off x="7262155" y="196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3" name="pt33213"/>
            <p:cNvSpPr/>
            <p:nvPr/>
          </p:nvSpPr>
          <p:spPr>
            <a:xfrm>
              <a:off x="7013809" y="1918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4" name="pt33214"/>
            <p:cNvSpPr/>
            <p:nvPr/>
          </p:nvSpPr>
          <p:spPr>
            <a:xfrm>
              <a:off x="7031215" y="2175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5" name="pt33215"/>
            <p:cNvSpPr/>
            <p:nvPr/>
          </p:nvSpPr>
          <p:spPr>
            <a:xfrm>
              <a:off x="6992309" y="2193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6" name="pt33216"/>
            <p:cNvSpPr/>
            <p:nvPr/>
          </p:nvSpPr>
          <p:spPr>
            <a:xfrm>
              <a:off x="7137661" y="1991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7" name="pt33217"/>
            <p:cNvSpPr/>
            <p:nvPr/>
          </p:nvSpPr>
          <p:spPr>
            <a:xfrm>
              <a:off x="7144454" y="2022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8" name="pt33218"/>
            <p:cNvSpPr/>
            <p:nvPr/>
          </p:nvSpPr>
          <p:spPr>
            <a:xfrm>
              <a:off x="7023270" y="2126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9" name="pt33219"/>
            <p:cNvSpPr/>
            <p:nvPr/>
          </p:nvSpPr>
          <p:spPr>
            <a:xfrm>
              <a:off x="6886411" y="2174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0" name="pt33220"/>
            <p:cNvSpPr/>
            <p:nvPr/>
          </p:nvSpPr>
          <p:spPr>
            <a:xfrm>
              <a:off x="7241210" y="1999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1" name="pt33221"/>
            <p:cNvSpPr/>
            <p:nvPr/>
          </p:nvSpPr>
          <p:spPr>
            <a:xfrm>
              <a:off x="7257040" y="2044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2" name="pt33222"/>
            <p:cNvSpPr/>
            <p:nvPr/>
          </p:nvSpPr>
          <p:spPr>
            <a:xfrm>
              <a:off x="6963335" y="2024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3" name="pt33223"/>
            <p:cNvSpPr/>
            <p:nvPr/>
          </p:nvSpPr>
          <p:spPr>
            <a:xfrm>
              <a:off x="7033543" y="2187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4" name="pt33224"/>
            <p:cNvSpPr/>
            <p:nvPr/>
          </p:nvSpPr>
          <p:spPr>
            <a:xfrm>
              <a:off x="7196963" y="2144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5" name="pt33225"/>
            <p:cNvSpPr/>
            <p:nvPr/>
          </p:nvSpPr>
          <p:spPr>
            <a:xfrm>
              <a:off x="7663926" y="2514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6" name="pt33226"/>
            <p:cNvSpPr/>
            <p:nvPr/>
          </p:nvSpPr>
          <p:spPr>
            <a:xfrm>
              <a:off x="6989811" y="2227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7" name="pt33227"/>
            <p:cNvSpPr/>
            <p:nvPr/>
          </p:nvSpPr>
          <p:spPr>
            <a:xfrm>
              <a:off x="7064818" y="2147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8" name="pt33228"/>
            <p:cNvSpPr/>
            <p:nvPr/>
          </p:nvSpPr>
          <p:spPr>
            <a:xfrm>
              <a:off x="7163107" y="2139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9" name="pt33229"/>
            <p:cNvSpPr/>
            <p:nvPr/>
          </p:nvSpPr>
          <p:spPr>
            <a:xfrm>
              <a:off x="6865680" y="2148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0" name="pt33230"/>
            <p:cNvSpPr/>
            <p:nvPr/>
          </p:nvSpPr>
          <p:spPr>
            <a:xfrm>
              <a:off x="7286001" y="2016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1" name="pt33231"/>
            <p:cNvSpPr/>
            <p:nvPr/>
          </p:nvSpPr>
          <p:spPr>
            <a:xfrm>
              <a:off x="7489648" y="2176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2" name="pt33232"/>
            <p:cNvSpPr/>
            <p:nvPr/>
          </p:nvSpPr>
          <p:spPr>
            <a:xfrm>
              <a:off x="7234699" y="1940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3" name="pt33233"/>
            <p:cNvSpPr/>
            <p:nvPr/>
          </p:nvSpPr>
          <p:spPr>
            <a:xfrm>
              <a:off x="7158485" y="233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4" name="pt33234"/>
            <p:cNvSpPr/>
            <p:nvPr/>
          </p:nvSpPr>
          <p:spPr>
            <a:xfrm>
              <a:off x="7052835" y="2116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5" name="pt33235"/>
            <p:cNvSpPr/>
            <p:nvPr/>
          </p:nvSpPr>
          <p:spPr>
            <a:xfrm>
              <a:off x="6772106" y="2218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6" name="pt33236"/>
            <p:cNvSpPr/>
            <p:nvPr/>
          </p:nvSpPr>
          <p:spPr>
            <a:xfrm>
              <a:off x="7207196" y="222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7" name="pt33237"/>
            <p:cNvSpPr/>
            <p:nvPr/>
          </p:nvSpPr>
          <p:spPr>
            <a:xfrm>
              <a:off x="7124161" y="2078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8" name="pt33238"/>
            <p:cNvSpPr/>
            <p:nvPr/>
          </p:nvSpPr>
          <p:spPr>
            <a:xfrm>
              <a:off x="7189960" y="2170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9" name="pt33239"/>
            <p:cNvSpPr/>
            <p:nvPr/>
          </p:nvSpPr>
          <p:spPr>
            <a:xfrm>
              <a:off x="7082774" y="2139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0" name="pt33240"/>
            <p:cNvSpPr/>
            <p:nvPr/>
          </p:nvSpPr>
          <p:spPr>
            <a:xfrm>
              <a:off x="6939570" y="2050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1" name="pt33241"/>
            <p:cNvSpPr/>
            <p:nvPr/>
          </p:nvSpPr>
          <p:spPr>
            <a:xfrm>
              <a:off x="7065969" y="2123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2" name="pt33242"/>
            <p:cNvSpPr/>
            <p:nvPr/>
          </p:nvSpPr>
          <p:spPr>
            <a:xfrm>
              <a:off x="7065577" y="2096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3" name="pt33243"/>
            <p:cNvSpPr/>
            <p:nvPr/>
          </p:nvSpPr>
          <p:spPr>
            <a:xfrm>
              <a:off x="7073871" y="2078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4" name="pt33244"/>
            <p:cNvSpPr/>
            <p:nvPr/>
          </p:nvSpPr>
          <p:spPr>
            <a:xfrm>
              <a:off x="7371772" y="2618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5" name="pt33245"/>
            <p:cNvSpPr/>
            <p:nvPr/>
          </p:nvSpPr>
          <p:spPr>
            <a:xfrm>
              <a:off x="6939241" y="1985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6" name="pt33246"/>
            <p:cNvSpPr/>
            <p:nvPr/>
          </p:nvSpPr>
          <p:spPr>
            <a:xfrm>
              <a:off x="7109665" y="2080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7" name="pt33247"/>
            <p:cNvSpPr/>
            <p:nvPr/>
          </p:nvSpPr>
          <p:spPr>
            <a:xfrm>
              <a:off x="7628559" y="2479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8" name="pt33248"/>
            <p:cNvSpPr/>
            <p:nvPr/>
          </p:nvSpPr>
          <p:spPr>
            <a:xfrm>
              <a:off x="6940240" y="1996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9" name="pt33249"/>
            <p:cNvSpPr/>
            <p:nvPr/>
          </p:nvSpPr>
          <p:spPr>
            <a:xfrm>
              <a:off x="7088065" y="2210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0" name="pt33250"/>
            <p:cNvSpPr/>
            <p:nvPr/>
          </p:nvSpPr>
          <p:spPr>
            <a:xfrm>
              <a:off x="6992508" y="2255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1" name="pt33251"/>
            <p:cNvSpPr/>
            <p:nvPr/>
          </p:nvSpPr>
          <p:spPr>
            <a:xfrm>
              <a:off x="7121784" y="2095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2" name="pt33252"/>
            <p:cNvSpPr/>
            <p:nvPr/>
          </p:nvSpPr>
          <p:spPr>
            <a:xfrm>
              <a:off x="6869514" y="223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3" name="pt33253"/>
            <p:cNvSpPr/>
            <p:nvPr/>
          </p:nvSpPr>
          <p:spPr>
            <a:xfrm>
              <a:off x="7177930" y="2295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4" name="pt33254"/>
            <p:cNvSpPr/>
            <p:nvPr/>
          </p:nvSpPr>
          <p:spPr>
            <a:xfrm>
              <a:off x="7206422" y="2002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5" name="pt33255"/>
            <p:cNvSpPr/>
            <p:nvPr/>
          </p:nvSpPr>
          <p:spPr>
            <a:xfrm>
              <a:off x="6868532" y="2255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6" name="pt33256"/>
            <p:cNvSpPr/>
            <p:nvPr/>
          </p:nvSpPr>
          <p:spPr>
            <a:xfrm>
              <a:off x="7188972" y="2286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7" name="pt33257"/>
            <p:cNvSpPr/>
            <p:nvPr/>
          </p:nvSpPr>
          <p:spPr>
            <a:xfrm>
              <a:off x="6554497" y="2159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8" name="pt33258"/>
            <p:cNvSpPr/>
            <p:nvPr/>
          </p:nvSpPr>
          <p:spPr>
            <a:xfrm>
              <a:off x="6651935" y="1646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9" name="pt33259"/>
            <p:cNvSpPr/>
            <p:nvPr/>
          </p:nvSpPr>
          <p:spPr>
            <a:xfrm>
              <a:off x="7062757" y="2157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0" name="pt33260"/>
            <p:cNvSpPr/>
            <p:nvPr/>
          </p:nvSpPr>
          <p:spPr>
            <a:xfrm>
              <a:off x="7007011" y="1589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1" name="pt33261"/>
            <p:cNvSpPr/>
            <p:nvPr/>
          </p:nvSpPr>
          <p:spPr>
            <a:xfrm>
              <a:off x="6912831" y="2053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2" name="pt33262"/>
            <p:cNvSpPr/>
            <p:nvPr/>
          </p:nvSpPr>
          <p:spPr>
            <a:xfrm>
              <a:off x="6921555" y="2072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3" name="pt33263"/>
            <p:cNvSpPr/>
            <p:nvPr/>
          </p:nvSpPr>
          <p:spPr>
            <a:xfrm>
              <a:off x="7095396" y="2297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4" name="pt33264"/>
            <p:cNvSpPr/>
            <p:nvPr/>
          </p:nvSpPr>
          <p:spPr>
            <a:xfrm>
              <a:off x="6999992" y="2208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5" name="pt33265"/>
            <p:cNvSpPr/>
            <p:nvPr/>
          </p:nvSpPr>
          <p:spPr>
            <a:xfrm>
              <a:off x="7198385" y="2029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6" name="pt33266"/>
            <p:cNvSpPr/>
            <p:nvPr/>
          </p:nvSpPr>
          <p:spPr>
            <a:xfrm>
              <a:off x="7124902" y="2081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7" name="pt33267"/>
            <p:cNvSpPr/>
            <p:nvPr/>
          </p:nvSpPr>
          <p:spPr>
            <a:xfrm>
              <a:off x="6921298" y="1960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8" name="pt33268"/>
            <p:cNvSpPr/>
            <p:nvPr/>
          </p:nvSpPr>
          <p:spPr>
            <a:xfrm>
              <a:off x="7309383" y="2206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9" name="pt33269"/>
            <p:cNvSpPr/>
            <p:nvPr/>
          </p:nvSpPr>
          <p:spPr>
            <a:xfrm>
              <a:off x="7172193" y="2224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0" name="pt33270"/>
            <p:cNvSpPr/>
            <p:nvPr/>
          </p:nvSpPr>
          <p:spPr>
            <a:xfrm>
              <a:off x="7008599" y="2078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1" name="pt33271"/>
            <p:cNvSpPr/>
            <p:nvPr/>
          </p:nvSpPr>
          <p:spPr>
            <a:xfrm>
              <a:off x="7390685" y="2449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2" name="pt33272"/>
            <p:cNvSpPr/>
            <p:nvPr/>
          </p:nvSpPr>
          <p:spPr>
            <a:xfrm>
              <a:off x="7148367" y="2205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3" name="pt33273"/>
            <p:cNvSpPr/>
            <p:nvPr/>
          </p:nvSpPr>
          <p:spPr>
            <a:xfrm>
              <a:off x="7076212" y="213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4" name="pt33274"/>
            <p:cNvSpPr/>
            <p:nvPr/>
          </p:nvSpPr>
          <p:spPr>
            <a:xfrm>
              <a:off x="7021407" y="2025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5" name="pt33275"/>
            <p:cNvSpPr/>
            <p:nvPr/>
          </p:nvSpPr>
          <p:spPr>
            <a:xfrm>
              <a:off x="7438182" y="2254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6" name="pt33276"/>
            <p:cNvSpPr/>
            <p:nvPr/>
          </p:nvSpPr>
          <p:spPr>
            <a:xfrm>
              <a:off x="7217703" y="1932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7" name="pt33277"/>
            <p:cNvSpPr/>
            <p:nvPr/>
          </p:nvSpPr>
          <p:spPr>
            <a:xfrm>
              <a:off x="7064137" y="2129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8" name="pt33278"/>
            <p:cNvSpPr/>
            <p:nvPr/>
          </p:nvSpPr>
          <p:spPr>
            <a:xfrm>
              <a:off x="7213902" y="215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9" name="pt33279"/>
            <p:cNvSpPr/>
            <p:nvPr/>
          </p:nvSpPr>
          <p:spPr>
            <a:xfrm>
              <a:off x="6914861" y="1936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0" name="pt33280"/>
            <p:cNvSpPr/>
            <p:nvPr/>
          </p:nvSpPr>
          <p:spPr>
            <a:xfrm>
              <a:off x="7000536" y="1933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1" name="pt33281"/>
            <p:cNvSpPr/>
            <p:nvPr/>
          </p:nvSpPr>
          <p:spPr>
            <a:xfrm>
              <a:off x="7144963" y="2017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2" name="pt33282"/>
            <p:cNvSpPr/>
            <p:nvPr/>
          </p:nvSpPr>
          <p:spPr>
            <a:xfrm>
              <a:off x="7164396" y="2069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3" name="pt33283"/>
            <p:cNvSpPr/>
            <p:nvPr/>
          </p:nvSpPr>
          <p:spPr>
            <a:xfrm>
              <a:off x="7131409" y="2112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4" name="pt33284"/>
            <p:cNvSpPr/>
            <p:nvPr/>
          </p:nvSpPr>
          <p:spPr>
            <a:xfrm>
              <a:off x="7031114" y="2195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5" name="pt33285"/>
            <p:cNvSpPr/>
            <p:nvPr/>
          </p:nvSpPr>
          <p:spPr>
            <a:xfrm>
              <a:off x="6914717" y="2010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6" name="pt33286"/>
            <p:cNvSpPr/>
            <p:nvPr/>
          </p:nvSpPr>
          <p:spPr>
            <a:xfrm>
              <a:off x="7238554" y="189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7" name="pt33287"/>
            <p:cNvSpPr/>
            <p:nvPr/>
          </p:nvSpPr>
          <p:spPr>
            <a:xfrm>
              <a:off x="6849066" y="2152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8" name="pt33288"/>
            <p:cNvSpPr/>
            <p:nvPr/>
          </p:nvSpPr>
          <p:spPr>
            <a:xfrm>
              <a:off x="7179854" y="2238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9" name="pt33289"/>
            <p:cNvSpPr/>
            <p:nvPr/>
          </p:nvSpPr>
          <p:spPr>
            <a:xfrm>
              <a:off x="7262040" y="1897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0" name="pt33290"/>
            <p:cNvSpPr/>
            <p:nvPr/>
          </p:nvSpPr>
          <p:spPr>
            <a:xfrm>
              <a:off x="7306130" y="2370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1" name="pt33291"/>
            <p:cNvSpPr/>
            <p:nvPr/>
          </p:nvSpPr>
          <p:spPr>
            <a:xfrm>
              <a:off x="7035798" y="2203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2" name="pt33292"/>
            <p:cNvSpPr/>
            <p:nvPr/>
          </p:nvSpPr>
          <p:spPr>
            <a:xfrm>
              <a:off x="6689184" y="2097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3" name="pt33293"/>
            <p:cNvSpPr/>
            <p:nvPr/>
          </p:nvSpPr>
          <p:spPr>
            <a:xfrm>
              <a:off x="7034686" y="2235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4" name="pt33294"/>
            <p:cNvSpPr/>
            <p:nvPr/>
          </p:nvSpPr>
          <p:spPr>
            <a:xfrm>
              <a:off x="7263832" y="1983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5" name="pt33295"/>
            <p:cNvSpPr/>
            <p:nvPr/>
          </p:nvSpPr>
          <p:spPr>
            <a:xfrm>
              <a:off x="7112630" y="1980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6" name="pt33296"/>
            <p:cNvSpPr/>
            <p:nvPr/>
          </p:nvSpPr>
          <p:spPr>
            <a:xfrm>
              <a:off x="7044479" y="2076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7" name="pt33297"/>
            <p:cNvSpPr/>
            <p:nvPr/>
          </p:nvSpPr>
          <p:spPr>
            <a:xfrm>
              <a:off x="7147045" y="2077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8" name="pt33298"/>
            <p:cNvSpPr/>
            <p:nvPr/>
          </p:nvSpPr>
          <p:spPr>
            <a:xfrm>
              <a:off x="7149449" y="2031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9" name="pt33299"/>
            <p:cNvSpPr/>
            <p:nvPr/>
          </p:nvSpPr>
          <p:spPr>
            <a:xfrm>
              <a:off x="7062586" y="2085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0" name="pt33300"/>
            <p:cNvSpPr/>
            <p:nvPr/>
          </p:nvSpPr>
          <p:spPr>
            <a:xfrm>
              <a:off x="7188596" y="2137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1" name="pt33301"/>
            <p:cNvSpPr/>
            <p:nvPr/>
          </p:nvSpPr>
          <p:spPr>
            <a:xfrm>
              <a:off x="7211706" y="2089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2" name="pt33302"/>
            <p:cNvSpPr/>
            <p:nvPr/>
          </p:nvSpPr>
          <p:spPr>
            <a:xfrm>
              <a:off x="7203799" y="2229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3" name="pt33303"/>
            <p:cNvSpPr/>
            <p:nvPr/>
          </p:nvSpPr>
          <p:spPr>
            <a:xfrm>
              <a:off x="7161677" y="2141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4" name="pt33304"/>
            <p:cNvSpPr/>
            <p:nvPr/>
          </p:nvSpPr>
          <p:spPr>
            <a:xfrm>
              <a:off x="7107317" y="2088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5" name="pt33305"/>
            <p:cNvSpPr/>
            <p:nvPr/>
          </p:nvSpPr>
          <p:spPr>
            <a:xfrm>
              <a:off x="6931667" y="1875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6" name="pt33306"/>
            <p:cNvSpPr/>
            <p:nvPr/>
          </p:nvSpPr>
          <p:spPr>
            <a:xfrm>
              <a:off x="6999413" y="2253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7" name="pt33307"/>
            <p:cNvSpPr/>
            <p:nvPr/>
          </p:nvSpPr>
          <p:spPr>
            <a:xfrm>
              <a:off x="6796145" y="2388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8" name="pt33308"/>
            <p:cNvSpPr/>
            <p:nvPr/>
          </p:nvSpPr>
          <p:spPr>
            <a:xfrm>
              <a:off x="7071828" y="2151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9" name="pt33309"/>
            <p:cNvSpPr/>
            <p:nvPr/>
          </p:nvSpPr>
          <p:spPr>
            <a:xfrm>
              <a:off x="6951685" y="1992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0" name="pt33310"/>
            <p:cNvSpPr/>
            <p:nvPr/>
          </p:nvSpPr>
          <p:spPr>
            <a:xfrm>
              <a:off x="6927756" y="1848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1" name="pt33311"/>
            <p:cNvSpPr/>
            <p:nvPr/>
          </p:nvSpPr>
          <p:spPr>
            <a:xfrm>
              <a:off x="7139768" y="2066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2" name="pt33312"/>
            <p:cNvSpPr/>
            <p:nvPr/>
          </p:nvSpPr>
          <p:spPr>
            <a:xfrm>
              <a:off x="7503720" y="1980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3" name="pt33313"/>
            <p:cNvSpPr/>
            <p:nvPr/>
          </p:nvSpPr>
          <p:spPr>
            <a:xfrm>
              <a:off x="7087895" y="2218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4" name="pt33314"/>
            <p:cNvSpPr/>
            <p:nvPr/>
          </p:nvSpPr>
          <p:spPr>
            <a:xfrm>
              <a:off x="7297147" y="2032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5" name="pt33315"/>
            <p:cNvSpPr/>
            <p:nvPr/>
          </p:nvSpPr>
          <p:spPr>
            <a:xfrm>
              <a:off x="7101646" y="2084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6" name="pt33316"/>
            <p:cNvSpPr/>
            <p:nvPr/>
          </p:nvSpPr>
          <p:spPr>
            <a:xfrm>
              <a:off x="6991450" y="2257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7" name="pt33317"/>
            <p:cNvSpPr/>
            <p:nvPr/>
          </p:nvSpPr>
          <p:spPr>
            <a:xfrm>
              <a:off x="7062641" y="2115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8" name="pt33318"/>
            <p:cNvSpPr/>
            <p:nvPr/>
          </p:nvSpPr>
          <p:spPr>
            <a:xfrm>
              <a:off x="7571990" y="2359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9" name="pt33319"/>
            <p:cNvSpPr/>
            <p:nvPr/>
          </p:nvSpPr>
          <p:spPr>
            <a:xfrm>
              <a:off x="7198425" y="2055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0" name="pt33320"/>
            <p:cNvSpPr/>
            <p:nvPr/>
          </p:nvSpPr>
          <p:spPr>
            <a:xfrm>
              <a:off x="7097055" y="2318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1" name="pt33321"/>
            <p:cNvSpPr/>
            <p:nvPr/>
          </p:nvSpPr>
          <p:spPr>
            <a:xfrm>
              <a:off x="7001665" y="2152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2" name="pt33322"/>
            <p:cNvSpPr/>
            <p:nvPr/>
          </p:nvSpPr>
          <p:spPr>
            <a:xfrm>
              <a:off x="6982340" y="2374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3" name="pt33323"/>
            <p:cNvSpPr/>
            <p:nvPr/>
          </p:nvSpPr>
          <p:spPr>
            <a:xfrm>
              <a:off x="7129489" y="2076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4" name="pt33324"/>
            <p:cNvSpPr/>
            <p:nvPr/>
          </p:nvSpPr>
          <p:spPr>
            <a:xfrm>
              <a:off x="7235624" y="1703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5" name="pt33325"/>
            <p:cNvSpPr/>
            <p:nvPr/>
          </p:nvSpPr>
          <p:spPr>
            <a:xfrm>
              <a:off x="6850506" y="2214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6" name="pt33326"/>
            <p:cNvSpPr/>
            <p:nvPr/>
          </p:nvSpPr>
          <p:spPr>
            <a:xfrm>
              <a:off x="6961144" y="2043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7" name="pt33327"/>
            <p:cNvSpPr/>
            <p:nvPr/>
          </p:nvSpPr>
          <p:spPr>
            <a:xfrm>
              <a:off x="7329022" y="2184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8" name="pt33328"/>
            <p:cNvSpPr/>
            <p:nvPr/>
          </p:nvSpPr>
          <p:spPr>
            <a:xfrm>
              <a:off x="7141154" y="2001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9" name="pt33329"/>
            <p:cNvSpPr/>
            <p:nvPr/>
          </p:nvSpPr>
          <p:spPr>
            <a:xfrm>
              <a:off x="7079342" y="2216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0" name="pt33330"/>
            <p:cNvSpPr/>
            <p:nvPr/>
          </p:nvSpPr>
          <p:spPr>
            <a:xfrm>
              <a:off x="7202070" y="2030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1" name="pt33331"/>
            <p:cNvSpPr/>
            <p:nvPr/>
          </p:nvSpPr>
          <p:spPr>
            <a:xfrm>
              <a:off x="6611397" y="1657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2" name="pt33332"/>
            <p:cNvSpPr/>
            <p:nvPr/>
          </p:nvSpPr>
          <p:spPr>
            <a:xfrm>
              <a:off x="7108996" y="2017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3" name="pt33333"/>
            <p:cNvSpPr/>
            <p:nvPr/>
          </p:nvSpPr>
          <p:spPr>
            <a:xfrm>
              <a:off x="7082831" y="2042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4" name="pt33334"/>
            <p:cNvSpPr/>
            <p:nvPr/>
          </p:nvSpPr>
          <p:spPr>
            <a:xfrm>
              <a:off x="6835036" y="1961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5" name="pt33335"/>
            <p:cNvSpPr/>
            <p:nvPr/>
          </p:nvSpPr>
          <p:spPr>
            <a:xfrm>
              <a:off x="7191285" y="2194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6" name="pt33336"/>
            <p:cNvSpPr/>
            <p:nvPr/>
          </p:nvSpPr>
          <p:spPr>
            <a:xfrm>
              <a:off x="6870184" y="2120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7" name="pt33337"/>
            <p:cNvSpPr/>
            <p:nvPr/>
          </p:nvSpPr>
          <p:spPr>
            <a:xfrm>
              <a:off x="6952328" y="1671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8" name="pt33338"/>
            <p:cNvSpPr/>
            <p:nvPr/>
          </p:nvSpPr>
          <p:spPr>
            <a:xfrm>
              <a:off x="6810087" y="2143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9" name="pt33339"/>
            <p:cNvSpPr/>
            <p:nvPr/>
          </p:nvSpPr>
          <p:spPr>
            <a:xfrm>
              <a:off x="7358649" y="2912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0" name="pt33340"/>
            <p:cNvSpPr/>
            <p:nvPr/>
          </p:nvSpPr>
          <p:spPr>
            <a:xfrm>
              <a:off x="7234275" y="1660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1" name="pt33341"/>
            <p:cNvSpPr/>
            <p:nvPr/>
          </p:nvSpPr>
          <p:spPr>
            <a:xfrm>
              <a:off x="7547159" y="2002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2" name="pt33342"/>
            <p:cNvSpPr/>
            <p:nvPr/>
          </p:nvSpPr>
          <p:spPr>
            <a:xfrm>
              <a:off x="7164233" y="2137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3" name="pt33343"/>
            <p:cNvSpPr/>
            <p:nvPr/>
          </p:nvSpPr>
          <p:spPr>
            <a:xfrm>
              <a:off x="7206549" y="2057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4" name="pt33344"/>
            <p:cNvSpPr/>
            <p:nvPr/>
          </p:nvSpPr>
          <p:spPr>
            <a:xfrm>
              <a:off x="7350024" y="2712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5" name="pt33345"/>
            <p:cNvSpPr/>
            <p:nvPr/>
          </p:nvSpPr>
          <p:spPr>
            <a:xfrm>
              <a:off x="7379748" y="2362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6" name="pt33346"/>
            <p:cNvSpPr/>
            <p:nvPr/>
          </p:nvSpPr>
          <p:spPr>
            <a:xfrm>
              <a:off x="7448760" y="2860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7" name="pt33347"/>
            <p:cNvSpPr/>
            <p:nvPr/>
          </p:nvSpPr>
          <p:spPr>
            <a:xfrm>
              <a:off x="7359876" y="249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8" name="pt33348"/>
            <p:cNvSpPr/>
            <p:nvPr/>
          </p:nvSpPr>
          <p:spPr>
            <a:xfrm>
              <a:off x="7317565" y="2583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9" name="pt33349"/>
            <p:cNvSpPr/>
            <p:nvPr/>
          </p:nvSpPr>
          <p:spPr>
            <a:xfrm>
              <a:off x="7094802" y="234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0" name="pt33350"/>
            <p:cNvSpPr/>
            <p:nvPr/>
          </p:nvSpPr>
          <p:spPr>
            <a:xfrm>
              <a:off x="7013400" y="2066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1" name="pt33351"/>
            <p:cNvSpPr/>
            <p:nvPr/>
          </p:nvSpPr>
          <p:spPr>
            <a:xfrm>
              <a:off x="7401151" y="2525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2" name="pt33352"/>
            <p:cNvSpPr/>
            <p:nvPr/>
          </p:nvSpPr>
          <p:spPr>
            <a:xfrm>
              <a:off x="7206046" y="2038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3" name="pt33353"/>
            <p:cNvSpPr/>
            <p:nvPr/>
          </p:nvSpPr>
          <p:spPr>
            <a:xfrm>
              <a:off x="7513003" y="1613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4" name="pt33354"/>
            <p:cNvSpPr/>
            <p:nvPr/>
          </p:nvSpPr>
          <p:spPr>
            <a:xfrm>
              <a:off x="7164762" y="2126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5" name="pt33355"/>
            <p:cNvSpPr/>
            <p:nvPr/>
          </p:nvSpPr>
          <p:spPr>
            <a:xfrm>
              <a:off x="7319492" y="2633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6" name="pt33356"/>
            <p:cNvSpPr/>
            <p:nvPr/>
          </p:nvSpPr>
          <p:spPr>
            <a:xfrm>
              <a:off x="6986696" y="2225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7" name="pt33357"/>
            <p:cNvSpPr/>
            <p:nvPr/>
          </p:nvSpPr>
          <p:spPr>
            <a:xfrm>
              <a:off x="7108733" y="2134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8" name="pt33358"/>
            <p:cNvSpPr/>
            <p:nvPr/>
          </p:nvSpPr>
          <p:spPr>
            <a:xfrm>
              <a:off x="7220848" y="2076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9" name="pt33359"/>
            <p:cNvSpPr/>
            <p:nvPr/>
          </p:nvSpPr>
          <p:spPr>
            <a:xfrm>
              <a:off x="6758471" y="2353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0" name="pt33360"/>
            <p:cNvSpPr/>
            <p:nvPr/>
          </p:nvSpPr>
          <p:spPr>
            <a:xfrm>
              <a:off x="7130044" y="2110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1" name="pt33361"/>
            <p:cNvSpPr/>
            <p:nvPr/>
          </p:nvSpPr>
          <p:spPr>
            <a:xfrm>
              <a:off x="6882050" y="2165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2" name="pt33362"/>
            <p:cNvSpPr/>
            <p:nvPr/>
          </p:nvSpPr>
          <p:spPr>
            <a:xfrm>
              <a:off x="7217907" y="1936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3" name="pt33363"/>
            <p:cNvSpPr/>
            <p:nvPr/>
          </p:nvSpPr>
          <p:spPr>
            <a:xfrm>
              <a:off x="7100285" y="2278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4" name="pt33364"/>
            <p:cNvSpPr/>
            <p:nvPr/>
          </p:nvSpPr>
          <p:spPr>
            <a:xfrm>
              <a:off x="7236099" y="1933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5" name="pt33365"/>
            <p:cNvSpPr/>
            <p:nvPr/>
          </p:nvSpPr>
          <p:spPr>
            <a:xfrm>
              <a:off x="7141732" y="2125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6" name="pt33366"/>
            <p:cNvSpPr/>
            <p:nvPr/>
          </p:nvSpPr>
          <p:spPr>
            <a:xfrm>
              <a:off x="7049938" y="2151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7" name="pt33367"/>
            <p:cNvSpPr/>
            <p:nvPr/>
          </p:nvSpPr>
          <p:spPr>
            <a:xfrm>
              <a:off x="7154290" y="2265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8" name="pt33368"/>
            <p:cNvSpPr/>
            <p:nvPr/>
          </p:nvSpPr>
          <p:spPr>
            <a:xfrm>
              <a:off x="6888297" y="2150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9" name="pt33369"/>
            <p:cNvSpPr/>
            <p:nvPr/>
          </p:nvSpPr>
          <p:spPr>
            <a:xfrm>
              <a:off x="7289070" y="2119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0" name="pt33370"/>
            <p:cNvSpPr/>
            <p:nvPr/>
          </p:nvSpPr>
          <p:spPr>
            <a:xfrm>
              <a:off x="6926195" y="1975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1" name="pt33371"/>
            <p:cNvSpPr/>
            <p:nvPr/>
          </p:nvSpPr>
          <p:spPr>
            <a:xfrm>
              <a:off x="7069860" y="2101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2" name="pt33372"/>
            <p:cNvSpPr/>
            <p:nvPr/>
          </p:nvSpPr>
          <p:spPr>
            <a:xfrm>
              <a:off x="7090513" y="2286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3" name="pt33373"/>
            <p:cNvSpPr/>
            <p:nvPr/>
          </p:nvSpPr>
          <p:spPr>
            <a:xfrm>
              <a:off x="7184950" y="1789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4" name="pt33374"/>
            <p:cNvSpPr/>
            <p:nvPr/>
          </p:nvSpPr>
          <p:spPr>
            <a:xfrm>
              <a:off x="7229832" y="2040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5" name="pt33375"/>
            <p:cNvSpPr/>
            <p:nvPr/>
          </p:nvSpPr>
          <p:spPr>
            <a:xfrm>
              <a:off x="7161852" y="2217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6" name="pt33376"/>
            <p:cNvSpPr/>
            <p:nvPr/>
          </p:nvSpPr>
          <p:spPr>
            <a:xfrm>
              <a:off x="6928756" y="2005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7" name="pt33377"/>
            <p:cNvSpPr/>
            <p:nvPr/>
          </p:nvSpPr>
          <p:spPr>
            <a:xfrm>
              <a:off x="7249962" y="189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8" name="pt33378"/>
            <p:cNvSpPr/>
            <p:nvPr/>
          </p:nvSpPr>
          <p:spPr>
            <a:xfrm>
              <a:off x="7268578" y="2001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9" name="pt33379"/>
            <p:cNvSpPr/>
            <p:nvPr/>
          </p:nvSpPr>
          <p:spPr>
            <a:xfrm>
              <a:off x="7185394" y="1950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0" name="pt33380"/>
            <p:cNvSpPr/>
            <p:nvPr/>
          </p:nvSpPr>
          <p:spPr>
            <a:xfrm>
              <a:off x="7201447" y="2014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1" name="pt33381"/>
            <p:cNvSpPr/>
            <p:nvPr/>
          </p:nvSpPr>
          <p:spPr>
            <a:xfrm>
              <a:off x="6994363" y="2298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2" name="pt33382"/>
            <p:cNvSpPr/>
            <p:nvPr/>
          </p:nvSpPr>
          <p:spPr>
            <a:xfrm>
              <a:off x="7030290" y="2125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3" name="pt33383"/>
            <p:cNvSpPr/>
            <p:nvPr/>
          </p:nvSpPr>
          <p:spPr>
            <a:xfrm>
              <a:off x="7318614" y="2616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4" name="pt33384"/>
            <p:cNvSpPr/>
            <p:nvPr/>
          </p:nvSpPr>
          <p:spPr>
            <a:xfrm>
              <a:off x="6997329" y="2249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5" name="pt33385"/>
            <p:cNvSpPr/>
            <p:nvPr/>
          </p:nvSpPr>
          <p:spPr>
            <a:xfrm>
              <a:off x="6961431" y="1988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6" name="pt33386"/>
            <p:cNvSpPr/>
            <p:nvPr/>
          </p:nvSpPr>
          <p:spPr>
            <a:xfrm>
              <a:off x="7095235" y="2205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7" name="pt33387"/>
            <p:cNvSpPr/>
            <p:nvPr/>
          </p:nvSpPr>
          <p:spPr>
            <a:xfrm>
              <a:off x="7226660" y="1871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8" name="pt33388"/>
            <p:cNvSpPr/>
            <p:nvPr/>
          </p:nvSpPr>
          <p:spPr>
            <a:xfrm>
              <a:off x="7134515" y="2027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9" name="pt33389"/>
            <p:cNvSpPr/>
            <p:nvPr/>
          </p:nvSpPr>
          <p:spPr>
            <a:xfrm>
              <a:off x="7294246" y="2127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0" name="pt33390"/>
            <p:cNvSpPr/>
            <p:nvPr/>
          </p:nvSpPr>
          <p:spPr>
            <a:xfrm>
              <a:off x="7299166" y="2053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1" name="pt33391"/>
            <p:cNvSpPr/>
            <p:nvPr/>
          </p:nvSpPr>
          <p:spPr>
            <a:xfrm>
              <a:off x="7103843" y="2091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2" name="pt33392"/>
            <p:cNvSpPr/>
            <p:nvPr/>
          </p:nvSpPr>
          <p:spPr>
            <a:xfrm>
              <a:off x="6638686" y="1960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3" name="pt33393"/>
            <p:cNvSpPr/>
            <p:nvPr/>
          </p:nvSpPr>
          <p:spPr>
            <a:xfrm>
              <a:off x="7170064" y="1941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4" name="pt33394"/>
            <p:cNvSpPr/>
            <p:nvPr/>
          </p:nvSpPr>
          <p:spPr>
            <a:xfrm>
              <a:off x="7262788" y="1926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5" name="pt33395"/>
            <p:cNvSpPr/>
            <p:nvPr/>
          </p:nvSpPr>
          <p:spPr>
            <a:xfrm>
              <a:off x="7042522" y="2209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6" name="pt33396"/>
            <p:cNvSpPr/>
            <p:nvPr/>
          </p:nvSpPr>
          <p:spPr>
            <a:xfrm>
              <a:off x="6942382" y="2053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7" name="pt33397"/>
            <p:cNvSpPr/>
            <p:nvPr/>
          </p:nvSpPr>
          <p:spPr>
            <a:xfrm>
              <a:off x="7059473" y="2113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8" name="pt33398"/>
            <p:cNvSpPr/>
            <p:nvPr/>
          </p:nvSpPr>
          <p:spPr>
            <a:xfrm>
              <a:off x="6848144" y="2074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9" name="pt33399"/>
            <p:cNvSpPr/>
            <p:nvPr/>
          </p:nvSpPr>
          <p:spPr>
            <a:xfrm>
              <a:off x="7118179" y="2000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0" name="pt33400"/>
            <p:cNvSpPr/>
            <p:nvPr/>
          </p:nvSpPr>
          <p:spPr>
            <a:xfrm>
              <a:off x="7277779" y="1955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1" name="pt33401"/>
            <p:cNvSpPr/>
            <p:nvPr/>
          </p:nvSpPr>
          <p:spPr>
            <a:xfrm>
              <a:off x="7049336" y="2119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2" name="pt33402"/>
            <p:cNvSpPr/>
            <p:nvPr/>
          </p:nvSpPr>
          <p:spPr>
            <a:xfrm>
              <a:off x="7002918" y="2056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3" name="pt33403"/>
            <p:cNvSpPr/>
            <p:nvPr/>
          </p:nvSpPr>
          <p:spPr>
            <a:xfrm>
              <a:off x="6800196" y="2029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4" name="pt33404"/>
            <p:cNvSpPr/>
            <p:nvPr/>
          </p:nvSpPr>
          <p:spPr>
            <a:xfrm>
              <a:off x="7030360" y="2201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5" name="pt33405"/>
            <p:cNvSpPr/>
            <p:nvPr/>
          </p:nvSpPr>
          <p:spPr>
            <a:xfrm>
              <a:off x="7107330" y="1983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6" name="pt33406"/>
            <p:cNvSpPr/>
            <p:nvPr/>
          </p:nvSpPr>
          <p:spPr>
            <a:xfrm>
              <a:off x="7224387" y="1871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7" name="pt33407"/>
            <p:cNvSpPr/>
            <p:nvPr/>
          </p:nvSpPr>
          <p:spPr>
            <a:xfrm>
              <a:off x="7039512" y="2122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8" name="pt33408"/>
            <p:cNvSpPr/>
            <p:nvPr/>
          </p:nvSpPr>
          <p:spPr>
            <a:xfrm>
              <a:off x="7236864" y="195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9" name="pt33409"/>
            <p:cNvSpPr/>
            <p:nvPr/>
          </p:nvSpPr>
          <p:spPr>
            <a:xfrm>
              <a:off x="7029783" y="214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0" name="pt33410"/>
            <p:cNvSpPr/>
            <p:nvPr/>
          </p:nvSpPr>
          <p:spPr>
            <a:xfrm>
              <a:off x="6799727" y="2055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1" name="pt33411"/>
            <p:cNvSpPr/>
            <p:nvPr/>
          </p:nvSpPr>
          <p:spPr>
            <a:xfrm>
              <a:off x="7069531" y="2141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2" name="pt33412"/>
            <p:cNvSpPr/>
            <p:nvPr/>
          </p:nvSpPr>
          <p:spPr>
            <a:xfrm>
              <a:off x="7104317" y="2106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3" name="pt33413"/>
            <p:cNvSpPr/>
            <p:nvPr/>
          </p:nvSpPr>
          <p:spPr>
            <a:xfrm>
              <a:off x="7159578" y="2162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4" name="pt33414"/>
            <p:cNvSpPr/>
            <p:nvPr/>
          </p:nvSpPr>
          <p:spPr>
            <a:xfrm>
              <a:off x="6978542" y="2012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5" name="pt33415"/>
            <p:cNvSpPr/>
            <p:nvPr/>
          </p:nvSpPr>
          <p:spPr>
            <a:xfrm>
              <a:off x="7156057" y="2373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6" name="pt33416"/>
            <p:cNvSpPr/>
            <p:nvPr/>
          </p:nvSpPr>
          <p:spPr>
            <a:xfrm>
              <a:off x="6996421" y="2322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7" name="pt33417"/>
            <p:cNvSpPr/>
            <p:nvPr/>
          </p:nvSpPr>
          <p:spPr>
            <a:xfrm>
              <a:off x="7324688" y="2414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8" name="pt33418"/>
            <p:cNvSpPr/>
            <p:nvPr/>
          </p:nvSpPr>
          <p:spPr>
            <a:xfrm>
              <a:off x="7812711" y="2400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9" name="pt33419"/>
            <p:cNvSpPr/>
            <p:nvPr/>
          </p:nvSpPr>
          <p:spPr>
            <a:xfrm>
              <a:off x="6967128" y="1890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0" name="pt33420"/>
            <p:cNvSpPr/>
            <p:nvPr/>
          </p:nvSpPr>
          <p:spPr>
            <a:xfrm>
              <a:off x="7120807" y="2105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1" name="pt33421"/>
            <p:cNvSpPr/>
            <p:nvPr/>
          </p:nvSpPr>
          <p:spPr>
            <a:xfrm>
              <a:off x="7186485" y="1614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2" name="pt33422"/>
            <p:cNvSpPr/>
            <p:nvPr/>
          </p:nvSpPr>
          <p:spPr>
            <a:xfrm>
              <a:off x="7051293" y="2110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3" name="pt33423"/>
            <p:cNvSpPr/>
            <p:nvPr/>
          </p:nvSpPr>
          <p:spPr>
            <a:xfrm>
              <a:off x="7159482" y="2426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4" name="pt33424"/>
            <p:cNvSpPr/>
            <p:nvPr/>
          </p:nvSpPr>
          <p:spPr>
            <a:xfrm>
              <a:off x="7087448" y="2181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5" name="pt33425"/>
            <p:cNvSpPr/>
            <p:nvPr/>
          </p:nvSpPr>
          <p:spPr>
            <a:xfrm>
              <a:off x="7132219" y="2063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6" name="pt33426"/>
            <p:cNvSpPr/>
            <p:nvPr/>
          </p:nvSpPr>
          <p:spPr>
            <a:xfrm>
              <a:off x="7354867" y="212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7" name="pt33427"/>
            <p:cNvSpPr/>
            <p:nvPr/>
          </p:nvSpPr>
          <p:spPr>
            <a:xfrm>
              <a:off x="7172745" y="1994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8" name="pt33428"/>
            <p:cNvSpPr/>
            <p:nvPr/>
          </p:nvSpPr>
          <p:spPr>
            <a:xfrm>
              <a:off x="6742462" y="2502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9" name="pt33429"/>
            <p:cNvSpPr/>
            <p:nvPr/>
          </p:nvSpPr>
          <p:spPr>
            <a:xfrm>
              <a:off x="6877420" y="2013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0" name="pt33430"/>
            <p:cNvSpPr/>
            <p:nvPr/>
          </p:nvSpPr>
          <p:spPr>
            <a:xfrm>
              <a:off x="6912688" y="2005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1" name="pt33431"/>
            <p:cNvSpPr/>
            <p:nvPr/>
          </p:nvSpPr>
          <p:spPr>
            <a:xfrm>
              <a:off x="6794883" y="2479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2" name="pt33432"/>
            <p:cNvSpPr/>
            <p:nvPr/>
          </p:nvSpPr>
          <p:spPr>
            <a:xfrm>
              <a:off x="7090919" y="2259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3" name="pt33433"/>
            <p:cNvSpPr/>
            <p:nvPr/>
          </p:nvSpPr>
          <p:spPr>
            <a:xfrm>
              <a:off x="7066090" y="2148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4" name="pt33434"/>
            <p:cNvSpPr/>
            <p:nvPr/>
          </p:nvSpPr>
          <p:spPr>
            <a:xfrm>
              <a:off x="7281621" y="1890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5" name="pt33435"/>
            <p:cNvSpPr/>
            <p:nvPr/>
          </p:nvSpPr>
          <p:spPr>
            <a:xfrm>
              <a:off x="6949523" y="1998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6" name="pt33436"/>
            <p:cNvSpPr/>
            <p:nvPr/>
          </p:nvSpPr>
          <p:spPr>
            <a:xfrm>
              <a:off x="7096580" y="2247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7" name="pt33437"/>
            <p:cNvSpPr/>
            <p:nvPr/>
          </p:nvSpPr>
          <p:spPr>
            <a:xfrm>
              <a:off x="6886963" y="2084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8" name="pt33438"/>
            <p:cNvSpPr/>
            <p:nvPr/>
          </p:nvSpPr>
          <p:spPr>
            <a:xfrm>
              <a:off x="7197550" y="2177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9" name="pt33439"/>
            <p:cNvSpPr/>
            <p:nvPr/>
          </p:nvSpPr>
          <p:spPr>
            <a:xfrm>
              <a:off x="7149329" y="2240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0" name="pt33440"/>
            <p:cNvSpPr/>
            <p:nvPr/>
          </p:nvSpPr>
          <p:spPr>
            <a:xfrm>
              <a:off x="6856107" y="2187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1" name="pt33441"/>
            <p:cNvSpPr/>
            <p:nvPr/>
          </p:nvSpPr>
          <p:spPr>
            <a:xfrm>
              <a:off x="7061876" y="2036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2" name="pt33442"/>
            <p:cNvSpPr/>
            <p:nvPr/>
          </p:nvSpPr>
          <p:spPr>
            <a:xfrm>
              <a:off x="7075382" y="2259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3" name="pt33443"/>
            <p:cNvSpPr/>
            <p:nvPr/>
          </p:nvSpPr>
          <p:spPr>
            <a:xfrm>
              <a:off x="6879709" y="2192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4" name="pt33444"/>
            <p:cNvSpPr/>
            <p:nvPr/>
          </p:nvSpPr>
          <p:spPr>
            <a:xfrm>
              <a:off x="7016430" y="2155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5" name="pt33445"/>
            <p:cNvSpPr/>
            <p:nvPr/>
          </p:nvSpPr>
          <p:spPr>
            <a:xfrm>
              <a:off x="7002037" y="2187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6" name="pt33446"/>
            <p:cNvSpPr/>
            <p:nvPr/>
          </p:nvSpPr>
          <p:spPr>
            <a:xfrm>
              <a:off x="7385870" y="2558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7" name="pt33447"/>
            <p:cNvSpPr/>
            <p:nvPr/>
          </p:nvSpPr>
          <p:spPr>
            <a:xfrm>
              <a:off x="7298656" y="2095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8" name="pt33448"/>
            <p:cNvSpPr/>
            <p:nvPr/>
          </p:nvSpPr>
          <p:spPr>
            <a:xfrm>
              <a:off x="6981980" y="2207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9" name="pt33449"/>
            <p:cNvSpPr/>
            <p:nvPr/>
          </p:nvSpPr>
          <p:spPr>
            <a:xfrm>
              <a:off x="7255032" y="1864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0" name="pt33450"/>
            <p:cNvSpPr/>
            <p:nvPr/>
          </p:nvSpPr>
          <p:spPr>
            <a:xfrm>
              <a:off x="7000893" y="203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1" name="pt33451"/>
            <p:cNvSpPr/>
            <p:nvPr/>
          </p:nvSpPr>
          <p:spPr>
            <a:xfrm>
              <a:off x="6896483" y="2007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2" name="pt33452"/>
            <p:cNvSpPr/>
            <p:nvPr/>
          </p:nvSpPr>
          <p:spPr>
            <a:xfrm>
              <a:off x="7000075" y="2244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3" name="pt33453"/>
            <p:cNvSpPr/>
            <p:nvPr/>
          </p:nvSpPr>
          <p:spPr>
            <a:xfrm>
              <a:off x="7208256" y="2026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4" name="pt33454"/>
            <p:cNvSpPr/>
            <p:nvPr/>
          </p:nvSpPr>
          <p:spPr>
            <a:xfrm>
              <a:off x="6865868" y="2144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5" name="pt33455"/>
            <p:cNvSpPr/>
            <p:nvPr/>
          </p:nvSpPr>
          <p:spPr>
            <a:xfrm>
              <a:off x="6953250" y="1749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6" name="pt33456"/>
            <p:cNvSpPr/>
            <p:nvPr/>
          </p:nvSpPr>
          <p:spPr>
            <a:xfrm>
              <a:off x="7083894" y="2056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7" name="pt33457"/>
            <p:cNvSpPr/>
            <p:nvPr/>
          </p:nvSpPr>
          <p:spPr>
            <a:xfrm>
              <a:off x="7400580" y="2828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8" name="pt33458"/>
            <p:cNvSpPr/>
            <p:nvPr/>
          </p:nvSpPr>
          <p:spPr>
            <a:xfrm>
              <a:off x="6982309" y="2263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9" name="pt33459"/>
            <p:cNvSpPr/>
            <p:nvPr/>
          </p:nvSpPr>
          <p:spPr>
            <a:xfrm>
              <a:off x="6909592" y="1960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0" name="pt33460"/>
            <p:cNvSpPr/>
            <p:nvPr/>
          </p:nvSpPr>
          <p:spPr>
            <a:xfrm>
              <a:off x="7246719" y="2066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1" name="pt33461"/>
            <p:cNvSpPr/>
            <p:nvPr/>
          </p:nvSpPr>
          <p:spPr>
            <a:xfrm>
              <a:off x="7229422" y="2040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2" name="pt33462"/>
            <p:cNvSpPr/>
            <p:nvPr/>
          </p:nvSpPr>
          <p:spPr>
            <a:xfrm>
              <a:off x="6813503" y="2147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3" name="pt33463"/>
            <p:cNvSpPr/>
            <p:nvPr/>
          </p:nvSpPr>
          <p:spPr>
            <a:xfrm>
              <a:off x="6929092" y="1953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4" name="pt33464"/>
            <p:cNvSpPr/>
            <p:nvPr/>
          </p:nvSpPr>
          <p:spPr>
            <a:xfrm>
              <a:off x="7035796" y="2147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5" name="pt33465"/>
            <p:cNvSpPr/>
            <p:nvPr/>
          </p:nvSpPr>
          <p:spPr>
            <a:xfrm>
              <a:off x="7400254" y="2701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6" name="pt33466"/>
            <p:cNvSpPr/>
            <p:nvPr/>
          </p:nvSpPr>
          <p:spPr>
            <a:xfrm>
              <a:off x="7025939" y="2109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7" name="pt33467"/>
            <p:cNvSpPr/>
            <p:nvPr/>
          </p:nvSpPr>
          <p:spPr>
            <a:xfrm>
              <a:off x="7258167" y="1989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8" name="pt33468"/>
            <p:cNvSpPr/>
            <p:nvPr/>
          </p:nvSpPr>
          <p:spPr>
            <a:xfrm>
              <a:off x="7066567" y="2082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9" name="pt33469"/>
            <p:cNvSpPr/>
            <p:nvPr/>
          </p:nvSpPr>
          <p:spPr>
            <a:xfrm>
              <a:off x="7069934" y="2142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0" name="pt33470"/>
            <p:cNvSpPr/>
            <p:nvPr/>
          </p:nvSpPr>
          <p:spPr>
            <a:xfrm>
              <a:off x="7273081" y="1967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1" name="pt33471"/>
            <p:cNvSpPr/>
            <p:nvPr/>
          </p:nvSpPr>
          <p:spPr>
            <a:xfrm>
              <a:off x="7314586" y="243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2" name="pt33472"/>
            <p:cNvSpPr/>
            <p:nvPr/>
          </p:nvSpPr>
          <p:spPr>
            <a:xfrm>
              <a:off x="7153305" y="2179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3" name="pt33473"/>
            <p:cNvSpPr/>
            <p:nvPr/>
          </p:nvSpPr>
          <p:spPr>
            <a:xfrm>
              <a:off x="6854388" y="214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4" name="pt33474"/>
            <p:cNvSpPr/>
            <p:nvPr/>
          </p:nvSpPr>
          <p:spPr>
            <a:xfrm>
              <a:off x="6891500" y="1961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5" name="pt33475"/>
            <p:cNvSpPr/>
            <p:nvPr/>
          </p:nvSpPr>
          <p:spPr>
            <a:xfrm>
              <a:off x="7234932" y="1769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6" name="pt33476"/>
            <p:cNvSpPr/>
            <p:nvPr/>
          </p:nvSpPr>
          <p:spPr>
            <a:xfrm>
              <a:off x="7180814" y="2049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7" name="pt33477"/>
            <p:cNvSpPr/>
            <p:nvPr/>
          </p:nvSpPr>
          <p:spPr>
            <a:xfrm>
              <a:off x="7167469" y="2071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8" name="pt33478"/>
            <p:cNvSpPr/>
            <p:nvPr/>
          </p:nvSpPr>
          <p:spPr>
            <a:xfrm>
              <a:off x="7161110" y="2374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9" name="pt33479"/>
            <p:cNvSpPr/>
            <p:nvPr/>
          </p:nvSpPr>
          <p:spPr>
            <a:xfrm>
              <a:off x="7310550" y="2459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0" name="pt33480"/>
            <p:cNvSpPr/>
            <p:nvPr/>
          </p:nvSpPr>
          <p:spPr>
            <a:xfrm>
              <a:off x="7174578" y="2175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1" name="pt33481"/>
            <p:cNvSpPr/>
            <p:nvPr/>
          </p:nvSpPr>
          <p:spPr>
            <a:xfrm>
              <a:off x="6650397" y="2036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2" name="pt33482"/>
            <p:cNvSpPr/>
            <p:nvPr/>
          </p:nvSpPr>
          <p:spPr>
            <a:xfrm>
              <a:off x="7099377" y="2319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3" name="pt33483"/>
            <p:cNvSpPr/>
            <p:nvPr/>
          </p:nvSpPr>
          <p:spPr>
            <a:xfrm>
              <a:off x="7107114" y="2093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4" name="pt33484"/>
            <p:cNvSpPr/>
            <p:nvPr/>
          </p:nvSpPr>
          <p:spPr>
            <a:xfrm>
              <a:off x="6960139" y="2081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5" name="pt33485"/>
            <p:cNvSpPr/>
            <p:nvPr/>
          </p:nvSpPr>
          <p:spPr>
            <a:xfrm>
              <a:off x="6954713" y="1807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6" name="pt33486"/>
            <p:cNvSpPr/>
            <p:nvPr/>
          </p:nvSpPr>
          <p:spPr>
            <a:xfrm>
              <a:off x="7130633" y="2139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7" name="pt33487"/>
            <p:cNvSpPr/>
            <p:nvPr/>
          </p:nvSpPr>
          <p:spPr>
            <a:xfrm>
              <a:off x="7055678" y="2082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8" name="pt33488"/>
            <p:cNvSpPr/>
            <p:nvPr/>
          </p:nvSpPr>
          <p:spPr>
            <a:xfrm>
              <a:off x="7061294" y="2185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9" name="pt33489"/>
            <p:cNvSpPr/>
            <p:nvPr/>
          </p:nvSpPr>
          <p:spPr>
            <a:xfrm>
              <a:off x="7230402" y="2151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0" name="pt33490"/>
            <p:cNvSpPr/>
            <p:nvPr/>
          </p:nvSpPr>
          <p:spPr>
            <a:xfrm>
              <a:off x="7136927" y="2038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1" name="pt33491"/>
            <p:cNvSpPr/>
            <p:nvPr/>
          </p:nvSpPr>
          <p:spPr>
            <a:xfrm>
              <a:off x="6906099" y="2006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2" name="pt33492"/>
            <p:cNvSpPr/>
            <p:nvPr/>
          </p:nvSpPr>
          <p:spPr>
            <a:xfrm>
              <a:off x="7208143" y="2042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3" name="pt33493"/>
            <p:cNvSpPr/>
            <p:nvPr/>
          </p:nvSpPr>
          <p:spPr>
            <a:xfrm>
              <a:off x="7049509" y="2226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4" name="pt33494"/>
            <p:cNvSpPr/>
            <p:nvPr/>
          </p:nvSpPr>
          <p:spPr>
            <a:xfrm>
              <a:off x="6815472" y="206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5" name="pt33495"/>
            <p:cNvSpPr/>
            <p:nvPr/>
          </p:nvSpPr>
          <p:spPr>
            <a:xfrm>
              <a:off x="7075191" y="2119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6" name="pt33496"/>
            <p:cNvSpPr/>
            <p:nvPr/>
          </p:nvSpPr>
          <p:spPr>
            <a:xfrm>
              <a:off x="6997451" y="2200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7" name="pt33497"/>
            <p:cNvSpPr/>
            <p:nvPr/>
          </p:nvSpPr>
          <p:spPr>
            <a:xfrm>
              <a:off x="7064250" y="2125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8" name="pt33498"/>
            <p:cNvSpPr/>
            <p:nvPr/>
          </p:nvSpPr>
          <p:spPr>
            <a:xfrm>
              <a:off x="6822559" y="1763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9" name="pt33499"/>
            <p:cNvSpPr/>
            <p:nvPr/>
          </p:nvSpPr>
          <p:spPr>
            <a:xfrm>
              <a:off x="7453820" y="2096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0" name="pt33500"/>
            <p:cNvSpPr/>
            <p:nvPr/>
          </p:nvSpPr>
          <p:spPr>
            <a:xfrm>
              <a:off x="7021262" y="2123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1" name="pt33501"/>
            <p:cNvSpPr/>
            <p:nvPr/>
          </p:nvSpPr>
          <p:spPr>
            <a:xfrm>
              <a:off x="7042713" y="217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2" name="pt33502"/>
            <p:cNvSpPr/>
            <p:nvPr/>
          </p:nvSpPr>
          <p:spPr>
            <a:xfrm>
              <a:off x="7079774" y="2148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3" name="pt33503"/>
            <p:cNvSpPr/>
            <p:nvPr/>
          </p:nvSpPr>
          <p:spPr>
            <a:xfrm>
              <a:off x="7102886" y="2188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4" name="pt33504"/>
            <p:cNvSpPr/>
            <p:nvPr/>
          </p:nvSpPr>
          <p:spPr>
            <a:xfrm>
              <a:off x="7124608" y="2060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5" name="pt33505"/>
            <p:cNvSpPr/>
            <p:nvPr/>
          </p:nvSpPr>
          <p:spPr>
            <a:xfrm>
              <a:off x="7002512" y="2097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6" name="pt33506"/>
            <p:cNvSpPr/>
            <p:nvPr/>
          </p:nvSpPr>
          <p:spPr>
            <a:xfrm>
              <a:off x="6916966" y="2087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7" name="pt33507"/>
            <p:cNvSpPr/>
            <p:nvPr/>
          </p:nvSpPr>
          <p:spPr>
            <a:xfrm>
              <a:off x="7042403" y="2204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8" name="pt33508"/>
            <p:cNvSpPr/>
            <p:nvPr/>
          </p:nvSpPr>
          <p:spPr>
            <a:xfrm>
              <a:off x="7221232" y="2037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9" name="pt33509"/>
            <p:cNvSpPr/>
            <p:nvPr/>
          </p:nvSpPr>
          <p:spPr>
            <a:xfrm>
              <a:off x="7055188" y="1905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0" name="pt33510"/>
            <p:cNvSpPr/>
            <p:nvPr/>
          </p:nvSpPr>
          <p:spPr>
            <a:xfrm>
              <a:off x="7345857" y="2280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1" name="pt33511"/>
            <p:cNvSpPr/>
            <p:nvPr/>
          </p:nvSpPr>
          <p:spPr>
            <a:xfrm>
              <a:off x="7231886" y="1873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2" name="pt33512"/>
            <p:cNvSpPr/>
            <p:nvPr/>
          </p:nvSpPr>
          <p:spPr>
            <a:xfrm>
              <a:off x="7011161" y="1937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3" name="pt33513"/>
            <p:cNvSpPr/>
            <p:nvPr/>
          </p:nvSpPr>
          <p:spPr>
            <a:xfrm>
              <a:off x="6908087" y="1930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4" name="pt33514"/>
            <p:cNvSpPr/>
            <p:nvPr/>
          </p:nvSpPr>
          <p:spPr>
            <a:xfrm>
              <a:off x="7003722" y="2064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5" name="pt33515"/>
            <p:cNvSpPr/>
            <p:nvPr/>
          </p:nvSpPr>
          <p:spPr>
            <a:xfrm>
              <a:off x="7066591" y="2119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6" name="pt33516"/>
            <p:cNvSpPr/>
            <p:nvPr/>
          </p:nvSpPr>
          <p:spPr>
            <a:xfrm>
              <a:off x="7087994" y="2131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7" name="pt33517"/>
            <p:cNvSpPr/>
            <p:nvPr/>
          </p:nvSpPr>
          <p:spPr>
            <a:xfrm>
              <a:off x="7068033" y="2102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8" name="pt33518"/>
            <p:cNvSpPr/>
            <p:nvPr/>
          </p:nvSpPr>
          <p:spPr>
            <a:xfrm>
              <a:off x="7090808" y="2223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9" name="pt33519"/>
            <p:cNvSpPr/>
            <p:nvPr/>
          </p:nvSpPr>
          <p:spPr>
            <a:xfrm>
              <a:off x="7036417" y="2187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0" name="pt33520"/>
            <p:cNvSpPr/>
            <p:nvPr/>
          </p:nvSpPr>
          <p:spPr>
            <a:xfrm>
              <a:off x="6723969" y="2517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1" name="pt33521"/>
            <p:cNvSpPr/>
            <p:nvPr/>
          </p:nvSpPr>
          <p:spPr>
            <a:xfrm>
              <a:off x="7076434" y="2118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2" name="pt33522"/>
            <p:cNvSpPr/>
            <p:nvPr/>
          </p:nvSpPr>
          <p:spPr>
            <a:xfrm>
              <a:off x="6792002" y="2490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3" name="pt33523"/>
            <p:cNvSpPr/>
            <p:nvPr/>
          </p:nvSpPr>
          <p:spPr>
            <a:xfrm>
              <a:off x="7034866" y="2096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4" name="pt33524"/>
            <p:cNvSpPr/>
            <p:nvPr/>
          </p:nvSpPr>
          <p:spPr>
            <a:xfrm>
              <a:off x="7168449" y="2057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5" name="pt33525"/>
            <p:cNvSpPr/>
            <p:nvPr/>
          </p:nvSpPr>
          <p:spPr>
            <a:xfrm>
              <a:off x="7166881" y="2174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6" name="pt33526"/>
            <p:cNvSpPr/>
            <p:nvPr/>
          </p:nvSpPr>
          <p:spPr>
            <a:xfrm>
              <a:off x="7287243" y="2091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7" name="pt33527"/>
            <p:cNvSpPr/>
            <p:nvPr/>
          </p:nvSpPr>
          <p:spPr>
            <a:xfrm>
              <a:off x="7258451" y="2087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8" name="pt33528"/>
            <p:cNvSpPr/>
            <p:nvPr/>
          </p:nvSpPr>
          <p:spPr>
            <a:xfrm>
              <a:off x="7047420" y="2178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9" name="pt33529"/>
            <p:cNvSpPr/>
            <p:nvPr/>
          </p:nvSpPr>
          <p:spPr>
            <a:xfrm>
              <a:off x="6805877" y="2106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0" name="pt33530"/>
            <p:cNvSpPr/>
            <p:nvPr/>
          </p:nvSpPr>
          <p:spPr>
            <a:xfrm>
              <a:off x="6956775" y="1825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1" name="pt33531"/>
            <p:cNvSpPr/>
            <p:nvPr/>
          </p:nvSpPr>
          <p:spPr>
            <a:xfrm>
              <a:off x="7176690" y="2016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2" name="pt33532"/>
            <p:cNvSpPr/>
            <p:nvPr/>
          </p:nvSpPr>
          <p:spPr>
            <a:xfrm>
              <a:off x="7120436" y="2054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3" name="pt33533"/>
            <p:cNvSpPr/>
            <p:nvPr/>
          </p:nvSpPr>
          <p:spPr>
            <a:xfrm>
              <a:off x="7189257" y="2251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4" name="pt33534"/>
            <p:cNvSpPr/>
            <p:nvPr/>
          </p:nvSpPr>
          <p:spPr>
            <a:xfrm>
              <a:off x="7073058" y="2052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5" name="pt33535"/>
            <p:cNvSpPr/>
            <p:nvPr/>
          </p:nvSpPr>
          <p:spPr>
            <a:xfrm>
              <a:off x="7039322" y="2133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6" name="pt33536"/>
            <p:cNvSpPr/>
            <p:nvPr/>
          </p:nvSpPr>
          <p:spPr>
            <a:xfrm>
              <a:off x="7034218" y="2181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7" name="pt33537"/>
            <p:cNvSpPr/>
            <p:nvPr/>
          </p:nvSpPr>
          <p:spPr>
            <a:xfrm>
              <a:off x="7164065" y="2209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8" name="pt33538"/>
            <p:cNvSpPr/>
            <p:nvPr/>
          </p:nvSpPr>
          <p:spPr>
            <a:xfrm>
              <a:off x="7319878" y="2294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9" name="pt33539"/>
            <p:cNvSpPr/>
            <p:nvPr/>
          </p:nvSpPr>
          <p:spPr>
            <a:xfrm>
              <a:off x="7231538" y="2056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0" name="pt33540"/>
            <p:cNvSpPr/>
            <p:nvPr/>
          </p:nvSpPr>
          <p:spPr>
            <a:xfrm>
              <a:off x="6901935" y="1933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1" name="pt33541"/>
            <p:cNvSpPr/>
            <p:nvPr/>
          </p:nvSpPr>
          <p:spPr>
            <a:xfrm>
              <a:off x="7118807" y="1947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2" name="pt33542"/>
            <p:cNvSpPr/>
            <p:nvPr/>
          </p:nvSpPr>
          <p:spPr>
            <a:xfrm>
              <a:off x="6976464" y="2057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3" name="pt33543"/>
            <p:cNvSpPr/>
            <p:nvPr/>
          </p:nvSpPr>
          <p:spPr>
            <a:xfrm>
              <a:off x="7051724" y="2130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4" name="pt33544"/>
            <p:cNvSpPr/>
            <p:nvPr/>
          </p:nvSpPr>
          <p:spPr>
            <a:xfrm>
              <a:off x="7129996" y="2060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5" name="pt33545"/>
            <p:cNvSpPr/>
            <p:nvPr/>
          </p:nvSpPr>
          <p:spPr>
            <a:xfrm>
              <a:off x="7036606" y="2167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6" name="pt33546"/>
            <p:cNvSpPr/>
            <p:nvPr/>
          </p:nvSpPr>
          <p:spPr>
            <a:xfrm>
              <a:off x="7091657" y="2257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7" name="pt33547"/>
            <p:cNvSpPr/>
            <p:nvPr/>
          </p:nvSpPr>
          <p:spPr>
            <a:xfrm>
              <a:off x="7294019" y="194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8" name="pt33548"/>
            <p:cNvSpPr/>
            <p:nvPr/>
          </p:nvSpPr>
          <p:spPr>
            <a:xfrm>
              <a:off x="6809462" y="2290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9" name="pt33549"/>
            <p:cNvSpPr/>
            <p:nvPr/>
          </p:nvSpPr>
          <p:spPr>
            <a:xfrm>
              <a:off x="7314189" y="2406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0" name="pt33550"/>
            <p:cNvSpPr/>
            <p:nvPr/>
          </p:nvSpPr>
          <p:spPr>
            <a:xfrm>
              <a:off x="7037008" y="2163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1" name="pt33551"/>
            <p:cNvSpPr/>
            <p:nvPr/>
          </p:nvSpPr>
          <p:spPr>
            <a:xfrm>
              <a:off x="7314923" y="2485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2" name="pt33552"/>
            <p:cNvSpPr/>
            <p:nvPr/>
          </p:nvSpPr>
          <p:spPr>
            <a:xfrm>
              <a:off x="7053472" y="2115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3" name="pt33553"/>
            <p:cNvSpPr/>
            <p:nvPr/>
          </p:nvSpPr>
          <p:spPr>
            <a:xfrm>
              <a:off x="7249337" y="2037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4" name="pt33554"/>
            <p:cNvSpPr/>
            <p:nvPr/>
          </p:nvSpPr>
          <p:spPr>
            <a:xfrm>
              <a:off x="7074480" y="2120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5" name="pt33555"/>
            <p:cNvSpPr/>
            <p:nvPr/>
          </p:nvSpPr>
          <p:spPr>
            <a:xfrm>
              <a:off x="6682191" y="2250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6" name="pt33556"/>
            <p:cNvSpPr/>
            <p:nvPr/>
          </p:nvSpPr>
          <p:spPr>
            <a:xfrm>
              <a:off x="6907464" y="1965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7" name="pt33557"/>
            <p:cNvSpPr/>
            <p:nvPr/>
          </p:nvSpPr>
          <p:spPr>
            <a:xfrm>
              <a:off x="7451199" y="2343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8" name="pt33558"/>
            <p:cNvSpPr/>
            <p:nvPr/>
          </p:nvSpPr>
          <p:spPr>
            <a:xfrm>
              <a:off x="6892810" y="2171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9" name="pt33559"/>
            <p:cNvSpPr/>
            <p:nvPr/>
          </p:nvSpPr>
          <p:spPr>
            <a:xfrm>
              <a:off x="7047372" y="2210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0" name="pt33560"/>
            <p:cNvSpPr/>
            <p:nvPr/>
          </p:nvSpPr>
          <p:spPr>
            <a:xfrm>
              <a:off x="7100150" y="2212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1" name="pt33561"/>
            <p:cNvSpPr/>
            <p:nvPr/>
          </p:nvSpPr>
          <p:spPr>
            <a:xfrm>
              <a:off x="6940345" y="1977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2" name="pt33562"/>
            <p:cNvSpPr/>
            <p:nvPr/>
          </p:nvSpPr>
          <p:spPr>
            <a:xfrm>
              <a:off x="6869106" y="2167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3" name="pt33563"/>
            <p:cNvSpPr/>
            <p:nvPr/>
          </p:nvSpPr>
          <p:spPr>
            <a:xfrm>
              <a:off x="7275489" y="2029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4" name="pt33564"/>
            <p:cNvSpPr/>
            <p:nvPr/>
          </p:nvSpPr>
          <p:spPr>
            <a:xfrm>
              <a:off x="7041115" y="2167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5" name="pt33565"/>
            <p:cNvSpPr/>
            <p:nvPr/>
          </p:nvSpPr>
          <p:spPr>
            <a:xfrm>
              <a:off x="7083296" y="2132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6" name="pt33566"/>
            <p:cNvSpPr/>
            <p:nvPr/>
          </p:nvSpPr>
          <p:spPr>
            <a:xfrm>
              <a:off x="7368579" y="2760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7" name="pt33567"/>
            <p:cNvSpPr/>
            <p:nvPr/>
          </p:nvSpPr>
          <p:spPr>
            <a:xfrm>
              <a:off x="7445365" y="2597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8" name="pt33568"/>
            <p:cNvSpPr/>
            <p:nvPr/>
          </p:nvSpPr>
          <p:spPr>
            <a:xfrm>
              <a:off x="6919570" y="1798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9" name="pt33569"/>
            <p:cNvSpPr/>
            <p:nvPr/>
          </p:nvSpPr>
          <p:spPr>
            <a:xfrm>
              <a:off x="7243041" y="1923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0" name="pt33570"/>
            <p:cNvSpPr/>
            <p:nvPr/>
          </p:nvSpPr>
          <p:spPr>
            <a:xfrm>
              <a:off x="7229525" y="193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1" name="pt33571"/>
            <p:cNvSpPr/>
            <p:nvPr/>
          </p:nvSpPr>
          <p:spPr>
            <a:xfrm>
              <a:off x="7044558" y="2163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2" name="pt33572"/>
            <p:cNvSpPr/>
            <p:nvPr/>
          </p:nvSpPr>
          <p:spPr>
            <a:xfrm>
              <a:off x="6887241" y="2017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3" name="pt33573"/>
            <p:cNvSpPr/>
            <p:nvPr/>
          </p:nvSpPr>
          <p:spPr>
            <a:xfrm>
              <a:off x="7291090" y="2164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4" name="pt33574"/>
            <p:cNvSpPr/>
            <p:nvPr/>
          </p:nvSpPr>
          <p:spPr>
            <a:xfrm>
              <a:off x="7199346" y="2157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5" name="pt33575"/>
            <p:cNvSpPr/>
            <p:nvPr/>
          </p:nvSpPr>
          <p:spPr>
            <a:xfrm>
              <a:off x="6892233" y="1945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6" name="pt33576"/>
            <p:cNvSpPr/>
            <p:nvPr/>
          </p:nvSpPr>
          <p:spPr>
            <a:xfrm>
              <a:off x="7212527" y="2063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7" name="pt33577"/>
            <p:cNvSpPr/>
            <p:nvPr/>
          </p:nvSpPr>
          <p:spPr>
            <a:xfrm>
              <a:off x="7115143" y="1962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8" name="pt33578"/>
            <p:cNvSpPr/>
            <p:nvPr/>
          </p:nvSpPr>
          <p:spPr>
            <a:xfrm>
              <a:off x="6927661" y="1851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9" name="pt33579"/>
            <p:cNvSpPr/>
            <p:nvPr/>
          </p:nvSpPr>
          <p:spPr>
            <a:xfrm>
              <a:off x="6688049" y="2158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0" name="pt33580"/>
            <p:cNvSpPr/>
            <p:nvPr/>
          </p:nvSpPr>
          <p:spPr>
            <a:xfrm>
              <a:off x="7259046" y="2130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1" name="pt33581"/>
            <p:cNvSpPr/>
            <p:nvPr/>
          </p:nvSpPr>
          <p:spPr>
            <a:xfrm>
              <a:off x="6999645" y="2079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2" name="pt33582"/>
            <p:cNvSpPr/>
            <p:nvPr/>
          </p:nvSpPr>
          <p:spPr>
            <a:xfrm>
              <a:off x="7118863" y="1940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3" name="pt33583"/>
            <p:cNvSpPr/>
            <p:nvPr/>
          </p:nvSpPr>
          <p:spPr>
            <a:xfrm>
              <a:off x="7032812" y="2198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4" name="pt33584"/>
            <p:cNvSpPr/>
            <p:nvPr/>
          </p:nvSpPr>
          <p:spPr>
            <a:xfrm>
              <a:off x="7230100" y="2110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5" name="pt33585"/>
            <p:cNvSpPr/>
            <p:nvPr/>
          </p:nvSpPr>
          <p:spPr>
            <a:xfrm>
              <a:off x="7254920" y="1986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6" name="pt33586"/>
            <p:cNvSpPr/>
            <p:nvPr/>
          </p:nvSpPr>
          <p:spPr>
            <a:xfrm>
              <a:off x="6631781" y="205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7" name="pt33587"/>
            <p:cNvSpPr/>
            <p:nvPr/>
          </p:nvSpPr>
          <p:spPr>
            <a:xfrm>
              <a:off x="7106352" y="2093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8" name="pt33588"/>
            <p:cNvSpPr/>
            <p:nvPr/>
          </p:nvSpPr>
          <p:spPr>
            <a:xfrm>
              <a:off x="7172345" y="219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9" name="pt33589"/>
            <p:cNvSpPr/>
            <p:nvPr/>
          </p:nvSpPr>
          <p:spPr>
            <a:xfrm>
              <a:off x="7124503" y="2097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0" name="pt33590"/>
            <p:cNvSpPr/>
            <p:nvPr/>
          </p:nvSpPr>
          <p:spPr>
            <a:xfrm>
              <a:off x="6951004" y="1965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1" name="pt33591"/>
            <p:cNvSpPr/>
            <p:nvPr/>
          </p:nvSpPr>
          <p:spPr>
            <a:xfrm>
              <a:off x="7099324" y="2373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2" name="pt33592"/>
            <p:cNvSpPr/>
            <p:nvPr/>
          </p:nvSpPr>
          <p:spPr>
            <a:xfrm>
              <a:off x="7259556" y="1943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3" name="pt33593"/>
            <p:cNvSpPr/>
            <p:nvPr/>
          </p:nvSpPr>
          <p:spPr>
            <a:xfrm>
              <a:off x="6983425" y="2192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4" name="pt33594"/>
            <p:cNvSpPr/>
            <p:nvPr/>
          </p:nvSpPr>
          <p:spPr>
            <a:xfrm>
              <a:off x="7200012" y="1953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5" name="pt33595"/>
            <p:cNvSpPr/>
            <p:nvPr/>
          </p:nvSpPr>
          <p:spPr>
            <a:xfrm>
              <a:off x="6866531" y="2177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6" name="pt33596"/>
            <p:cNvSpPr/>
            <p:nvPr/>
          </p:nvSpPr>
          <p:spPr>
            <a:xfrm>
              <a:off x="7134593" y="1979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7" name="pt33597"/>
            <p:cNvSpPr/>
            <p:nvPr/>
          </p:nvSpPr>
          <p:spPr>
            <a:xfrm>
              <a:off x="7284583" y="2121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8" name="pt33598"/>
            <p:cNvSpPr/>
            <p:nvPr/>
          </p:nvSpPr>
          <p:spPr>
            <a:xfrm>
              <a:off x="6985569" y="2267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9" name="pt33599"/>
            <p:cNvSpPr/>
            <p:nvPr/>
          </p:nvSpPr>
          <p:spPr>
            <a:xfrm>
              <a:off x="7010043" y="1991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0" name="pt33600"/>
            <p:cNvSpPr/>
            <p:nvPr/>
          </p:nvSpPr>
          <p:spPr>
            <a:xfrm>
              <a:off x="7078730" y="2172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1" name="pt33601"/>
            <p:cNvSpPr/>
            <p:nvPr/>
          </p:nvSpPr>
          <p:spPr>
            <a:xfrm>
              <a:off x="6985742" y="2246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2" name="pt33602"/>
            <p:cNvSpPr/>
            <p:nvPr/>
          </p:nvSpPr>
          <p:spPr>
            <a:xfrm>
              <a:off x="7046644" y="2197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3" name="pt33603"/>
            <p:cNvSpPr/>
            <p:nvPr/>
          </p:nvSpPr>
          <p:spPr>
            <a:xfrm>
              <a:off x="6986898" y="2206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4" name="pt33604"/>
            <p:cNvSpPr/>
            <p:nvPr/>
          </p:nvSpPr>
          <p:spPr>
            <a:xfrm>
              <a:off x="6858791" y="2046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5" name="pt33605"/>
            <p:cNvSpPr/>
            <p:nvPr/>
          </p:nvSpPr>
          <p:spPr>
            <a:xfrm>
              <a:off x="7001167" y="2008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6" name="pt33606"/>
            <p:cNvSpPr/>
            <p:nvPr/>
          </p:nvSpPr>
          <p:spPr>
            <a:xfrm>
              <a:off x="7255658" y="1992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7" name="pt33607"/>
            <p:cNvSpPr/>
            <p:nvPr/>
          </p:nvSpPr>
          <p:spPr>
            <a:xfrm>
              <a:off x="7132208" y="2103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8" name="pt33608"/>
            <p:cNvSpPr/>
            <p:nvPr/>
          </p:nvSpPr>
          <p:spPr>
            <a:xfrm>
              <a:off x="7078574" y="2177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9" name="pt33609"/>
            <p:cNvSpPr/>
            <p:nvPr/>
          </p:nvSpPr>
          <p:spPr>
            <a:xfrm>
              <a:off x="7240040" y="1975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0" name="pt33610"/>
            <p:cNvSpPr/>
            <p:nvPr/>
          </p:nvSpPr>
          <p:spPr>
            <a:xfrm>
              <a:off x="7104929" y="2103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1" name="pt33611"/>
            <p:cNvSpPr/>
            <p:nvPr/>
          </p:nvSpPr>
          <p:spPr>
            <a:xfrm>
              <a:off x="6856422" y="2058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2" name="pt33612"/>
            <p:cNvSpPr/>
            <p:nvPr/>
          </p:nvSpPr>
          <p:spPr>
            <a:xfrm>
              <a:off x="7220698" y="1926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3" name="pt33613"/>
            <p:cNvSpPr/>
            <p:nvPr/>
          </p:nvSpPr>
          <p:spPr>
            <a:xfrm>
              <a:off x="7060533" y="215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4" name="pt33614"/>
            <p:cNvSpPr/>
            <p:nvPr/>
          </p:nvSpPr>
          <p:spPr>
            <a:xfrm>
              <a:off x="7104456" y="2112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5" name="pt33615"/>
            <p:cNvSpPr/>
            <p:nvPr/>
          </p:nvSpPr>
          <p:spPr>
            <a:xfrm>
              <a:off x="7171342" y="2040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6" name="pt33616"/>
            <p:cNvSpPr/>
            <p:nvPr/>
          </p:nvSpPr>
          <p:spPr>
            <a:xfrm>
              <a:off x="7120499" y="2019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7" name="pt33617"/>
            <p:cNvSpPr/>
            <p:nvPr/>
          </p:nvSpPr>
          <p:spPr>
            <a:xfrm>
              <a:off x="7023480" y="2017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8" name="pt33618"/>
            <p:cNvSpPr/>
            <p:nvPr/>
          </p:nvSpPr>
          <p:spPr>
            <a:xfrm>
              <a:off x="7302046" y="1893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9" name="pt33619"/>
            <p:cNvSpPr/>
            <p:nvPr/>
          </p:nvSpPr>
          <p:spPr>
            <a:xfrm>
              <a:off x="7211843" y="1976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0" name="pt33620"/>
            <p:cNvSpPr/>
            <p:nvPr/>
          </p:nvSpPr>
          <p:spPr>
            <a:xfrm>
              <a:off x="7129215" y="2215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1" name="pt33621"/>
            <p:cNvSpPr/>
            <p:nvPr/>
          </p:nvSpPr>
          <p:spPr>
            <a:xfrm>
              <a:off x="7111660" y="2026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2" name="pt33622"/>
            <p:cNvSpPr/>
            <p:nvPr/>
          </p:nvSpPr>
          <p:spPr>
            <a:xfrm>
              <a:off x="6707061" y="25566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3" name="pt33623"/>
            <p:cNvSpPr/>
            <p:nvPr/>
          </p:nvSpPr>
          <p:spPr>
            <a:xfrm>
              <a:off x="7020086" y="2230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4" name="pt33624"/>
            <p:cNvSpPr/>
            <p:nvPr/>
          </p:nvSpPr>
          <p:spPr>
            <a:xfrm>
              <a:off x="7281359" y="1835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5" name="pt33625"/>
            <p:cNvSpPr/>
            <p:nvPr/>
          </p:nvSpPr>
          <p:spPr>
            <a:xfrm>
              <a:off x="7033799" y="2313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6" name="pt33626"/>
            <p:cNvSpPr/>
            <p:nvPr/>
          </p:nvSpPr>
          <p:spPr>
            <a:xfrm>
              <a:off x="7115533" y="1972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7" name="pt33627"/>
            <p:cNvSpPr/>
            <p:nvPr/>
          </p:nvSpPr>
          <p:spPr>
            <a:xfrm>
              <a:off x="6980221" y="2259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8" name="pt33628"/>
            <p:cNvSpPr/>
            <p:nvPr/>
          </p:nvSpPr>
          <p:spPr>
            <a:xfrm>
              <a:off x="7111790" y="2036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9" name="pt33629"/>
            <p:cNvSpPr/>
            <p:nvPr/>
          </p:nvSpPr>
          <p:spPr>
            <a:xfrm>
              <a:off x="6937511" y="1889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0" name="pt33630"/>
            <p:cNvSpPr/>
            <p:nvPr/>
          </p:nvSpPr>
          <p:spPr>
            <a:xfrm>
              <a:off x="7169565" y="2237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1" name="pt33631"/>
            <p:cNvSpPr/>
            <p:nvPr/>
          </p:nvSpPr>
          <p:spPr>
            <a:xfrm>
              <a:off x="7022498" y="2025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2" name="pt33632"/>
            <p:cNvSpPr/>
            <p:nvPr/>
          </p:nvSpPr>
          <p:spPr>
            <a:xfrm>
              <a:off x="7061869" y="2129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3" name="pt33633"/>
            <p:cNvSpPr/>
            <p:nvPr/>
          </p:nvSpPr>
          <p:spPr>
            <a:xfrm>
              <a:off x="7125332" y="2109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4" name="pt33634"/>
            <p:cNvSpPr/>
            <p:nvPr/>
          </p:nvSpPr>
          <p:spPr>
            <a:xfrm>
              <a:off x="7141914" y="1977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5" name="pt33635"/>
            <p:cNvSpPr/>
            <p:nvPr/>
          </p:nvSpPr>
          <p:spPr>
            <a:xfrm>
              <a:off x="7136979" y="1975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6" name="pt33636"/>
            <p:cNvSpPr/>
            <p:nvPr/>
          </p:nvSpPr>
          <p:spPr>
            <a:xfrm>
              <a:off x="7378432" y="2397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7" name="pt33637"/>
            <p:cNvSpPr/>
            <p:nvPr/>
          </p:nvSpPr>
          <p:spPr>
            <a:xfrm>
              <a:off x="6862323" y="2085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8" name="pt33638"/>
            <p:cNvSpPr/>
            <p:nvPr/>
          </p:nvSpPr>
          <p:spPr>
            <a:xfrm>
              <a:off x="7289697" y="2116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9" name="pt33639"/>
            <p:cNvSpPr/>
            <p:nvPr/>
          </p:nvSpPr>
          <p:spPr>
            <a:xfrm>
              <a:off x="6730647" y="2497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0" name="pt33640"/>
            <p:cNvSpPr/>
            <p:nvPr/>
          </p:nvSpPr>
          <p:spPr>
            <a:xfrm>
              <a:off x="7052877" y="2098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1" name="pt33641"/>
            <p:cNvSpPr/>
            <p:nvPr/>
          </p:nvSpPr>
          <p:spPr>
            <a:xfrm>
              <a:off x="7177906" y="2033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2" name="pt33642"/>
            <p:cNvSpPr/>
            <p:nvPr/>
          </p:nvSpPr>
          <p:spPr>
            <a:xfrm>
              <a:off x="7129494" y="2152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3" name="pt33643"/>
            <p:cNvSpPr/>
            <p:nvPr/>
          </p:nvSpPr>
          <p:spPr>
            <a:xfrm>
              <a:off x="6627096" y="1776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4" name="pt33644"/>
            <p:cNvSpPr/>
            <p:nvPr/>
          </p:nvSpPr>
          <p:spPr>
            <a:xfrm>
              <a:off x="7118761" y="2006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5" name="pt33645"/>
            <p:cNvSpPr/>
            <p:nvPr/>
          </p:nvSpPr>
          <p:spPr>
            <a:xfrm>
              <a:off x="6856783" y="2156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6" name="pt33646"/>
            <p:cNvSpPr/>
            <p:nvPr/>
          </p:nvSpPr>
          <p:spPr>
            <a:xfrm>
              <a:off x="7232878" y="2026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7" name="pt33647"/>
            <p:cNvSpPr/>
            <p:nvPr/>
          </p:nvSpPr>
          <p:spPr>
            <a:xfrm>
              <a:off x="7018097" y="226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8" name="pt33648"/>
            <p:cNvSpPr/>
            <p:nvPr/>
          </p:nvSpPr>
          <p:spPr>
            <a:xfrm>
              <a:off x="7096249" y="2277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9" name="pt33649"/>
            <p:cNvSpPr/>
            <p:nvPr/>
          </p:nvSpPr>
          <p:spPr>
            <a:xfrm>
              <a:off x="7104895" y="2155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0" name="pt33650"/>
            <p:cNvSpPr/>
            <p:nvPr/>
          </p:nvSpPr>
          <p:spPr>
            <a:xfrm>
              <a:off x="7124647" y="2202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1" name="pt33651"/>
            <p:cNvSpPr/>
            <p:nvPr/>
          </p:nvSpPr>
          <p:spPr>
            <a:xfrm>
              <a:off x="7201149" y="2016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2" name="pt33652"/>
            <p:cNvSpPr/>
            <p:nvPr/>
          </p:nvSpPr>
          <p:spPr>
            <a:xfrm>
              <a:off x="7135922" y="206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3" name="pt33653"/>
            <p:cNvSpPr/>
            <p:nvPr/>
          </p:nvSpPr>
          <p:spPr>
            <a:xfrm>
              <a:off x="6836290" y="1992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4" name="pt33654"/>
            <p:cNvSpPr/>
            <p:nvPr/>
          </p:nvSpPr>
          <p:spPr>
            <a:xfrm>
              <a:off x="7016313" y="1995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5" name="pt33655"/>
            <p:cNvSpPr/>
            <p:nvPr/>
          </p:nvSpPr>
          <p:spPr>
            <a:xfrm>
              <a:off x="7164074" y="2105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6" name="pt33656"/>
            <p:cNvSpPr/>
            <p:nvPr/>
          </p:nvSpPr>
          <p:spPr>
            <a:xfrm>
              <a:off x="7176292" y="2172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7" name="pt33657"/>
            <p:cNvSpPr/>
            <p:nvPr/>
          </p:nvSpPr>
          <p:spPr>
            <a:xfrm>
              <a:off x="7156417" y="2169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8" name="pt33658"/>
            <p:cNvSpPr/>
            <p:nvPr/>
          </p:nvSpPr>
          <p:spPr>
            <a:xfrm>
              <a:off x="7232552" y="2043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9" name="pt33659"/>
            <p:cNvSpPr/>
            <p:nvPr/>
          </p:nvSpPr>
          <p:spPr>
            <a:xfrm>
              <a:off x="6907177" y="2031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0" name="pt33660"/>
            <p:cNvSpPr/>
            <p:nvPr/>
          </p:nvSpPr>
          <p:spPr>
            <a:xfrm>
              <a:off x="7344281" y="2203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1" name="pt33661"/>
            <p:cNvSpPr/>
            <p:nvPr/>
          </p:nvSpPr>
          <p:spPr>
            <a:xfrm>
              <a:off x="7039198" y="2103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2" name="pt33662"/>
            <p:cNvSpPr/>
            <p:nvPr/>
          </p:nvSpPr>
          <p:spPr>
            <a:xfrm>
              <a:off x="7170502" y="2013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3" name="pt33663"/>
            <p:cNvSpPr/>
            <p:nvPr/>
          </p:nvSpPr>
          <p:spPr>
            <a:xfrm>
              <a:off x="7239729" y="1875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4" name="pt33664"/>
            <p:cNvSpPr/>
            <p:nvPr/>
          </p:nvSpPr>
          <p:spPr>
            <a:xfrm>
              <a:off x="7002608" y="2059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5" name="pt33665"/>
            <p:cNvSpPr/>
            <p:nvPr/>
          </p:nvSpPr>
          <p:spPr>
            <a:xfrm>
              <a:off x="6922750" y="2014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6" name="pt33666"/>
            <p:cNvSpPr/>
            <p:nvPr/>
          </p:nvSpPr>
          <p:spPr>
            <a:xfrm>
              <a:off x="7140980" y="2014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7" name="pt33667"/>
            <p:cNvSpPr/>
            <p:nvPr/>
          </p:nvSpPr>
          <p:spPr>
            <a:xfrm>
              <a:off x="6987557" y="2158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8" name="pt33668"/>
            <p:cNvSpPr/>
            <p:nvPr/>
          </p:nvSpPr>
          <p:spPr>
            <a:xfrm>
              <a:off x="7034771" y="2169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9" name="pt33669"/>
            <p:cNvSpPr/>
            <p:nvPr/>
          </p:nvSpPr>
          <p:spPr>
            <a:xfrm>
              <a:off x="6786023" y="2176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0" name="pt33670"/>
            <p:cNvSpPr/>
            <p:nvPr/>
          </p:nvSpPr>
          <p:spPr>
            <a:xfrm>
              <a:off x="6856078" y="2257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1" name="pt33671"/>
            <p:cNvSpPr/>
            <p:nvPr/>
          </p:nvSpPr>
          <p:spPr>
            <a:xfrm>
              <a:off x="7042048" y="2208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2" name="pt33672"/>
            <p:cNvSpPr/>
            <p:nvPr/>
          </p:nvSpPr>
          <p:spPr>
            <a:xfrm>
              <a:off x="7163102" y="2199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3" name="pt33673"/>
            <p:cNvSpPr/>
            <p:nvPr/>
          </p:nvSpPr>
          <p:spPr>
            <a:xfrm>
              <a:off x="6931510" y="1867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4" name="pt33674"/>
            <p:cNvSpPr/>
            <p:nvPr/>
          </p:nvSpPr>
          <p:spPr>
            <a:xfrm>
              <a:off x="7180203" y="2192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5" name="pt33675"/>
            <p:cNvSpPr/>
            <p:nvPr/>
          </p:nvSpPr>
          <p:spPr>
            <a:xfrm>
              <a:off x="7206676" y="2141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6" name="pt33676"/>
            <p:cNvSpPr/>
            <p:nvPr/>
          </p:nvSpPr>
          <p:spPr>
            <a:xfrm>
              <a:off x="6859406" y="2176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7" name="pt33677"/>
            <p:cNvSpPr/>
            <p:nvPr/>
          </p:nvSpPr>
          <p:spPr>
            <a:xfrm>
              <a:off x="7115313" y="1985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8" name="pt33678"/>
            <p:cNvSpPr/>
            <p:nvPr/>
          </p:nvSpPr>
          <p:spPr>
            <a:xfrm>
              <a:off x="6981504" y="2237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9" name="pt33679"/>
            <p:cNvSpPr/>
            <p:nvPr/>
          </p:nvSpPr>
          <p:spPr>
            <a:xfrm>
              <a:off x="6725673" y="2561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0" name="pt33680"/>
            <p:cNvSpPr/>
            <p:nvPr/>
          </p:nvSpPr>
          <p:spPr>
            <a:xfrm>
              <a:off x="7480319" y="2239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1" name="pt33681"/>
            <p:cNvSpPr/>
            <p:nvPr/>
          </p:nvSpPr>
          <p:spPr>
            <a:xfrm>
              <a:off x="7153802" y="2446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2" name="pt33682"/>
            <p:cNvSpPr/>
            <p:nvPr/>
          </p:nvSpPr>
          <p:spPr>
            <a:xfrm>
              <a:off x="6927687" y="2047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3" name="pt33683"/>
            <p:cNvSpPr/>
            <p:nvPr/>
          </p:nvSpPr>
          <p:spPr>
            <a:xfrm>
              <a:off x="7031184" y="2135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4" name="pt33684"/>
            <p:cNvSpPr/>
            <p:nvPr/>
          </p:nvSpPr>
          <p:spPr>
            <a:xfrm>
              <a:off x="6868030" y="2015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5" name="pt33685"/>
            <p:cNvSpPr/>
            <p:nvPr/>
          </p:nvSpPr>
          <p:spPr>
            <a:xfrm>
              <a:off x="6893092" y="2184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6" name="pt33686"/>
            <p:cNvSpPr/>
            <p:nvPr/>
          </p:nvSpPr>
          <p:spPr>
            <a:xfrm>
              <a:off x="7101206" y="2108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7" name="pt33687"/>
            <p:cNvSpPr/>
            <p:nvPr/>
          </p:nvSpPr>
          <p:spPr>
            <a:xfrm>
              <a:off x="7348756" y="2839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8" name="pt33688"/>
            <p:cNvSpPr/>
            <p:nvPr/>
          </p:nvSpPr>
          <p:spPr>
            <a:xfrm>
              <a:off x="7297545" y="2185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9" name="pt33689"/>
            <p:cNvSpPr/>
            <p:nvPr/>
          </p:nvSpPr>
          <p:spPr>
            <a:xfrm>
              <a:off x="6990826" y="2301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0" name="pt33690"/>
            <p:cNvSpPr/>
            <p:nvPr/>
          </p:nvSpPr>
          <p:spPr>
            <a:xfrm>
              <a:off x="7069800" y="2155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1" name="pt33691"/>
            <p:cNvSpPr/>
            <p:nvPr/>
          </p:nvSpPr>
          <p:spPr>
            <a:xfrm>
              <a:off x="7018568" y="2244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2" name="pt33692"/>
            <p:cNvSpPr/>
            <p:nvPr/>
          </p:nvSpPr>
          <p:spPr>
            <a:xfrm>
              <a:off x="7141860" y="2028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3" name="pt33693"/>
            <p:cNvSpPr/>
            <p:nvPr/>
          </p:nvSpPr>
          <p:spPr>
            <a:xfrm>
              <a:off x="7044022" y="2040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4" name="pt33694"/>
            <p:cNvSpPr/>
            <p:nvPr/>
          </p:nvSpPr>
          <p:spPr>
            <a:xfrm>
              <a:off x="7540004" y="2260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5" name="pt33695"/>
            <p:cNvSpPr/>
            <p:nvPr/>
          </p:nvSpPr>
          <p:spPr>
            <a:xfrm>
              <a:off x="7072021" y="2126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6" name="pt33696"/>
            <p:cNvSpPr/>
            <p:nvPr/>
          </p:nvSpPr>
          <p:spPr>
            <a:xfrm>
              <a:off x="7183220" y="2131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7" name="pt33697"/>
            <p:cNvSpPr/>
            <p:nvPr/>
          </p:nvSpPr>
          <p:spPr>
            <a:xfrm>
              <a:off x="6928475" y="1863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8" name="pt33698"/>
            <p:cNvSpPr/>
            <p:nvPr/>
          </p:nvSpPr>
          <p:spPr>
            <a:xfrm>
              <a:off x="6992753" y="2268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9" name="pt33699"/>
            <p:cNvSpPr/>
            <p:nvPr/>
          </p:nvSpPr>
          <p:spPr>
            <a:xfrm>
              <a:off x="6778316" y="2239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0" name="pt33700"/>
            <p:cNvSpPr/>
            <p:nvPr/>
          </p:nvSpPr>
          <p:spPr>
            <a:xfrm>
              <a:off x="7112777" y="1980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1" name="pt33701"/>
            <p:cNvSpPr/>
            <p:nvPr/>
          </p:nvSpPr>
          <p:spPr>
            <a:xfrm>
              <a:off x="7133595" y="1982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2" name="pt33702"/>
            <p:cNvSpPr/>
            <p:nvPr/>
          </p:nvSpPr>
          <p:spPr>
            <a:xfrm>
              <a:off x="6653151" y="1539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3" name="pt33703"/>
            <p:cNvSpPr/>
            <p:nvPr/>
          </p:nvSpPr>
          <p:spPr>
            <a:xfrm>
              <a:off x="7320890" y="2476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4" name="pt33704"/>
            <p:cNvSpPr/>
            <p:nvPr/>
          </p:nvSpPr>
          <p:spPr>
            <a:xfrm>
              <a:off x="7125031" y="2039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5" name="pt33705"/>
            <p:cNvSpPr/>
            <p:nvPr/>
          </p:nvSpPr>
          <p:spPr>
            <a:xfrm>
              <a:off x="7109469" y="2070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6" name="pt33706"/>
            <p:cNvSpPr/>
            <p:nvPr/>
          </p:nvSpPr>
          <p:spPr>
            <a:xfrm>
              <a:off x="7086159" y="2201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7" name="pt33707"/>
            <p:cNvSpPr/>
            <p:nvPr/>
          </p:nvSpPr>
          <p:spPr>
            <a:xfrm>
              <a:off x="6815966" y="2167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8" name="pt33708"/>
            <p:cNvSpPr/>
            <p:nvPr/>
          </p:nvSpPr>
          <p:spPr>
            <a:xfrm>
              <a:off x="6963397" y="1848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9" name="pt33709"/>
            <p:cNvSpPr/>
            <p:nvPr/>
          </p:nvSpPr>
          <p:spPr>
            <a:xfrm>
              <a:off x="7533367" y="2242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0" name="pt33710"/>
            <p:cNvSpPr/>
            <p:nvPr/>
          </p:nvSpPr>
          <p:spPr>
            <a:xfrm>
              <a:off x="7053681" y="2059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1" name="pt33711"/>
            <p:cNvSpPr/>
            <p:nvPr/>
          </p:nvSpPr>
          <p:spPr>
            <a:xfrm>
              <a:off x="7258253" y="2152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2" name="pt33712"/>
            <p:cNvSpPr/>
            <p:nvPr/>
          </p:nvSpPr>
          <p:spPr>
            <a:xfrm>
              <a:off x="7030385" y="2171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3" name="pt33713"/>
            <p:cNvSpPr/>
            <p:nvPr/>
          </p:nvSpPr>
          <p:spPr>
            <a:xfrm>
              <a:off x="7313181" y="2371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4" name="pt33714"/>
            <p:cNvSpPr/>
            <p:nvPr/>
          </p:nvSpPr>
          <p:spPr>
            <a:xfrm>
              <a:off x="7147549" y="2049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5" name="pt33715"/>
            <p:cNvSpPr/>
            <p:nvPr/>
          </p:nvSpPr>
          <p:spPr>
            <a:xfrm>
              <a:off x="7200546" y="2075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6" name="pt33716"/>
            <p:cNvSpPr/>
            <p:nvPr/>
          </p:nvSpPr>
          <p:spPr>
            <a:xfrm>
              <a:off x="7317166" y="2586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7" name="pt33717"/>
            <p:cNvSpPr/>
            <p:nvPr/>
          </p:nvSpPr>
          <p:spPr>
            <a:xfrm>
              <a:off x="7005939" y="1868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8" name="pt33718"/>
            <p:cNvSpPr/>
            <p:nvPr/>
          </p:nvSpPr>
          <p:spPr>
            <a:xfrm>
              <a:off x="7256011" y="1876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9" name="pt33719"/>
            <p:cNvSpPr/>
            <p:nvPr/>
          </p:nvSpPr>
          <p:spPr>
            <a:xfrm>
              <a:off x="7101490" y="2001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0" name="pt33720"/>
            <p:cNvSpPr/>
            <p:nvPr/>
          </p:nvSpPr>
          <p:spPr>
            <a:xfrm>
              <a:off x="6891846" y="2092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1" name="pt33721"/>
            <p:cNvSpPr/>
            <p:nvPr/>
          </p:nvSpPr>
          <p:spPr>
            <a:xfrm>
              <a:off x="7092509" y="2312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2" name="pt33722"/>
            <p:cNvSpPr/>
            <p:nvPr/>
          </p:nvSpPr>
          <p:spPr>
            <a:xfrm>
              <a:off x="7004159" y="2014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3" name="pt33723"/>
            <p:cNvSpPr/>
            <p:nvPr/>
          </p:nvSpPr>
          <p:spPr>
            <a:xfrm>
              <a:off x="6979712" y="2121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4" name="pt33724"/>
            <p:cNvSpPr/>
            <p:nvPr/>
          </p:nvSpPr>
          <p:spPr>
            <a:xfrm>
              <a:off x="7059429" y="2093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5" name="pt33725"/>
            <p:cNvSpPr/>
            <p:nvPr/>
          </p:nvSpPr>
          <p:spPr>
            <a:xfrm>
              <a:off x="6858151" y="2198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6" name="pt33726"/>
            <p:cNvSpPr/>
            <p:nvPr/>
          </p:nvSpPr>
          <p:spPr>
            <a:xfrm>
              <a:off x="7294420" y="2179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7" name="pt33727"/>
            <p:cNvSpPr/>
            <p:nvPr/>
          </p:nvSpPr>
          <p:spPr>
            <a:xfrm>
              <a:off x="7247285" y="1950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8" name="pt33728"/>
            <p:cNvSpPr/>
            <p:nvPr/>
          </p:nvSpPr>
          <p:spPr>
            <a:xfrm>
              <a:off x="7125028" y="2142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9" name="pt33729"/>
            <p:cNvSpPr/>
            <p:nvPr/>
          </p:nvSpPr>
          <p:spPr>
            <a:xfrm>
              <a:off x="7107635" y="2088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0" name="pt33730"/>
            <p:cNvSpPr/>
            <p:nvPr/>
          </p:nvSpPr>
          <p:spPr>
            <a:xfrm>
              <a:off x="7095677" y="2230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1" name="pt33731"/>
            <p:cNvSpPr/>
            <p:nvPr/>
          </p:nvSpPr>
          <p:spPr>
            <a:xfrm>
              <a:off x="6931374" y="1906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2" name="pt33732"/>
            <p:cNvSpPr/>
            <p:nvPr/>
          </p:nvSpPr>
          <p:spPr>
            <a:xfrm>
              <a:off x="7026807" y="2128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3" name="pt33733"/>
            <p:cNvSpPr/>
            <p:nvPr/>
          </p:nvSpPr>
          <p:spPr>
            <a:xfrm>
              <a:off x="6985503" y="2167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4" name="pt33734"/>
            <p:cNvSpPr/>
            <p:nvPr/>
          </p:nvSpPr>
          <p:spPr>
            <a:xfrm>
              <a:off x="7008337" y="1794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5" name="pt33735"/>
            <p:cNvSpPr/>
            <p:nvPr/>
          </p:nvSpPr>
          <p:spPr>
            <a:xfrm>
              <a:off x="7396154" y="2951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6" name="pt33736"/>
            <p:cNvSpPr/>
            <p:nvPr/>
          </p:nvSpPr>
          <p:spPr>
            <a:xfrm>
              <a:off x="6860152" y="2084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7" name="pt33737"/>
            <p:cNvSpPr/>
            <p:nvPr/>
          </p:nvSpPr>
          <p:spPr>
            <a:xfrm>
              <a:off x="6941804" y="2031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8" name="pt33738"/>
            <p:cNvSpPr/>
            <p:nvPr/>
          </p:nvSpPr>
          <p:spPr>
            <a:xfrm>
              <a:off x="7109582" y="205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9" name="pt33739"/>
            <p:cNvSpPr/>
            <p:nvPr/>
          </p:nvSpPr>
          <p:spPr>
            <a:xfrm>
              <a:off x="6956939" y="1877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0" name="pt33740"/>
            <p:cNvSpPr/>
            <p:nvPr/>
          </p:nvSpPr>
          <p:spPr>
            <a:xfrm>
              <a:off x="6885529" y="2079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1" name="pt33741"/>
            <p:cNvSpPr/>
            <p:nvPr/>
          </p:nvSpPr>
          <p:spPr>
            <a:xfrm>
              <a:off x="7100403" y="2222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2" name="pt33742"/>
            <p:cNvSpPr/>
            <p:nvPr/>
          </p:nvSpPr>
          <p:spPr>
            <a:xfrm>
              <a:off x="6803457" y="2162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3" name="pt33743"/>
            <p:cNvSpPr/>
            <p:nvPr/>
          </p:nvSpPr>
          <p:spPr>
            <a:xfrm>
              <a:off x="7046450" y="2193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4" name="pt33744"/>
            <p:cNvSpPr/>
            <p:nvPr/>
          </p:nvSpPr>
          <p:spPr>
            <a:xfrm>
              <a:off x="6959435" y="2102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5" name="pt33745"/>
            <p:cNvSpPr/>
            <p:nvPr/>
          </p:nvSpPr>
          <p:spPr>
            <a:xfrm>
              <a:off x="6840484" y="1976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6" name="pt33746"/>
            <p:cNvSpPr/>
            <p:nvPr/>
          </p:nvSpPr>
          <p:spPr>
            <a:xfrm>
              <a:off x="6541748" y="2283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7" name="pt33747"/>
            <p:cNvSpPr/>
            <p:nvPr/>
          </p:nvSpPr>
          <p:spPr>
            <a:xfrm>
              <a:off x="7194648" y="1996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8" name="pt33748"/>
            <p:cNvSpPr/>
            <p:nvPr/>
          </p:nvSpPr>
          <p:spPr>
            <a:xfrm>
              <a:off x="7121574" y="2038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9" name="pt33749"/>
            <p:cNvSpPr/>
            <p:nvPr/>
          </p:nvSpPr>
          <p:spPr>
            <a:xfrm>
              <a:off x="7186268" y="1705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0" name="pt33750"/>
            <p:cNvSpPr/>
            <p:nvPr/>
          </p:nvSpPr>
          <p:spPr>
            <a:xfrm>
              <a:off x="7270168" y="1996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1" name="pt33751"/>
            <p:cNvSpPr/>
            <p:nvPr/>
          </p:nvSpPr>
          <p:spPr>
            <a:xfrm>
              <a:off x="7135043" y="2033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2" name="pt33752"/>
            <p:cNvSpPr/>
            <p:nvPr/>
          </p:nvSpPr>
          <p:spPr>
            <a:xfrm>
              <a:off x="7395120" y="2591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3" name="pt33753"/>
            <p:cNvSpPr/>
            <p:nvPr/>
          </p:nvSpPr>
          <p:spPr>
            <a:xfrm>
              <a:off x="7598043" y="2387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4" name="pt33754"/>
            <p:cNvSpPr/>
            <p:nvPr/>
          </p:nvSpPr>
          <p:spPr>
            <a:xfrm>
              <a:off x="7018071" y="2230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5" name="pt33755"/>
            <p:cNvSpPr/>
            <p:nvPr/>
          </p:nvSpPr>
          <p:spPr>
            <a:xfrm>
              <a:off x="6773885" y="2143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6" name="pt33756"/>
            <p:cNvSpPr/>
            <p:nvPr/>
          </p:nvSpPr>
          <p:spPr>
            <a:xfrm>
              <a:off x="7224777" y="2014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7" name="pt33757"/>
            <p:cNvSpPr/>
            <p:nvPr/>
          </p:nvSpPr>
          <p:spPr>
            <a:xfrm>
              <a:off x="7085744" y="2176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8" name="pt33758"/>
            <p:cNvSpPr/>
            <p:nvPr/>
          </p:nvSpPr>
          <p:spPr>
            <a:xfrm>
              <a:off x="7010808" y="2069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9" name="pt33759"/>
            <p:cNvSpPr/>
            <p:nvPr/>
          </p:nvSpPr>
          <p:spPr>
            <a:xfrm>
              <a:off x="7128683" y="2139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0" name="pt33760"/>
            <p:cNvSpPr/>
            <p:nvPr/>
          </p:nvSpPr>
          <p:spPr>
            <a:xfrm>
              <a:off x="7009935" y="2100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1" name="pt33761"/>
            <p:cNvSpPr/>
            <p:nvPr/>
          </p:nvSpPr>
          <p:spPr>
            <a:xfrm>
              <a:off x="7171131" y="2204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2" name="pt33762"/>
            <p:cNvSpPr/>
            <p:nvPr/>
          </p:nvSpPr>
          <p:spPr>
            <a:xfrm>
              <a:off x="7106523" y="2084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3" name="pt33763"/>
            <p:cNvSpPr/>
            <p:nvPr/>
          </p:nvSpPr>
          <p:spPr>
            <a:xfrm>
              <a:off x="7012905" y="2000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4" name="pt33764"/>
            <p:cNvSpPr/>
            <p:nvPr/>
          </p:nvSpPr>
          <p:spPr>
            <a:xfrm>
              <a:off x="7415600" y="2322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5" name="pt33765"/>
            <p:cNvSpPr/>
            <p:nvPr/>
          </p:nvSpPr>
          <p:spPr>
            <a:xfrm>
              <a:off x="7120198" y="1994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6" name="pt33766"/>
            <p:cNvSpPr/>
            <p:nvPr/>
          </p:nvSpPr>
          <p:spPr>
            <a:xfrm>
              <a:off x="7035116" y="2177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7" name="pt33767"/>
            <p:cNvSpPr/>
            <p:nvPr/>
          </p:nvSpPr>
          <p:spPr>
            <a:xfrm>
              <a:off x="6936606" y="1977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8" name="pt33768"/>
            <p:cNvSpPr/>
            <p:nvPr/>
          </p:nvSpPr>
          <p:spPr>
            <a:xfrm>
              <a:off x="7122855" y="2060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9" name="pt33769"/>
            <p:cNvSpPr/>
            <p:nvPr/>
          </p:nvSpPr>
          <p:spPr>
            <a:xfrm>
              <a:off x="7302197" y="2067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0" name="pt33770"/>
            <p:cNvSpPr/>
            <p:nvPr/>
          </p:nvSpPr>
          <p:spPr>
            <a:xfrm>
              <a:off x="7005572" y="1652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1" name="pt33771"/>
            <p:cNvSpPr/>
            <p:nvPr/>
          </p:nvSpPr>
          <p:spPr>
            <a:xfrm>
              <a:off x="7087110" y="2291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2" name="pt33772"/>
            <p:cNvSpPr/>
            <p:nvPr/>
          </p:nvSpPr>
          <p:spPr>
            <a:xfrm>
              <a:off x="7279831" y="1902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3" name="pt33773"/>
            <p:cNvSpPr/>
            <p:nvPr/>
          </p:nvSpPr>
          <p:spPr>
            <a:xfrm>
              <a:off x="7101554" y="216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4" name="pt33774"/>
            <p:cNvSpPr/>
            <p:nvPr/>
          </p:nvSpPr>
          <p:spPr>
            <a:xfrm>
              <a:off x="7241345" y="1971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5" name="pt33775"/>
            <p:cNvSpPr/>
            <p:nvPr/>
          </p:nvSpPr>
          <p:spPr>
            <a:xfrm>
              <a:off x="7435964" y="2321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6" name="pt33776"/>
            <p:cNvSpPr/>
            <p:nvPr/>
          </p:nvSpPr>
          <p:spPr>
            <a:xfrm>
              <a:off x="7287842" y="2205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7" name="pt33777"/>
            <p:cNvSpPr/>
            <p:nvPr/>
          </p:nvSpPr>
          <p:spPr>
            <a:xfrm>
              <a:off x="7170339" y="2041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8" name="pt33778"/>
            <p:cNvSpPr/>
            <p:nvPr/>
          </p:nvSpPr>
          <p:spPr>
            <a:xfrm>
              <a:off x="6991796" y="2418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9" name="pt33779"/>
            <p:cNvSpPr/>
            <p:nvPr/>
          </p:nvSpPr>
          <p:spPr>
            <a:xfrm>
              <a:off x="6750763" y="2323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0" name="pt33780"/>
            <p:cNvSpPr/>
            <p:nvPr/>
          </p:nvSpPr>
          <p:spPr>
            <a:xfrm>
              <a:off x="6842604" y="192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1" name="pt33781"/>
            <p:cNvSpPr/>
            <p:nvPr/>
          </p:nvSpPr>
          <p:spPr>
            <a:xfrm>
              <a:off x="7120671" y="2054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2" name="pt33782"/>
            <p:cNvSpPr/>
            <p:nvPr/>
          </p:nvSpPr>
          <p:spPr>
            <a:xfrm>
              <a:off x="7113786" y="1970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3" name="pt33783"/>
            <p:cNvSpPr/>
            <p:nvPr/>
          </p:nvSpPr>
          <p:spPr>
            <a:xfrm>
              <a:off x="7159960" y="2185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4" name="pt33784"/>
            <p:cNvSpPr/>
            <p:nvPr/>
          </p:nvSpPr>
          <p:spPr>
            <a:xfrm>
              <a:off x="7150190" y="2117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5" name="pt33785"/>
            <p:cNvSpPr/>
            <p:nvPr/>
          </p:nvSpPr>
          <p:spPr>
            <a:xfrm>
              <a:off x="6986004" y="2326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6" name="pt33786"/>
            <p:cNvSpPr/>
            <p:nvPr/>
          </p:nvSpPr>
          <p:spPr>
            <a:xfrm>
              <a:off x="7475075" y="2612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7" name="pt33787"/>
            <p:cNvSpPr/>
            <p:nvPr/>
          </p:nvSpPr>
          <p:spPr>
            <a:xfrm>
              <a:off x="7340456" y="2138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8" name="pt33788"/>
            <p:cNvSpPr/>
            <p:nvPr/>
          </p:nvSpPr>
          <p:spPr>
            <a:xfrm>
              <a:off x="7102027" y="2148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9" name="pt33789"/>
            <p:cNvSpPr/>
            <p:nvPr/>
          </p:nvSpPr>
          <p:spPr>
            <a:xfrm>
              <a:off x="7146054" y="1871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0" name="pt33790"/>
            <p:cNvSpPr/>
            <p:nvPr/>
          </p:nvSpPr>
          <p:spPr>
            <a:xfrm>
              <a:off x="6939935" y="2019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1" name="pt33791"/>
            <p:cNvSpPr/>
            <p:nvPr/>
          </p:nvSpPr>
          <p:spPr>
            <a:xfrm>
              <a:off x="6922138" y="2050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2" name="pt33792"/>
            <p:cNvSpPr/>
            <p:nvPr/>
          </p:nvSpPr>
          <p:spPr>
            <a:xfrm>
              <a:off x="7092965" y="2337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3" name="pt33793"/>
            <p:cNvSpPr/>
            <p:nvPr/>
          </p:nvSpPr>
          <p:spPr>
            <a:xfrm>
              <a:off x="6760166" y="1738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4" name="pt33794"/>
            <p:cNvSpPr/>
            <p:nvPr/>
          </p:nvSpPr>
          <p:spPr>
            <a:xfrm>
              <a:off x="6942339" y="190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5" name="pt33795"/>
            <p:cNvSpPr/>
            <p:nvPr/>
          </p:nvSpPr>
          <p:spPr>
            <a:xfrm>
              <a:off x="7219592" y="2033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6" name="pt33796"/>
            <p:cNvSpPr/>
            <p:nvPr/>
          </p:nvSpPr>
          <p:spPr>
            <a:xfrm>
              <a:off x="7334548" y="2337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7" name="pt33797"/>
            <p:cNvSpPr/>
            <p:nvPr/>
          </p:nvSpPr>
          <p:spPr>
            <a:xfrm>
              <a:off x="7035895" y="2173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8" name="pt33798"/>
            <p:cNvSpPr/>
            <p:nvPr/>
          </p:nvSpPr>
          <p:spPr>
            <a:xfrm>
              <a:off x="7037270" y="2187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9" name="pt33799"/>
            <p:cNvSpPr/>
            <p:nvPr/>
          </p:nvSpPr>
          <p:spPr>
            <a:xfrm>
              <a:off x="7513815" y="2451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0" name="pt33800"/>
            <p:cNvSpPr/>
            <p:nvPr/>
          </p:nvSpPr>
          <p:spPr>
            <a:xfrm>
              <a:off x="7221914" y="2026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1" name="pt33801"/>
            <p:cNvSpPr/>
            <p:nvPr/>
          </p:nvSpPr>
          <p:spPr>
            <a:xfrm>
              <a:off x="7036129" y="218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2" name="pt33802"/>
            <p:cNvSpPr/>
            <p:nvPr/>
          </p:nvSpPr>
          <p:spPr>
            <a:xfrm>
              <a:off x="6763518" y="1966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3" name="pt33803"/>
            <p:cNvSpPr/>
            <p:nvPr/>
          </p:nvSpPr>
          <p:spPr>
            <a:xfrm>
              <a:off x="7174150" y="2016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4" name="pt33804"/>
            <p:cNvSpPr/>
            <p:nvPr/>
          </p:nvSpPr>
          <p:spPr>
            <a:xfrm>
              <a:off x="7098404" y="2424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5" name="pt33805"/>
            <p:cNvSpPr/>
            <p:nvPr/>
          </p:nvSpPr>
          <p:spPr>
            <a:xfrm>
              <a:off x="7114615" y="1946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6" name="pt33806"/>
            <p:cNvSpPr/>
            <p:nvPr/>
          </p:nvSpPr>
          <p:spPr>
            <a:xfrm>
              <a:off x="7240475" y="197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7" name="pt33807"/>
            <p:cNvSpPr/>
            <p:nvPr/>
          </p:nvSpPr>
          <p:spPr>
            <a:xfrm>
              <a:off x="7186217" y="1804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8" name="pt33808"/>
            <p:cNvSpPr/>
            <p:nvPr/>
          </p:nvSpPr>
          <p:spPr>
            <a:xfrm>
              <a:off x="6939227" y="2056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9" name="pt33809"/>
            <p:cNvSpPr/>
            <p:nvPr/>
          </p:nvSpPr>
          <p:spPr>
            <a:xfrm>
              <a:off x="6985269" y="2191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0" name="pt33810"/>
            <p:cNvSpPr/>
            <p:nvPr/>
          </p:nvSpPr>
          <p:spPr>
            <a:xfrm>
              <a:off x="7320095" y="2547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1" name="pt33811"/>
            <p:cNvSpPr/>
            <p:nvPr/>
          </p:nvSpPr>
          <p:spPr>
            <a:xfrm>
              <a:off x="7174279" y="2186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2" name="pt33812"/>
            <p:cNvSpPr/>
            <p:nvPr/>
          </p:nvSpPr>
          <p:spPr>
            <a:xfrm>
              <a:off x="7193053" y="2200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3" name="pt33813"/>
            <p:cNvSpPr/>
            <p:nvPr/>
          </p:nvSpPr>
          <p:spPr>
            <a:xfrm>
              <a:off x="7098949" y="2375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4" name="pt33814"/>
            <p:cNvSpPr/>
            <p:nvPr/>
          </p:nvSpPr>
          <p:spPr>
            <a:xfrm>
              <a:off x="6905610" y="2044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5" name="pt33815"/>
            <p:cNvSpPr/>
            <p:nvPr/>
          </p:nvSpPr>
          <p:spPr>
            <a:xfrm>
              <a:off x="7049838" y="2203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6" name="pt33816"/>
            <p:cNvSpPr/>
            <p:nvPr/>
          </p:nvSpPr>
          <p:spPr>
            <a:xfrm>
              <a:off x="7173948" y="1957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7" name="pt33817"/>
            <p:cNvSpPr/>
            <p:nvPr/>
          </p:nvSpPr>
          <p:spPr>
            <a:xfrm>
              <a:off x="7220496" y="1999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8" name="pt33818"/>
            <p:cNvSpPr/>
            <p:nvPr/>
          </p:nvSpPr>
          <p:spPr>
            <a:xfrm>
              <a:off x="7224325" y="1976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9" name="pt33819"/>
            <p:cNvSpPr/>
            <p:nvPr/>
          </p:nvSpPr>
          <p:spPr>
            <a:xfrm>
              <a:off x="7176381" y="2034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0" name="pt33820"/>
            <p:cNvSpPr/>
            <p:nvPr/>
          </p:nvSpPr>
          <p:spPr>
            <a:xfrm>
              <a:off x="7254585" y="1946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1" name="pt33821"/>
            <p:cNvSpPr/>
            <p:nvPr/>
          </p:nvSpPr>
          <p:spPr>
            <a:xfrm>
              <a:off x="7033227" y="2182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2" name="pt33822"/>
            <p:cNvSpPr/>
            <p:nvPr/>
          </p:nvSpPr>
          <p:spPr>
            <a:xfrm>
              <a:off x="6984112" y="2127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3" name="pt33823"/>
            <p:cNvSpPr/>
            <p:nvPr/>
          </p:nvSpPr>
          <p:spPr>
            <a:xfrm>
              <a:off x="7046501" y="2215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4" name="pt33824"/>
            <p:cNvSpPr/>
            <p:nvPr/>
          </p:nvSpPr>
          <p:spPr>
            <a:xfrm>
              <a:off x="6817662" y="2118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5" name="pt33825"/>
            <p:cNvSpPr/>
            <p:nvPr/>
          </p:nvSpPr>
          <p:spPr>
            <a:xfrm>
              <a:off x="6872196" y="2206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6" name="pt33826"/>
            <p:cNvSpPr/>
            <p:nvPr/>
          </p:nvSpPr>
          <p:spPr>
            <a:xfrm>
              <a:off x="7183505" y="1942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7" name="pt33827"/>
            <p:cNvSpPr/>
            <p:nvPr/>
          </p:nvSpPr>
          <p:spPr>
            <a:xfrm>
              <a:off x="7008874" y="2068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8" name="pt33828"/>
            <p:cNvSpPr/>
            <p:nvPr/>
          </p:nvSpPr>
          <p:spPr>
            <a:xfrm>
              <a:off x="7132913" y="2130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9" name="pt33829"/>
            <p:cNvSpPr/>
            <p:nvPr/>
          </p:nvSpPr>
          <p:spPr>
            <a:xfrm>
              <a:off x="7199522" y="2070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0" name="pt33830"/>
            <p:cNvSpPr/>
            <p:nvPr/>
          </p:nvSpPr>
          <p:spPr>
            <a:xfrm>
              <a:off x="7340172" y="2072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1" name="pt33831"/>
            <p:cNvSpPr/>
            <p:nvPr/>
          </p:nvSpPr>
          <p:spPr>
            <a:xfrm>
              <a:off x="7312270" y="2303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2" name="pt33832"/>
            <p:cNvSpPr/>
            <p:nvPr/>
          </p:nvSpPr>
          <p:spPr>
            <a:xfrm>
              <a:off x="6914990" y="1925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3" name="pt33833"/>
            <p:cNvSpPr/>
            <p:nvPr/>
          </p:nvSpPr>
          <p:spPr>
            <a:xfrm>
              <a:off x="7071146" y="2121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4" name="pt33834"/>
            <p:cNvSpPr/>
            <p:nvPr/>
          </p:nvSpPr>
          <p:spPr>
            <a:xfrm>
              <a:off x="7163638" y="2102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5" name="pt33835"/>
            <p:cNvSpPr/>
            <p:nvPr/>
          </p:nvSpPr>
          <p:spPr>
            <a:xfrm>
              <a:off x="7038090" y="2215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6" name="pt33836"/>
            <p:cNvSpPr/>
            <p:nvPr/>
          </p:nvSpPr>
          <p:spPr>
            <a:xfrm>
              <a:off x="7126416" y="2087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7" name="pt33837"/>
            <p:cNvSpPr/>
            <p:nvPr/>
          </p:nvSpPr>
          <p:spPr>
            <a:xfrm>
              <a:off x="7250906" y="1965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8" name="pt33838"/>
            <p:cNvSpPr/>
            <p:nvPr/>
          </p:nvSpPr>
          <p:spPr>
            <a:xfrm>
              <a:off x="7184489" y="1993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9" name="pt33839"/>
            <p:cNvSpPr/>
            <p:nvPr/>
          </p:nvSpPr>
          <p:spPr>
            <a:xfrm>
              <a:off x="7157322" y="2200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0" name="pt33840"/>
            <p:cNvSpPr/>
            <p:nvPr/>
          </p:nvSpPr>
          <p:spPr>
            <a:xfrm>
              <a:off x="6495178" y="1933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1" name="pt33841"/>
            <p:cNvSpPr/>
            <p:nvPr/>
          </p:nvSpPr>
          <p:spPr>
            <a:xfrm>
              <a:off x="7037040" y="2127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2" name="pt33842"/>
            <p:cNvSpPr/>
            <p:nvPr/>
          </p:nvSpPr>
          <p:spPr>
            <a:xfrm>
              <a:off x="7099705" y="2341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3" name="pt33843"/>
            <p:cNvSpPr/>
            <p:nvPr/>
          </p:nvSpPr>
          <p:spPr>
            <a:xfrm>
              <a:off x="6969068" y="1863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4" name="pt33844"/>
            <p:cNvSpPr/>
            <p:nvPr/>
          </p:nvSpPr>
          <p:spPr>
            <a:xfrm>
              <a:off x="7118473" y="1959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5" name="pt33845"/>
            <p:cNvSpPr/>
            <p:nvPr/>
          </p:nvSpPr>
          <p:spPr>
            <a:xfrm>
              <a:off x="6823450" y="1898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6" name="pt33846"/>
            <p:cNvSpPr/>
            <p:nvPr/>
          </p:nvSpPr>
          <p:spPr>
            <a:xfrm>
              <a:off x="7011060" y="2054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7" name="pt33847"/>
            <p:cNvSpPr/>
            <p:nvPr/>
          </p:nvSpPr>
          <p:spPr>
            <a:xfrm>
              <a:off x="7203167" y="2130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8" name="pt33848"/>
            <p:cNvSpPr/>
            <p:nvPr/>
          </p:nvSpPr>
          <p:spPr>
            <a:xfrm>
              <a:off x="7118954" y="1989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9" name="pt33849"/>
            <p:cNvSpPr/>
            <p:nvPr/>
          </p:nvSpPr>
          <p:spPr>
            <a:xfrm>
              <a:off x="7109735" y="2036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0" name="pt33850"/>
            <p:cNvSpPr/>
            <p:nvPr/>
          </p:nvSpPr>
          <p:spPr>
            <a:xfrm>
              <a:off x="7096709" y="2307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1" name="pt33851"/>
            <p:cNvSpPr/>
            <p:nvPr/>
          </p:nvSpPr>
          <p:spPr>
            <a:xfrm>
              <a:off x="7007528" y="1836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2" name="pt33852"/>
            <p:cNvSpPr/>
            <p:nvPr/>
          </p:nvSpPr>
          <p:spPr>
            <a:xfrm>
              <a:off x="7181759" y="2079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3" name="pt33853"/>
            <p:cNvSpPr/>
            <p:nvPr/>
          </p:nvSpPr>
          <p:spPr>
            <a:xfrm>
              <a:off x="7150880" y="2093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4" name="pt33854"/>
            <p:cNvSpPr/>
            <p:nvPr/>
          </p:nvSpPr>
          <p:spPr>
            <a:xfrm>
              <a:off x="6972871" y="1733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5" name="pt33855"/>
            <p:cNvSpPr/>
            <p:nvPr/>
          </p:nvSpPr>
          <p:spPr>
            <a:xfrm>
              <a:off x="7203389" y="2084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6" name="pt33856"/>
            <p:cNvSpPr/>
            <p:nvPr/>
          </p:nvSpPr>
          <p:spPr>
            <a:xfrm>
              <a:off x="7193506" y="219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7" name="pt33857"/>
            <p:cNvSpPr/>
            <p:nvPr/>
          </p:nvSpPr>
          <p:spPr>
            <a:xfrm>
              <a:off x="7244078" y="1952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8" name="pt33858"/>
            <p:cNvSpPr/>
            <p:nvPr/>
          </p:nvSpPr>
          <p:spPr>
            <a:xfrm>
              <a:off x="7395009" y="2901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9" name="pt33859"/>
            <p:cNvSpPr/>
            <p:nvPr/>
          </p:nvSpPr>
          <p:spPr>
            <a:xfrm>
              <a:off x="7224494" y="1908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0" name="pt33860"/>
            <p:cNvSpPr/>
            <p:nvPr/>
          </p:nvSpPr>
          <p:spPr>
            <a:xfrm>
              <a:off x="7308145" y="2416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1" name="pt33861"/>
            <p:cNvSpPr/>
            <p:nvPr/>
          </p:nvSpPr>
          <p:spPr>
            <a:xfrm>
              <a:off x="7155157" y="2228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2" name="pt33862"/>
            <p:cNvSpPr/>
            <p:nvPr/>
          </p:nvSpPr>
          <p:spPr>
            <a:xfrm>
              <a:off x="7179857" y="2187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3" name="pt33863"/>
            <p:cNvSpPr/>
            <p:nvPr/>
          </p:nvSpPr>
          <p:spPr>
            <a:xfrm>
              <a:off x="7019219" y="223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4" name="pt33864"/>
            <p:cNvSpPr/>
            <p:nvPr/>
          </p:nvSpPr>
          <p:spPr>
            <a:xfrm>
              <a:off x="6852683" y="2249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5" name="pt33865"/>
            <p:cNvSpPr/>
            <p:nvPr/>
          </p:nvSpPr>
          <p:spPr>
            <a:xfrm>
              <a:off x="7143791" y="1982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6" name="pt33866"/>
            <p:cNvSpPr/>
            <p:nvPr/>
          </p:nvSpPr>
          <p:spPr>
            <a:xfrm>
              <a:off x="7124121" y="2082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7" name="pt33867"/>
            <p:cNvSpPr/>
            <p:nvPr/>
          </p:nvSpPr>
          <p:spPr>
            <a:xfrm>
              <a:off x="7268718" y="1850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8" name="pt33868"/>
            <p:cNvSpPr/>
            <p:nvPr/>
          </p:nvSpPr>
          <p:spPr>
            <a:xfrm>
              <a:off x="7127153" y="210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9" name="pt33869"/>
            <p:cNvSpPr/>
            <p:nvPr/>
          </p:nvSpPr>
          <p:spPr>
            <a:xfrm>
              <a:off x="7203037" y="2014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0" name="pt33870"/>
            <p:cNvSpPr/>
            <p:nvPr/>
          </p:nvSpPr>
          <p:spPr>
            <a:xfrm>
              <a:off x="7043051" y="2181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1" name="pt33871"/>
            <p:cNvSpPr/>
            <p:nvPr/>
          </p:nvSpPr>
          <p:spPr>
            <a:xfrm>
              <a:off x="6978285" y="1952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2" name="pt33872"/>
            <p:cNvSpPr/>
            <p:nvPr/>
          </p:nvSpPr>
          <p:spPr>
            <a:xfrm>
              <a:off x="7063181" y="214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3" name="pt33873"/>
            <p:cNvSpPr/>
            <p:nvPr/>
          </p:nvSpPr>
          <p:spPr>
            <a:xfrm>
              <a:off x="7115231" y="1965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4" name="pt33874"/>
            <p:cNvSpPr/>
            <p:nvPr/>
          </p:nvSpPr>
          <p:spPr>
            <a:xfrm>
              <a:off x="6929699" y="1848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5" name="pt33875"/>
            <p:cNvSpPr/>
            <p:nvPr/>
          </p:nvSpPr>
          <p:spPr>
            <a:xfrm>
              <a:off x="6886082" y="2181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6" name="pt33876"/>
            <p:cNvSpPr/>
            <p:nvPr/>
          </p:nvSpPr>
          <p:spPr>
            <a:xfrm>
              <a:off x="6940468" y="2011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7" name="pt33877"/>
            <p:cNvSpPr/>
            <p:nvPr/>
          </p:nvSpPr>
          <p:spPr>
            <a:xfrm>
              <a:off x="7170610" y="2224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8" name="pt33878"/>
            <p:cNvSpPr/>
            <p:nvPr/>
          </p:nvSpPr>
          <p:spPr>
            <a:xfrm>
              <a:off x="7053991" y="2028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9" name="pt33879"/>
            <p:cNvSpPr/>
            <p:nvPr/>
          </p:nvSpPr>
          <p:spPr>
            <a:xfrm>
              <a:off x="6995352" y="2169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0" name="pt33880"/>
            <p:cNvSpPr/>
            <p:nvPr/>
          </p:nvSpPr>
          <p:spPr>
            <a:xfrm>
              <a:off x="7395933" y="2185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1" name="pt33881"/>
            <p:cNvSpPr/>
            <p:nvPr/>
          </p:nvSpPr>
          <p:spPr>
            <a:xfrm>
              <a:off x="7219525" y="1939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2" name="pt33882"/>
            <p:cNvSpPr/>
            <p:nvPr/>
          </p:nvSpPr>
          <p:spPr>
            <a:xfrm>
              <a:off x="7055198" y="2023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3" name="pt33883"/>
            <p:cNvSpPr/>
            <p:nvPr/>
          </p:nvSpPr>
          <p:spPr>
            <a:xfrm>
              <a:off x="6935700" y="2016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4" name="pt33884"/>
            <p:cNvSpPr/>
            <p:nvPr/>
          </p:nvSpPr>
          <p:spPr>
            <a:xfrm>
              <a:off x="6902116" y="203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5" name="pt33885"/>
            <p:cNvSpPr/>
            <p:nvPr/>
          </p:nvSpPr>
          <p:spPr>
            <a:xfrm>
              <a:off x="7128207" y="2129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6" name="pt33886"/>
            <p:cNvSpPr/>
            <p:nvPr/>
          </p:nvSpPr>
          <p:spPr>
            <a:xfrm>
              <a:off x="6964893" y="1897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7" name="pt33887"/>
            <p:cNvSpPr/>
            <p:nvPr/>
          </p:nvSpPr>
          <p:spPr>
            <a:xfrm>
              <a:off x="6856297" y="2154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8" name="pt33888"/>
            <p:cNvSpPr/>
            <p:nvPr/>
          </p:nvSpPr>
          <p:spPr>
            <a:xfrm>
              <a:off x="6873575" y="2115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9" name="pt33889"/>
            <p:cNvSpPr/>
            <p:nvPr/>
          </p:nvSpPr>
          <p:spPr>
            <a:xfrm>
              <a:off x="7187286" y="1693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0" name="pt33890"/>
            <p:cNvSpPr/>
            <p:nvPr/>
          </p:nvSpPr>
          <p:spPr>
            <a:xfrm>
              <a:off x="7181148" y="1936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1" name="pt33891"/>
            <p:cNvSpPr/>
            <p:nvPr/>
          </p:nvSpPr>
          <p:spPr>
            <a:xfrm>
              <a:off x="6997734" y="2225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2" name="pt33892"/>
            <p:cNvSpPr/>
            <p:nvPr/>
          </p:nvSpPr>
          <p:spPr>
            <a:xfrm>
              <a:off x="7442437" y="2683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3" name="pt33893"/>
            <p:cNvSpPr/>
            <p:nvPr/>
          </p:nvSpPr>
          <p:spPr>
            <a:xfrm>
              <a:off x="7099444" y="2311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4" name="pt33894"/>
            <p:cNvSpPr/>
            <p:nvPr/>
          </p:nvSpPr>
          <p:spPr>
            <a:xfrm>
              <a:off x="6929820" y="1937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5" name="pt33895"/>
            <p:cNvSpPr/>
            <p:nvPr/>
          </p:nvSpPr>
          <p:spPr>
            <a:xfrm>
              <a:off x="7153617" y="2245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6" name="pt33896"/>
            <p:cNvSpPr/>
            <p:nvPr/>
          </p:nvSpPr>
          <p:spPr>
            <a:xfrm>
              <a:off x="7010681" y="2134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7" name="pt33897"/>
            <p:cNvSpPr/>
            <p:nvPr/>
          </p:nvSpPr>
          <p:spPr>
            <a:xfrm>
              <a:off x="7226258" y="1874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8" name="pt33898"/>
            <p:cNvSpPr/>
            <p:nvPr/>
          </p:nvSpPr>
          <p:spPr>
            <a:xfrm>
              <a:off x="6585964" y="2223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9" name="pt33899"/>
            <p:cNvSpPr/>
            <p:nvPr/>
          </p:nvSpPr>
          <p:spPr>
            <a:xfrm>
              <a:off x="6549784" y="2250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0" name="pt33900"/>
            <p:cNvSpPr/>
            <p:nvPr/>
          </p:nvSpPr>
          <p:spPr>
            <a:xfrm>
              <a:off x="7274741" y="2036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1" name="pt33901"/>
            <p:cNvSpPr/>
            <p:nvPr/>
          </p:nvSpPr>
          <p:spPr>
            <a:xfrm>
              <a:off x="7180696" y="2072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2" name="pt33902"/>
            <p:cNvSpPr/>
            <p:nvPr/>
          </p:nvSpPr>
          <p:spPr>
            <a:xfrm>
              <a:off x="7343232" y="2311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3" name="pt33903"/>
            <p:cNvSpPr/>
            <p:nvPr/>
          </p:nvSpPr>
          <p:spPr>
            <a:xfrm>
              <a:off x="6922026" y="2066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4" name="pt33904"/>
            <p:cNvSpPr/>
            <p:nvPr/>
          </p:nvSpPr>
          <p:spPr>
            <a:xfrm>
              <a:off x="6926267" y="1901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5" name="pt33905"/>
            <p:cNvSpPr/>
            <p:nvPr/>
          </p:nvSpPr>
          <p:spPr>
            <a:xfrm>
              <a:off x="7080529" y="2213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6" name="pt33906"/>
            <p:cNvSpPr/>
            <p:nvPr/>
          </p:nvSpPr>
          <p:spPr>
            <a:xfrm>
              <a:off x="7078014" y="2089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7" name="pt33907"/>
            <p:cNvSpPr/>
            <p:nvPr/>
          </p:nvSpPr>
          <p:spPr>
            <a:xfrm>
              <a:off x="7249122" y="1955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8" name="pt33908"/>
            <p:cNvSpPr/>
            <p:nvPr/>
          </p:nvSpPr>
          <p:spPr>
            <a:xfrm>
              <a:off x="7020842" y="2106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9" name="pt33909"/>
            <p:cNvSpPr/>
            <p:nvPr/>
          </p:nvSpPr>
          <p:spPr>
            <a:xfrm>
              <a:off x="6989744" y="2200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0" name="pt33910"/>
            <p:cNvSpPr/>
            <p:nvPr/>
          </p:nvSpPr>
          <p:spPr>
            <a:xfrm>
              <a:off x="7017234" y="2196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1" name="pt33911"/>
            <p:cNvSpPr/>
            <p:nvPr/>
          </p:nvSpPr>
          <p:spPr>
            <a:xfrm>
              <a:off x="6909104" y="2025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2" name="pt33912"/>
            <p:cNvSpPr/>
            <p:nvPr/>
          </p:nvSpPr>
          <p:spPr>
            <a:xfrm>
              <a:off x="6734413" y="2516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3" name="pt33913"/>
            <p:cNvSpPr/>
            <p:nvPr/>
          </p:nvSpPr>
          <p:spPr>
            <a:xfrm>
              <a:off x="7121658" y="2038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4" name="pt33914"/>
            <p:cNvSpPr/>
            <p:nvPr/>
          </p:nvSpPr>
          <p:spPr>
            <a:xfrm>
              <a:off x="7238089" y="1962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5" name="pt33915"/>
            <p:cNvSpPr/>
            <p:nvPr/>
          </p:nvSpPr>
          <p:spPr>
            <a:xfrm>
              <a:off x="6960915" y="1904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6" name="pt33916"/>
            <p:cNvSpPr/>
            <p:nvPr/>
          </p:nvSpPr>
          <p:spPr>
            <a:xfrm>
              <a:off x="6826270" y="1900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7" name="pt33917"/>
            <p:cNvSpPr/>
            <p:nvPr/>
          </p:nvSpPr>
          <p:spPr>
            <a:xfrm>
              <a:off x="7248273" y="1974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8" name="pt33918"/>
            <p:cNvSpPr/>
            <p:nvPr/>
          </p:nvSpPr>
          <p:spPr>
            <a:xfrm>
              <a:off x="6872866" y="1977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9" name="pt33919"/>
            <p:cNvSpPr/>
            <p:nvPr/>
          </p:nvSpPr>
          <p:spPr>
            <a:xfrm>
              <a:off x="6935445" y="2015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0" name="pt33920"/>
            <p:cNvSpPr/>
            <p:nvPr/>
          </p:nvSpPr>
          <p:spPr>
            <a:xfrm>
              <a:off x="7181838" y="2083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1" name="pt33921"/>
            <p:cNvSpPr/>
            <p:nvPr/>
          </p:nvSpPr>
          <p:spPr>
            <a:xfrm>
              <a:off x="7152331" y="2033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2" name="pt33922"/>
            <p:cNvSpPr/>
            <p:nvPr/>
          </p:nvSpPr>
          <p:spPr>
            <a:xfrm>
              <a:off x="7002843" y="1974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3" name="pt33923"/>
            <p:cNvSpPr/>
            <p:nvPr/>
          </p:nvSpPr>
          <p:spPr>
            <a:xfrm>
              <a:off x="6950066" y="1994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4" name="pt33924"/>
            <p:cNvSpPr/>
            <p:nvPr/>
          </p:nvSpPr>
          <p:spPr>
            <a:xfrm>
              <a:off x="7050439" y="2129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5" name="pt33925"/>
            <p:cNvSpPr/>
            <p:nvPr/>
          </p:nvSpPr>
          <p:spPr>
            <a:xfrm>
              <a:off x="6663845" y="2269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6" name="pt33926"/>
            <p:cNvSpPr/>
            <p:nvPr/>
          </p:nvSpPr>
          <p:spPr>
            <a:xfrm>
              <a:off x="7193982" y="2034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7" name="pt33927"/>
            <p:cNvSpPr/>
            <p:nvPr/>
          </p:nvSpPr>
          <p:spPr>
            <a:xfrm>
              <a:off x="7159452" y="240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8" name="pt33928"/>
            <p:cNvSpPr/>
            <p:nvPr/>
          </p:nvSpPr>
          <p:spPr>
            <a:xfrm>
              <a:off x="6791972" y="2432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9" name="pt33929"/>
            <p:cNvSpPr/>
            <p:nvPr/>
          </p:nvSpPr>
          <p:spPr>
            <a:xfrm>
              <a:off x="6731121" y="2557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0" name="pt33930"/>
            <p:cNvSpPr/>
            <p:nvPr/>
          </p:nvSpPr>
          <p:spPr>
            <a:xfrm>
              <a:off x="7032938" y="2224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1" name="pt33931"/>
            <p:cNvSpPr/>
            <p:nvPr/>
          </p:nvSpPr>
          <p:spPr>
            <a:xfrm>
              <a:off x="6739460" y="2630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2" name="pt33932"/>
            <p:cNvSpPr/>
            <p:nvPr/>
          </p:nvSpPr>
          <p:spPr>
            <a:xfrm>
              <a:off x="6936253" y="2010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3" name="pt33933"/>
            <p:cNvSpPr/>
            <p:nvPr/>
          </p:nvSpPr>
          <p:spPr>
            <a:xfrm>
              <a:off x="6979884" y="2278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4" name="pt33934"/>
            <p:cNvSpPr/>
            <p:nvPr/>
          </p:nvSpPr>
          <p:spPr>
            <a:xfrm>
              <a:off x="7186490" y="180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5" name="pt33935"/>
            <p:cNvSpPr/>
            <p:nvPr/>
          </p:nvSpPr>
          <p:spPr>
            <a:xfrm>
              <a:off x="6865728" y="2102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6" name="pt33936"/>
            <p:cNvSpPr/>
            <p:nvPr/>
          </p:nvSpPr>
          <p:spPr>
            <a:xfrm>
              <a:off x="7073440" y="2070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7" name="pt33937"/>
            <p:cNvSpPr/>
            <p:nvPr/>
          </p:nvSpPr>
          <p:spPr>
            <a:xfrm>
              <a:off x="7028273" y="2101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8" name="pt33938"/>
            <p:cNvSpPr/>
            <p:nvPr/>
          </p:nvSpPr>
          <p:spPr>
            <a:xfrm>
              <a:off x="7009757" y="2048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9" name="pt33939"/>
            <p:cNvSpPr/>
            <p:nvPr/>
          </p:nvSpPr>
          <p:spPr>
            <a:xfrm>
              <a:off x="7162346" y="2109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0" name="pt33940"/>
            <p:cNvSpPr/>
            <p:nvPr/>
          </p:nvSpPr>
          <p:spPr>
            <a:xfrm>
              <a:off x="6805503" y="2147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1" name="pt33941"/>
            <p:cNvSpPr/>
            <p:nvPr/>
          </p:nvSpPr>
          <p:spPr>
            <a:xfrm>
              <a:off x="7126444" y="2119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2" name="pt33942"/>
            <p:cNvSpPr/>
            <p:nvPr/>
          </p:nvSpPr>
          <p:spPr>
            <a:xfrm>
              <a:off x="6783532" y="2269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3" name="pt33943"/>
            <p:cNvSpPr/>
            <p:nvPr/>
          </p:nvSpPr>
          <p:spPr>
            <a:xfrm>
              <a:off x="6991658" y="2271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4" name="pt33944"/>
            <p:cNvSpPr/>
            <p:nvPr/>
          </p:nvSpPr>
          <p:spPr>
            <a:xfrm>
              <a:off x="7255323" y="2023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5" name="pt33945"/>
            <p:cNvSpPr/>
            <p:nvPr/>
          </p:nvSpPr>
          <p:spPr>
            <a:xfrm>
              <a:off x="6863080" y="2206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6" name="pt33946"/>
            <p:cNvSpPr/>
            <p:nvPr/>
          </p:nvSpPr>
          <p:spPr>
            <a:xfrm>
              <a:off x="7251254" y="1954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7" name="pt33947"/>
            <p:cNvSpPr/>
            <p:nvPr/>
          </p:nvSpPr>
          <p:spPr>
            <a:xfrm>
              <a:off x="7185180" y="1794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8" name="pt33948"/>
            <p:cNvSpPr/>
            <p:nvPr/>
          </p:nvSpPr>
          <p:spPr>
            <a:xfrm>
              <a:off x="7016060" y="2070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9" name="pt33949"/>
            <p:cNvSpPr/>
            <p:nvPr/>
          </p:nvSpPr>
          <p:spPr>
            <a:xfrm>
              <a:off x="6771240" y="2094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0" name="pt33950"/>
            <p:cNvSpPr/>
            <p:nvPr/>
          </p:nvSpPr>
          <p:spPr>
            <a:xfrm>
              <a:off x="6853134" y="2174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1" name="pt33951"/>
            <p:cNvSpPr/>
            <p:nvPr/>
          </p:nvSpPr>
          <p:spPr>
            <a:xfrm>
              <a:off x="7066491" y="2124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2" name="pt33952"/>
            <p:cNvSpPr/>
            <p:nvPr/>
          </p:nvSpPr>
          <p:spPr>
            <a:xfrm>
              <a:off x="7232265" y="2043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3" name="pt33953"/>
            <p:cNvSpPr/>
            <p:nvPr/>
          </p:nvSpPr>
          <p:spPr>
            <a:xfrm>
              <a:off x="7088925" y="2198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4" name="pt33954"/>
            <p:cNvSpPr/>
            <p:nvPr/>
          </p:nvSpPr>
          <p:spPr>
            <a:xfrm>
              <a:off x="6986601" y="2172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5" name="pt33955"/>
            <p:cNvSpPr/>
            <p:nvPr/>
          </p:nvSpPr>
          <p:spPr>
            <a:xfrm>
              <a:off x="7356471" y="2543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6" name="pt33956"/>
            <p:cNvSpPr/>
            <p:nvPr/>
          </p:nvSpPr>
          <p:spPr>
            <a:xfrm>
              <a:off x="6878416" y="2158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7" name="pt33957"/>
            <p:cNvSpPr/>
            <p:nvPr/>
          </p:nvSpPr>
          <p:spPr>
            <a:xfrm>
              <a:off x="6952065" y="1889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8" name="pt33958"/>
            <p:cNvSpPr/>
            <p:nvPr/>
          </p:nvSpPr>
          <p:spPr>
            <a:xfrm>
              <a:off x="7142368" y="1991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9" name="pt33959"/>
            <p:cNvSpPr/>
            <p:nvPr/>
          </p:nvSpPr>
          <p:spPr>
            <a:xfrm>
              <a:off x="6806277" y="2217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0" name="pt33960"/>
            <p:cNvSpPr/>
            <p:nvPr/>
          </p:nvSpPr>
          <p:spPr>
            <a:xfrm>
              <a:off x="7104915" y="1965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1" name="pt33961"/>
            <p:cNvSpPr/>
            <p:nvPr/>
          </p:nvSpPr>
          <p:spPr>
            <a:xfrm>
              <a:off x="7324670" y="2225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2" name="pt33962"/>
            <p:cNvSpPr/>
            <p:nvPr/>
          </p:nvSpPr>
          <p:spPr>
            <a:xfrm>
              <a:off x="7233117" y="2173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3" name="pt33963"/>
            <p:cNvSpPr/>
            <p:nvPr/>
          </p:nvSpPr>
          <p:spPr>
            <a:xfrm>
              <a:off x="7217608" y="2127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4" name="pt33964"/>
            <p:cNvSpPr/>
            <p:nvPr/>
          </p:nvSpPr>
          <p:spPr>
            <a:xfrm>
              <a:off x="7101386" y="2188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5" name="pt33965"/>
            <p:cNvSpPr/>
            <p:nvPr/>
          </p:nvSpPr>
          <p:spPr>
            <a:xfrm>
              <a:off x="6755090" y="2360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6" name="pt33966"/>
            <p:cNvSpPr/>
            <p:nvPr/>
          </p:nvSpPr>
          <p:spPr>
            <a:xfrm>
              <a:off x="7092758" y="2344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7" name="pt33967"/>
            <p:cNvSpPr/>
            <p:nvPr/>
          </p:nvSpPr>
          <p:spPr>
            <a:xfrm>
              <a:off x="7285312" y="2001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8" name="pt33968"/>
            <p:cNvSpPr/>
            <p:nvPr/>
          </p:nvSpPr>
          <p:spPr>
            <a:xfrm>
              <a:off x="6965794" y="1836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9" name="pt33969"/>
            <p:cNvSpPr/>
            <p:nvPr/>
          </p:nvSpPr>
          <p:spPr>
            <a:xfrm>
              <a:off x="6925789" y="1908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0" name="pt33970"/>
            <p:cNvSpPr/>
            <p:nvPr/>
          </p:nvSpPr>
          <p:spPr>
            <a:xfrm>
              <a:off x="7236285" y="1636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1" name="pt33971"/>
            <p:cNvSpPr/>
            <p:nvPr/>
          </p:nvSpPr>
          <p:spPr>
            <a:xfrm>
              <a:off x="6610221" y="2025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2" name="pt33972"/>
            <p:cNvSpPr/>
            <p:nvPr/>
          </p:nvSpPr>
          <p:spPr>
            <a:xfrm>
              <a:off x="7152203" y="2220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3" name="pt33973"/>
            <p:cNvSpPr/>
            <p:nvPr/>
          </p:nvSpPr>
          <p:spPr>
            <a:xfrm>
              <a:off x="6895064" y="2100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4" name="pt33974"/>
            <p:cNvSpPr/>
            <p:nvPr/>
          </p:nvSpPr>
          <p:spPr>
            <a:xfrm>
              <a:off x="7080815" y="2202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5" name="pt33975"/>
            <p:cNvSpPr/>
            <p:nvPr/>
          </p:nvSpPr>
          <p:spPr>
            <a:xfrm>
              <a:off x="7407458" y="2629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6" name="pt33976"/>
            <p:cNvSpPr/>
            <p:nvPr/>
          </p:nvSpPr>
          <p:spPr>
            <a:xfrm>
              <a:off x="7170781" y="2011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7" name="pt33977"/>
            <p:cNvSpPr/>
            <p:nvPr/>
          </p:nvSpPr>
          <p:spPr>
            <a:xfrm>
              <a:off x="7016340" y="2224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8" name="pt33978"/>
            <p:cNvSpPr/>
            <p:nvPr/>
          </p:nvSpPr>
          <p:spPr>
            <a:xfrm>
              <a:off x="7058138" y="2016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9" name="pt33979"/>
            <p:cNvSpPr/>
            <p:nvPr/>
          </p:nvSpPr>
          <p:spPr>
            <a:xfrm>
              <a:off x="7276497" y="2050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0" name="pt33980"/>
            <p:cNvSpPr/>
            <p:nvPr/>
          </p:nvSpPr>
          <p:spPr>
            <a:xfrm>
              <a:off x="6853990" y="2186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1" name="pt33981"/>
            <p:cNvSpPr/>
            <p:nvPr/>
          </p:nvSpPr>
          <p:spPr>
            <a:xfrm>
              <a:off x="6958863" y="1961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2" name="pt33982"/>
            <p:cNvSpPr/>
            <p:nvPr/>
          </p:nvSpPr>
          <p:spPr>
            <a:xfrm>
              <a:off x="7114406" y="1927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3" name="pt33983"/>
            <p:cNvSpPr/>
            <p:nvPr/>
          </p:nvSpPr>
          <p:spPr>
            <a:xfrm>
              <a:off x="7075117" y="2065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4" name="pt33984"/>
            <p:cNvSpPr/>
            <p:nvPr/>
          </p:nvSpPr>
          <p:spPr>
            <a:xfrm>
              <a:off x="7132958" y="2124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5" name="pt33985"/>
            <p:cNvSpPr/>
            <p:nvPr/>
          </p:nvSpPr>
          <p:spPr>
            <a:xfrm>
              <a:off x="7165343" y="2048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6" name="pt33986"/>
            <p:cNvSpPr/>
            <p:nvPr/>
          </p:nvSpPr>
          <p:spPr>
            <a:xfrm>
              <a:off x="6981806" y="2336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7" name="pt33987"/>
            <p:cNvSpPr/>
            <p:nvPr/>
          </p:nvSpPr>
          <p:spPr>
            <a:xfrm>
              <a:off x="6879451" y="219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8" name="pt33988"/>
            <p:cNvSpPr/>
            <p:nvPr/>
          </p:nvSpPr>
          <p:spPr>
            <a:xfrm>
              <a:off x="7124778" y="2055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9" name="pt33989"/>
            <p:cNvSpPr/>
            <p:nvPr/>
          </p:nvSpPr>
          <p:spPr>
            <a:xfrm>
              <a:off x="7295243" y="1975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0" name="pt33990"/>
            <p:cNvSpPr/>
            <p:nvPr/>
          </p:nvSpPr>
          <p:spPr>
            <a:xfrm>
              <a:off x="7274636" y="1967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1" name="pt33991"/>
            <p:cNvSpPr/>
            <p:nvPr/>
          </p:nvSpPr>
          <p:spPr>
            <a:xfrm>
              <a:off x="7115123" y="1967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2" name="pt33992"/>
            <p:cNvSpPr/>
            <p:nvPr/>
          </p:nvSpPr>
          <p:spPr>
            <a:xfrm>
              <a:off x="7308807" y="2368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3" name="pt33993"/>
            <p:cNvSpPr/>
            <p:nvPr/>
          </p:nvSpPr>
          <p:spPr>
            <a:xfrm>
              <a:off x="7094484" y="2229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4" name="pt33994"/>
            <p:cNvSpPr/>
            <p:nvPr/>
          </p:nvSpPr>
          <p:spPr>
            <a:xfrm>
              <a:off x="7240314" y="1951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5" name="pt33995"/>
            <p:cNvSpPr/>
            <p:nvPr/>
          </p:nvSpPr>
          <p:spPr>
            <a:xfrm>
              <a:off x="7220620" y="2090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6" name="pt33996"/>
            <p:cNvSpPr/>
            <p:nvPr/>
          </p:nvSpPr>
          <p:spPr>
            <a:xfrm>
              <a:off x="7084886" y="2098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7" name="pt33997"/>
            <p:cNvSpPr/>
            <p:nvPr/>
          </p:nvSpPr>
          <p:spPr>
            <a:xfrm>
              <a:off x="6914463" y="1934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8" name="pt33998"/>
            <p:cNvSpPr/>
            <p:nvPr/>
          </p:nvSpPr>
          <p:spPr>
            <a:xfrm>
              <a:off x="7016863" y="2192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9" name="pt33999"/>
            <p:cNvSpPr/>
            <p:nvPr/>
          </p:nvSpPr>
          <p:spPr>
            <a:xfrm>
              <a:off x="7140001" y="2048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0" name="pt34000"/>
            <p:cNvSpPr/>
            <p:nvPr/>
          </p:nvSpPr>
          <p:spPr>
            <a:xfrm>
              <a:off x="7338903" y="2014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1" name="pt34001"/>
            <p:cNvSpPr/>
            <p:nvPr/>
          </p:nvSpPr>
          <p:spPr>
            <a:xfrm>
              <a:off x="6965167" y="2020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2" name="pt34002"/>
            <p:cNvSpPr/>
            <p:nvPr/>
          </p:nvSpPr>
          <p:spPr>
            <a:xfrm>
              <a:off x="7018071" y="2087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3" name="pt34003"/>
            <p:cNvSpPr/>
            <p:nvPr/>
          </p:nvSpPr>
          <p:spPr>
            <a:xfrm>
              <a:off x="6898871" y="2017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4" name="pt34004"/>
            <p:cNvSpPr/>
            <p:nvPr/>
          </p:nvSpPr>
          <p:spPr>
            <a:xfrm>
              <a:off x="7138269" y="1981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5" name="pt34005"/>
            <p:cNvSpPr/>
            <p:nvPr/>
          </p:nvSpPr>
          <p:spPr>
            <a:xfrm>
              <a:off x="6667820" y="2009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6" name="pt34006"/>
            <p:cNvSpPr/>
            <p:nvPr/>
          </p:nvSpPr>
          <p:spPr>
            <a:xfrm>
              <a:off x="7377165" y="2644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7" name="pt34007"/>
            <p:cNvSpPr/>
            <p:nvPr/>
          </p:nvSpPr>
          <p:spPr>
            <a:xfrm>
              <a:off x="7241093" y="1991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8" name="pt34008"/>
            <p:cNvSpPr/>
            <p:nvPr/>
          </p:nvSpPr>
          <p:spPr>
            <a:xfrm>
              <a:off x="7312055" y="2282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9" name="pt34009"/>
            <p:cNvSpPr/>
            <p:nvPr/>
          </p:nvSpPr>
          <p:spPr>
            <a:xfrm>
              <a:off x="6966012" y="1776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0" name="pt34010"/>
            <p:cNvSpPr/>
            <p:nvPr/>
          </p:nvSpPr>
          <p:spPr>
            <a:xfrm>
              <a:off x="6691397" y="2185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1" name="pt34011"/>
            <p:cNvSpPr/>
            <p:nvPr/>
          </p:nvSpPr>
          <p:spPr>
            <a:xfrm>
              <a:off x="7354917" y="2591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2" name="pt34012"/>
            <p:cNvSpPr/>
            <p:nvPr/>
          </p:nvSpPr>
          <p:spPr>
            <a:xfrm>
              <a:off x="6956528" y="1852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3" name="pt34013"/>
            <p:cNvSpPr/>
            <p:nvPr/>
          </p:nvSpPr>
          <p:spPr>
            <a:xfrm>
              <a:off x="7076226" y="2133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4" name="pt34014"/>
            <p:cNvSpPr/>
            <p:nvPr/>
          </p:nvSpPr>
          <p:spPr>
            <a:xfrm>
              <a:off x="6835829" y="1893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5" name="pt34015"/>
            <p:cNvSpPr/>
            <p:nvPr/>
          </p:nvSpPr>
          <p:spPr>
            <a:xfrm>
              <a:off x="7133081" y="2093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6" name="pt34016"/>
            <p:cNvSpPr/>
            <p:nvPr/>
          </p:nvSpPr>
          <p:spPr>
            <a:xfrm>
              <a:off x="7303589" y="2024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7" name="pt34017"/>
            <p:cNvSpPr/>
            <p:nvPr/>
          </p:nvSpPr>
          <p:spPr>
            <a:xfrm>
              <a:off x="6862556" y="2188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8" name="pt34018"/>
            <p:cNvSpPr/>
            <p:nvPr/>
          </p:nvSpPr>
          <p:spPr>
            <a:xfrm>
              <a:off x="6956998" y="1875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9" name="pt34019"/>
            <p:cNvSpPr/>
            <p:nvPr/>
          </p:nvSpPr>
          <p:spPr>
            <a:xfrm>
              <a:off x="7198429" y="1908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0" name="pt34020"/>
            <p:cNvSpPr/>
            <p:nvPr/>
          </p:nvSpPr>
          <p:spPr>
            <a:xfrm>
              <a:off x="7136880" y="2021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1" name="pt34021"/>
            <p:cNvSpPr/>
            <p:nvPr/>
          </p:nvSpPr>
          <p:spPr>
            <a:xfrm>
              <a:off x="6952020" y="2034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2" name="pt34022"/>
            <p:cNvSpPr/>
            <p:nvPr/>
          </p:nvSpPr>
          <p:spPr>
            <a:xfrm>
              <a:off x="7266577" y="1892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3" name="pt34023"/>
            <p:cNvSpPr/>
            <p:nvPr/>
          </p:nvSpPr>
          <p:spPr>
            <a:xfrm>
              <a:off x="7082691" y="2214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4" name="pt34024"/>
            <p:cNvSpPr/>
            <p:nvPr/>
          </p:nvSpPr>
          <p:spPr>
            <a:xfrm>
              <a:off x="7431161" y="2577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5" name="pt34025"/>
            <p:cNvSpPr/>
            <p:nvPr/>
          </p:nvSpPr>
          <p:spPr>
            <a:xfrm>
              <a:off x="7021919" y="2219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6" name="pt34026"/>
            <p:cNvSpPr/>
            <p:nvPr/>
          </p:nvSpPr>
          <p:spPr>
            <a:xfrm>
              <a:off x="7107184" y="1917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7" name="pt34027"/>
            <p:cNvSpPr/>
            <p:nvPr/>
          </p:nvSpPr>
          <p:spPr>
            <a:xfrm>
              <a:off x="6998270" y="2310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8" name="pt34028"/>
            <p:cNvSpPr/>
            <p:nvPr/>
          </p:nvSpPr>
          <p:spPr>
            <a:xfrm>
              <a:off x="7090382" y="2134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9" name="pt34029"/>
            <p:cNvSpPr/>
            <p:nvPr/>
          </p:nvSpPr>
          <p:spPr>
            <a:xfrm>
              <a:off x="7095593" y="2229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0" name="pt34030"/>
            <p:cNvSpPr/>
            <p:nvPr/>
          </p:nvSpPr>
          <p:spPr>
            <a:xfrm>
              <a:off x="7196651" y="2107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1" name="pt34031"/>
            <p:cNvSpPr/>
            <p:nvPr/>
          </p:nvSpPr>
          <p:spPr>
            <a:xfrm>
              <a:off x="7138558" y="1979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2" name="pt34032"/>
            <p:cNvSpPr/>
            <p:nvPr/>
          </p:nvSpPr>
          <p:spPr>
            <a:xfrm>
              <a:off x="6997003" y="2222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3" name="pt34033"/>
            <p:cNvSpPr/>
            <p:nvPr/>
          </p:nvSpPr>
          <p:spPr>
            <a:xfrm>
              <a:off x="7295471" y="1991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4" name="pt34034"/>
            <p:cNvSpPr/>
            <p:nvPr/>
          </p:nvSpPr>
          <p:spPr>
            <a:xfrm>
              <a:off x="7294681" y="1954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5" name="pt34035"/>
            <p:cNvSpPr/>
            <p:nvPr/>
          </p:nvSpPr>
          <p:spPr>
            <a:xfrm>
              <a:off x="6977714" y="2342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6" name="pt34036"/>
            <p:cNvSpPr/>
            <p:nvPr/>
          </p:nvSpPr>
          <p:spPr>
            <a:xfrm>
              <a:off x="6964347" y="1896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7" name="pt34037"/>
            <p:cNvSpPr/>
            <p:nvPr/>
          </p:nvSpPr>
          <p:spPr>
            <a:xfrm>
              <a:off x="7074182" y="2096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8" name="pt34038"/>
            <p:cNvSpPr/>
            <p:nvPr/>
          </p:nvSpPr>
          <p:spPr>
            <a:xfrm>
              <a:off x="6758828" y="2228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9" name="pt34039"/>
            <p:cNvSpPr/>
            <p:nvPr/>
          </p:nvSpPr>
          <p:spPr>
            <a:xfrm>
              <a:off x="7129843" y="2137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0" name="pt34040"/>
            <p:cNvSpPr/>
            <p:nvPr/>
          </p:nvSpPr>
          <p:spPr>
            <a:xfrm>
              <a:off x="7169330" y="1996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1" name="pt34041"/>
            <p:cNvSpPr/>
            <p:nvPr/>
          </p:nvSpPr>
          <p:spPr>
            <a:xfrm>
              <a:off x="7222012" y="2095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2" name="pt34042"/>
            <p:cNvSpPr/>
            <p:nvPr/>
          </p:nvSpPr>
          <p:spPr>
            <a:xfrm>
              <a:off x="7037820" y="2195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3" name="pt34043"/>
            <p:cNvSpPr/>
            <p:nvPr/>
          </p:nvSpPr>
          <p:spPr>
            <a:xfrm>
              <a:off x="6834034" y="2031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4" name="pt34044"/>
            <p:cNvSpPr/>
            <p:nvPr/>
          </p:nvSpPr>
          <p:spPr>
            <a:xfrm>
              <a:off x="7089264" y="218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5" name="pt34045"/>
            <p:cNvSpPr/>
            <p:nvPr/>
          </p:nvSpPr>
          <p:spPr>
            <a:xfrm>
              <a:off x="7174946" y="2048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6" name="pt34046"/>
            <p:cNvSpPr/>
            <p:nvPr/>
          </p:nvSpPr>
          <p:spPr>
            <a:xfrm>
              <a:off x="7042799" y="2204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7" name="pt34047"/>
            <p:cNvSpPr/>
            <p:nvPr/>
          </p:nvSpPr>
          <p:spPr>
            <a:xfrm>
              <a:off x="6750560" y="2277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8" name="pt34048"/>
            <p:cNvSpPr/>
            <p:nvPr/>
          </p:nvSpPr>
          <p:spPr>
            <a:xfrm>
              <a:off x="7051468" y="2144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9" name="pt34049"/>
            <p:cNvSpPr/>
            <p:nvPr/>
          </p:nvSpPr>
          <p:spPr>
            <a:xfrm>
              <a:off x="6879350" y="2210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0" name="pt34050"/>
            <p:cNvSpPr/>
            <p:nvPr/>
          </p:nvSpPr>
          <p:spPr>
            <a:xfrm>
              <a:off x="7057010" y="2136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1" name="pt34051"/>
            <p:cNvSpPr/>
            <p:nvPr/>
          </p:nvSpPr>
          <p:spPr>
            <a:xfrm>
              <a:off x="7148338" y="2203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2" name="pt34052"/>
            <p:cNvSpPr/>
            <p:nvPr/>
          </p:nvSpPr>
          <p:spPr>
            <a:xfrm>
              <a:off x="7048008" y="2187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3" name="pt34053"/>
            <p:cNvSpPr/>
            <p:nvPr/>
          </p:nvSpPr>
          <p:spPr>
            <a:xfrm>
              <a:off x="7286727" y="2037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4" name="pt34054"/>
            <p:cNvSpPr/>
            <p:nvPr/>
          </p:nvSpPr>
          <p:spPr>
            <a:xfrm>
              <a:off x="7182046" y="2000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5" name="pt34055"/>
            <p:cNvSpPr/>
            <p:nvPr/>
          </p:nvSpPr>
          <p:spPr>
            <a:xfrm>
              <a:off x="7174731" y="1997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6" name="pt34056"/>
            <p:cNvSpPr/>
            <p:nvPr/>
          </p:nvSpPr>
          <p:spPr>
            <a:xfrm>
              <a:off x="7056398" y="2131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7" name="pt34057"/>
            <p:cNvSpPr/>
            <p:nvPr/>
          </p:nvSpPr>
          <p:spPr>
            <a:xfrm>
              <a:off x="7133223" y="2002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8" name="pt34058"/>
            <p:cNvSpPr/>
            <p:nvPr/>
          </p:nvSpPr>
          <p:spPr>
            <a:xfrm>
              <a:off x="7031282" y="2209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9" name="pt34059"/>
            <p:cNvSpPr/>
            <p:nvPr/>
          </p:nvSpPr>
          <p:spPr>
            <a:xfrm>
              <a:off x="7109953" y="2047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0" name="pt34060"/>
            <p:cNvSpPr/>
            <p:nvPr/>
          </p:nvSpPr>
          <p:spPr>
            <a:xfrm>
              <a:off x="6961941" y="2033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1" name="pt34061"/>
            <p:cNvSpPr/>
            <p:nvPr/>
          </p:nvSpPr>
          <p:spPr>
            <a:xfrm>
              <a:off x="6628012" y="1998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2" name="pt34062"/>
            <p:cNvSpPr/>
            <p:nvPr/>
          </p:nvSpPr>
          <p:spPr>
            <a:xfrm>
              <a:off x="6867189" y="2226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3" name="pt34063"/>
            <p:cNvSpPr/>
            <p:nvPr/>
          </p:nvSpPr>
          <p:spPr>
            <a:xfrm>
              <a:off x="7175472" y="1994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4" name="pt34064"/>
            <p:cNvSpPr/>
            <p:nvPr/>
          </p:nvSpPr>
          <p:spPr>
            <a:xfrm>
              <a:off x="7209127" y="2051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5" name="pt34065"/>
            <p:cNvSpPr/>
            <p:nvPr/>
          </p:nvSpPr>
          <p:spPr>
            <a:xfrm>
              <a:off x="7112757" y="2009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6" name="pt34066"/>
            <p:cNvSpPr/>
            <p:nvPr/>
          </p:nvSpPr>
          <p:spPr>
            <a:xfrm>
              <a:off x="7032359" y="2225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7" name="pt34067"/>
            <p:cNvSpPr/>
            <p:nvPr/>
          </p:nvSpPr>
          <p:spPr>
            <a:xfrm>
              <a:off x="7368357" y="2642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8" name="pt34068"/>
            <p:cNvSpPr/>
            <p:nvPr/>
          </p:nvSpPr>
          <p:spPr>
            <a:xfrm>
              <a:off x="6547525" y="1622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9" name="pt34069"/>
            <p:cNvSpPr/>
            <p:nvPr/>
          </p:nvSpPr>
          <p:spPr>
            <a:xfrm>
              <a:off x="6716352" y="2364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0" name="pt34070"/>
            <p:cNvSpPr/>
            <p:nvPr/>
          </p:nvSpPr>
          <p:spPr>
            <a:xfrm>
              <a:off x="6887592" y="2130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1" name="pt34071"/>
            <p:cNvSpPr/>
            <p:nvPr/>
          </p:nvSpPr>
          <p:spPr>
            <a:xfrm>
              <a:off x="7088465" y="2219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2" name="pt34072"/>
            <p:cNvSpPr/>
            <p:nvPr/>
          </p:nvSpPr>
          <p:spPr>
            <a:xfrm>
              <a:off x="7171698" y="2084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3" name="pt34073"/>
            <p:cNvSpPr/>
            <p:nvPr/>
          </p:nvSpPr>
          <p:spPr>
            <a:xfrm>
              <a:off x="7125993" y="2104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4" name="pt34074"/>
            <p:cNvSpPr/>
            <p:nvPr/>
          </p:nvSpPr>
          <p:spPr>
            <a:xfrm>
              <a:off x="7106391" y="2078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5" name="pt34075"/>
            <p:cNvSpPr/>
            <p:nvPr/>
          </p:nvSpPr>
          <p:spPr>
            <a:xfrm>
              <a:off x="7336414" y="2269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6" name="pt34076"/>
            <p:cNvSpPr/>
            <p:nvPr/>
          </p:nvSpPr>
          <p:spPr>
            <a:xfrm>
              <a:off x="6877465" y="215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7" name="pt34077"/>
            <p:cNvSpPr/>
            <p:nvPr/>
          </p:nvSpPr>
          <p:spPr>
            <a:xfrm>
              <a:off x="7122010" y="2053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8" name="pt34078"/>
            <p:cNvSpPr/>
            <p:nvPr/>
          </p:nvSpPr>
          <p:spPr>
            <a:xfrm>
              <a:off x="7031082" y="2117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9" name="pt34079"/>
            <p:cNvSpPr/>
            <p:nvPr/>
          </p:nvSpPr>
          <p:spPr>
            <a:xfrm>
              <a:off x="7058531" y="2052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0" name="pt34080"/>
            <p:cNvSpPr/>
            <p:nvPr/>
          </p:nvSpPr>
          <p:spPr>
            <a:xfrm>
              <a:off x="7302067" y="2084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1" name="pt34081"/>
            <p:cNvSpPr/>
            <p:nvPr/>
          </p:nvSpPr>
          <p:spPr>
            <a:xfrm>
              <a:off x="7252703" y="1905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2" name="pt34082"/>
            <p:cNvSpPr/>
            <p:nvPr/>
          </p:nvSpPr>
          <p:spPr>
            <a:xfrm>
              <a:off x="7276328" y="1984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3" name="pt34083"/>
            <p:cNvSpPr/>
            <p:nvPr/>
          </p:nvSpPr>
          <p:spPr>
            <a:xfrm>
              <a:off x="6972098" y="1791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4" name="pt34084"/>
            <p:cNvSpPr/>
            <p:nvPr/>
          </p:nvSpPr>
          <p:spPr>
            <a:xfrm>
              <a:off x="7189774" y="2150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5" name="pt34085"/>
            <p:cNvSpPr/>
            <p:nvPr/>
          </p:nvSpPr>
          <p:spPr>
            <a:xfrm>
              <a:off x="7206560" y="2009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6" name="pt34086"/>
            <p:cNvSpPr/>
            <p:nvPr/>
          </p:nvSpPr>
          <p:spPr>
            <a:xfrm>
              <a:off x="6977837" y="2132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7" name="pt34087"/>
            <p:cNvSpPr/>
            <p:nvPr/>
          </p:nvSpPr>
          <p:spPr>
            <a:xfrm>
              <a:off x="7011317" y="2110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8" name="pt34088"/>
            <p:cNvSpPr/>
            <p:nvPr/>
          </p:nvSpPr>
          <p:spPr>
            <a:xfrm>
              <a:off x="7067218" y="2085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9" name="pt34089"/>
            <p:cNvSpPr/>
            <p:nvPr/>
          </p:nvSpPr>
          <p:spPr>
            <a:xfrm>
              <a:off x="7077106" y="2138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0" name="pt34090"/>
            <p:cNvSpPr/>
            <p:nvPr/>
          </p:nvSpPr>
          <p:spPr>
            <a:xfrm>
              <a:off x="6998736" y="2217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1" name="pt34091"/>
            <p:cNvSpPr/>
            <p:nvPr/>
          </p:nvSpPr>
          <p:spPr>
            <a:xfrm>
              <a:off x="6869968" y="2132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2" name="pt34092"/>
            <p:cNvSpPr/>
            <p:nvPr/>
          </p:nvSpPr>
          <p:spPr>
            <a:xfrm>
              <a:off x="7383572" y="2259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3" name="pt34093"/>
            <p:cNvSpPr/>
            <p:nvPr/>
          </p:nvSpPr>
          <p:spPr>
            <a:xfrm>
              <a:off x="6894884" y="2037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4" name="pt34094"/>
            <p:cNvSpPr/>
            <p:nvPr/>
          </p:nvSpPr>
          <p:spPr>
            <a:xfrm>
              <a:off x="6984501" y="2146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5" name="pt34095"/>
            <p:cNvSpPr/>
            <p:nvPr/>
          </p:nvSpPr>
          <p:spPr>
            <a:xfrm>
              <a:off x="6939147" y="1985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6" name="pt34096"/>
            <p:cNvSpPr/>
            <p:nvPr/>
          </p:nvSpPr>
          <p:spPr>
            <a:xfrm>
              <a:off x="7124619" y="2131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7" name="pt34097"/>
            <p:cNvSpPr/>
            <p:nvPr/>
          </p:nvSpPr>
          <p:spPr>
            <a:xfrm>
              <a:off x="6776504" y="1829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8" name="pt34098"/>
            <p:cNvSpPr/>
            <p:nvPr/>
          </p:nvSpPr>
          <p:spPr>
            <a:xfrm>
              <a:off x="7151785" y="207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9" name="pt34099"/>
            <p:cNvSpPr/>
            <p:nvPr/>
          </p:nvSpPr>
          <p:spPr>
            <a:xfrm>
              <a:off x="7075961" y="2149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0" name="pt34100"/>
            <p:cNvSpPr/>
            <p:nvPr/>
          </p:nvSpPr>
          <p:spPr>
            <a:xfrm>
              <a:off x="7340810" y="1983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1" name="pt34101"/>
            <p:cNvSpPr/>
            <p:nvPr/>
          </p:nvSpPr>
          <p:spPr>
            <a:xfrm>
              <a:off x="6968600" y="1787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2" name="pt34102"/>
            <p:cNvSpPr/>
            <p:nvPr/>
          </p:nvSpPr>
          <p:spPr>
            <a:xfrm>
              <a:off x="7198130" y="2068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3" name="pt34103"/>
            <p:cNvSpPr/>
            <p:nvPr/>
          </p:nvSpPr>
          <p:spPr>
            <a:xfrm>
              <a:off x="6832792" y="1970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4" name="pt34104"/>
            <p:cNvSpPr/>
            <p:nvPr/>
          </p:nvSpPr>
          <p:spPr>
            <a:xfrm>
              <a:off x="7075109" y="2092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5" name="pt34105"/>
            <p:cNvSpPr/>
            <p:nvPr/>
          </p:nvSpPr>
          <p:spPr>
            <a:xfrm>
              <a:off x="7135501" y="1997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6" name="pt34106"/>
            <p:cNvSpPr/>
            <p:nvPr/>
          </p:nvSpPr>
          <p:spPr>
            <a:xfrm>
              <a:off x="7262331" y="1939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7" name="pt34107"/>
            <p:cNvSpPr/>
            <p:nvPr/>
          </p:nvSpPr>
          <p:spPr>
            <a:xfrm>
              <a:off x="7193849" y="2147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8" name="pt34108"/>
            <p:cNvSpPr/>
            <p:nvPr/>
          </p:nvSpPr>
          <p:spPr>
            <a:xfrm>
              <a:off x="7148097" y="204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9" name="pt34109"/>
            <p:cNvSpPr/>
            <p:nvPr/>
          </p:nvSpPr>
          <p:spPr>
            <a:xfrm>
              <a:off x="6856477" y="2294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0" name="pt34110"/>
            <p:cNvSpPr/>
            <p:nvPr/>
          </p:nvSpPr>
          <p:spPr>
            <a:xfrm>
              <a:off x="6811031" y="2001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1" name="pt34111"/>
            <p:cNvSpPr/>
            <p:nvPr/>
          </p:nvSpPr>
          <p:spPr>
            <a:xfrm>
              <a:off x="6995707" y="2299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2" name="pt34112"/>
            <p:cNvSpPr/>
            <p:nvPr/>
          </p:nvSpPr>
          <p:spPr>
            <a:xfrm>
              <a:off x="7154765" y="2356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3" name="pt34113"/>
            <p:cNvSpPr/>
            <p:nvPr/>
          </p:nvSpPr>
          <p:spPr>
            <a:xfrm>
              <a:off x="7378818" y="258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4" name="pt34114"/>
            <p:cNvSpPr/>
            <p:nvPr/>
          </p:nvSpPr>
          <p:spPr>
            <a:xfrm>
              <a:off x="6901156" y="2031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5" name="pt34115"/>
            <p:cNvSpPr/>
            <p:nvPr/>
          </p:nvSpPr>
          <p:spPr>
            <a:xfrm>
              <a:off x="6980240" y="2220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6" name="pt34116"/>
            <p:cNvSpPr/>
            <p:nvPr/>
          </p:nvSpPr>
          <p:spPr>
            <a:xfrm>
              <a:off x="6959550" y="210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7" name="pt34117"/>
            <p:cNvSpPr/>
            <p:nvPr/>
          </p:nvSpPr>
          <p:spPr>
            <a:xfrm>
              <a:off x="7137959" y="2004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8" name="pt34118"/>
            <p:cNvSpPr/>
            <p:nvPr/>
          </p:nvSpPr>
          <p:spPr>
            <a:xfrm>
              <a:off x="7126367" y="2035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9" name="pt34119"/>
            <p:cNvSpPr/>
            <p:nvPr/>
          </p:nvSpPr>
          <p:spPr>
            <a:xfrm>
              <a:off x="7052032" y="2114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0" name="pt34120"/>
            <p:cNvSpPr/>
            <p:nvPr/>
          </p:nvSpPr>
          <p:spPr>
            <a:xfrm>
              <a:off x="7454891" y="2143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1" name="pt34121"/>
            <p:cNvSpPr/>
            <p:nvPr/>
          </p:nvSpPr>
          <p:spPr>
            <a:xfrm>
              <a:off x="7264891" y="1815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2" name="pt34122"/>
            <p:cNvSpPr/>
            <p:nvPr/>
          </p:nvSpPr>
          <p:spPr>
            <a:xfrm>
              <a:off x="6916982" y="2027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3" name="pt34123"/>
            <p:cNvSpPr/>
            <p:nvPr/>
          </p:nvSpPr>
          <p:spPr>
            <a:xfrm>
              <a:off x="7116866" y="1955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4" name="pt34124"/>
            <p:cNvSpPr/>
            <p:nvPr/>
          </p:nvSpPr>
          <p:spPr>
            <a:xfrm>
              <a:off x="7259268" y="2268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5" name="pt34125"/>
            <p:cNvSpPr/>
            <p:nvPr/>
          </p:nvSpPr>
          <p:spPr>
            <a:xfrm>
              <a:off x="7033493" y="2201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6" name="pt34126"/>
            <p:cNvSpPr/>
            <p:nvPr/>
          </p:nvSpPr>
          <p:spPr>
            <a:xfrm>
              <a:off x="7041332" y="2267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7" name="pt34127"/>
            <p:cNvSpPr/>
            <p:nvPr/>
          </p:nvSpPr>
          <p:spPr>
            <a:xfrm>
              <a:off x="7089713" y="2188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8" name="pt34128"/>
            <p:cNvSpPr/>
            <p:nvPr/>
          </p:nvSpPr>
          <p:spPr>
            <a:xfrm>
              <a:off x="7309527" y="2520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9" name="pt34129"/>
            <p:cNvSpPr/>
            <p:nvPr/>
          </p:nvSpPr>
          <p:spPr>
            <a:xfrm>
              <a:off x="7043532" y="2248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0" name="pt34130"/>
            <p:cNvSpPr/>
            <p:nvPr/>
          </p:nvSpPr>
          <p:spPr>
            <a:xfrm>
              <a:off x="7342920" y="1998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1" name="pt34131"/>
            <p:cNvSpPr/>
            <p:nvPr/>
          </p:nvSpPr>
          <p:spPr>
            <a:xfrm>
              <a:off x="7042121" y="2240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2" name="pt34132"/>
            <p:cNvSpPr/>
            <p:nvPr/>
          </p:nvSpPr>
          <p:spPr>
            <a:xfrm>
              <a:off x="7347202" y="2068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3" name="pt34133"/>
            <p:cNvSpPr/>
            <p:nvPr/>
          </p:nvSpPr>
          <p:spPr>
            <a:xfrm>
              <a:off x="7332766" y="2205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4" name="pt34134"/>
            <p:cNvSpPr/>
            <p:nvPr/>
          </p:nvSpPr>
          <p:spPr>
            <a:xfrm>
              <a:off x="7062070" y="2184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5" name="pt34135"/>
            <p:cNvSpPr/>
            <p:nvPr/>
          </p:nvSpPr>
          <p:spPr>
            <a:xfrm>
              <a:off x="7136211" y="2015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6" name="pt34136"/>
            <p:cNvSpPr/>
            <p:nvPr/>
          </p:nvSpPr>
          <p:spPr>
            <a:xfrm>
              <a:off x="7055671" y="2099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7" name="pt34137"/>
            <p:cNvSpPr/>
            <p:nvPr/>
          </p:nvSpPr>
          <p:spPr>
            <a:xfrm>
              <a:off x="7148126" y="205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8" name="pt34138"/>
            <p:cNvSpPr/>
            <p:nvPr/>
          </p:nvSpPr>
          <p:spPr>
            <a:xfrm>
              <a:off x="6698045" y="2483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9" name="pt34139"/>
            <p:cNvSpPr/>
            <p:nvPr/>
          </p:nvSpPr>
          <p:spPr>
            <a:xfrm>
              <a:off x="7084861" y="2162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0" name="pt34140"/>
            <p:cNvSpPr/>
            <p:nvPr/>
          </p:nvSpPr>
          <p:spPr>
            <a:xfrm>
              <a:off x="7277100" y="1954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1" name="pt34141"/>
            <p:cNvSpPr/>
            <p:nvPr/>
          </p:nvSpPr>
          <p:spPr>
            <a:xfrm>
              <a:off x="7228782" y="2152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2" name="pt34142"/>
            <p:cNvSpPr/>
            <p:nvPr/>
          </p:nvSpPr>
          <p:spPr>
            <a:xfrm>
              <a:off x="7013870" y="2077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3" name="pt34143"/>
            <p:cNvSpPr/>
            <p:nvPr/>
          </p:nvSpPr>
          <p:spPr>
            <a:xfrm>
              <a:off x="6820386" y="20976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4" name="pt34144"/>
            <p:cNvSpPr/>
            <p:nvPr/>
          </p:nvSpPr>
          <p:spPr>
            <a:xfrm>
              <a:off x="7122522" y="2103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5" name="pt34145"/>
            <p:cNvSpPr/>
            <p:nvPr/>
          </p:nvSpPr>
          <p:spPr>
            <a:xfrm>
              <a:off x="6918579" y="2052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6" name="pt34146"/>
            <p:cNvSpPr/>
            <p:nvPr/>
          </p:nvSpPr>
          <p:spPr>
            <a:xfrm>
              <a:off x="6728874" y="2525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7" name="pt34147"/>
            <p:cNvSpPr/>
            <p:nvPr/>
          </p:nvSpPr>
          <p:spPr>
            <a:xfrm>
              <a:off x="7078496" y="2164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8" name="pt34148"/>
            <p:cNvSpPr/>
            <p:nvPr/>
          </p:nvSpPr>
          <p:spPr>
            <a:xfrm>
              <a:off x="7059005" y="206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9" name="pt34149"/>
            <p:cNvSpPr/>
            <p:nvPr/>
          </p:nvSpPr>
          <p:spPr>
            <a:xfrm>
              <a:off x="7174701" y="2176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0" name="pt34150"/>
            <p:cNvSpPr/>
            <p:nvPr/>
          </p:nvSpPr>
          <p:spPr>
            <a:xfrm>
              <a:off x="7230602" y="2095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1" name="pt34151"/>
            <p:cNvSpPr/>
            <p:nvPr/>
          </p:nvSpPr>
          <p:spPr>
            <a:xfrm>
              <a:off x="7464276" y="2151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2" name="pt34152"/>
            <p:cNvSpPr/>
            <p:nvPr/>
          </p:nvSpPr>
          <p:spPr>
            <a:xfrm>
              <a:off x="7211859" y="2055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3" name="pt34153"/>
            <p:cNvSpPr/>
            <p:nvPr/>
          </p:nvSpPr>
          <p:spPr>
            <a:xfrm>
              <a:off x="7210754" y="2066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4" name="pt34154"/>
            <p:cNvSpPr/>
            <p:nvPr/>
          </p:nvSpPr>
          <p:spPr>
            <a:xfrm>
              <a:off x="7188870" y="2361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5" name="pt34155"/>
            <p:cNvSpPr/>
            <p:nvPr/>
          </p:nvSpPr>
          <p:spPr>
            <a:xfrm>
              <a:off x="7178432" y="2075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6" name="pt34156"/>
            <p:cNvSpPr/>
            <p:nvPr/>
          </p:nvSpPr>
          <p:spPr>
            <a:xfrm>
              <a:off x="7113880" y="1980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7" name="pt34157"/>
            <p:cNvSpPr/>
            <p:nvPr/>
          </p:nvSpPr>
          <p:spPr>
            <a:xfrm>
              <a:off x="7232087" y="1967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8" name="pt34158"/>
            <p:cNvSpPr/>
            <p:nvPr/>
          </p:nvSpPr>
          <p:spPr>
            <a:xfrm>
              <a:off x="6965460" y="1908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9" name="pt34159"/>
            <p:cNvSpPr/>
            <p:nvPr/>
          </p:nvSpPr>
          <p:spPr>
            <a:xfrm>
              <a:off x="7071874" y="2115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0" name="pt34160"/>
            <p:cNvSpPr/>
            <p:nvPr/>
          </p:nvSpPr>
          <p:spPr>
            <a:xfrm>
              <a:off x="6965027" y="1925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1" name="pt34161"/>
            <p:cNvSpPr/>
            <p:nvPr/>
          </p:nvSpPr>
          <p:spPr>
            <a:xfrm>
              <a:off x="7045137" y="2253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2" name="pt34162"/>
            <p:cNvSpPr/>
            <p:nvPr/>
          </p:nvSpPr>
          <p:spPr>
            <a:xfrm>
              <a:off x="6904995" y="2027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3" name="pt34163"/>
            <p:cNvSpPr/>
            <p:nvPr/>
          </p:nvSpPr>
          <p:spPr>
            <a:xfrm>
              <a:off x="7203916" y="2108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4" name="pt34164"/>
            <p:cNvSpPr/>
            <p:nvPr/>
          </p:nvSpPr>
          <p:spPr>
            <a:xfrm>
              <a:off x="6833481" y="1910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5" name="pt34165"/>
            <p:cNvSpPr/>
            <p:nvPr/>
          </p:nvSpPr>
          <p:spPr>
            <a:xfrm>
              <a:off x="6912241" y="1936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6" name="pt34166"/>
            <p:cNvSpPr/>
            <p:nvPr/>
          </p:nvSpPr>
          <p:spPr>
            <a:xfrm>
              <a:off x="6707405" y="2441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7" name="pt34167"/>
            <p:cNvSpPr/>
            <p:nvPr/>
          </p:nvSpPr>
          <p:spPr>
            <a:xfrm>
              <a:off x="7182912" y="1941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8" name="pt34168"/>
            <p:cNvSpPr/>
            <p:nvPr/>
          </p:nvSpPr>
          <p:spPr>
            <a:xfrm>
              <a:off x="6969587" y="2010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9" name="pt34169"/>
            <p:cNvSpPr/>
            <p:nvPr/>
          </p:nvSpPr>
          <p:spPr>
            <a:xfrm>
              <a:off x="7083756" y="2111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0" name="pt34170"/>
            <p:cNvSpPr/>
            <p:nvPr/>
          </p:nvSpPr>
          <p:spPr>
            <a:xfrm>
              <a:off x="7098434" y="2382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1" name="pt34171"/>
            <p:cNvSpPr/>
            <p:nvPr/>
          </p:nvSpPr>
          <p:spPr>
            <a:xfrm>
              <a:off x="7062460" y="2178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2" name="pt34172"/>
            <p:cNvSpPr/>
            <p:nvPr/>
          </p:nvSpPr>
          <p:spPr>
            <a:xfrm>
              <a:off x="7126915" y="2085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3" name="pt34173"/>
            <p:cNvSpPr/>
            <p:nvPr/>
          </p:nvSpPr>
          <p:spPr>
            <a:xfrm>
              <a:off x="7068259" y="2153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4" name="pt34174"/>
            <p:cNvSpPr/>
            <p:nvPr/>
          </p:nvSpPr>
          <p:spPr>
            <a:xfrm>
              <a:off x="7233391" y="2042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5" name="pt34175"/>
            <p:cNvSpPr/>
            <p:nvPr/>
          </p:nvSpPr>
          <p:spPr>
            <a:xfrm>
              <a:off x="7318443" y="265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6" name="pt34176"/>
            <p:cNvSpPr/>
            <p:nvPr/>
          </p:nvSpPr>
          <p:spPr>
            <a:xfrm>
              <a:off x="7024398" y="2021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7" name="pt34177"/>
            <p:cNvSpPr/>
            <p:nvPr/>
          </p:nvSpPr>
          <p:spPr>
            <a:xfrm>
              <a:off x="7126070" y="2163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8" name="pt34178"/>
            <p:cNvSpPr/>
            <p:nvPr/>
          </p:nvSpPr>
          <p:spPr>
            <a:xfrm>
              <a:off x="7033838" y="2222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9" name="pt34179"/>
            <p:cNvSpPr/>
            <p:nvPr/>
          </p:nvSpPr>
          <p:spPr>
            <a:xfrm>
              <a:off x="7051497" y="2118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0" name="pt34180"/>
            <p:cNvSpPr/>
            <p:nvPr/>
          </p:nvSpPr>
          <p:spPr>
            <a:xfrm>
              <a:off x="7216837" y="2126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1" name="pt34181"/>
            <p:cNvSpPr/>
            <p:nvPr/>
          </p:nvSpPr>
          <p:spPr>
            <a:xfrm>
              <a:off x="7396599" y="2847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2" name="pt34182"/>
            <p:cNvSpPr/>
            <p:nvPr/>
          </p:nvSpPr>
          <p:spPr>
            <a:xfrm>
              <a:off x="7245615" y="1934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3" name="pt34183"/>
            <p:cNvSpPr/>
            <p:nvPr/>
          </p:nvSpPr>
          <p:spPr>
            <a:xfrm>
              <a:off x="6957043" y="1799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4" name="pt34184"/>
            <p:cNvSpPr/>
            <p:nvPr/>
          </p:nvSpPr>
          <p:spPr>
            <a:xfrm>
              <a:off x="6902661" y="2019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5" name="pt34185"/>
            <p:cNvSpPr/>
            <p:nvPr/>
          </p:nvSpPr>
          <p:spPr>
            <a:xfrm>
              <a:off x="6795552" y="2306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6" name="pt34186"/>
            <p:cNvSpPr/>
            <p:nvPr/>
          </p:nvSpPr>
          <p:spPr>
            <a:xfrm>
              <a:off x="7276060" y="1945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7" name="pt34187"/>
            <p:cNvSpPr/>
            <p:nvPr/>
          </p:nvSpPr>
          <p:spPr>
            <a:xfrm>
              <a:off x="7050245" y="2222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8" name="pt34188"/>
            <p:cNvSpPr/>
            <p:nvPr/>
          </p:nvSpPr>
          <p:spPr>
            <a:xfrm>
              <a:off x="7249975" y="1925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9" name="pt34189"/>
            <p:cNvSpPr/>
            <p:nvPr/>
          </p:nvSpPr>
          <p:spPr>
            <a:xfrm>
              <a:off x="7062683" y="2186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0" name="pt34190"/>
            <p:cNvSpPr/>
            <p:nvPr/>
          </p:nvSpPr>
          <p:spPr>
            <a:xfrm>
              <a:off x="7145031" y="1935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1" name="pt34191"/>
            <p:cNvSpPr/>
            <p:nvPr/>
          </p:nvSpPr>
          <p:spPr>
            <a:xfrm>
              <a:off x="6846509" y="2234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2" name="pt34192"/>
            <p:cNvSpPr/>
            <p:nvPr/>
          </p:nvSpPr>
          <p:spPr>
            <a:xfrm>
              <a:off x="6763876" y="2125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3" name="pt34193"/>
            <p:cNvSpPr/>
            <p:nvPr/>
          </p:nvSpPr>
          <p:spPr>
            <a:xfrm>
              <a:off x="6651412" y="1647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4" name="pt34194"/>
            <p:cNvSpPr/>
            <p:nvPr/>
          </p:nvSpPr>
          <p:spPr>
            <a:xfrm>
              <a:off x="7015163" y="2233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5" name="pt34195"/>
            <p:cNvSpPr/>
            <p:nvPr/>
          </p:nvSpPr>
          <p:spPr>
            <a:xfrm>
              <a:off x="7232005" y="2148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6" name="pt34196"/>
            <p:cNvSpPr/>
            <p:nvPr/>
          </p:nvSpPr>
          <p:spPr>
            <a:xfrm>
              <a:off x="6778407" y="2242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7" name="pt34197"/>
            <p:cNvSpPr/>
            <p:nvPr/>
          </p:nvSpPr>
          <p:spPr>
            <a:xfrm>
              <a:off x="6893573" y="2169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8" name="pt34198"/>
            <p:cNvSpPr/>
            <p:nvPr/>
          </p:nvSpPr>
          <p:spPr>
            <a:xfrm>
              <a:off x="7039164" y="2166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9" name="pt34199"/>
            <p:cNvSpPr/>
            <p:nvPr/>
          </p:nvSpPr>
          <p:spPr>
            <a:xfrm>
              <a:off x="7343812" y="2249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0" name="pt34200"/>
            <p:cNvSpPr/>
            <p:nvPr/>
          </p:nvSpPr>
          <p:spPr>
            <a:xfrm>
              <a:off x="7173295" y="2218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1" name="pt34201"/>
            <p:cNvSpPr/>
            <p:nvPr/>
          </p:nvSpPr>
          <p:spPr>
            <a:xfrm>
              <a:off x="6581762" y="2167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2" name="pt34202"/>
            <p:cNvSpPr/>
            <p:nvPr/>
          </p:nvSpPr>
          <p:spPr>
            <a:xfrm>
              <a:off x="7188598" y="2221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3" name="pt34203"/>
            <p:cNvSpPr/>
            <p:nvPr/>
          </p:nvSpPr>
          <p:spPr>
            <a:xfrm>
              <a:off x="7376806" y="2541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4" name="pt34204"/>
            <p:cNvSpPr/>
            <p:nvPr/>
          </p:nvSpPr>
          <p:spPr>
            <a:xfrm>
              <a:off x="7134983" y="2030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5" name="pt34205"/>
            <p:cNvSpPr/>
            <p:nvPr/>
          </p:nvSpPr>
          <p:spPr>
            <a:xfrm>
              <a:off x="7045696" y="2185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6" name="pt34206"/>
            <p:cNvSpPr/>
            <p:nvPr/>
          </p:nvSpPr>
          <p:spPr>
            <a:xfrm>
              <a:off x="7213502" y="2113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7" name="pt34207"/>
            <p:cNvSpPr/>
            <p:nvPr/>
          </p:nvSpPr>
          <p:spPr>
            <a:xfrm>
              <a:off x="7048751" y="2167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8" name="pt34208"/>
            <p:cNvSpPr/>
            <p:nvPr/>
          </p:nvSpPr>
          <p:spPr>
            <a:xfrm>
              <a:off x="7040248" y="2187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9" name="pt34209"/>
            <p:cNvSpPr/>
            <p:nvPr/>
          </p:nvSpPr>
          <p:spPr>
            <a:xfrm>
              <a:off x="7079763" y="2013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0" name="pt34210"/>
            <p:cNvSpPr/>
            <p:nvPr/>
          </p:nvSpPr>
          <p:spPr>
            <a:xfrm>
              <a:off x="6786114" y="2108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1" name="pt34211"/>
            <p:cNvSpPr/>
            <p:nvPr/>
          </p:nvSpPr>
          <p:spPr>
            <a:xfrm>
              <a:off x="6972817" y="1785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2" name="pt34212"/>
            <p:cNvSpPr/>
            <p:nvPr/>
          </p:nvSpPr>
          <p:spPr>
            <a:xfrm>
              <a:off x="7027531" y="2182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3" name="pt34213"/>
            <p:cNvSpPr/>
            <p:nvPr/>
          </p:nvSpPr>
          <p:spPr>
            <a:xfrm>
              <a:off x="7270337" y="2016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4" name="pt34214"/>
            <p:cNvSpPr/>
            <p:nvPr/>
          </p:nvSpPr>
          <p:spPr>
            <a:xfrm>
              <a:off x="7186732" y="1819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5" name="pt34215"/>
            <p:cNvSpPr/>
            <p:nvPr/>
          </p:nvSpPr>
          <p:spPr>
            <a:xfrm>
              <a:off x="7098086" y="2217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6" name="pt34216"/>
            <p:cNvSpPr/>
            <p:nvPr/>
          </p:nvSpPr>
          <p:spPr>
            <a:xfrm>
              <a:off x="7350626" y="2630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7" name="pt34217"/>
            <p:cNvSpPr/>
            <p:nvPr/>
          </p:nvSpPr>
          <p:spPr>
            <a:xfrm>
              <a:off x="7406379" y="2717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8" name="pt34218"/>
            <p:cNvSpPr/>
            <p:nvPr/>
          </p:nvSpPr>
          <p:spPr>
            <a:xfrm>
              <a:off x="6726219" y="2521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9" name="pt34219"/>
            <p:cNvSpPr/>
            <p:nvPr/>
          </p:nvSpPr>
          <p:spPr>
            <a:xfrm>
              <a:off x="6866848" y="2229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0" name="pt34220"/>
            <p:cNvSpPr/>
            <p:nvPr/>
          </p:nvSpPr>
          <p:spPr>
            <a:xfrm>
              <a:off x="7199527" y="2001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1" name="pt34221"/>
            <p:cNvSpPr/>
            <p:nvPr/>
          </p:nvSpPr>
          <p:spPr>
            <a:xfrm>
              <a:off x="7203483" y="2086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2" name="pt34222"/>
            <p:cNvSpPr/>
            <p:nvPr/>
          </p:nvSpPr>
          <p:spPr>
            <a:xfrm>
              <a:off x="6919597" y="1860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3" name="pt34223"/>
            <p:cNvSpPr/>
            <p:nvPr/>
          </p:nvSpPr>
          <p:spPr>
            <a:xfrm>
              <a:off x="7171076" y="2243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4" name="pt34224"/>
            <p:cNvSpPr/>
            <p:nvPr/>
          </p:nvSpPr>
          <p:spPr>
            <a:xfrm>
              <a:off x="6832727" y="1789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5" name="pt34225"/>
            <p:cNvSpPr/>
            <p:nvPr/>
          </p:nvSpPr>
          <p:spPr>
            <a:xfrm>
              <a:off x="7085957" y="2161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6" name="pt34226"/>
            <p:cNvSpPr/>
            <p:nvPr/>
          </p:nvSpPr>
          <p:spPr>
            <a:xfrm>
              <a:off x="7156505" y="2203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7" name="pt34227"/>
            <p:cNvSpPr/>
            <p:nvPr/>
          </p:nvSpPr>
          <p:spPr>
            <a:xfrm>
              <a:off x="7033202" y="2267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8" name="pt34228"/>
            <p:cNvSpPr/>
            <p:nvPr/>
          </p:nvSpPr>
          <p:spPr>
            <a:xfrm>
              <a:off x="7126116" y="2144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9" name="pt34229"/>
            <p:cNvSpPr/>
            <p:nvPr/>
          </p:nvSpPr>
          <p:spPr>
            <a:xfrm>
              <a:off x="6984528" y="2199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0" name="pt34230"/>
            <p:cNvSpPr/>
            <p:nvPr/>
          </p:nvSpPr>
          <p:spPr>
            <a:xfrm>
              <a:off x="7192723" y="2206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1" name="pt34231"/>
            <p:cNvSpPr/>
            <p:nvPr/>
          </p:nvSpPr>
          <p:spPr>
            <a:xfrm>
              <a:off x="7356282" y="2620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2" name="pt34232"/>
            <p:cNvSpPr/>
            <p:nvPr/>
          </p:nvSpPr>
          <p:spPr>
            <a:xfrm>
              <a:off x="6826839" y="1784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3" name="pt34233"/>
            <p:cNvSpPr/>
            <p:nvPr/>
          </p:nvSpPr>
          <p:spPr>
            <a:xfrm>
              <a:off x="7157567" y="2352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4" name="pt34234"/>
            <p:cNvSpPr/>
            <p:nvPr/>
          </p:nvSpPr>
          <p:spPr>
            <a:xfrm>
              <a:off x="7267736" y="2068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5" name="pt34235"/>
            <p:cNvSpPr/>
            <p:nvPr/>
          </p:nvSpPr>
          <p:spPr>
            <a:xfrm>
              <a:off x="7338714" y="2117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6" name="pt34236"/>
            <p:cNvSpPr/>
            <p:nvPr/>
          </p:nvSpPr>
          <p:spPr>
            <a:xfrm>
              <a:off x="7201124" y="2033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7" name="pt34237"/>
            <p:cNvSpPr/>
            <p:nvPr/>
          </p:nvSpPr>
          <p:spPr>
            <a:xfrm>
              <a:off x="6894106" y="2055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8" name="pt34238"/>
            <p:cNvSpPr/>
            <p:nvPr/>
          </p:nvSpPr>
          <p:spPr>
            <a:xfrm>
              <a:off x="6959384" y="2036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9" name="pt34239"/>
            <p:cNvSpPr/>
            <p:nvPr/>
          </p:nvSpPr>
          <p:spPr>
            <a:xfrm>
              <a:off x="7038050" y="2210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0" name="pt34240"/>
            <p:cNvSpPr/>
            <p:nvPr/>
          </p:nvSpPr>
          <p:spPr>
            <a:xfrm>
              <a:off x="7303573" y="1902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1" name="pt34241"/>
            <p:cNvSpPr/>
            <p:nvPr/>
          </p:nvSpPr>
          <p:spPr>
            <a:xfrm>
              <a:off x="7060463" y="211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2" name="pt34242"/>
            <p:cNvSpPr/>
            <p:nvPr/>
          </p:nvSpPr>
          <p:spPr>
            <a:xfrm>
              <a:off x="7168409" y="2251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3" name="pt34243"/>
            <p:cNvSpPr/>
            <p:nvPr/>
          </p:nvSpPr>
          <p:spPr>
            <a:xfrm>
              <a:off x="7078035" y="2127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4" name="pt34244"/>
            <p:cNvSpPr/>
            <p:nvPr/>
          </p:nvSpPr>
          <p:spPr>
            <a:xfrm>
              <a:off x="7118165" y="1950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5" name="pt34245"/>
            <p:cNvSpPr/>
            <p:nvPr/>
          </p:nvSpPr>
          <p:spPr>
            <a:xfrm>
              <a:off x="7080834" y="2147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6" name="pt34246"/>
            <p:cNvSpPr/>
            <p:nvPr/>
          </p:nvSpPr>
          <p:spPr>
            <a:xfrm>
              <a:off x="7256819" y="2071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7" name="pt34247"/>
            <p:cNvSpPr/>
            <p:nvPr/>
          </p:nvSpPr>
          <p:spPr>
            <a:xfrm>
              <a:off x="7198572" y="190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8" name="pt34248"/>
            <p:cNvSpPr/>
            <p:nvPr/>
          </p:nvSpPr>
          <p:spPr>
            <a:xfrm>
              <a:off x="6890509" y="2173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9" name="pt34249"/>
            <p:cNvSpPr/>
            <p:nvPr/>
          </p:nvSpPr>
          <p:spPr>
            <a:xfrm>
              <a:off x="7091771" y="2138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0" name="pt34250"/>
            <p:cNvSpPr/>
            <p:nvPr/>
          </p:nvSpPr>
          <p:spPr>
            <a:xfrm>
              <a:off x="7136346" y="200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1" name="pt34251"/>
            <p:cNvSpPr/>
            <p:nvPr/>
          </p:nvSpPr>
          <p:spPr>
            <a:xfrm>
              <a:off x="7104230" y="2090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2" name="pt34252"/>
            <p:cNvSpPr/>
            <p:nvPr/>
          </p:nvSpPr>
          <p:spPr>
            <a:xfrm>
              <a:off x="7037515" y="2205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3" name="pt34253"/>
            <p:cNvSpPr/>
            <p:nvPr/>
          </p:nvSpPr>
          <p:spPr>
            <a:xfrm>
              <a:off x="6898683" y="2036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4" name="pt34254"/>
            <p:cNvSpPr/>
            <p:nvPr/>
          </p:nvSpPr>
          <p:spPr>
            <a:xfrm>
              <a:off x="7358324" y="2899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5" name="pt34255"/>
            <p:cNvSpPr/>
            <p:nvPr/>
          </p:nvSpPr>
          <p:spPr>
            <a:xfrm>
              <a:off x="7005765" y="1694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6" name="pt34256"/>
            <p:cNvSpPr/>
            <p:nvPr/>
          </p:nvSpPr>
          <p:spPr>
            <a:xfrm>
              <a:off x="6823130" y="1746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7" name="pt34257"/>
            <p:cNvSpPr/>
            <p:nvPr/>
          </p:nvSpPr>
          <p:spPr>
            <a:xfrm>
              <a:off x="7355014" y="2454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8" name="pt34258"/>
            <p:cNvSpPr/>
            <p:nvPr/>
          </p:nvSpPr>
          <p:spPr>
            <a:xfrm>
              <a:off x="6979831" y="2119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9" name="pt34259"/>
            <p:cNvSpPr/>
            <p:nvPr/>
          </p:nvSpPr>
          <p:spPr>
            <a:xfrm>
              <a:off x="7012840" y="2085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0" name="pt34260"/>
            <p:cNvSpPr/>
            <p:nvPr/>
          </p:nvSpPr>
          <p:spPr>
            <a:xfrm>
              <a:off x="6948815" y="2040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1" name="pt34261"/>
            <p:cNvSpPr/>
            <p:nvPr/>
          </p:nvSpPr>
          <p:spPr>
            <a:xfrm>
              <a:off x="6960056" y="1949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2" name="pt34262"/>
            <p:cNvSpPr/>
            <p:nvPr/>
          </p:nvSpPr>
          <p:spPr>
            <a:xfrm>
              <a:off x="7275375" y="1977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3" name="pt34263"/>
            <p:cNvSpPr/>
            <p:nvPr/>
          </p:nvSpPr>
          <p:spPr>
            <a:xfrm>
              <a:off x="6942400" y="1937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4" name="pt34264"/>
            <p:cNvSpPr/>
            <p:nvPr/>
          </p:nvSpPr>
          <p:spPr>
            <a:xfrm>
              <a:off x="6951954" y="1976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5" name="pt34265"/>
            <p:cNvSpPr/>
            <p:nvPr/>
          </p:nvSpPr>
          <p:spPr>
            <a:xfrm>
              <a:off x="7328877" y="2071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6" name="pt34266"/>
            <p:cNvSpPr/>
            <p:nvPr/>
          </p:nvSpPr>
          <p:spPr>
            <a:xfrm>
              <a:off x="7404019" y="2924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7" name="pt34267"/>
            <p:cNvSpPr/>
            <p:nvPr/>
          </p:nvSpPr>
          <p:spPr>
            <a:xfrm>
              <a:off x="6897766" y="2078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8" name="pt34268"/>
            <p:cNvSpPr/>
            <p:nvPr/>
          </p:nvSpPr>
          <p:spPr>
            <a:xfrm>
              <a:off x="7128186" y="2073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9" name="pt34269"/>
            <p:cNvSpPr/>
            <p:nvPr/>
          </p:nvSpPr>
          <p:spPr>
            <a:xfrm>
              <a:off x="7017783" y="2173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0" name="pt34270"/>
            <p:cNvSpPr/>
            <p:nvPr/>
          </p:nvSpPr>
          <p:spPr>
            <a:xfrm>
              <a:off x="7191036" y="2244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1" name="pt34271"/>
            <p:cNvSpPr/>
            <p:nvPr/>
          </p:nvSpPr>
          <p:spPr>
            <a:xfrm>
              <a:off x="6933610" y="1930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2" name="pt34272"/>
            <p:cNvSpPr/>
            <p:nvPr/>
          </p:nvSpPr>
          <p:spPr>
            <a:xfrm>
              <a:off x="7034772" y="2150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3" name="pt34273"/>
            <p:cNvSpPr/>
            <p:nvPr/>
          </p:nvSpPr>
          <p:spPr>
            <a:xfrm>
              <a:off x="6924925" y="2033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4" name="pt34274"/>
            <p:cNvSpPr/>
            <p:nvPr/>
          </p:nvSpPr>
          <p:spPr>
            <a:xfrm>
              <a:off x="7082441" y="2203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5" name="pt34275"/>
            <p:cNvSpPr/>
            <p:nvPr/>
          </p:nvSpPr>
          <p:spPr>
            <a:xfrm>
              <a:off x="6913669" y="1995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6" name="pt34276"/>
            <p:cNvSpPr/>
            <p:nvPr/>
          </p:nvSpPr>
          <p:spPr>
            <a:xfrm>
              <a:off x="7234171" y="1808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7" name="pt34277"/>
            <p:cNvSpPr/>
            <p:nvPr/>
          </p:nvSpPr>
          <p:spPr>
            <a:xfrm>
              <a:off x="7476155" y="230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8" name="pt34278"/>
            <p:cNvSpPr/>
            <p:nvPr/>
          </p:nvSpPr>
          <p:spPr>
            <a:xfrm>
              <a:off x="6942349" y="1976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9" name="pt34279"/>
            <p:cNvSpPr/>
            <p:nvPr/>
          </p:nvSpPr>
          <p:spPr>
            <a:xfrm>
              <a:off x="7187857" y="1825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0" name="pt34280"/>
            <p:cNvSpPr/>
            <p:nvPr/>
          </p:nvSpPr>
          <p:spPr>
            <a:xfrm>
              <a:off x="7002085" y="2007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1" name="pt34281"/>
            <p:cNvSpPr/>
            <p:nvPr/>
          </p:nvSpPr>
          <p:spPr>
            <a:xfrm>
              <a:off x="7021526" y="2063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2" name="pt34282"/>
            <p:cNvSpPr/>
            <p:nvPr/>
          </p:nvSpPr>
          <p:spPr>
            <a:xfrm>
              <a:off x="6863584" y="2175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3" name="pt34283"/>
            <p:cNvSpPr/>
            <p:nvPr/>
          </p:nvSpPr>
          <p:spPr>
            <a:xfrm>
              <a:off x="7098974" y="2332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4" name="pt34284"/>
            <p:cNvSpPr/>
            <p:nvPr/>
          </p:nvSpPr>
          <p:spPr>
            <a:xfrm>
              <a:off x="7227397" y="1891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5" name="pt34285"/>
            <p:cNvSpPr/>
            <p:nvPr/>
          </p:nvSpPr>
          <p:spPr>
            <a:xfrm>
              <a:off x="7145489" y="1946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6" name="pt34286"/>
            <p:cNvSpPr/>
            <p:nvPr/>
          </p:nvSpPr>
          <p:spPr>
            <a:xfrm>
              <a:off x="7139667" y="2001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7" name="pt34287"/>
            <p:cNvSpPr/>
            <p:nvPr/>
          </p:nvSpPr>
          <p:spPr>
            <a:xfrm>
              <a:off x="7066064" y="2090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8" name="pt34288"/>
            <p:cNvSpPr/>
            <p:nvPr/>
          </p:nvSpPr>
          <p:spPr>
            <a:xfrm>
              <a:off x="6887104" y="1941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9" name="pt34289"/>
            <p:cNvSpPr/>
            <p:nvPr/>
          </p:nvSpPr>
          <p:spPr>
            <a:xfrm>
              <a:off x="6987575" y="2109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0" name="pt34290"/>
            <p:cNvSpPr/>
            <p:nvPr/>
          </p:nvSpPr>
          <p:spPr>
            <a:xfrm>
              <a:off x="6891007" y="2070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1" name="pt34291"/>
            <p:cNvSpPr/>
            <p:nvPr/>
          </p:nvSpPr>
          <p:spPr>
            <a:xfrm>
              <a:off x="7030724" y="2125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2" name="pt34292"/>
            <p:cNvSpPr/>
            <p:nvPr/>
          </p:nvSpPr>
          <p:spPr>
            <a:xfrm>
              <a:off x="6984657" y="2200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3" name="pt34293"/>
            <p:cNvSpPr/>
            <p:nvPr/>
          </p:nvSpPr>
          <p:spPr>
            <a:xfrm>
              <a:off x="7187717" y="1819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4" name="pt34294"/>
            <p:cNvSpPr/>
            <p:nvPr/>
          </p:nvSpPr>
          <p:spPr>
            <a:xfrm>
              <a:off x="7189303" y="2157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5" name="pt34295"/>
            <p:cNvSpPr/>
            <p:nvPr/>
          </p:nvSpPr>
          <p:spPr>
            <a:xfrm>
              <a:off x="7262535" y="1987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6" name="pt34296"/>
            <p:cNvSpPr/>
            <p:nvPr/>
          </p:nvSpPr>
          <p:spPr>
            <a:xfrm>
              <a:off x="7113312" y="194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7" name="pt34297"/>
            <p:cNvSpPr/>
            <p:nvPr/>
          </p:nvSpPr>
          <p:spPr>
            <a:xfrm>
              <a:off x="7410091" y="2482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8" name="pt34298"/>
            <p:cNvSpPr/>
            <p:nvPr/>
          </p:nvSpPr>
          <p:spPr>
            <a:xfrm>
              <a:off x="7069081" y="2091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9" name="pt34299"/>
            <p:cNvSpPr/>
            <p:nvPr/>
          </p:nvSpPr>
          <p:spPr>
            <a:xfrm>
              <a:off x="7021137" y="2115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0" name="pt34300"/>
            <p:cNvSpPr/>
            <p:nvPr/>
          </p:nvSpPr>
          <p:spPr>
            <a:xfrm>
              <a:off x="7146271" y="1945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1" name="pt34301"/>
            <p:cNvSpPr/>
            <p:nvPr/>
          </p:nvSpPr>
          <p:spPr>
            <a:xfrm>
              <a:off x="6908334" y="2061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2" name="pt34302"/>
            <p:cNvSpPr/>
            <p:nvPr/>
          </p:nvSpPr>
          <p:spPr>
            <a:xfrm>
              <a:off x="6737295" y="230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3" name="pt34303"/>
            <p:cNvSpPr/>
            <p:nvPr/>
          </p:nvSpPr>
          <p:spPr>
            <a:xfrm>
              <a:off x="7045674" y="2141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4" name="pt34304"/>
            <p:cNvSpPr/>
            <p:nvPr/>
          </p:nvSpPr>
          <p:spPr>
            <a:xfrm>
              <a:off x="7043881" y="2172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5" name="pt34305"/>
            <p:cNvSpPr/>
            <p:nvPr/>
          </p:nvSpPr>
          <p:spPr>
            <a:xfrm>
              <a:off x="7056032" y="208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6" name="pt34306"/>
            <p:cNvSpPr/>
            <p:nvPr/>
          </p:nvSpPr>
          <p:spPr>
            <a:xfrm>
              <a:off x="7161687" y="2226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7" name="pt34307"/>
            <p:cNvSpPr/>
            <p:nvPr/>
          </p:nvSpPr>
          <p:spPr>
            <a:xfrm>
              <a:off x="7100087" y="2362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8" name="pt34308"/>
            <p:cNvSpPr/>
            <p:nvPr/>
          </p:nvSpPr>
          <p:spPr>
            <a:xfrm>
              <a:off x="7340795" y="2111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9" name="pt34309"/>
            <p:cNvSpPr/>
            <p:nvPr/>
          </p:nvSpPr>
          <p:spPr>
            <a:xfrm>
              <a:off x="7078825" y="2173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0" name="pt34310"/>
            <p:cNvSpPr/>
            <p:nvPr/>
          </p:nvSpPr>
          <p:spPr>
            <a:xfrm>
              <a:off x="7027165" y="2154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1" name="pt34311"/>
            <p:cNvSpPr/>
            <p:nvPr/>
          </p:nvSpPr>
          <p:spPr>
            <a:xfrm>
              <a:off x="7190267" y="2220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2" name="pt34312"/>
            <p:cNvSpPr/>
            <p:nvPr/>
          </p:nvSpPr>
          <p:spPr>
            <a:xfrm>
              <a:off x="7181540" y="2077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3" name="pt34313"/>
            <p:cNvSpPr/>
            <p:nvPr/>
          </p:nvSpPr>
          <p:spPr>
            <a:xfrm>
              <a:off x="6756840" y="2170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4" name="pt34314"/>
            <p:cNvSpPr/>
            <p:nvPr/>
          </p:nvSpPr>
          <p:spPr>
            <a:xfrm>
              <a:off x="7117419" y="1924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5" name="pt34315"/>
            <p:cNvSpPr/>
            <p:nvPr/>
          </p:nvSpPr>
          <p:spPr>
            <a:xfrm>
              <a:off x="7008538" y="2003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6" name="pt34316"/>
            <p:cNvSpPr/>
            <p:nvPr/>
          </p:nvSpPr>
          <p:spPr>
            <a:xfrm>
              <a:off x="7259065" y="2105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7" name="pt34317"/>
            <p:cNvSpPr/>
            <p:nvPr/>
          </p:nvSpPr>
          <p:spPr>
            <a:xfrm>
              <a:off x="7242685" y="2040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8" name="pt34318"/>
            <p:cNvSpPr/>
            <p:nvPr/>
          </p:nvSpPr>
          <p:spPr>
            <a:xfrm>
              <a:off x="7020059" y="2131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9" name="pt34319"/>
            <p:cNvSpPr/>
            <p:nvPr/>
          </p:nvSpPr>
          <p:spPr>
            <a:xfrm>
              <a:off x="7121867" y="2033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0" name="pt34320"/>
            <p:cNvSpPr/>
            <p:nvPr/>
          </p:nvSpPr>
          <p:spPr>
            <a:xfrm>
              <a:off x="7086616" y="2143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1" name="pt34321"/>
            <p:cNvSpPr/>
            <p:nvPr/>
          </p:nvSpPr>
          <p:spPr>
            <a:xfrm>
              <a:off x="7002696" y="1994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2" name="pt34322"/>
            <p:cNvSpPr/>
            <p:nvPr/>
          </p:nvSpPr>
          <p:spPr>
            <a:xfrm>
              <a:off x="7024171" y="2102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3" name="pt34323"/>
            <p:cNvSpPr/>
            <p:nvPr/>
          </p:nvSpPr>
          <p:spPr>
            <a:xfrm>
              <a:off x="7058469" y="1990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4" name="pt34324"/>
            <p:cNvSpPr/>
            <p:nvPr/>
          </p:nvSpPr>
          <p:spPr>
            <a:xfrm>
              <a:off x="6987312" y="2046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5" name="pt34325"/>
            <p:cNvSpPr/>
            <p:nvPr/>
          </p:nvSpPr>
          <p:spPr>
            <a:xfrm>
              <a:off x="7183639" y="1878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6" name="pt34326"/>
            <p:cNvSpPr/>
            <p:nvPr/>
          </p:nvSpPr>
          <p:spPr>
            <a:xfrm>
              <a:off x="7426001" y="265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7" name="pt34327"/>
            <p:cNvSpPr/>
            <p:nvPr/>
          </p:nvSpPr>
          <p:spPr>
            <a:xfrm>
              <a:off x="7155586" y="2158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8" name="pt34328"/>
            <p:cNvSpPr/>
            <p:nvPr/>
          </p:nvSpPr>
          <p:spPr>
            <a:xfrm>
              <a:off x="7368503" y="2666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9" name="pt34329"/>
            <p:cNvSpPr/>
            <p:nvPr/>
          </p:nvSpPr>
          <p:spPr>
            <a:xfrm>
              <a:off x="6897992" y="2022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0" name="pt34330"/>
            <p:cNvSpPr/>
            <p:nvPr/>
          </p:nvSpPr>
          <p:spPr>
            <a:xfrm>
              <a:off x="6607311" y="1817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1" name="pt34331"/>
            <p:cNvSpPr/>
            <p:nvPr/>
          </p:nvSpPr>
          <p:spPr>
            <a:xfrm>
              <a:off x="7293799" y="2048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2" name="pt34332"/>
            <p:cNvSpPr/>
            <p:nvPr/>
          </p:nvSpPr>
          <p:spPr>
            <a:xfrm>
              <a:off x="7077647" y="2058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3" name="pt34333"/>
            <p:cNvSpPr/>
            <p:nvPr/>
          </p:nvSpPr>
          <p:spPr>
            <a:xfrm>
              <a:off x="7550063" y="2573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4" name="pt34334"/>
            <p:cNvSpPr/>
            <p:nvPr/>
          </p:nvSpPr>
          <p:spPr>
            <a:xfrm>
              <a:off x="7143659" y="2040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5" name="pt34335"/>
            <p:cNvSpPr/>
            <p:nvPr/>
          </p:nvSpPr>
          <p:spPr>
            <a:xfrm>
              <a:off x="6728372" y="2405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6" name="pt34336"/>
            <p:cNvSpPr/>
            <p:nvPr/>
          </p:nvSpPr>
          <p:spPr>
            <a:xfrm>
              <a:off x="7069522" y="2099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7" name="pt34337"/>
            <p:cNvSpPr/>
            <p:nvPr/>
          </p:nvSpPr>
          <p:spPr>
            <a:xfrm>
              <a:off x="6952881" y="1638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8" name="pt34338"/>
            <p:cNvSpPr/>
            <p:nvPr/>
          </p:nvSpPr>
          <p:spPr>
            <a:xfrm>
              <a:off x="7138349" y="1999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9" name="pt34339"/>
            <p:cNvSpPr/>
            <p:nvPr/>
          </p:nvSpPr>
          <p:spPr>
            <a:xfrm>
              <a:off x="7150008" y="2093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0" name="pt34340"/>
            <p:cNvSpPr/>
            <p:nvPr/>
          </p:nvSpPr>
          <p:spPr>
            <a:xfrm>
              <a:off x="7069383" y="2143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1" name="pt34341"/>
            <p:cNvSpPr/>
            <p:nvPr/>
          </p:nvSpPr>
          <p:spPr>
            <a:xfrm>
              <a:off x="6833015" y="1772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2" name="pt34342"/>
            <p:cNvSpPr/>
            <p:nvPr/>
          </p:nvSpPr>
          <p:spPr>
            <a:xfrm>
              <a:off x="7292796" y="2006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3" name="pt34343"/>
            <p:cNvSpPr/>
            <p:nvPr/>
          </p:nvSpPr>
          <p:spPr>
            <a:xfrm>
              <a:off x="7033654" y="2079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4" name="pt34344"/>
            <p:cNvSpPr/>
            <p:nvPr/>
          </p:nvSpPr>
          <p:spPr>
            <a:xfrm>
              <a:off x="7198574" y="2062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5" name="pt34345"/>
            <p:cNvSpPr/>
            <p:nvPr/>
          </p:nvSpPr>
          <p:spPr>
            <a:xfrm>
              <a:off x="6980854" y="1981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6" name="pt34346"/>
            <p:cNvSpPr/>
            <p:nvPr/>
          </p:nvSpPr>
          <p:spPr>
            <a:xfrm>
              <a:off x="7065822" y="2143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7" name="pt34347"/>
            <p:cNvSpPr/>
            <p:nvPr/>
          </p:nvSpPr>
          <p:spPr>
            <a:xfrm>
              <a:off x="7082372" y="2151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8" name="pt34348"/>
            <p:cNvSpPr/>
            <p:nvPr/>
          </p:nvSpPr>
          <p:spPr>
            <a:xfrm>
              <a:off x="7133283" y="2075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9" name="pt34349"/>
            <p:cNvSpPr/>
            <p:nvPr/>
          </p:nvSpPr>
          <p:spPr>
            <a:xfrm>
              <a:off x="6949104" y="1876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0" name="pt34350"/>
            <p:cNvSpPr/>
            <p:nvPr/>
          </p:nvSpPr>
          <p:spPr>
            <a:xfrm>
              <a:off x="7057345" y="2027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1" name="pt34351"/>
            <p:cNvSpPr/>
            <p:nvPr/>
          </p:nvSpPr>
          <p:spPr>
            <a:xfrm>
              <a:off x="7190054" y="2266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2" name="pt34352"/>
            <p:cNvSpPr/>
            <p:nvPr/>
          </p:nvSpPr>
          <p:spPr>
            <a:xfrm>
              <a:off x="7340203" y="2093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3" name="pt34353"/>
            <p:cNvSpPr/>
            <p:nvPr/>
          </p:nvSpPr>
          <p:spPr>
            <a:xfrm>
              <a:off x="7102487" y="2084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4" name="pt34354"/>
            <p:cNvSpPr/>
            <p:nvPr/>
          </p:nvSpPr>
          <p:spPr>
            <a:xfrm>
              <a:off x="7190836" y="2118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5" name="pt34355"/>
            <p:cNvSpPr/>
            <p:nvPr/>
          </p:nvSpPr>
          <p:spPr>
            <a:xfrm>
              <a:off x="6986255" y="2316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6" name="pt34356"/>
            <p:cNvSpPr/>
            <p:nvPr/>
          </p:nvSpPr>
          <p:spPr>
            <a:xfrm>
              <a:off x="7046236" y="2137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7" name="pt34357"/>
            <p:cNvSpPr/>
            <p:nvPr/>
          </p:nvSpPr>
          <p:spPr>
            <a:xfrm>
              <a:off x="7253639" y="193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8" name="pt34358"/>
            <p:cNvSpPr/>
            <p:nvPr/>
          </p:nvSpPr>
          <p:spPr>
            <a:xfrm>
              <a:off x="7210328" y="195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9" name="pt34359"/>
            <p:cNvSpPr/>
            <p:nvPr/>
          </p:nvSpPr>
          <p:spPr>
            <a:xfrm>
              <a:off x="6955064" y="1759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0" name="pt34360"/>
            <p:cNvSpPr/>
            <p:nvPr/>
          </p:nvSpPr>
          <p:spPr>
            <a:xfrm>
              <a:off x="7293919" y="1991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1" name="pt34361"/>
            <p:cNvSpPr/>
            <p:nvPr/>
          </p:nvSpPr>
          <p:spPr>
            <a:xfrm>
              <a:off x="7177056" y="2248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2" name="pt34362"/>
            <p:cNvSpPr/>
            <p:nvPr/>
          </p:nvSpPr>
          <p:spPr>
            <a:xfrm>
              <a:off x="7154166" y="2283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3" name="pt34363"/>
            <p:cNvSpPr/>
            <p:nvPr/>
          </p:nvSpPr>
          <p:spPr>
            <a:xfrm>
              <a:off x="6982633" y="2212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4" name="pt34364"/>
            <p:cNvSpPr/>
            <p:nvPr/>
          </p:nvSpPr>
          <p:spPr>
            <a:xfrm>
              <a:off x="7463387" y="1837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5" name="pt34365"/>
            <p:cNvSpPr/>
            <p:nvPr/>
          </p:nvSpPr>
          <p:spPr>
            <a:xfrm>
              <a:off x="7106161" y="2095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6" name="pt34366"/>
            <p:cNvSpPr/>
            <p:nvPr/>
          </p:nvSpPr>
          <p:spPr>
            <a:xfrm>
              <a:off x="6871049" y="2085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7" name="pt34367"/>
            <p:cNvSpPr/>
            <p:nvPr/>
          </p:nvSpPr>
          <p:spPr>
            <a:xfrm>
              <a:off x="7312963" y="2331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8" name="pt34368"/>
            <p:cNvSpPr/>
            <p:nvPr/>
          </p:nvSpPr>
          <p:spPr>
            <a:xfrm>
              <a:off x="7211508" y="2027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9" name="pt34369"/>
            <p:cNvSpPr/>
            <p:nvPr/>
          </p:nvSpPr>
          <p:spPr>
            <a:xfrm>
              <a:off x="7267183" y="1879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0" name="pt34370"/>
            <p:cNvSpPr/>
            <p:nvPr/>
          </p:nvSpPr>
          <p:spPr>
            <a:xfrm>
              <a:off x="7170967" y="2038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1" name="pt34371"/>
            <p:cNvSpPr/>
            <p:nvPr/>
          </p:nvSpPr>
          <p:spPr>
            <a:xfrm>
              <a:off x="7230949" y="1995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2" name="pt34372"/>
            <p:cNvSpPr/>
            <p:nvPr/>
          </p:nvSpPr>
          <p:spPr>
            <a:xfrm>
              <a:off x="6888317" y="2152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3" name="pt34373"/>
            <p:cNvSpPr/>
            <p:nvPr/>
          </p:nvSpPr>
          <p:spPr>
            <a:xfrm>
              <a:off x="6980028" y="2069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4" name="pt34374"/>
            <p:cNvSpPr/>
            <p:nvPr/>
          </p:nvSpPr>
          <p:spPr>
            <a:xfrm>
              <a:off x="7167551" y="2128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5" name="pt34375"/>
            <p:cNvSpPr/>
            <p:nvPr/>
          </p:nvSpPr>
          <p:spPr>
            <a:xfrm>
              <a:off x="7232296" y="1905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6" name="pt34376"/>
            <p:cNvSpPr/>
            <p:nvPr/>
          </p:nvSpPr>
          <p:spPr>
            <a:xfrm>
              <a:off x="7088932" y="2156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7" name="pt34377"/>
            <p:cNvSpPr/>
            <p:nvPr/>
          </p:nvSpPr>
          <p:spPr>
            <a:xfrm>
              <a:off x="7138536" y="1986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8" name="pt34378"/>
            <p:cNvSpPr/>
            <p:nvPr/>
          </p:nvSpPr>
          <p:spPr>
            <a:xfrm>
              <a:off x="7127774" y="2140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9" name="pt34379"/>
            <p:cNvSpPr/>
            <p:nvPr/>
          </p:nvSpPr>
          <p:spPr>
            <a:xfrm>
              <a:off x="6865427" y="2119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0" name="pt34380"/>
            <p:cNvSpPr/>
            <p:nvPr/>
          </p:nvSpPr>
          <p:spPr>
            <a:xfrm>
              <a:off x="7081748" y="2154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1" name="pt34381"/>
            <p:cNvSpPr/>
            <p:nvPr/>
          </p:nvSpPr>
          <p:spPr>
            <a:xfrm>
              <a:off x="7190457" y="2375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2" name="pt34382"/>
            <p:cNvSpPr/>
            <p:nvPr/>
          </p:nvSpPr>
          <p:spPr>
            <a:xfrm>
              <a:off x="6977816" y="2156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3" name="pt34383"/>
            <p:cNvSpPr/>
            <p:nvPr/>
          </p:nvSpPr>
          <p:spPr>
            <a:xfrm>
              <a:off x="6955905" y="1724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4" name="pt34384"/>
            <p:cNvSpPr/>
            <p:nvPr/>
          </p:nvSpPr>
          <p:spPr>
            <a:xfrm>
              <a:off x="6926195" y="1904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5" name="pt34385"/>
            <p:cNvSpPr/>
            <p:nvPr/>
          </p:nvSpPr>
          <p:spPr>
            <a:xfrm>
              <a:off x="7146993" y="2034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6" name="pt34386"/>
            <p:cNvSpPr/>
            <p:nvPr/>
          </p:nvSpPr>
          <p:spPr>
            <a:xfrm>
              <a:off x="6962943" y="1974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7" name="pt34387"/>
            <p:cNvSpPr/>
            <p:nvPr/>
          </p:nvSpPr>
          <p:spPr>
            <a:xfrm>
              <a:off x="6899369" y="2025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8" name="pt34388"/>
            <p:cNvSpPr/>
            <p:nvPr/>
          </p:nvSpPr>
          <p:spPr>
            <a:xfrm>
              <a:off x="7194656" y="2088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9" name="pt34389"/>
            <p:cNvSpPr/>
            <p:nvPr/>
          </p:nvSpPr>
          <p:spPr>
            <a:xfrm>
              <a:off x="6984251" y="2195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0" name="pt34390"/>
            <p:cNvSpPr/>
            <p:nvPr/>
          </p:nvSpPr>
          <p:spPr>
            <a:xfrm>
              <a:off x="6940794" y="1955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1" name="pt34391"/>
            <p:cNvSpPr/>
            <p:nvPr/>
          </p:nvSpPr>
          <p:spPr>
            <a:xfrm>
              <a:off x="6976710" y="2069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2" name="pt34392"/>
            <p:cNvSpPr/>
            <p:nvPr/>
          </p:nvSpPr>
          <p:spPr>
            <a:xfrm>
              <a:off x="6973834" y="1847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3" name="pt34393"/>
            <p:cNvSpPr/>
            <p:nvPr/>
          </p:nvSpPr>
          <p:spPr>
            <a:xfrm>
              <a:off x="6781809" y="2098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4" name="pt34394"/>
            <p:cNvSpPr/>
            <p:nvPr/>
          </p:nvSpPr>
          <p:spPr>
            <a:xfrm>
              <a:off x="7180990" y="2066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5" name="pt34395"/>
            <p:cNvSpPr/>
            <p:nvPr/>
          </p:nvSpPr>
          <p:spPr>
            <a:xfrm>
              <a:off x="6930869" y="1918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6" name="pt34396"/>
            <p:cNvSpPr/>
            <p:nvPr/>
          </p:nvSpPr>
          <p:spPr>
            <a:xfrm>
              <a:off x="7131831" y="2095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7" name="pt34397"/>
            <p:cNvSpPr/>
            <p:nvPr/>
          </p:nvSpPr>
          <p:spPr>
            <a:xfrm>
              <a:off x="7327066" y="2351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8" name="pt34398"/>
            <p:cNvSpPr/>
            <p:nvPr/>
          </p:nvSpPr>
          <p:spPr>
            <a:xfrm>
              <a:off x="7040941" y="2181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9" name="pt34399"/>
            <p:cNvSpPr/>
            <p:nvPr/>
          </p:nvSpPr>
          <p:spPr>
            <a:xfrm>
              <a:off x="6729753" y="2518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0" name="pt34400"/>
            <p:cNvSpPr/>
            <p:nvPr/>
          </p:nvSpPr>
          <p:spPr>
            <a:xfrm>
              <a:off x="6728716" y="2867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1" name="pt34401"/>
            <p:cNvSpPr/>
            <p:nvPr/>
          </p:nvSpPr>
          <p:spPr>
            <a:xfrm>
              <a:off x="7081563" y="226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2" name="pt34402"/>
            <p:cNvSpPr/>
            <p:nvPr/>
          </p:nvSpPr>
          <p:spPr>
            <a:xfrm>
              <a:off x="7387284" y="2605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3" name="pt34403"/>
            <p:cNvSpPr/>
            <p:nvPr/>
          </p:nvSpPr>
          <p:spPr>
            <a:xfrm>
              <a:off x="7237425" y="1992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4" name="pt34404"/>
            <p:cNvSpPr/>
            <p:nvPr/>
          </p:nvSpPr>
          <p:spPr>
            <a:xfrm>
              <a:off x="7003512" y="2035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5" name="pt34405"/>
            <p:cNvSpPr/>
            <p:nvPr/>
          </p:nvSpPr>
          <p:spPr>
            <a:xfrm>
              <a:off x="7251976" y="1985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6" name="pt34406"/>
            <p:cNvSpPr/>
            <p:nvPr/>
          </p:nvSpPr>
          <p:spPr>
            <a:xfrm>
              <a:off x="7118208" y="1989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7" name="pt34407"/>
            <p:cNvSpPr/>
            <p:nvPr/>
          </p:nvSpPr>
          <p:spPr>
            <a:xfrm>
              <a:off x="7256431" y="1918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8" name="pt34408"/>
            <p:cNvSpPr/>
            <p:nvPr/>
          </p:nvSpPr>
          <p:spPr>
            <a:xfrm>
              <a:off x="7535007" y="1955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9" name="pt34409"/>
            <p:cNvSpPr/>
            <p:nvPr/>
          </p:nvSpPr>
          <p:spPr>
            <a:xfrm>
              <a:off x="7004784" y="1939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0" name="pt34410"/>
            <p:cNvSpPr/>
            <p:nvPr/>
          </p:nvSpPr>
          <p:spPr>
            <a:xfrm>
              <a:off x="7127161" y="2085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1" name="pt34411"/>
            <p:cNvSpPr/>
            <p:nvPr/>
          </p:nvSpPr>
          <p:spPr>
            <a:xfrm>
              <a:off x="6951016" y="2054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2" name="pt34412"/>
            <p:cNvSpPr/>
            <p:nvPr/>
          </p:nvSpPr>
          <p:spPr>
            <a:xfrm>
              <a:off x="7123563" y="2007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3" name="pt34413"/>
            <p:cNvSpPr/>
            <p:nvPr/>
          </p:nvSpPr>
          <p:spPr>
            <a:xfrm>
              <a:off x="6845461" y="2062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4" name="pt34414"/>
            <p:cNvSpPr/>
            <p:nvPr/>
          </p:nvSpPr>
          <p:spPr>
            <a:xfrm>
              <a:off x="7130270" y="2163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5" name="pt34415"/>
            <p:cNvSpPr/>
            <p:nvPr/>
          </p:nvSpPr>
          <p:spPr>
            <a:xfrm>
              <a:off x="7099850" y="2303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6" name="pt34416"/>
            <p:cNvSpPr/>
            <p:nvPr/>
          </p:nvSpPr>
          <p:spPr>
            <a:xfrm>
              <a:off x="7057973" y="2087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7" name="pt34417"/>
            <p:cNvSpPr/>
            <p:nvPr/>
          </p:nvSpPr>
          <p:spPr>
            <a:xfrm>
              <a:off x="7222808" y="2016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8" name="pt34418"/>
            <p:cNvSpPr/>
            <p:nvPr/>
          </p:nvSpPr>
          <p:spPr>
            <a:xfrm>
              <a:off x="7035418" y="2301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9" name="pt34419"/>
            <p:cNvSpPr/>
            <p:nvPr/>
          </p:nvSpPr>
          <p:spPr>
            <a:xfrm>
              <a:off x="7275162" y="1891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0" name="pt34420"/>
            <p:cNvSpPr/>
            <p:nvPr/>
          </p:nvSpPr>
          <p:spPr>
            <a:xfrm>
              <a:off x="6899333" y="2015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1" name="pt34421"/>
            <p:cNvSpPr/>
            <p:nvPr/>
          </p:nvSpPr>
          <p:spPr>
            <a:xfrm>
              <a:off x="6569241" y="2136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2" name="pt34422"/>
            <p:cNvSpPr/>
            <p:nvPr/>
          </p:nvSpPr>
          <p:spPr>
            <a:xfrm>
              <a:off x="6892883" y="2154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3" name="pt34423"/>
            <p:cNvSpPr/>
            <p:nvPr/>
          </p:nvSpPr>
          <p:spPr>
            <a:xfrm>
              <a:off x="7201883" y="2070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4" name="pt34424"/>
            <p:cNvSpPr/>
            <p:nvPr/>
          </p:nvSpPr>
          <p:spPr>
            <a:xfrm>
              <a:off x="7115743" y="1975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5" name="pt34425"/>
            <p:cNvSpPr/>
            <p:nvPr/>
          </p:nvSpPr>
          <p:spPr>
            <a:xfrm>
              <a:off x="7193354" y="2178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6" name="pt34426"/>
            <p:cNvSpPr/>
            <p:nvPr/>
          </p:nvSpPr>
          <p:spPr>
            <a:xfrm>
              <a:off x="7182302" y="1976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7" name="pt34427"/>
            <p:cNvSpPr/>
            <p:nvPr/>
          </p:nvSpPr>
          <p:spPr>
            <a:xfrm>
              <a:off x="6856610" y="2205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8" name="pt34428"/>
            <p:cNvSpPr/>
            <p:nvPr/>
          </p:nvSpPr>
          <p:spPr>
            <a:xfrm>
              <a:off x="7093887" y="2231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9" name="pt34429"/>
            <p:cNvSpPr/>
            <p:nvPr/>
          </p:nvSpPr>
          <p:spPr>
            <a:xfrm>
              <a:off x="7150332" y="2246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0" name="pt34430"/>
            <p:cNvSpPr/>
            <p:nvPr/>
          </p:nvSpPr>
          <p:spPr>
            <a:xfrm>
              <a:off x="7178831" y="2078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1" name="pt34431"/>
            <p:cNvSpPr/>
            <p:nvPr/>
          </p:nvSpPr>
          <p:spPr>
            <a:xfrm>
              <a:off x="7107060" y="196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2" name="pt34432"/>
            <p:cNvSpPr/>
            <p:nvPr/>
          </p:nvSpPr>
          <p:spPr>
            <a:xfrm>
              <a:off x="7046534" y="2155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3" name="pt34433"/>
            <p:cNvSpPr/>
            <p:nvPr/>
          </p:nvSpPr>
          <p:spPr>
            <a:xfrm>
              <a:off x="7224496" y="1872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4" name="pt34434"/>
            <p:cNvSpPr/>
            <p:nvPr/>
          </p:nvSpPr>
          <p:spPr>
            <a:xfrm>
              <a:off x="7051531" y="2138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5" name="pt34435"/>
            <p:cNvSpPr/>
            <p:nvPr/>
          </p:nvSpPr>
          <p:spPr>
            <a:xfrm>
              <a:off x="6547793" y="2286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6" name="pt34436"/>
            <p:cNvSpPr/>
            <p:nvPr/>
          </p:nvSpPr>
          <p:spPr>
            <a:xfrm>
              <a:off x="7220184" y="1823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7" name="pt34437"/>
            <p:cNvSpPr/>
            <p:nvPr/>
          </p:nvSpPr>
          <p:spPr>
            <a:xfrm>
              <a:off x="6942200" y="1912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8" name="pt34438"/>
            <p:cNvSpPr/>
            <p:nvPr/>
          </p:nvSpPr>
          <p:spPr>
            <a:xfrm>
              <a:off x="7015846" y="2283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9" name="pt34439"/>
            <p:cNvSpPr/>
            <p:nvPr/>
          </p:nvSpPr>
          <p:spPr>
            <a:xfrm>
              <a:off x="7213944" y="2103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0" name="pt34440"/>
            <p:cNvSpPr/>
            <p:nvPr/>
          </p:nvSpPr>
          <p:spPr>
            <a:xfrm>
              <a:off x="7164203" y="2198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1" name="pt34441"/>
            <p:cNvSpPr/>
            <p:nvPr/>
          </p:nvSpPr>
          <p:spPr>
            <a:xfrm>
              <a:off x="7318036" y="2577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2" name="pt34442"/>
            <p:cNvSpPr/>
            <p:nvPr/>
          </p:nvSpPr>
          <p:spPr>
            <a:xfrm>
              <a:off x="7059742" y="2083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3" name="pt34443"/>
            <p:cNvSpPr/>
            <p:nvPr/>
          </p:nvSpPr>
          <p:spPr>
            <a:xfrm>
              <a:off x="6947069" y="1994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4" name="pt34444"/>
            <p:cNvSpPr/>
            <p:nvPr/>
          </p:nvSpPr>
          <p:spPr>
            <a:xfrm>
              <a:off x="7041827" y="2207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5" name="pt34445"/>
            <p:cNvSpPr/>
            <p:nvPr/>
          </p:nvSpPr>
          <p:spPr>
            <a:xfrm>
              <a:off x="7056186" y="2013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6" name="pt34446"/>
            <p:cNvSpPr/>
            <p:nvPr/>
          </p:nvSpPr>
          <p:spPr>
            <a:xfrm>
              <a:off x="7195481" y="2139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7" name="pt34447"/>
            <p:cNvSpPr/>
            <p:nvPr/>
          </p:nvSpPr>
          <p:spPr>
            <a:xfrm>
              <a:off x="6702533" y="2474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8" name="pt34448"/>
            <p:cNvSpPr/>
            <p:nvPr/>
          </p:nvSpPr>
          <p:spPr>
            <a:xfrm>
              <a:off x="7114018" y="2011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9" name="pt34449"/>
            <p:cNvSpPr/>
            <p:nvPr/>
          </p:nvSpPr>
          <p:spPr>
            <a:xfrm>
              <a:off x="7349860" y="2545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0" name="pt34450"/>
            <p:cNvSpPr/>
            <p:nvPr/>
          </p:nvSpPr>
          <p:spPr>
            <a:xfrm>
              <a:off x="7032158" y="2253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1" name="pt34451"/>
            <p:cNvSpPr/>
            <p:nvPr/>
          </p:nvSpPr>
          <p:spPr>
            <a:xfrm>
              <a:off x="6696571" y="2210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2" name="pt34452"/>
            <p:cNvSpPr/>
            <p:nvPr/>
          </p:nvSpPr>
          <p:spPr>
            <a:xfrm>
              <a:off x="7122421" y="2046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3" name="pt34453"/>
            <p:cNvSpPr/>
            <p:nvPr/>
          </p:nvSpPr>
          <p:spPr>
            <a:xfrm>
              <a:off x="7010141" y="1973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4" name="pt34454"/>
            <p:cNvSpPr/>
            <p:nvPr/>
          </p:nvSpPr>
          <p:spPr>
            <a:xfrm>
              <a:off x="7144540" y="1936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5" name="pt34455"/>
            <p:cNvSpPr/>
            <p:nvPr/>
          </p:nvSpPr>
          <p:spPr>
            <a:xfrm>
              <a:off x="7146652" y="1950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6" name="pt34456"/>
            <p:cNvSpPr/>
            <p:nvPr/>
          </p:nvSpPr>
          <p:spPr>
            <a:xfrm>
              <a:off x="7303521" y="2047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7" name="pt34457"/>
            <p:cNvSpPr/>
            <p:nvPr/>
          </p:nvSpPr>
          <p:spPr>
            <a:xfrm>
              <a:off x="6989518" y="2200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8" name="pt34458"/>
            <p:cNvSpPr/>
            <p:nvPr/>
          </p:nvSpPr>
          <p:spPr>
            <a:xfrm>
              <a:off x="7186395" y="1838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9" name="pt34459"/>
            <p:cNvSpPr/>
            <p:nvPr/>
          </p:nvSpPr>
          <p:spPr>
            <a:xfrm>
              <a:off x="7100141" y="2306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0" name="pt34460"/>
            <p:cNvSpPr/>
            <p:nvPr/>
          </p:nvSpPr>
          <p:spPr>
            <a:xfrm>
              <a:off x="6796150" y="2421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1" name="pt34461"/>
            <p:cNvSpPr/>
            <p:nvPr/>
          </p:nvSpPr>
          <p:spPr>
            <a:xfrm>
              <a:off x="6886468" y="217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2" name="pt34462"/>
            <p:cNvSpPr/>
            <p:nvPr/>
          </p:nvSpPr>
          <p:spPr>
            <a:xfrm>
              <a:off x="7127902" y="2084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3" name="pt34463"/>
            <p:cNvSpPr/>
            <p:nvPr/>
          </p:nvSpPr>
          <p:spPr>
            <a:xfrm>
              <a:off x="6882456" y="1928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4" name="pt34464"/>
            <p:cNvSpPr/>
            <p:nvPr/>
          </p:nvSpPr>
          <p:spPr>
            <a:xfrm>
              <a:off x="6909700" y="1995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5" name="pt34465"/>
            <p:cNvSpPr/>
            <p:nvPr/>
          </p:nvSpPr>
          <p:spPr>
            <a:xfrm>
              <a:off x="7152064" y="2111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6" name="pt34466"/>
            <p:cNvSpPr/>
            <p:nvPr/>
          </p:nvSpPr>
          <p:spPr>
            <a:xfrm>
              <a:off x="7006794" y="1632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7" name="pt34467"/>
            <p:cNvSpPr/>
            <p:nvPr/>
          </p:nvSpPr>
          <p:spPr>
            <a:xfrm>
              <a:off x="7025475" y="2037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8" name="pt34468"/>
            <p:cNvSpPr/>
            <p:nvPr/>
          </p:nvSpPr>
          <p:spPr>
            <a:xfrm>
              <a:off x="7137133" y="1951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9" name="pt34469"/>
            <p:cNvSpPr/>
            <p:nvPr/>
          </p:nvSpPr>
          <p:spPr>
            <a:xfrm>
              <a:off x="7128197" y="2156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0" name="pt34470"/>
            <p:cNvSpPr/>
            <p:nvPr/>
          </p:nvSpPr>
          <p:spPr>
            <a:xfrm>
              <a:off x="7295321" y="2193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1" name="pt34471"/>
            <p:cNvSpPr/>
            <p:nvPr/>
          </p:nvSpPr>
          <p:spPr>
            <a:xfrm>
              <a:off x="7026782" y="2100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2" name="pt34472"/>
            <p:cNvSpPr/>
            <p:nvPr/>
          </p:nvSpPr>
          <p:spPr>
            <a:xfrm>
              <a:off x="6917992" y="2005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3" name="pt34473"/>
            <p:cNvSpPr/>
            <p:nvPr/>
          </p:nvSpPr>
          <p:spPr>
            <a:xfrm>
              <a:off x="7413623" y="2930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4" name="pt34474"/>
            <p:cNvSpPr/>
            <p:nvPr/>
          </p:nvSpPr>
          <p:spPr>
            <a:xfrm>
              <a:off x="7043124" y="2179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5" name="pt34475"/>
            <p:cNvSpPr/>
            <p:nvPr/>
          </p:nvSpPr>
          <p:spPr>
            <a:xfrm>
              <a:off x="6669152" y="1870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6" name="pt34476"/>
            <p:cNvSpPr/>
            <p:nvPr/>
          </p:nvSpPr>
          <p:spPr>
            <a:xfrm>
              <a:off x="7157258" y="2475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7" name="pt34477"/>
            <p:cNvSpPr/>
            <p:nvPr/>
          </p:nvSpPr>
          <p:spPr>
            <a:xfrm>
              <a:off x="6952916" y="1870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8" name="pt34478"/>
            <p:cNvSpPr/>
            <p:nvPr/>
          </p:nvSpPr>
          <p:spPr>
            <a:xfrm>
              <a:off x="6852288" y="2135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9" name="pt34479"/>
            <p:cNvSpPr/>
            <p:nvPr/>
          </p:nvSpPr>
          <p:spPr>
            <a:xfrm>
              <a:off x="6963175" y="1951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0" name="pt34480"/>
            <p:cNvSpPr/>
            <p:nvPr/>
          </p:nvSpPr>
          <p:spPr>
            <a:xfrm>
              <a:off x="7141574" y="2042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1" name="pt34481"/>
            <p:cNvSpPr/>
            <p:nvPr/>
          </p:nvSpPr>
          <p:spPr>
            <a:xfrm>
              <a:off x="7127285" y="2113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2" name="pt34482"/>
            <p:cNvSpPr/>
            <p:nvPr/>
          </p:nvSpPr>
          <p:spPr>
            <a:xfrm>
              <a:off x="7055408" y="2128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3" name="pt34483"/>
            <p:cNvSpPr/>
            <p:nvPr/>
          </p:nvSpPr>
          <p:spPr>
            <a:xfrm>
              <a:off x="7201127" y="2040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4" name="pt34484"/>
            <p:cNvSpPr/>
            <p:nvPr/>
          </p:nvSpPr>
          <p:spPr>
            <a:xfrm>
              <a:off x="6802986" y="2122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5" name="pt34485"/>
            <p:cNvSpPr/>
            <p:nvPr/>
          </p:nvSpPr>
          <p:spPr>
            <a:xfrm>
              <a:off x="7211153" y="204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6" name="pt34486"/>
            <p:cNvSpPr/>
            <p:nvPr/>
          </p:nvSpPr>
          <p:spPr>
            <a:xfrm>
              <a:off x="6981198" y="2122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7" name="pt34487"/>
            <p:cNvSpPr/>
            <p:nvPr/>
          </p:nvSpPr>
          <p:spPr>
            <a:xfrm>
              <a:off x="7075984" y="2069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8" name="pt34488"/>
            <p:cNvSpPr/>
            <p:nvPr/>
          </p:nvSpPr>
          <p:spPr>
            <a:xfrm>
              <a:off x="7125205" y="2125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9" name="pt34489"/>
            <p:cNvSpPr/>
            <p:nvPr/>
          </p:nvSpPr>
          <p:spPr>
            <a:xfrm>
              <a:off x="7273380" y="2097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0" name="pt34490"/>
            <p:cNvSpPr/>
            <p:nvPr/>
          </p:nvSpPr>
          <p:spPr>
            <a:xfrm>
              <a:off x="6930708" y="192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1" name="pt34491"/>
            <p:cNvSpPr/>
            <p:nvPr/>
          </p:nvSpPr>
          <p:spPr>
            <a:xfrm>
              <a:off x="7181539" y="1949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2" name="pt34492"/>
            <p:cNvSpPr/>
            <p:nvPr/>
          </p:nvSpPr>
          <p:spPr>
            <a:xfrm>
              <a:off x="7076808" y="2138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3" name="pt34493"/>
            <p:cNvSpPr/>
            <p:nvPr/>
          </p:nvSpPr>
          <p:spPr>
            <a:xfrm>
              <a:off x="7135628" y="2028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4" name="pt34494"/>
            <p:cNvSpPr/>
            <p:nvPr/>
          </p:nvSpPr>
          <p:spPr>
            <a:xfrm>
              <a:off x="7297187" y="20824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5" name="pt34495"/>
            <p:cNvSpPr/>
            <p:nvPr/>
          </p:nvSpPr>
          <p:spPr>
            <a:xfrm>
              <a:off x="7042451" y="2161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6" name="pt34496"/>
            <p:cNvSpPr/>
            <p:nvPr/>
          </p:nvSpPr>
          <p:spPr>
            <a:xfrm>
              <a:off x="6984150" y="2181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7" name="pt34497"/>
            <p:cNvSpPr/>
            <p:nvPr/>
          </p:nvSpPr>
          <p:spPr>
            <a:xfrm>
              <a:off x="7239106" y="1944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8" name="pt34498"/>
            <p:cNvSpPr/>
            <p:nvPr/>
          </p:nvSpPr>
          <p:spPr>
            <a:xfrm>
              <a:off x="6958585" y="2065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9" name="pt34499"/>
            <p:cNvSpPr/>
            <p:nvPr/>
          </p:nvSpPr>
          <p:spPr>
            <a:xfrm>
              <a:off x="7088280" y="2199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0" name="pt34500"/>
            <p:cNvSpPr/>
            <p:nvPr/>
          </p:nvSpPr>
          <p:spPr>
            <a:xfrm>
              <a:off x="6985715" y="2265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1" name="pt34501"/>
            <p:cNvSpPr/>
            <p:nvPr/>
          </p:nvSpPr>
          <p:spPr>
            <a:xfrm>
              <a:off x="7061832" y="2056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2" name="pt34502"/>
            <p:cNvSpPr/>
            <p:nvPr/>
          </p:nvSpPr>
          <p:spPr>
            <a:xfrm>
              <a:off x="7353413" y="2688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3" name="pt34503"/>
            <p:cNvSpPr/>
            <p:nvPr/>
          </p:nvSpPr>
          <p:spPr>
            <a:xfrm>
              <a:off x="7046605" y="2243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4" name="pt34504"/>
            <p:cNvSpPr/>
            <p:nvPr/>
          </p:nvSpPr>
          <p:spPr>
            <a:xfrm>
              <a:off x="7180654" y="1965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5" name="pt34505"/>
            <p:cNvSpPr/>
            <p:nvPr/>
          </p:nvSpPr>
          <p:spPr>
            <a:xfrm>
              <a:off x="7217852" y="1964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6" name="pt34506"/>
            <p:cNvSpPr/>
            <p:nvPr/>
          </p:nvSpPr>
          <p:spPr>
            <a:xfrm>
              <a:off x="6861205" y="2193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7" name="pt34507"/>
            <p:cNvSpPr/>
            <p:nvPr/>
          </p:nvSpPr>
          <p:spPr>
            <a:xfrm>
              <a:off x="7242921" y="1912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8" name="pt34508"/>
            <p:cNvSpPr/>
            <p:nvPr/>
          </p:nvSpPr>
          <p:spPr>
            <a:xfrm>
              <a:off x="7355365" y="2668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9" name="pt34509"/>
            <p:cNvSpPr/>
            <p:nvPr/>
          </p:nvSpPr>
          <p:spPr>
            <a:xfrm>
              <a:off x="6932714" y="1934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0" name="pt34510"/>
            <p:cNvSpPr/>
            <p:nvPr/>
          </p:nvSpPr>
          <p:spPr>
            <a:xfrm>
              <a:off x="7177049" y="2268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1" name="pt34511"/>
            <p:cNvSpPr/>
            <p:nvPr/>
          </p:nvSpPr>
          <p:spPr>
            <a:xfrm>
              <a:off x="7403639" y="2971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2" name="pt34512"/>
            <p:cNvSpPr/>
            <p:nvPr/>
          </p:nvSpPr>
          <p:spPr>
            <a:xfrm>
              <a:off x="7269338" y="1907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3" name="pt34513"/>
            <p:cNvSpPr/>
            <p:nvPr/>
          </p:nvSpPr>
          <p:spPr>
            <a:xfrm>
              <a:off x="7431807" y="2535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4" name="pt34514"/>
            <p:cNvSpPr/>
            <p:nvPr/>
          </p:nvSpPr>
          <p:spPr>
            <a:xfrm>
              <a:off x="7079362" y="2081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5" name="pt34515"/>
            <p:cNvSpPr/>
            <p:nvPr/>
          </p:nvSpPr>
          <p:spPr>
            <a:xfrm>
              <a:off x="7094700" y="2204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6" name="pt34516"/>
            <p:cNvSpPr/>
            <p:nvPr/>
          </p:nvSpPr>
          <p:spPr>
            <a:xfrm>
              <a:off x="7361627" y="2501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7" name="pt34517"/>
            <p:cNvSpPr/>
            <p:nvPr/>
          </p:nvSpPr>
          <p:spPr>
            <a:xfrm>
              <a:off x="7401770" y="2483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8" name="pt34518"/>
            <p:cNvSpPr/>
            <p:nvPr/>
          </p:nvSpPr>
          <p:spPr>
            <a:xfrm>
              <a:off x="7099322" y="2150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9" name="pt34519"/>
            <p:cNvSpPr/>
            <p:nvPr/>
          </p:nvSpPr>
          <p:spPr>
            <a:xfrm>
              <a:off x="7283611" y="1950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0" name="pt34520"/>
            <p:cNvSpPr/>
            <p:nvPr/>
          </p:nvSpPr>
          <p:spPr>
            <a:xfrm>
              <a:off x="7092147" y="2291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1" name="pt34521"/>
            <p:cNvSpPr/>
            <p:nvPr/>
          </p:nvSpPr>
          <p:spPr>
            <a:xfrm>
              <a:off x="7034834" y="2154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2" name="pt34522"/>
            <p:cNvSpPr/>
            <p:nvPr/>
          </p:nvSpPr>
          <p:spPr>
            <a:xfrm>
              <a:off x="7263107" y="1917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3" name="pt34523"/>
            <p:cNvSpPr/>
            <p:nvPr/>
          </p:nvSpPr>
          <p:spPr>
            <a:xfrm>
              <a:off x="7449139" y="2626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4" name="pt34524"/>
            <p:cNvSpPr/>
            <p:nvPr/>
          </p:nvSpPr>
          <p:spPr>
            <a:xfrm>
              <a:off x="7400123" y="2486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5" name="pt34525"/>
            <p:cNvSpPr/>
            <p:nvPr/>
          </p:nvSpPr>
          <p:spPr>
            <a:xfrm>
              <a:off x="7280374" y="2042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6" name="pt34526"/>
            <p:cNvSpPr/>
            <p:nvPr/>
          </p:nvSpPr>
          <p:spPr>
            <a:xfrm>
              <a:off x="7358812" y="2700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7" name="pt34527"/>
            <p:cNvSpPr/>
            <p:nvPr/>
          </p:nvSpPr>
          <p:spPr>
            <a:xfrm>
              <a:off x="7029973" y="2184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8" name="pt34528"/>
            <p:cNvSpPr/>
            <p:nvPr/>
          </p:nvSpPr>
          <p:spPr>
            <a:xfrm>
              <a:off x="7143269" y="2097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9" name="pt34529"/>
            <p:cNvSpPr/>
            <p:nvPr/>
          </p:nvSpPr>
          <p:spPr>
            <a:xfrm>
              <a:off x="6852447" y="2099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0" name="pt34530"/>
            <p:cNvSpPr/>
            <p:nvPr/>
          </p:nvSpPr>
          <p:spPr>
            <a:xfrm>
              <a:off x="7088969" y="2167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1" name="pt34531"/>
            <p:cNvSpPr/>
            <p:nvPr/>
          </p:nvSpPr>
          <p:spPr>
            <a:xfrm>
              <a:off x="7135806" y="1973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2" name="pt34532"/>
            <p:cNvSpPr/>
            <p:nvPr/>
          </p:nvSpPr>
          <p:spPr>
            <a:xfrm>
              <a:off x="7107691" y="2069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3" name="pt34533"/>
            <p:cNvSpPr/>
            <p:nvPr/>
          </p:nvSpPr>
          <p:spPr>
            <a:xfrm>
              <a:off x="7186070" y="2045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4" name="pt34534"/>
            <p:cNvSpPr/>
            <p:nvPr/>
          </p:nvSpPr>
          <p:spPr>
            <a:xfrm>
              <a:off x="6841081" y="1823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5" name="pt34535"/>
            <p:cNvSpPr/>
            <p:nvPr/>
          </p:nvSpPr>
          <p:spPr>
            <a:xfrm>
              <a:off x="7164536" y="2035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6" name="pt34536"/>
            <p:cNvSpPr/>
            <p:nvPr/>
          </p:nvSpPr>
          <p:spPr>
            <a:xfrm>
              <a:off x="6897790" y="205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7" name="pt34537"/>
            <p:cNvSpPr/>
            <p:nvPr/>
          </p:nvSpPr>
          <p:spPr>
            <a:xfrm>
              <a:off x="7121943" y="202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8" name="pt34538"/>
            <p:cNvSpPr/>
            <p:nvPr/>
          </p:nvSpPr>
          <p:spPr>
            <a:xfrm>
              <a:off x="7079639" y="2181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9" name="pt34539"/>
            <p:cNvSpPr/>
            <p:nvPr/>
          </p:nvSpPr>
          <p:spPr>
            <a:xfrm>
              <a:off x="7440653" y="2203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0" name="pt34540"/>
            <p:cNvSpPr/>
            <p:nvPr/>
          </p:nvSpPr>
          <p:spPr>
            <a:xfrm>
              <a:off x="7073510" y="1991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1" name="pt34541"/>
            <p:cNvSpPr/>
            <p:nvPr/>
          </p:nvSpPr>
          <p:spPr>
            <a:xfrm>
              <a:off x="7367567" y="2551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2" name="pt34542"/>
            <p:cNvSpPr/>
            <p:nvPr/>
          </p:nvSpPr>
          <p:spPr>
            <a:xfrm>
              <a:off x="7192290" y="2209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3" name="pt34543"/>
            <p:cNvSpPr/>
            <p:nvPr/>
          </p:nvSpPr>
          <p:spPr>
            <a:xfrm>
              <a:off x="7123503" y="2060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4" name="pt34544"/>
            <p:cNvSpPr/>
            <p:nvPr/>
          </p:nvSpPr>
          <p:spPr>
            <a:xfrm>
              <a:off x="7010873" y="2077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5" name="pt34545"/>
            <p:cNvSpPr/>
            <p:nvPr/>
          </p:nvSpPr>
          <p:spPr>
            <a:xfrm>
              <a:off x="7065671" y="2056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6" name="pt34546"/>
            <p:cNvSpPr/>
            <p:nvPr/>
          </p:nvSpPr>
          <p:spPr>
            <a:xfrm>
              <a:off x="7096287" y="2232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7" name="pt34547"/>
            <p:cNvSpPr/>
            <p:nvPr/>
          </p:nvSpPr>
          <p:spPr>
            <a:xfrm>
              <a:off x="6791803" y="2302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8" name="pt34548"/>
            <p:cNvSpPr/>
            <p:nvPr/>
          </p:nvSpPr>
          <p:spPr>
            <a:xfrm>
              <a:off x="7056861" y="2073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9" name="pt34549"/>
            <p:cNvSpPr/>
            <p:nvPr/>
          </p:nvSpPr>
          <p:spPr>
            <a:xfrm>
              <a:off x="6646709" y="2273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0" name="pt34550"/>
            <p:cNvSpPr/>
            <p:nvPr/>
          </p:nvSpPr>
          <p:spPr>
            <a:xfrm>
              <a:off x="7006321" y="1880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1" name="pt34551"/>
            <p:cNvSpPr/>
            <p:nvPr/>
          </p:nvSpPr>
          <p:spPr>
            <a:xfrm>
              <a:off x="6954455" y="1788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2" name="pt34552"/>
            <p:cNvSpPr/>
            <p:nvPr/>
          </p:nvSpPr>
          <p:spPr>
            <a:xfrm>
              <a:off x="7159775" y="2248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3" name="pt34553"/>
            <p:cNvSpPr/>
            <p:nvPr/>
          </p:nvSpPr>
          <p:spPr>
            <a:xfrm>
              <a:off x="7163713" y="2318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4" name="pt34554"/>
            <p:cNvSpPr/>
            <p:nvPr/>
          </p:nvSpPr>
          <p:spPr>
            <a:xfrm>
              <a:off x="6934213" y="1750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5" name="pt34555"/>
            <p:cNvSpPr/>
            <p:nvPr/>
          </p:nvSpPr>
          <p:spPr>
            <a:xfrm>
              <a:off x="7256981" y="2099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6" name="pt34556"/>
            <p:cNvSpPr/>
            <p:nvPr/>
          </p:nvSpPr>
          <p:spPr>
            <a:xfrm>
              <a:off x="7273684" y="1979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7" name="pt34557"/>
            <p:cNvSpPr/>
            <p:nvPr/>
          </p:nvSpPr>
          <p:spPr>
            <a:xfrm>
              <a:off x="7127399" y="2129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8" name="pt34558"/>
            <p:cNvSpPr/>
            <p:nvPr/>
          </p:nvSpPr>
          <p:spPr>
            <a:xfrm>
              <a:off x="7305611" y="2405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9" name="pt34559"/>
            <p:cNvSpPr/>
            <p:nvPr/>
          </p:nvSpPr>
          <p:spPr>
            <a:xfrm>
              <a:off x="6736500" y="2327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0" name="pt34560"/>
            <p:cNvSpPr/>
            <p:nvPr/>
          </p:nvSpPr>
          <p:spPr>
            <a:xfrm>
              <a:off x="7052479" y="2124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1" name="pt34561"/>
            <p:cNvSpPr/>
            <p:nvPr/>
          </p:nvSpPr>
          <p:spPr>
            <a:xfrm>
              <a:off x="7213047" y="2171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2" name="pt34562"/>
            <p:cNvSpPr/>
            <p:nvPr/>
          </p:nvSpPr>
          <p:spPr>
            <a:xfrm>
              <a:off x="7244836" y="1929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3" name="pt34563"/>
            <p:cNvSpPr/>
            <p:nvPr/>
          </p:nvSpPr>
          <p:spPr>
            <a:xfrm>
              <a:off x="6944911" y="1930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4" name="pt34564"/>
            <p:cNvSpPr/>
            <p:nvPr/>
          </p:nvSpPr>
          <p:spPr>
            <a:xfrm>
              <a:off x="7121428" y="2078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5" name="pt34565"/>
            <p:cNvSpPr/>
            <p:nvPr/>
          </p:nvSpPr>
          <p:spPr>
            <a:xfrm>
              <a:off x="6934127" y="1932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6" name="pt34566"/>
            <p:cNvSpPr/>
            <p:nvPr/>
          </p:nvSpPr>
          <p:spPr>
            <a:xfrm>
              <a:off x="7103122" y="2076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7" name="pt34567"/>
            <p:cNvSpPr/>
            <p:nvPr/>
          </p:nvSpPr>
          <p:spPr>
            <a:xfrm>
              <a:off x="7268379" y="200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8" name="pt34568"/>
            <p:cNvSpPr/>
            <p:nvPr/>
          </p:nvSpPr>
          <p:spPr>
            <a:xfrm>
              <a:off x="7028731" y="2115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9" name="pt34569"/>
            <p:cNvSpPr/>
            <p:nvPr/>
          </p:nvSpPr>
          <p:spPr>
            <a:xfrm>
              <a:off x="7037302" y="2208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0" name="pt34570"/>
            <p:cNvSpPr/>
            <p:nvPr/>
          </p:nvSpPr>
          <p:spPr>
            <a:xfrm>
              <a:off x="7067770" y="2034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1" name="pt34571"/>
            <p:cNvSpPr/>
            <p:nvPr/>
          </p:nvSpPr>
          <p:spPr>
            <a:xfrm>
              <a:off x="7293252" y="1987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2" name="pt34572"/>
            <p:cNvSpPr/>
            <p:nvPr/>
          </p:nvSpPr>
          <p:spPr>
            <a:xfrm>
              <a:off x="6888131" y="2214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3" name="pt34573"/>
            <p:cNvSpPr/>
            <p:nvPr/>
          </p:nvSpPr>
          <p:spPr>
            <a:xfrm>
              <a:off x="6952587" y="1691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4" name="pt34574"/>
            <p:cNvSpPr/>
            <p:nvPr/>
          </p:nvSpPr>
          <p:spPr>
            <a:xfrm>
              <a:off x="7174074" y="2028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5" name="pt34575"/>
            <p:cNvSpPr/>
            <p:nvPr/>
          </p:nvSpPr>
          <p:spPr>
            <a:xfrm>
              <a:off x="7130761" y="2100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6" name="pt34576"/>
            <p:cNvSpPr/>
            <p:nvPr/>
          </p:nvSpPr>
          <p:spPr>
            <a:xfrm>
              <a:off x="7024920" y="2067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7" name="pt34577"/>
            <p:cNvSpPr/>
            <p:nvPr/>
          </p:nvSpPr>
          <p:spPr>
            <a:xfrm>
              <a:off x="7153701" y="2252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8" name="pt34578"/>
            <p:cNvSpPr/>
            <p:nvPr/>
          </p:nvSpPr>
          <p:spPr>
            <a:xfrm>
              <a:off x="7144567" y="1974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9" name="pt34579"/>
            <p:cNvSpPr/>
            <p:nvPr/>
          </p:nvSpPr>
          <p:spPr>
            <a:xfrm>
              <a:off x="7109934" y="202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0" name="pt34580"/>
            <p:cNvSpPr/>
            <p:nvPr/>
          </p:nvSpPr>
          <p:spPr>
            <a:xfrm>
              <a:off x="6898050" y="2077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1" name="pt34581"/>
            <p:cNvSpPr/>
            <p:nvPr/>
          </p:nvSpPr>
          <p:spPr>
            <a:xfrm>
              <a:off x="6894688" y="2048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2" name="pt34582"/>
            <p:cNvSpPr/>
            <p:nvPr/>
          </p:nvSpPr>
          <p:spPr>
            <a:xfrm>
              <a:off x="7047045" y="2156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3" name="pt34583"/>
            <p:cNvSpPr/>
            <p:nvPr/>
          </p:nvSpPr>
          <p:spPr>
            <a:xfrm>
              <a:off x="7259793" y="1963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4" name="pt34584"/>
            <p:cNvSpPr/>
            <p:nvPr/>
          </p:nvSpPr>
          <p:spPr>
            <a:xfrm>
              <a:off x="6747775" y="2413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5" name="pt34585"/>
            <p:cNvSpPr/>
            <p:nvPr/>
          </p:nvSpPr>
          <p:spPr>
            <a:xfrm>
              <a:off x="7257000" y="2152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6" name="pt34586"/>
            <p:cNvSpPr/>
            <p:nvPr/>
          </p:nvSpPr>
          <p:spPr>
            <a:xfrm>
              <a:off x="7056028" y="2099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7" name="pt34587"/>
            <p:cNvSpPr/>
            <p:nvPr/>
          </p:nvSpPr>
          <p:spPr>
            <a:xfrm>
              <a:off x="7130610" y="2155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8" name="pt34588"/>
            <p:cNvSpPr/>
            <p:nvPr/>
          </p:nvSpPr>
          <p:spPr>
            <a:xfrm>
              <a:off x="6826741" y="2008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9" name="pt34589"/>
            <p:cNvSpPr/>
            <p:nvPr/>
          </p:nvSpPr>
          <p:spPr>
            <a:xfrm>
              <a:off x="7170885" y="2160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0" name="pt34590"/>
            <p:cNvSpPr/>
            <p:nvPr/>
          </p:nvSpPr>
          <p:spPr>
            <a:xfrm>
              <a:off x="7286014" y="1923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1" name="pt34591"/>
            <p:cNvSpPr/>
            <p:nvPr/>
          </p:nvSpPr>
          <p:spPr>
            <a:xfrm>
              <a:off x="6758270" y="2422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2" name="pt34592"/>
            <p:cNvSpPr/>
            <p:nvPr/>
          </p:nvSpPr>
          <p:spPr>
            <a:xfrm>
              <a:off x="7144566" y="1911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3" name="pt34593"/>
            <p:cNvSpPr/>
            <p:nvPr/>
          </p:nvSpPr>
          <p:spPr>
            <a:xfrm>
              <a:off x="7063824" y="2103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4" name="pt34594"/>
            <p:cNvSpPr/>
            <p:nvPr/>
          </p:nvSpPr>
          <p:spPr>
            <a:xfrm>
              <a:off x="7208980" y="1966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5" name="pt34595"/>
            <p:cNvSpPr/>
            <p:nvPr/>
          </p:nvSpPr>
          <p:spPr>
            <a:xfrm>
              <a:off x="7066272" y="2132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6" name="pt34596"/>
            <p:cNvSpPr/>
            <p:nvPr/>
          </p:nvSpPr>
          <p:spPr>
            <a:xfrm>
              <a:off x="7122063" y="1979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7" name="pt34597"/>
            <p:cNvSpPr/>
            <p:nvPr/>
          </p:nvSpPr>
          <p:spPr>
            <a:xfrm>
              <a:off x="7069190" y="1987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8" name="pt34598"/>
            <p:cNvSpPr/>
            <p:nvPr/>
          </p:nvSpPr>
          <p:spPr>
            <a:xfrm>
              <a:off x="7129873" y="2084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9" name="pt34599"/>
            <p:cNvSpPr/>
            <p:nvPr/>
          </p:nvSpPr>
          <p:spPr>
            <a:xfrm>
              <a:off x="6999651" y="2078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0" name="pt34600"/>
            <p:cNvSpPr/>
            <p:nvPr/>
          </p:nvSpPr>
          <p:spPr>
            <a:xfrm>
              <a:off x="7075130" y="2119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1" name="pt34601"/>
            <p:cNvSpPr/>
            <p:nvPr/>
          </p:nvSpPr>
          <p:spPr>
            <a:xfrm>
              <a:off x="6897318" y="2126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2" name="pt34602"/>
            <p:cNvSpPr/>
            <p:nvPr/>
          </p:nvSpPr>
          <p:spPr>
            <a:xfrm>
              <a:off x="7063211" y="2116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3" name="pt34603"/>
            <p:cNvSpPr/>
            <p:nvPr/>
          </p:nvSpPr>
          <p:spPr>
            <a:xfrm>
              <a:off x="7137563" y="1985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4" name="pt34604"/>
            <p:cNvSpPr/>
            <p:nvPr/>
          </p:nvSpPr>
          <p:spPr>
            <a:xfrm>
              <a:off x="7117003" y="1965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5" name="pt34605"/>
            <p:cNvSpPr/>
            <p:nvPr/>
          </p:nvSpPr>
          <p:spPr>
            <a:xfrm>
              <a:off x="6964093" y="2138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6" name="pt34606"/>
            <p:cNvSpPr/>
            <p:nvPr/>
          </p:nvSpPr>
          <p:spPr>
            <a:xfrm>
              <a:off x="7112535" y="1894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7" name="pt34607"/>
            <p:cNvSpPr/>
            <p:nvPr/>
          </p:nvSpPr>
          <p:spPr>
            <a:xfrm>
              <a:off x="7081563" y="2104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8" name="pt34608"/>
            <p:cNvSpPr/>
            <p:nvPr/>
          </p:nvSpPr>
          <p:spPr>
            <a:xfrm>
              <a:off x="7136401" y="1967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9" name="pt34609"/>
            <p:cNvSpPr/>
            <p:nvPr/>
          </p:nvSpPr>
          <p:spPr>
            <a:xfrm>
              <a:off x="7176393" y="2009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0" name="pt34610"/>
            <p:cNvSpPr/>
            <p:nvPr/>
          </p:nvSpPr>
          <p:spPr>
            <a:xfrm>
              <a:off x="6813514" y="2000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1" name="pt34611"/>
            <p:cNvSpPr/>
            <p:nvPr/>
          </p:nvSpPr>
          <p:spPr>
            <a:xfrm>
              <a:off x="7433590" y="2050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2" name="pt34612"/>
            <p:cNvSpPr/>
            <p:nvPr/>
          </p:nvSpPr>
          <p:spPr>
            <a:xfrm>
              <a:off x="7082516" y="2214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3" name="pt34613"/>
            <p:cNvSpPr/>
            <p:nvPr/>
          </p:nvSpPr>
          <p:spPr>
            <a:xfrm>
              <a:off x="7455423" y="2000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4" name="pt34614"/>
            <p:cNvSpPr/>
            <p:nvPr/>
          </p:nvSpPr>
          <p:spPr>
            <a:xfrm>
              <a:off x="7107938" y="2027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5" name="pt34615"/>
            <p:cNvSpPr/>
            <p:nvPr/>
          </p:nvSpPr>
          <p:spPr>
            <a:xfrm>
              <a:off x="7095952" y="2241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6" name="pt34616"/>
            <p:cNvSpPr/>
            <p:nvPr/>
          </p:nvSpPr>
          <p:spPr>
            <a:xfrm>
              <a:off x="7367512" y="2863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7" name="pt34617"/>
            <p:cNvSpPr/>
            <p:nvPr/>
          </p:nvSpPr>
          <p:spPr>
            <a:xfrm>
              <a:off x="6937404" y="1992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8" name="pt34618"/>
            <p:cNvSpPr/>
            <p:nvPr/>
          </p:nvSpPr>
          <p:spPr>
            <a:xfrm>
              <a:off x="7042440" y="2268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9" name="pt34619"/>
            <p:cNvSpPr/>
            <p:nvPr/>
          </p:nvSpPr>
          <p:spPr>
            <a:xfrm>
              <a:off x="7159339" y="2348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0" name="pt34620"/>
            <p:cNvSpPr/>
            <p:nvPr/>
          </p:nvSpPr>
          <p:spPr>
            <a:xfrm>
              <a:off x="6847407" y="2216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1" name="pt34621"/>
            <p:cNvSpPr/>
            <p:nvPr/>
          </p:nvSpPr>
          <p:spPr>
            <a:xfrm>
              <a:off x="6748860" y="2443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2" name="pt34622"/>
            <p:cNvSpPr/>
            <p:nvPr/>
          </p:nvSpPr>
          <p:spPr>
            <a:xfrm>
              <a:off x="7217848" y="2044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3" name="pt34623"/>
            <p:cNvSpPr/>
            <p:nvPr/>
          </p:nvSpPr>
          <p:spPr>
            <a:xfrm>
              <a:off x="6883387" y="2216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4" name="pt34624"/>
            <p:cNvSpPr/>
            <p:nvPr/>
          </p:nvSpPr>
          <p:spPr>
            <a:xfrm>
              <a:off x="7218758" y="2041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5" name="pt34625"/>
            <p:cNvSpPr/>
            <p:nvPr/>
          </p:nvSpPr>
          <p:spPr>
            <a:xfrm>
              <a:off x="7005733" y="1792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6" name="pt34626"/>
            <p:cNvSpPr/>
            <p:nvPr/>
          </p:nvSpPr>
          <p:spPr>
            <a:xfrm>
              <a:off x="6703611" y="2319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7" name="pt34627"/>
            <p:cNvSpPr/>
            <p:nvPr/>
          </p:nvSpPr>
          <p:spPr>
            <a:xfrm>
              <a:off x="6935678" y="2056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8" name="pt34628"/>
            <p:cNvSpPr/>
            <p:nvPr/>
          </p:nvSpPr>
          <p:spPr>
            <a:xfrm>
              <a:off x="7058416" y="2031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9" name="pt34629"/>
            <p:cNvSpPr/>
            <p:nvPr/>
          </p:nvSpPr>
          <p:spPr>
            <a:xfrm>
              <a:off x="6688901" y="1815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0" name="pt34630"/>
            <p:cNvSpPr/>
            <p:nvPr/>
          </p:nvSpPr>
          <p:spPr>
            <a:xfrm>
              <a:off x="7071032" y="2178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1" name="pt34631"/>
            <p:cNvSpPr/>
            <p:nvPr/>
          </p:nvSpPr>
          <p:spPr>
            <a:xfrm>
              <a:off x="7074370" y="2149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2" name="pt34632"/>
            <p:cNvSpPr/>
            <p:nvPr/>
          </p:nvSpPr>
          <p:spPr>
            <a:xfrm>
              <a:off x="7298995" y="2309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3" name="pt34633"/>
            <p:cNvSpPr/>
            <p:nvPr/>
          </p:nvSpPr>
          <p:spPr>
            <a:xfrm>
              <a:off x="7206367" y="2171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4" name="pt34634"/>
            <p:cNvSpPr/>
            <p:nvPr/>
          </p:nvSpPr>
          <p:spPr>
            <a:xfrm>
              <a:off x="7077850" y="2128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5" name="pt34635"/>
            <p:cNvSpPr/>
            <p:nvPr/>
          </p:nvSpPr>
          <p:spPr>
            <a:xfrm>
              <a:off x="7137052" y="2080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6" name="pt34636"/>
            <p:cNvSpPr/>
            <p:nvPr/>
          </p:nvSpPr>
          <p:spPr>
            <a:xfrm>
              <a:off x="7783857" y="2398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7" name="pt34637"/>
            <p:cNvSpPr/>
            <p:nvPr/>
          </p:nvSpPr>
          <p:spPr>
            <a:xfrm>
              <a:off x="7110304" y="2124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8" name="pt34638"/>
            <p:cNvSpPr/>
            <p:nvPr/>
          </p:nvSpPr>
          <p:spPr>
            <a:xfrm>
              <a:off x="7648936" y="2077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9" name="pt34639"/>
            <p:cNvSpPr/>
            <p:nvPr/>
          </p:nvSpPr>
          <p:spPr>
            <a:xfrm>
              <a:off x="7052219" y="2170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0" name="pt34640"/>
            <p:cNvSpPr/>
            <p:nvPr/>
          </p:nvSpPr>
          <p:spPr>
            <a:xfrm>
              <a:off x="7030572" y="2151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1" name="pt34641"/>
            <p:cNvSpPr/>
            <p:nvPr/>
          </p:nvSpPr>
          <p:spPr>
            <a:xfrm>
              <a:off x="7029541" y="2114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2" name="pt34642"/>
            <p:cNvSpPr/>
            <p:nvPr/>
          </p:nvSpPr>
          <p:spPr>
            <a:xfrm>
              <a:off x="7293655" y="2139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3" name="pt34643"/>
            <p:cNvSpPr/>
            <p:nvPr/>
          </p:nvSpPr>
          <p:spPr>
            <a:xfrm>
              <a:off x="7112731" y="2009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4" name="pt34644"/>
            <p:cNvSpPr/>
            <p:nvPr/>
          </p:nvSpPr>
          <p:spPr>
            <a:xfrm>
              <a:off x="6816928" y="2129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5" name="pt34645"/>
            <p:cNvSpPr/>
            <p:nvPr/>
          </p:nvSpPr>
          <p:spPr>
            <a:xfrm>
              <a:off x="6949235" y="1963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6" name="pt34646"/>
            <p:cNvSpPr/>
            <p:nvPr/>
          </p:nvSpPr>
          <p:spPr>
            <a:xfrm>
              <a:off x="6854093" y="218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7" name="pt34647"/>
            <p:cNvSpPr/>
            <p:nvPr/>
          </p:nvSpPr>
          <p:spPr>
            <a:xfrm>
              <a:off x="7097399" y="2250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8" name="pt34648"/>
            <p:cNvSpPr/>
            <p:nvPr/>
          </p:nvSpPr>
          <p:spPr>
            <a:xfrm>
              <a:off x="7082517" y="2110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9" name="pt34649"/>
            <p:cNvSpPr/>
            <p:nvPr/>
          </p:nvSpPr>
          <p:spPr>
            <a:xfrm>
              <a:off x="7018963" y="2271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0" name="pt34650"/>
            <p:cNvSpPr/>
            <p:nvPr/>
          </p:nvSpPr>
          <p:spPr>
            <a:xfrm>
              <a:off x="7296680" y="2147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1" name="pt34651"/>
            <p:cNvSpPr/>
            <p:nvPr/>
          </p:nvSpPr>
          <p:spPr>
            <a:xfrm>
              <a:off x="7045384" y="2152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2" name="pt34652"/>
            <p:cNvSpPr/>
            <p:nvPr/>
          </p:nvSpPr>
          <p:spPr>
            <a:xfrm>
              <a:off x="7075382" y="2073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3" name="pt34653"/>
            <p:cNvSpPr/>
            <p:nvPr/>
          </p:nvSpPr>
          <p:spPr>
            <a:xfrm>
              <a:off x="7026358" y="2121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4" name="pt34654"/>
            <p:cNvSpPr/>
            <p:nvPr/>
          </p:nvSpPr>
          <p:spPr>
            <a:xfrm>
              <a:off x="6873754" y="2167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5" name="pt34655"/>
            <p:cNvSpPr/>
            <p:nvPr/>
          </p:nvSpPr>
          <p:spPr>
            <a:xfrm>
              <a:off x="7266278" y="2007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6" name="pt34656"/>
            <p:cNvSpPr/>
            <p:nvPr/>
          </p:nvSpPr>
          <p:spPr>
            <a:xfrm>
              <a:off x="7141951" y="1986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7" name="pt34657"/>
            <p:cNvSpPr/>
            <p:nvPr/>
          </p:nvSpPr>
          <p:spPr>
            <a:xfrm>
              <a:off x="7166077" y="2078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8" name="pt34658"/>
            <p:cNvSpPr/>
            <p:nvPr/>
          </p:nvSpPr>
          <p:spPr>
            <a:xfrm>
              <a:off x="6964470" y="1950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9" name="pt34659"/>
            <p:cNvSpPr/>
            <p:nvPr/>
          </p:nvSpPr>
          <p:spPr>
            <a:xfrm>
              <a:off x="7061500" y="2191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0" name="pt34660"/>
            <p:cNvSpPr/>
            <p:nvPr/>
          </p:nvSpPr>
          <p:spPr>
            <a:xfrm>
              <a:off x="6898519" y="2026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1" name="pt34661"/>
            <p:cNvSpPr/>
            <p:nvPr/>
          </p:nvSpPr>
          <p:spPr>
            <a:xfrm>
              <a:off x="7132766" y="2164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2" name="pt34662"/>
            <p:cNvSpPr/>
            <p:nvPr/>
          </p:nvSpPr>
          <p:spPr>
            <a:xfrm>
              <a:off x="6956703" y="1888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3" name="pt34663"/>
            <p:cNvSpPr/>
            <p:nvPr/>
          </p:nvSpPr>
          <p:spPr>
            <a:xfrm>
              <a:off x="7106026" y="2064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4" name="pt34664"/>
            <p:cNvSpPr/>
            <p:nvPr/>
          </p:nvSpPr>
          <p:spPr>
            <a:xfrm>
              <a:off x="6981137" y="2189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5" name="pt34665"/>
            <p:cNvSpPr/>
            <p:nvPr/>
          </p:nvSpPr>
          <p:spPr>
            <a:xfrm>
              <a:off x="7332248" y="204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6" name="pt34666"/>
            <p:cNvSpPr/>
            <p:nvPr/>
          </p:nvSpPr>
          <p:spPr>
            <a:xfrm>
              <a:off x="7182923" y="2083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7" name="pt34667"/>
            <p:cNvSpPr/>
            <p:nvPr/>
          </p:nvSpPr>
          <p:spPr>
            <a:xfrm>
              <a:off x="7013290" y="1987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8" name="pt34668"/>
            <p:cNvSpPr/>
            <p:nvPr/>
          </p:nvSpPr>
          <p:spPr>
            <a:xfrm>
              <a:off x="7277751" y="1985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9" name="pt34669"/>
            <p:cNvSpPr/>
            <p:nvPr/>
          </p:nvSpPr>
          <p:spPr>
            <a:xfrm>
              <a:off x="6920277" y="1999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0" name="pt34670"/>
            <p:cNvSpPr/>
            <p:nvPr/>
          </p:nvSpPr>
          <p:spPr>
            <a:xfrm>
              <a:off x="7452945" y="2149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1" name="pt34671"/>
            <p:cNvSpPr/>
            <p:nvPr/>
          </p:nvSpPr>
          <p:spPr>
            <a:xfrm>
              <a:off x="6964414" y="2055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2" name="pt34672"/>
            <p:cNvSpPr/>
            <p:nvPr/>
          </p:nvSpPr>
          <p:spPr>
            <a:xfrm>
              <a:off x="6759821" y="1848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3" name="pt34673"/>
            <p:cNvSpPr/>
            <p:nvPr/>
          </p:nvSpPr>
          <p:spPr>
            <a:xfrm>
              <a:off x="6979958" y="2280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4" name="pt34674"/>
            <p:cNvSpPr/>
            <p:nvPr/>
          </p:nvSpPr>
          <p:spPr>
            <a:xfrm>
              <a:off x="6987460" y="2169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5" name="pt34675"/>
            <p:cNvSpPr/>
            <p:nvPr/>
          </p:nvSpPr>
          <p:spPr>
            <a:xfrm>
              <a:off x="6838764" y="1744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6" name="pt34676"/>
            <p:cNvSpPr/>
            <p:nvPr/>
          </p:nvSpPr>
          <p:spPr>
            <a:xfrm>
              <a:off x="7068646" y="2118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7" name="pt34677"/>
            <p:cNvSpPr/>
            <p:nvPr/>
          </p:nvSpPr>
          <p:spPr>
            <a:xfrm>
              <a:off x="7049481" y="2232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8" name="pt34678"/>
            <p:cNvSpPr/>
            <p:nvPr/>
          </p:nvSpPr>
          <p:spPr>
            <a:xfrm>
              <a:off x="6950058" y="2060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9" name="pt34679"/>
            <p:cNvSpPr/>
            <p:nvPr/>
          </p:nvSpPr>
          <p:spPr>
            <a:xfrm>
              <a:off x="7161311" y="2169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0" name="pt34680"/>
            <p:cNvSpPr/>
            <p:nvPr/>
          </p:nvSpPr>
          <p:spPr>
            <a:xfrm>
              <a:off x="7065457" y="2061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1" name="pt34681"/>
            <p:cNvSpPr/>
            <p:nvPr/>
          </p:nvSpPr>
          <p:spPr>
            <a:xfrm>
              <a:off x="7112026" y="1971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2" name="pt34682"/>
            <p:cNvSpPr/>
            <p:nvPr/>
          </p:nvSpPr>
          <p:spPr>
            <a:xfrm>
              <a:off x="7108119" y="2062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3" name="pt34683"/>
            <p:cNvSpPr/>
            <p:nvPr/>
          </p:nvSpPr>
          <p:spPr>
            <a:xfrm>
              <a:off x="6998894" y="2041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4" name="pt34684"/>
            <p:cNvSpPr/>
            <p:nvPr/>
          </p:nvSpPr>
          <p:spPr>
            <a:xfrm>
              <a:off x="7050153" y="2149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5" name="pt34685"/>
            <p:cNvSpPr/>
            <p:nvPr/>
          </p:nvSpPr>
          <p:spPr>
            <a:xfrm>
              <a:off x="7187555" y="1818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6" name="pt34686"/>
            <p:cNvSpPr/>
            <p:nvPr/>
          </p:nvSpPr>
          <p:spPr>
            <a:xfrm>
              <a:off x="7135842" y="2107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7" name="pt34687"/>
            <p:cNvSpPr/>
            <p:nvPr/>
          </p:nvSpPr>
          <p:spPr>
            <a:xfrm>
              <a:off x="7058679" y="2164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8" name="pt34688"/>
            <p:cNvSpPr/>
            <p:nvPr/>
          </p:nvSpPr>
          <p:spPr>
            <a:xfrm>
              <a:off x="7047466" y="2167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9" name="pt34689"/>
            <p:cNvSpPr/>
            <p:nvPr/>
          </p:nvSpPr>
          <p:spPr>
            <a:xfrm>
              <a:off x="7171100" y="2157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0" name="pt34690"/>
            <p:cNvSpPr/>
            <p:nvPr/>
          </p:nvSpPr>
          <p:spPr>
            <a:xfrm>
              <a:off x="7003254" y="1905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1" name="pt34691"/>
            <p:cNvSpPr/>
            <p:nvPr/>
          </p:nvSpPr>
          <p:spPr>
            <a:xfrm>
              <a:off x="6974387" y="1774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2" name="pt34692"/>
            <p:cNvSpPr/>
            <p:nvPr/>
          </p:nvSpPr>
          <p:spPr>
            <a:xfrm>
              <a:off x="6870144" y="2195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3" name="pt34693"/>
            <p:cNvSpPr/>
            <p:nvPr/>
          </p:nvSpPr>
          <p:spPr>
            <a:xfrm>
              <a:off x="7181760" y="2121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4" name="pt34694"/>
            <p:cNvSpPr/>
            <p:nvPr/>
          </p:nvSpPr>
          <p:spPr>
            <a:xfrm>
              <a:off x="7030160" y="2190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5" name="pt34695"/>
            <p:cNvSpPr/>
            <p:nvPr/>
          </p:nvSpPr>
          <p:spPr>
            <a:xfrm>
              <a:off x="7078783" y="2162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6" name="pt34696"/>
            <p:cNvSpPr/>
            <p:nvPr/>
          </p:nvSpPr>
          <p:spPr>
            <a:xfrm>
              <a:off x="6946713" y="1941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7" name="pt34697"/>
            <p:cNvSpPr/>
            <p:nvPr/>
          </p:nvSpPr>
          <p:spPr>
            <a:xfrm>
              <a:off x="7168598" y="2083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8" name="pt34698"/>
            <p:cNvSpPr/>
            <p:nvPr/>
          </p:nvSpPr>
          <p:spPr>
            <a:xfrm>
              <a:off x="7425531" y="2328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9" name="pt34699"/>
            <p:cNvSpPr/>
            <p:nvPr/>
          </p:nvSpPr>
          <p:spPr>
            <a:xfrm>
              <a:off x="6939701" y="1961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0" name="pt34700"/>
            <p:cNvSpPr/>
            <p:nvPr/>
          </p:nvSpPr>
          <p:spPr>
            <a:xfrm>
              <a:off x="7202271" y="1957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1" name="pt34701"/>
            <p:cNvSpPr/>
            <p:nvPr/>
          </p:nvSpPr>
          <p:spPr>
            <a:xfrm>
              <a:off x="7214885" y="2157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2" name="pt34702"/>
            <p:cNvSpPr/>
            <p:nvPr/>
          </p:nvSpPr>
          <p:spPr>
            <a:xfrm>
              <a:off x="7111358" y="2070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3" name="pt34703"/>
            <p:cNvSpPr/>
            <p:nvPr/>
          </p:nvSpPr>
          <p:spPr>
            <a:xfrm>
              <a:off x="7362451" y="2503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4" name="pt34704"/>
            <p:cNvSpPr/>
            <p:nvPr/>
          </p:nvSpPr>
          <p:spPr>
            <a:xfrm>
              <a:off x="7282612" y="1802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5" name="pt34705"/>
            <p:cNvSpPr/>
            <p:nvPr/>
          </p:nvSpPr>
          <p:spPr>
            <a:xfrm>
              <a:off x="6926786" y="1990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6" name="pt34706"/>
            <p:cNvSpPr/>
            <p:nvPr/>
          </p:nvSpPr>
          <p:spPr>
            <a:xfrm>
              <a:off x="7274430" y="1972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7" name="pt34707"/>
            <p:cNvSpPr/>
            <p:nvPr/>
          </p:nvSpPr>
          <p:spPr>
            <a:xfrm>
              <a:off x="6981288" y="2163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8" name="pt34708"/>
            <p:cNvSpPr/>
            <p:nvPr/>
          </p:nvSpPr>
          <p:spPr>
            <a:xfrm>
              <a:off x="7002682" y="2034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9" name="pt34709"/>
            <p:cNvSpPr/>
            <p:nvPr/>
          </p:nvSpPr>
          <p:spPr>
            <a:xfrm>
              <a:off x="7093837" y="2329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0" name="pt34710"/>
            <p:cNvSpPr/>
            <p:nvPr/>
          </p:nvSpPr>
          <p:spPr>
            <a:xfrm>
              <a:off x="7169533" y="198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1" name="pt34711"/>
            <p:cNvSpPr/>
            <p:nvPr/>
          </p:nvSpPr>
          <p:spPr>
            <a:xfrm>
              <a:off x="6876141" y="2069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2" name="pt34712"/>
            <p:cNvSpPr/>
            <p:nvPr/>
          </p:nvSpPr>
          <p:spPr>
            <a:xfrm>
              <a:off x="7051765" y="2126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3" name="pt34713"/>
            <p:cNvSpPr/>
            <p:nvPr/>
          </p:nvSpPr>
          <p:spPr>
            <a:xfrm>
              <a:off x="7084922" y="2152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4" name="pt34714"/>
            <p:cNvSpPr/>
            <p:nvPr/>
          </p:nvSpPr>
          <p:spPr>
            <a:xfrm>
              <a:off x="7009947" y="1931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5" name="pt34715"/>
            <p:cNvSpPr/>
            <p:nvPr/>
          </p:nvSpPr>
          <p:spPr>
            <a:xfrm>
              <a:off x="7004729" y="1548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6" name="pt34716"/>
            <p:cNvSpPr/>
            <p:nvPr/>
          </p:nvSpPr>
          <p:spPr>
            <a:xfrm>
              <a:off x="6755158" y="2382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7" name="pt34717"/>
            <p:cNvSpPr/>
            <p:nvPr/>
          </p:nvSpPr>
          <p:spPr>
            <a:xfrm>
              <a:off x="7120502" y="1982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8" name="pt34718"/>
            <p:cNvSpPr/>
            <p:nvPr/>
          </p:nvSpPr>
          <p:spPr>
            <a:xfrm>
              <a:off x="7185758" y="1789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9" name="pt34719"/>
            <p:cNvSpPr/>
            <p:nvPr/>
          </p:nvSpPr>
          <p:spPr>
            <a:xfrm>
              <a:off x="7423056" y="2523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0" name="pt34720"/>
            <p:cNvSpPr/>
            <p:nvPr/>
          </p:nvSpPr>
          <p:spPr>
            <a:xfrm>
              <a:off x="7284785" y="2168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1" name="pt34721"/>
            <p:cNvSpPr/>
            <p:nvPr/>
          </p:nvSpPr>
          <p:spPr>
            <a:xfrm>
              <a:off x="7046244" y="2145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2" name="pt34722"/>
            <p:cNvSpPr/>
            <p:nvPr/>
          </p:nvSpPr>
          <p:spPr>
            <a:xfrm>
              <a:off x="7246589" y="1890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3" name="pt34723"/>
            <p:cNvSpPr/>
            <p:nvPr/>
          </p:nvSpPr>
          <p:spPr>
            <a:xfrm>
              <a:off x="7171098" y="2206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4" name="pt34724"/>
            <p:cNvSpPr/>
            <p:nvPr/>
          </p:nvSpPr>
          <p:spPr>
            <a:xfrm>
              <a:off x="7232449" y="2120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5" name="pt34725"/>
            <p:cNvSpPr/>
            <p:nvPr/>
          </p:nvSpPr>
          <p:spPr>
            <a:xfrm>
              <a:off x="6992730" y="2270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6" name="pt34726"/>
            <p:cNvSpPr/>
            <p:nvPr/>
          </p:nvSpPr>
          <p:spPr>
            <a:xfrm>
              <a:off x="6968566" y="1766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7" name="pt34727"/>
            <p:cNvSpPr/>
            <p:nvPr/>
          </p:nvSpPr>
          <p:spPr>
            <a:xfrm>
              <a:off x="6924552" y="2003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8" name="pt34728"/>
            <p:cNvSpPr/>
            <p:nvPr/>
          </p:nvSpPr>
          <p:spPr>
            <a:xfrm>
              <a:off x="7194592" y="2113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9" name="pt34729"/>
            <p:cNvSpPr/>
            <p:nvPr/>
          </p:nvSpPr>
          <p:spPr>
            <a:xfrm>
              <a:off x="7275390" y="1997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0" name="pt34730"/>
            <p:cNvSpPr/>
            <p:nvPr/>
          </p:nvSpPr>
          <p:spPr>
            <a:xfrm>
              <a:off x="7030777" y="2185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1" name="pt34731"/>
            <p:cNvSpPr/>
            <p:nvPr/>
          </p:nvSpPr>
          <p:spPr>
            <a:xfrm>
              <a:off x="6947180" y="189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2" name="pt34732"/>
            <p:cNvSpPr/>
            <p:nvPr/>
          </p:nvSpPr>
          <p:spPr>
            <a:xfrm>
              <a:off x="7149401" y="2082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3" name="pt34733"/>
            <p:cNvSpPr/>
            <p:nvPr/>
          </p:nvSpPr>
          <p:spPr>
            <a:xfrm>
              <a:off x="7200217" y="2054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4" name="pt34734"/>
            <p:cNvSpPr/>
            <p:nvPr/>
          </p:nvSpPr>
          <p:spPr>
            <a:xfrm>
              <a:off x="6922198" y="19892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5" name="pt34735"/>
            <p:cNvSpPr/>
            <p:nvPr/>
          </p:nvSpPr>
          <p:spPr>
            <a:xfrm>
              <a:off x="7194492" y="1933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6" name="pt34736"/>
            <p:cNvSpPr/>
            <p:nvPr/>
          </p:nvSpPr>
          <p:spPr>
            <a:xfrm>
              <a:off x="7234650" y="1785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7" name="pt34737"/>
            <p:cNvSpPr/>
            <p:nvPr/>
          </p:nvSpPr>
          <p:spPr>
            <a:xfrm>
              <a:off x="6963148" y="1941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8" name="pt34738"/>
            <p:cNvSpPr/>
            <p:nvPr/>
          </p:nvSpPr>
          <p:spPr>
            <a:xfrm>
              <a:off x="7072294" y="2156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9" name="pt34739"/>
            <p:cNvSpPr/>
            <p:nvPr/>
          </p:nvSpPr>
          <p:spPr>
            <a:xfrm>
              <a:off x="7101205" y="2011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0" name="pt34740"/>
            <p:cNvSpPr/>
            <p:nvPr/>
          </p:nvSpPr>
          <p:spPr>
            <a:xfrm>
              <a:off x="7338976" y="2156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1" name="pt34741"/>
            <p:cNvSpPr/>
            <p:nvPr/>
          </p:nvSpPr>
          <p:spPr>
            <a:xfrm>
              <a:off x="7164737" y="1973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2" name="pt34742"/>
            <p:cNvSpPr/>
            <p:nvPr/>
          </p:nvSpPr>
          <p:spPr>
            <a:xfrm>
              <a:off x="6871569" y="2220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3" name="pt34743"/>
            <p:cNvSpPr/>
            <p:nvPr/>
          </p:nvSpPr>
          <p:spPr>
            <a:xfrm>
              <a:off x="6992761" y="2285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4" name="pt34744"/>
            <p:cNvSpPr/>
            <p:nvPr/>
          </p:nvSpPr>
          <p:spPr>
            <a:xfrm>
              <a:off x="7050144" y="22084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5" name="pt34745"/>
            <p:cNvSpPr/>
            <p:nvPr/>
          </p:nvSpPr>
          <p:spPr>
            <a:xfrm>
              <a:off x="7743195" y="2221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6" name="pt34746"/>
            <p:cNvSpPr/>
            <p:nvPr/>
          </p:nvSpPr>
          <p:spPr>
            <a:xfrm>
              <a:off x="6943104" y="1957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7" name="pt34747"/>
            <p:cNvSpPr/>
            <p:nvPr/>
          </p:nvSpPr>
          <p:spPr>
            <a:xfrm>
              <a:off x="7052196" y="2095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8" name="pt34748"/>
            <p:cNvSpPr/>
            <p:nvPr/>
          </p:nvSpPr>
          <p:spPr>
            <a:xfrm>
              <a:off x="7395163" y="2721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9" name="pt34749"/>
            <p:cNvSpPr/>
            <p:nvPr/>
          </p:nvSpPr>
          <p:spPr>
            <a:xfrm>
              <a:off x="7199378" y="196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0" name="pt34750"/>
            <p:cNvSpPr/>
            <p:nvPr/>
          </p:nvSpPr>
          <p:spPr>
            <a:xfrm>
              <a:off x="7202848" y="2025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1" name="pt34751"/>
            <p:cNvSpPr/>
            <p:nvPr/>
          </p:nvSpPr>
          <p:spPr>
            <a:xfrm>
              <a:off x="7097305" y="2191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2" name="pt34752"/>
            <p:cNvSpPr/>
            <p:nvPr/>
          </p:nvSpPr>
          <p:spPr>
            <a:xfrm>
              <a:off x="7188844" y="2174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3" name="pt34753"/>
            <p:cNvSpPr/>
            <p:nvPr/>
          </p:nvSpPr>
          <p:spPr>
            <a:xfrm>
              <a:off x="7151815" y="2185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4" name="pt34754"/>
            <p:cNvSpPr/>
            <p:nvPr/>
          </p:nvSpPr>
          <p:spPr>
            <a:xfrm>
              <a:off x="7111476" y="2067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5" name="pt34755"/>
            <p:cNvSpPr/>
            <p:nvPr/>
          </p:nvSpPr>
          <p:spPr>
            <a:xfrm>
              <a:off x="7089394" y="2273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6" name="pt34756"/>
            <p:cNvSpPr/>
            <p:nvPr/>
          </p:nvSpPr>
          <p:spPr>
            <a:xfrm>
              <a:off x="7289323" y="1998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7" name="pt34757"/>
            <p:cNvSpPr/>
            <p:nvPr/>
          </p:nvSpPr>
          <p:spPr>
            <a:xfrm>
              <a:off x="7167774" y="2009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8" name="pt34758"/>
            <p:cNvSpPr/>
            <p:nvPr/>
          </p:nvSpPr>
          <p:spPr>
            <a:xfrm>
              <a:off x="6986580" y="2228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9" name="pt34759"/>
            <p:cNvSpPr/>
            <p:nvPr/>
          </p:nvSpPr>
          <p:spPr>
            <a:xfrm>
              <a:off x="7062987" y="2149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0" name="pt34760"/>
            <p:cNvSpPr/>
            <p:nvPr/>
          </p:nvSpPr>
          <p:spPr>
            <a:xfrm>
              <a:off x="7041737" y="2179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1" name="pt34761"/>
            <p:cNvSpPr/>
            <p:nvPr/>
          </p:nvSpPr>
          <p:spPr>
            <a:xfrm>
              <a:off x="7125289" y="2093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2" name="pt34762"/>
            <p:cNvSpPr/>
            <p:nvPr/>
          </p:nvSpPr>
          <p:spPr>
            <a:xfrm>
              <a:off x="6799812" y="2230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3" name="pt34763"/>
            <p:cNvSpPr/>
            <p:nvPr/>
          </p:nvSpPr>
          <p:spPr>
            <a:xfrm>
              <a:off x="6998465" y="2126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4" name="pt34764"/>
            <p:cNvSpPr/>
            <p:nvPr/>
          </p:nvSpPr>
          <p:spPr>
            <a:xfrm>
              <a:off x="7237263" y="1879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5" name="pt34765"/>
            <p:cNvSpPr/>
            <p:nvPr/>
          </p:nvSpPr>
          <p:spPr>
            <a:xfrm>
              <a:off x="7188340" y="2218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6" name="pt34766"/>
            <p:cNvSpPr/>
            <p:nvPr/>
          </p:nvSpPr>
          <p:spPr>
            <a:xfrm>
              <a:off x="7134348" y="1940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7" name="pt34767"/>
            <p:cNvSpPr/>
            <p:nvPr/>
          </p:nvSpPr>
          <p:spPr>
            <a:xfrm>
              <a:off x="7162577" y="2293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8" name="pt34768"/>
            <p:cNvSpPr/>
            <p:nvPr/>
          </p:nvSpPr>
          <p:spPr>
            <a:xfrm>
              <a:off x="7183498" y="2039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9" name="pt34769"/>
            <p:cNvSpPr/>
            <p:nvPr/>
          </p:nvSpPr>
          <p:spPr>
            <a:xfrm>
              <a:off x="6965019" y="1910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0" name="pt34770"/>
            <p:cNvSpPr/>
            <p:nvPr/>
          </p:nvSpPr>
          <p:spPr>
            <a:xfrm>
              <a:off x="7139245" y="1982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1" name="pt34771"/>
            <p:cNvSpPr/>
            <p:nvPr/>
          </p:nvSpPr>
          <p:spPr>
            <a:xfrm>
              <a:off x="7131662" y="2104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2" name="pt34772"/>
            <p:cNvSpPr/>
            <p:nvPr/>
          </p:nvSpPr>
          <p:spPr>
            <a:xfrm>
              <a:off x="6951005" y="1860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3" name="pt34773"/>
            <p:cNvSpPr/>
            <p:nvPr/>
          </p:nvSpPr>
          <p:spPr>
            <a:xfrm>
              <a:off x="7003595" y="1987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4" name="pt34774"/>
            <p:cNvSpPr/>
            <p:nvPr/>
          </p:nvSpPr>
          <p:spPr>
            <a:xfrm>
              <a:off x="7012633" y="1986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5" name="pt34775"/>
            <p:cNvSpPr/>
            <p:nvPr/>
          </p:nvSpPr>
          <p:spPr>
            <a:xfrm>
              <a:off x="6834488" y="2149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6" name="pt34776"/>
            <p:cNvSpPr/>
            <p:nvPr/>
          </p:nvSpPr>
          <p:spPr>
            <a:xfrm>
              <a:off x="7020518" y="1929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7" name="pt34777"/>
            <p:cNvSpPr/>
            <p:nvPr/>
          </p:nvSpPr>
          <p:spPr>
            <a:xfrm>
              <a:off x="7270941" y="1913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8" name="pt34778"/>
            <p:cNvSpPr/>
            <p:nvPr/>
          </p:nvSpPr>
          <p:spPr>
            <a:xfrm>
              <a:off x="7007154" y="1668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9" name="pt34779"/>
            <p:cNvSpPr/>
            <p:nvPr/>
          </p:nvSpPr>
          <p:spPr>
            <a:xfrm>
              <a:off x="7081485" y="2137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0" name="pt34780"/>
            <p:cNvSpPr/>
            <p:nvPr/>
          </p:nvSpPr>
          <p:spPr>
            <a:xfrm>
              <a:off x="7186355" y="1662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1" name="pt34781"/>
            <p:cNvSpPr/>
            <p:nvPr/>
          </p:nvSpPr>
          <p:spPr>
            <a:xfrm>
              <a:off x="7249929" y="1999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2" name="pt34782"/>
            <p:cNvSpPr/>
            <p:nvPr/>
          </p:nvSpPr>
          <p:spPr>
            <a:xfrm>
              <a:off x="7026341" y="2060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3" name="pt34783"/>
            <p:cNvSpPr/>
            <p:nvPr/>
          </p:nvSpPr>
          <p:spPr>
            <a:xfrm>
              <a:off x="7095963" y="2369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4" name="pt34784"/>
            <p:cNvSpPr/>
            <p:nvPr/>
          </p:nvSpPr>
          <p:spPr>
            <a:xfrm>
              <a:off x="7166873" y="1955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5" name="pt34785"/>
            <p:cNvSpPr/>
            <p:nvPr/>
          </p:nvSpPr>
          <p:spPr>
            <a:xfrm>
              <a:off x="7095577" y="2330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6" name="pt34786"/>
            <p:cNvSpPr/>
            <p:nvPr/>
          </p:nvSpPr>
          <p:spPr>
            <a:xfrm>
              <a:off x="7046526" y="2156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7" name="pt34787"/>
            <p:cNvSpPr/>
            <p:nvPr/>
          </p:nvSpPr>
          <p:spPr>
            <a:xfrm>
              <a:off x="7113018" y="1979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8" name="pt34788"/>
            <p:cNvSpPr/>
            <p:nvPr/>
          </p:nvSpPr>
          <p:spPr>
            <a:xfrm>
              <a:off x="7082937" y="2190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9" name="pt34789"/>
            <p:cNvSpPr/>
            <p:nvPr/>
          </p:nvSpPr>
          <p:spPr>
            <a:xfrm>
              <a:off x="7193031" y="2186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0" name="pt34790"/>
            <p:cNvSpPr/>
            <p:nvPr/>
          </p:nvSpPr>
          <p:spPr>
            <a:xfrm>
              <a:off x="7010682" y="1905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1" name="pt34791"/>
            <p:cNvSpPr/>
            <p:nvPr/>
          </p:nvSpPr>
          <p:spPr>
            <a:xfrm>
              <a:off x="7178177" y="2201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2" name="pt34792"/>
            <p:cNvSpPr/>
            <p:nvPr/>
          </p:nvSpPr>
          <p:spPr>
            <a:xfrm>
              <a:off x="7113146" y="1981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3" name="pt34793"/>
            <p:cNvSpPr/>
            <p:nvPr/>
          </p:nvSpPr>
          <p:spPr>
            <a:xfrm>
              <a:off x="7141752" y="2014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4" name="pt34794"/>
            <p:cNvSpPr/>
            <p:nvPr/>
          </p:nvSpPr>
          <p:spPr>
            <a:xfrm>
              <a:off x="7155025" y="2250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5" name="pt34795"/>
            <p:cNvSpPr/>
            <p:nvPr/>
          </p:nvSpPr>
          <p:spPr>
            <a:xfrm>
              <a:off x="6607367" y="2288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6" name="pt34796"/>
            <p:cNvSpPr/>
            <p:nvPr/>
          </p:nvSpPr>
          <p:spPr>
            <a:xfrm>
              <a:off x="7175494" y="2040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7" name="pt34797"/>
            <p:cNvSpPr/>
            <p:nvPr/>
          </p:nvSpPr>
          <p:spPr>
            <a:xfrm>
              <a:off x="6814296" y="2281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8" name="pt34798"/>
            <p:cNvSpPr/>
            <p:nvPr/>
          </p:nvSpPr>
          <p:spPr>
            <a:xfrm>
              <a:off x="7007521" y="1754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9" name="pt34799"/>
            <p:cNvSpPr/>
            <p:nvPr/>
          </p:nvSpPr>
          <p:spPr>
            <a:xfrm>
              <a:off x="6727875" y="2623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0" name="pt34800"/>
            <p:cNvSpPr/>
            <p:nvPr/>
          </p:nvSpPr>
          <p:spPr>
            <a:xfrm>
              <a:off x="6832693" y="1981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1" name="pt34801"/>
            <p:cNvSpPr/>
            <p:nvPr/>
          </p:nvSpPr>
          <p:spPr>
            <a:xfrm>
              <a:off x="7257015" y="2082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2" name="pt34802"/>
            <p:cNvSpPr/>
            <p:nvPr/>
          </p:nvSpPr>
          <p:spPr>
            <a:xfrm>
              <a:off x="7072306" y="2136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3" name="pt34803"/>
            <p:cNvSpPr/>
            <p:nvPr/>
          </p:nvSpPr>
          <p:spPr>
            <a:xfrm>
              <a:off x="7081432" y="2180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4" name="pt34804"/>
            <p:cNvSpPr/>
            <p:nvPr/>
          </p:nvSpPr>
          <p:spPr>
            <a:xfrm>
              <a:off x="7209573" y="2015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5" name="pt34805"/>
            <p:cNvSpPr/>
            <p:nvPr/>
          </p:nvSpPr>
          <p:spPr>
            <a:xfrm>
              <a:off x="7124717" y="2079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6" name="pt34806"/>
            <p:cNvSpPr/>
            <p:nvPr/>
          </p:nvSpPr>
          <p:spPr>
            <a:xfrm>
              <a:off x="7044758" y="2186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7" name="pt34807"/>
            <p:cNvSpPr/>
            <p:nvPr/>
          </p:nvSpPr>
          <p:spPr>
            <a:xfrm>
              <a:off x="7123438" y="207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8" name="pt34808"/>
            <p:cNvSpPr/>
            <p:nvPr/>
          </p:nvSpPr>
          <p:spPr>
            <a:xfrm>
              <a:off x="7112520" y="1963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9" name="pt34809"/>
            <p:cNvSpPr/>
            <p:nvPr/>
          </p:nvSpPr>
          <p:spPr>
            <a:xfrm>
              <a:off x="7109675" y="2060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0" name="pt34810"/>
            <p:cNvSpPr/>
            <p:nvPr/>
          </p:nvSpPr>
          <p:spPr>
            <a:xfrm>
              <a:off x="7137622" y="1985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1" name="pt34811"/>
            <p:cNvSpPr/>
            <p:nvPr/>
          </p:nvSpPr>
          <p:spPr>
            <a:xfrm>
              <a:off x="7049538" y="2248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2" name="pt34812"/>
            <p:cNvSpPr/>
            <p:nvPr/>
          </p:nvSpPr>
          <p:spPr>
            <a:xfrm>
              <a:off x="7208748" y="1989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3" name="pt34813"/>
            <p:cNvSpPr/>
            <p:nvPr/>
          </p:nvSpPr>
          <p:spPr>
            <a:xfrm>
              <a:off x="7219080" y="2059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4" name="pt34814"/>
            <p:cNvSpPr/>
            <p:nvPr/>
          </p:nvSpPr>
          <p:spPr>
            <a:xfrm>
              <a:off x="6899392" y="2046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5" name="pt34815"/>
            <p:cNvSpPr/>
            <p:nvPr/>
          </p:nvSpPr>
          <p:spPr>
            <a:xfrm>
              <a:off x="6753880" y="221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6" name="pt34816"/>
            <p:cNvSpPr/>
            <p:nvPr/>
          </p:nvSpPr>
          <p:spPr>
            <a:xfrm>
              <a:off x="6666790" y="1626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7" name="pt34817"/>
            <p:cNvSpPr/>
            <p:nvPr/>
          </p:nvSpPr>
          <p:spPr>
            <a:xfrm>
              <a:off x="7041445" y="2103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8" name="pt34818"/>
            <p:cNvSpPr/>
            <p:nvPr/>
          </p:nvSpPr>
          <p:spPr>
            <a:xfrm>
              <a:off x="7047838" y="2174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9" name="pt34819"/>
            <p:cNvSpPr/>
            <p:nvPr/>
          </p:nvSpPr>
          <p:spPr>
            <a:xfrm>
              <a:off x="6946333" y="1999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0" name="pt34820"/>
            <p:cNvSpPr/>
            <p:nvPr/>
          </p:nvSpPr>
          <p:spPr>
            <a:xfrm>
              <a:off x="6943324" y="1926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1" name="pt34821"/>
            <p:cNvSpPr/>
            <p:nvPr/>
          </p:nvSpPr>
          <p:spPr>
            <a:xfrm>
              <a:off x="6935270" y="1967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2" name="pt34822"/>
            <p:cNvSpPr/>
            <p:nvPr/>
          </p:nvSpPr>
          <p:spPr>
            <a:xfrm>
              <a:off x="6744448" y="2704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3" name="pt34823"/>
            <p:cNvSpPr/>
            <p:nvPr/>
          </p:nvSpPr>
          <p:spPr>
            <a:xfrm>
              <a:off x="7091413" y="2224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4" name="pt34824"/>
            <p:cNvSpPr/>
            <p:nvPr/>
          </p:nvSpPr>
          <p:spPr>
            <a:xfrm>
              <a:off x="7169621" y="2222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5" name="pt34825"/>
            <p:cNvSpPr/>
            <p:nvPr/>
          </p:nvSpPr>
          <p:spPr>
            <a:xfrm>
              <a:off x="7277613" y="2103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6" name="pt34826"/>
            <p:cNvSpPr/>
            <p:nvPr/>
          </p:nvSpPr>
          <p:spPr>
            <a:xfrm>
              <a:off x="7076564" y="2174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7" name="pt34827"/>
            <p:cNvSpPr/>
            <p:nvPr/>
          </p:nvSpPr>
          <p:spPr>
            <a:xfrm>
              <a:off x="6980715" y="2194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8" name="pt34828"/>
            <p:cNvSpPr/>
            <p:nvPr/>
          </p:nvSpPr>
          <p:spPr>
            <a:xfrm>
              <a:off x="7074925" y="2067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9" name="pt34829"/>
            <p:cNvSpPr/>
            <p:nvPr/>
          </p:nvSpPr>
          <p:spPr>
            <a:xfrm>
              <a:off x="6957882" y="2059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0" name="pt34830"/>
            <p:cNvSpPr/>
            <p:nvPr/>
          </p:nvSpPr>
          <p:spPr>
            <a:xfrm>
              <a:off x="7195881" y="1989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1" name="pt34831"/>
            <p:cNvSpPr/>
            <p:nvPr/>
          </p:nvSpPr>
          <p:spPr>
            <a:xfrm>
              <a:off x="7214951" y="2005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2" name="pt34832"/>
            <p:cNvSpPr/>
            <p:nvPr/>
          </p:nvSpPr>
          <p:spPr>
            <a:xfrm>
              <a:off x="7152697" y="2220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3" name="pt34833"/>
            <p:cNvSpPr/>
            <p:nvPr/>
          </p:nvSpPr>
          <p:spPr>
            <a:xfrm>
              <a:off x="7021765" y="2142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4" name="pt34834"/>
            <p:cNvSpPr/>
            <p:nvPr/>
          </p:nvSpPr>
          <p:spPr>
            <a:xfrm>
              <a:off x="7264924" y="1984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5" name="pt34835"/>
            <p:cNvSpPr/>
            <p:nvPr/>
          </p:nvSpPr>
          <p:spPr>
            <a:xfrm>
              <a:off x="7232112" y="2129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6" name="pt34836"/>
            <p:cNvSpPr/>
            <p:nvPr/>
          </p:nvSpPr>
          <p:spPr>
            <a:xfrm>
              <a:off x="7056147" y="2064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7" name="pt34837"/>
            <p:cNvSpPr/>
            <p:nvPr/>
          </p:nvSpPr>
          <p:spPr>
            <a:xfrm>
              <a:off x="7065722" y="2140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8" name="pt34838"/>
            <p:cNvSpPr/>
            <p:nvPr/>
          </p:nvSpPr>
          <p:spPr>
            <a:xfrm>
              <a:off x="7101512" y="2167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9" name="pt34839"/>
            <p:cNvSpPr/>
            <p:nvPr/>
          </p:nvSpPr>
          <p:spPr>
            <a:xfrm>
              <a:off x="7097562" y="2313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0" name="pt34840"/>
            <p:cNvSpPr/>
            <p:nvPr/>
          </p:nvSpPr>
          <p:spPr>
            <a:xfrm>
              <a:off x="6678515" y="2093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1" name="pt34841"/>
            <p:cNvSpPr/>
            <p:nvPr/>
          </p:nvSpPr>
          <p:spPr>
            <a:xfrm>
              <a:off x="7101582" y="2086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2" name="pt34842"/>
            <p:cNvSpPr/>
            <p:nvPr/>
          </p:nvSpPr>
          <p:spPr>
            <a:xfrm>
              <a:off x="7077961" y="2191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3" name="pt34843"/>
            <p:cNvSpPr/>
            <p:nvPr/>
          </p:nvSpPr>
          <p:spPr>
            <a:xfrm>
              <a:off x="7013203" y="1886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4" name="pt34844"/>
            <p:cNvSpPr/>
            <p:nvPr/>
          </p:nvSpPr>
          <p:spPr>
            <a:xfrm>
              <a:off x="6971882" y="1957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5" name="pt34845"/>
            <p:cNvSpPr/>
            <p:nvPr/>
          </p:nvSpPr>
          <p:spPr>
            <a:xfrm>
              <a:off x="7276509" y="2035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6" name="pt34846"/>
            <p:cNvSpPr/>
            <p:nvPr/>
          </p:nvSpPr>
          <p:spPr>
            <a:xfrm>
              <a:off x="7151645" y="2087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7" name="pt34847"/>
            <p:cNvSpPr/>
            <p:nvPr/>
          </p:nvSpPr>
          <p:spPr>
            <a:xfrm>
              <a:off x="7164904" y="202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8" name="pt34848"/>
            <p:cNvSpPr/>
            <p:nvPr/>
          </p:nvSpPr>
          <p:spPr>
            <a:xfrm>
              <a:off x="6904840" y="2037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9" name="pt34849"/>
            <p:cNvSpPr/>
            <p:nvPr/>
          </p:nvSpPr>
          <p:spPr>
            <a:xfrm>
              <a:off x="7049348" y="2185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0" name="pt34850"/>
            <p:cNvSpPr/>
            <p:nvPr/>
          </p:nvSpPr>
          <p:spPr>
            <a:xfrm>
              <a:off x="7128721" y="2101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1" name="pt34851"/>
            <p:cNvSpPr/>
            <p:nvPr/>
          </p:nvSpPr>
          <p:spPr>
            <a:xfrm>
              <a:off x="7266359" y="1970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2" name="pt34852"/>
            <p:cNvSpPr/>
            <p:nvPr/>
          </p:nvSpPr>
          <p:spPr>
            <a:xfrm>
              <a:off x="7000339" y="2133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3" name="pt34853"/>
            <p:cNvSpPr/>
            <p:nvPr/>
          </p:nvSpPr>
          <p:spPr>
            <a:xfrm>
              <a:off x="7117507" y="1960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4" name="pt34854"/>
            <p:cNvSpPr/>
            <p:nvPr/>
          </p:nvSpPr>
          <p:spPr>
            <a:xfrm>
              <a:off x="6863367" y="2123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5" name="pt34855"/>
            <p:cNvSpPr/>
            <p:nvPr/>
          </p:nvSpPr>
          <p:spPr>
            <a:xfrm>
              <a:off x="6879959" y="1996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6" name="pt34856"/>
            <p:cNvSpPr/>
            <p:nvPr/>
          </p:nvSpPr>
          <p:spPr>
            <a:xfrm>
              <a:off x="7209157" y="2143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7" name="pt34857"/>
            <p:cNvSpPr/>
            <p:nvPr/>
          </p:nvSpPr>
          <p:spPr>
            <a:xfrm>
              <a:off x="7066416" y="2004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8" name="pt34858"/>
            <p:cNvSpPr/>
            <p:nvPr/>
          </p:nvSpPr>
          <p:spPr>
            <a:xfrm>
              <a:off x="7340310" y="1914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9" name="pt34859"/>
            <p:cNvSpPr/>
            <p:nvPr/>
          </p:nvSpPr>
          <p:spPr>
            <a:xfrm>
              <a:off x="7112274" y="1964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0" name="pt34860"/>
            <p:cNvSpPr/>
            <p:nvPr/>
          </p:nvSpPr>
          <p:spPr>
            <a:xfrm>
              <a:off x="7144403" y="2008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1" name="pt34861"/>
            <p:cNvSpPr/>
            <p:nvPr/>
          </p:nvSpPr>
          <p:spPr>
            <a:xfrm>
              <a:off x="6985741" y="2262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2" name="pt34862"/>
            <p:cNvSpPr/>
            <p:nvPr/>
          </p:nvSpPr>
          <p:spPr>
            <a:xfrm>
              <a:off x="7167659" y="2200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3" name="pt34863"/>
            <p:cNvSpPr/>
            <p:nvPr/>
          </p:nvSpPr>
          <p:spPr>
            <a:xfrm>
              <a:off x="6763426" y="2071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4" name="pt34864"/>
            <p:cNvSpPr/>
            <p:nvPr/>
          </p:nvSpPr>
          <p:spPr>
            <a:xfrm>
              <a:off x="7099294" y="2306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5" name="pt34865"/>
            <p:cNvSpPr/>
            <p:nvPr/>
          </p:nvSpPr>
          <p:spPr>
            <a:xfrm>
              <a:off x="6921310" y="1958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6" name="pt34866"/>
            <p:cNvSpPr/>
            <p:nvPr/>
          </p:nvSpPr>
          <p:spPr>
            <a:xfrm>
              <a:off x="7391419" y="2591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7" name="pt34867"/>
            <p:cNvSpPr/>
            <p:nvPr/>
          </p:nvSpPr>
          <p:spPr>
            <a:xfrm>
              <a:off x="7036919" y="2001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8" name="pt34868"/>
            <p:cNvSpPr/>
            <p:nvPr/>
          </p:nvSpPr>
          <p:spPr>
            <a:xfrm>
              <a:off x="6856409" y="2211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9" name="pt34869"/>
            <p:cNvSpPr/>
            <p:nvPr/>
          </p:nvSpPr>
          <p:spPr>
            <a:xfrm>
              <a:off x="7065733" y="2037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0" name="pt34870"/>
            <p:cNvSpPr/>
            <p:nvPr/>
          </p:nvSpPr>
          <p:spPr>
            <a:xfrm>
              <a:off x="6942074" y="1939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1" name="pt34871"/>
            <p:cNvSpPr/>
            <p:nvPr/>
          </p:nvSpPr>
          <p:spPr>
            <a:xfrm>
              <a:off x="7286859" y="2029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2" name="pt34872"/>
            <p:cNvSpPr/>
            <p:nvPr/>
          </p:nvSpPr>
          <p:spPr>
            <a:xfrm>
              <a:off x="7126083" y="2137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3" name="pt34873"/>
            <p:cNvSpPr/>
            <p:nvPr/>
          </p:nvSpPr>
          <p:spPr>
            <a:xfrm>
              <a:off x="7073655" y="2208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4" name="pt34874"/>
            <p:cNvSpPr/>
            <p:nvPr/>
          </p:nvSpPr>
          <p:spPr>
            <a:xfrm>
              <a:off x="7103122" y="2201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5" name="pt34875"/>
            <p:cNvSpPr/>
            <p:nvPr/>
          </p:nvSpPr>
          <p:spPr>
            <a:xfrm>
              <a:off x="7075164" y="2086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6" name="pt34876"/>
            <p:cNvSpPr/>
            <p:nvPr/>
          </p:nvSpPr>
          <p:spPr>
            <a:xfrm>
              <a:off x="7006918" y="162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7" name="pt34877"/>
            <p:cNvSpPr/>
            <p:nvPr/>
          </p:nvSpPr>
          <p:spPr>
            <a:xfrm>
              <a:off x="7451357" y="2206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8" name="pt34878"/>
            <p:cNvSpPr/>
            <p:nvPr/>
          </p:nvSpPr>
          <p:spPr>
            <a:xfrm>
              <a:off x="7052308" y="2059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9" name="pt34879"/>
            <p:cNvSpPr/>
            <p:nvPr/>
          </p:nvSpPr>
          <p:spPr>
            <a:xfrm>
              <a:off x="7051863" y="2090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0" name="pt34880"/>
            <p:cNvSpPr/>
            <p:nvPr/>
          </p:nvSpPr>
          <p:spPr>
            <a:xfrm>
              <a:off x="7048632" y="2178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1" name="pt34881"/>
            <p:cNvSpPr/>
            <p:nvPr/>
          </p:nvSpPr>
          <p:spPr>
            <a:xfrm>
              <a:off x="7111465" y="1977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2" name="pt34882"/>
            <p:cNvSpPr/>
            <p:nvPr/>
          </p:nvSpPr>
          <p:spPr>
            <a:xfrm>
              <a:off x="7034477" y="2215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3" name="pt34883"/>
            <p:cNvSpPr/>
            <p:nvPr/>
          </p:nvSpPr>
          <p:spPr>
            <a:xfrm>
              <a:off x="7118617" y="1916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4" name="pt34884"/>
            <p:cNvSpPr/>
            <p:nvPr/>
          </p:nvSpPr>
          <p:spPr>
            <a:xfrm>
              <a:off x="6974690" y="1920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5" name="pt34885"/>
            <p:cNvSpPr/>
            <p:nvPr/>
          </p:nvSpPr>
          <p:spPr>
            <a:xfrm>
              <a:off x="7097797" y="2129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6" name="pt34886"/>
            <p:cNvSpPr/>
            <p:nvPr/>
          </p:nvSpPr>
          <p:spPr>
            <a:xfrm>
              <a:off x="6706006" y="2572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7" name="pt34887"/>
            <p:cNvSpPr/>
            <p:nvPr/>
          </p:nvSpPr>
          <p:spPr>
            <a:xfrm>
              <a:off x="7064539" y="2124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8" name="pt34888"/>
            <p:cNvSpPr/>
            <p:nvPr/>
          </p:nvSpPr>
          <p:spPr>
            <a:xfrm>
              <a:off x="6897852" y="202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9" name="pt34889"/>
            <p:cNvSpPr/>
            <p:nvPr/>
          </p:nvSpPr>
          <p:spPr>
            <a:xfrm>
              <a:off x="7516077" y="201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0" name="pt34890"/>
            <p:cNvSpPr/>
            <p:nvPr/>
          </p:nvSpPr>
          <p:spPr>
            <a:xfrm>
              <a:off x="6766803" y="2042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1" name="pt34891"/>
            <p:cNvSpPr/>
            <p:nvPr/>
          </p:nvSpPr>
          <p:spPr>
            <a:xfrm>
              <a:off x="7032084" y="217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2" name="pt34892"/>
            <p:cNvSpPr/>
            <p:nvPr/>
          </p:nvSpPr>
          <p:spPr>
            <a:xfrm>
              <a:off x="7043622" y="2284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3" name="pt34893"/>
            <p:cNvSpPr/>
            <p:nvPr/>
          </p:nvSpPr>
          <p:spPr>
            <a:xfrm>
              <a:off x="7112618" y="2022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4" name="pt34894"/>
            <p:cNvSpPr/>
            <p:nvPr/>
          </p:nvSpPr>
          <p:spPr>
            <a:xfrm>
              <a:off x="7011581" y="2145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5" name="pt34895"/>
            <p:cNvSpPr/>
            <p:nvPr/>
          </p:nvSpPr>
          <p:spPr>
            <a:xfrm>
              <a:off x="7398299" y="2653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6" name="pt34896"/>
            <p:cNvSpPr/>
            <p:nvPr/>
          </p:nvSpPr>
          <p:spPr>
            <a:xfrm>
              <a:off x="7166694" y="2238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7" name="pt34897"/>
            <p:cNvSpPr/>
            <p:nvPr/>
          </p:nvSpPr>
          <p:spPr>
            <a:xfrm>
              <a:off x="6854244" y="2212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8" name="pt34898"/>
            <p:cNvSpPr/>
            <p:nvPr/>
          </p:nvSpPr>
          <p:spPr>
            <a:xfrm>
              <a:off x="7572903" y="2425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9" name="pt34899"/>
            <p:cNvSpPr/>
            <p:nvPr/>
          </p:nvSpPr>
          <p:spPr>
            <a:xfrm>
              <a:off x="6861944" y="2293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0" name="pt34900"/>
            <p:cNvSpPr/>
            <p:nvPr/>
          </p:nvSpPr>
          <p:spPr>
            <a:xfrm>
              <a:off x="7241232" y="2034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1" name="pt34901"/>
            <p:cNvSpPr/>
            <p:nvPr/>
          </p:nvSpPr>
          <p:spPr>
            <a:xfrm>
              <a:off x="7104448" y="2122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2" name="pt34902"/>
            <p:cNvSpPr/>
            <p:nvPr/>
          </p:nvSpPr>
          <p:spPr>
            <a:xfrm>
              <a:off x="7044304" y="2158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3" name="pt34903"/>
            <p:cNvSpPr/>
            <p:nvPr/>
          </p:nvSpPr>
          <p:spPr>
            <a:xfrm>
              <a:off x="6853196" y="2229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4" name="pt34904"/>
            <p:cNvSpPr/>
            <p:nvPr/>
          </p:nvSpPr>
          <p:spPr>
            <a:xfrm>
              <a:off x="7397601" y="2725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5" name="pt34905"/>
            <p:cNvSpPr/>
            <p:nvPr/>
          </p:nvSpPr>
          <p:spPr>
            <a:xfrm>
              <a:off x="7172773" y="1993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6" name="pt34906"/>
            <p:cNvSpPr/>
            <p:nvPr/>
          </p:nvSpPr>
          <p:spPr>
            <a:xfrm>
              <a:off x="7197637" y="2055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7" name="pt34907"/>
            <p:cNvSpPr/>
            <p:nvPr/>
          </p:nvSpPr>
          <p:spPr>
            <a:xfrm>
              <a:off x="6943040" y="1910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8" name="pt34908"/>
            <p:cNvSpPr/>
            <p:nvPr/>
          </p:nvSpPr>
          <p:spPr>
            <a:xfrm>
              <a:off x="7158637" y="2296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9" name="pt34909"/>
            <p:cNvSpPr/>
            <p:nvPr/>
          </p:nvSpPr>
          <p:spPr>
            <a:xfrm>
              <a:off x="7353031" y="2880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0" name="pt34910"/>
            <p:cNvSpPr/>
            <p:nvPr/>
          </p:nvSpPr>
          <p:spPr>
            <a:xfrm>
              <a:off x="7134586" y="2003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1" name="pt34911"/>
            <p:cNvSpPr/>
            <p:nvPr/>
          </p:nvSpPr>
          <p:spPr>
            <a:xfrm>
              <a:off x="7155549" y="2173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2" name="pt34912"/>
            <p:cNvSpPr/>
            <p:nvPr/>
          </p:nvSpPr>
          <p:spPr>
            <a:xfrm>
              <a:off x="6869375" y="2184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3" name="pt34913"/>
            <p:cNvSpPr/>
            <p:nvPr/>
          </p:nvSpPr>
          <p:spPr>
            <a:xfrm>
              <a:off x="7292546" y="2008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4" name="pt34914"/>
            <p:cNvSpPr/>
            <p:nvPr/>
          </p:nvSpPr>
          <p:spPr>
            <a:xfrm>
              <a:off x="7007842" y="1649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5" name="pt34915"/>
            <p:cNvSpPr/>
            <p:nvPr/>
          </p:nvSpPr>
          <p:spPr>
            <a:xfrm>
              <a:off x="7450276" y="2211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6" name="pt34916"/>
            <p:cNvSpPr/>
            <p:nvPr/>
          </p:nvSpPr>
          <p:spPr>
            <a:xfrm>
              <a:off x="7100829" y="2170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7" name="pt34917"/>
            <p:cNvSpPr/>
            <p:nvPr/>
          </p:nvSpPr>
          <p:spPr>
            <a:xfrm>
              <a:off x="7308064" y="2515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8" name="pt34918"/>
            <p:cNvSpPr/>
            <p:nvPr/>
          </p:nvSpPr>
          <p:spPr>
            <a:xfrm>
              <a:off x="7083331" y="2149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9" name="pt34919"/>
            <p:cNvSpPr/>
            <p:nvPr/>
          </p:nvSpPr>
          <p:spPr>
            <a:xfrm>
              <a:off x="6854843" y="2108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0" name="pt34920"/>
            <p:cNvSpPr/>
            <p:nvPr/>
          </p:nvSpPr>
          <p:spPr>
            <a:xfrm>
              <a:off x="7003479" y="2038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1" name="pt34921"/>
            <p:cNvSpPr/>
            <p:nvPr/>
          </p:nvSpPr>
          <p:spPr>
            <a:xfrm>
              <a:off x="6921021" y="1973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2" name="pt34922"/>
            <p:cNvSpPr/>
            <p:nvPr/>
          </p:nvSpPr>
          <p:spPr>
            <a:xfrm>
              <a:off x="7042801" y="2223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3" name="pt34923"/>
            <p:cNvSpPr/>
            <p:nvPr/>
          </p:nvSpPr>
          <p:spPr>
            <a:xfrm>
              <a:off x="7021630" y="2119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4" name="pt34924"/>
            <p:cNvSpPr/>
            <p:nvPr/>
          </p:nvSpPr>
          <p:spPr>
            <a:xfrm>
              <a:off x="7043877" y="2201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5" name="pt34925"/>
            <p:cNvSpPr/>
            <p:nvPr/>
          </p:nvSpPr>
          <p:spPr>
            <a:xfrm>
              <a:off x="6964506" y="197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6" name="pt34926"/>
            <p:cNvSpPr/>
            <p:nvPr/>
          </p:nvSpPr>
          <p:spPr>
            <a:xfrm>
              <a:off x="7231779" y="1923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7" name="pt34927"/>
            <p:cNvSpPr/>
            <p:nvPr/>
          </p:nvSpPr>
          <p:spPr>
            <a:xfrm>
              <a:off x="7170674" y="1983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8" name="pt34928"/>
            <p:cNvSpPr/>
            <p:nvPr/>
          </p:nvSpPr>
          <p:spPr>
            <a:xfrm>
              <a:off x="6884362" y="2228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9" name="pt34929"/>
            <p:cNvSpPr/>
            <p:nvPr/>
          </p:nvSpPr>
          <p:spPr>
            <a:xfrm>
              <a:off x="6923365" y="1837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0" name="pt34930"/>
            <p:cNvSpPr/>
            <p:nvPr/>
          </p:nvSpPr>
          <p:spPr>
            <a:xfrm>
              <a:off x="7021816" y="2104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1" name="pt34931"/>
            <p:cNvSpPr/>
            <p:nvPr/>
          </p:nvSpPr>
          <p:spPr>
            <a:xfrm>
              <a:off x="6965971" y="1740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2" name="pt34932"/>
            <p:cNvSpPr/>
            <p:nvPr/>
          </p:nvSpPr>
          <p:spPr>
            <a:xfrm>
              <a:off x="7204426" y="2063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3" name="pt34933"/>
            <p:cNvSpPr/>
            <p:nvPr/>
          </p:nvSpPr>
          <p:spPr>
            <a:xfrm>
              <a:off x="7268309" y="203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4" name="pt34934"/>
            <p:cNvSpPr/>
            <p:nvPr/>
          </p:nvSpPr>
          <p:spPr>
            <a:xfrm>
              <a:off x="7024212" y="2113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5" name="pt34935"/>
            <p:cNvSpPr/>
            <p:nvPr/>
          </p:nvSpPr>
          <p:spPr>
            <a:xfrm>
              <a:off x="7097088" y="2287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6" name="pt34936"/>
            <p:cNvSpPr/>
            <p:nvPr/>
          </p:nvSpPr>
          <p:spPr>
            <a:xfrm>
              <a:off x="7128225" y="2099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7" name="pt34937"/>
            <p:cNvSpPr/>
            <p:nvPr/>
          </p:nvSpPr>
          <p:spPr>
            <a:xfrm>
              <a:off x="7441093" y="2624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8" name="pt34938"/>
            <p:cNvSpPr/>
            <p:nvPr/>
          </p:nvSpPr>
          <p:spPr>
            <a:xfrm>
              <a:off x="7024899" y="1988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9" name="pt34939"/>
            <p:cNvSpPr/>
            <p:nvPr/>
          </p:nvSpPr>
          <p:spPr>
            <a:xfrm>
              <a:off x="6938458" y="1968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0" name="pt34940"/>
            <p:cNvSpPr/>
            <p:nvPr/>
          </p:nvSpPr>
          <p:spPr>
            <a:xfrm>
              <a:off x="7146795" y="2091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1" name="pt34941"/>
            <p:cNvSpPr/>
            <p:nvPr/>
          </p:nvSpPr>
          <p:spPr>
            <a:xfrm>
              <a:off x="6935797" y="2011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2" name="pt34942"/>
            <p:cNvSpPr/>
            <p:nvPr/>
          </p:nvSpPr>
          <p:spPr>
            <a:xfrm>
              <a:off x="7252146" y="2033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3" name="pt34943"/>
            <p:cNvSpPr/>
            <p:nvPr/>
          </p:nvSpPr>
          <p:spPr>
            <a:xfrm>
              <a:off x="6971873" y="1890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4" name="pt34944"/>
            <p:cNvSpPr/>
            <p:nvPr/>
          </p:nvSpPr>
          <p:spPr>
            <a:xfrm>
              <a:off x="7102124" y="2115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5" name="pt34945"/>
            <p:cNvSpPr/>
            <p:nvPr/>
          </p:nvSpPr>
          <p:spPr>
            <a:xfrm>
              <a:off x="7123201" y="2104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6" name="pt34946"/>
            <p:cNvSpPr/>
            <p:nvPr/>
          </p:nvSpPr>
          <p:spPr>
            <a:xfrm>
              <a:off x="7046144" y="2195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7" name="pt34947"/>
            <p:cNvSpPr/>
            <p:nvPr/>
          </p:nvSpPr>
          <p:spPr>
            <a:xfrm>
              <a:off x="7132154" y="2133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8" name="pt34948"/>
            <p:cNvSpPr/>
            <p:nvPr/>
          </p:nvSpPr>
          <p:spPr>
            <a:xfrm>
              <a:off x="6760325" y="1975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9" name="pt34949"/>
            <p:cNvSpPr/>
            <p:nvPr/>
          </p:nvSpPr>
          <p:spPr>
            <a:xfrm>
              <a:off x="7186501" y="1795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0" name="pt34950"/>
            <p:cNvSpPr/>
            <p:nvPr/>
          </p:nvSpPr>
          <p:spPr>
            <a:xfrm>
              <a:off x="7177869" y="224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1" name="pt34951"/>
            <p:cNvSpPr/>
            <p:nvPr/>
          </p:nvSpPr>
          <p:spPr>
            <a:xfrm>
              <a:off x="7270098" y="1964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2" name="pt34952"/>
            <p:cNvSpPr/>
            <p:nvPr/>
          </p:nvSpPr>
          <p:spPr>
            <a:xfrm>
              <a:off x="7032744" y="2089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3" name="pt34953"/>
            <p:cNvSpPr/>
            <p:nvPr/>
          </p:nvSpPr>
          <p:spPr>
            <a:xfrm>
              <a:off x="7259145" y="2039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4" name="pt34954"/>
            <p:cNvSpPr/>
            <p:nvPr/>
          </p:nvSpPr>
          <p:spPr>
            <a:xfrm>
              <a:off x="6890792" y="2145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5" name="pt34955"/>
            <p:cNvSpPr/>
            <p:nvPr/>
          </p:nvSpPr>
          <p:spPr>
            <a:xfrm>
              <a:off x="7326314" y="2341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6" name="pt34956"/>
            <p:cNvSpPr/>
            <p:nvPr/>
          </p:nvSpPr>
          <p:spPr>
            <a:xfrm>
              <a:off x="7201704" y="2042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7" name="pt34957"/>
            <p:cNvSpPr/>
            <p:nvPr/>
          </p:nvSpPr>
          <p:spPr>
            <a:xfrm>
              <a:off x="7190220" y="2231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8" name="pt34958"/>
            <p:cNvSpPr/>
            <p:nvPr/>
          </p:nvSpPr>
          <p:spPr>
            <a:xfrm>
              <a:off x="6962362" y="2033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9" name="pt34959"/>
            <p:cNvSpPr/>
            <p:nvPr/>
          </p:nvSpPr>
          <p:spPr>
            <a:xfrm>
              <a:off x="6916332" y="2012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0" name="pt34960"/>
            <p:cNvSpPr/>
            <p:nvPr/>
          </p:nvSpPr>
          <p:spPr>
            <a:xfrm>
              <a:off x="7194833" y="2088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1" name="pt34961"/>
            <p:cNvSpPr/>
            <p:nvPr/>
          </p:nvSpPr>
          <p:spPr>
            <a:xfrm>
              <a:off x="7143780" y="2034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2" name="pt34962"/>
            <p:cNvSpPr/>
            <p:nvPr/>
          </p:nvSpPr>
          <p:spPr>
            <a:xfrm>
              <a:off x="7053135" y="2144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3" name="pt34963"/>
            <p:cNvSpPr/>
            <p:nvPr/>
          </p:nvSpPr>
          <p:spPr>
            <a:xfrm>
              <a:off x="7033580" y="2217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4" name="pt34964"/>
            <p:cNvSpPr/>
            <p:nvPr/>
          </p:nvSpPr>
          <p:spPr>
            <a:xfrm>
              <a:off x="7196673" y="1958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5" name="pt34965"/>
            <p:cNvSpPr/>
            <p:nvPr/>
          </p:nvSpPr>
          <p:spPr>
            <a:xfrm>
              <a:off x="6871380" y="2197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6" name="pt34966"/>
            <p:cNvSpPr/>
            <p:nvPr/>
          </p:nvSpPr>
          <p:spPr>
            <a:xfrm>
              <a:off x="7162193" y="2135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7" name="pt34967"/>
            <p:cNvSpPr/>
            <p:nvPr/>
          </p:nvSpPr>
          <p:spPr>
            <a:xfrm>
              <a:off x="6980250" y="2097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8" name="pt34968"/>
            <p:cNvSpPr/>
            <p:nvPr/>
          </p:nvSpPr>
          <p:spPr>
            <a:xfrm>
              <a:off x="7329383" y="2303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9" name="pt34969"/>
            <p:cNvSpPr/>
            <p:nvPr/>
          </p:nvSpPr>
          <p:spPr>
            <a:xfrm>
              <a:off x="7115276" y="1976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0" name="pt34970"/>
            <p:cNvSpPr/>
            <p:nvPr/>
          </p:nvSpPr>
          <p:spPr>
            <a:xfrm>
              <a:off x="7094848" y="2348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1" name="pt34971"/>
            <p:cNvSpPr/>
            <p:nvPr/>
          </p:nvSpPr>
          <p:spPr>
            <a:xfrm>
              <a:off x="7104198" y="2166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2" name="pt34972"/>
            <p:cNvSpPr/>
            <p:nvPr/>
          </p:nvSpPr>
          <p:spPr>
            <a:xfrm>
              <a:off x="7213521" y="2035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3" name="pt34973"/>
            <p:cNvSpPr/>
            <p:nvPr/>
          </p:nvSpPr>
          <p:spPr>
            <a:xfrm>
              <a:off x="7255711" y="1929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4" name="pt34974"/>
            <p:cNvSpPr/>
            <p:nvPr/>
          </p:nvSpPr>
          <p:spPr>
            <a:xfrm>
              <a:off x="6979880" y="2199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5" name="pt34975"/>
            <p:cNvSpPr/>
            <p:nvPr/>
          </p:nvSpPr>
          <p:spPr>
            <a:xfrm>
              <a:off x="7025440" y="2100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6" name="pt34976"/>
            <p:cNvSpPr/>
            <p:nvPr/>
          </p:nvSpPr>
          <p:spPr>
            <a:xfrm>
              <a:off x="7158015" y="2330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7" name="pt34977"/>
            <p:cNvSpPr/>
            <p:nvPr/>
          </p:nvSpPr>
          <p:spPr>
            <a:xfrm>
              <a:off x="7033338" y="2149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8" name="pt34978"/>
            <p:cNvSpPr/>
            <p:nvPr/>
          </p:nvSpPr>
          <p:spPr>
            <a:xfrm>
              <a:off x="7210006" y="2019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9" name="pt34979"/>
            <p:cNvSpPr/>
            <p:nvPr/>
          </p:nvSpPr>
          <p:spPr>
            <a:xfrm>
              <a:off x="7012404" y="2141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0" name="pt34980"/>
            <p:cNvSpPr/>
            <p:nvPr/>
          </p:nvSpPr>
          <p:spPr>
            <a:xfrm>
              <a:off x="7340080" y="1961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1" name="pt34981"/>
            <p:cNvSpPr/>
            <p:nvPr/>
          </p:nvSpPr>
          <p:spPr>
            <a:xfrm>
              <a:off x="6790660" y="2112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2" name="pt34982"/>
            <p:cNvSpPr/>
            <p:nvPr/>
          </p:nvSpPr>
          <p:spPr>
            <a:xfrm>
              <a:off x="7125932" y="2045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3" name="pt34983"/>
            <p:cNvSpPr/>
            <p:nvPr/>
          </p:nvSpPr>
          <p:spPr>
            <a:xfrm>
              <a:off x="6986021" y="2200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4" name="pt34984"/>
            <p:cNvSpPr/>
            <p:nvPr/>
          </p:nvSpPr>
          <p:spPr>
            <a:xfrm>
              <a:off x="6915981" y="1943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5" name="pt34985"/>
            <p:cNvSpPr/>
            <p:nvPr/>
          </p:nvSpPr>
          <p:spPr>
            <a:xfrm>
              <a:off x="7149722" y="2074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6" name="pt34986"/>
            <p:cNvSpPr/>
            <p:nvPr/>
          </p:nvSpPr>
          <p:spPr>
            <a:xfrm>
              <a:off x="7269073" y="1857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7" name="pt34987"/>
            <p:cNvSpPr/>
            <p:nvPr/>
          </p:nvSpPr>
          <p:spPr>
            <a:xfrm>
              <a:off x="7167543" y="2051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8" name="pt34988"/>
            <p:cNvSpPr/>
            <p:nvPr/>
          </p:nvSpPr>
          <p:spPr>
            <a:xfrm>
              <a:off x="7266909" y="2077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9" name="pt34989"/>
            <p:cNvSpPr/>
            <p:nvPr/>
          </p:nvSpPr>
          <p:spPr>
            <a:xfrm>
              <a:off x="7166621" y="2040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0" name="pt34990"/>
            <p:cNvSpPr/>
            <p:nvPr/>
          </p:nvSpPr>
          <p:spPr>
            <a:xfrm>
              <a:off x="7059340" y="2079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1" name="pt34991"/>
            <p:cNvSpPr/>
            <p:nvPr/>
          </p:nvSpPr>
          <p:spPr>
            <a:xfrm>
              <a:off x="7241608" y="1907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2" name="pt34992"/>
            <p:cNvSpPr/>
            <p:nvPr/>
          </p:nvSpPr>
          <p:spPr>
            <a:xfrm>
              <a:off x="7135587" y="2051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3" name="pt34993"/>
            <p:cNvSpPr/>
            <p:nvPr/>
          </p:nvSpPr>
          <p:spPr>
            <a:xfrm>
              <a:off x="7120020" y="1942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4" name="pt34994"/>
            <p:cNvSpPr/>
            <p:nvPr/>
          </p:nvSpPr>
          <p:spPr>
            <a:xfrm>
              <a:off x="7085698" y="2153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5" name="pt34995"/>
            <p:cNvSpPr/>
            <p:nvPr/>
          </p:nvSpPr>
          <p:spPr>
            <a:xfrm>
              <a:off x="7183787" y="1984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6" name="pt34996"/>
            <p:cNvSpPr/>
            <p:nvPr/>
          </p:nvSpPr>
          <p:spPr>
            <a:xfrm>
              <a:off x="7065075" y="2161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7" name="pt34997"/>
            <p:cNvSpPr/>
            <p:nvPr/>
          </p:nvSpPr>
          <p:spPr>
            <a:xfrm>
              <a:off x="7179080" y="214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8" name="pt34998"/>
            <p:cNvSpPr/>
            <p:nvPr/>
          </p:nvSpPr>
          <p:spPr>
            <a:xfrm>
              <a:off x="7089816" y="2170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9" name="pt34999"/>
            <p:cNvSpPr/>
            <p:nvPr/>
          </p:nvSpPr>
          <p:spPr>
            <a:xfrm>
              <a:off x="7162297" y="2368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0" name="pt35000"/>
            <p:cNvSpPr/>
            <p:nvPr/>
          </p:nvSpPr>
          <p:spPr>
            <a:xfrm>
              <a:off x="6977002" y="2098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1" name="pt35001"/>
            <p:cNvSpPr/>
            <p:nvPr/>
          </p:nvSpPr>
          <p:spPr>
            <a:xfrm>
              <a:off x="7118404" y="1916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2" name="pt35002"/>
            <p:cNvSpPr/>
            <p:nvPr/>
          </p:nvSpPr>
          <p:spPr>
            <a:xfrm>
              <a:off x="6886586" y="2138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3" name="pt35003"/>
            <p:cNvSpPr/>
            <p:nvPr/>
          </p:nvSpPr>
          <p:spPr>
            <a:xfrm>
              <a:off x="7067292" y="2138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4" name="pt35004"/>
            <p:cNvSpPr/>
            <p:nvPr/>
          </p:nvSpPr>
          <p:spPr>
            <a:xfrm>
              <a:off x="7053600" y="2144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5" name="pt35005"/>
            <p:cNvSpPr/>
            <p:nvPr/>
          </p:nvSpPr>
          <p:spPr>
            <a:xfrm>
              <a:off x="7035109" y="2239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6" name="pt35006"/>
            <p:cNvSpPr/>
            <p:nvPr/>
          </p:nvSpPr>
          <p:spPr>
            <a:xfrm>
              <a:off x="7229451" y="2182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7" name="pt35007"/>
            <p:cNvSpPr/>
            <p:nvPr/>
          </p:nvSpPr>
          <p:spPr>
            <a:xfrm>
              <a:off x="7004600" y="1982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8" name="pt35008"/>
            <p:cNvSpPr/>
            <p:nvPr/>
          </p:nvSpPr>
          <p:spPr>
            <a:xfrm>
              <a:off x="7178774" y="2021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9" name="pt35009"/>
            <p:cNvSpPr/>
            <p:nvPr/>
          </p:nvSpPr>
          <p:spPr>
            <a:xfrm>
              <a:off x="7092647" y="2358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0" name="pt35010"/>
            <p:cNvSpPr/>
            <p:nvPr/>
          </p:nvSpPr>
          <p:spPr>
            <a:xfrm>
              <a:off x="7147002" y="2011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1" name="pt35011"/>
            <p:cNvSpPr/>
            <p:nvPr/>
          </p:nvSpPr>
          <p:spPr>
            <a:xfrm>
              <a:off x="7138188" y="198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2" name="pt35012"/>
            <p:cNvSpPr/>
            <p:nvPr/>
          </p:nvSpPr>
          <p:spPr>
            <a:xfrm>
              <a:off x="7175961" y="1994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3" name="pt35013"/>
            <p:cNvSpPr/>
            <p:nvPr/>
          </p:nvSpPr>
          <p:spPr>
            <a:xfrm>
              <a:off x="7312206" y="2697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4" name="pt35014"/>
            <p:cNvSpPr/>
            <p:nvPr/>
          </p:nvSpPr>
          <p:spPr>
            <a:xfrm>
              <a:off x="7320772" y="2414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5" name="pt35015"/>
            <p:cNvSpPr/>
            <p:nvPr/>
          </p:nvSpPr>
          <p:spPr>
            <a:xfrm>
              <a:off x="7113200" y="1970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6" name="pt35016"/>
            <p:cNvSpPr/>
            <p:nvPr/>
          </p:nvSpPr>
          <p:spPr>
            <a:xfrm>
              <a:off x="7076862" y="2135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7" name="pt35017"/>
            <p:cNvSpPr/>
            <p:nvPr/>
          </p:nvSpPr>
          <p:spPr>
            <a:xfrm>
              <a:off x="7101204" y="2112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8" name="pt35018"/>
            <p:cNvSpPr/>
            <p:nvPr/>
          </p:nvSpPr>
          <p:spPr>
            <a:xfrm>
              <a:off x="7172529" y="2007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9" name="pt35019"/>
            <p:cNvSpPr/>
            <p:nvPr/>
          </p:nvSpPr>
          <p:spPr>
            <a:xfrm>
              <a:off x="7135554" y="2052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0" name="pt35020"/>
            <p:cNvSpPr/>
            <p:nvPr/>
          </p:nvSpPr>
          <p:spPr>
            <a:xfrm>
              <a:off x="6827579" y="2082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1" name="pt35021"/>
            <p:cNvSpPr/>
            <p:nvPr/>
          </p:nvSpPr>
          <p:spPr>
            <a:xfrm>
              <a:off x="7071080" y="2149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2" name="pt35022"/>
            <p:cNvSpPr/>
            <p:nvPr/>
          </p:nvSpPr>
          <p:spPr>
            <a:xfrm>
              <a:off x="6744639" y="2458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3" name="pt35023"/>
            <p:cNvSpPr/>
            <p:nvPr/>
          </p:nvSpPr>
          <p:spPr>
            <a:xfrm>
              <a:off x="7357810" y="2566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4" name="pt35024"/>
            <p:cNvSpPr/>
            <p:nvPr/>
          </p:nvSpPr>
          <p:spPr>
            <a:xfrm>
              <a:off x="7100302" y="2250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5" name="pt35025"/>
            <p:cNvSpPr/>
            <p:nvPr/>
          </p:nvSpPr>
          <p:spPr>
            <a:xfrm>
              <a:off x="7307189" y="2305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6" name="pt35026"/>
            <p:cNvSpPr/>
            <p:nvPr/>
          </p:nvSpPr>
          <p:spPr>
            <a:xfrm>
              <a:off x="7059358" y="2187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7" name="pt35027"/>
            <p:cNvSpPr/>
            <p:nvPr/>
          </p:nvSpPr>
          <p:spPr>
            <a:xfrm>
              <a:off x="6792503" y="2269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8" name="pt35028"/>
            <p:cNvSpPr/>
            <p:nvPr/>
          </p:nvSpPr>
          <p:spPr>
            <a:xfrm>
              <a:off x="6852871" y="2288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9" name="pt35029"/>
            <p:cNvSpPr/>
            <p:nvPr/>
          </p:nvSpPr>
          <p:spPr>
            <a:xfrm>
              <a:off x="6716837" y="2395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0" name="pt35030"/>
            <p:cNvSpPr/>
            <p:nvPr/>
          </p:nvSpPr>
          <p:spPr>
            <a:xfrm>
              <a:off x="7290100" y="1955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1" name="pt35031"/>
            <p:cNvSpPr/>
            <p:nvPr/>
          </p:nvSpPr>
          <p:spPr>
            <a:xfrm>
              <a:off x="6979636" y="2286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2" name="pt35032"/>
            <p:cNvSpPr/>
            <p:nvPr/>
          </p:nvSpPr>
          <p:spPr>
            <a:xfrm>
              <a:off x="6869248" y="2244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3" name="pt35033"/>
            <p:cNvSpPr/>
            <p:nvPr/>
          </p:nvSpPr>
          <p:spPr>
            <a:xfrm>
              <a:off x="7273354" y="1948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4" name="pt35034"/>
            <p:cNvSpPr/>
            <p:nvPr/>
          </p:nvSpPr>
          <p:spPr>
            <a:xfrm>
              <a:off x="7095617" y="2286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5" name="pt35035"/>
            <p:cNvSpPr/>
            <p:nvPr/>
          </p:nvSpPr>
          <p:spPr>
            <a:xfrm>
              <a:off x="6818783" y="2078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6" name="pt35036"/>
            <p:cNvSpPr/>
            <p:nvPr/>
          </p:nvSpPr>
          <p:spPr>
            <a:xfrm>
              <a:off x="7132053" y="2146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7" name="pt35037"/>
            <p:cNvSpPr/>
            <p:nvPr/>
          </p:nvSpPr>
          <p:spPr>
            <a:xfrm>
              <a:off x="7055814" y="2127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8" name="pt35038"/>
            <p:cNvSpPr/>
            <p:nvPr/>
          </p:nvSpPr>
          <p:spPr>
            <a:xfrm>
              <a:off x="7158692" y="2364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9" name="pt35039"/>
            <p:cNvSpPr/>
            <p:nvPr/>
          </p:nvSpPr>
          <p:spPr>
            <a:xfrm>
              <a:off x="7021746" y="2089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0" name="pt35040"/>
            <p:cNvSpPr/>
            <p:nvPr/>
          </p:nvSpPr>
          <p:spPr>
            <a:xfrm>
              <a:off x="6806628" y="2224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1" name="pt35041"/>
            <p:cNvSpPr/>
            <p:nvPr/>
          </p:nvSpPr>
          <p:spPr>
            <a:xfrm>
              <a:off x="7108307" y="2074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2" name="pt35042"/>
            <p:cNvSpPr/>
            <p:nvPr/>
          </p:nvSpPr>
          <p:spPr>
            <a:xfrm>
              <a:off x="6744906" y="2252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3" name="pt35043"/>
            <p:cNvSpPr/>
            <p:nvPr/>
          </p:nvSpPr>
          <p:spPr>
            <a:xfrm>
              <a:off x="7068705" y="2142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4" name="pt35044"/>
            <p:cNvSpPr/>
            <p:nvPr/>
          </p:nvSpPr>
          <p:spPr>
            <a:xfrm>
              <a:off x="7090809" y="2265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5" name="pt35045"/>
            <p:cNvSpPr/>
            <p:nvPr/>
          </p:nvSpPr>
          <p:spPr>
            <a:xfrm>
              <a:off x="6972038" y="1815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6" name="pt35046"/>
            <p:cNvSpPr/>
            <p:nvPr/>
          </p:nvSpPr>
          <p:spPr>
            <a:xfrm>
              <a:off x="7322480" y="2469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7" name="pt35047"/>
            <p:cNvSpPr/>
            <p:nvPr/>
          </p:nvSpPr>
          <p:spPr>
            <a:xfrm>
              <a:off x="7511526" y="2302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8" name="pt35048"/>
            <p:cNvSpPr/>
            <p:nvPr/>
          </p:nvSpPr>
          <p:spPr>
            <a:xfrm>
              <a:off x="7146016" y="1953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9" name="pt35049"/>
            <p:cNvSpPr/>
            <p:nvPr/>
          </p:nvSpPr>
          <p:spPr>
            <a:xfrm>
              <a:off x="7166879" y="2188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0" name="pt35050"/>
            <p:cNvSpPr/>
            <p:nvPr/>
          </p:nvSpPr>
          <p:spPr>
            <a:xfrm>
              <a:off x="7341121" y="2090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1" name="pt35051"/>
            <p:cNvSpPr/>
            <p:nvPr/>
          </p:nvSpPr>
          <p:spPr>
            <a:xfrm>
              <a:off x="7122678" y="2016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2" name="pt35052"/>
            <p:cNvSpPr/>
            <p:nvPr/>
          </p:nvSpPr>
          <p:spPr>
            <a:xfrm>
              <a:off x="7145302" y="1978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3" name="pt35053"/>
            <p:cNvSpPr/>
            <p:nvPr/>
          </p:nvSpPr>
          <p:spPr>
            <a:xfrm>
              <a:off x="6700916" y="2525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4" name="pt35054"/>
            <p:cNvSpPr/>
            <p:nvPr/>
          </p:nvSpPr>
          <p:spPr>
            <a:xfrm>
              <a:off x="6828287" y="2021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5" name="pt35055"/>
            <p:cNvSpPr/>
            <p:nvPr/>
          </p:nvSpPr>
          <p:spPr>
            <a:xfrm>
              <a:off x="7024417" y="2078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6" name="pt35056"/>
            <p:cNvSpPr/>
            <p:nvPr/>
          </p:nvSpPr>
          <p:spPr>
            <a:xfrm>
              <a:off x="7318702" y="2506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7" name="pt35057"/>
            <p:cNvSpPr/>
            <p:nvPr/>
          </p:nvSpPr>
          <p:spPr>
            <a:xfrm>
              <a:off x="6906713" y="196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8" name="pt35058"/>
            <p:cNvSpPr/>
            <p:nvPr/>
          </p:nvSpPr>
          <p:spPr>
            <a:xfrm>
              <a:off x="7034420" y="2205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9" name="pt35059"/>
            <p:cNvSpPr/>
            <p:nvPr/>
          </p:nvSpPr>
          <p:spPr>
            <a:xfrm>
              <a:off x="7067695" y="2035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0" name="pt35060"/>
            <p:cNvSpPr/>
            <p:nvPr/>
          </p:nvSpPr>
          <p:spPr>
            <a:xfrm>
              <a:off x="7102597" y="2218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1" name="pt35061"/>
            <p:cNvSpPr/>
            <p:nvPr/>
          </p:nvSpPr>
          <p:spPr>
            <a:xfrm>
              <a:off x="7037986" y="2087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2" name="pt35062"/>
            <p:cNvSpPr/>
            <p:nvPr/>
          </p:nvSpPr>
          <p:spPr>
            <a:xfrm>
              <a:off x="7319386" y="2646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3" name="pt35063"/>
            <p:cNvSpPr/>
            <p:nvPr/>
          </p:nvSpPr>
          <p:spPr>
            <a:xfrm>
              <a:off x="7041781" y="2064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4" name="pt35064"/>
            <p:cNvSpPr/>
            <p:nvPr/>
          </p:nvSpPr>
          <p:spPr>
            <a:xfrm>
              <a:off x="7245002" y="1980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5" name="pt35065"/>
            <p:cNvSpPr/>
            <p:nvPr/>
          </p:nvSpPr>
          <p:spPr>
            <a:xfrm>
              <a:off x="7234590" y="1917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6" name="pt35066"/>
            <p:cNvSpPr/>
            <p:nvPr/>
          </p:nvSpPr>
          <p:spPr>
            <a:xfrm>
              <a:off x="7101316" y="2183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7" name="pt35067"/>
            <p:cNvSpPr/>
            <p:nvPr/>
          </p:nvSpPr>
          <p:spPr>
            <a:xfrm>
              <a:off x="7221672" y="2068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8" name="pt35068"/>
            <p:cNvSpPr/>
            <p:nvPr/>
          </p:nvSpPr>
          <p:spPr>
            <a:xfrm>
              <a:off x="7185324" y="1797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9" name="pt35069"/>
            <p:cNvSpPr/>
            <p:nvPr/>
          </p:nvSpPr>
          <p:spPr>
            <a:xfrm>
              <a:off x="7222747" y="1992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0" name="pt35070"/>
            <p:cNvSpPr/>
            <p:nvPr/>
          </p:nvSpPr>
          <p:spPr>
            <a:xfrm>
              <a:off x="6789080" y="2449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1" name="pt35071"/>
            <p:cNvSpPr/>
            <p:nvPr/>
          </p:nvSpPr>
          <p:spPr>
            <a:xfrm>
              <a:off x="7107259" y="2041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2" name="pt35072"/>
            <p:cNvSpPr/>
            <p:nvPr/>
          </p:nvSpPr>
          <p:spPr>
            <a:xfrm>
              <a:off x="7097242" y="2344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3" name="pt35073"/>
            <p:cNvSpPr/>
            <p:nvPr/>
          </p:nvSpPr>
          <p:spPr>
            <a:xfrm>
              <a:off x="7085281" y="2335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4" name="pt35074"/>
            <p:cNvSpPr/>
            <p:nvPr/>
          </p:nvSpPr>
          <p:spPr>
            <a:xfrm>
              <a:off x="6779631" y="2091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5" name="pt35075"/>
            <p:cNvSpPr/>
            <p:nvPr/>
          </p:nvSpPr>
          <p:spPr>
            <a:xfrm>
              <a:off x="6751977" y="2191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6" name="pt35076"/>
            <p:cNvSpPr/>
            <p:nvPr/>
          </p:nvSpPr>
          <p:spPr>
            <a:xfrm>
              <a:off x="6986655" y="2011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7" name="pt35077"/>
            <p:cNvSpPr/>
            <p:nvPr/>
          </p:nvSpPr>
          <p:spPr>
            <a:xfrm>
              <a:off x="7180624" y="1988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8" name="pt35078"/>
            <p:cNvSpPr/>
            <p:nvPr/>
          </p:nvSpPr>
          <p:spPr>
            <a:xfrm>
              <a:off x="7042188" y="2215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9" name="pt35079"/>
            <p:cNvSpPr/>
            <p:nvPr/>
          </p:nvSpPr>
          <p:spPr>
            <a:xfrm>
              <a:off x="6990361" y="2365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0" name="pt35080"/>
            <p:cNvSpPr/>
            <p:nvPr/>
          </p:nvSpPr>
          <p:spPr>
            <a:xfrm>
              <a:off x="7071847" y="2139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1" name="pt35081"/>
            <p:cNvSpPr/>
            <p:nvPr/>
          </p:nvSpPr>
          <p:spPr>
            <a:xfrm>
              <a:off x="6984597" y="2228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2" name="pt35082"/>
            <p:cNvSpPr/>
            <p:nvPr/>
          </p:nvSpPr>
          <p:spPr>
            <a:xfrm>
              <a:off x="7110583" y="2007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3" name="pt35083"/>
            <p:cNvSpPr/>
            <p:nvPr/>
          </p:nvSpPr>
          <p:spPr>
            <a:xfrm>
              <a:off x="7300443" y="2040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4" name="pt35084"/>
            <p:cNvSpPr/>
            <p:nvPr/>
          </p:nvSpPr>
          <p:spPr>
            <a:xfrm>
              <a:off x="7294475" y="2110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5" name="pt35085"/>
            <p:cNvSpPr/>
            <p:nvPr/>
          </p:nvSpPr>
          <p:spPr>
            <a:xfrm>
              <a:off x="7248366" y="1945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6" name="pt35086"/>
            <p:cNvSpPr/>
            <p:nvPr/>
          </p:nvSpPr>
          <p:spPr>
            <a:xfrm>
              <a:off x="7302022" y="1824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7" name="pt35087"/>
            <p:cNvSpPr/>
            <p:nvPr/>
          </p:nvSpPr>
          <p:spPr>
            <a:xfrm>
              <a:off x="7255722" y="1947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8" name="pt35088"/>
            <p:cNvSpPr/>
            <p:nvPr/>
          </p:nvSpPr>
          <p:spPr>
            <a:xfrm>
              <a:off x="6957793" y="2043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9" name="pt35089"/>
            <p:cNvSpPr/>
            <p:nvPr/>
          </p:nvSpPr>
          <p:spPr>
            <a:xfrm>
              <a:off x="6972931" y="1888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0" name="pt35090"/>
            <p:cNvSpPr/>
            <p:nvPr/>
          </p:nvSpPr>
          <p:spPr>
            <a:xfrm>
              <a:off x="6968867" y="1770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1" name="pt35091"/>
            <p:cNvSpPr/>
            <p:nvPr/>
          </p:nvSpPr>
          <p:spPr>
            <a:xfrm>
              <a:off x="7198916" y="1987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2" name="pt35092"/>
            <p:cNvSpPr/>
            <p:nvPr/>
          </p:nvSpPr>
          <p:spPr>
            <a:xfrm>
              <a:off x="7009427" y="215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3" name="pt35093"/>
            <p:cNvSpPr/>
            <p:nvPr/>
          </p:nvSpPr>
          <p:spPr>
            <a:xfrm>
              <a:off x="6951659" y="1931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4" name="pt35094"/>
            <p:cNvSpPr/>
            <p:nvPr/>
          </p:nvSpPr>
          <p:spPr>
            <a:xfrm>
              <a:off x="7274493" y="1915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5" name="pt35095"/>
            <p:cNvSpPr/>
            <p:nvPr/>
          </p:nvSpPr>
          <p:spPr>
            <a:xfrm>
              <a:off x="7026195" y="2001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6" name="pt35096"/>
            <p:cNvSpPr/>
            <p:nvPr/>
          </p:nvSpPr>
          <p:spPr>
            <a:xfrm>
              <a:off x="7157543" y="2251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7" name="pt35097"/>
            <p:cNvSpPr/>
            <p:nvPr/>
          </p:nvSpPr>
          <p:spPr>
            <a:xfrm>
              <a:off x="6866261" y="2180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8" name="pt35098"/>
            <p:cNvSpPr/>
            <p:nvPr/>
          </p:nvSpPr>
          <p:spPr>
            <a:xfrm>
              <a:off x="7242368" y="1810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9" name="pt35099"/>
            <p:cNvSpPr/>
            <p:nvPr/>
          </p:nvSpPr>
          <p:spPr>
            <a:xfrm>
              <a:off x="7413287" y="2313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0" name="pt35100"/>
            <p:cNvSpPr/>
            <p:nvPr/>
          </p:nvSpPr>
          <p:spPr>
            <a:xfrm>
              <a:off x="7094599" y="2306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1" name="pt35101"/>
            <p:cNvSpPr/>
            <p:nvPr/>
          </p:nvSpPr>
          <p:spPr>
            <a:xfrm>
              <a:off x="6714770" y="2491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2" name="pt35102"/>
            <p:cNvSpPr/>
            <p:nvPr/>
          </p:nvSpPr>
          <p:spPr>
            <a:xfrm>
              <a:off x="6876190" y="217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3" name="pt35103"/>
            <p:cNvSpPr/>
            <p:nvPr/>
          </p:nvSpPr>
          <p:spPr>
            <a:xfrm>
              <a:off x="7060277" y="2162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4" name="pt35104"/>
            <p:cNvSpPr/>
            <p:nvPr/>
          </p:nvSpPr>
          <p:spPr>
            <a:xfrm>
              <a:off x="7034536" y="2231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5" name="pt35105"/>
            <p:cNvSpPr/>
            <p:nvPr/>
          </p:nvSpPr>
          <p:spPr>
            <a:xfrm>
              <a:off x="6978205" y="2181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6" name="pt35106"/>
            <p:cNvSpPr/>
            <p:nvPr/>
          </p:nvSpPr>
          <p:spPr>
            <a:xfrm>
              <a:off x="6972891" y="1973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7" name="pt35107"/>
            <p:cNvSpPr/>
            <p:nvPr/>
          </p:nvSpPr>
          <p:spPr>
            <a:xfrm>
              <a:off x="6879583" y="2202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8" name="pt35108"/>
            <p:cNvSpPr/>
            <p:nvPr/>
          </p:nvSpPr>
          <p:spPr>
            <a:xfrm>
              <a:off x="7146243" y="1954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9" name="pt35109"/>
            <p:cNvSpPr/>
            <p:nvPr/>
          </p:nvSpPr>
          <p:spPr>
            <a:xfrm>
              <a:off x="7157734" y="2270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0" name="pt35110"/>
            <p:cNvSpPr/>
            <p:nvPr/>
          </p:nvSpPr>
          <p:spPr>
            <a:xfrm>
              <a:off x="7039032" y="2194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1" name="pt35111"/>
            <p:cNvSpPr/>
            <p:nvPr/>
          </p:nvSpPr>
          <p:spPr>
            <a:xfrm>
              <a:off x="7224555" y="1998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2" name="pt35112"/>
            <p:cNvSpPr/>
            <p:nvPr/>
          </p:nvSpPr>
          <p:spPr>
            <a:xfrm>
              <a:off x="6697425" y="2595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3" name="pt35113"/>
            <p:cNvSpPr/>
            <p:nvPr/>
          </p:nvSpPr>
          <p:spPr>
            <a:xfrm>
              <a:off x="7135795" y="2036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4" name="pt35114"/>
            <p:cNvSpPr/>
            <p:nvPr/>
          </p:nvSpPr>
          <p:spPr>
            <a:xfrm>
              <a:off x="7020947" y="2162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5" name="pt35115"/>
            <p:cNvSpPr/>
            <p:nvPr/>
          </p:nvSpPr>
          <p:spPr>
            <a:xfrm>
              <a:off x="7067035" y="2062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6" name="pt35116"/>
            <p:cNvSpPr/>
            <p:nvPr/>
          </p:nvSpPr>
          <p:spPr>
            <a:xfrm>
              <a:off x="6753891" y="2353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7" name="pt35117"/>
            <p:cNvSpPr/>
            <p:nvPr/>
          </p:nvSpPr>
          <p:spPr>
            <a:xfrm>
              <a:off x="7401509" y="2454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8" name="pt35118"/>
            <p:cNvSpPr/>
            <p:nvPr/>
          </p:nvSpPr>
          <p:spPr>
            <a:xfrm>
              <a:off x="7009836" y="2094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9" name="pt35119"/>
            <p:cNvSpPr/>
            <p:nvPr/>
          </p:nvSpPr>
          <p:spPr>
            <a:xfrm>
              <a:off x="6999169" y="2160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0" name="pt35120"/>
            <p:cNvSpPr/>
            <p:nvPr/>
          </p:nvSpPr>
          <p:spPr>
            <a:xfrm>
              <a:off x="7105894" y="1937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1" name="pt35121"/>
            <p:cNvSpPr/>
            <p:nvPr/>
          </p:nvSpPr>
          <p:spPr>
            <a:xfrm>
              <a:off x="7350095" y="2337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2" name="pt35122"/>
            <p:cNvSpPr/>
            <p:nvPr/>
          </p:nvSpPr>
          <p:spPr>
            <a:xfrm>
              <a:off x="7103883" y="2172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3" name="pt35123"/>
            <p:cNvSpPr/>
            <p:nvPr/>
          </p:nvSpPr>
          <p:spPr>
            <a:xfrm>
              <a:off x="7148380" y="2304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4" name="pt35124"/>
            <p:cNvSpPr/>
            <p:nvPr/>
          </p:nvSpPr>
          <p:spPr>
            <a:xfrm>
              <a:off x="6749000" y="2235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5" name="pt35125"/>
            <p:cNvSpPr/>
            <p:nvPr/>
          </p:nvSpPr>
          <p:spPr>
            <a:xfrm>
              <a:off x="7271122" y="1919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6" name="pt35126"/>
            <p:cNvSpPr/>
            <p:nvPr/>
          </p:nvSpPr>
          <p:spPr>
            <a:xfrm>
              <a:off x="7123252" y="2069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7" name="pt35127"/>
            <p:cNvSpPr/>
            <p:nvPr/>
          </p:nvSpPr>
          <p:spPr>
            <a:xfrm>
              <a:off x="6758520" y="2359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8" name="pt35128"/>
            <p:cNvSpPr/>
            <p:nvPr/>
          </p:nvSpPr>
          <p:spPr>
            <a:xfrm>
              <a:off x="7159758" y="2163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9" name="pt35129"/>
            <p:cNvSpPr/>
            <p:nvPr/>
          </p:nvSpPr>
          <p:spPr>
            <a:xfrm>
              <a:off x="7424514" y="2121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0" name="pt35130"/>
            <p:cNvSpPr/>
            <p:nvPr/>
          </p:nvSpPr>
          <p:spPr>
            <a:xfrm>
              <a:off x="7134720" y="2052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1" name="pt35131"/>
            <p:cNvSpPr/>
            <p:nvPr/>
          </p:nvSpPr>
          <p:spPr>
            <a:xfrm>
              <a:off x="7364865" y="2739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2" name="pt35132"/>
            <p:cNvSpPr/>
            <p:nvPr/>
          </p:nvSpPr>
          <p:spPr>
            <a:xfrm>
              <a:off x="7234899" y="1689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3" name="pt35133"/>
            <p:cNvSpPr/>
            <p:nvPr/>
          </p:nvSpPr>
          <p:spPr>
            <a:xfrm>
              <a:off x="7191419" y="220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4" name="pt35134"/>
            <p:cNvSpPr/>
            <p:nvPr/>
          </p:nvSpPr>
          <p:spPr>
            <a:xfrm>
              <a:off x="7116254" y="1907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5" name="pt35135"/>
            <p:cNvSpPr/>
            <p:nvPr/>
          </p:nvSpPr>
          <p:spPr>
            <a:xfrm>
              <a:off x="7122719" y="2095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6" name="pt35136"/>
            <p:cNvSpPr/>
            <p:nvPr/>
          </p:nvSpPr>
          <p:spPr>
            <a:xfrm>
              <a:off x="7002850" y="1959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7" name="pt35137"/>
            <p:cNvSpPr/>
            <p:nvPr/>
          </p:nvSpPr>
          <p:spPr>
            <a:xfrm>
              <a:off x="7105775" y="2027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8" name="pt35138"/>
            <p:cNvSpPr/>
            <p:nvPr/>
          </p:nvSpPr>
          <p:spPr>
            <a:xfrm>
              <a:off x="7181118" y="2107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9" name="pt35139"/>
            <p:cNvSpPr/>
            <p:nvPr/>
          </p:nvSpPr>
          <p:spPr>
            <a:xfrm>
              <a:off x="6957529" y="1794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0" name="pt35140"/>
            <p:cNvSpPr/>
            <p:nvPr/>
          </p:nvSpPr>
          <p:spPr>
            <a:xfrm>
              <a:off x="7081355" y="2181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1" name="pt35141"/>
            <p:cNvSpPr/>
            <p:nvPr/>
          </p:nvSpPr>
          <p:spPr>
            <a:xfrm>
              <a:off x="7155430" y="2205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2" name="pt35142"/>
            <p:cNvSpPr/>
            <p:nvPr/>
          </p:nvSpPr>
          <p:spPr>
            <a:xfrm>
              <a:off x="6959475" y="2027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3" name="pt35143"/>
            <p:cNvSpPr/>
            <p:nvPr/>
          </p:nvSpPr>
          <p:spPr>
            <a:xfrm>
              <a:off x="7195560" y="2125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4" name="pt35144"/>
            <p:cNvSpPr/>
            <p:nvPr/>
          </p:nvSpPr>
          <p:spPr>
            <a:xfrm>
              <a:off x="7059975" y="2051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5" name="pt35145"/>
            <p:cNvSpPr/>
            <p:nvPr/>
          </p:nvSpPr>
          <p:spPr>
            <a:xfrm>
              <a:off x="7000092" y="1951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6" name="pt35146"/>
            <p:cNvSpPr/>
            <p:nvPr/>
          </p:nvSpPr>
          <p:spPr>
            <a:xfrm>
              <a:off x="7149736" y="2184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7" name="pt35147"/>
            <p:cNvSpPr/>
            <p:nvPr/>
          </p:nvSpPr>
          <p:spPr>
            <a:xfrm>
              <a:off x="7248971" y="2064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8" name="pt35148"/>
            <p:cNvSpPr/>
            <p:nvPr/>
          </p:nvSpPr>
          <p:spPr>
            <a:xfrm>
              <a:off x="7148907" y="2081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9" name="pt35149"/>
            <p:cNvSpPr/>
            <p:nvPr/>
          </p:nvSpPr>
          <p:spPr>
            <a:xfrm>
              <a:off x="7343071" y="2111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0" name="pt35150"/>
            <p:cNvSpPr/>
            <p:nvPr/>
          </p:nvSpPr>
          <p:spPr>
            <a:xfrm>
              <a:off x="6961412" y="2017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1" name="pt35151"/>
            <p:cNvSpPr/>
            <p:nvPr/>
          </p:nvSpPr>
          <p:spPr>
            <a:xfrm>
              <a:off x="7054920" y="2044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2" name="pt35152"/>
            <p:cNvSpPr/>
            <p:nvPr/>
          </p:nvSpPr>
          <p:spPr>
            <a:xfrm>
              <a:off x="7003898" y="1996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3" name="pt35153"/>
            <p:cNvSpPr/>
            <p:nvPr/>
          </p:nvSpPr>
          <p:spPr>
            <a:xfrm>
              <a:off x="7027912" y="2125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4" name="pt35154"/>
            <p:cNvSpPr/>
            <p:nvPr/>
          </p:nvSpPr>
          <p:spPr>
            <a:xfrm>
              <a:off x="7001326" y="1989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5" name="pt35155"/>
            <p:cNvSpPr/>
            <p:nvPr/>
          </p:nvSpPr>
          <p:spPr>
            <a:xfrm>
              <a:off x="7057978" y="2068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6" name="pt35156"/>
            <p:cNvSpPr/>
            <p:nvPr/>
          </p:nvSpPr>
          <p:spPr>
            <a:xfrm>
              <a:off x="6736056" y="2390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7" name="pt35157"/>
            <p:cNvSpPr/>
            <p:nvPr/>
          </p:nvSpPr>
          <p:spPr>
            <a:xfrm>
              <a:off x="7131342" y="2167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8" name="pt35158"/>
            <p:cNvSpPr/>
            <p:nvPr/>
          </p:nvSpPr>
          <p:spPr>
            <a:xfrm>
              <a:off x="7096899" y="2288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9" name="pt35159"/>
            <p:cNvSpPr/>
            <p:nvPr/>
          </p:nvSpPr>
          <p:spPr>
            <a:xfrm>
              <a:off x="7110277" y="2075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0" name="pt35160"/>
            <p:cNvSpPr/>
            <p:nvPr/>
          </p:nvSpPr>
          <p:spPr>
            <a:xfrm>
              <a:off x="7169663" y="2116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1" name="pt35161"/>
            <p:cNvSpPr/>
            <p:nvPr/>
          </p:nvSpPr>
          <p:spPr>
            <a:xfrm>
              <a:off x="7172125" y="2124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2" name="pt35162"/>
            <p:cNvSpPr/>
            <p:nvPr/>
          </p:nvSpPr>
          <p:spPr>
            <a:xfrm>
              <a:off x="7093281" y="2315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3" name="pt35163"/>
            <p:cNvSpPr/>
            <p:nvPr/>
          </p:nvSpPr>
          <p:spPr>
            <a:xfrm>
              <a:off x="7214594" y="1974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4" name="pt35164"/>
            <p:cNvSpPr/>
            <p:nvPr/>
          </p:nvSpPr>
          <p:spPr>
            <a:xfrm>
              <a:off x="7117309" y="2026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5" name="pt35165"/>
            <p:cNvSpPr/>
            <p:nvPr/>
          </p:nvSpPr>
          <p:spPr>
            <a:xfrm>
              <a:off x="6989758" y="2220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6" name="pt35166"/>
            <p:cNvSpPr/>
            <p:nvPr/>
          </p:nvSpPr>
          <p:spPr>
            <a:xfrm>
              <a:off x="6784387" y="2263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7" name="pt35167"/>
            <p:cNvSpPr/>
            <p:nvPr/>
          </p:nvSpPr>
          <p:spPr>
            <a:xfrm>
              <a:off x="7202634" y="2044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8" name="pt35168"/>
            <p:cNvSpPr/>
            <p:nvPr/>
          </p:nvSpPr>
          <p:spPr>
            <a:xfrm>
              <a:off x="7107471" y="2116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9" name="pt35169"/>
            <p:cNvSpPr/>
            <p:nvPr/>
          </p:nvSpPr>
          <p:spPr>
            <a:xfrm>
              <a:off x="7171489" y="2051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0" name="pt35170"/>
            <p:cNvSpPr/>
            <p:nvPr/>
          </p:nvSpPr>
          <p:spPr>
            <a:xfrm>
              <a:off x="6945455" y="1862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1" name="pt35171"/>
            <p:cNvSpPr/>
            <p:nvPr/>
          </p:nvSpPr>
          <p:spPr>
            <a:xfrm>
              <a:off x="6988656" y="2262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2" name="pt35172"/>
            <p:cNvSpPr/>
            <p:nvPr/>
          </p:nvSpPr>
          <p:spPr>
            <a:xfrm>
              <a:off x="7017887" y="2227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3" name="pt35173"/>
            <p:cNvSpPr/>
            <p:nvPr/>
          </p:nvSpPr>
          <p:spPr>
            <a:xfrm>
              <a:off x="7036281" y="2059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4" name="pt35174"/>
            <p:cNvSpPr/>
            <p:nvPr/>
          </p:nvSpPr>
          <p:spPr>
            <a:xfrm>
              <a:off x="6727972" y="2663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5" name="pt35175"/>
            <p:cNvSpPr/>
            <p:nvPr/>
          </p:nvSpPr>
          <p:spPr>
            <a:xfrm>
              <a:off x="7225331" y="1989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6" name="pt35176"/>
            <p:cNvSpPr/>
            <p:nvPr/>
          </p:nvSpPr>
          <p:spPr>
            <a:xfrm>
              <a:off x="7195893" y="2040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7" name="pt35177"/>
            <p:cNvSpPr/>
            <p:nvPr/>
          </p:nvSpPr>
          <p:spPr>
            <a:xfrm>
              <a:off x="7175127" y="2024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8" name="pt35178"/>
            <p:cNvSpPr/>
            <p:nvPr/>
          </p:nvSpPr>
          <p:spPr>
            <a:xfrm>
              <a:off x="6928283" y="1886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9" name="pt35179"/>
            <p:cNvSpPr/>
            <p:nvPr/>
          </p:nvSpPr>
          <p:spPr>
            <a:xfrm>
              <a:off x="7080538" y="2148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0" name="pt35180"/>
            <p:cNvSpPr/>
            <p:nvPr/>
          </p:nvSpPr>
          <p:spPr>
            <a:xfrm>
              <a:off x="7173428" y="2027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1" name="pt35181"/>
            <p:cNvSpPr/>
            <p:nvPr/>
          </p:nvSpPr>
          <p:spPr>
            <a:xfrm>
              <a:off x="7020037" y="2085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2" name="pt35182"/>
            <p:cNvSpPr/>
            <p:nvPr/>
          </p:nvSpPr>
          <p:spPr>
            <a:xfrm>
              <a:off x="7144758" y="1975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3" name="pt35183"/>
            <p:cNvSpPr/>
            <p:nvPr/>
          </p:nvSpPr>
          <p:spPr>
            <a:xfrm>
              <a:off x="7112614" y="2008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4" name="pt35184"/>
            <p:cNvSpPr/>
            <p:nvPr/>
          </p:nvSpPr>
          <p:spPr>
            <a:xfrm>
              <a:off x="6946906" y="2104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5" name="pt35185"/>
            <p:cNvSpPr/>
            <p:nvPr/>
          </p:nvSpPr>
          <p:spPr>
            <a:xfrm>
              <a:off x="7123339" y="2074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6" name="pt35186"/>
            <p:cNvSpPr/>
            <p:nvPr/>
          </p:nvSpPr>
          <p:spPr>
            <a:xfrm>
              <a:off x="7116116" y="1956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7" name="pt35187"/>
            <p:cNvSpPr/>
            <p:nvPr/>
          </p:nvSpPr>
          <p:spPr>
            <a:xfrm>
              <a:off x="6934375" y="1910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8" name="pt35188"/>
            <p:cNvSpPr/>
            <p:nvPr/>
          </p:nvSpPr>
          <p:spPr>
            <a:xfrm>
              <a:off x="7040126" y="2212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9" name="pt35189"/>
            <p:cNvSpPr/>
            <p:nvPr/>
          </p:nvSpPr>
          <p:spPr>
            <a:xfrm>
              <a:off x="7042019" y="2253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0" name="pt35190"/>
            <p:cNvSpPr/>
            <p:nvPr/>
          </p:nvSpPr>
          <p:spPr>
            <a:xfrm>
              <a:off x="7146596" y="1992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1" name="pt35191"/>
            <p:cNvSpPr/>
            <p:nvPr/>
          </p:nvSpPr>
          <p:spPr>
            <a:xfrm>
              <a:off x="7162223" y="2412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2" name="pt35192"/>
            <p:cNvSpPr/>
            <p:nvPr/>
          </p:nvSpPr>
          <p:spPr>
            <a:xfrm>
              <a:off x="7322804" y="2262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3" name="pt35193"/>
            <p:cNvSpPr/>
            <p:nvPr/>
          </p:nvSpPr>
          <p:spPr>
            <a:xfrm>
              <a:off x="7503249" y="2027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4" name="pt35194"/>
            <p:cNvSpPr/>
            <p:nvPr/>
          </p:nvSpPr>
          <p:spPr>
            <a:xfrm>
              <a:off x="7034391" y="2239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5" name="pt35195"/>
            <p:cNvSpPr/>
            <p:nvPr/>
          </p:nvSpPr>
          <p:spPr>
            <a:xfrm>
              <a:off x="7110546" y="2081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6" name="pt35196"/>
            <p:cNvSpPr/>
            <p:nvPr/>
          </p:nvSpPr>
          <p:spPr>
            <a:xfrm>
              <a:off x="7203239" y="1853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7" name="pt35197"/>
            <p:cNvSpPr/>
            <p:nvPr/>
          </p:nvSpPr>
          <p:spPr>
            <a:xfrm>
              <a:off x="7344806" y="1993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8" name="pt35198"/>
            <p:cNvSpPr/>
            <p:nvPr/>
          </p:nvSpPr>
          <p:spPr>
            <a:xfrm>
              <a:off x="6889104" y="2124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9" name="pt35199"/>
            <p:cNvSpPr/>
            <p:nvPr/>
          </p:nvSpPr>
          <p:spPr>
            <a:xfrm>
              <a:off x="7030192" y="2177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0" name="pt35200"/>
            <p:cNvSpPr/>
            <p:nvPr/>
          </p:nvSpPr>
          <p:spPr>
            <a:xfrm>
              <a:off x="6972279" y="1917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1" name="pt35201"/>
            <p:cNvSpPr/>
            <p:nvPr/>
          </p:nvSpPr>
          <p:spPr>
            <a:xfrm>
              <a:off x="7078040" y="2112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2" name="pt35202"/>
            <p:cNvSpPr/>
            <p:nvPr/>
          </p:nvSpPr>
          <p:spPr>
            <a:xfrm>
              <a:off x="7095539" y="2295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3" name="pt35203"/>
            <p:cNvSpPr/>
            <p:nvPr/>
          </p:nvSpPr>
          <p:spPr>
            <a:xfrm>
              <a:off x="6917071" y="2053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4" name="pt35204"/>
            <p:cNvSpPr/>
            <p:nvPr/>
          </p:nvSpPr>
          <p:spPr>
            <a:xfrm>
              <a:off x="7003934" y="1913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5" name="pt35205"/>
            <p:cNvSpPr/>
            <p:nvPr/>
          </p:nvSpPr>
          <p:spPr>
            <a:xfrm>
              <a:off x="6803424" y="2106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6" name="pt35206"/>
            <p:cNvSpPr/>
            <p:nvPr/>
          </p:nvSpPr>
          <p:spPr>
            <a:xfrm>
              <a:off x="7251021" y="1924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7" name="pt35207"/>
            <p:cNvSpPr/>
            <p:nvPr/>
          </p:nvSpPr>
          <p:spPr>
            <a:xfrm>
              <a:off x="7130441" y="2148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8" name="pt35208"/>
            <p:cNvSpPr/>
            <p:nvPr/>
          </p:nvSpPr>
          <p:spPr>
            <a:xfrm>
              <a:off x="6826216" y="1705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9" name="pt35209"/>
            <p:cNvSpPr/>
            <p:nvPr/>
          </p:nvSpPr>
          <p:spPr>
            <a:xfrm>
              <a:off x="7133891" y="2042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0" name="pt35210"/>
            <p:cNvSpPr/>
            <p:nvPr/>
          </p:nvSpPr>
          <p:spPr>
            <a:xfrm>
              <a:off x="7169725" y="2017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1" name="pt35211"/>
            <p:cNvSpPr/>
            <p:nvPr/>
          </p:nvSpPr>
          <p:spPr>
            <a:xfrm>
              <a:off x="7268199" y="1912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2" name="pt35212"/>
            <p:cNvSpPr/>
            <p:nvPr/>
          </p:nvSpPr>
          <p:spPr>
            <a:xfrm>
              <a:off x="7061455" y="2226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3" name="pt35213"/>
            <p:cNvSpPr/>
            <p:nvPr/>
          </p:nvSpPr>
          <p:spPr>
            <a:xfrm>
              <a:off x="7314840" y="2468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4" name="pt35214"/>
            <p:cNvSpPr/>
            <p:nvPr/>
          </p:nvSpPr>
          <p:spPr>
            <a:xfrm>
              <a:off x="6835928" y="1906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5" name="pt35215"/>
            <p:cNvSpPr/>
            <p:nvPr/>
          </p:nvSpPr>
          <p:spPr>
            <a:xfrm>
              <a:off x="7212239" y="1936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6" name="pt35216"/>
            <p:cNvSpPr/>
            <p:nvPr/>
          </p:nvSpPr>
          <p:spPr>
            <a:xfrm>
              <a:off x="7244832" y="2054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7" name="pt35217"/>
            <p:cNvSpPr/>
            <p:nvPr/>
          </p:nvSpPr>
          <p:spPr>
            <a:xfrm>
              <a:off x="7388676" y="2261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8" name="pt35218"/>
            <p:cNvSpPr/>
            <p:nvPr/>
          </p:nvSpPr>
          <p:spPr>
            <a:xfrm>
              <a:off x="6958718" y="1874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9" name="pt35219"/>
            <p:cNvSpPr/>
            <p:nvPr/>
          </p:nvSpPr>
          <p:spPr>
            <a:xfrm>
              <a:off x="7589244" y="2397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0" name="pt35220"/>
            <p:cNvSpPr/>
            <p:nvPr/>
          </p:nvSpPr>
          <p:spPr>
            <a:xfrm>
              <a:off x="7201897" y="2068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1" name="pt35221"/>
            <p:cNvSpPr/>
            <p:nvPr/>
          </p:nvSpPr>
          <p:spPr>
            <a:xfrm>
              <a:off x="7026367" y="2078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2" name="pt35222"/>
            <p:cNvSpPr/>
            <p:nvPr/>
          </p:nvSpPr>
          <p:spPr>
            <a:xfrm>
              <a:off x="7155895" y="2168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3" name="pt35223"/>
            <p:cNvSpPr/>
            <p:nvPr/>
          </p:nvSpPr>
          <p:spPr>
            <a:xfrm>
              <a:off x="7090512" y="2267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4" name="pt35224"/>
            <p:cNvSpPr/>
            <p:nvPr/>
          </p:nvSpPr>
          <p:spPr>
            <a:xfrm>
              <a:off x="7201212" y="2038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5" name="pt35225"/>
            <p:cNvSpPr/>
            <p:nvPr/>
          </p:nvSpPr>
          <p:spPr>
            <a:xfrm>
              <a:off x="6935548" y="2100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6" name="pt35226"/>
            <p:cNvSpPr/>
            <p:nvPr/>
          </p:nvSpPr>
          <p:spPr>
            <a:xfrm>
              <a:off x="6959677" y="2113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7" name="pt35227"/>
            <p:cNvSpPr/>
            <p:nvPr/>
          </p:nvSpPr>
          <p:spPr>
            <a:xfrm>
              <a:off x="7162880" y="2261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8" name="pt35228"/>
            <p:cNvSpPr/>
            <p:nvPr/>
          </p:nvSpPr>
          <p:spPr>
            <a:xfrm>
              <a:off x="7126506" y="2190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9" name="pt35229"/>
            <p:cNvSpPr/>
            <p:nvPr/>
          </p:nvSpPr>
          <p:spPr>
            <a:xfrm>
              <a:off x="6768843" y="1776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0" name="pt35230"/>
            <p:cNvSpPr/>
            <p:nvPr/>
          </p:nvSpPr>
          <p:spPr>
            <a:xfrm>
              <a:off x="6937264" y="2064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1" name="pt35231"/>
            <p:cNvSpPr/>
            <p:nvPr/>
          </p:nvSpPr>
          <p:spPr>
            <a:xfrm>
              <a:off x="7203090" y="2096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2" name="pt35232"/>
            <p:cNvSpPr/>
            <p:nvPr/>
          </p:nvSpPr>
          <p:spPr>
            <a:xfrm>
              <a:off x="7038086" y="2193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3" name="pt35233"/>
            <p:cNvSpPr/>
            <p:nvPr/>
          </p:nvSpPr>
          <p:spPr>
            <a:xfrm>
              <a:off x="6924796" y="1988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4" name="pt35234"/>
            <p:cNvSpPr/>
            <p:nvPr/>
          </p:nvSpPr>
          <p:spPr>
            <a:xfrm>
              <a:off x="7056078" y="1999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5" name="pt35235"/>
            <p:cNvSpPr/>
            <p:nvPr/>
          </p:nvSpPr>
          <p:spPr>
            <a:xfrm>
              <a:off x="6818019" y="2263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6" name="pt35236"/>
            <p:cNvSpPr/>
            <p:nvPr/>
          </p:nvSpPr>
          <p:spPr>
            <a:xfrm>
              <a:off x="6926852" y="1946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7" name="pt35237"/>
            <p:cNvSpPr/>
            <p:nvPr/>
          </p:nvSpPr>
          <p:spPr>
            <a:xfrm>
              <a:off x="7120082" y="1957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8" name="pt35238"/>
            <p:cNvSpPr/>
            <p:nvPr/>
          </p:nvSpPr>
          <p:spPr>
            <a:xfrm>
              <a:off x="7230858" y="2037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9" name="pt35239"/>
            <p:cNvSpPr/>
            <p:nvPr/>
          </p:nvSpPr>
          <p:spPr>
            <a:xfrm>
              <a:off x="7028256" y="2137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0" name="pt35240"/>
            <p:cNvSpPr/>
            <p:nvPr/>
          </p:nvSpPr>
          <p:spPr>
            <a:xfrm>
              <a:off x="7150265" y="2115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1" name="pt35241"/>
            <p:cNvSpPr/>
            <p:nvPr/>
          </p:nvSpPr>
          <p:spPr>
            <a:xfrm>
              <a:off x="7078295" y="2120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2" name="pt35242"/>
            <p:cNvSpPr/>
            <p:nvPr/>
          </p:nvSpPr>
          <p:spPr>
            <a:xfrm>
              <a:off x="7063108" y="2113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3" name="pt35243"/>
            <p:cNvSpPr/>
            <p:nvPr/>
          </p:nvSpPr>
          <p:spPr>
            <a:xfrm>
              <a:off x="7045189" y="2116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4" name="pt35244"/>
            <p:cNvSpPr/>
            <p:nvPr/>
          </p:nvSpPr>
          <p:spPr>
            <a:xfrm>
              <a:off x="6974636" y="1796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5" name="pt35245"/>
            <p:cNvSpPr/>
            <p:nvPr/>
          </p:nvSpPr>
          <p:spPr>
            <a:xfrm>
              <a:off x="7013408" y="2015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6" name="pt35246"/>
            <p:cNvSpPr/>
            <p:nvPr/>
          </p:nvSpPr>
          <p:spPr>
            <a:xfrm>
              <a:off x="7268989" y="1900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7" name="pt35247"/>
            <p:cNvSpPr/>
            <p:nvPr/>
          </p:nvSpPr>
          <p:spPr>
            <a:xfrm>
              <a:off x="6512703" y="1683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8" name="pt35248"/>
            <p:cNvSpPr/>
            <p:nvPr/>
          </p:nvSpPr>
          <p:spPr>
            <a:xfrm>
              <a:off x="7199613" y="2049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9" name="pt35249"/>
            <p:cNvSpPr/>
            <p:nvPr/>
          </p:nvSpPr>
          <p:spPr>
            <a:xfrm>
              <a:off x="7162931" y="2110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0" name="pt35250"/>
            <p:cNvSpPr/>
            <p:nvPr/>
          </p:nvSpPr>
          <p:spPr>
            <a:xfrm>
              <a:off x="7090911" y="2263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1" name="pt35251"/>
            <p:cNvSpPr/>
            <p:nvPr/>
          </p:nvSpPr>
          <p:spPr>
            <a:xfrm>
              <a:off x="7278443" y="1935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2" name="pt35252"/>
            <p:cNvSpPr/>
            <p:nvPr/>
          </p:nvSpPr>
          <p:spPr>
            <a:xfrm>
              <a:off x="7161180" y="2210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3" name="pt35253"/>
            <p:cNvSpPr/>
            <p:nvPr/>
          </p:nvSpPr>
          <p:spPr>
            <a:xfrm>
              <a:off x="6961208" y="2121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4" name="pt35254"/>
            <p:cNvSpPr/>
            <p:nvPr/>
          </p:nvSpPr>
          <p:spPr>
            <a:xfrm>
              <a:off x="7092385" y="2322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5" name="pt35255"/>
            <p:cNvSpPr/>
            <p:nvPr/>
          </p:nvSpPr>
          <p:spPr>
            <a:xfrm>
              <a:off x="6893817" y="2187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6" name="pt35256"/>
            <p:cNvSpPr/>
            <p:nvPr/>
          </p:nvSpPr>
          <p:spPr>
            <a:xfrm>
              <a:off x="7088383" y="2169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7" name="pt35257"/>
            <p:cNvSpPr/>
            <p:nvPr/>
          </p:nvSpPr>
          <p:spPr>
            <a:xfrm>
              <a:off x="6950976" y="1975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8" name="pt35258"/>
            <p:cNvSpPr/>
            <p:nvPr/>
          </p:nvSpPr>
          <p:spPr>
            <a:xfrm>
              <a:off x="7242946" y="1972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9" name="pt35259"/>
            <p:cNvSpPr/>
            <p:nvPr/>
          </p:nvSpPr>
          <p:spPr>
            <a:xfrm>
              <a:off x="7229060" y="1919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0" name="pt35260"/>
            <p:cNvSpPr/>
            <p:nvPr/>
          </p:nvSpPr>
          <p:spPr>
            <a:xfrm>
              <a:off x="6639094" y="1650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1" name="pt35261"/>
            <p:cNvSpPr/>
            <p:nvPr/>
          </p:nvSpPr>
          <p:spPr>
            <a:xfrm>
              <a:off x="7170528" y="2236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2" name="pt35262"/>
            <p:cNvSpPr/>
            <p:nvPr/>
          </p:nvSpPr>
          <p:spPr>
            <a:xfrm>
              <a:off x="7134390" y="2118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3" name="pt35263"/>
            <p:cNvSpPr/>
            <p:nvPr/>
          </p:nvSpPr>
          <p:spPr>
            <a:xfrm>
              <a:off x="7074095" y="2080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4" name="pt35264"/>
            <p:cNvSpPr/>
            <p:nvPr/>
          </p:nvSpPr>
          <p:spPr>
            <a:xfrm>
              <a:off x="6982589" y="2211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5" name="pt35265"/>
            <p:cNvSpPr/>
            <p:nvPr/>
          </p:nvSpPr>
          <p:spPr>
            <a:xfrm>
              <a:off x="6936841" y="2006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6" name="pt35266"/>
            <p:cNvSpPr/>
            <p:nvPr/>
          </p:nvSpPr>
          <p:spPr>
            <a:xfrm>
              <a:off x="7021615" y="2112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7" name="pt35267"/>
            <p:cNvSpPr/>
            <p:nvPr/>
          </p:nvSpPr>
          <p:spPr>
            <a:xfrm>
              <a:off x="6960956" y="1656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8" name="pt35268"/>
            <p:cNvSpPr/>
            <p:nvPr/>
          </p:nvSpPr>
          <p:spPr>
            <a:xfrm>
              <a:off x="6941340" y="1973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9" name="pt35269"/>
            <p:cNvSpPr/>
            <p:nvPr/>
          </p:nvSpPr>
          <p:spPr>
            <a:xfrm>
              <a:off x="6857839" y="2203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0" name="pt35270"/>
            <p:cNvSpPr/>
            <p:nvPr/>
          </p:nvSpPr>
          <p:spPr>
            <a:xfrm>
              <a:off x="7087058" y="2179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1" name="pt35271"/>
            <p:cNvSpPr/>
            <p:nvPr/>
          </p:nvSpPr>
          <p:spPr>
            <a:xfrm>
              <a:off x="7263069" y="1958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2" name="pt35272"/>
            <p:cNvSpPr/>
            <p:nvPr/>
          </p:nvSpPr>
          <p:spPr>
            <a:xfrm>
              <a:off x="6904054" y="2003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3" name="pt35273"/>
            <p:cNvSpPr/>
            <p:nvPr/>
          </p:nvSpPr>
          <p:spPr>
            <a:xfrm>
              <a:off x="6968343" y="1900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4" name="pt35274"/>
            <p:cNvSpPr/>
            <p:nvPr/>
          </p:nvSpPr>
          <p:spPr>
            <a:xfrm>
              <a:off x="7303791" y="1992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5" name="pt35275"/>
            <p:cNvSpPr/>
            <p:nvPr/>
          </p:nvSpPr>
          <p:spPr>
            <a:xfrm>
              <a:off x="7051091" y="2090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6" name="pt35276"/>
            <p:cNvSpPr/>
            <p:nvPr/>
          </p:nvSpPr>
          <p:spPr>
            <a:xfrm>
              <a:off x="7421625" y="2490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7" name="pt35277"/>
            <p:cNvSpPr/>
            <p:nvPr/>
          </p:nvSpPr>
          <p:spPr>
            <a:xfrm>
              <a:off x="7294904" y="2034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8" name="pt35278"/>
            <p:cNvSpPr/>
            <p:nvPr/>
          </p:nvSpPr>
          <p:spPr>
            <a:xfrm>
              <a:off x="7301916" y="1807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9" name="pt35279"/>
            <p:cNvSpPr/>
            <p:nvPr/>
          </p:nvSpPr>
          <p:spPr>
            <a:xfrm>
              <a:off x="7174620" y="2024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0" name="pt35280"/>
            <p:cNvSpPr/>
            <p:nvPr/>
          </p:nvSpPr>
          <p:spPr>
            <a:xfrm>
              <a:off x="7074325" y="2110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1" name="pt35281"/>
            <p:cNvSpPr/>
            <p:nvPr/>
          </p:nvSpPr>
          <p:spPr>
            <a:xfrm>
              <a:off x="7258895" y="2162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2" name="pt35282"/>
            <p:cNvSpPr/>
            <p:nvPr/>
          </p:nvSpPr>
          <p:spPr>
            <a:xfrm>
              <a:off x="6988331" y="2209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3" name="pt35283"/>
            <p:cNvSpPr/>
            <p:nvPr/>
          </p:nvSpPr>
          <p:spPr>
            <a:xfrm>
              <a:off x="6976462" y="1937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4" name="pt35284"/>
            <p:cNvSpPr/>
            <p:nvPr/>
          </p:nvSpPr>
          <p:spPr>
            <a:xfrm>
              <a:off x="7247755" y="1908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5" name="pt35285"/>
            <p:cNvSpPr/>
            <p:nvPr/>
          </p:nvSpPr>
          <p:spPr>
            <a:xfrm>
              <a:off x="7314570" y="2485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6" name="pt35286"/>
            <p:cNvSpPr/>
            <p:nvPr/>
          </p:nvSpPr>
          <p:spPr>
            <a:xfrm>
              <a:off x="7169658" y="203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7" name="pt35287"/>
            <p:cNvSpPr/>
            <p:nvPr/>
          </p:nvSpPr>
          <p:spPr>
            <a:xfrm>
              <a:off x="6926461" y="1932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8" name="pt35288"/>
            <p:cNvSpPr/>
            <p:nvPr/>
          </p:nvSpPr>
          <p:spPr>
            <a:xfrm>
              <a:off x="7091236" y="2248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9" name="pt35289"/>
            <p:cNvSpPr/>
            <p:nvPr/>
          </p:nvSpPr>
          <p:spPr>
            <a:xfrm>
              <a:off x="7034548" y="22853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0" name="pt35290"/>
            <p:cNvSpPr/>
            <p:nvPr/>
          </p:nvSpPr>
          <p:spPr>
            <a:xfrm>
              <a:off x="7019251" y="2192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1" name="pt35291"/>
            <p:cNvSpPr/>
            <p:nvPr/>
          </p:nvSpPr>
          <p:spPr>
            <a:xfrm>
              <a:off x="7316375" y="2504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2" name="pt35292"/>
            <p:cNvSpPr/>
            <p:nvPr/>
          </p:nvSpPr>
          <p:spPr>
            <a:xfrm>
              <a:off x="7132448" y="2153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3" name="pt35293"/>
            <p:cNvSpPr/>
            <p:nvPr/>
          </p:nvSpPr>
          <p:spPr>
            <a:xfrm>
              <a:off x="7496550" y="2306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4" name="pt35294"/>
            <p:cNvSpPr/>
            <p:nvPr/>
          </p:nvSpPr>
          <p:spPr>
            <a:xfrm>
              <a:off x="6818280" y="2097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5" name="pt35295"/>
            <p:cNvSpPr/>
            <p:nvPr/>
          </p:nvSpPr>
          <p:spPr>
            <a:xfrm>
              <a:off x="7074396" y="2087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6" name="pt35296"/>
            <p:cNvSpPr/>
            <p:nvPr/>
          </p:nvSpPr>
          <p:spPr>
            <a:xfrm>
              <a:off x="7345424" y="2185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7" name="pt35297"/>
            <p:cNvSpPr/>
            <p:nvPr/>
          </p:nvSpPr>
          <p:spPr>
            <a:xfrm>
              <a:off x="7090018" y="2210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8" name="pt35298"/>
            <p:cNvSpPr/>
            <p:nvPr/>
          </p:nvSpPr>
          <p:spPr>
            <a:xfrm>
              <a:off x="7088322" y="2246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9" name="pt35299"/>
            <p:cNvSpPr/>
            <p:nvPr/>
          </p:nvSpPr>
          <p:spPr>
            <a:xfrm>
              <a:off x="7040525" y="2146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0" name="pt35300"/>
            <p:cNvSpPr/>
            <p:nvPr/>
          </p:nvSpPr>
          <p:spPr>
            <a:xfrm>
              <a:off x="7008531" y="1931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1" name="pt35301"/>
            <p:cNvSpPr/>
            <p:nvPr/>
          </p:nvSpPr>
          <p:spPr>
            <a:xfrm>
              <a:off x="7149176" y="2083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2" name="pt35302"/>
            <p:cNvSpPr/>
            <p:nvPr/>
          </p:nvSpPr>
          <p:spPr>
            <a:xfrm>
              <a:off x="6984602" y="2326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3" name="pt35303"/>
            <p:cNvSpPr/>
            <p:nvPr/>
          </p:nvSpPr>
          <p:spPr>
            <a:xfrm>
              <a:off x="6904080" y="1949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4" name="pt35304"/>
            <p:cNvSpPr/>
            <p:nvPr/>
          </p:nvSpPr>
          <p:spPr>
            <a:xfrm>
              <a:off x="7115165" y="1980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5" name="pt35305"/>
            <p:cNvSpPr/>
            <p:nvPr/>
          </p:nvSpPr>
          <p:spPr>
            <a:xfrm>
              <a:off x="7577094" y="2329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6" name="pt35306"/>
            <p:cNvSpPr/>
            <p:nvPr/>
          </p:nvSpPr>
          <p:spPr>
            <a:xfrm>
              <a:off x="6929155" y="1867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7" name="pt35307"/>
            <p:cNvSpPr/>
            <p:nvPr/>
          </p:nvSpPr>
          <p:spPr>
            <a:xfrm>
              <a:off x="7230035" y="21162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8" name="pt35308"/>
            <p:cNvSpPr/>
            <p:nvPr/>
          </p:nvSpPr>
          <p:spPr>
            <a:xfrm>
              <a:off x="6969001" y="1794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9" name="pt35309"/>
            <p:cNvSpPr/>
            <p:nvPr/>
          </p:nvSpPr>
          <p:spPr>
            <a:xfrm>
              <a:off x="6836390" y="2116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0" name="pt35310"/>
            <p:cNvSpPr/>
            <p:nvPr/>
          </p:nvSpPr>
          <p:spPr>
            <a:xfrm>
              <a:off x="6991774" y="2264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1" name="pt35311"/>
            <p:cNvSpPr/>
            <p:nvPr/>
          </p:nvSpPr>
          <p:spPr>
            <a:xfrm>
              <a:off x="7143388" y="2013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2" name="pt35312"/>
            <p:cNvSpPr/>
            <p:nvPr/>
          </p:nvSpPr>
          <p:spPr>
            <a:xfrm>
              <a:off x="7152380" y="2058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3" name="pt35313"/>
            <p:cNvSpPr/>
            <p:nvPr/>
          </p:nvSpPr>
          <p:spPr>
            <a:xfrm>
              <a:off x="7109981" y="2151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4" name="pt35314"/>
            <p:cNvSpPr/>
            <p:nvPr/>
          </p:nvSpPr>
          <p:spPr>
            <a:xfrm>
              <a:off x="6792771" y="2367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5" name="pt35315"/>
            <p:cNvSpPr/>
            <p:nvPr/>
          </p:nvSpPr>
          <p:spPr>
            <a:xfrm>
              <a:off x="7013571" y="1990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6" name="pt35316"/>
            <p:cNvSpPr/>
            <p:nvPr/>
          </p:nvSpPr>
          <p:spPr>
            <a:xfrm>
              <a:off x="7181404" y="1983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7" name="pt35317"/>
            <p:cNvSpPr/>
            <p:nvPr/>
          </p:nvSpPr>
          <p:spPr>
            <a:xfrm>
              <a:off x="6827998" y="1976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8" name="pt35318"/>
            <p:cNvSpPr/>
            <p:nvPr/>
          </p:nvSpPr>
          <p:spPr>
            <a:xfrm>
              <a:off x="7168293" y="2165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9" name="pt35319"/>
            <p:cNvSpPr/>
            <p:nvPr/>
          </p:nvSpPr>
          <p:spPr>
            <a:xfrm>
              <a:off x="7104082" y="2076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0" name="pt35320"/>
            <p:cNvSpPr/>
            <p:nvPr/>
          </p:nvSpPr>
          <p:spPr>
            <a:xfrm>
              <a:off x="7002576" y="2009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1" name="pt35321"/>
            <p:cNvSpPr/>
            <p:nvPr/>
          </p:nvSpPr>
          <p:spPr>
            <a:xfrm>
              <a:off x="6801218" y="2350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2" name="pt35322"/>
            <p:cNvSpPr/>
            <p:nvPr/>
          </p:nvSpPr>
          <p:spPr>
            <a:xfrm>
              <a:off x="6934635" y="1948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3" name="pt35323"/>
            <p:cNvSpPr/>
            <p:nvPr/>
          </p:nvSpPr>
          <p:spPr>
            <a:xfrm>
              <a:off x="7027726" y="2123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4" name="pt35324"/>
            <p:cNvSpPr/>
            <p:nvPr/>
          </p:nvSpPr>
          <p:spPr>
            <a:xfrm>
              <a:off x="7158740" y="2215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5" name="pt35325"/>
            <p:cNvSpPr/>
            <p:nvPr/>
          </p:nvSpPr>
          <p:spPr>
            <a:xfrm>
              <a:off x="7046914" y="2192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6" name="pt35326"/>
            <p:cNvSpPr/>
            <p:nvPr/>
          </p:nvSpPr>
          <p:spPr>
            <a:xfrm>
              <a:off x="7022646" y="2062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7" name="pt35327"/>
            <p:cNvSpPr/>
            <p:nvPr/>
          </p:nvSpPr>
          <p:spPr>
            <a:xfrm>
              <a:off x="6928546" y="1963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8" name="pt35328"/>
            <p:cNvSpPr/>
            <p:nvPr/>
          </p:nvSpPr>
          <p:spPr>
            <a:xfrm>
              <a:off x="7225838" y="2031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9" name="pt35329"/>
            <p:cNvSpPr/>
            <p:nvPr/>
          </p:nvSpPr>
          <p:spPr>
            <a:xfrm>
              <a:off x="7100368" y="2192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0" name="pt35330"/>
            <p:cNvSpPr/>
            <p:nvPr/>
          </p:nvSpPr>
          <p:spPr>
            <a:xfrm>
              <a:off x="7081893" y="2147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1" name="pt35331"/>
            <p:cNvSpPr/>
            <p:nvPr/>
          </p:nvSpPr>
          <p:spPr>
            <a:xfrm>
              <a:off x="7214850" y="203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2" name="pt35332"/>
            <p:cNvSpPr/>
            <p:nvPr/>
          </p:nvSpPr>
          <p:spPr>
            <a:xfrm>
              <a:off x="7178581" y="2067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3" name="pt35333"/>
            <p:cNvSpPr/>
            <p:nvPr/>
          </p:nvSpPr>
          <p:spPr>
            <a:xfrm>
              <a:off x="6771688" y="212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4" name="pt35334"/>
            <p:cNvSpPr/>
            <p:nvPr/>
          </p:nvSpPr>
          <p:spPr>
            <a:xfrm>
              <a:off x="7181911" y="2075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5" name="pt35335"/>
            <p:cNvSpPr/>
            <p:nvPr/>
          </p:nvSpPr>
          <p:spPr>
            <a:xfrm>
              <a:off x="7187485" y="1749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6" name="pt35336"/>
            <p:cNvSpPr/>
            <p:nvPr/>
          </p:nvSpPr>
          <p:spPr>
            <a:xfrm>
              <a:off x="7137558" y="1971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7" name="pt35337"/>
            <p:cNvSpPr/>
            <p:nvPr/>
          </p:nvSpPr>
          <p:spPr>
            <a:xfrm>
              <a:off x="7034250" y="2212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8" name="pt35338"/>
            <p:cNvSpPr/>
            <p:nvPr/>
          </p:nvSpPr>
          <p:spPr>
            <a:xfrm>
              <a:off x="7224735" y="1939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9" name="pt35339"/>
            <p:cNvSpPr/>
            <p:nvPr/>
          </p:nvSpPr>
          <p:spPr>
            <a:xfrm>
              <a:off x="7076964" y="2036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0" name="pt35340"/>
            <p:cNvSpPr/>
            <p:nvPr/>
          </p:nvSpPr>
          <p:spPr>
            <a:xfrm>
              <a:off x="7170613" y="1965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1" name="pt35341"/>
            <p:cNvSpPr/>
            <p:nvPr/>
          </p:nvSpPr>
          <p:spPr>
            <a:xfrm>
              <a:off x="7258648" y="2048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2" name="pt35342"/>
            <p:cNvSpPr/>
            <p:nvPr/>
          </p:nvSpPr>
          <p:spPr>
            <a:xfrm>
              <a:off x="6988840" y="2159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3" name="pt35343"/>
            <p:cNvSpPr/>
            <p:nvPr/>
          </p:nvSpPr>
          <p:spPr>
            <a:xfrm>
              <a:off x="6880092" y="2160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4" name="pt35344"/>
            <p:cNvSpPr/>
            <p:nvPr/>
          </p:nvSpPr>
          <p:spPr>
            <a:xfrm>
              <a:off x="7227189" y="2056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5" name="pt35345"/>
            <p:cNvSpPr/>
            <p:nvPr/>
          </p:nvSpPr>
          <p:spPr>
            <a:xfrm>
              <a:off x="7212806" y="2018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6" name="pt35346"/>
            <p:cNvSpPr/>
            <p:nvPr/>
          </p:nvSpPr>
          <p:spPr>
            <a:xfrm>
              <a:off x="7172420" y="2224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7" name="pt35347"/>
            <p:cNvSpPr/>
            <p:nvPr/>
          </p:nvSpPr>
          <p:spPr>
            <a:xfrm>
              <a:off x="7397491" y="2338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8" name="pt35348"/>
            <p:cNvSpPr/>
            <p:nvPr/>
          </p:nvSpPr>
          <p:spPr>
            <a:xfrm>
              <a:off x="7005737" y="1497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9" name="pt35349"/>
            <p:cNvSpPr/>
            <p:nvPr/>
          </p:nvSpPr>
          <p:spPr>
            <a:xfrm>
              <a:off x="7509663" y="1823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0" name="pt35350"/>
            <p:cNvSpPr/>
            <p:nvPr/>
          </p:nvSpPr>
          <p:spPr>
            <a:xfrm>
              <a:off x="7071364" y="2131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1" name="pt35351"/>
            <p:cNvSpPr/>
            <p:nvPr/>
          </p:nvSpPr>
          <p:spPr>
            <a:xfrm>
              <a:off x="7033250" y="2214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2" name="pt35352"/>
            <p:cNvSpPr/>
            <p:nvPr/>
          </p:nvSpPr>
          <p:spPr>
            <a:xfrm>
              <a:off x="6924553" y="1943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3" name="pt35353"/>
            <p:cNvSpPr/>
            <p:nvPr/>
          </p:nvSpPr>
          <p:spPr>
            <a:xfrm>
              <a:off x="6984560" y="2187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4" name="pt35354"/>
            <p:cNvSpPr/>
            <p:nvPr/>
          </p:nvSpPr>
          <p:spPr>
            <a:xfrm>
              <a:off x="6956268" y="1854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5" name="pt35355"/>
            <p:cNvSpPr/>
            <p:nvPr/>
          </p:nvSpPr>
          <p:spPr>
            <a:xfrm>
              <a:off x="7115371" y="1994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6" name="pt35356"/>
            <p:cNvSpPr/>
            <p:nvPr/>
          </p:nvSpPr>
          <p:spPr>
            <a:xfrm>
              <a:off x="7017090" y="2003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7" name="pt35357"/>
            <p:cNvSpPr/>
            <p:nvPr/>
          </p:nvSpPr>
          <p:spPr>
            <a:xfrm>
              <a:off x="7242426" y="2002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8" name="pt35358"/>
            <p:cNvSpPr/>
            <p:nvPr/>
          </p:nvSpPr>
          <p:spPr>
            <a:xfrm>
              <a:off x="7004250" y="2003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9" name="pt35359"/>
            <p:cNvSpPr/>
            <p:nvPr/>
          </p:nvSpPr>
          <p:spPr>
            <a:xfrm>
              <a:off x="6766466" y="192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0" name="pt35360"/>
            <p:cNvSpPr/>
            <p:nvPr/>
          </p:nvSpPr>
          <p:spPr>
            <a:xfrm>
              <a:off x="6982084" y="2203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1" name="pt35361"/>
            <p:cNvSpPr/>
            <p:nvPr/>
          </p:nvSpPr>
          <p:spPr>
            <a:xfrm>
              <a:off x="7170671" y="2034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2" name="pt35362"/>
            <p:cNvSpPr/>
            <p:nvPr/>
          </p:nvSpPr>
          <p:spPr>
            <a:xfrm>
              <a:off x="7067216" y="2059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3" name="pt35363"/>
            <p:cNvSpPr/>
            <p:nvPr/>
          </p:nvSpPr>
          <p:spPr>
            <a:xfrm>
              <a:off x="7192326" y="220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4" name="pt35364"/>
            <p:cNvSpPr/>
            <p:nvPr/>
          </p:nvSpPr>
          <p:spPr>
            <a:xfrm>
              <a:off x="7059627" y="2154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5" name="pt35365"/>
            <p:cNvSpPr/>
            <p:nvPr/>
          </p:nvSpPr>
          <p:spPr>
            <a:xfrm>
              <a:off x="7047620" y="218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6" name="pt35366"/>
            <p:cNvSpPr/>
            <p:nvPr/>
          </p:nvSpPr>
          <p:spPr>
            <a:xfrm>
              <a:off x="7187315" y="1883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7" name="pt35367"/>
            <p:cNvSpPr/>
            <p:nvPr/>
          </p:nvSpPr>
          <p:spPr>
            <a:xfrm>
              <a:off x="7047659" y="2252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8" name="pt35368"/>
            <p:cNvSpPr/>
            <p:nvPr/>
          </p:nvSpPr>
          <p:spPr>
            <a:xfrm>
              <a:off x="6940091" y="1803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9" name="pt35369"/>
            <p:cNvSpPr/>
            <p:nvPr/>
          </p:nvSpPr>
          <p:spPr>
            <a:xfrm>
              <a:off x="6883283" y="2178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0" name="pt35370"/>
            <p:cNvSpPr/>
            <p:nvPr/>
          </p:nvSpPr>
          <p:spPr>
            <a:xfrm>
              <a:off x="6879404" y="2222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1" name="pt35371"/>
            <p:cNvSpPr/>
            <p:nvPr/>
          </p:nvSpPr>
          <p:spPr>
            <a:xfrm>
              <a:off x="7012283" y="2051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2" name="pt35372"/>
            <p:cNvSpPr/>
            <p:nvPr/>
          </p:nvSpPr>
          <p:spPr>
            <a:xfrm>
              <a:off x="7152160" y="2162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3" name="pt35373"/>
            <p:cNvSpPr/>
            <p:nvPr/>
          </p:nvSpPr>
          <p:spPr>
            <a:xfrm>
              <a:off x="7076982" y="2125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4" name="pt35374"/>
            <p:cNvSpPr/>
            <p:nvPr/>
          </p:nvSpPr>
          <p:spPr>
            <a:xfrm>
              <a:off x="7324067" y="2494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5" name="pt35375"/>
            <p:cNvSpPr/>
            <p:nvPr/>
          </p:nvSpPr>
          <p:spPr>
            <a:xfrm>
              <a:off x="7338515" y="2221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6" name="pt35376"/>
            <p:cNvSpPr/>
            <p:nvPr/>
          </p:nvSpPr>
          <p:spPr>
            <a:xfrm>
              <a:off x="6974054" y="1858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7" name="pt35377"/>
            <p:cNvSpPr/>
            <p:nvPr/>
          </p:nvSpPr>
          <p:spPr>
            <a:xfrm>
              <a:off x="7315350" y="2524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8" name="pt35378"/>
            <p:cNvSpPr/>
            <p:nvPr/>
          </p:nvSpPr>
          <p:spPr>
            <a:xfrm>
              <a:off x="6863277" y="2148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9" name="pt35379"/>
            <p:cNvSpPr/>
            <p:nvPr/>
          </p:nvSpPr>
          <p:spPr>
            <a:xfrm>
              <a:off x="7170646" y="2105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0" name="pt35380"/>
            <p:cNvSpPr/>
            <p:nvPr/>
          </p:nvSpPr>
          <p:spPr>
            <a:xfrm>
              <a:off x="7269176" y="1981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1" name="pt35381"/>
            <p:cNvSpPr/>
            <p:nvPr/>
          </p:nvSpPr>
          <p:spPr>
            <a:xfrm>
              <a:off x="7048310" y="2128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2" name="pt35382"/>
            <p:cNvSpPr/>
            <p:nvPr/>
          </p:nvSpPr>
          <p:spPr>
            <a:xfrm>
              <a:off x="6629486" y="1998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3" name="pt35383"/>
            <p:cNvSpPr/>
            <p:nvPr/>
          </p:nvSpPr>
          <p:spPr>
            <a:xfrm>
              <a:off x="6825482" y="1829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4" name="pt35384"/>
            <p:cNvSpPr/>
            <p:nvPr/>
          </p:nvSpPr>
          <p:spPr>
            <a:xfrm>
              <a:off x="6937884" y="2064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5" name="pt35385"/>
            <p:cNvSpPr/>
            <p:nvPr/>
          </p:nvSpPr>
          <p:spPr>
            <a:xfrm>
              <a:off x="7022605" y="2078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6" name="pt35386"/>
            <p:cNvSpPr/>
            <p:nvPr/>
          </p:nvSpPr>
          <p:spPr>
            <a:xfrm>
              <a:off x="7203417" y="2022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7" name="pt35387"/>
            <p:cNvSpPr/>
            <p:nvPr/>
          </p:nvSpPr>
          <p:spPr>
            <a:xfrm>
              <a:off x="7181927" y="2035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8" name="pt35388"/>
            <p:cNvSpPr/>
            <p:nvPr/>
          </p:nvSpPr>
          <p:spPr>
            <a:xfrm>
              <a:off x="7035907" y="2197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9" name="pt35389"/>
            <p:cNvSpPr/>
            <p:nvPr/>
          </p:nvSpPr>
          <p:spPr>
            <a:xfrm>
              <a:off x="7275863" y="1853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0" name="pt35390"/>
            <p:cNvSpPr/>
            <p:nvPr/>
          </p:nvSpPr>
          <p:spPr>
            <a:xfrm>
              <a:off x="7120655" y="2072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1" name="pt35391"/>
            <p:cNvSpPr/>
            <p:nvPr/>
          </p:nvSpPr>
          <p:spPr>
            <a:xfrm>
              <a:off x="7202384" y="1995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2" name="pt35392"/>
            <p:cNvSpPr/>
            <p:nvPr/>
          </p:nvSpPr>
          <p:spPr>
            <a:xfrm>
              <a:off x="7225235" y="1916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3" name="pt35393"/>
            <p:cNvSpPr/>
            <p:nvPr/>
          </p:nvSpPr>
          <p:spPr>
            <a:xfrm>
              <a:off x="7049268" y="2197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4" name="pt35394"/>
            <p:cNvSpPr/>
            <p:nvPr/>
          </p:nvSpPr>
          <p:spPr>
            <a:xfrm>
              <a:off x="6972601" y="1893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5" name="pt35395"/>
            <p:cNvSpPr/>
            <p:nvPr/>
          </p:nvSpPr>
          <p:spPr>
            <a:xfrm>
              <a:off x="6708743" y="2501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6" name="pt35396"/>
            <p:cNvSpPr/>
            <p:nvPr/>
          </p:nvSpPr>
          <p:spPr>
            <a:xfrm>
              <a:off x="6744789" y="2351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7" name="pt35397"/>
            <p:cNvSpPr/>
            <p:nvPr/>
          </p:nvSpPr>
          <p:spPr>
            <a:xfrm>
              <a:off x="6996941" y="2062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8" name="pt35398"/>
            <p:cNvSpPr/>
            <p:nvPr/>
          </p:nvSpPr>
          <p:spPr>
            <a:xfrm>
              <a:off x="7195906" y="1962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9" name="pt35399"/>
            <p:cNvSpPr/>
            <p:nvPr/>
          </p:nvSpPr>
          <p:spPr>
            <a:xfrm>
              <a:off x="7092010" y="2351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0" name="pt35400"/>
            <p:cNvSpPr/>
            <p:nvPr/>
          </p:nvSpPr>
          <p:spPr>
            <a:xfrm>
              <a:off x="6963663" y="2097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1" name="pt35401"/>
            <p:cNvSpPr/>
            <p:nvPr/>
          </p:nvSpPr>
          <p:spPr>
            <a:xfrm>
              <a:off x="7307606" y="2607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2" name="pt35402"/>
            <p:cNvSpPr/>
            <p:nvPr/>
          </p:nvSpPr>
          <p:spPr>
            <a:xfrm>
              <a:off x="6995727" y="22931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3" name="pt35403"/>
            <p:cNvSpPr/>
            <p:nvPr/>
          </p:nvSpPr>
          <p:spPr>
            <a:xfrm>
              <a:off x="7126726" y="2099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4" name="pt35404"/>
            <p:cNvSpPr/>
            <p:nvPr/>
          </p:nvSpPr>
          <p:spPr>
            <a:xfrm>
              <a:off x="7116752" y="2015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5" name="pt35405"/>
            <p:cNvSpPr/>
            <p:nvPr/>
          </p:nvSpPr>
          <p:spPr>
            <a:xfrm>
              <a:off x="7033797" y="2141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6" name="pt35406"/>
            <p:cNvSpPr/>
            <p:nvPr/>
          </p:nvSpPr>
          <p:spPr>
            <a:xfrm>
              <a:off x="7095339" y="2337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7" name="pt35407"/>
            <p:cNvSpPr/>
            <p:nvPr/>
          </p:nvSpPr>
          <p:spPr>
            <a:xfrm>
              <a:off x="6962097" y="2008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8" name="pt35408"/>
            <p:cNvSpPr/>
            <p:nvPr/>
          </p:nvSpPr>
          <p:spPr>
            <a:xfrm>
              <a:off x="7034185" y="2225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9" name="pt35409"/>
            <p:cNvSpPr/>
            <p:nvPr/>
          </p:nvSpPr>
          <p:spPr>
            <a:xfrm>
              <a:off x="7193469" y="2195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0" name="pt35410"/>
            <p:cNvSpPr/>
            <p:nvPr/>
          </p:nvSpPr>
          <p:spPr>
            <a:xfrm>
              <a:off x="6907634" y="2004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1" name="pt35411"/>
            <p:cNvSpPr/>
            <p:nvPr/>
          </p:nvSpPr>
          <p:spPr>
            <a:xfrm>
              <a:off x="7101972" y="2174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2" name="pt35412"/>
            <p:cNvSpPr/>
            <p:nvPr/>
          </p:nvSpPr>
          <p:spPr>
            <a:xfrm>
              <a:off x="7297270" y="2207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3" name="pt35413"/>
            <p:cNvSpPr/>
            <p:nvPr/>
          </p:nvSpPr>
          <p:spPr>
            <a:xfrm>
              <a:off x="6957808" y="2018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4" name="pt35414"/>
            <p:cNvSpPr/>
            <p:nvPr/>
          </p:nvSpPr>
          <p:spPr>
            <a:xfrm>
              <a:off x="7146204" y="1878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5" name="pt35415"/>
            <p:cNvSpPr/>
            <p:nvPr/>
          </p:nvSpPr>
          <p:spPr>
            <a:xfrm>
              <a:off x="7143769" y="1993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6" name="pt35416"/>
            <p:cNvSpPr/>
            <p:nvPr/>
          </p:nvSpPr>
          <p:spPr>
            <a:xfrm>
              <a:off x="7402283" y="2435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7" name="pt35417"/>
            <p:cNvSpPr/>
            <p:nvPr/>
          </p:nvSpPr>
          <p:spPr>
            <a:xfrm>
              <a:off x="7077539" y="2155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8" name="pt35418"/>
            <p:cNvSpPr/>
            <p:nvPr/>
          </p:nvSpPr>
          <p:spPr>
            <a:xfrm>
              <a:off x="7281684" y="1811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9" name="pt35419"/>
            <p:cNvSpPr/>
            <p:nvPr/>
          </p:nvSpPr>
          <p:spPr>
            <a:xfrm>
              <a:off x="6915253" y="1862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0" name="pt35420"/>
            <p:cNvSpPr/>
            <p:nvPr/>
          </p:nvSpPr>
          <p:spPr>
            <a:xfrm>
              <a:off x="7018099" y="2167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1" name="pt35421"/>
            <p:cNvSpPr/>
            <p:nvPr/>
          </p:nvSpPr>
          <p:spPr>
            <a:xfrm>
              <a:off x="6830329" y="1859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2" name="pt35422"/>
            <p:cNvSpPr/>
            <p:nvPr/>
          </p:nvSpPr>
          <p:spPr>
            <a:xfrm>
              <a:off x="6802041" y="2177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3" name="pt35423"/>
            <p:cNvSpPr/>
            <p:nvPr/>
          </p:nvSpPr>
          <p:spPr>
            <a:xfrm>
              <a:off x="7112091" y="2028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4" name="pt35424"/>
            <p:cNvSpPr/>
            <p:nvPr/>
          </p:nvSpPr>
          <p:spPr>
            <a:xfrm>
              <a:off x="6857940" y="2208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5" name="pt35425"/>
            <p:cNvSpPr/>
            <p:nvPr/>
          </p:nvSpPr>
          <p:spPr>
            <a:xfrm>
              <a:off x="7260307" y="1951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6" name="pt35426"/>
            <p:cNvSpPr/>
            <p:nvPr/>
          </p:nvSpPr>
          <p:spPr>
            <a:xfrm>
              <a:off x="6871507" y="2202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7" name="pt35427"/>
            <p:cNvSpPr/>
            <p:nvPr/>
          </p:nvSpPr>
          <p:spPr>
            <a:xfrm>
              <a:off x="6924774" y="1910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8" name="pt35428"/>
            <p:cNvSpPr/>
            <p:nvPr/>
          </p:nvSpPr>
          <p:spPr>
            <a:xfrm>
              <a:off x="7052642" y="213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9" name="pt35429"/>
            <p:cNvSpPr/>
            <p:nvPr/>
          </p:nvSpPr>
          <p:spPr>
            <a:xfrm>
              <a:off x="7035806" y="2191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0" name="pt35430"/>
            <p:cNvSpPr/>
            <p:nvPr/>
          </p:nvSpPr>
          <p:spPr>
            <a:xfrm>
              <a:off x="7435132" y="2578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1" name="pt35431"/>
            <p:cNvSpPr/>
            <p:nvPr/>
          </p:nvSpPr>
          <p:spPr>
            <a:xfrm>
              <a:off x="7004866" y="1671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2" name="pt35432"/>
            <p:cNvSpPr/>
            <p:nvPr/>
          </p:nvSpPr>
          <p:spPr>
            <a:xfrm>
              <a:off x="7054083" y="1997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3" name="pt35433"/>
            <p:cNvSpPr/>
            <p:nvPr/>
          </p:nvSpPr>
          <p:spPr>
            <a:xfrm>
              <a:off x="7245336" y="1916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4" name="pt35434"/>
            <p:cNvSpPr/>
            <p:nvPr/>
          </p:nvSpPr>
          <p:spPr>
            <a:xfrm>
              <a:off x="6924864" y="1960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5" name="pt35435"/>
            <p:cNvSpPr/>
            <p:nvPr/>
          </p:nvSpPr>
          <p:spPr>
            <a:xfrm>
              <a:off x="7058697" y="2010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6" name="pt35436"/>
            <p:cNvSpPr/>
            <p:nvPr/>
          </p:nvSpPr>
          <p:spPr>
            <a:xfrm>
              <a:off x="6945354" y="2031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7" name="pt35437"/>
            <p:cNvSpPr/>
            <p:nvPr/>
          </p:nvSpPr>
          <p:spPr>
            <a:xfrm>
              <a:off x="7117913" y="2048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8" name="pt35438"/>
            <p:cNvSpPr/>
            <p:nvPr/>
          </p:nvSpPr>
          <p:spPr>
            <a:xfrm>
              <a:off x="7012087" y="2037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9" name="pt35439"/>
            <p:cNvSpPr/>
            <p:nvPr/>
          </p:nvSpPr>
          <p:spPr>
            <a:xfrm>
              <a:off x="7275733" y="1930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0" name="pt35440"/>
            <p:cNvSpPr/>
            <p:nvPr/>
          </p:nvSpPr>
          <p:spPr>
            <a:xfrm>
              <a:off x="6851514" y="2171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1" name="pt35441"/>
            <p:cNvSpPr/>
            <p:nvPr/>
          </p:nvSpPr>
          <p:spPr>
            <a:xfrm>
              <a:off x="7182976" y="2074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2" name="pt35442"/>
            <p:cNvSpPr/>
            <p:nvPr/>
          </p:nvSpPr>
          <p:spPr>
            <a:xfrm>
              <a:off x="6848677" y="2105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3" name="pt35443"/>
            <p:cNvSpPr/>
            <p:nvPr/>
          </p:nvSpPr>
          <p:spPr>
            <a:xfrm>
              <a:off x="6846317" y="2008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4" name="pt35444"/>
            <p:cNvSpPr/>
            <p:nvPr/>
          </p:nvSpPr>
          <p:spPr>
            <a:xfrm>
              <a:off x="7052836" y="2112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5" name="pt35445"/>
            <p:cNvSpPr/>
            <p:nvPr/>
          </p:nvSpPr>
          <p:spPr>
            <a:xfrm>
              <a:off x="6926009" y="19398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6" name="pt35446"/>
            <p:cNvSpPr/>
            <p:nvPr/>
          </p:nvSpPr>
          <p:spPr>
            <a:xfrm>
              <a:off x="6978096" y="21779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7" name="pt35447"/>
            <p:cNvSpPr/>
            <p:nvPr/>
          </p:nvSpPr>
          <p:spPr>
            <a:xfrm>
              <a:off x="7082151" y="2195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8" name="pt35448"/>
            <p:cNvSpPr/>
            <p:nvPr/>
          </p:nvSpPr>
          <p:spPr>
            <a:xfrm>
              <a:off x="7313471" y="2571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9" name="pt35449"/>
            <p:cNvSpPr/>
            <p:nvPr/>
          </p:nvSpPr>
          <p:spPr>
            <a:xfrm>
              <a:off x="6887434" y="212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0" name="pt35450"/>
            <p:cNvSpPr/>
            <p:nvPr/>
          </p:nvSpPr>
          <p:spPr>
            <a:xfrm>
              <a:off x="6982453" y="2116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1" name="pt35451"/>
            <p:cNvSpPr/>
            <p:nvPr/>
          </p:nvSpPr>
          <p:spPr>
            <a:xfrm>
              <a:off x="7315320" y="2432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2" name="pt35452"/>
            <p:cNvSpPr/>
            <p:nvPr/>
          </p:nvSpPr>
          <p:spPr>
            <a:xfrm>
              <a:off x="7179721" y="2179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3" name="pt35453"/>
            <p:cNvSpPr/>
            <p:nvPr/>
          </p:nvSpPr>
          <p:spPr>
            <a:xfrm>
              <a:off x="6790859" y="2391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4" name="pt35454"/>
            <p:cNvSpPr/>
            <p:nvPr/>
          </p:nvSpPr>
          <p:spPr>
            <a:xfrm>
              <a:off x="7166054" y="2167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5" name="pt35455"/>
            <p:cNvSpPr/>
            <p:nvPr/>
          </p:nvSpPr>
          <p:spPr>
            <a:xfrm>
              <a:off x="7206692" y="1968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6" name="pt35456"/>
            <p:cNvSpPr/>
            <p:nvPr/>
          </p:nvSpPr>
          <p:spPr>
            <a:xfrm>
              <a:off x="6976607" y="2072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7" name="pt35457"/>
            <p:cNvSpPr/>
            <p:nvPr/>
          </p:nvSpPr>
          <p:spPr>
            <a:xfrm>
              <a:off x="6862609" y="2105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8" name="pt35458"/>
            <p:cNvSpPr/>
            <p:nvPr/>
          </p:nvSpPr>
          <p:spPr>
            <a:xfrm>
              <a:off x="7410863" y="2475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9" name="pt35459"/>
            <p:cNvSpPr/>
            <p:nvPr/>
          </p:nvSpPr>
          <p:spPr>
            <a:xfrm>
              <a:off x="7717775" y="2161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0" name="pt35460"/>
            <p:cNvSpPr/>
            <p:nvPr/>
          </p:nvSpPr>
          <p:spPr>
            <a:xfrm>
              <a:off x="7023028" y="1943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1" name="pt35461"/>
            <p:cNvSpPr/>
            <p:nvPr/>
          </p:nvSpPr>
          <p:spPr>
            <a:xfrm>
              <a:off x="6958121" y="1902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2" name="pt35462"/>
            <p:cNvSpPr/>
            <p:nvPr/>
          </p:nvSpPr>
          <p:spPr>
            <a:xfrm>
              <a:off x="6820488" y="2203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3" name="pt35463"/>
            <p:cNvSpPr/>
            <p:nvPr/>
          </p:nvSpPr>
          <p:spPr>
            <a:xfrm>
              <a:off x="7085884" y="2261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4" name="pt35464"/>
            <p:cNvSpPr/>
            <p:nvPr/>
          </p:nvSpPr>
          <p:spPr>
            <a:xfrm>
              <a:off x="6778456" y="2031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5" name="pt35465"/>
            <p:cNvSpPr/>
            <p:nvPr/>
          </p:nvSpPr>
          <p:spPr>
            <a:xfrm>
              <a:off x="7325100" y="2339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6" name="pt35466"/>
            <p:cNvSpPr/>
            <p:nvPr/>
          </p:nvSpPr>
          <p:spPr>
            <a:xfrm>
              <a:off x="6828788" y="2016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7" name="pt35467"/>
            <p:cNvSpPr/>
            <p:nvPr/>
          </p:nvSpPr>
          <p:spPr>
            <a:xfrm>
              <a:off x="6990529" y="2284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8" name="pt35468"/>
            <p:cNvSpPr/>
            <p:nvPr/>
          </p:nvSpPr>
          <p:spPr>
            <a:xfrm>
              <a:off x="7189497" y="2181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9" name="pt35469"/>
            <p:cNvSpPr/>
            <p:nvPr/>
          </p:nvSpPr>
          <p:spPr>
            <a:xfrm>
              <a:off x="7020503" y="2090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0" name="pt35470"/>
            <p:cNvSpPr/>
            <p:nvPr/>
          </p:nvSpPr>
          <p:spPr>
            <a:xfrm>
              <a:off x="7480805" y="2120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1" name="pt35471"/>
            <p:cNvSpPr/>
            <p:nvPr/>
          </p:nvSpPr>
          <p:spPr>
            <a:xfrm>
              <a:off x="7207222" y="1978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2" name="pt35472"/>
            <p:cNvSpPr/>
            <p:nvPr/>
          </p:nvSpPr>
          <p:spPr>
            <a:xfrm>
              <a:off x="6810317" y="21931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3" name="pt35473"/>
            <p:cNvSpPr/>
            <p:nvPr/>
          </p:nvSpPr>
          <p:spPr>
            <a:xfrm>
              <a:off x="7013161" y="2056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4" name="pt35474"/>
            <p:cNvSpPr/>
            <p:nvPr/>
          </p:nvSpPr>
          <p:spPr>
            <a:xfrm>
              <a:off x="6922524" y="1882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5" name="pt35475"/>
            <p:cNvSpPr/>
            <p:nvPr/>
          </p:nvSpPr>
          <p:spPr>
            <a:xfrm>
              <a:off x="6923479" y="1923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6" name="pt35476"/>
            <p:cNvSpPr/>
            <p:nvPr/>
          </p:nvSpPr>
          <p:spPr>
            <a:xfrm>
              <a:off x="7079642" y="2087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7" name="pt35477"/>
            <p:cNvSpPr/>
            <p:nvPr/>
          </p:nvSpPr>
          <p:spPr>
            <a:xfrm>
              <a:off x="7162334" y="2190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8" name="pt35478"/>
            <p:cNvSpPr/>
            <p:nvPr/>
          </p:nvSpPr>
          <p:spPr>
            <a:xfrm>
              <a:off x="6711335" y="2563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9" name="pt35479"/>
            <p:cNvSpPr/>
            <p:nvPr/>
          </p:nvSpPr>
          <p:spPr>
            <a:xfrm>
              <a:off x="7041209" y="2212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0" name="pt35480"/>
            <p:cNvSpPr/>
            <p:nvPr/>
          </p:nvSpPr>
          <p:spPr>
            <a:xfrm>
              <a:off x="7082218" y="2091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1" name="pt35481"/>
            <p:cNvSpPr/>
            <p:nvPr/>
          </p:nvSpPr>
          <p:spPr>
            <a:xfrm>
              <a:off x="7352893" y="2943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2" name="pt35482"/>
            <p:cNvSpPr/>
            <p:nvPr/>
          </p:nvSpPr>
          <p:spPr>
            <a:xfrm>
              <a:off x="6743010" y="2281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3" name="pt35483"/>
            <p:cNvSpPr/>
            <p:nvPr/>
          </p:nvSpPr>
          <p:spPr>
            <a:xfrm>
              <a:off x="7006459" y="1737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4" name="pt35484"/>
            <p:cNvSpPr/>
            <p:nvPr/>
          </p:nvSpPr>
          <p:spPr>
            <a:xfrm>
              <a:off x="7213910" y="2047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5" name="pt35485"/>
            <p:cNvSpPr/>
            <p:nvPr/>
          </p:nvSpPr>
          <p:spPr>
            <a:xfrm>
              <a:off x="7043950" y="2216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6" name="pt35486"/>
            <p:cNvSpPr/>
            <p:nvPr/>
          </p:nvSpPr>
          <p:spPr>
            <a:xfrm>
              <a:off x="6651595" y="2302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7" name="pt35487"/>
            <p:cNvSpPr/>
            <p:nvPr/>
          </p:nvSpPr>
          <p:spPr>
            <a:xfrm>
              <a:off x="7352613" y="2403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8" name="pt35488"/>
            <p:cNvSpPr/>
            <p:nvPr/>
          </p:nvSpPr>
          <p:spPr>
            <a:xfrm>
              <a:off x="7074175" y="2062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9" name="pt35489"/>
            <p:cNvSpPr/>
            <p:nvPr/>
          </p:nvSpPr>
          <p:spPr>
            <a:xfrm>
              <a:off x="7313959" y="2344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0" name="pt35490"/>
            <p:cNvSpPr/>
            <p:nvPr/>
          </p:nvSpPr>
          <p:spPr>
            <a:xfrm>
              <a:off x="7053339" y="2039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1" name="pt35491"/>
            <p:cNvSpPr/>
            <p:nvPr/>
          </p:nvSpPr>
          <p:spPr>
            <a:xfrm>
              <a:off x="7250530" y="1937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2" name="pt35492"/>
            <p:cNvSpPr/>
            <p:nvPr/>
          </p:nvSpPr>
          <p:spPr>
            <a:xfrm>
              <a:off x="6849759" y="2189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3" name="pt35493"/>
            <p:cNvSpPr/>
            <p:nvPr/>
          </p:nvSpPr>
          <p:spPr>
            <a:xfrm>
              <a:off x="7146042" y="1949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4" name="pt35494"/>
            <p:cNvSpPr/>
            <p:nvPr/>
          </p:nvSpPr>
          <p:spPr>
            <a:xfrm>
              <a:off x="7214493" y="2106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5" name="pt35495"/>
            <p:cNvSpPr/>
            <p:nvPr/>
          </p:nvSpPr>
          <p:spPr>
            <a:xfrm>
              <a:off x="7136970" y="1980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6" name="pt35496"/>
            <p:cNvSpPr/>
            <p:nvPr/>
          </p:nvSpPr>
          <p:spPr>
            <a:xfrm>
              <a:off x="7051524" y="2162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7" name="pt35497"/>
            <p:cNvSpPr/>
            <p:nvPr/>
          </p:nvSpPr>
          <p:spPr>
            <a:xfrm>
              <a:off x="7262378" y="1950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8" name="pt35498"/>
            <p:cNvSpPr/>
            <p:nvPr/>
          </p:nvSpPr>
          <p:spPr>
            <a:xfrm>
              <a:off x="6934080" y="1950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9" name="pt35499"/>
            <p:cNvSpPr/>
            <p:nvPr/>
          </p:nvSpPr>
          <p:spPr>
            <a:xfrm>
              <a:off x="7283338" y="196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0" name="pt35500"/>
            <p:cNvSpPr/>
            <p:nvPr/>
          </p:nvSpPr>
          <p:spPr>
            <a:xfrm>
              <a:off x="7053223" y="2124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1" name="pt35501"/>
            <p:cNvSpPr/>
            <p:nvPr/>
          </p:nvSpPr>
          <p:spPr>
            <a:xfrm>
              <a:off x="7070590" y="2145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2" name="pt35502"/>
            <p:cNvSpPr/>
            <p:nvPr/>
          </p:nvSpPr>
          <p:spPr>
            <a:xfrm>
              <a:off x="7135946" y="211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3" name="pt35503"/>
            <p:cNvSpPr/>
            <p:nvPr/>
          </p:nvSpPr>
          <p:spPr>
            <a:xfrm>
              <a:off x="6841203" y="2060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4" name="pt35504"/>
            <p:cNvSpPr/>
            <p:nvPr/>
          </p:nvSpPr>
          <p:spPr>
            <a:xfrm>
              <a:off x="6996011" y="23141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5" name="pt35505"/>
            <p:cNvSpPr/>
            <p:nvPr/>
          </p:nvSpPr>
          <p:spPr>
            <a:xfrm>
              <a:off x="7287185" y="2106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6" name="pt35506"/>
            <p:cNvSpPr/>
            <p:nvPr/>
          </p:nvSpPr>
          <p:spPr>
            <a:xfrm>
              <a:off x="7320948" y="2407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7" name="pt35507"/>
            <p:cNvSpPr/>
            <p:nvPr/>
          </p:nvSpPr>
          <p:spPr>
            <a:xfrm>
              <a:off x="7086964" y="2176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8" name="pt35508"/>
            <p:cNvSpPr/>
            <p:nvPr/>
          </p:nvSpPr>
          <p:spPr>
            <a:xfrm>
              <a:off x="7291443" y="2059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9" name="pt35509"/>
            <p:cNvSpPr/>
            <p:nvPr/>
          </p:nvSpPr>
          <p:spPr>
            <a:xfrm>
              <a:off x="6914219" y="2029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0" name="pt35510"/>
            <p:cNvSpPr/>
            <p:nvPr/>
          </p:nvSpPr>
          <p:spPr>
            <a:xfrm>
              <a:off x="7016073" y="2219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1" name="pt35511"/>
            <p:cNvSpPr/>
            <p:nvPr/>
          </p:nvSpPr>
          <p:spPr>
            <a:xfrm>
              <a:off x="7301209" y="2031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2" name="pt35512"/>
            <p:cNvSpPr/>
            <p:nvPr/>
          </p:nvSpPr>
          <p:spPr>
            <a:xfrm>
              <a:off x="7207315" y="1920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3" name="pt35513"/>
            <p:cNvSpPr/>
            <p:nvPr/>
          </p:nvSpPr>
          <p:spPr>
            <a:xfrm>
              <a:off x="7038223" y="2199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4" name="pt35514"/>
            <p:cNvSpPr/>
            <p:nvPr/>
          </p:nvSpPr>
          <p:spPr>
            <a:xfrm>
              <a:off x="7026638" y="2158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5" name="pt35515"/>
            <p:cNvSpPr/>
            <p:nvPr/>
          </p:nvSpPr>
          <p:spPr>
            <a:xfrm>
              <a:off x="7077055" y="2206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6" name="pt35516"/>
            <p:cNvSpPr/>
            <p:nvPr/>
          </p:nvSpPr>
          <p:spPr>
            <a:xfrm>
              <a:off x="7107407" y="1899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7" name="pt35517"/>
            <p:cNvSpPr/>
            <p:nvPr/>
          </p:nvSpPr>
          <p:spPr>
            <a:xfrm>
              <a:off x="7075659" y="2158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8" name="pt35518"/>
            <p:cNvSpPr/>
            <p:nvPr/>
          </p:nvSpPr>
          <p:spPr>
            <a:xfrm>
              <a:off x="7042832" y="2319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9" name="pt35519"/>
            <p:cNvSpPr/>
            <p:nvPr/>
          </p:nvSpPr>
          <p:spPr>
            <a:xfrm>
              <a:off x="7020573" y="2169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0" name="pt35520"/>
            <p:cNvSpPr/>
            <p:nvPr/>
          </p:nvSpPr>
          <p:spPr>
            <a:xfrm>
              <a:off x="7012539" y="1879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1" name="pt35521"/>
            <p:cNvSpPr/>
            <p:nvPr/>
          </p:nvSpPr>
          <p:spPr>
            <a:xfrm>
              <a:off x="6738442" y="2260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2" name="pt35522"/>
            <p:cNvSpPr/>
            <p:nvPr/>
          </p:nvSpPr>
          <p:spPr>
            <a:xfrm>
              <a:off x="6985330" y="2366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3" name="pt35523"/>
            <p:cNvSpPr/>
            <p:nvPr/>
          </p:nvSpPr>
          <p:spPr>
            <a:xfrm>
              <a:off x="7142663" y="1994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4" name="pt35524"/>
            <p:cNvSpPr/>
            <p:nvPr/>
          </p:nvSpPr>
          <p:spPr>
            <a:xfrm>
              <a:off x="7293674" y="2052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5" name="pt35525"/>
            <p:cNvSpPr/>
            <p:nvPr/>
          </p:nvSpPr>
          <p:spPr>
            <a:xfrm>
              <a:off x="7041793" y="2240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6" name="pt35526"/>
            <p:cNvSpPr/>
            <p:nvPr/>
          </p:nvSpPr>
          <p:spPr>
            <a:xfrm>
              <a:off x="6990473" y="232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7" name="pt35527"/>
            <p:cNvSpPr/>
            <p:nvPr/>
          </p:nvSpPr>
          <p:spPr>
            <a:xfrm>
              <a:off x="7030621" y="2158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8" name="pt35528"/>
            <p:cNvSpPr/>
            <p:nvPr/>
          </p:nvSpPr>
          <p:spPr>
            <a:xfrm>
              <a:off x="7134542" y="2066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9" name="pt35529"/>
            <p:cNvSpPr/>
            <p:nvPr/>
          </p:nvSpPr>
          <p:spPr>
            <a:xfrm>
              <a:off x="7218918" y="1982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0" name="pt35530"/>
            <p:cNvSpPr/>
            <p:nvPr/>
          </p:nvSpPr>
          <p:spPr>
            <a:xfrm>
              <a:off x="7111592" y="2073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1" name="pt35531"/>
            <p:cNvSpPr/>
            <p:nvPr/>
          </p:nvSpPr>
          <p:spPr>
            <a:xfrm>
              <a:off x="7021573" y="2064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2" name="pt35532"/>
            <p:cNvSpPr/>
            <p:nvPr/>
          </p:nvSpPr>
          <p:spPr>
            <a:xfrm>
              <a:off x="7159416" y="2271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3" name="pt35533"/>
            <p:cNvSpPr/>
            <p:nvPr/>
          </p:nvSpPr>
          <p:spPr>
            <a:xfrm>
              <a:off x="7150175" y="2211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4" name="pt35534"/>
            <p:cNvSpPr/>
            <p:nvPr/>
          </p:nvSpPr>
          <p:spPr>
            <a:xfrm>
              <a:off x="7273042" y="1805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5" name="pt35535"/>
            <p:cNvSpPr/>
            <p:nvPr/>
          </p:nvSpPr>
          <p:spPr>
            <a:xfrm>
              <a:off x="7166351" y="2191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6" name="pt35536"/>
            <p:cNvSpPr/>
            <p:nvPr/>
          </p:nvSpPr>
          <p:spPr>
            <a:xfrm>
              <a:off x="7289291" y="2114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7" name="pt35537"/>
            <p:cNvSpPr/>
            <p:nvPr/>
          </p:nvSpPr>
          <p:spPr>
            <a:xfrm>
              <a:off x="7079475" y="2127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8" name="pt35538"/>
            <p:cNvSpPr/>
            <p:nvPr/>
          </p:nvSpPr>
          <p:spPr>
            <a:xfrm>
              <a:off x="7232338" y="2036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9" name="pt35539"/>
            <p:cNvSpPr/>
            <p:nvPr/>
          </p:nvSpPr>
          <p:spPr>
            <a:xfrm>
              <a:off x="7058315" y="2098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0" name="pt35540"/>
            <p:cNvSpPr/>
            <p:nvPr/>
          </p:nvSpPr>
          <p:spPr>
            <a:xfrm>
              <a:off x="6810633" y="2121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1" name="pt35541"/>
            <p:cNvSpPr/>
            <p:nvPr/>
          </p:nvSpPr>
          <p:spPr>
            <a:xfrm>
              <a:off x="7234112" y="1846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2" name="pt35542"/>
            <p:cNvSpPr/>
            <p:nvPr/>
          </p:nvSpPr>
          <p:spPr>
            <a:xfrm>
              <a:off x="7313584" y="2334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3" name="pt35543"/>
            <p:cNvSpPr/>
            <p:nvPr/>
          </p:nvSpPr>
          <p:spPr>
            <a:xfrm>
              <a:off x="6831605" y="2041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4" name="pt35544"/>
            <p:cNvSpPr/>
            <p:nvPr/>
          </p:nvSpPr>
          <p:spPr>
            <a:xfrm>
              <a:off x="7209620" y="2063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5" name="pt35545"/>
            <p:cNvSpPr/>
            <p:nvPr/>
          </p:nvSpPr>
          <p:spPr>
            <a:xfrm>
              <a:off x="6893676" y="2188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6" name="pt35546"/>
            <p:cNvSpPr/>
            <p:nvPr/>
          </p:nvSpPr>
          <p:spPr>
            <a:xfrm>
              <a:off x="7039407" y="2099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7" name="pt35547"/>
            <p:cNvSpPr/>
            <p:nvPr/>
          </p:nvSpPr>
          <p:spPr>
            <a:xfrm>
              <a:off x="7408656" y="2966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8" name="pt35548"/>
            <p:cNvSpPr/>
            <p:nvPr/>
          </p:nvSpPr>
          <p:spPr>
            <a:xfrm>
              <a:off x="7093295" y="2309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9" name="pt35549"/>
            <p:cNvSpPr/>
            <p:nvPr/>
          </p:nvSpPr>
          <p:spPr>
            <a:xfrm>
              <a:off x="6839138" y="2021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0" name="pt35550"/>
            <p:cNvSpPr/>
            <p:nvPr/>
          </p:nvSpPr>
          <p:spPr>
            <a:xfrm>
              <a:off x="6836768" y="1766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1" name="pt35551"/>
            <p:cNvSpPr/>
            <p:nvPr/>
          </p:nvSpPr>
          <p:spPr>
            <a:xfrm>
              <a:off x="6857127" y="2238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2" name="pt35552"/>
            <p:cNvSpPr/>
            <p:nvPr/>
          </p:nvSpPr>
          <p:spPr>
            <a:xfrm>
              <a:off x="7009447" y="2077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3" name="pt35553"/>
            <p:cNvSpPr/>
            <p:nvPr/>
          </p:nvSpPr>
          <p:spPr>
            <a:xfrm>
              <a:off x="7120391" y="2056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4" name="pt35554"/>
            <p:cNvSpPr/>
            <p:nvPr/>
          </p:nvSpPr>
          <p:spPr>
            <a:xfrm>
              <a:off x="7119994" y="1917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5" name="pt35555"/>
            <p:cNvSpPr/>
            <p:nvPr/>
          </p:nvSpPr>
          <p:spPr>
            <a:xfrm>
              <a:off x="7166755" y="2014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6" name="pt35556"/>
            <p:cNvSpPr/>
            <p:nvPr/>
          </p:nvSpPr>
          <p:spPr>
            <a:xfrm>
              <a:off x="7069270" y="2121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7" name="pt35557"/>
            <p:cNvSpPr/>
            <p:nvPr/>
          </p:nvSpPr>
          <p:spPr>
            <a:xfrm>
              <a:off x="7309842" y="2696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8" name="pt35558"/>
            <p:cNvSpPr/>
            <p:nvPr/>
          </p:nvSpPr>
          <p:spPr>
            <a:xfrm>
              <a:off x="7066887" y="2096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9" name="pt35559"/>
            <p:cNvSpPr/>
            <p:nvPr/>
          </p:nvSpPr>
          <p:spPr>
            <a:xfrm>
              <a:off x="7129289" y="2147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0" name="pt35560"/>
            <p:cNvSpPr/>
            <p:nvPr/>
          </p:nvSpPr>
          <p:spPr>
            <a:xfrm>
              <a:off x="7090204" y="2204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1" name="pt35561"/>
            <p:cNvSpPr/>
            <p:nvPr/>
          </p:nvSpPr>
          <p:spPr>
            <a:xfrm>
              <a:off x="6962687" y="1987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2" name="pt35562"/>
            <p:cNvSpPr/>
            <p:nvPr/>
          </p:nvSpPr>
          <p:spPr>
            <a:xfrm>
              <a:off x="7082376" y="2265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3" name="pt35563"/>
            <p:cNvSpPr/>
            <p:nvPr/>
          </p:nvSpPr>
          <p:spPr>
            <a:xfrm>
              <a:off x="7013918" y="1900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4" name="pt35564"/>
            <p:cNvSpPr/>
            <p:nvPr/>
          </p:nvSpPr>
          <p:spPr>
            <a:xfrm>
              <a:off x="7151133" y="2170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5" name="pt35565"/>
            <p:cNvSpPr/>
            <p:nvPr/>
          </p:nvSpPr>
          <p:spPr>
            <a:xfrm>
              <a:off x="7098002" y="2399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6" name="pt35566"/>
            <p:cNvSpPr/>
            <p:nvPr/>
          </p:nvSpPr>
          <p:spPr>
            <a:xfrm>
              <a:off x="7336186" y="21380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7" name="pt35567"/>
            <p:cNvSpPr/>
            <p:nvPr/>
          </p:nvSpPr>
          <p:spPr>
            <a:xfrm>
              <a:off x="6977649" y="2123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8" name="pt35568"/>
            <p:cNvSpPr/>
            <p:nvPr/>
          </p:nvSpPr>
          <p:spPr>
            <a:xfrm>
              <a:off x="7222398" y="1986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9" name="pt35569"/>
            <p:cNvSpPr/>
            <p:nvPr/>
          </p:nvSpPr>
          <p:spPr>
            <a:xfrm>
              <a:off x="7125223" y="2088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0" name="pt35570"/>
            <p:cNvSpPr/>
            <p:nvPr/>
          </p:nvSpPr>
          <p:spPr>
            <a:xfrm>
              <a:off x="7142029" y="2092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1" name="pt35571"/>
            <p:cNvSpPr/>
            <p:nvPr/>
          </p:nvSpPr>
          <p:spPr>
            <a:xfrm>
              <a:off x="7101956" y="2184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2" name="pt35572"/>
            <p:cNvSpPr/>
            <p:nvPr/>
          </p:nvSpPr>
          <p:spPr>
            <a:xfrm>
              <a:off x="7141480" y="1961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3" name="pt35573"/>
            <p:cNvSpPr/>
            <p:nvPr/>
          </p:nvSpPr>
          <p:spPr>
            <a:xfrm>
              <a:off x="7266973" y="1960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4" name="pt35574"/>
            <p:cNvSpPr/>
            <p:nvPr/>
          </p:nvSpPr>
          <p:spPr>
            <a:xfrm>
              <a:off x="7228973" y="2048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5" name="pt35575"/>
            <p:cNvSpPr/>
            <p:nvPr/>
          </p:nvSpPr>
          <p:spPr>
            <a:xfrm>
              <a:off x="6930958" y="1936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6" name="pt35576"/>
            <p:cNvSpPr/>
            <p:nvPr/>
          </p:nvSpPr>
          <p:spPr>
            <a:xfrm>
              <a:off x="6979030" y="2272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7" name="pt35577"/>
            <p:cNvSpPr/>
            <p:nvPr/>
          </p:nvSpPr>
          <p:spPr>
            <a:xfrm>
              <a:off x="6875724" y="203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8" name="pt35578"/>
            <p:cNvSpPr/>
            <p:nvPr/>
          </p:nvSpPr>
          <p:spPr>
            <a:xfrm>
              <a:off x="7105701" y="2009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9" name="pt35579"/>
            <p:cNvSpPr/>
            <p:nvPr/>
          </p:nvSpPr>
          <p:spPr>
            <a:xfrm>
              <a:off x="6748985" y="2482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0" name="pt35580"/>
            <p:cNvSpPr/>
            <p:nvPr/>
          </p:nvSpPr>
          <p:spPr>
            <a:xfrm>
              <a:off x="7106624" y="2099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1" name="pt35581"/>
            <p:cNvSpPr/>
            <p:nvPr/>
          </p:nvSpPr>
          <p:spPr>
            <a:xfrm>
              <a:off x="6725969" y="2706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2" name="pt35582"/>
            <p:cNvSpPr/>
            <p:nvPr/>
          </p:nvSpPr>
          <p:spPr>
            <a:xfrm>
              <a:off x="7169163" y="1992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3" name="pt35583"/>
            <p:cNvSpPr/>
            <p:nvPr/>
          </p:nvSpPr>
          <p:spPr>
            <a:xfrm>
              <a:off x="7245750" y="2013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4" name="pt35584"/>
            <p:cNvSpPr/>
            <p:nvPr/>
          </p:nvSpPr>
          <p:spPr>
            <a:xfrm>
              <a:off x="6900037" y="1979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5" name="pt35585"/>
            <p:cNvSpPr/>
            <p:nvPr/>
          </p:nvSpPr>
          <p:spPr>
            <a:xfrm>
              <a:off x="6795953" y="2246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6" name="pt35586"/>
            <p:cNvSpPr/>
            <p:nvPr/>
          </p:nvSpPr>
          <p:spPr>
            <a:xfrm>
              <a:off x="7087773" y="2199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7" name="pt35587"/>
            <p:cNvSpPr/>
            <p:nvPr/>
          </p:nvSpPr>
          <p:spPr>
            <a:xfrm>
              <a:off x="7105287" y="2126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8" name="pt35588"/>
            <p:cNvSpPr/>
            <p:nvPr/>
          </p:nvSpPr>
          <p:spPr>
            <a:xfrm>
              <a:off x="7033127" y="2166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9" name="pt35589"/>
            <p:cNvSpPr/>
            <p:nvPr/>
          </p:nvSpPr>
          <p:spPr>
            <a:xfrm>
              <a:off x="7265880" y="1976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0" name="pt35590"/>
            <p:cNvSpPr/>
            <p:nvPr/>
          </p:nvSpPr>
          <p:spPr>
            <a:xfrm>
              <a:off x="6745622" y="218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1" name="pt35591"/>
            <p:cNvSpPr/>
            <p:nvPr/>
          </p:nvSpPr>
          <p:spPr>
            <a:xfrm>
              <a:off x="6982449" y="2252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2" name="pt35592"/>
            <p:cNvSpPr/>
            <p:nvPr/>
          </p:nvSpPr>
          <p:spPr>
            <a:xfrm>
              <a:off x="7077624" y="2073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3" name="pt35593"/>
            <p:cNvSpPr/>
            <p:nvPr/>
          </p:nvSpPr>
          <p:spPr>
            <a:xfrm>
              <a:off x="7128905" y="1974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4" name="pt35594"/>
            <p:cNvSpPr/>
            <p:nvPr/>
          </p:nvSpPr>
          <p:spPr>
            <a:xfrm>
              <a:off x="6880251" y="2039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5" name="pt35595"/>
            <p:cNvSpPr/>
            <p:nvPr/>
          </p:nvSpPr>
          <p:spPr>
            <a:xfrm>
              <a:off x="6987439" y="2147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6" name="pt35596"/>
            <p:cNvSpPr/>
            <p:nvPr/>
          </p:nvSpPr>
          <p:spPr>
            <a:xfrm>
              <a:off x="6792104" y="2480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7" name="pt35597"/>
            <p:cNvSpPr/>
            <p:nvPr/>
          </p:nvSpPr>
          <p:spPr>
            <a:xfrm>
              <a:off x="7014876" y="2240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8" name="pt35598"/>
            <p:cNvSpPr/>
            <p:nvPr/>
          </p:nvSpPr>
          <p:spPr>
            <a:xfrm>
              <a:off x="7308602" y="2323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9" name="pt35599"/>
            <p:cNvSpPr/>
            <p:nvPr/>
          </p:nvSpPr>
          <p:spPr>
            <a:xfrm>
              <a:off x="7236492" y="1867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0" name="pt35600"/>
            <p:cNvSpPr/>
            <p:nvPr/>
          </p:nvSpPr>
          <p:spPr>
            <a:xfrm>
              <a:off x="7178675" y="2309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1" name="pt35601"/>
            <p:cNvSpPr/>
            <p:nvPr/>
          </p:nvSpPr>
          <p:spPr>
            <a:xfrm>
              <a:off x="7041539" y="2209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2" name="pt35602"/>
            <p:cNvSpPr/>
            <p:nvPr/>
          </p:nvSpPr>
          <p:spPr>
            <a:xfrm>
              <a:off x="6836710" y="2043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3" name="pt35603"/>
            <p:cNvSpPr/>
            <p:nvPr/>
          </p:nvSpPr>
          <p:spPr>
            <a:xfrm>
              <a:off x="7034263" y="2196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4" name="pt35604"/>
            <p:cNvSpPr/>
            <p:nvPr/>
          </p:nvSpPr>
          <p:spPr>
            <a:xfrm>
              <a:off x="7235992" y="20073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5" name="pt35605"/>
            <p:cNvSpPr/>
            <p:nvPr/>
          </p:nvSpPr>
          <p:spPr>
            <a:xfrm>
              <a:off x="7516992" y="2260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6" name="pt35606"/>
            <p:cNvSpPr/>
            <p:nvPr/>
          </p:nvSpPr>
          <p:spPr>
            <a:xfrm>
              <a:off x="7187267" y="182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7" name="pt35607"/>
            <p:cNvSpPr/>
            <p:nvPr/>
          </p:nvSpPr>
          <p:spPr>
            <a:xfrm>
              <a:off x="6997542" y="2200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8" name="pt35608"/>
            <p:cNvSpPr/>
            <p:nvPr/>
          </p:nvSpPr>
          <p:spPr>
            <a:xfrm>
              <a:off x="7063771" y="2024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9" name="pt35609"/>
            <p:cNvSpPr/>
            <p:nvPr/>
          </p:nvSpPr>
          <p:spPr>
            <a:xfrm>
              <a:off x="7147006" y="2034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0" name="pt35610"/>
            <p:cNvSpPr/>
            <p:nvPr/>
          </p:nvSpPr>
          <p:spPr>
            <a:xfrm>
              <a:off x="6984791" y="2191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1" name="pt35611"/>
            <p:cNvSpPr/>
            <p:nvPr/>
          </p:nvSpPr>
          <p:spPr>
            <a:xfrm>
              <a:off x="6707828" y="2412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2" name="pt35612"/>
            <p:cNvSpPr/>
            <p:nvPr/>
          </p:nvSpPr>
          <p:spPr>
            <a:xfrm>
              <a:off x="7161267" y="2348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3" name="pt35613"/>
            <p:cNvSpPr/>
            <p:nvPr/>
          </p:nvSpPr>
          <p:spPr>
            <a:xfrm>
              <a:off x="7115695" y="1926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4" name="pt35614"/>
            <p:cNvSpPr/>
            <p:nvPr/>
          </p:nvSpPr>
          <p:spPr>
            <a:xfrm>
              <a:off x="6904518" y="2028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5" name="pt35615"/>
            <p:cNvSpPr/>
            <p:nvPr/>
          </p:nvSpPr>
          <p:spPr>
            <a:xfrm>
              <a:off x="6879535" y="2138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6" name="pt35616"/>
            <p:cNvSpPr/>
            <p:nvPr/>
          </p:nvSpPr>
          <p:spPr>
            <a:xfrm>
              <a:off x="7437721" y="2211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7" name="pt35617"/>
            <p:cNvSpPr/>
            <p:nvPr/>
          </p:nvSpPr>
          <p:spPr>
            <a:xfrm>
              <a:off x="7010505" y="2122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8" name="pt35618"/>
            <p:cNvSpPr/>
            <p:nvPr/>
          </p:nvSpPr>
          <p:spPr>
            <a:xfrm>
              <a:off x="6996012" y="1979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9" name="pt35619"/>
            <p:cNvSpPr/>
            <p:nvPr/>
          </p:nvSpPr>
          <p:spPr>
            <a:xfrm>
              <a:off x="7200777" y="2012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0" name="pt35620"/>
            <p:cNvSpPr/>
            <p:nvPr/>
          </p:nvSpPr>
          <p:spPr>
            <a:xfrm>
              <a:off x="7272559" y="2086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1" name="pt35621"/>
            <p:cNvSpPr/>
            <p:nvPr/>
          </p:nvSpPr>
          <p:spPr>
            <a:xfrm>
              <a:off x="6683868" y="2101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2" name="pt35622"/>
            <p:cNvSpPr/>
            <p:nvPr/>
          </p:nvSpPr>
          <p:spPr>
            <a:xfrm>
              <a:off x="6869097" y="2179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3" name="pt35623"/>
            <p:cNvSpPr/>
            <p:nvPr/>
          </p:nvSpPr>
          <p:spPr>
            <a:xfrm>
              <a:off x="7145901" y="2016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4" name="pt35624"/>
            <p:cNvSpPr/>
            <p:nvPr/>
          </p:nvSpPr>
          <p:spPr>
            <a:xfrm>
              <a:off x="7138155" y="1953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5" name="pt35625"/>
            <p:cNvSpPr/>
            <p:nvPr/>
          </p:nvSpPr>
          <p:spPr>
            <a:xfrm>
              <a:off x="7064123" y="20861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6" name="pt35626"/>
            <p:cNvSpPr/>
            <p:nvPr/>
          </p:nvSpPr>
          <p:spPr>
            <a:xfrm>
              <a:off x="7231648" y="21363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7" name="pt35627"/>
            <p:cNvSpPr/>
            <p:nvPr/>
          </p:nvSpPr>
          <p:spPr>
            <a:xfrm>
              <a:off x="7140218" y="2026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8" name="pt35628"/>
            <p:cNvSpPr/>
            <p:nvPr/>
          </p:nvSpPr>
          <p:spPr>
            <a:xfrm>
              <a:off x="7004041" y="1974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9" name="pt35629"/>
            <p:cNvSpPr/>
            <p:nvPr/>
          </p:nvSpPr>
          <p:spPr>
            <a:xfrm>
              <a:off x="7116636" y="1963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0" name="pt35630"/>
            <p:cNvSpPr/>
            <p:nvPr/>
          </p:nvSpPr>
          <p:spPr>
            <a:xfrm>
              <a:off x="7200438" y="2005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1" name="pt35631"/>
            <p:cNvSpPr/>
            <p:nvPr/>
          </p:nvSpPr>
          <p:spPr>
            <a:xfrm>
              <a:off x="7076449" y="2088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2" name="pt35632"/>
            <p:cNvSpPr/>
            <p:nvPr/>
          </p:nvSpPr>
          <p:spPr>
            <a:xfrm>
              <a:off x="7193531" y="2179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3" name="pt35633"/>
            <p:cNvSpPr/>
            <p:nvPr/>
          </p:nvSpPr>
          <p:spPr>
            <a:xfrm>
              <a:off x="7262227" y="2115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4" name="pt35634"/>
            <p:cNvSpPr/>
            <p:nvPr/>
          </p:nvSpPr>
          <p:spPr>
            <a:xfrm>
              <a:off x="6900333" y="1972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5" name="pt35635"/>
            <p:cNvSpPr/>
            <p:nvPr/>
          </p:nvSpPr>
          <p:spPr>
            <a:xfrm>
              <a:off x="6914314" y="2020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6" name="pt35636"/>
            <p:cNvSpPr/>
            <p:nvPr/>
          </p:nvSpPr>
          <p:spPr>
            <a:xfrm>
              <a:off x="7109320" y="2085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7" name="pt35637"/>
            <p:cNvSpPr/>
            <p:nvPr/>
          </p:nvSpPr>
          <p:spPr>
            <a:xfrm>
              <a:off x="6981943" y="1974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8" name="pt35638"/>
            <p:cNvSpPr/>
            <p:nvPr/>
          </p:nvSpPr>
          <p:spPr>
            <a:xfrm>
              <a:off x="7132942" y="2107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9" name="pt35639"/>
            <p:cNvSpPr/>
            <p:nvPr/>
          </p:nvSpPr>
          <p:spPr>
            <a:xfrm>
              <a:off x="7201291" y="2123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0" name="pt35640"/>
            <p:cNvSpPr/>
            <p:nvPr/>
          </p:nvSpPr>
          <p:spPr>
            <a:xfrm>
              <a:off x="7224360" y="1657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1" name="pt35641"/>
            <p:cNvSpPr/>
            <p:nvPr/>
          </p:nvSpPr>
          <p:spPr>
            <a:xfrm>
              <a:off x="6948723" y="1901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2" name="pt35642"/>
            <p:cNvSpPr/>
            <p:nvPr/>
          </p:nvSpPr>
          <p:spPr>
            <a:xfrm>
              <a:off x="7191334" y="2207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3" name="pt35643"/>
            <p:cNvSpPr/>
            <p:nvPr/>
          </p:nvSpPr>
          <p:spPr>
            <a:xfrm>
              <a:off x="7020682" y="2054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4" name="pt35644"/>
            <p:cNvSpPr/>
            <p:nvPr/>
          </p:nvSpPr>
          <p:spPr>
            <a:xfrm>
              <a:off x="7242677" y="1953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5" name="pt35645"/>
            <p:cNvSpPr/>
            <p:nvPr/>
          </p:nvSpPr>
          <p:spPr>
            <a:xfrm>
              <a:off x="6823364" y="1820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6" name="pt35646"/>
            <p:cNvSpPr/>
            <p:nvPr/>
          </p:nvSpPr>
          <p:spPr>
            <a:xfrm>
              <a:off x="7115855" y="1985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7" name="pt35647"/>
            <p:cNvSpPr/>
            <p:nvPr/>
          </p:nvSpPr>
          <p:spPr>
            <a:xfrm>
              <a:off x="7155860" y="2350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8" name="pt35648"/>
            <p:cNvSpPr/>
            <p:nvPr/>
          </p:nvSpPr>
          <p:spPr>
            <a:xfrm>
              <a:off x="6959309" y="2069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9" name="pt35649"/>
            <p:cNvSpPr/>
            <p:nvPr/>
          </p:nvSpPr>
          <p:spPr>
            <a:xfrm>
              <a:off x="7186284" y="1774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0" name="pt35650"/>
            <p:cNvSpPr/>
            <p:nvPr/>
          </p:nvSpPr>
          <p:spPr>
            <a:xfrm>
              <a:off x="7176597" y="1970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1" name="pt35651"/>
            <p:cNvSpPr/>
            <p:nvPr/>
          </p:nvSpPr>
          <p:spPr>
            <a:xfrm>
              <a:off x="7151972" y="2099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2" name="pt35652"/>
            <p:cNvSpPr/>
            <p:nvPr/>
          </p:nvSpPr>
          <p:spPr>
            <a:xfrm>
              <a:off x="6861830" y="2217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3" name="pt35653"/>
            <p:cNvSpPr/>
            <p:nvPr/>
          </p:nvSpPr>
          <p:spPr>
            <a:xfrm>
              <a:off x="7033069" y="2208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4" name="pt35654"/>
            <p:cNvSpPr/>
            <p:nvPr/>
          </p:nvSpPr>
          <p:spPr>
            <a:xfrm>
              <a:off x="6713892" y="2720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5" name="pt35655"/>
            <p:cNvSpPr/>
            <p:nvPr/>
          </p:nvSpPr>
          <p:spPr>
            <a:xfrm>
              <a:off x="6911249" y="1999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6" name="pt35656"/>
            <p:cNvSpPr/>
            <p:nvPr/>
          </p:nvSpPr>
          <p:spPr>
            <a:xfrm>
              <a:off x="7175471" y="2073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7" name="pt35657"/>
            <p:cNvSpPr/>
            <p:nvPr/>
          </p:nvSpPr>
          <p:spPr>
            <a:xfrm>
              <a:off x="7161793" y="2168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8" name="pt35658"/>
            <p:cNvSpPr/>
            <p:nvPr/>
          </p:nvSpPr>
          <p:spPr>
            <a:xfrm>
              <a:off x="7330687" y="2359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9" name="pt35659"/>
            <p:cNvSpPr/>
            <p:nvPr/>
          </p:nvSpPr>
          <p:spPr>
            <a:xfrm>
              <a:off x="7255767" y="1891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0" name="pt35660"/>
            <p:cNvSpPr/>
            <p:nvPr/>
          </p:nvSpPr>
          <p:spPr>
            <a:xfrm>
              <a:off x="6846982" y="2030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1" name="pt35661"/>
            <p:cNvSpPr/>
            <p:nvPr/>
          </p:nvSpPr>
          <p:spPr>
            <a:xfrm>
              <a:off x="7381366" y="2640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2" name="pt35662"/>
            <p:cNvSpPr/>
            <p:nvPr/>
          </p:nvSpPr>
          <p:spPr>
            <a:xfrm>
              <a:off x="7033613" y="2063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3" name="pt35663"/>
            <p:cNvSpPr/>
            <p:nvPr/>
          </p:nvSpPr>
          <p:spPr>
            <a:xfrm>
              <a:off x="7025850" y="1984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4" name="pt35664"/>
            <p:cNvSpPr/>
            <p:nvPr/>
          </p:nvSpPr>
          <p:spPr>
            <a:xfrm>
              <a:off x="7418243" y="2597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5" name="pt35665"/>
            <p:cNvSpPr/>
            <p:nvPr/>
          </p:nvSpPr>
          <p:spPr>
            <a:xfrm>
              <a:off x="7198497" y="1989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6" name="pt35666"/>
            <p:cNvSpPr/>
            <p:nvPr/>
          </p:nvSpPr>
          <p:spPr>
            <a:xfrm>
              <a:off x="7097803" y="2338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7" name="pt35667"/>
            <p:cNvSpPr/>
            <p:nvPr/>
          </p:nvSpPr>
          <p:spPr>
            <a:xfrm>
              <a:off x="7331759" y="2542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8" name="pt35668"/>
            <p:cNvSpPr/>
            <p:nvPr/>
          </p:nvSpPr>
          <p:spPr>
            <a:xfrm>
              <a:off x="7226932" y="2054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9" name="pt35669"/>
            <p:cNvSpPr/>
            <p:nvPr/>
          </p:nvSpPr>
          <p:spPr>
            <a:xfrm>
              <a:off x="7316428" y="2470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0" name="pt35670"/>
            <p:cNvSpPr/>
            <p:nvPr/>
          </p:nvSpPr>
          <p:spPr>
            <a:xfrm>
              <a:off x="6854572" y="2269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1" name="pt35671"/>
            <p:cNvSpPr/>
            <p:nvPr/>
          </p:nvSpPr>
          <p:spPr>
            <a:xfrm>
              <a:off x="7018661" y="2187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2" name="pt35672"/>
            <p:cNvSpPr/>
            <p:nvPr/>
          </p:nvSpPr>
          <p:spPr>
            <a:xfrm>
              <a:off x="6971745" y="1931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3" name="pt35673"/>
            <p:cNvSpPr/>
            <p:nvPr/>
          </p:nvSpPr>
          <p:spPr>
            <a:xfrm>
              <a:off x="7090519" y="2214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4" name="pt35674"/>
            <p:cNvSpPr/>
            <p:nvPr/>
          </p:nvSpPr>
          <p:spPr>
            <a:xfrm>
              <a:off x="6936791" y="2173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5" name="pt35675"/>
            <p:cNvSpPr/>
            <p:nvPr/>
          </p:nvSpPr>
          <p:spPr>
            <a:xfrm>
              <a:off x="7156077" y="2209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6" name="pt35676"/>
            <p:cNvSpPr/>
            <p:nvPr/>
          </p:nvSpPr>
          <p:spPr>
            <a:xfrm>
              <a:off x="7043617" y="2223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7" name="pt35677"/>
            <p:cNvSpPr/>
            <p:nvPr/>
          </p:nvSpPr>
          <p:spPr>
            <a:xfrm>
              <a:off x="7267617" y="1887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8" name="pt35678"/>
            <p:cNvSpPr/>
            <p:nvPr/>
          </p:nvSpPr>
          <p:spPr>
            <a:xfrm>
              <a:off x="7068934" y="2087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9" name="pt35679"/>
            <p:cNvSpPr/>
            <p:nvPr/>
          </p:nvSpPr>
          <p:spPr>
            <a:xfrm>
              <a:off x="6906942" y="1985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0" name="pt35680"/>
            <p:cNvSpPr/>
            <p:nvPr/>
          </p:nvSpPr>
          <p:spPr>
            <a:xfrm>
              <a:off x="7136886" y="1986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1" name="pt35681"/>
            <p:cNvSpPr/>
            <p:nvPr/>
          </p:nvSpPr>
          <p:spPr>
            <a:xfrm>
              <a:off x="7355922" y="2319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2" name="pt35682"/>
            <p:cNvSpPr/>
            <p:nvPr/>
          </p:nvSpPr>
          <p:spPr>
            <a:xfrm>
              <a:off x="7223633" y="1860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3" name="pt35683"/>
            <p:cNvSpPr/>
            <p:nvPr/>
          </p:nvSpPr>
          <p:spPr>
            <a:xfrm>
              <a:off x="6981706" y="2178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4" name="pt35684"/>
            <p:cNvSpPr/>
            <p:nvPr/>
          </p:nvSpPr>
          <p:spPr>
            <a:xfrm>
              <a:off x="7196507" y="200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5" name="pt35685"/>
            <p:cNvSpPr/>
            <p:nvPr/>
          </p:nvSpPr>
          <p:spPr>
            <a:xfrm>
              <a:off x="7151920" y="206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6" name="pt35686"/>
            <p:cNvSpPr/>
            <p:nvPr/>
          </p:nvSpPr>
          <p:spPr>
            <a:xfrm>
              <a:off x="7220622" y="2096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7" name="pt35687"/>
            <p:cNvSpPr/>
            <p:nvPr/>
          </p:nvSpPr>
          <p:spPr>
            <a:xfrm>
              <a:off x="6664692" y="2088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8" name="pt35688"/>
            <p:cNvSpPr/>
            <p:nvPr/>
          </p:nvSpPr>
          <p:spPr>
            <a:xfrm>
              <a:off x="6866103" y="2045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9" name="pt35689"/>
            <p:cNvSpPr/>
            <p:nvPr/>
          </p:nvSpPr>
          <p:spPr>
            <a:xfrm>
              <a:off x="6990878" y="2318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0" name="pt35690"/>
            <p:cNvSpPr/>
            <p:nvPr/>
          </p:nvSpPr>
          <p:spPr>
            <a:xfrm>
              <a:off x="6862744" y="2099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1" name="pt35691"/>
            <p:cNvSpPr/>
            <p:nvPr/>
          </p:nvSpPr>
          <p:spPr>
            <a:xfrm>
              <a:off x="7021272" y="2138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2" name="pt35692"/>
            <p:cNvSpPr/>
            <p:nvPr/>
          </p:nvSpPr>
          <p:spPr>
            <a:xfrm>
              <a:off x="7212095" y="1942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3" name="pt35693"/>
            <p:cNvSpPr/>
            <p:nvPr/>
          </p:nvSpPr>
          <p:spPr>
            <a:xfrm>
              <a:off x="7258341" y="2066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4" name="pt35694"/>
            <p:cNvSpPr/>
            <p:nvPr/>
          </p:nvSpPr>
          <p:spPr>
            <a:xfrm>
              <a:off x="6929100" y="1869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5" name="pt35695"/>
            <p:cNvSpPr/>
            <p:nvPr/>
          </p:nvSpPr>
          <p:spPr>
            <a:xfrm>
              <a:off x="7364836" y="271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6" name="pt35696"/>
            <p:cNvSpPr/>
            <p:nvPr/>
          </p:nvSpPr>
          <p:spPr>
            <a:xfrm>
              <a:off x="7187965" y="1608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7" name="pt35697"/>
            <p:cNvSpPr/>
            <p:nvPr/>
          </p:nvSpPr>
          <p:spPr>
            <a:xfrm>
              <a:off x="6986081" y="2166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8" name="pt35698"/>
            <p:cNvSpPr/>
            <p:nvPr/>
          </p:nvSpPr>
          <p:spPr>
            <a:xfrm>
              <a:off x="7232582" y="2111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9" name="pt35699"/>
            <p:cNvSpPr/>
            <p:nvPr/>
          </p:nvSpPr>
          <p:spPr>
            <a:xfrm>
              <a:off x="6768269" y="2128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0" name="pt35700"/>
            <p:cNvSpPr/>
            <p:nvPr/>
          </p:nvSpPr>
          <p:spPr>
            <a:xfrm>
              <a:off x="7813584" y="2166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1" name="pt35701"/>
            <p:cNvSpPr/>
            <p:nvPr/>
          </p:nvSpPr>
          <p:spPr>
            <a:xfrm>
              <a:off x="6783426" y="2129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2" name="pt35702"/>
            <p:cNvSpPr/>
            <p:nvPr/>
          </p:nvSpPr>
          <p:spPr>
            <a:xfrm>
              <a:off x="6909951" y="2029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3" name="pt35703"/>
            <p:cNvSpPr/>
            <p:nvPr/>
          </p:nvSpPr>
          <p:spPr>
            <a:xfrm>
              <a:off x="7147890" y="1934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4" name="pt35704"/>
            <p:cNvSpPr/>
            <p:nvPr/>
          </p:nvSpPr>
          <p:spPr>
            <a:xfrm>
              <a:off x="6620682" y="2089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5" name="pt35705"/>
            <p:cNvSpPr/>
            <p:nvPr/>
          </p:nvSpPr>
          <p:spPr>
            <a:xfrm>
              <a:off x="7096688" y="2313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6" name="pt35706"/>
            <p:cNvSpPr/>
            <p:nvPr/>
          </p:nvSpPr>
          <p:spPr>
            <a:xfrm>
              <a:off x="7233318" y="2065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7" name="pt35707"/>
            <p:cNvSpPr/>
            <p:nvPr/>
          </p:nvSpPr>
          <p:spPr>
            <a:xfrm>
              <a:off x="7313525" y="2433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8" name="pt35708"/>
            <p:cNvSpPr/>
            <p:nvPr/>
          </p:nvSpPr>
          <p:spPr>
            <a:xfrm>
              <a:off x="7073641" y="2136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9" name="pt35709"/>
            <p:cNvSpPr/>
            <p:nvPr/>
          </p:nvSpPr>
          <p:spPr>
            <a:xfrm>
              <a:off x="6773633" y="1879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0" name="pt35710"/>
            <p:cNvSpPr/>
            <p:nvPr/>
          </p:nvSpPr>
          <p:spPr>
            <a:xfrm>
              <a:off x="7383546" y="2392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1" name="pt35711"/>
            <p:cNvSpPr/>
            <p:nvPr/>
          </p:nvSpPr>
          <p:spPr>
            <a:xfrm>
              <a:off x="7171006" y="1989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2" name="pt35712"/>
            <p:cNvSpPr/>
            <p:nvPr/>
          </p:nvSpPr>
          <p:spPr>
            <a:xfrm>
              <a:off x="7198814" y="1918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3" name="pt35713"/>
            <p:cNvSpPr/>
            <p:nvPr/>
          </p:nvSpPr>
          <p:spPr>
            <a:xfrm>
              <a:off x="6956521" y="1796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4" name="pt35714"/>
            <p:cNvSpPr/>
            <p:nvPr/>
          </p:nvSpPr>
          <p:spPr>
            <a:xfrm>
              <a:off x="6980649" y="2252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5" name="pt35715"/>
            <p:cNvSpPr/>
            <p:nvPr/>
          </p:nvSpPr>
          <p:spPr>
            <a:xfrm>
              <a:off x="6854354" y="2058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6" name="pt35716"/>
            <p:cNvSpPr/>
            <p:nvPr/>
          </p:nvSpPr>
          <p:spPr>
            <a:xfrm>
              <a:off x="6826495" y="1806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7" name="pt35717"/>
            <p:cNvSpPr/>
            <p:nvPr/>
          </p:nvSpPr>
          <p:spPr>
            <a:xfrm>
              <a:off x="7193878" y="2208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8" name="pt35718"/>
            <p:cNvSpPr/>
            <p:nvPr/>
          </p:nvSpPr>
          <p:spPr>
            <a:xfrm>
              <a:off x="7430673" y="2581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9" name="pt35719"/>
            <p:cNvSpPr/>
            <p:nvPr/>
          </p:nvSpPr>
          <p:spPr>
            <a:xfrm>
              <a:off x="7148251" y="2077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0" name="pt35720"/>
            <p:cNvSpPr/>
            <p:nvPr/>
          </p:nvSpPr>
          <p:spPr>
            <a:xfrm>
              <a:off x="7232166" y="2111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1" name="pt35721"/>
            <p:cNvSpPr/>
            <p:nvPr/>
          </p:nvSpPr>
          <p:spPr>
            <a:xfrm>
              <a:off x="7113920" y="1861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2" name="pt35722"/>
            <p:cNvSpPr/>
            <p:nvPr/>
          </p:nvSpPr>
          <p:spPr>
            <a:xfrm>
              <a:off x="7182952" y="189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3" name="pt35723"/>
            <p:cNvSpPr/>
            <p:nvPr/>
          </p:nvSpPr>
          <p:spPr>
            <a:xfrm>
              <a:off x="6983154" y="2280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4" name="pt35724"/>
            <p:cNvSpPr/>
            <p:nvPr/>
          </p:nvSpPr>
          <p:spPr>
            <a:xfrm>
              <a:off x="7190335" y="2242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5" name="pt35725"/>
            <p:cNvSpPr/>
            <p:nvPr/>
          </p:nvSpPr>
          <p:spPr>
            <a:xfrm>
              <a:off x="7247302" y="1865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6" name="pt35726"/>
            <p:cNvSpPr/>
            <p:nvPr/>
          </p:nvSpPr>
          <p:spPr>
            <a:xfrm>
              <a:off x="7034117" y="2230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7" name="pt35727"/>
            <p:cNvSpPr/>
            <p:nvPr/>
          </p:nvSpPr>
          <p:spPr>
            <a:xfrm>
              <a:off x="7189136" y="2093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8" name="pt35728"/>
            <p:cNvSpPr/>
            <p:nvPr/>
          </p:nvSpPr>
          <p:spPr>
            <a:xfrm>
              <a:off x="6984709" y="2200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9" name="pt35729"/>
            <p:cNvSpPr/>
            <p:nvPr/>
          </p:nvSpPr>
          <p:spPr>
            <a:xfrm>
              <a:off x="7140478" y="2015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0" name="pt35730"/>
            <p:cNvSpPr/>
            <p:nvPr/>
          </p:nvSpPr>
          <p:spPr>
            <a:xfrm>
              <a:off x="7062616" y="2104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1" name="pt35731"/>
            <p:cNvSpPr/>
            <p:nvPr/>
          </p:nvSpPr>
          <p:spPr>
            <a:xfrm>
              <a:off x="7408055" y="2512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2" name="pt35732"/>
            <p:cNvSpPr/>
            <p:nvPr/>
          </p:nvSpPr>
          <p:spPr>
            <a:xfrm>
              <a:off x="7133378" y="2093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3" name="pt35733"/>
            <p:cNvSpPr/>
            <p:nvPr/>
          </p:nvSpPr>
          <p:spPr>
            <a:xfrm>
              <a:off x="7175688" y="1953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4" name="pt35734"/>
            <p:cNvSpPr/>
            <p:nvPr/>
          </p:nvSpPr>
          <p:spPr>
            <a:xfrm>
              <a:off x="6844764" y="1740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5" name="pt35735"/>
            <p:cNvSpPr/>
            <p:nvPr/>
          </p:nvSpPr>
          <p:spPr>
            <a:xfrm>
              <a:off x="7191432" y="2366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6" name="pt35736"/>
            <p:cNvSpPr/>
            <p:nvPr/>
          </p:nvSpPr>
          <p:spPr>
            <a:xfrm>
              <a:off x="6917417" y="1971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7" name="pt35737"/>
            <p:cNvSpPr/>
            <p:nvPr/>
          </p:nvSpPr>
          <p:spPr>
            <a:xfrm>
              <a:off x="7119479" y="1908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8" name="pt35738"/>
            <p:cNvSpPr/>
            <p:nvPr/>
          </p:nvSpPr>
          <p:spPr>
            <a:xfrm>
              <a:off x="7017452" y="2188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9" name="pt35739"/>
            <p:cNvSpPr/>
            <p:nvPr/>
          </p:nvSpPr>
          <p:spPr>
            <a:xfrm>
              <a:off x="7189347" y="2312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0" name="pt35740"/>
            <p:cNvSpPr/>
            <p:nvPr/>
          </p:nvSpPr>
          <p:spPr>
            <a:xfrm>
              <a:off x="6921542" y="1974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1" name="pt35741"/>
            <p:cNvSpPr/>
            <p:nvPr/>
          </p:nvSpPr>
          <p:spPr>
            <a:xfrm>
              <a:off x="6947015" y="204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2" name="pt35742"/>
            <p:cNvSpPr/>
            <p:nvPr/>
          </p:nvSpPr>
          <p:spPr>
            <a:xfrm>
              <a:off x="7019533" y="2083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3" name="pt35743"/>
            <p:cNvSpPr/>
            <p:nvPr/>
          </p:nvSpPr>
          <p:spPr>
            <a:xfrm>
              <a:off x="7089954" y="2254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4" name="pt35744"/>
            <p:cNvSpPr/>
            <p:nvPr/>
          </p:nvSpPr>
          <p:spPr>
            <a:xfrm>
              <a:off x="7096519" y="2219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5" name="pt35745"/>
            <p:cNvSpPr/>
            <p:nvPr/>
          </p:nvSpPr>
          <p:spPr>
            <a:xfrm>
              <a:off x="7141922" y="1999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6" name="pt35746"/>
            <p:cNvSpPr/>
            <p:nvPr/>
          </p:nvSpPr>
          <p:spPr>
            <a:xfrm>
              <a:off x="7183417" y="1962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7" name="pt35747"/>
            <p:cNvSpPr/>
            <p:nvPr/>
          </p:nvSpPr>
          <p:spPr>
            <a:xfrm>
              <a:off x="7223456" y="2090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8" name="pt35748"/>
            <p:cNvSpPr/>
            <p:nvPr/>
          </p:nvSpPr>
          <p:spPr>
            <a:xfrm>
              <a:off x="7008452" y="2080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9" name="pt35749"/>
            <p:cNvSpPr/>
            <p:nvPr/>
          </p:nvSpPr>
          <p:spPr>
            <a:xfrm>
              <a:off x="6844916" y="1923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0" name="pt35750"/>
            <p:cNvSpPr/>
            <p:nvPr/>
          </p:nvSpPr>
          <p:spPr>
            <a:xfrm>
              <a:off x="7107158" y="2043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1" name="pt35751"/>
            <p:cNvSpPr/>
            <p:nvPr/>
          </p:nvSpPr>
          <p:spPr>
            <a:xfrm>
              <a:off x="6792742" y="2220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2" name="pt35752"/>
            <p:cNvSpPr/>
            <p:nvPr/>
          </p:nvSpPr>
          <p:spPr>
            <a:xfrm>
              <a:off x="7009682" y="2064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3" name="pt35753"/>
            <p:cNvSpPr/>
            <p:nvPr/>
          </p:nvSpPr>
          <p:spPr>
            <a:xfrm>
              <a:off x="7233727" y="2013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4" name="pt35754"/>
            <p:cNvSpPr/>
            <p:nvPr/>
          </p:nvSpPr>
          <p:spPr>
            <a:xfrm>
              <a:off x="7073370" y="2135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5" name="pt35755"/>
            <p:cNvSpPr/>
            <p:nvPr/>
          </p:nvSpPr>
          <p:spPr>
            <a:xfrm>
              <a:off x="7055798" y="2077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6" name="pt35756"/>
            <p:cNvSpPr/>
            <p:nvPr/>
          </p:nvSpPr>
          <p:spPr>
            <a:xfrm>
              <a:off x="6961647" y="2134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7" name="pt35757"/>
            <p:cNvSpPr/>
            <p:nvPr/>
          </p:nvSpPr>
          <p:spPr>
            <a:xfrm>
              <a:off x="7227792" y="1987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8" name="pt35758"/>
            <p:cNvSpPr/>
            <p:nvPr/>
          </p:nvSpPr>
          <p:spPr>
            <a:xfrm>
              <a:off x="7231768" y="1972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9" name="pt35759"/>
            <p:cNvSpPr/>
            <p:nvPr/>
          </p:nvSpPr>
          <p:spPr>
            <a:xfrm>
              <a:off x="7150887" y="2088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0" name="pt35760"/>
            <p:cNvSpPr/>
            <p:nvPr/>
          </p:nvSpPr>
          <p:spPr>
            <a:xfrm>
              <a:off x="7123124" y="2100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1" name="pt35761"/>
            <p:cNvSpPr/>
            <p:nvPr/>
          </p:nvSpPr>
          <p:spPr>
            <a:xfrm>
              <a:off x="7082897" y="2171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2" name="pt35762"/>
            <p:cNvSpPr/>
            <p:nvPr/>
          </p:nvSpPr>
          <p:spPr>
            <a:xfrm>
              <a:off x="7091139" y="2324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3" name="pt35763"/>
            <p:cNvSpPr/>
            <p:nvPr/>
          </p:nvSpPr>
          <p:spPr>
            <a:xfrm>
              <a:off x="6996943" y="2340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4" name="pt35764"/>
            <p:cNvSpPr/>
            <p:nvPr/>
          </p:nvSpPr>
          <p:spPr>
            <a:xfrm>
              <a:off x="6966572" y="1925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5" name="pt35765"/>
            <p:cNvSpPr/>
            <p:nvPr/>
          </p:nvSpPr>
          <p:spPr>
            <a:xfrm>
              <a:off x="7049386" y="2115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6" name="pt35766"/>
            <p:cNvSpPr/>
            <p:nvPr/>
          </p:nvSpPr>
          <p:spPr>
            <a:xfrm>
              <a:off x="7102480" y="2189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7" name="pt35767"/>
            <p:cNvSpPr/>
            <p:nvPr/>
          </p:nvSpPr>
          <p:spPr>
            <a:xfrm>
              <a:off x="6880062" y="2016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8" name="pt35768"/>
            <p:cNvSpPr/>
            <p:nvPr/>
          </p:nvSpPr>
          <p:spPr>
            <a:xfrm>
              <a:off x="7017146" y="2070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9" name="pt35769"/>
            <p:cNvSpPr/>
            <p:nvPr/>
          </p:nvSpPr>
          <p:spPr>
            <a:xfrm>
              <a:off x="7087002" y="2143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0" name="pt35770"/>
            <p:cNvSpPr/>
            <p:nvPr/>
          </p:nvSpPr>
          <p:spPr>
            <a:xfrm>
              <a:off x="6991872" y="2315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1" name="pt35771"/>
            <p:cNvSpPr/>
            <p:nvPr/>
          </p:nvSpPr>
          <p:spPr>
            <a:xfrm>
              <a:off x="7061659" y="2135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2" name="pt35772"/>
            <p:cNvSpPr/>
            <p:nvPr/>
          </p:nvSpPr>
          <p:spPr>
            <a:xfrm>
              <a:off x="7007595" y="1669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3" name="pt35773"/>
            <p:cNvSpPr/>
            <p:nvPr/>
          </p:nvSpPr>
          <p:spPr>
            <a:xfrm>
              <a:off x="7065450" y="2169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4" name="pt35774"/>
            <p:cNvSpPr/>
            <p:nvPr/>
          </p:nvSpPr>
          <p:spPr>
            <a:xfrm>
              <a:off x="7476753" y="2475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5" name="pt35775"/>
            <p:cNvSpPr/>
            <p:nvPr/>
          </p:nvSpPr>
          <p:spPr>
            <a:xfrm>
              <a:off x="7099017" y="2357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6" name="pt35776"/>
            <p:cNvSpPr/>
            <p:nvPr/>
          </p:nvSpPr>
          <p:spPr>
            <a:xfrm>
              <a:off x="7103089" y="2110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7" name="pt35777"/>
            <p:cNvSpPr/>
            <p:nvPr/>
          </p:nvSpPr>
          <p:spPr>
            <a:xfrm>
              <a:off x="7144016" y="2043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8" name="pt35778"/>
            <p:cNvSpPr/>
            <p:nvPr/>
          </p:nvSpPr>
          <p:spPr>
            <a:xfrm>
              <a:off x="7019972" y="2119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9" name="pt35779"/>
            <p:cNvSpPr/>
            <p:nvPr/>
          </p:nvSpPr>
          <p:spPr>
            <a:xfrm>
              <a:off x="7237944" y="1978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0" name="pt35780"/>
            <p:cNvSpPr/>
            <p:nvPr/>
          </p:nvSpPr>
          <p:spPr>
            <a:xfrm>
              <a:off x="7208931" y="1937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1" name="pt35781"/>
            <p:cNvSpPr/>
            <p:nvPr/>
          </p:nvSpPr>
          <p:spPr>
            <a:xfrm>
              <a:off x="7075893" y="2136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2" name="pt35782"/>
            <p:cNvSpPr/>
            <p:nvPr/>
          </p:nvSpPr>
          <p:spPr>
            <a:xfrm>
              <a:off x="7085890" y="2284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3" name="pt35783"/>
            <p:cNvSpPr/>
            <p:nvPr/>
          </p:nvSpPr>
          <p:spPr>
            <a:xfrm>
              <a:off x="7001187" y="2094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4" name="pt35784"/>
            <p:cNvSpPr/>
            <p:nvPr/>
          </p:nvSpPr>
          <p:spPr>
            <a:xfrm>
              <a:off x="6984744" y="2231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5" name="pt35785"/>
            <p:cNvSpPr/>
            <p:nvPr/>
          </p:nvSpPr>
          <p:spPr>
            <a:xfrm>
              <a:off x="7211881" y="1920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6" name="pt35786"/>
            <p:cNvSpPr/>
            <p:nvPr/>
          </p:nvSpPr>
          <p:spPr>
            <a:xfrm>
              <a:off x="6776231" y="2422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7" name="pt35787"/>
            <p:cNvSpPr/>
            <p:nvPr/>
          </p:nvSpPr>
          <p:spPr>
            <a:xfrm>
              <a:off x="6933607" y="1892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8" name="pt35788"/>
            <p:cNvSpPr/>
            <p:nvPr/>
          </p:nvSpPr>
          <p:spPr>
            <a:xfrm>
              <a:off x="7247836" y="2116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9" name="pt35789"/>
            <p:cNvSpPr/>
            <p:nvPr/>
          </p:nvSpPr>
          <p:spPr>
            <a:xfrm>
              <a:off x="7171445" y="2028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0" name="pt35790"/>
            <p:cNvSpPr/>
            <p:nvPr/>
          </p:nvSpPr>
          <p:spPr>
            <a:xfrm>
              <a:off x="7006816" y="1663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1" name="pt35791"/>
            <p:cNvSpPr/>
            <p:nvPr/>
          </p:nvSpPr>
          <p:spPr>
            <a:xfrm>
              <a:off x="6924342" y="1936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2" name="pt35792"/>
            <p:cNvSpPr/>
            <p:nvPr/>
          </p:nvSpPr>
          <p:spPr>
            <a:xfrm>
              <a:off x="6977288" y="2169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3" name="pt35793"/>
            <p:cNvSpPr/>
            <p:nvPr/>
          </p:nvSpPr>
          <p:spPr>
            <a:xfrm>
              <a:off x="7215782" y="2058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4" name="pt35794"/>
            <p:cNvSpPr/>
            <p:nvPr/>
          </p:nvSpPr>
          <p:spPr>
            <a:xfrm>
              <a:off x="7097146" y="2308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5" name="pt35795"/>
            <p:cNvSpPr/>
            <p:nvPr/>
          </p:nvSpPr>
          <p:spPr>
            <a:xfrm>
              <a:off x="7053649" y="2137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6" name="pt35796"/>
            <p:cNvSpPr/>
            <p:nvPr/>
          </p:nvSpPr>
          <p:spPr>
            <a:xfrm>
              <a:off x="7093749" y="2369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7" name="pt35797"/>
            <p:cNvSpPr/>
            <p:nvPr/>
          </p:nvSpPr>
          <p:spPr>
            <a:xfrm>
              <a:off x="7087666" y="2103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8" name="pt35798"/>
            <p:cNvSpPr/>
            <p:nvPr/>
          </p:nvSpPr>
          <p:spPr>
            <a:xfrm>
              <a:off x="7111694" y="2076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9" name="pt35799"/>
            <p:cNvSpPr/>
            <p:nvPr/>
          </p:nvSpPr>
          <p:spPr>
            <a:xfrm>
              <a:off x="7023668" y="2083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0" name="pt35800"/>
            <p:cNvSpPr/>
            <p:nvPr/>
          </p:nvSpPr>
          <p:spPr>
            <a:xfrm>
              <a:off x="7121381" y="2060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1" name="pt35801"/>
            <p:cNvSpPr/>
            <p:nvPr/>
          </p:nvSpPr>
          <p:spPr>
            <a:xfrm>
              <a:off x="7035581" y="2195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2" name="pt35802"/>
            <p:cNvSpPr/>
            <p:nvPr/>
          </p:nvSpPr>
          <p:spPr>
            <a:xfrm>
              <a:off x="7403693" y="2393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3" name="pt35803"/>
            <p:cNvSpPr/>
            <p:nvPr/>
          </p:nvSpPr>
          <p:spPr>
            <a:xfrm>
              <a:off x="6739788" y="2195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4" name="pt35804"/>
            <p:cNvSpPr/>
            <p:nvPr/>
          </p:nvSpPr>
          <p:spPr>
            <a:xfrm>
              <a:off x="6802736" y="2070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5" name="pt35805"/>
            <p:cNvSpPr/>
            <p:nvPr/>
          </p:nvSpPr>
          <p:spPr>
            <a:xfrm>
              <a:off x="7037697" y="2191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6" name="pt35806"/>
            <p:cNvSpPr/>
            <p:nvPr/>
          </p:nvSpPr>
          <p:spPr>
            <a:xfrm>
              <a:off x="6711346" y="2392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7" name="pt35807"/>
            <p:cNvSpPr/>
            <p:nvPr/>
          </p:nvSpPr>
          <p:spPr>
            <a:xfrm>
              <a:off x="7202764" y="1948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8" name="pt35808"/>
            <p:cNvSpPr/>
            <p:nvPr/>
          </p:nvSpPr>
          <p:spPr>
            <a:xfrm>
              <a:off x="6759734" y="1914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9" name="pt35809"/>
            <p:cNvSpPr/>
            <p:nvPr/>
          </p:nvSpPr>
          <p:spPr>
            <a:xfrm>
              <a:off x="7050157" y="2242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0" name="pt35810"/>
            <p:cNvSpPr/>
            <p:nvPr/>
          </p:nvSpPr>
          <p:spPr>
            <a:xfrm>
              <a:off x="7053633" y="2160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1" name="pt35811"/>
            <p:cNvSpPr/>
            <p:nvPr/>
          </p:nvSpPr>
          <p:spPr>
            <a:xfrm>
              <a:off x="7206965" y="1939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2" name="pt35812"/>
            <p:cNvSpPr/>
            <p:nvPr/>
          </p:nvSpPr>
          <p:spPr>
            <a:xfrm>
              <a:off x="7183295" y="1998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3" name="pt35813"/>
            <p:cNvSpPr/>
            <p:nvPr/>
          </p:nvSpPr>
          <p:spPr>
            <a:xfrm>
              <a:off x="7177874" y="2272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4" name="pt35814"/>
            <p:cNvSpPr/>
            <p:nvPr/>
          </p:nvSpPr>
          <p:spPr>
            <a:xfrm>
              <a:off x="7110978" y="2110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5" name="pt35815"/>
            <p:cNvSpPr/>
            <p:nvPr/>
          </p:nvSpPr>
          <p:spPr>
            <a:xfrm>
              <a:off x="7175131" y="2048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6" name="pt35816"/>
            <p:cNvSpPr/>
            <p:nvPr/>
          </p:nvSpPr>
          <p:spPr>
            <a:xfrm>
              <a:off x="7108582" y="2075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7" name="pt35817"/>
            <p:cNvSpPr/>
            <p:nvPr/>
          </p:nvSpPr>
          <p:spPr>
            <a:xfrm>
              <a:off x="7330933" y="2166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8" name="pt35818"/>
            <p:cNvSpPr/>
            <p:nvPr/>
          </p:nvSpPr>
          <p:spPr>
            <a:xfrm>
              <a:off x="6908335" y="1947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9" name="pt35819"/>
            <p:cNvSpPr/>
            <p:nvPr/>
          </p:nvSpPr>
          <p:spPr>
            <a:xfrm>
              <a:off x="7126890" y="2123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0" name="pt35820"/>
            <p:cNvSpPr/>
            <p:nvPr/>
          </p:nvSpPr>
          <p:spPr>
            <a:xfrm>
              <a:off x="7093542" y="2278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1" name="pt35821"/>
            <p:cNvSpPr/>
            <p:nvPr/>
          </p:nvSpPr>
          <p:spPr>
            <a:xfrm>
              <a:off x="7099690" y="2266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2" name="pt35822"/>
            <p:cNvSpPr/>
            <p:nvPr/>
          </p:nvSpPr>
          <p:spPr>
            <a:xfrm>
              <a:off x="6844598" y="2036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3" name="pt35823"/>
            <p:cNvSpPr/>
            <p:nvPr/>
          </p:nvSpPr>
          <p:spPr>
            <a:xfrm>
              <a:off x="6927765" y="2045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4" name="pt35824"/>
            <p:cNvSpPr/>
            <p:nvPr/>
          </p:nvSpPr>
          <p:spPr>
            <a:xfrm>
              <a:off x="7128025" y="2093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5" name="pt35825"/>
            <p:cNvSpPr/>
            <p:nvPr/>
          </p:nvSpPr>
          <p:spPr>
            <a:xfrm>
              <a:off x="7074133" y="2062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6" name="pt35826"/>
            <p:cNvSpPr/>
            <p:nvPr/>
          </p:nvSpPr>
          <p:spPr>
            <a:xfrm>
              <a:off x="7268049" y="200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7" name="pt35827"/>
            <p:cNvSpPr/>
            <p:nvPr/>
          </p:nvSpPr>
          <p:spPr>
            <a:xfrm>
              <a:off x="7078889" y="2126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8" name="pt35828"/>
            <p:cNvSpPr/>
            <p:nvPr/>
          </p:nvSpPr>
          <p:spPr>
            <a:xfrm>
              <a:off x="7372041" y="2478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9" name="pt35829"/>
            <p:cNvSpPr/>
            <p:nvPr/>
          </p:nvSpPr>
          <p:spPr>
            <a:xfrm>
              <a:off x="7086095" y="2206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0" name="pt35830"/>
            <p:cNvSpPr/>
            <p:nvPr/>
          </p:nvSpPr>
          <p:spPr>
            <a:xfrm>
              <a:off x="6906862" y="1913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1" name="pt35831"/>
            <p:cNvSpPr/>
            <p:nvPr/>
          </p:nvSpPr>
          <p:spPr>
            <a:xfrm>
              <a:off x="6911063" y="1929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2" name="pt35832"/>
            <p:cNvSpPr/>
            <p:nvPr/>
          </p:nvSpPr>
          <p:spPr>
            <a:xfrm>
              <a:off x="7050654" y="2207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3" name="pt35833"/>
            <p:cNvSpPr/>
            <p:nvPr/>
          </p:nvSpPr>
          <p:spPr>
            <a:xfrm>
              <a:off x="7147712" y="1992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4" name="pt35834"/>
            <p:cNvSpPr/>
            <p:nvPr/>
          </p:nvSpPr>
          <p:spPr>
            <a:xfrm>
              <a:off x="6792179" y="2410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5" name="pt35835"/>
            <p:cNvSpPr/>
            <p:nvPr/>
          </p:nvSpPr>
          <p:spPr>
            <a:xfrm>
              <a:off x="6989193" y="2282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6" name="pt35836"/>
            <p:cNvSpPr/>
            <p:nvPr/>
          </p:nvSpPr>
          <p:spPr>
            <a:xfrm>
              <a:off x="7315336" y="2530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7" name="pt35837"/>
            <p:cNvSpPr/>
            <p:nvPr/>
          </p:nvSpPr>
          <p:spPr>
            <a:xfrm>
              <a:off x="7014327" y="2235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8" name="pt35838"/>
            <p:cNvSpPr/>
            <p:nvPr/>
          </p:nvSpPr>
          <p:spPr>
            <a:xfrm>
              <a:off x="7158377" y="2167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9" name="pt35839"/>
            <p:cNvSpPr/>
            <p:nvPr/>
          </p:nvSpPr>
          <p:spPr>
            <a:xfrm>
              <a:off x="6904219" y="1901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0" name="pt35840"/>
            <p:cNvSpPr/>
            <p:nvPr/>
          </p:nvSpPr>
          <p:spPr>
            <a:xfrm>
              <a:off x="7131009" y="2150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1" name="pt35841"/>
            <p:cNvSpPr/>
            <p:nvPr/>
          </p:nvSpPr>
          <p:spPr>
            <a:xfrm>
              <a:off x="7113897" y="1932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2" name="pt35842"/>
            <p:cNvSpPr/>
            <p:nvPr/>
          </p:nvSpPr>
          <p:spPr>
            <a:xfrm>
              <a:off x="7042281" y="2246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3" name="pt35843"/>
            <p:cNvSpPr/>
            <p:nvPr/>
          </p:nvSpPr>
          <p:spPr>
            <a:xfrm>
              <a:off x="7195451" y="2145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4" name="pt35844"/>
            <p:cNvSpPr/>
            <p:nvPr/>
          </p:nvSpPr>
          <p:spPr>
            <a:xfrm>
              <a:off x="6872858" y="2179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5" name="pt35845"/>
            <p:cNvSpPr/>
            <p:nvPr/>
          </p:nvSpPr>
          <p:spPr>
            <a:xfrm>
              <a:off x="7042209" y="2225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6" name="pt35846"/>
            <p:cNvSpPr/>
            <p:nvPr/>
          </p:nvSpPr>
          <p:spPr>
            <a:xfrm>
              <a:off x="7488061" y="2458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7" name="pt35847"/>
            <p:cNvSpPr/>
            <p:nvPr/>
          </p:nvSpPr>
          <p:spPr>
            <a:xfrm>
              <a:off x="7167348" y="2035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8" name="pt35848"/>
            <p:cNvSpPr/>
            <p:nvPr/>
          </p:nvSpPr>
          <p:spPr>
            <a:xfrm>
              <a:off x="6989847" y="2172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9" name="pt35849"/>
            <p:cNvSpPr/>
            <p:nvPr/>
          </p:nvSpPr>
          <p:spPr>
            <a:xfrm>
              <a:off x="6933679" y="1916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0" name="pt35850"/>
            <p:cNvSpPr/>
            <p:nvPr/>
          </p:nvSpPr>
          <p:spPr>
            <a:xfrm>
              <a:off x="7151898" y="2091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1" name="pt35851"/>
            <p:cNvSpPr/>
            <p:nvPr/>
          </p:nvSpPr>
          <p:spPr>
            <a:xfrm>
              <a:off x="6973247" y="1903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2" name="pt35852"/>
            <p:cNvSpPr/>
            <p:nvPr/>
          </p:nvSpPr>
          <p:spPr>
            <a:xfrm>
              <a:off x="7112205" y="1964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3" name="pt35853"/>
            <p:cNvSpPr/>
            <p:nvPr/>
          </p:nvSpPr>
          <p:spPr>
            <a:xfrm>
              <a:off x="7090118" y="2138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4" name="pt35854"/>
            <p:cNvSpPr/>
            <p:nvPr/>
          </p:nvSpPr>
          <p:spPr>
            <a:xfrm>
              <a:off x="6984776" y="2346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5" name="pt35855"/>
            <p:cNvSpPr/>
            <p:nvPr/>
          </p:nvSpPr>
          <p:spPr>
            <a:xfrm>
              <a:off x="7365607" y="2680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6" name="pt35856"/>
            <p:cNvSpPr/>
            <p:nvPr/>
          </p:nvSpPr>
          <p:spPr>
            <a:xfrm>
              <a:off x="7166784" y="2060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7" name="pt35857"/>
            <p:cNvSpPr/>
            <p:nvPr/>
          </p:nvSpPr>
          <p:spPr>
            <a:xfrm>
              <a:off x="7062807" y="2143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8" name="pt35858"/>
            <p:cNvSpPr/>
            <p:nvPr/>
          </p:nvSpPr>
          <p:spPr>
            <a:xfrm>
              <a:off x="7072714" y="2084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9" name="pt35859"/>
            <p:cNvSpPr/>
            <p:nvPr/>
          </p:nvSpPr>
          <p:spPr>
            <a:xfrm>
              <a:off x="7105773" y="2038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0" name="pt35860"/>
            <p:cNvSpPr/>
            <p:nvPr/>
          </p:nvSpPr>
          <p:spPr>
            <a:xfrm>
              <a:off x="6932710" y="2026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1" name="pt35861"/>
            <p:cNvSpPr/>
            <p:nvPr/>
          </p:nvSpPr>
          <p:spPr>
            <a:xfrm>
              <a:off x="6839768" y="1642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2" name="pt35862"/>
            <p:cNvSpPr/>
            <p:nvPr/>
          </p:nvSpPr>
          <p:spPr>
            <a:xfrm>
              <a:off x="6816187" y="1988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3" name="pt35863"/>
            <p:cNvSpPr/>
            <p:nvPr/>
          </p:nvSpPr>
          <p:spPr>
            <a:xfrm>
              <a:off x="7112168" y="2004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4" name="pt35864"/>
            <p:cNvSpPr/>
            <p:nvPr/>
          </p:nvSpPr>
          <p:spPr>
            <a:xfrm>
              <a:off x="7131453" y="2129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5" name="pt35865"/>
            <p:cNvSpPr/>
            <p:nvPr/>
          </p:nvSpPr>
          <p:spPr>
            <a:xfrm>
              <a:off x="6965524" y="1877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6" name="pt35866"/>
            <p:cNvSpPr/>
            <p:nvPr/>
          </p:nvSpPr>
          <p:spPr>
            <a:xfrm>
              <a:off x="7120051" y="1887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7" name="pt35867"/>
            <p:cNvSpPr/>
            <p:nvPr/>
          </p:nvSpPr>
          <p:spPr>
            <a:xfrm>
              <a:off x="6908589" y="1900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8" name="pt35868"/>
            <p:cNvSpPr/>
            <p:nvPr/>
          </p:nvSpPr>
          <p:spPr>
            <a:xfrm>
              <a:off x="7321626" y="2479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9" name="pt35869"/>
            <p:cNvSpPr/>
            <p:nvPr/>
          </p:nvSpPr>
          <p:spPr>
            <a:xfrm>
              <a:off x="7171485" y="2016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0" name="pt35870"/>
            <p:cNvSpPr/>
            <p:nvPr/>
          </p:nvSpPr>
          <p:spPr>
            <a:xfrm>
              <a:off x="7096059" y="2355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1" name="pt35871"/>
            <p:cNvSpPr/>
            <p:nvPr/>
          </p:nvSpPr>
          <p:spPr>
            <a:xfrm>
              <a:off x="7085132" y="2181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2" name="pt35872"/>
            <p:cNvSpPr/>
            <p:nvPr/>
          </p:nvSpPr>
          <p:spPr>
            <a:xfrm>
              <a:off x="7070524" y="2098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3" name="pt35873"/>
            <p:cNvSpPr/>
            <p:nvPr/>
          </p:nvSpPr>
          <p:spPr>
            <a:xfrm>
              <a:off x="7328699" y="2103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4" name="pt35874"/>
            <p:cNvSpPr/>
            <p:nvPr/>
          </p:nvSpPr>
          <p:spPr>
            <a:xfrm>
              <a:off x="6752742" y="2400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5" name="pt35875"/>
            <p:cNvSpPr/>
            <p:nvPr/>
          </p:nvSpPr>
          <p:spPr>
            <a:xfrm>
              <a:off x="7248960" y="2027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6" name="pt35876"/>
            <p:cNvSpPr/>
            <p:nvPr/>
          </p:nvSpPr>
          <p:spPr>
            <a:xfrm>
              <a:off x="7215013" y="1995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7" name="pt35877"/>
            <p:cNvSpPr/>
            <p:nvPr/>
          </p:nvSpPr>
          <p:spPr>
            <a:xfrm>
              <a:off x="7071557" y="2042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8" name="pt35878"/>
            <p:cNvSpPr/>
            <p:nvPr/>
          </p:nvSpPr>
          <p:spPr>
            <a:xfrm>
              <a:off x="7156820" y="2261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9" name="pt35879"/>
            <p:cNvSpPr/>
            <p:nvPr/>
          </p:nvSpPr>
          <p:spPr>
            <a:xfrm>
              <a:off x="7104894" y="2087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0" name="pt35880"/>
            <p:cNvSpPr/>
            <p:nvPr/>
          </p:nvSpPr>
          <p:spPr>
            <a:xfrm>
              <a:off x="7103325" y="2132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1" name="pt35881"/>
            <p:cNvSpPr/>
            <p:nvPr/>
          </p:nvSpPr>
          <p:spPr>
            <a:xfrm>
              <a:off x="6981212" y="2297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2" name="pt35882"/>
            <p:cNvSpPr/>
            <p:nvPr/>
          </p:nvSpPr>
          <p:spPr>
            <a:xfrm>
              <a:off x="7148461" y="2120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3" name="pt35883"/>
            <p:cNvSpPr/>
            <p:nvPr/>
          </p:nvSpPr>
          <p:spPr>
            <a:xfrm>
              <a:off x="7117783" y="1952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4" name="pt35884"/>
            <p:cNvSpPr/>
            <p:nvPr/>
          </p:nvSpPr>
          <p:spPr>
            <a:xfrm>
              <a:off x="7150899" y="2216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5" name="pt35885"/>
            <p:cNvSpPr/>
            <p:nvPr/>
          </p:nvSpPr>
          <p:spPr>
            <a:xfrm>
              <a:off x="6894783" y="2068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6" name="pt35886"/>
            <p:cNvSpPr/>
            <p:nvPr/>
          </p:nvSpPr>
          <p:spPr>
            <a:xfrm>
              <a:off x="7057587" y="2193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7" name="pt35887"/>
            <p:cNvSpPr/>
            <p:nvPr/>
          </p:nvSpPr>
          <p:spPr>
            <a:xfrm>
              <a:off x="7081232" y="2138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8" name="pt35888"/>
            <p:cNvSpPr/>
            <p:nvPr/>
          </p:nvSpPr>
          <p:spPr>
            <a:xfrm>
              <a:off x="7191132" y="2274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9" name="pt35889"/>
            <p:cNvSpPr/>
            <p:nvPr/>
          </p:nvSpPr>
          <p:spPr>
            <a:xfrm>
              <a:off x="7157456" y="2196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0" name="pt35890"/>
            <p:cNvSpPr/>
            <p:nvPr/>
          </p:nvSpPr>
          <p:spPr>
            <a:xfrm>
              <a:off x="7041741" y="2213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1" name="pt35891"/>
            <p:cNvSpPr/>
            <p:nvPr/>
          </p:nvSpPr>
          <p:spPr>
            <a:xfrm>
              <a:off x="7096278" y="2283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2" name="pt35892"/>
            <p:cNvSpPr/>
            <p:nvPr/>
          </p:nvSpPr>
          <p:spPr>
            <a:xfrm>
              <a:off x="7246484" y="1884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3" name="pt35893"/>
            <p:cNvSpPr/>
            <p:nvPr/>
          </p:nvSpPr>
          <p:spPr>
            <a:xfrm>
              <a:off x="7164056" y="2329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4" name="pt35894"/>
            <p:cNvSpPr/>
            <p:nvPr/>
          </p:nvSpPr>
          <p:spPr>
            <a:xfrm>
              <a:off x="7160609" y="2211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5" name="pt35895"/>
            <p:cNvSpPr/>
            <p:nvPr/>
          </p:nvSpPr>
          <p:spPr>
            <a:xfrm>
              <a:off x="6811373" y="2181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6" name="pt35896"/>
            <p:cNvSpPr/>
            <p:nvPr/>
          </p:nvSpPr>
          <p:spPr>
            <a:xfrm>
              <a:off x="7050413" y="2169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7" name="pt35897"/>
            <p:cNvSpPr/>
            <p:nvPr/>
          </p:nvSpPr>
          <p:spPr>
            <a:xfrm>
              <a:off x="7136109" y="2025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8" name="pt35898"/>
            <p:cNvSpPr/>
            <p:nvPr/>
          </p:nvSpPr>
          <p:spPr>
            <a:xfrm>
              <a:off x="7413018" y="2639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9" name="pt35899"/>
            <p:cNvSpPr/>
            <p:nvPr/>
          </p:nvSpPr>
          <p:spPr>
            <a:xfrm>
              <a:off x="7200103" y="2044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0" name="pt35900"/>
            <p:cNvSpPr/>
            <p:nvPr/>
          </p:nvSpPr>
          <p:spPr>
            <a:xfrm>
              <a:off x="6893574" y="1963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1" name="pt35901"/>
            <p:cNvSpPr/>
            <p:nvPr/>
          </p:nvSpPr>
          <p:spPr>
            <a:xfrm>
              <a:off x="7048622" y="2192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2" name="pt35902"/>
            <p:cNvSpPr/>
            <p:nvPr/>
          </p:nvSpPr>
          <p:spPr>
            <a:xfrm>
              <a:off x="6986258" y="2183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3" name="pt35903"/>
            <p:cNvSpPr/>
            <p:nvPr/>
          </p:nvSpPr>
          <p:spPr>
            <a:xfrm>
              <a:off x="7043300" y="2302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4" name="pt35904"/>
            <p:cNvSpPr/>
            <p:nvPr/>
          </p:nvSpPr>
          <p:spPr>
            <a:xfrm>
              <a:off x="7427030" y="2422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5" name="pt35905"/>
            <p:cNvSpPr/>
            <p:nvPr/>
          </p:nvSpPr>
          <p:spPr>
            <a:xfrm>
              <a:off x="7246483" y="2007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6" name="pt35906"/>
            <p:cNvSpPr/>
            <p:nvPr/>
          </p:nvSpPr>
          <p:spPr>
            <a:xfrm>
              <a:off x="7081934" y="2220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7" name="pt35907"/>
            <p:cNvSpPr/>
            <p:nvPr/>
          </p:nvSpPr>
          <p:spPr>
            <a:xfrm>
              <a:off x="6802489" y="2196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8" name="pt35908"/>
            <p:cNvSpPr/>
            <p:nvPr/>
          </p:nvSpPr>
          <p:spPr>
            <a:xfrm>
              <a:off x="6896039" y="2056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9" name="pt35909"/>
            <p:cNvSpPr/>
            <p:nvPr/>
          </p:nvSpPr>
          <p:spPr>
            <a:xfrm>
              <a:off x="7117077" y="1980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0" name="pt35910"/>
            <p:cNvSpPr/>
            <p:nvPr/>
          </p:nvSpPr>
          <p:spPr>
            <a:xfrm>
              <a:off x="7116093" y="1927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1" name="pt35911"/>
            <p:cNvSpPr/>
            <p:nvPr/>
          </p:nvSpPr>
          <p:spPr>
            <a:xfrm>
              <a:off x="7059915" y="2206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2" name="pt35912"/>
            <p:cNvSpPr/>
            <p:nvPr/>
          </p:nvSpPr>
          <p:spPr>
            <a:xfrm>
              <a:off x="7153830" y="2223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3" name="pt35913"/>
            <p:cNvSpPr/>
            <p:nvPr/>
          </p:nvSpPr>
          <p:spPr>
            <a:xfrm>
              <a:off x="7009391" y="2024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4" name="pt35914"/>
            <p:cNvSpPr/>
            <p:nvPr/>
          </p:nvSpPr>
          <p:spPr>
            <a:xfrm>
              <a:off x="6745307" y="2508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5" name="pt35915"/>
            <p:cNvSpPr/>
            <p:nvPr/>
          </p:nvSpPr>
          <p:spPr>
            <a:xfrm>
              <a:off x="7202673" y="194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6" name="pt35916"/>
            <p:cNvSpPr/>
            <p:nvPr/>
          </p:nvSpPr>
          <p:spPr>
            <a:xfrm>
              <a:off x="7103119" y="2180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7" name="pt35917"/>
            <p:cNvSpPr/>
            <p:nvPr/>
          </p:nvSpPr>
          <p:spPr>
            <a:xfrm>
              <a:off x="7223451" y="2045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8" name="pt35918"/>
            <p:cNvSpPr/>
            <p:nvPr/>
          </p:nvSpPr>
          <p:spPr>
            <a:xfrm>
              <a:off x="7084917" y="2143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9" name="pt35919"/>
            <p:cNvSpPr/>
            <p:nvPr/>
          </p:nvSpPr>
          <p:spPr>
            <a:xfrm>
              <a:off x="7002352" y="1968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0" name="pt35920"/>
            <p:cNvSpPr/>
            <p:nvPr/>
          </p:nvSpPr>
          <p:spPr>
            <a:xfrm>
              <a:off x="7104573" y="2009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1" name="pt35921"/>
            <p:cNvSpPr/>
            <p:nvPr/>
          </p:nvSpPr>
          <p:spPr>
            <a:xfrm>
              <a:off x="7097275" y="2352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2" name="pt35922"/>
            <p:cNvSpPr/>
            <p:nvPr/>
          </p:nvSpPr>
          <p:spPr>
            <a:xfrm>
              <a:off x="6915988" y="1986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3" name="pt35923"/>
            <p:cNvSpPr/>
            <p:nvPr/>
          </p:nvSpPr>
          <p:spPr>
            <a:xfrm>
              <a:off x="7222531" y="1915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4" name="pt35924"/>
            <p:cNvSpPr/>
            <p:nvPr/>
          </p:nvSpPr>
          <p:spPr>
            <a:xfrm>
              <a:off x="7114846" y="1880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5" name="pt35925"/>
            <p:cNvSpPr/>
            <p:nvPr/>
          </p:nvSpPr>
          <p:spPr>
            <a:xfrm>
              <a:off x="7072539" y="2080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6" name="pt35926"/>
            <p:cNvSpPr/>
            <p:nvPr/>
          </p:nvSpPr>
          <p:spPr>
            <a:xfrm>
              <a:off x="7031466" y="2211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7" name="pt35927"/>
            <p:cNvSpPr/>
            <p:nvPr/>
          </p:nvSpPr>
          <p:spPr>
            <a:xfrm>
              <a:off x="7428996" y="2475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8" name="pt35928"/>
            <p:cNvSpPr/>
            <p:nvPr/>
          </p:nvSpPr>
          <p:spPr>
            <a:xfrm>
              <a:off x="7024697" y="2007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9" name="pt35929"/>
            <p:cNvSpPr/>
            <p:nvPr/>
          </p:nvSpPr>
          <p:spPr>
            <a:xfrm>
              <a:off x="6910124" y="1945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0" name="pt35930"/>
            <p:cNvSpPr/>
            <p:nvPr/>
          </p:nvSpPr>
          <p:spPr>
            <a:xfrm>
              <a:off x="7063454" y="2108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1" name="pt35931"/>
            <p:cNvSpPr/>
            <p:nvPr/>
          </p:nvSpPr>
          <p:spPr>
            <a:xfrm>
              <a:off x="7417925" y="2704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2" name="pt35932"/>
            <p:cNvSpPr/>
            <p:nvPr/>
          </p:nvSpPr>
          <p:spPr>
            <a:xfrm>
              <a:off x="6982870" y="2217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3" name="pt35933"/>
            <p:cNvSpPr/>
            <p:nvPr/>
          </p:nvSpPr>
          <p:spPr>
            <a:xfrm>
              <a:off x="7026681" y="2147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4" name="pt35934"/>
            <p:cNvSpPr/>
            <p:nvPr/>
          </p:nvSpPr>
          <p:spPr>
            <a:xfrm>
              <a:off x="7190994" y="2218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5" name="pt35935"/>
            <p:cNvSpPr/>
            <p:nvPr/>
          </p:nvSpPr>
          <p:spPr>
            <a:xfrm>
              <a:off x="7240511" y="1934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6" name="pt35936"/>
            <p:cNvSpPr/>
            <p:nvPr/>
          </p:nvSpPr>
          <p:spPr>
            <a:xfrm>
              <a:off x="6837815" y="1861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7" name="pt35937"/>
            <p:cNvSpPr/>
            <p:nvPr/>
          </p:nvSpPr>
          <p:spPr>
            <a:xfrm>
              <a:off x="7156697" y="2154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8" name="pt35938"/>
            <p:cNvSpPr/>
            <p:nvPr/>
          </p:nvSpPr>
          <p:spPr>
            <a:xfrm>
              <a:off x="7113065" y="202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9" name="pt35939"/>
            <p:cNvSpPr/>
            <p:nvPr/>
          </p:nvSpPr>
          <p:spPr>
            <a:xfrm>
              <a:off x="6910430" y="1952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0" name="pt35940"/>
            <p:cNvSpPr/>
            <p:nvPr/>
          </p:nvSpPr>
          <p:spPr>
            <a:xfrm>
              <a:off x="7287304" y="2088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1" name="pt35941"/>
            <p:cNvSpPr/>
            <p:nvPr/>
          </p:nvSpPr>
          <p:spPr>
            <a:xfrm>
              <a:off x="7051444" y="1865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2" name="pt35942"/>
            <p:cNvSpPr/>
            <p:nvPr/>
          </p:nvSpPr>
          <p:spPr>
            <a:xfrm>
              <a:off x="7171628" y="1992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3" name="pt35943"/>
            <p:cNvSpPr/>
            <p:nvPr/>
          </p:nvSpPr>
          <p:spPr>
            <a:xfrm>
              <a:off x="7786163" y="2215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4" name="pt35944"/>
            <p:cNvSpPr/>
            <p:nvPr/>
          </p:nvSpPr>
          <p:spPr>
            <a:xfrm>
              <a:off x="6964126" y="1927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5" name="pt35945"/>
            <p:cNvSpPr/>
            <p:nvPr/>
          </p:nvSpPr>
          <p:spPr>
            <a:xfrm>
              <a:off x="7165682" y="224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6" name="pt35946"/>
            <p:cNvSpPr/>
            <p:nvPr/>
          </p:nvSpPr>
          <p:spPr>
            <a:xfrm>
              <a:off x="7034044" y="2244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7" name="pt35947"/>
            <p:cNvSpPr/>
            <p:nvPr/>
          </p:nvSpPr>
          <p:spPr>
            <a:xfrm>
              <a:off x="7182593" y="2026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8" name="pt35948"/>
            <p:cNvSpPr/>
            <p:nvPr/>
          </p:nvSpPr>
          <p:spPr>
            <a:xfrm>
              <a:off x="7085289" y="2139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9" name="pt35949"/>
            <p:cNvSpPr/>
            <p:nvPr/>
          </p:nvSpPr>
          <p:spPr>
            <a:xfrm>
              <a:off x="7039031" y="2160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0" name="pt35950"/>
            <p:cNvSpPr/>
            <p:nvPr/>
          </p:nvSpPr>
          <p:spPr>
            <a:xfrm>
              <a:off x="7299212" y="1889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1" name="pt35951"/>
            <p:cNvSpPr/>
            <p:nvPr/>
          </p:nvSpPr>
          <p:spPr>
            <a:xfrm>
              <a:off x="6936554" y="2076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2" name="pt35952"/>
            <p:cNvSpPr/>
            <p:nvPr/>
          </p:nvSpPr>
          <p:spPr>
            <a:xfrm>
              <a:off x="7078156" y="207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3" name="pt35953"/>
            <p:cNvSpPr/>
            <p:nvPr/>
          </p:nvSpPr>
          <p:spPr>
            <a:xfrm>
              <a:off x="7110999" y="2060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4" name="pt35954"/>
            <p:cNvSpPr/>
            <p:nvPr/>
          </p:nvSpPr>
          <p:spPr>
            <a:xfrm>
              <a:off x="7185468" y="1776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5" name="pt35955"/>
            <p:cNvSpPr/>
            <p:nvPr/>
          </p:nvSpPr>
          <p:spPr>
            <a:xfrm>
              <a:off x="7054579" y="2032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6" name="pt35956"/>
            <p:cNvSpPr/>
            <p:nvPr/>
          </p:nvSpPr>
          <p:spPr>
            <a:xfrm>
              <a:off x="7118998" y="1935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7" name="pt35957"/>
            <p:cNvSpPr/>
            <p:nvPr/>
          </p:nvSpPr>
          <p:spPr>
            <a:xfrm>
              <a:off x="7265687" y="1840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8" name="pt35958"/>
            <p:cNvSpPr/>
            <p:nvPr/>
          </p:nvSpPr>
          <p:spPr>
            <a:xfrm>
              <a:off x="7027586" y="2103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9" name="pt35959"/>
            <p:cNvSpPr/>
            <p:nvPr/>
          </p:nvSpPr>
          <p:spPr>
            <a:xfrm>
              <a:off x="6922052" y="1958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0" name="pt35960"/>
            <p:cNvSpPr/>
            <p:nvPr/>
          </p:nvSpPr>
          <p:spPr>
            <a:xfrm>
              <a:off x="7240602" y="1914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1" name="pt35961"/>
            <p:cNvSpPr/>
            <p:nvPr/>
          </p:nvSpPr>
          <p:spPr>
            <a:xfrm>
              <a:off x="7365523" y="2977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2" name="pt35962"/>
            <p:cNvSpPr/>
            <p:nvPr/>
          </p:nvSpPr>
          <p:spPr>
            <a:xfrm>
              <a:off x="7358997" y="2485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3" name="pt35963"/>
            <p:cNvSpPr/>
            <p:nvPr/>
          </p:nvSpPr>
          <p:spPr>
            <a:xfrm>
              <a:off x="7145244" y="1941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4" name="pt35964"/>
            <p:cNvSpPr/>
            <p:nvPr/>
          </p:nvSpPr>
          <p:spPr>
            <a:xfrm>
              <a:off x="7085353" y="2204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5" name="pt35965"/>
            <p:cNvSpPr/>
            <p:nvPr/>
          </p:nvSpPr>
          <p:spPr>
            <a:xfrm>
              <a:off x="7190299" y="2187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6" name="pt35966"/>
            <p:cNvSpPr/>
            <p:nvPr/>
          </p:nvSpPr>
          <p:spPr>
            <a:xfrm>
              <a:off x="7123204" y="2070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7" name="pt35967"/>
            <p:cNvSpPr/>
            <p:nvPr/>
          </p:nvSpPr>
          <p:spPr>
            <a:xfrm>
              <a:off x="7039544" y="2252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8" name="pt35968"/>
            <p:cNvSpPr/>
            <p:nvPr/>
          </p:nvSpPr>
          <p:spPr>
            <a:xfrm>
              <a:off x="6995720" y="2311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9" name="pt35969"/>
            <p:cNvSpPr/>
            <p:nvPr/>
          </p:nvSpPr>
          <p:spPr>
            <a:xfrm>
              <a:off x="7533475" y="2423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0" name="pt35970"/>
            <p:cNvSpPr/>
            <p:nvPr/>
          </p:nvSpPr>
          <p:spPr>
            <a:xfrm>
              <a:off x="7385745" y="2428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1" name="pt35971"/>
            <p:cNvSpPr/>
            <p:nvPr/>
          </p:nvSpPr>
          <p:spPr>
            <a:xfrm>
              <a:off x="6766418" y="2024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2" name="pt35972"/>
            <p:cNvSpPr/>
            <p:nvPr/>
          </p:nvSpPr>
          <p:spPr>
            <a:xfrm>
              <a:off x="7045352" y="2038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3" name="pt35973"/>
            <p:cNvSpPr/>
            <p:nvPr/>
          </p:nvSpPr>
          <p:spPr>
            <a:xfrm>
              <a:off x="7168671" y="2167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4" name="pt35974"/>
            <p:cNvSpPr/>
            <p:nvPr/>
          </p:nvSpPr>
          <p:spPr>
            <a:xfrm>
              <a:off x="7271309" y="1936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5" name="pt35975"/>
            <p:cNvSpPr/>
            <p:nvPr/>
          </p:nvSpPr>
          <p:spPr>
            <a:xfrm>
              <a:off x="6937002" y="2175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6" name="pt35976"/>
            <p:cNvSpPr/>
            <p:nvPr/>
          </p:nvSpPr>
          <p:spPr>
            <a:xfrm>
              <a:off x="6962954" y="2208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7" name="pt35977"/>
            <p:cNvSpPr/>
            <p:nvPr/>
          </p:nvSpPr>
          <p:spPr>
            <a:xfrm>
              <a:off x="6865824" y="2129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8" name="pt35978"/>
            <p:cNvSpPr/>
            <p:nvPr/>
          </p:nvSpPr>
          <p:spPr>
            <a:xfrm>
              <a:off x="7090135" y="2204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9" name="pt35979"/>
            <p:cNvSpPr/>
            <p:nvPr/>
          </p:nvSpPr>
          <p:spPr>
            <a:xfrm>
              <a:off x="6961415" y="1924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0" name="pt35980"/>
            <p:cNvSpPr/>
            <p:nvPr/>
          </p:nvSpPr>
          <p:spPr>
            <a:xfrm>
              <a:off x="7102524" y="2165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1" name="pt35981"/>
            <p:cNvSpPr/>
            <p:nvPr/>
          </p:nvSpPr>
          <p:spPr>
            <a:xfrm>
              <a:off x="7117026" y="1959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2" name="pt35982"/>
            <p:cNvSpPr/>
            <p:nvPr/>
          </p:nvSpPr>
          <p:spPr>
            <a:xfrm>
              <a:off x="7006461" y="1560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3" name="pt35983"/>
            <p:cNvSpPr/>
            <p:nvPr/>
          </p:nvSpPr>
          <p:spPr>
            <a:xfrm>
              <a:off x="7219755" y="1998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4" name="pt35984"/>
            <p:cNvSpPr/>
            <p:nvPr/>
          </p:nvSpPr>
          <p:spPr>
            <a:xfrm>
              <a:off x="7221743" y="1998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5" name="pt35985"/>
            <p:cNvSpPr/>
            <p:nvPr/>
          </p:nvSpPr>
          <p:spPr>
            <a:xfrm>
              <a:off x="6966501" y="1988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6" name="pt35986"/>
            <p:cNvSpPr/>
            <p:nvPr/>
          </p:nvSpPr>
          <p:spPr>
            <a:xfrm>
              <a:off x="7064320" y="2195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7" name="pt35987"/>
            <p:cNvSpPr/>
            <p:nvPr/>
          </p:nvSpPr>
          <p:spPr>
            <a:xfrm>
              <a:off x="6847691" y="2065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8" name="pt35988"/>
            <p:cNvSpPr/>
            <p:nvPr/>
          </p:nvSpPr>
          <p:spPr>
            <a:xfrm>
              <a:off x="7022228" y="20790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9" name="pt35989"/>
            <p:cNvSpPr/>
            <p:nvPr/>
          </p:nvSpPr>
          <p:spPr>
            <a:xfrm>
              <a:off x="7065551" y="2175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0" name="pt35990"/>
            <p:cNvSpPr/>
            <p:nvPr/>
          </p:nvSpPr>
          <p:spPr>
            <a:xfrm>
              <a:off x="7059898" y="2119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1" name="pt35991"/>
            <p:cNvSpPr/>
            <p:nvPr/>
          </p:nvSpPr>
          <p:spPr>
            <a:xfrm>
              <a:off x="7254676" y="1941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2" name="pt35992"/>
            <p:cNvSpPr/>
            <p:nvPr/>
          </p:nvSpPr>
          <p:spPr>
            <a:xfrm>
              <a:off x="7426189" y="2688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3" name="pt35993"/>
            <p:cNvSpPr/>
            <p:nvPr/>
          </p:nvSpPr>
          <p:spPr>
            <a:xfrm>
              <a:off x="7105502" y="2031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4" name="pt35994"/>
            <p:cNvSpPr/>
            <p:nvPr/>
          </p:nvSpPr>
          <p:spPr>
            <a:xfrm>
              <a:off x="7364651" y="2833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5" name="pt35995"/>
            <p:cNvSpPr/>
            <p:nvPr/>
          </p:nvSpPr>
          <p:spPr>
            <a:xfrm>
              <a:off x="7170006" y="2244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6" name="pt35996"/>
            <p:cNvSpPr/>
            <p:nvPr/>
          </p:nvSpPr>
          <p:spPr>
            <a:xfrm>
              <a:off x="7043422" y="2219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7" name="pt35997"/>
            <p:cNvSpPr/>
            <p:nvPr/>
          </p:nvSpPr>
          <p:spPr>
            <a:xfrm>
              <a:off x="6968964" y="1728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8" name="pt35998"/>
            <p:cNvSpPr/>
            <p:nvPr/>
          </p:nvSpPr>
          <p:spPr>
            <a:xfrm>
              <a:off x="7276352" y="1982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9" name="pt35999"/>
            <p:cNvSpPr/>
            <p:nvPr/>
          </p:nvSpPr>
          <p:spPr>
            <a:xfrm>
              <a:off x="6767583" y="1955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0" name="pt36000"/>
            <p:cNvSpPr/>
            <p:nvPr/>
          </p:nvSpPr>
          <p:spPr>
            <a:xfrm>
              <a:off x="7166974" y="2018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1" name="pt36001"/>
            <p:cNvSpPr/>
            <p:nvPr/>
          </p:nvSpPr>
          <p:spPr>
            <a:xfrm>
              <a:off x="6985590" y="2008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2" name="pt36002"/>
            <p:cNvSpPr/>
            <p:nvPr/>
          </p:nvSpPr>
          <p:spPr>
            <a:xfrm>
              <a:off x="7282552" y="1895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3" name="pt36003"/>
            <p:cNvSpPr/>
            <p:nvPr/>
          </p:nvSpPr>
          <p:spPr>
            <a:xfrm>
              <a:off x="7178676" y="2107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4" name="pt36004"/>
            <p:cNvSpPr/>
            <p:nvPr/>
          </p:nvSpPr>
          <p:spPr>
            <a:xfrm>
              <a:off x="7241102" y="1995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5" name="pt36005"/>
            <p:cNvSpPr/>
            <p:nvPr/>
          </p:nvSpPr>
          <p:spPr>
            <a:xfrm>
              <a:off x="7280469" y="19630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6" name="pt36006"/>
            <p:cNvSpPr/>
            <p:nvPr/>
          </p:nvSpPr>
          <p:spPr>
            <a:xfrm>
              <a:off x="7147971" y="2040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7" name="pt36007"/>
            <p:cNvSpPr/>
            <p:nvPr/>
          </p:nvSpPr>
          <p:spPr>
            <a:xfrm>
              <a:off x="7800212" y="239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8" name="pt36008"/>
            <p:cNvSpPr/>
            <p:nvPr/>
          </p:nvSpPr>
          <p:spPr>
            <a:xfrm>
              <a:off x="7106823" y="208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9" name="pt36009"/>
            <p:cNvSpPr/>
            <p:nvPr/>
          </p:nvSpPr>
          <p:spPr>
            <a:xfrm>
              <a:off x="7063056" y="2168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0" name="pt36010"/>
            <p:cNvSpPr/>
            <p:nvPr/>
          </p:nvSpPr>
          <p:spPr>
            <a:xfrm>
              <a:off x="6879211" y="2207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1" name="pt36011"/>
            <p:cNvSpPr/>
            <p:nvPr/>
          </p:nvSpPr>
          <p:spPr>
            <a:xfrm>
              <a:off x="6922417" y="2067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2" name="pt36012"/>
            <p:cNvSpPr/>
            <p:nvPr/>
          </p:nvSpPr>
          <p:spPr>
            <a:xfrm>
              <a:off x="7151500" y="2095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3" name="pt36013"/>
            <p:cNvSpPr/>
            <p:nvPr/>
          </p:nvSpPr>
          <p:spPr>
            <a:xfrm>
              <a:off x="7092725" y="2332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4" name="pt36014"/>
            <p:cNvSpPr/>
            <p:nvPr/>
          </p:nvSpPr>
          <p:spPr>
            <a:xfrm>
              <a:off x="7165458" y="2056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5" name="pt36015"/>
            <p:cNvSpPr/>
            <p:nvPr/>
          </p:nvSpPr>
          <p:spPr>
            <a:xfrm>
              <a:off x="7079885" y="2133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6" name="pt36016"/>
            <p:cNvSpPr/>
            <p:nvPr/>
          </p:nvSpPr>
          <p:spPr>
            <a:xfrm>
              <a:off x="7250190" y="1964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7" name="pt36017"/>
            <p:cNvSpPr/>
            <p:nvPr/>
          </p:nvSpPr>
          <p:spPr>
            <a:xfrm>
              <a:off x="7032743" y="2248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8" name="pt36018"/>
            <p:cNvSpPr/>
            <p:nvPr/>
          </p:nvSpPr>
          <p:spPr>
            <a:xfrm>
              <a:off x="6946358" y="1969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9" name="pt36019"/>
            <p:cNvSpPr/>
            <p:nvPr/>
          </p:nvSpPr>
          <p:spPr>
            <a:xfrm>
              <a:off x="7190108" y="2277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0" name="pt36020"/>
            <p:cNvSpPr/>
            <p:nvPr/>
          </p:nvSpPr>
          <p:spPr>
            <a:xfrm>
              <a:off x="6947288" y="2083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1" name="pt36021"/>
            <p:cNvSpPr/>
            <p:nvPr/>
          </p:nvSpPr>
          <p:spPr>
            <a:xfrm>
              <a:off x="7148695" y="2221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2" name="pt36022"/>
            <p:cNvSpPr/>
            <p:nvPr/>
          </p:nvSpPr>
          <p:spPr>
            <a:xfrm>
              <a:off x="7169553" y="2272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3" name="pt36023"/>
            <p:cNvSpPr/>
            <p:nvPr/>
          </p:nvSpPr>
          <p:spPr>
            <a:xfrm>
              <a:off x="7161085" y="2385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4" name="pt36024"/>
            <p:cNvSpPr/>
            <p:nvPr/>
          </p:nvSpPr>
          <p:spPr>
            <a:xfrm>
              <a:off x="6969488" y="1913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5" name="pt36025"/>
            <p:cNvSpPr/>
            <p:nvPr/>
          </p:nvSpPr>
          <p:spPr>
            <a:xfrm>
              <a:off x="7070392" y="2078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6" name="pt36026"/>
            <p:cNvSpPr/>
            <p:nvPr/>
          </p:nvSpPr>
          <p:spPr>
            <a:xfrm>
              <a:off x="7268874" y="1991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7" name="pt36027"/>
            <p:cNvSpPr/>
            <p:nvPr/>
          </p:nvSpPr>
          <p:spPr>
            <a:xfrm>
              <a:off x="7134999" y="2028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8" name="pt36028"/>
            <p:cNvSpPr/>
            <p:nvPr/>
          </p:nvSpPr>
          <p:spPr>
            <a:xfrm>
              <a:off x="6831156" y="201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9" name="pt36029"/>
            <p:cNvSpPr/>
            <p:nvPr/>
          </p:nvSpPr>
          <p:spPr>
            <a:xfrm>
              <a:off x="7098199" y="233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0" name="pt36030"/>
            <p:cNvSpPr/>
            <p:nvPr/>
          </p:nvSpPr>
          <p:spPr>
            <a:xfrm>
              <a:off x="6999379" y="2188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1" name="pt36031"/>
            <p:cNvSpPr/>
            <p:nvPr/>
          </p:nvSpPr>
          <p:spPr>
            <a:xfrm>
              <a:off x="7060313" y="2163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2" name="pt36032"/>
            <p:cNvSpPr/>
            <p:nvPr/>
          </p:nvSpPr>
          <p:spPr>
            <a:xfrm>
              <a:off x="7064990" y="2182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3" name="pt36033"/>
            <p:cNvSpPr/>
            <p:nvPr/>
          </p:nvSpPr>
          <p:spPr>
            <a:xfrm>
              <a:off x="7592472" y="2642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4" name="pt36034"/>
            <p:cNvSpPr/>
            <p:nvPr/>
          </p:nvSpPr>
          <p:spPr>
            <a:xfrm>
              <a:off x="7005905" y="1844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5" name="pt36035"/>
            <p:cNvSpPr/>
            <p:nvPr/>
          </p:nvSpPr>
          <p:spPr>
            <a:xfrm>
              <a:off x="7060747" y="2138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6" name="pt36036"/>
            <p:cNvSpPr/>
            <p:nvPr/>
          </p:nvSpPr>
          <p:spPr>
            <a:xfrm>
              <a:off x="7018679" y="20401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7" name="pt36037"/>
            <p:cNvSpPr/>
            <p:nvPr/>
          </p:nvSpPr>
          <p:spPr>
            <a:xfrm>
              <a:off x="6782999" y="2249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8" name="pt36038"/>
            <p:cNvSpPr/>
            <p:nvPr/>
          </p:nvSpPr>
          <p:spPr>
            <a:xfrm>
              <a:off x="6829163" y="1941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9" name="pt36039"/>
            <p:cNvSpPr/>
            <p:nvPr/>
          </p:nvSpPr>
          <p:spPr>
            <a:xfrm>
              <a:off x="7017620" y="2173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0" name="pt36040"/>
            <p:cNvSpPr/>
            <p:nvPr/>
          </p:nvSpPr>
          <p:spPr>
            <a:xfrm>
              <a:off x="7021478" y="2061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1" name="pt36041"/>
            <p:cNvSpPr/>
            <p:nvPr/>
          </p:nvSpPr>
          <p:spPr>
            <a:xfrm>
              <a:off x="7221255" y="2094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2" name="pt36042"/>
            <p:cNvSpPr/>
            <p:nvPr/>
          </p:nvSpPr>
          <p:spPr>
            <a:xfrm>
              <a:off x="6951579" y="2024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3" name="pt36043"/>
            <p:cNvSpPr/>
            <p:nvPr/>
          </p:nvSpPr>
          <p:spPr>
            <a:xfrm>
              <a:off x="7444036" y="2083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4" name="pt36044"/>
            <p:cNvSpPr/>
            <p:nvPr/>
          </p:nvSpPr>
          <p:spPr>
            <a:xfrm>
              <a:off x="6780843" y="2135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5" name="pt36045"/>
            <p:cNvSpPr/>
            <p:nvPr/>
          </p:nvSpPr>
          <p:spPr>
            <a:xfrm>
              <a:off x="6944076" y="186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6" name="pt36046"/>
            <p:cNvSpPr/>
            <p:nvPr/>
          </p:nvSpPr>
          <p:spPr>
            <a:xfrm>
              <a:off x="7170486" y="2122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7" name="pt36047"/>
            <p:cNvSpPr/>
            <p:nvPr/>
          </p:nvSpPr>
          <p:spPr>
            <a:xfrm>
              <a:off x="6875380" y="2219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8" name="pt36048"/>
            <p:cNvSpPr/>
            <p:nvPr/>
          </p:nvSpPr>
          <p:spPr>
            <a:xfrm>
              <a:off x="6940612" y="1987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9" name="pt36049"/>
            <p:cNvSpPr/>
            <p:nvPr/>
          </p:nvSpPr>
          <p:spPr>
            <a:xfrm>
              <a:off x="6978168" y="2235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0" name="pt36050"/>
            <p:cNvSpPr/>
            <p:nvPr/>
          </p:nvSpPr>
          <p:spPr>
            <a:xfrm>
              <a:off x="7160627" y="2286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1" name="pt36051"/>
            <p:cNvSpPr/>
            <p:nvPr/>
          </p:nvSpPr>
          <p:spPr>
            <a:xfrm>
              <a:off x="7129166" y="2135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2" name="pt36052"/>
            <p:cNvSpPr/>
            <p:nvPr/>
          </p:nvSpPr>
          <p:spPr>
            <a:xfrm>
              <a:off x="7061789" y="2117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3" name="pt36053"/>
            <p:cNvSpPr/>
            <p:nvPr/>
          </p:nvSpPr>
          <p:spPr>
            <a:xfrm>
              <a:off x="7267534" y="1906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4" name="pt36054"/>
            <p:cNvSpPr/>
            <p:nvPr/>
          </p:nvSpPr>
          <p:spPr>
            <a:xfrm>
              <a:off x="7057877" y="2076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5" name="pt36055"/>
            <p:cNvSpPr/>
            <p:nvPr/>
          </p:nvSpPr>
          <p:spPr>
            <a:xfrm>
              <a:off x="7034123" y="2190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6" name="pt36056"/>
            <p:cNvSpPr/>
            <p:nvPr/>
          </p:nvSpPr>
          <p:spPr>
            <a:xfrm>
              <a:off x="7492103" y="2257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7" name="pt36057"/>
            <p:cNvSpPr/>
            <p:nvPr/>
          </p:nvSpPr>
          <p:spPr>
            <a:xfrm>
              <a:off x="7095939" y="2371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8" name="pt36058"/>
            <p:cNvSpPr/>
            <p:nvPr/>
          </p:nvSpPr>
          <p:spPr>
            <a:xfrm>
              <a:off x="7081268" y="2097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9" name="pt36059"/>
            <p:cNvSpPr/>
            <p:nvPr/>
          </p:nvSpPr>
          <p:spPr>
            <a:xfrm>
              <a:off x="7184082" y="2132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0" name="pt36060"/>
            <p:cNvSpPr/>
            <p:nvPr/>
          </p:nvSpPr>
          <p:spPr>
            <a:xfrm>
              <a:off x="7094060" y="2345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1" name="pt36061"/>
            <p:cNvSpPr/>
            <p:nvPr/>
          </p:nvSpPr>
          <p:spPr>
            <a:xfrm>
              <a:off x="7140670" y="1976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2" name="pt36062"/>
            <p:cNvSpPr/>
            <p:nvPr/>
          </p:nvSpPr>
          <p:spPr>
            <a:xfrm>
              <a:off x="6997842" y="1947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3" name="pt36063"/>
            <p:cNvSpPr/>
            <p:nvPr/>
          </p:nvSpPr>
          <p:spPr>
            <a:xfrm>
              <a:off x="7434438" y="2195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4" name="pt36064"/>
            <p:cNvSpPr/>
            <p:nvPr/>
          </p:nvSpPr>
          <p:spPr>
            <a:xfrm>
              <a:off x="7124415" y="2079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5" name="pt36065"/>
            <p:cNvSpPr/>
            <p:nvPr/>
          </p:nvSpPr>
          <p:spPr>
            <a:xfrm>
              <a:off x="7454897" y="2190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6" name="pt36066"/>
            <p:cNvSpPr/>
            <p:nvPr/>
          </p:nvSpPr>
          <p:spPr>
            <a:xfrm>
              <a:off x="6985189" y="2230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7" name="pt36067"/>
            <p:cNvSpPr/>
            <p:nvPr/>
          </p:nvSpPr>
          <p:spPr>
            <a:xfrm>
              <a:off x="7104451" y="2140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8" name="pt36068"/>
            <p:cNvSpPr/>
            <p:nvPr/>
          </p:nvSpPr>
          <p:spPr>
            <a:xfrm>
              <a:off x="6950436" y="1987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9" name="pt36069"/>
            <p:cNvSpPr/>
            <p:nvPr/>
          </p:nvSpPr>
          <p:spPr>
            <a:xfrm>
              <a:off x="7050566" y="2164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0" name="pt36070"/>
            <p:cNvSpPr/>
            <p:nvPr/>
          </p:nvSpPr>
          <p:spPr>
            <a:xfrm>
              <a:off x="7153284" y="2327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1" name="pt36071"/>
            <p:cNvSpPr/>
            <p:nvPr/>
          </p:nvSpPr>
          <p:spPr>
            <a:xfrm>
              <a:off x="7182890" y="2090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2" name="pt36072"/>
            <p:cNvSpPr/>
            <p:nvPr/>
          </p:nvSpPr>
          <p:spPr>
            <a:xfrm>
              <a:off x="7081382" y="2086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3" name="pt36073"/>
            <p:cNvSpPr/>
            <p:nvPr/>
          </p:nvSpPr>
          <p:spPr>
            <a:xfrm>
              <a:off x="7357866" y="2180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4" name="pt36074"/>
            <p:cNvSpPr/>
            <p:nvPr/>
          </p:nvSpPr>
          <p:spPr>
            <a:xfrm>
              <a:off x="6926051" y="1977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5" name="pt36075"/>
            <p:cNvSpPr/>
            <p:nvPr/>
          </p:nvSpPr>
          <p:spPr>
            <a:xfrm>
              <a:off x="7018921" y="2287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6" name="pt36076"/>
            <p:cNvSpPr/>
            <p:nvPr/>
          </p:nvSpPr>
          <p:spPr>
            <a:xfrm>
              <a:off x="7103415" y="2178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7" name="pt36077"/>
            <p:cNvSpPr/>
            <p:nvPr/>
          </p:nvSpPr>
          <p:spPr>
            <a:xfrm>
              <a:off x="7312594" y="2357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8" name="pt36078"/>
            <p:cNvSpPr/>
            <p:nvPr/>
          </p:nvSpPr>
          <p:spPr>
            <a:xfrm>
              <a:off x="7356664" y="2691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9" name="pt36079"/>
            <p:cNvSpPr/>
            <p:nvPr/>
          </p:nvSpPr>
          <p:spPr>
            <a:xfrm>
              <a:off x="7137658" y="202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0" name="pt36080"/>
            <p:cNvSpPr/>
            <p:nvPr/>
          </p:nvSpPr>
          <p:spPr>
            <a:xfrm>
              <a:off x="7086986" y="2114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1" name="pt36081"/>
            <p:cNvSpPr/>
            <p:nvPr/>
          </p:nvSpPr>
          <p:spPr>
            <a:xfrm>
              <a:off x="6900077" y="2080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2" name="pt36082"/>
            <p:cNvSpPr/>
            <p:nvPr/>
          </p:nvSpPr>
          <p:spPr>
            <a:xfrm>
              <a:off x="7149453" y="2087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3" name="pt36083"/>
            <p:cNvSpPr/>
            <p:nvPr/>
          </p:nvSpPr>
          <p:spPr>
            <a:xfrm>
              <a:off x="7058519" y="2053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4" name="pt36084"/>
            <p:cNvSpPr/>
            <p:nvPr/>
          </p:nvSpPr>
          <p:spPr>
            <a:xfrm>
              <a:off x="7142201" y="1969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5" name="pt36085"/>
            <p:cNvSpPr/>
            <p:nvPr/>
          </p:nvSpPr>
          <p:spPr>
            <a:xfrm>
              <a:off x="7098148" y="2308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6" name="pt36086"/>
            <p:cNvSpPr/>
            <p:nvPr/>
          </p:nvSpPr>
          <p:spPr>
            <a:xfrm>
              <a:off x="7217283" y="1923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7" name="pt36087"/>
            <p:cNvSpPr/>
            <p:nvPr/>
          </p:nvSpPr>
          <p:spPr>
            <a:xfrm>
              <a:off x="7049178" y="20857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8" name="pt36088"/>
            <p:cNvSpPr/>
            <p:nvPr/>
          </p:nvSpPr>
          <p:spPr>
            <a:xfrm>
              <a:off x="7207936" y="2027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9" name="pt36089"/>
            <p:cNvSpPr/>
            <p:nvPr/>
          </p:nvSpPr>
          <p:spPr>
            <a:xfrm>
              <a:off x="7040760" y="2114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0" name="pt36090"/>
            <p:cNvSpPr/>
            <p:nvPr/>
          </p:nvSpPr>
          <p:spPr>
            <a:xfrm>
              <a:off x="7105314" y="2179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1" name="pt36091"/>
            <p:cNvSpPr/>
            <p:nvPr/>
          </p:nvSpPr>
          <p:spPr>
            <a:xfrm>
              <a:off x="7135595" y="203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2" name="pt36092"/>
            <p:cNvSpPr/>
            <p:nvPr/>
          </p:nvSpPr>
          <p:spPr>
            <a:xfrm>
              <a:off x="6894454" y="20213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3" name="pt36093"/>
            <p:cNvSpPr/>
            <p:nvPr/>
          </p:nvSpPr>
          <p:spPr>
            <a:xfrm>
              <a:off x="7322200" y="2645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4" name="pt36094"/>
            <p:cNvSpPr/>
            <p:nvPr/>
          </p:nvSpPr>
          <p:spPr>
            <a:xfrm>
              <a:off x="6892319" y="1903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5" name="pt36095"/>
            <p:cNvSpPr/>
            <p:nvPr/>
          </p:nvSpPr>
          <p:spPr>
            <a:xfrm>
              <a:off x="7148992" y="2242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6" name="pt36096"/>
            <p:cNvSpPr/>
            <p:nvPr/>
          </p:nvSpPr>
          <p:spPr>
            <a:xfrm>
              <a:off x="7398064" y="2632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7" name="pt36097"/>
            <p:cNvSpPr/>
            <p:nvPr/>
          </p:nvSpPr>
          <p:spPr>
            <a:xfrm>
              <a:off x="7157650" y="2264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8" name="pt36098"/>
            <p:cNvSpPr/>
            <p:nvPr/>
          </p:nvSpPr>
          <p:spPr>
            <a:xfrm>
              <a:off x="7166592" y="2022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9" name="pt36099"/>
            <p:cNvSpPr/>
            <p:nvPr/>
          </p:nvSpPr>
          <p:spPr>
            <a:xfrm>
              <a:off x="7059646" y="2193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0" name="pt36100"/>
            <p:cNvSpPr/>
            <p:nvPr/>
          </p:nvSpPr>
          <p:spPr>
            <a:xfrm>
              <a:off x="7236314" y="1935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1" name="pt36101"/>
            <p:cNvSpPr/>
            <p:nvPr/>
          </p:nvSpPr>
          <p:spPr>
            <a:xfrm>
              <a:off x="6858351" y="2021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2" name="pt36102"/>
            <p:cNvSpPr/>
            <p:nvPr/>
          </p:nvSpPr>
          <p:spPr>
            <a:xfrm>
              <a:off x="6935616" y="1874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3" name="pt36103"/>
            <p:cNvSpPr/>
            <p:nvPr/>
          </p:nvSpPr>
          <p:spPr>
            <a:xfrm>
              <a:off x="6982072" y="2141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4" name="pt36104"/>
            <p:cNvSpPr/>
            <p:nvPr/>
          </p:nvSpPr>
          <p:spPr>
            <a:xfrm>
              <a:off x="7191244" y="2273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5" name="pt36105"/>
            <p:cNvSpPr/>
            <p:nvPr/>
          </p:nvSpPr>
          <p:spPr>
            <a:xfrm>
              <a:off x="6909223" y="1900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6" name="pt36106"/>
            <p:cNvSpPr/>
            <p:nvPr/>
          </p:nvSpPr>
          <p:spPr>
            <a:xfrm>
              <a:off x="7153196" y="2249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7" name="pt36107"/>
            <p:cNvSpPr/>
            <p:nvPr/>
          </p:nvSpPr>
          <p:spPr>
            <a:xfrm>
              <a:off x="6906398" y="1959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8" name="pt36108"/>
            <p:cNvSpPr/>
            <p:nvPr/>
          </p:nvSpPr>
          <p:spPr>
            <a:xfrm>
              <a:off x="7068243" y="2148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9" name="pt36109"/>
            <p:cNvSpPr/>
            <p:nvPr/>
          </p:nvSpPr>
          <p:spPr>
            <a:xfrm>
              <a:off x="7456858" y="2788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0" name="pt36110"/>
            <p:cNvSpPr/>
            <p:nvPr/>
          </p:nvSpPr>
          <p:spPr>
            <a:xfrm>
              <a:off x="7328605" y="2247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1" name="pt36111"/>
            <p:cNvSpPr/>
            <p:nvPr/>
          </p:nvSpPr>
          <p:spPr>
            <a:xfrm>
              <a:off x="6929295" y="1768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2" name="pt36112"/>
            <p:cNvSpPr/>
            <p:nvPr/>
          </p:nvSpPr>
          <p:spPr>
            <a:xfrm>
              <a:off x="7232292" y="2128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3" name="pt36113"/>
            <p:cNvSpPr/>
            <p:nvPr/>
          </p:nvSpPr>
          <p:spPr>
            <a:xfrm>
              <a:off x="7097744" y="2327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4" name="pt36114"/>
            <p:cNvSpPr/>
            <p:nvPr/>
          </p:nvSpPr>
          <p:spPr>
            <a:xfrm>
              <a:off x="7093148" y="2332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5" name="pt36115"/>
            <p:cNvSpPr/>
            <p:nvPr/>
          </p:nvSpPr>
          <p:spPr>
            <a:xfrm>
              <a:off x="6880776" y="1979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6" name="pt36116"/>
            <p:cNvSpPr/>
            <p:nvPr/>
          </p:nvSpPr>
          <p:spPr>
            <a:xfrm>
              <a:off x="7205287" y="2115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7" name="pt36117"/>
            <p:cNvSpPr/>
            <p:nvPr/>
          </p:nvSpPr>
          <p:spPr>
            <a:xfrm>
              <a:off x="7174182" y="1988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8" name="pt36118"/>
            <p:cNvSpPr/>
            <p:nvPr/>
          </p:nvSpPr>
          <p:spPr>
            <a:xfrm>
              <a:off x="7201538" y="2030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9" name="pt36119"/>
            <p:cNvSpPr/>
            <p:nvPr/>
          </p:nvSpPr>
          <p:spPr>
            <a:xfrm>
              <a:off x="7353116" y="2881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0" name="pt36120"/>
            <p:cNvSpPr/>
            <p:nvPr/>
          </p:nvSpPr>
          <p:spPr>
            <a:xfrm>
              <a:off x="7329342" y="2086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1" name="pt36121"/>
            <p:cNvSpPr/>
            <p:nvPr/>
          </p:nvSpPr>
          <p:spPr>
            <a:xfrm>
              <a:off x="7041857" y="2203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2" name="pt36122"/>
            <p:cNvSpPr/>
            <p:nvPr/>
          </p:nvSpPr>
          <p:spPr>
            <a:xfrm>
              <a:off x="7339885" y="1958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3" name="pt36123"/>
            <p:cNvSpPr/>
            <p:nvPr/>
          </p:nvSpPr>
          <p:spPr>
            <a:xfrm>
              <a:off x="6915878" y="1994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4" name="pt36124"/>
            <p:cNvSpPr/>
            <p:nvPr/>
          </p:nvSpPr>
          <p:spPr>
            <a:xfrm>
              <a:off x="6926564" y="193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5" name="pt36125"/>
            <p:cNvSpPr/>
            <p:nvPr/>
          </p:nvSpPr>
          <p:spPr>
            <a:xfrm>
              <a:off x="7097259" y="2356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6" name="pt36126"/>
            <p:cNvSpPr/>
            <p:nvPr/>
          </p:nvSpPr>
          <p:spPr>
            <a:xfrm>
              <a:off x="7211509" y="1912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7" name="pt36127"/>
            <p:cNvSpPr/>
            <p:nvPr/>
          </p:nvSpPr>
          <p:spPr>
            <a:xfrm>
              <a:off x="7288437" y="2052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8" name="pt36128"/>
            <p:cNvSpPr/>
            <p:nvPr/>
          </p:nvSpPr>
          <p:spPr>
            <a:xfrm>
              <a:off x="7058597" y="1938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9" name="pt36129"/>
            <p:cNvSpPr/>
            <p:nvPr/>
          </p:nvSpPr>
          <p:spPr>
            <a:xfrm>
              <a:off x="7224620" y="1994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0" name="pt36130"/>
            <p:cNvSpPr/>
            <p:nvPr/>
          </p:nvSpPr>
          <p:spPr>
            <a:xfrm>
              <a:off x="7308487" y="2537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1" name="pt36131"/>
            <p:cNvSpPr/>
            <p:nvPr/>
          </p:nvSpPr>
          <p:spPr>
            <a:xfrm>
              <a:off x="6778477" y="2119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2" name="pt36132"/>
            <p:cNvSpPr/>
            <p:nvPr/>
          </p:nvSpPr>
          <p:spPr>
            <a:xfrm>
              <a:off x="6944434" y="1921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3" name="pt36133"/>
            <p:cNvSpPr/>
            <p:nvPr/>
          </p:nvSpPr>
          <p:spPr>
            <a:xfrm>
              <a:off x="6914550" y="2005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4" name="pt36134"/>
            <p:cNvSpPr/>
            <p:nvPr/>
          </p:nvSpPr>
          <p:spPr>
            <a:xfrm>
              <a:off x="6849703" y="2219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5" name="pt36135"/>
            <p:cNvSpPr/>
            <p:nvPr/>
          </p:nvSpPr>
          <p:spPr>
            <a:xfrm>
              <a:off x="7482032" y="24040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6" name="pt36136"/>
            <p:cNvSpPr/>
            <p:nvPr/>
          </p:nvSpPr>
          <p:spPr>
            <a:xfrm>
              <a:off x="7210922" y="1959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7" name="pt36137"/>
            <p:cNvSpPr/>
            <p:nvPr/>
          </p:nvSpPr>
          <p:spPr>
            <a:xfrm>
              <a:off x="7098145" y="2323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8" name="pt36138"/>
            <p:cNvSpPr/>
            <p:nvPr/>
          </p:nvSpPr>
          <p:spPr>
            <a:xfrm>
              <a:off x="7129970" y="2165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9" name="pt36139"/>
            <p:cNvSpPr/>
            <p:nvPr/>
          </p:nvSpPr>
          <p:spPr>
            <a:xfrm>
              <a:off x="6521400" y="1583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0" name="pt36140"/>
            <p:cNvSpPr/>
            <p:nvPr/>
          </p:nvSpPr>
          <p:spPr>
            <a:xfrm>
              <a:off x="7067735" y="2070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1" name="pt36141"/>
            <p:cNvSpPr/>
            <p:nvPr/>
          </p:nvSpPr>
          <p:spPr>
            <a:xfrm>
              <a:off x="6677540" y="1880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2" name="pt36142"/>
            <p:cNvSpPr/>
            <p:nvPr/>
          </p:nvSpPr>
          <p:spPr>
            <a:xfrm>
              <a:off x="6989217" y="22242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3" name="pt36143"/>
            <p:cNvSpPr/>
            <p:nvPr/>
          </p:nvSpPr>
          <p:spPr>
            <a:xfrm>
              <a:off x="7043421" y="2209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4" name="pt36144"/>
            <p:cNvSpPr/>
            <p:nvPr/>
          </p:nvSpPr>
          <p:spPr>
            <a:xfrm>
              <a:off x="7220540" y="1954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5" name="pt36145"/>
            <p:cNvSpPr/>
            <p:nvPr/>
          </p:nvSpPr>
          <p:spPr>
            <a:xfrm>
              <a:off x="7060894" y="2129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6" name="pt36146"/>
            <p:cNvSpPr/>
            <p:nvPr/>
          </p:nvSpPr>
          <p:spPr>
            <a:xfrm>
              <a:off x="7159860" y="2319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7" name="pt36147"/>
            <p:cNvSpPr/>
            <p:nvPr/>
          </p:nvSpPr>
          <p:spPr>
            <a:xfrm>
              <a:off x="6999592" y="2208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8" name="pt36148"/>
            <p:cNvSpPr/>
            <p:nvPr/>
          </p:nvSpPr>
          <p:spPr>
            <a:xfrm>
              <a:off x="7101896" y="2234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9" name="pt36149"/>
            <p:cNvSpPr/>
            <p:nvPr/>
          </p:nvSpPr>
          <p:spPr>
            <a:xfrm>
              <a:off x="7078425" y="2153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0" name="pt36150"/>
            <p:cNvSpPr/>
            <p:nvPr/>
          </p:nvSpPr>
          <p:spPr>
            <a:xfrm>
              <a:off x="7142024" y="2058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1" name="pt36151"/>
            <p:cNvSpPr/>
            <p:nvPr/>
          </p:nvSpPr>
          <p:spPr>
            <a:xfrm>
              <a:off x="7177382" y="2015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2" name="pt36152"/>
            <p:cNvSpPr/>
            <p:nvPr/>
          </p:nvSpPr>
          <p:spPr>
            <a:xfrm>
              <a:off x="7110696" y="2056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3" name="pt36153"/>
            <p:cNvSpPr/>
            <p:nvPr/>
          </p:nvSpPr>
          <p:spPr>
            <a:xfrm>
              <a:off x="7028508" y="208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4" name="pt36154"/>
            <p:cNvSpPr/>
            <p:nvPr/>
          </p:nvSpPr>
          <p:spPr>
            <a:xfrm>
              <a:off x="7171607" y="2215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5" name="pt36155"/>
            <p:cNvSpPr/>
            <p:nvPr/>
          </p:nvSpPr>
          <p:spPr>
            <a:xfrm>
              <a:off x="7216008" y="2002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6" name="pt36156"/>
            <p:cNvSpPr/>
            <p:nvPr/>
          </p:nvSpPr>
          <p:spPr>
            <a:xfrm>
              <a:off x="7224963" y="1912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7" name="pt36157"/>
            <p:cNvSpPr/>
            <p:nvPr/>
          </p:nvSpPr>
          <p:spPr>
            <a:xfrm>
              <a:off x="6887012" y="2081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8" name="pt36158"/>
            <p:cNvSpPr/>
            <p:nvPr/>
          </p:nvSpPr>
          <p:spPr>
            <a:xfrm>
              <a:off x="7844083" y="2146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9" name="pt36159"/>
            <p:cNvSpPr/>
            <p:nvPr/>
          </p:nvSpPr>
          <p:spPr>
            <a:xfrm>
              <a:off x="7307001" y="2443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0" name="pt36160"/>
            <p:cNvSpPr/>
            <p:nvPr/>
          </p:nvSpPr>
          <p:spPr>
            <a:xfrm>
              <a:off x="7284534" y="1994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1" name="pt36161"/>
            <p:cNvSpPr/>
            <p:nvPr/>
          </p:nvSpPr>
          <p:spPr>
            <a:xfrm>
              <a:off x="7153270" y="22040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2" name="pt36162"/>
            <p:cNvSpPr/>
            <p:nvPr/>
          </p:nvSpPr>
          <p:spPr>
            <a:xfrm>
              <a:off x="7175589" y="1988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3" name="pt36163"/>
            <p:cNvSpPr/>
            <p:nvPr/>
          </p:nvSpPr>
          <p:spPr>
            <a:xfrm>
              <a:off x="7031724" y="2279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4" name="pt36164"/>
            <p:cNvSpPr/>
            <p:nvPr/>
          </p:nvSpPr>
          <p:spPr>
            <a:xfrm>
              <a:off x="7218903" y="1915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5" name="pt36165"/>
            <p:cNvSpPr/>
            <p:nvPr/>
          </p:nvSpPr>
          <p:spPr>
            <a:xfrm>
              <a:off x="6821530" y="2014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6" name="pt36166"/>
            <p:cNvSpPr/>
            <p:nvPr/>
          </p:nvSpPr>
          <p:spPr>
            <a:xfrm>
              <a:off x="7028526" y="2220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7" name="pt36167"/>
            <p:cNvSpPr/>
            <p:nvPr/>
          </p:nvSpPr>
          <p:spPr>
            <a:xfrm>
              <a:off x="7152057" y="2195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8" name="pt36168"/>
            <p:cNvSpPr/>
            <p:nvPr/>
          </p:nvSpPr>
          <p:spPr>
            <a:xfrm>
              <a:off x="6585528" y="1654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9" name="pt36169"/>
            <p:cNvSpPr/>
            <p:nvPr/>
          </p:nvSpPr>
          <p:spPr>
            <a:xfrm>
              <a:off x="7006973" y="1793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0" name="pt36170"/>
            <p:cNvSpPr/>
            <p:nvPr/>
          </p:nvSpPr>
          <p:spPr>
            <a:xfrm>
              <a:off x="7341543" y="2056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1" name="pt36171"/>
            <p:cNvSpPr/>
            <p:nvPr/>
          </p:nvSpPr>
          <p:spPr>
            <a:xfrm>
              <a:off x="7020368" y="2030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2" name="pt36172"/>
            <p:cNvSpPr/>
            <p:nvPr/>
          </p:nvSpPr>
          <p:spPr>
            <a:xfrm>
              <a:off x="7263065" y="1890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3" name="pt36173"/>
            <p:cNvSpPr/>
            <p:nvPr/>
          </p:nvSpPr>
          <p:spPr>
            <a:xfrm>
              <a:off x="7026222" y="2089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4" name="pt36174"/>
            <p:cNvSpPr/>
            <p:nvPr/>
          </p:nvSpPr>
          <p:spPr>
            <a:xfrm>
              <a:off x="7134601" y="201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5" name="pt36175"/>
            <p:cNvSpPr/>
            <p:nvPr/>
          </p:nvSpPr>
          <p:spPr>
            <a:xfrm>
              <a:off x="7070722" y="2197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6" name="pt36176"/>
            <p:cNvSpPr/>
            <p:nvPr/>
          </p:nvSpPr>
          <p:spPr>
            <a:xfrm>
              <a:off x="6823061" y="1883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7" name="pt36177"/>
            <p:cNvSpPr/>
            <p:nvPr/>
          </p:nvSpPr>
          <p:spPr>
            <a:xfrm>
              <a:off x="6803451" y="2119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8" name="pt36178"/>
            <p:cNvSpPr/>
            <p:nvPr/>
          </p:nvSpPr>
          <p:spPr>
            <a:xfrm>
              <a:off x="6991677" y="2357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9" name="pt36179"/>
            <p:cNvSpPr/>
            <p:nvPr/>
          </p:nvSpPr>
          <p:spPr>
            <a:xfrm>
              <a:off x="7074004" y="2066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0" name="pt36180"/>
            <p:cNvSpPr/>
            <p:nvPr/>
          </p:nvSpPr>
          <p:spPr>
            <a:xfrm>
              <a:off x="7109781" y="1956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1" name="pt36181"/>
            <p:cNvSpPr/>
            <p:nvPr/>
          </p:nvSpPr>
          <p:spPr>
            <a:xfrm>
              <a:off x="7336177" y="2194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2" name="pt36182"/>
            <p:cNvSpPr/>
            <p:nvPr/>
          </p:nvSpPr>
          <p:spPr>
            <a:xfrm>
              <a:off x="6989132" y="221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3" name="pt36183"/>
            <p:cNvSpPr/>
            <p:nvPr/>
          </p:nvSpPr>
          <p:spPr>
            <a:xfrm>
              <a:off x="7085268" y="2240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4" name="pt36184"/>
            <p:cNvSpPr/>
            <p:nvPr/>
          </p:nvSpPr>
          <p:spPr>
            <a:xfrm>
              <a:off x="7074910" y="2023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5" name="pt36185"/>
            <p:cNvSpPr/>
            <p:nvPr/>
          </p:nvSpPr>
          <p:spPr>
            <a:xfrm>
              <a:off x="7240356" y="200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6" name="pt36186"/>
            <p:cNvSpPr/>
            <p:nvPr/>
          </p:nvSpPr>
          <p:spPr>
            <a:xfrm>
              <a:off x="7141307" y="1899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7" name="pt36187"/>
            <p:cNvSpPr/>
            <p:nvPr/>
          </p:nvSpPr>
          <p:spPr>
            <a:xfrm>
              <a:off x="7093780" y="2280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8" name="pt36188"/>
            <p:cNvSpPr/>
            <p:nvPr/>
          </p:nvSpPr>
          <p:spPr>
            <a:xfrm>
              <a:off x="7423170" y="2919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9" name="pt36189"/>
            <p:cNvSpPr/>
            <p:nvPr/>
          </p:nvSpPr>
          <p:spPr>
            <a:xfrm>
              <a:off x="7261634" y="1970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0" name="pt36190"/>
            <p:cNvSpPr/>
            <p:nvPr/>
          </p:nvSpPr>
          <p:spPr>
            <a:xfrm>
              <a:off x="7118454" y="1899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1" name="pt36191"/>
            <p:cNvSpPr/>
            <p:nvPr/>
          </p:nvSpPr>
          <p:spPr>
            <a:xfrm>
              <a:off x="6955917" y="1939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2" name="pt36192"/>
            <p:cNvSpPr/>
            <p:nvPr/>
          </p:nvSpPr>
          <p:spPr>
            <a:xfrm>
              <a:off x="7243020" y="1871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3" name="pt36193"/>
            <p:cNvSpPr/>
            <p:nvPr/>
          </p:nvSpPr>
          <p:spPr>
            <a:xfrm>
              <a:off x="7216382" y="1986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4" name="pt36194"/>
            <p:cNvSpPr/>
            <p:nvPr/>
          </p:nvSpPr>
          <p:spPr>
            <a:xfrm>
              <a:off x="7021619" y="2188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5" name="pt36195"/>
            <p:cNvSpPr/>
            <p:nvPr/>
          </p:nvSpPr>
          <p:spPr>
            <a:xfrm>
              <a:off x="7307782" y="2176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6" name="pt36196"/>
            <p:cNvSpPr/>
            <p:nvPr/>
          </p:nvSpPr>
          <p:spPr>
            <a:xfrm>
              <a:off x="7147359" y="2010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7" name="pt36197"/>
            <p:cNvSpPr/>
            <p:nvPr/>
          </p:nvSpPr>
          <p:spPr>
            <a:xfrm>
              <a:off x="7178008" y="2115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8" name="pt36198"/>
            <p:cNvSpPr/>
            <p:nvPr/>
          </p:nvSpPr>
          <p:spPr>
            <a:xfrm>
              <a:off x="7343264" y="2147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9" name="pt36199"/>
            <p:cNvSpPr/>
            <p:nvPr/>
          </p:nvSpPr>
          <p:spPr>
            <a:xfrm>
              <a:off x="7029093" y="2101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0" name="pt36200"/>
            <p:cNvSpPr/>
            <p:nvPr/>
          </p:nvSpPr>
          <p:spPr>
            <a:xfrm>
              <a:off x="7178659" y="2092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1" name="pt36201"/>
            <p:cNvSpPr/>
            <p:nvPr/>
          </p:nvSpPr>
          <p:spPr>
            <a:xfrm>
              <a:off x="7025838" y="2112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2" name="pt36202"/>
            <p:cNvSpPr/>
            <p:nvPr/>
          </p:nvSpPr>
          <p:spPr>
            <a:xfrm>
              <a:off x="7034450" y="2185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3" name="pt36203"/>
            <p:cNvSpPr/>
            <p:nvPr/>
          </p:nvSpPr>
          <p:spPr>
            <a:xfrm>
              <a:off x="7272275" y="2061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4" name="pt36204"/>
            <p:cNvSpPr/>
            <p:nvPr/>
          </p:nvSpPr>
          <p:spPr>
            <a:xfrm>
              <a:off x="7315795" y="2430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5" name="pt36205"/>
            <p:cNvSpPr/>
            <p:nvPr/>
          </p:nvSpPr>
          <p:spPr>
            <a:xfrm>
              <a:off x="7517945" y="2057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6" name="pt36206"/>
            <p:cNvSpPr/>
            <p:nvPr/>
          </p:nvSpPr>
          <p:spPr>
            <a:xfrm>
              <a:off x="6989925" y="2220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7" name="pt36207"/>
            <p:cNvSpPr/>
            <p:nvPr/>
          </p:nvSpPr>
          <p:spPr>
            <a:xfrm>
              <a:off x="7111180" y="1984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8" name="pt36208"/>
            <p:cNvSpPr/>
            <p:nvPr/>
          </p:nvSpPr>
          <p:spPr>
            <a:xfrm>
              <a:off x="6828169" y="194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9" name="pt36209"/>
            <p:cNvSpPr/>
            <p:nvPr/>
          </p:nvSpPr>
          <p:spPr>
            <a:xfrm>
              <a:off x="7029465" y="2179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0" name="pt36210"/>
            <p:cNvSpPr/>
            <p:nvPr/>
          </p:nvSpPr>
          <p:spPr>
            <a:xfrm>
              <a:off x="7281513" y="2033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1" name="pt36211"/>
            <p:cNvSpPr/>
            <p:nvPr/>
          </p:nvSpPr>
          <p:spPr>
            <a:xfrm>
              <a:off x="7061879" y="2152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2" name="pt36212"/>
            <p:cNvSpPr/>
            <p:nvPr/>
          </p:nvSpPr>
          <p:spPr>
            <a:xfrm>
              <a:off x="7392558" y="2787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3" name="pt36213"/>
            <p:cNvSpPr/>
            <p:nvPr/>
          </p:nvSpPr>
          <p:spPr>
            <a:xfrm>
              <a:off x="7112854" y="1950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4" name="pt36214"/>
            <p:cNvSpPr/>
            <p:nvPr/>
          </p:nvSpPr>
          <p:spPr>
            <a:xfrm>
              <a:off x="6915791" y="1948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5" name="pt36215"/>
            <p:cNvSpPr/>
            <p:nvPr/>
          </p:nvSpPr>
          <p:spPr>
            <a:xfrm>
              <a:off x="6943936" y="1946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6" name="pt36216"/>
            <p:cNvSpPr/>
            <p:nvPr/>
          </p:nvSpPr>
          <p:spPr>
            <a:xfrm>
              <a:off x="7300973" y="1933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7" name="pt36217"/>
            <p:cNvSpPr/>
            <p:nvPr/>
          </p:nvSpPr>
          <p:spPr>
            <a:xfrm>
              <a:off x="7355604" y="2551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8" name="pt36218"/>
            <p:cNvSpPr/>
            <p:nvPr/>
          </p:nvSpPr>
          <p:spPr>
            <a:xfrm>
              <a:off x="7069188" y="2111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9" name="pt36219"/>
            <p:cNvSpPr/>
            <p:nvPr/>
          </p:nvSpPr>
          <p:spPr>
            <a:xfrm>
              <a:off x="7264789" y="1893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0" name="pt36220"/>
            <p:cNvSpPr/>
            <p:nvPr/>
          </p:nvSpPr>
          <p:spPr>
            <a:xfrm>
              <a:off x="7605482" y="2309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1" name="pt36221"/>
            <p:cNvSpPr/>
            <p:nvPr/>
          </p:nvSpPr>
          <p:spPr>
            <a:xfrm>
              <a:off x="7183308" y="1979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2" name="pt36222"/>
            <p:cNvSpPr/>
            <p:nvPr/>
          </p:nvSpPr>
          <p:spPr>
            <a:xfrm>
              <a:off x="7211828" y="2094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3" name="pt36223"/>
            <p:cNvSpPr/>
            <p:nvPr/>
          </p:nvSpPr>
          <p:spPr>
            <a:xfrm>
              <a:off x="7158981" y="2263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4" name="pt36224"/>
            <p:cNvSpPr/>
            <p:nvPr/>
          </p:nvSpPr>
          <p:spPr>
            <a:xfrm>
              <a:off x="7375171" y="2329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5" name="pt36225"/>
            <p:cNvSpPr/>
            <p:nvPr/>
          </p:nvSpPr>
          <p:spPr>
            <a:xfrm>
              <a:off x="7214084" y="2105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6" name="pt36226"/>
            <p:cNvSpPr/>
            <p:nvPr/>
          </p:nvSpPr>
          <p:spPr>
            <a:xfrm>
              <a:off x="7274347" y="2113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7" name="pt36227"/>
            <p:cNvSpPr/>
            <p:nvPr/>
          </p:nvSpPr>
          <p:spPr>
            <a:xfrm>
              <a:off x="7099871" y="2375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8" name="pt36228"/>
            <p:cNvSpPr/>
            <p:nvPr/>
          </p:nvSpPr>
          <p:spPr>
            <a:xfrm>
              <a:off x="6965367" y="185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9" name="pt36229"/>
            <p:cNvSpPr/>
            <p:nvPr/>
          </p:nvSpPr>
          <p:spPr>
            <a:xfrm>
              <a:off x="7077512" y="2124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0" name="pt36230"/>
            <p:cNvSpPr/>
            <p:nvPr/>
          </p:nvSpPr>
          <p:spPr>
            <a:xfrm>
              <a:off x="7106157" y="1974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1" name="pt36231"/>
            <p:cNvSpPr/>
            <p:nvPr/>
          </p:nvSpPr>
          <p:spPr>
            <a:xfrm>
              <a:off x="7143065" y="2040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2" name="pt36232"/>
            <p:cNvSpPr/>
            <p:nvPr/>
          </p:nvSpPr>
          <p:spPr>
            <a:xfrm>
              <a:off x="7188038" y="180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3" name="pt36233"/>
            <p:cNvSpPr/>
            <p:nvPr/>
          </p:nvSpPr>
          <p:spPr>
            <a:xfrm>
              <a:off x="7121394" y="2020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4" name="pt36234"/>
            <p:cNvSpPr/>
            <p:nvPr/>
          </p:nvSpPr>
          <p:spPr>
            <a:xfrm>
              <a:off x="7006542" y="1763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5" name="pt36235"/>
            <p:cNvSpPr/>
            <p:nvPr/>
          </p:nvSpPr>
          <p:spPr>
            <a:xfrm>
              <a:off x="7180249" y="2088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6" name="pt36236"/>
            <p:cNvSpPr/>
            <p:nvPr/>
          </p:nvSpPr>
          <p:spPr>
            <a:xfrm>
              <a:off x="7144008" y="2016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7" name="pt36237"/>
            <p:cNvSpPr/>
            <p:nvPr/>
          </p:nvSpPr>
          <p:spPr>
            <a:xfrm>
              <a:off x="7193831" y="2246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8" name="pt36238"/>
            <p:cNvSpPr/>
            <p:nvPr/>
          </p:nvSpPr>
          <p:spPr>
            <a:xfrm>
              <a:off x="7076261" y="2129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9" name="pt36239"/>
            <p:cNvSpPr/>
            <p:nvPr/>
          </p:nvSpPr>
          <p:spPr>
            <a:xfrm>
              <a:off x="7022225" y="2116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0" name="pt36240"/>
            <p:cNvSpPr/>
            <p:nvPr/>
          </p:nvSpPr>
          <p:spPr>
            <a:xfrm>
              <a:off x="6963915" y="2132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1" name="pt36241"/>
            <p:cNvSpPr/>
            <p:nvPr/>
          </p:nvSpPr>
          <p:spPr>
            <a:xfrm>
              <a:off x="6958006" y="2056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2" name="pt36242"/>
            <p:cNvSpPr/>
            <p:nvPr/>
          </p:nvSpPr>
          <p:spPr>
            <a:xfrm>
              <a:off x="6906888" y="1969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3" name="pt36243"/>
            <p:cNvSpPr/>
            <p:nvPr/>
          </p:nvSpPr>
          <p:spPr>
            <a:xfrm>
              <a:off x="6997314" y="2198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4" name="pt36244"/>
            <p:cNvSpPr/>
            <p:nvPr/>
          </p:nvSpPr>
          <p:spPr>
            <a:xfrm>
              <a:off x="7340133" y="1965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5" name="pt36245"/>
            <p:cNvSpPr/>
            <p:nvPr/>
          </p:nvSpPr>
          <p:spPr>
            <a:xfrm>
              <a:off x="6864968" y="1994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6" name="pt36246"/>
            <p:cNvSpPr/>
            <p:nvPr/>
          </p:nvSpPr>
          <p:spPr>
            <a:xfrm>
              <a:off x="6894329" y="2174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7" name="pt36247"/>
            <p:cNvSpPr/>
            <p:nvPr/>
          </p:nvSpPr>
          <p:spPr>
            <a:xfrm>
              <a:off x="7075710" y="2112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8" name="pt36248"/>
            <p:cNvSpPr/>
            <p:nvPr/>
          </p:nvSpPr>
          <p:spPr>
            <a:xfrm>
              <a:off x="7384214" y="2587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9" name="pt36249"/>
            <p:cNvSpPr/>
            <p:nvPr/>
          </p:nvSpPr>
          <p:spPr>
            <a:xfrm>
              <a:off x="7173547" y="1999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0" name="pt36250"/>
            <p:cNvSpPr/>
            <p:nvPr/>
          </p:nvSpPr>
          <p:spPr>
            <a:xfrm>
              <a:off x="7050557" y="2220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1" name="pt36251"/>
            <p:cNvSpPr/>
            <p:nvPr/>
          </p:nvSpPr>
          <p:spPr>
            <a:xfrm>
              <a:off x="7068067" y="2143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2" name="pt36252"/>
            <p:cNvSpPr/>
            <p:nvPr/>
          </p:nvSpPr>
          <p:spPr>
            <a:xfrm>
              <a:off x="7268565" y="1803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3" name="pt36253"/>
            <p:cNvSpPr/>
            <p:nvPr/>
          </p:nvSpPr>
          <p:spPr>
            <a:xfrm>
              <a:off x="6643778" y="1938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4" name="pt36254"/>
            <p:cNvSpPr/>
            <p:nvPr/>
          </p:nvSpPr>
          <p:spPr>
            <a:xfrm>
              <a:off x="6877261" y="2198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5" name="pt36255"/>
            <p:cNvSpPr/>
            <p:nvPr/>
          </p:nvSpPr>
          <p:spPr>
            <a:xfrm>
              <a:off x="6983931" y="2251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6" name="pt36256"/>
            <p:cNvSpPr/>
            <p:nvPr/>
          </p:nvSpPr>
          <p:spPr>
            <a:xfrm>
              <a:off x="7172679" y="2040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7" name="pt36257"/>
            <p:cNvSpPr/>
            <p:nvPr/>
          </p:nvSpPr>
          <p:spPr>
            <a:xfrm>
              <a:off x="6898668" y="1970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8" name="pt36258"/>
            <p:cNvSpPr/>
            <p:nvPr/>
          </p:nvSpPr>
          <p:spPr>
            <a:xfrm>
              <a:off x="6827381" y="1816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9" name="pt36259"/>
            <p:cNvSpPr/>
            <p:nvPr/>
          </p:nvSpPr>
          <p:spPr>
            <a:xfrm>
              <a:off x="7018733" y="2236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0" name="pt36260"/>
            <p:cNvSpPr/>
            <p:nvPr/>
          </p:nvSpPr>
          <p:spPr>
            <a:xfrm>
              <a:off x="6903253" y="1901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1" name="pt36261"/>
            <p:cNvSpPr/>
            <p:nvPr/>
          </p:nvSpPr>
          <p:spPr>
            <a:xfrm>
              <a:off x="7162876" y="2157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2" name="pt36262"/>
            <p:cNvSpPr/>
            <p:nvPr/>
          </p:nvSpPr>
          <p:spPr>
            <a:xfrm>
              <a:off x="7032440" y="2314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3" name="pt36263"/>
            <p:cNvSpPr/>
            <p:nvPr/>
          </p:nvSpPr>
          <p:spPr>
            <a:xfrm>
              <a:off x="6980251" y="2278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4" name="pt36264"/>
            <p:cNvSpPr/>
            <p:nvPr/>
          </p:nvSpPr>
          <p:spPr>
            <a:xfrm>
              <a:off x="7268138" y="1896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5" name="pt36265"/>
            <p:cNvSpPr/>
            <p:nvPr/>
          </p:nvSpPr>
          <p:spPr>
            <a:xfrm>
              <a:off x="7016115" y="2236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6" name="pt36266"/>
            <p:cNvSpPr/>
            <p:nvPr/>
          </p:nvSpPr>
          <p:spPr>
            <a:xfrm>
              <a:off x="7088716" y="2151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7" name="pt36267"/>
            <p:cNvSpPr/>
            <p:nvPr/>
          </p:nvSpPr>
          <p:spPr>
            <a:xfrm>
              <a:off x="6948865" y="2072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8" name="pt36268"/>
            <p:cNvSpPr/>
            <p:nvPr/>
          </p:nvSpPr>
          <p:spPr>
            <a:xfrm>
              <a:off x="7480091" y="2698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9" name="pt36269"/>
            <p:cNvSpPr/>
            <p:nvPr/>
          </p:nvSpPr>
          <p:spPr>
            <a:xfrm>
              <a:off x="6898098" y="1976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0" name="pt36270"/>
            <p:cNvSpPr/>
            <p:nvPr/>
          </p:nvSpPr>
          <p:spPr>
            <a:xfrm>
              <a:off x="6962280" y="1985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1" name="pt36271"/>
            <p:cNvSpPr/>
            <p:nvPr/>
          </p:nvSpPr>
          <p:spPr>
            <a:xfrm>
              <a:off x="7044892" y="2151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2" name="pt36272"/>
            <p:cNvSpPr/>
            <p:nvPr/>
          </p:nvSpPr>
          <p:spPr>
            <a:xfrm>
              <a:off x="7359719" y="2364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3" name="pt36273"/>
            <p:cNvSpPr/>
            <p:nvPr/>
          </p:nvSpPr>
          <p:spPr>
            <a:xfrm>
              <a:off x="6670889" y="2153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4" name="pt36274"/>
            <p:cNvSpPr/>
            <p:nvPr/>
          </p:nvSpPr>
          <p:spPr>
            <a:xfrm>
              <a:off x="6495723" y="1821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5" name="pt36275"/>
            <p:cNvSpPr/>
            <p:nvPr/>
          </p:nvSpPr>
          <p:spPr>
            <a:xfrm>
              <a:off x="6745816" y="2276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6" name="pt36276"/>
            <p:cNvSpPr/>
            <p:nvPr/>
          </p:nvSpPr>
          <p:spPr>
            <a:xfrm>
              <a:off x="6988555" y="2221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7" name="pt36277"/>
            <p:cNvSpPr/>
            <p:nvPr/>
          </p:nvSpPr>
          <p:spPr>
            <a:xfrm>
              <a:off x="6939833" y="1891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8" name="pt36278"/>
            <p:cNvSpPr/>
            <p:nvPr/>
          </p:nvSpPr>
          <p:spPr>
            <a:xfrm>
              <a:off x="6945768" y="1964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9" name="pt36279"/>
            <p:cNvSpPr/>
            <p:nvPr/>
          </p:nvSpPr>
          <p:spPr>
            <a:xfrm>
              <a:off x="7123337" y="2053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0" name="pt36280"/>
            <p:cNvSpPr/>
            <p:nvPr/>
          </p:nvSpPr>
          <p:spPr>
            <a:xfrm>
              <a:off x="7370529" y="2788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1" name="pt36281"/>
            <p:cNvSpPr/>
            <p:nvPr/>
          </p:nvSpPr>
          <p:spPr>
            <a:xfrm>
              <a:off x="7196825" y="2111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2" name="pt36282"/>
            <p:cNvSpPr/>
            <p:nvPr/>
          </p:nvSpPr>
          <p:spPr>
            <a:xfrm>
              <a:off x="6897790" y="2084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3" name="pt36283"/>
            <p:cNvSpPr/>
            <p:nvPr/>
          </p:nvSpPr>
          <p:spPr>
            <a:xfrm>
              <a:off x="7344386" y="2259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4" name="pt36284"/>
            <p:cNvSpPr/>
            <p:nvPr/>
          </p:nvSpPr>
          <p:spPr>
            <a:xfrm>
              <a:off x="7141713" y="1954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5" name="pt36285"/>
            <p:cNvSpPr/>
            <p:nvPr/>
          </p:nvSpPr>
          <p:spPr>
            <a:xfrm>
              <a:off x="7136311" y="2031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6" name="pt36286"/>
            <p:cNvSpPr/>
            <p:nvPr/>
          </p:nvSpPr>
          <p:spPr>
            <a:xfrm>
              <a:off x="6901656" y="2029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7" name="pt36287"/>
            <p:cNvSpPr/>
            <p:nvPr/>
          </p:nvSpPr>
          <p:spPr>
            <a:xfrm>
              <a:off x="6858019" y="2140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8" name="pt36288"/>
            <p:cNvSpPr/>
            <p:nvPr/>
          </p:nvSpPr>
          <p:spPr>
            <a:xfrm>
              <a:off x="6919728" y="1869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9" name="pt36289"/>
            <p:cNvSpPr/>
            <p:nvPr/>
          </p:nvSpPr>
          <p:spPr>
            <a:xfrm>
              <a:off x="6939885" y="1935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0" name="pt36290"/>
            <p:cNvSpPr/>
            <p:nvPr/>
          </p:nvSpPr>
          <p:spPr>
            <a:xfrm>
              <a:off x="6913264" y="1877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1" name="pt36291"/>
            <p:cNvSpPr/>
            <p:nvPr/>
          </p:nvSpPr>
          <p:spPr>
            <a:xfrm>
              <a:off x="7215645" y="1976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2" name="pt36292"/>
            <p:cNvSpPr/>
            <p:nvPr/>
          </p:nvSpPr>
          <p:spPr>
            <a:xfrm>
              <a:off x="6786888" y="2257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3" name="pt36293"/>
            <p:cNvSpPr/>
            <p:nvPr/>
          </p:nvSpPr>
          <p:spPr>
            <a:xfrm>
              <a:off x="7027992" y="2156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4" name="pt36294"/>
            <p:cNvSpPr/>
            <p:nvPr/>
          </p:nvSpPr>
          <p:spPr>
            <a:xfrm>
              <a:off x="7028861" y="2215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5" name="pt36295"/>
            <p:cNvSpPr/>
            <p:nvPr/>
          </p:nvSpPr>
          <p:spPr>
            <a:xfrm>
              <a:off x="7067857" y="2086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6" name="pt36296"/>
            <p:cNvSpPr/>
            <p:nvPr/>
          </p:nvSpPr>
          <p:spPr>
            <a:xfrm>
              <a:off x="7034908" y="2218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7" name="pt36297"/>
            <p:cNvSpPr/>
            <p:nvPr/>
          </p:nvSpPr>
          <p:spPr>
            <a:xfrm>
              <a:off x="7024290" y="2152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8" name="pt36298"/>
            <p:cNvSpPr/>
            <p:nvPr/>
          </p:nvSpPr>
          <p:spPr>
            <a:xfrm>
              <a:off x="7028149" y="2125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9" name="pt36299"/>
            <p:cNvSpPr/>
            <p:nvPr/>
          </p:nvSpPr>
          <p:spPr>
            <a:xfrm>
              <a:off x="7100056" y="2129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0" name="pt36300"/>
            <p:cNvSpPr/>
            <p:nvPr/>
          </p:nvSpPr>
          <p:spPr>
            <a:xfrm>
              <a:off x="7152300" y="2145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1" name="pt36301"/>
            <p:cNvSpPr/>
            <p:nvPr/>
          </p:nvSpPr>
          <p:spPr>
            <a:xfrm>
              <a:off x="7338071" y="2063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2" name="pt36302"/>
            <p:cNvSpPr/>
            <p:nvPr/>
          </p:nvSpPr>
          <p:spPr>
            <a:xfrm>
              <a:off x="7067604" y="2168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3" name="pt36303"/>
            <p:cNvSpPr/>
            <p:nvPr/>
          </p:nvSpPr>
          <p:spPr>
            <a:xfrm>
              <a:off x="7042570" y="2251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4" name="pt36304"/>
            <p:cNvSpPr/>
            <p:nvPr/>
          </p:nvSpPr>
          <p:spPr>
            <a:xfrm>
              <a:off x="6652242" y="2384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5" name="pt36305"/>
            <p:cNvSpPr/>
            <p:nvPr/>
          </p:nvSpPr>
          <p:spPr>
            <a:xfrm>
              <a:off x="7111276" y="1997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6" name="pt36306"/>
            <p:cNvSpPr/>
            <p:nvPr/>
          </p:nvSpPr>
          <p:spPr>
            <a:xfrm>
              <a:off x="7196482" y="2051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7" name="pt36307"/>
            <p:cNvSpPr/>
            <p:nvPr/>
          </p:nvSpPr>
          <p:spPr>
            <a:xfrm>
              <a:off x="6989857" y="2258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8" name="pt36308"/>
            <p:cNvSpPr/>
            <p:nvPr/>
          </p:nvSpPr>
          <p:spPr>
            <a:xfrm>
              <a:off x="6992851" y="2299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9" name="pt36309"/>
            <p:cNvSpPr/>
            <p:nvPr/>
          </p:nvSpPr>
          <p:spPr>
            <a:xfrm>
              <a:off x="6787078" y="2301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0" name="pt36310"/>
            <p:cNvSpPr/>
            <p:nvPr/>
          </p:nvSpPr>
          <p:spPr>
            <a:xfrm>
              <a:off x="7033792" y="204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1" name="pt36311"/>
            <p:cNvSpPr/>
            <p:nvPr/>
          </p:nvSpPr>
          <p:spPr>
            <a:xfrm>
              <a:off x="7051278" y="2110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2" name="pt36312"/>
            <p:cNvSpPr/>
            <p:nvPr/>
          </p:nvSpPr>
          <p:spPr>
            <a:xfrm>
              <a:off x="7288078" y="2179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3" name="pt36313"/>
            <p:cNvSpPr/>
            <p:nvPr/>
          </p:nvSpPr>
          <p:spPr>
            <a:xfrm>
              <a:off x="7146648" y="1954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4" name="pt36314"/>
            <p:cNvSpPr/>
            <p:nvPr/>
          </p:nvSpPr>
          <p:spPr>
            <a:xfrm>
              <a:off x="7135507" y="2038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5" name="pt36315"/>
            <p:cNvSpPr/>
            <p:nvPr/>
          </p:nvSpPr>
          <p:spPr>
            <a:xfrm>
              <a:off x="7065600" y="1882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6" name="pt36316"/>
            <p:cNvSpPr/>
            <p:nvPr/>
          </p:nvSpPr>
          <p:spPr>
            <a:xfrm>
              <a:off x="7045673" y="2182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7" name="pt36317"/>
            <p:cNvSpPr/>
            <p:nvPr/>
          </p:nvSpPr>
          <p:spPr>
            <a:xfrm>
              <a:off x="7179043" y="2172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8" name="pt36318"/>
            <p:cNvSpPr/>
            <p:nvPr/>
          </p:nvSpPr>
          <p:spPr>
            <a:xfrm>
              <a:off x="7029944" y="2179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9" name="pt36319"/>
            <p:cNvSpPr/>
            <p:nvPr/>
          </p:nvSpPr>
          <p:spPr>
            <a:xfrm>
              <a:off x="7146359" y="1970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0" name="pt36320"/>
            <p:cNvSpPr/>
            <p:nvPr/>
          </p:nvSpPr>
          <p:spPr>
            <a:xfrm>
              <a:off x="7106777" y="2113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1" name="pt36321"/>
            <p:cNvSpPr/>
            <p:nvPr/>
          </p:nvSpPr>
          <p:spPr>
            <a:xfrm>
              <a:off x="6785983" y="2441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2" name="pt36322"/>
            <p:cNvSpPr/>
            <p:nvPr/>
          </p:nvSpPr>
          <p:spPr>
            <a:xfrm>
              <a:off x="7447565" y="253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3" name="pt36323"/>
            <p:cNvSpPr/>
            <p:nvPr/>
          </p:nvSpPr>
          <p:spPr>
            <a:xfrm>
              <a:off x="7189887" y="2175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4" name="pt36324"/>
            <p:cNvSpPr/>
            <p:nvPr/>
          </p:nvSpPr>
          <p:spPr>
            <a:xfrm>
              <a:off x="7205860" y="2174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5" name="pt36325"/>
            <p:cNvSpPr/>
            <p:nvPr/>
          </p:nvSpPr>
          <p:spPr>
            <a:xfrm>
              <a:off x="7015445" y="2290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6" name="pt36326"/>
            <p:cNvSpPr/>
            <p:nvPr/>
          </p:nvSpPr>
          <p:spPr>
            <a:xfrm>
              <a:off x="7189166" y="2350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7" name="pt36327"/>
            <p:cNvSpPr/>
            <p:nvPr/>
          </p:nvSpPr>
          <p:spPr>
            <a:xfrm>
              <a:off x="7090719" y="2166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8" name="pt36328"/>
            <p:cNvSpPr/>
            <p:nvPr/>
          </p:nvSpPr>
          <p:spPr>
            <a:xfrm>
              <a:off x="7021034" y="2105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9" name="pt36329"/>
            <p:cNvSpPr/>
            <p:nvPr/>
          </p:nvSpPr>
          <p:spPr>
            <a:xfrm>
              <a:off x="7251083" y="2087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0" name="pt36330"/>
            <p:cNvSpPr/>
            <p:nvPr/>
          </p:nvSpPr>
          <p:spPr>
            <a:xfrm>
              <a:off x="7030937" y="2156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1" name="pt36331"/>
            <p:cNvSpPr/>
            <p:nvPr/>
          </p:nvSpPr>
          <p:spPr>
            <a:xfrm>
              <a:off x="6943926" y="1979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2" name="pt36332"/>
            <p:cNvSpPr/>
            <p:nvPr/>
          </p:nvSpPr>
          <p:spPr>
            <a:xfrm>
              <a:off x="7076729" y="2142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3" name="pt36333"/>
            <p:cNvSpPr/>
            <p:nvPr/>
          </p:nvSpPr>
          <p:spPr>
            <a:xfrm>
              <a:off x="7276751" y="2072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4" name="pt36334"/>
            <p:cNvSpPr/>
            <p:nvPr/>
          </p:nvSpPr>
          <p:spPr>
            <a:xfrm>
              <a:off x="6954145" y="1851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5" name="pt36335"/>
            <p:cNvSpPr/>
            <p:nvPr/>
          </p:nvSpPr>
          <p:spPr>
            <a:xfrm>
              <a:off x="7140376" y="1973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6" name="pt36336"/>
            <p:cNvSpPr/>
            <p:nvPr/>
          </p:nvSpPr>
          <p:spPr>
            <a:xfrm>
              <a:off x="7195138" y="2075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7" name="pt36337"/>
            <p:cNvSpPr/>
            <p:nvPr/>
          </p:nvSpPr>
          <p:spPr>
            <a:xfrm>
              <a:off x="7093953" y="2297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8" name="pt36338"/>
            <p:cNvSpPr/>
            <p:nvPr/>
          </p:nvSpPr>
          <p:spPr>
            <a:xfrm>
              <a:off x="7101712" y="2161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9" name="pt36339"/>
            <p:cNvSpPr/>
            <p:nvPr/>
          </p:nvSpPr>
          <p:spPr>
            <a:xfrm>
              <a:off x="7089112" y="2165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0" name="pt36340"/>
            <p:cNvSpPr/>
            <p:nvPr/>
          </p:nvSpPr>
          <p:spPr>
            <a:xfrm>
              <a:off x="7005337" y="1876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1" name="pt36341"/>
            <p:cNvSpPr/>
            <p:nvPr/>
          </p:nvSpPr>
          <p:spPr>
            <a:xfrm>
              <a:off x="6796964" y="2336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2" name="pt36342"/>
            <p:cNvSpPr/>
            <p:nvPr/>
          </p:nvSpPr>
          <p:spPr>
            <a:xfrm>
              <a:off x="7155962" y="2251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3" name="pt36343"/>
            <p:cNvSpPr/>
            <p:nvPr/>
          </p:nvSpPr>
          <p:spPr>
            <a:xfrm>
              <a:off x="7343321" y="2335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4" name="pt36344"/>
            <p:cNvSpPr/>
            <p:nvPr/>
          </p:nvSpPr>
          <p:spPr>
            <a:xfrm>
              <a:off x="7083164" y="2149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5" name="pt36345"/>
            <p:cNvSpPr/>
            <p:nvPr/>
          </p:nvSpPr>
          <p:spPr>
            <a:xfrm>
              <a:off x="7193648" y="2219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6" name="pt36346"/>
            <p:cNvSpPr/>
            <p:nvPr/>
          </p:nvSpPr>
          <p:spPr>
            <a:xfrm>
              <a:off x="6925109" y="2012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7" name="pt36347"/>
            <p:cNvSpPr/>
            <p:nvPr/>
          </p:nvSpPr>
          <p:spPr>
            <a:xfrm>
              <a:off x="6771824" y="2221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8" name="pt36348"/>
            <p:cNvSpPr/>
            <p:nvPr/>
          </p:nvSpPr>
          <p:spPr>
            <a:xfrm>
              <a:off x="6716112" y="2739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9" name="pt36349"/>
            <p:cNvSpPr/>
            <p:nvPr/>
          </p:nvSpPr>
          <p:spPr>
            <a:xfrm>
              <a:off x="7058149" y="2147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0" name="pt36350"/>
            <p:cNvSpPr/>
            <p:nvPr/>
          </p:nvSpPr>
          <p:spPr>
            <a:xfrm>
              <a:off x="7202098" y="1946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1" name="pt36351"/>
            <p:cNvSpPr/>
            <p:nvPr/>
          </p:nvSpPr>
          <p:spPr>
            <a:xfrm>
              <a:off x="7056821" y="2039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2" name="pt36352"/>
            <p:cNvSpPr/>
            <p:nvPr/>
          </p:nvSpPr>
          <p:spPr>
            <a:xfrm>
              <a:off x="6936678" y="2073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3" name="pt36353"/>
            <p:cNvSpPr/>
            <p:nvPr/>
          </p:nvSpPr>
          <p:spPr>
            <a:xfrm>
              <a:off x="6988622" y="2225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4" name="pt36354"/>
            <p:cNvSpPr/>
            <p:nvPr/>
          </p:nvSpPr>
          <p:spPr>
            <a:xfrm>
              <a:off x="7185728" y="1870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5" name="pt36355"/>
            <p:cNvSpPr/>
            <p:nvPr/>
          </p:nvSpPr>
          <p:spPr>
            <a:xfrm>
              <a:off x="7073481" y="2115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6" name="pt36356"/>
            <p:cNvSpPr/>
            <p:nvPr/>
          </p:nvSpPr>
          <p:spPr>
            <a:xfrm>
              <a:off x="7067994" y="2147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7" name="pt36357"/>
            <p:cNvSpPr/>
            <p:nvPr/>
          </p:nvSpPr>
          <p:spPr>
            <a:xfrm>
              <a:off x="7072814" y="2042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8" name="pt36358"/>
            <p:cNvSpPr/>
            <p:nvPr/>
          </p:nvSpPr>
          <p:spPr>
            <a:xfrm>
              <a:off x="7177502" y="2260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9" name="pt36359"/>
            <p:cNvSpPr/>
            <p:nvPr/>
          </p:nvSpPr>
          <p:spPr>
            <a:xfrm>
              <a:off x="6695417" y="200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0" name="pt36360"/>
            <p:cNvSpPr/>
            <p:nvPr/>
          </p:nvSpPr>
          <p:spPr>
            <a:xfrm>
              <a:off x="7039004" y="2189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1" name="pt36361"/>
            <p:cNvSpPr/>
            <p:nvPr/>
          </p:nvSpPr>
          <p:spPr>
            <a:xfrm>
              <a:off x="6940793" y="1945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2" name="pt36362"/>
            <p:cNvSpPr/>
            <p:nvPr/>
          </p:nvSpPr>
          <p:spPr>
            <a:xfrm>
              <a:off x="7144618" y="1943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3" name="pt36363"/>
            <p:cNvSpPr/>
            <p:nvPr/>
          </p:nvSpPr>
          <p:spPr>
            <a:xfrm>
              <a:off x="7152002" y="2101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4" name="pt36364"/>
            <p:cNvSpPr/>
            <p:nvPr/>
          </p:nvSpPr>
          <p:spPr>
            <a:xfrm>
              <a:off x="7042416" y="2232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5" name="pt36365"/>
            <p:cNvSpPr/>
            <p:nvPr/>
          </p:nvSpPr>
          <p:spPr>
            <a:xfrm>
              <a:off x="7143179" y="1948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6" name="pt36366"/>
            <p:cNvSpPr/>
            <p:nvPr/>
          </p:nvSpPr>
          <p:spPr>
            <a:xfrm>
              <a:off x="6874388" y="1995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7" name="pt36367"/>
            <p:cNvSpPr/>
            <p:nvPr/>
          </p:nvSpPr>
          <p:spPr>
            <a:xfrm>
              <a:off x="7188012" y="1781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8" name="pt36368"/>
            <p:cNvSpPr/>
            <p:nvPr/>
          </p:nvSpPr>
          <p:spPr>
            <a:xfrm>
              <a:off x="7068736" y="2061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9" name="pt36369"/>
            <p:cNvSpPr/>
            <p:nvPr/>
          </p:nvSpPr>
          <p:spPr>
            <a:xfrm>
              <a:off x="7100073" y="2247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0" name="pt36370"/>
            <p:cNvSpPr/>
            <p:nvPr/>
          </p:nvSpPr>
          <p:spPr>
            <a:xfrm>
              <a:off x="7139397" y="1979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1" name="pt36371"/>
            <p:cNvSpPr/>
            <p:nvPr/>
          </p:nvSpPr>
          <p:spPr>
            <a:xfrm>
              <a:off x="7178919" y="2076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2" name="pt36372"/>
            <p:cNvSpPr/>
            <p:nvPr/>
          </p:nvSpPr>
          <p:spPr>
            <a:xfrm>
              <a:off x="6979041" y="1970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3" name="pt36373"/>
            <p:cNvSpPr/>
            <p:nvPr/>
          </p:nvSpPr>
          <p:spPr>
            <a:xfrm>
              <a:off x="7064520" y="2172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4" name="pt36374"/>
            <p:cNvSpPr/>
            <p:nvPr/>
          </p:nvSpPr>
          <p:spPr>
            <a:xfrm>
              <a:off x="7066332" y="2054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5" name="pt36375"/>
            <p:cNvSpPr/>
            <p:nvPr/>
          </p:nvSpPr>
          <p:spPr>
            <a:xfrm>
              <a:off x="7026839" y="2079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6" name="pt36376"/>
            <p:cNvSpPr/>
            <p:nvPr/>
          </p:nvSpPr>
          <p:spPr>
            <a:xfrm>
              <a:off x="7171402" y="2245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7" name="pt36377"/>
            <p:cNvSpPr/>
            <p:nvPr/>
          </p:nvSpPr>
          <p:spPr>
            <a:xfrm>
              <a:off x="7273908" y="2027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8" name="pt36378"/>
            <p:cNvSpPr/>
            <p:nvPr/>
          </p:nvSpPr>
          <p:spPr>
            <a:xfrm>
              <a:off x="7080138" y="2213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9" name="pt36379"/>
            <p:cNvSpPr/>
            <p:nvPr/>
          </p:nvSpPr>
          <p:spPr>
            <a:xfrm>
              <a:off x="7404412" y="2457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0" name="pt36380"/>
            <p:cNvSpPr/>
            <p:nvPr/>
          </p:nvSpPr>
          <p:spPr>
            <a:xfrm>
              <a:off x="6845609" y="1761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1" name="pt36381"/>
            <p:cNvSpPr/>
            <p:nvPr/>
          </p:nvSpPr>
          <p:spPr>
            <a:xfrm>
              <a:off x="7095216" y="2340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2" name="pt36382"/>
            <p:cNvSpPr/>
            <p:nvPr/>
          </p:nvSpPr>
          <p:spPr>
            <a:xfrm>
              <a:off x="6696445" y="1676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3" name="pt36383"/>
            <p:cNvSpPr/>
            <p:nvPr/>
          </p:nvSpPr>
          <p:spPr>
            <a:xfrm>
              <a:off x="7054545" y="2040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4" name="pt36384"/>
            <p:cNvSpPr/>
            <p:nvPr/>
          </p:nvSpPr>
          <p:spPr>
            <a:xfrm>
              <a:off x="7352443" y="25550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5" name="pt36385"/>
            <p:cNvSpPr/>
            <p:nvPr/>
          </p:nvSpPr>
          <p:spPr>
            <a:xfrm>
              <a:off x="7093432" y="2285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6" name="pt36386"/>
            <p:cNvSpPr/>
            <p:nvPr/>
          </p:nvSpPr>
          <p:spPr>
            <a:xfrm>
              <a:off x="7055861" y="1985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7" name="pt36387"/>
            <p:cNvSpPr/>
            <p:nvPr/>
          </p:nvSpPr>
          <p:spPr>
            <a:xfrm>
              <a:off x="7250704" y="2127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8" name="pt36388"/>
            <p:cNvSpPr/>
            <p:nvPr/>
          </p:nvSpPr>
          <p:spPr>
            <a:xfrm>
              <a:off x="7039221" y="2125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9" name="pt36389"/>
            <p:cNvSpPr/>
            <p:nvPr/>
          </p:nvSpPr>
          <p:spPr>
            <a:xfrm>
              <a:off x="7077289" y="2135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0" name="pt36390"/>
            <p:cNvSpPr/>
            <p:nvPr/>
          </p:nvSpPr>
          <p:spPr>
            <a:xfrm>
              <a:off x="7041531" y="2269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1" name="pt36391"/>
            <p:cNvSpPr/>
            <p:nvPr/>
          </p:nvSpPr>
          <p:spPr>
            <a:xfrm>
              <a:off x="6596168" y="2153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2" name="pt36392"/>
            <p:cNvSpPr/>
            <p:nvPr/>
          </p:nvSpPr>
          <p:spPr>
            <a:xfrm>
              <a:off x="7405422" y="2773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3" name="pt36393"/>
            <p:cNvSpPr/>
            <p:nvPr/>
          </p:nvSpPr>
          <p:spPr>
            <a:xfrm>
              <a:off x="7326978" y="2205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4" name="pt36394"/>
            <p:cNvSpPr/>
            <p:nvPr/>
          </p:nvSpPr>
          <p:spPr>
            <a:xfrm>
              <a:off x="7127352" y="211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5" name="pt36395"/>
            <p:cNvSpPr/>
            <p:nvPr/>
          </p:nvSpPr>
          <p:spPr>
            <a:xfrm>
              <a:off x="6762950" y="1964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6" name="pt36396"/>
            <p:cNvSpPr/>
            <p:nvPr/>
          </p:nvSpPr>
          <p:spPr>
            <a:xfrm>
              <a:off x="7388662" y="2555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7" name="pt36397"/>
            <p:cNvSpPr/>
            <p:nvPr/>
          </p:nvSpPr>
          <p:spPr>
            <a:xfrm>
              <a:off x="7149320" y="2088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8" name="pt36398"/>
            <p:cNvSpPr/>
            <p:nvPr/>
          </p:nvSpPr>
          <p:spPr>
            <a:xfrm>
              <a:off x="7083273" y="2161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9" name="pt36399"/>
            <p:cNvSpPr/>
            <p:nvPr/>
          </p:nvSpPr>
          <p:spPr>
            <a:xfrm>
              <a:off x="7184252" y="2004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0" name="pt36400"/>
            <p:cNvSpPr/>
            <p:nvPr/>
          </p:nvSpPr>
          <p:spPr>
            <a:xfrm>
              <a:off x="7130468" y="2133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1" name="pt36401"/>
            <p:cNvSpPr/>
            <p:nvPr/>
          </p:nvSpPr>
          <p:spPr>
            <a:xfrm>
              <a:off x="7077052" y="2108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2" name="pt36402"/>
            <p:cNvSpPr/>
            <p:nvPr/>
          </p:nvSpPr>
          <p:spPr>
            <a:xfrm>
              <a:off x="6615042" y="2038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3" name="pt36403"/>
            <p:cNvSpPr/>
            <p:nvPr/>
          </p:nvSpPr>
          <p:spPr>
            <a:xfrm>
              <a:off x="7106824" y="1989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4" name="pt36404"/>
            <p:cNvSpPr/>
            <p:nvPr/>
          </p:nvSpPr>
          <p:spPr>
            <a:xfrm>
              <a:off x="6971137" y="1684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5" name="pt36405"/>
            <p:cNvSpPr/>
            <p:nvPr/>
          </p:nvSpPr>
          <p:spPr>
            <a:xfrm>
              <a:off x="7020658" y="2144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6" name="pt36406"/>
            <p:cNvSpPr/>
            <p:nvPr/>
          </p:nvSpPr>
          <p:spPr>
            <a:xfrm>
              <a:off x="7322711" y="2563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7" name="pt36407"/>
            <p:cNvSpPr/>
            <p:nvPr/>
          </p:nvSpPr>
          <p:spPr>
            <a:xfrm>
              <a:off x="7367885" y="2557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8" name="pt36408"/>
            <p:cNvSpPr/>
            <p:nvPr/>
          </p:nvSpPr>
          <p:spPr>
            <a:xfrm>
              <a:off x="6696306" y="147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9" name="pt36409"/>
            <p:cNvSpPr/>
            <p:nvPr/>
          </p:nvSpPr>
          <p:spPr>
            <a:xfrm>
              <a:off x="7084060" y="2110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0" name="pt36410"/>
            <p:cNvSpPr/>
            <p:nvPr/>
          </p:nvSpPr>
          <p:spPr>
            <a:xfrm>
              <a:off x="6998598" y="2236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1" name="pt36411"/>
            <p:cNvSpPr/>
            <p:nvPr/>
          </p:nvSpPr>
          <p:spPr>
            <a:xfrm>
              <a:off x="7070701" y="2193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2" name="pt36412"/>
            <p:cNvSpPr/>
            <p:nvPr/>
          </p:nvSpPr>
          <p:spPr>
            <a:xfrm>
              <a:off x="7035140" y="2196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3" name="pt36413"/>
            <p:cNvSpPr/>
            <p:nvPr/>
          </p:nvSpPr>
          <p:spPr>
            <a:xfrm>
              <a:off x="6953637" y="1704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4" name="pt36414"/>
            <p:cNvSpPr/>
            <p:nvPr/>
          </p:nvSpPr>
          <p:spPr>
            <a:xfrm>
              <a:off x="6885121" y="2192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5" name="pt36415"/>
            <p:cNvSpPr/>
            <p:nvPr/>
          </p:nvSpPr>
          <p:spPr>
            <a:xfrm>
              <a:off x="7548313" y="2593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6" name="pt36416"/>
            <p:cNvSpPr/>
            <p:nvPr/>
          </p:nvSpPr>
          <p:spPr>
            <a:xfrm>
              <a:off x="7196309" y="2064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7" name="pt36417"/>
            <p:cNvSpPr/>
            <p:nvPr/>
          </p:nvSpPr>
          <p:spPr>
            <a:xfrm>
              <a:off x="7188726" y="2151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8" name="pt36418"/>
            <p:cNvSpPr/>
            <p:nvPr/>
          </p:nvSpPr>
          <p:spPr>
            <a:xfrm>
              <a:off x="7114109" y="1964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9" name="pt36419"/>
            <p:cNvSpPr/>
            <p:nvPr/>
          </p:nvSpPr>
          <p:spPr>
            <a:xfrm>
              <a:off x="6933795" y="1965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0" name="pt36420"/>
            <p:cNvSpPr/>
            <p:nvPr/>
          </p:nvSpPr>
          <p:spPr>
            <a:xfrm>
              <a:off x="6936597" y="201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1" name="pt36421"/>
            <p:cNvSpPr/>
            <p:nvPr/>
          </p:nvSpPr>
          <p:spPr>
            <a:xfrm>
              <a:off x="7214751" y="2088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2" name="pt36422"/>
            <p:cNvSpPr/>
            <p:nvPr/>
          </p:nvSpPr>
          <p:spPr>
            <a:xfrm>
              <a:off x="7016577" y="2218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3" name="pt36423"/>
            <p:cNvSpPr/>
            <p:nvPr/>
          </p:nvSpPr>
          <p:spPr>
            <a:xfrm>
              <a:off x="7038363" y="2184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4" name="pt36424"/>
            <p:cNvSpPr/>
            <p:nvPr/>
          </p:nvSpPr>
          <p:spPr>
            <a:xfrm>
              <a:off x="7093001" y="2329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5" name="pt36425"/>
            <p:cNvSpPr/>
            <p:nvPr/>
          </p:nvSpPr>
          <p:spPr>
            <a:xfrm>
              <a:off x="7368910" y="2484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6" name="pt36426"/>
            <p:cNvSpPr/>
            <p:nvPr/>
          </p:nvSpPr>
          <p:spPr>
            <a:xfrm>
              <a:off x="6890081" y="2132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7" name="pt36427"/>
            <p:cNvSpPr/>
            <p:nvPr/>
          </p:nvSpPr>
          <p:spPr>
            <a:xfrm>
              <a:off x="7193370" y="2187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8" name="pt36428"/>
            <p:cNvSpPr/>
            <p:nvPr/>
          </p:nvSpPr>
          <p:spPr>
            <a:xfrm>
              <a:off x="7123963" y="2065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9" name="pt36429"/>
            <p:cNvSpPr/>
            <p:nvPr/>
          </p:nvSpPr>
          <p:spPr>
            <a:xfrm>
              <a:off x="6864913" y="2083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0" name="pt36430"/>
            <p:cNvSpPr/>
            <p:nvPr/>
          </p:nvSpPr>
          <p:spPr>
            <a:xfrm>
              <a:off x="7076982" y="2163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1" name="pt36431"/>
            <p:cNvSpPr/>
            <p:nvPr/>
          </p:nvSpPr>
          <p:spPr>
            <a:xfrm>
              <a:off x="6898391" y="1961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2" name="pt36432"/>
            <p:cNvSpPr/>
            <p:nvPr/>
          </p:nvSpPr>
          <p:spPr>
            <a:xfrm>
              <a:off x="7238108" y="1938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3" name="pt36433"/>
            <p:cNvSpPr/>
            <p:nvPr/>
          </p:nvSpPr>
          <p:spPr>
            <a:xfrm>
              <a:off x="7054727" y="2094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4" name="pt36434"/>
            <p:cNvSpPr/>
            <p:nvPr/>
          </p:nvSpPr>
          <p:spPr>
            <a:xfrm>
              <a:off x="7274299" y="205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5" name="pt36435"/>
            <p:cNvSpPr/>
            <p:nvPr/>
          </p:nvSpPr>
          <p:spPr>
            <a:xfrm>
              <a:off x="7315137" y="2385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6" name="pt36436"/>
            <p:cNvSpPr/>
            <p:nvPr/>
          </p:nvSpPr>
          <p:spPr>
            <a:xfrm>
              <a:off x="7092650" y="2346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7" name="pt36437"/>
            <p:cNvSpPr/>
            <p:nvPr/>
          </p:nvSpPr>
          <p:spPr>
            <a:xfrm>
              <a:off x="7363579" y="2406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8" name="pt36438"/>
            <p:cNvSpPr/>
            <p:nvPr/>
          </p:nvSpPr>
          <p:spPr>
            <a:xfrm>
              <a:off x="7285243" y="21844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9" name="pt36439"/>
            <p:cNvSpPr/>
            <p:nvPr/>
          </p:nvSpPr>
          <p:spPr>
            <a:xfrm>
              <a:off x="7119472" y="1984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0" name="pt36440"/>
            <p:cNvSpPr/>
            <p:nvPr/>
          </p:nvSpPr>
          <p:spPr>
            <a:xfrm>
              <a:off x="7045408" y="2196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1" name="pt36441"/>
            <p:cNvSpPr/>
            <p:nvPr/>
          </p:nvSpPr>
          <p:spPr>
            <a:xfrm>
              <a:off x="7125796" y="2097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2" name="pt36442"/>
            <p:cNvSpPr/>
            <p:nvPr/>
          </p:nvSpPr>
          <p:spPr>
            <a:xfrm>
              <a:off x="7208476" y="2039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3" name="pt36443"/>
            <p:cNvSpPr/>
            <p:nvPr/>
          </p:nvSpPr>
          <p:spPr>
            <a:xfrm>
              <a:off x="7078804" y="2084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4" name="pt36444"/>
            <p:cNvSpPr/>
            <p:nvPr/>
          </p:nvSpPr>
          <p:spPr>
            <a:xfrm>
              <a:off x="7255849" y="1998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5" name="pt36445"/>
            <p:cNvSpPr/>
            <p:nvPr/>
          </p:nvSpPr>
          <p:spPr>
            <a:xfrm>
              <a:off x="7252201" y="2033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6" name="pt36446"/>
            <p:cNvSpPr/>
            <p:nvPr/>
          </p:nvSpPr>
          <p:spPr>
            <a:xfrm>
              <a:off x="7290126" y="2138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7" name="pt36447"/>
            <p:cNvSpPr/>
            <p:nvPr/>
          </p:nvSpPr>
          <p:spPr>
            <a:xfrm>
              <a:off x="6934713" y="1849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8" name="pt36448"/>
            <p:cNvSpPr/>
            <p:nvPr/>
          </p:nvSpPr>
          <p:spPr>
            <a:xfrm>
              <a:off x="7278899" y="1975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9" name="pt36449"/>
            <p:cNvSpPr/>
            <p:nvPr/>
          </p:nvSpPr>
          <p:spPr>
            <a:xfrm>
              <a:off x="7032424" y="21734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0" name="pt36450"/>
            <p:cNvSpPr/>
            <p:nvPr/>
          </p:nvSpPr>
          <p:spPr>
            <a:xfrm>
              <a:off x="7212908" y="2076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1" name="pt36451"/>
            <p:cNvSpPr/>
            <p:nvPr/>
          </p:nvSpPr>
          <p:spPr>
            <a:xfrm>
              <a:off x="7164801" y="2132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2" name="pt36452"/>
            <p:cNvSpPr/>
            <p:nvPr/>
          </p:nvSpPr>
          <p:spPr>
            <a:xfrm>
              <a:off x="7293223" y="1805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3" name="pt36453"/>
            <p:cNvSpPr/>
            <p:nvPr/>
          </p:nvSpPr>
          <p:spPr>
            <a:xfrm>
              <a:off x="7106089" y="2103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4" name="pt36454"/>
            <p:cNvSpPr/>
            <p:nvPr/>
          </p:nvSpPr>
          <p:spPr>
            <a:xfrm>
              <a:off x="7281372" y="1918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5" name="pt36455"/>
            <p:cNvSpPr/>
            <p:nvPr/>
          </p:nvSpPr>
          <p:spPr>
            <a:xfrm>
              <a:off x="7203012" y="1881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6" name="pt36456"/>
            <p:cNvSpPr/>
            <p:nvPr/>
          </p:nvSpPr>
          <p:spPr>
            <a:xfrm>
              <a:off x="7098946" y="2317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7" name="pt36457"/>
            <p:cNvSpPr/>
            <p:nvPr/>
          </p:nvSpPr>
          <p:spPr>
            <a:xfrm>
              <a:off x="7001602" y="2021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8" name="pt36458"/>
            <p:cNvSpPr/>
            <p:nvPr/>
          </p:nvSpPr>
          <p:spPr>
            <a:xfrm>
              <a:off x="6973276" y="1976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9" name="pt36459"/>
            <p:cNvSpPr/>
            <p:nvPr/>
          </p:nvSpPr>
          <p:spPr>
            <a:xfrm>
              <a:off x="7100154" y="2176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0" name="pt36460"/>
            <p:cNvSpPr/>
            <p:nvPr/>
          </p:nvSpPr>
          <p:spPr>
            <a:xfrm>
              <a:off x="7013408" y="2098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1" name="pt36461"/>
            <p:cNvSpPr/>
            <p:nvPr/>
          </p:nvSpPr>
          <p:spPr>
            <a:xfrm>
              <a:off x="7140018" y="1897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2" name="pt36462"/>
            <p:cNvSpPr/>
            <p:nvPr/>
          </p:nvSpPr>
          <p:spPr>
            <a:xfrm>
              <a:off x="7174088" y="2165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3" name="pt36463"/>
            <p:cNvSpPr/>
            <p:nvPr/>
          </p:nvSpPr>
          <p:spPr>
            <a:xfrm>
              <a:off x="7096793" y="2221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4" name="pt36464"/>
            <p:cNvSpPr/>
            <p:nvPr/>
          </p:nvSpPr>
          <p:spPr>
            <a:xfrm>
              <a:off x="7255364" y="1914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5" name="pt36465"/>
            <p:cNvSpPr/>
            <p:nvPr/>
          </p:nvSpPr>
          <p:spPr>
            <a:xfrm>
              <a:off x="7276426" y="1962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6" name="pt36466"/>
            <p:cNvSpPr/>
            <p:nvPr/>
          </p:nvSpPr>
          <p:spPr>
            <a:xfrm>
              <a:off x="7133887" y="2056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7" name="pt36467"/>
            <p:cNvSpPr/>
            <p:nvPr/>
          </p:nvSpPr>
          <p:spPr>
            <a:xfrm>
              <a:off x="7268790" y="2008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8" name="pt36468"/>
            <p:cNvSpPr/>
            <p:nvPr/>
          </p:nvSpPr>
          <p:spPr>
            <a:xfrm>
              <a:off x="6893759" y="2005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9" name="pt36469"/>
            <p:cNvSpPr/>
            <p:nvPr/>
          </p:nvSpPr>
          <p:spPr>
            <a:xfrm>
              <a:off x="6974982" y="20900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0" name="pt36470"/>
            <p:cNvSpPr/>
            <p:nvPr/>
          </p:nvSpPr>
          <p:spPr>
            <a:xfrm>
              <a:off x="7092008" y="2259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1" name="pt36471"/>
            <p:cNvSpPr/>
            <p:nvPr/>
          </p:nvSpPr>
          <p:spPr>
            <a:xfrm>
              <a:off x="7090883" y="2131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2" name="pt36472"/>
            <p:cNvSpPr/>
            <p:nvPr/>
          </p:nvSpPr>
          <p:spPr>
            <a:xfrm>
              <a:off x="7169567" y="2000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3" name="pt36473"/>
            <p:cNvSpPr/>
            <p:nvPr/>
          </p:nvSpPr>
          <p:spPr>
            <a:xfrm>
              <a:off x="7074322" y="2015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4" name="pt36474"/>
            <p:cNvSpPr/>
            <p:nvPr/>
          </p:nvSpPr>
          <p:spPr>
            <a:xfrm>
              <a:off x="6873425" y="2188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5" name="pt36475"/>
            <p:cNvSpPr/>
            <p:nvPr/>
          </p:nvSpPr>
          <p:spPr>
            <a:xfrm>
              <a:off x="6924331" y="2015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6" name="pt36476"/>
            <p:cNvSpPr/>
            <p:nvPr/>
          </p:nvSpPr>
          <p:spPr>
            <a:xfrm>
              <a:off x="6741024" y="2218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7" name="pt36477"/>
            <p:cNvSpPr/>
            <p:nvPr/>
          </p:nvSpPr>
          <p:spPr>
            <a:xfrm>
              <a:off x="6925566" y="1979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8" name="pt36478"/>
            <p:cNvSpPr/>
            <p:nvPr/>
          </p:nvSpPr>
          <p:spPr>
            <a:xfrm>
              <a:off x="7213121" y="1961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9" name="pt36479"/>
            <p:cNvSpPr/>
            <p:nvPr/>
          </p:nvSpPr>
          <p:spPr>
            <a:xfrm>
              <a:off x="7004713" y="1673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0" name="pt36480"/>
            <p:cNvSpPr/>
            <p:nvPr/>
          </p:nvSpPr>
          <p:spPr>
            <a:xfrm>
              <a:off x="7121160" y="2071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1" name="pt36481"/>
            <p:cNvSpPr/>
            <p:nvPr/>
          </p:nvSpPr>
          <p:spPr>
            <a:xfrm>
              <a:off x="7077028" y="2070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2" name="pt36482"/>
            <p:cNvSpPr/>
            <p:nvPr/>
          </p:nvSpPr>
          <p:spPr>
            <a:xfrm>
              <a:off x="7105086" y="1986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3" name="pt36483"/>
            <p:cNvSpPr/>
            <p:nvPr/>
          </p:nvSpPr>
          <p:spPr>
            <a:xfrm>
              <a:off x="7062414" y="2145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4" name="pt36484"/>
            <p:cNvSpPr/>
            <p:nvPr/>
          </p:nvSpPr>
          <p:spPr>
            <a:xfrm>
              <a:off x="7227593" y="2038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5" name="pt36485"/>
            <p:cNvSpPr/>
            <p:nvPr/>
          </p:nvSpPr>
          <p:spPr>
            <a:xfrm>
              <a:off x="7092826" y="231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6" name="pt36486"/>
            <p:cNvSpPr/>
            <p:nvPr/>
          </p:nvSpPr>
          <p:spPr>
            <a:xfrm>
              <a:off x="6877762" y="2175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7" name="pt36487"/>
            <p:cNvSpPr/>
            <p:nvPr/>
          </p:nvSpPr>
          <p:spPr>
            <a:xfrm>
              <a:off x="6819503" y="2270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8" name="pt36488"/>
            <p:cNvSpPr/>
            <p:nvPr/>
          </p:nvSpPr>
          <p:spPr>
            <a:xfrm>
              <a:off x="7354236" y="2164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9" name="pt36489"/>
            <p:cNvSpPr/>
            <p:nvPr/>
          </p:nvSpPr>
          <p:spPr>
            <a:xfrm>
              <a:off x="7281238" y="1748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0" name="pt36490"/>
            <p:cNvSpPr/>
            <p:nvPr/>
          </p:nvSpPr>
          <p:spPr>
            <a:xfrm>
              <a:off x="7113899" y="1875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1" name="pt36491"/>
            <p:cNvSpPr/>
            <p:nvPr/>
          </p:nvSpPr>
          <p:spPr>
            <a:xfrm>
              <a:off x="7187312" y="1777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2" name="pt36492"/>
            <p:cNvSpPr/>
            <p:nvPr/>
          </p:nvSpPr>
          <p:spPr>
            <a:xfrm>
              <a:off x="7166221" y="2092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3" name="pt36493"/>
            <p:cNvSpPr/>
            <p:nvPr/>
          </p:nvSpPr>
          <p:spPr>
            <a:xfrm>
              <a:off x="6932432" y="1815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4" name="pt36494"/>
            <p:cNvSpPr/>
            <p:nvPr/>
          </p:nvSpPr>
          <p:spPr>
            <a:xfrm>
              <a:off x="6919864" y="207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5" name="pt36495"/>
            <p:cNvSpPr/>
            <p:nvPr/>
          </p:nvSpPr>
          <p:spPr>
            <a:xfrm>
              <a:off x="6858319" y="2312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6" name="pt36496"/>
            <p:cNvSpPr/>
            <p:nvPr/>
          </p:nvSpPr>
          <p:spPr>
            <a:xfrm>
              <a:off x="7064600" y="2096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7" name="pt36497"/>
            <p:cNvSpPr/>
            <p:nvPr/>
          </p:nvSpPr>
          <p:spPr>
            <a:xfrm>
              <a:off x="7013092" y="1977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8" name="pt36498"/>
            <p:cNvSpPr/>
            <p:nvPr/>
          </p:nvSpPr>
          <p:spPr>
            <a:xfrm>
              <a:off x="7160547" y="2117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9" name="pt36499"/>
            <p:cNvSpPr/>
            <p:nvPr/>
          </p:nvSpPr>
          <p:spPr>
            <a:xfrm>
              <a:off x="7053515" y="2100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0" name="pt36500"/>
            <p:cNvSpPr/>
            <p:nvPr/>
          </p:nvSpPr>
          <p:spPr>
            <a:xfrm>
              <a:off x="7203264" y="2152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1" name="pt36501"/>
            <p:cNvSpPr/>
            <p:nvPr/>
          </p:nvSpPr>
          <p:spPr>
            <a:xfrm>
              <a:off x="7789840" y="2364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2" name="pt36502"/>
            <p:cNvSpPr/>
            <p:nvPr/>
          </p:nvSpPr>
          <p:spPr>
            <a:xfrm>
              <a:off x="6975967" y="2074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3" name="pt36503"/>
            <p:cNvSpPr/>
            <p:nvPr/>
          </p:nvSpPr>
          <p:spPr>
            <a:xfrm>
              <a:off x="7033394" y="2153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4" name="pt36504"/>
            <p:cNvSpPr/>
            <p:nvPr/>
          </p:nvSpPr>
          <p:spPr>
            <a:xfrm>
              <a:off x="6917323" y="1966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5" name="pt36505"/>
            <p:cNvSpPr/>
            <p:nvPr/>
          </p:nvSpPr>
          <p:spPr>
            <a:xfrm>
              <a:off x="7256994" y="2041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6" name="pt36506"/>
            <p:cNvSpPr/>
            <p:nvPr/>
          </p:nvSpPr>
          <p:spPr>
            <a:xfrm>
              <a:off x="7093264" y="2390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7" name="pt36507"/>
            <p:cNvSpPr/>
            <p:nvPr/>
          </p:nvSpPr>
          <p:spPr>
            <a:xfrm>
              <a:off x="6913908" y="1967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8" name="pt36508"/>
            <p:cNvSpPr/>
            <p:nvPr/>
          </p:nvSpPr>
          <p:spPr>
            <a:xfrm>
              <a:off x="7409948" y="2769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9" name="pt36509"/>
            <p:cNvSpPr/>
            <p:nvPr/>
          </p:nvSpPr>
          <p:spPr>
            <a:xfrm>
              <a:off x="6635385" y="16071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0" name="pt36510"/>
            <p:cNvSpPr/>
            <p:nvPr/>
          </p:nvSpPr>
          <p:spPr>
            <a:xfrm>
              <a:off x="7459514" y="2669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1" name="pt36511"/>
            <p:cNvSpPr/>
            <p:nvPr/>
          </p:nvSpPr>
          <p:spPr>
            <a:xfrm>
              <a:off x="7160085" y="2306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2" name="pt36512"/>
            <p:cNvSpPr/>
            <p:nvPr/>
          </p:nvSpPr>
          <p:spPr>
            <a:xfrm>
              <a:off x="7073791" y="2081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3" name="pt36513"/>
            <p:cNvSpPr/>
            <p:nvPr/>
          </p:nvSpPr>
          <p:spPr>
            <a:xfrm>
              <a:off x="7102259" y="2078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4" name="pt36514"/>
            <p:cNvSpPr/>
            <p:nvPr/>
          </p:nvSpPr>
          <p:spPr>
            <a:xfrm>
              <a:off x="7062458" y="2181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5" name="pt36515"/>
            <p:cNvSpPr/>
            <p:nvPr/>
          </p:nvSpPr>
          <p:spPr>
            <a:xfrm>
              <a:off x="7180211" y="2245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6" name="pt36516"/>
            <p:cNvSpPr/>
            <p:nvPr/>
          </p:nvSpPr>
          <p:spPr>
            <a:xfrm>
              <a:off x="7108674" y="2100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7" name="pt36517"/>
            <p:cNvSpPr/>
            <p:nvPr/>
          </p:nvSpPr>
          <p:spPr>
            <a:xfrm>
              <a:off x="7145202" y="1948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8" name="pt36518"/>
            <p:cNvSpPr/>
            <p:nvPr/>
          </p:nvSpPr>
          <p:spPr>
            <a:xfrm>
              <a:off x="7091765" y="2289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9" name="pt36519"/>
            <p:cNvSpPr/>
            <p:nvPr/>
          </p:nvSpPr>
          <p:spPr>
            <a:xfrm>
              <a:off x="6727753" y="2774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0" name="pt36520"/>
            <p:cNvSpPr/>
            <p:nvPr/>
          </p:nvSpPr>
          <p:spPr>
            <a:xfrm>
              <a:off x="6885763" y="2154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1" name="pt36521"/>
            <p:cNvSpPr/>
            <p:nvPr/>
          </p:nvSpPr>
          <p:spPr>
            <a:xfrm>
              <a:off x="7058955" y="2016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2" name="pt36522"/>
            <p:cNvSpPr/>
            <p:nvPr/>
          </p:nvSpPr>
          <p:spPr>
            <a:xfrm>
              <a:off x="7489135" y="2213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3" name="pt36523"/>
            <p:cNvSpPr/>
            <p:nvPr/>
          </p:nvSpPr>
          <p:spPr>
            <a:xfrm>
              <a:off x="6893015" y="2162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4" name="pt36524"/>
            <p:cNvSpPr/>
            <p:nvPr/>
          </p:nvSpPr>
          <p:spPr>
            <a:xfrm>
              <a:off x="7205038" y="1997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5" name="pt36525"/>
            <p:cNvSpPr/>
            <p:nvPr/>
          </p:nvSpPr>
          <p:spPr>
            <a:xfrm>
              <a:off x="7180302" y="2177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6" name="pt36526"/>
            <p:cNvSpPr/>
            <p:nvPr/>
          </p:nvSpPr>
          <p:spPr>
            <a:xfrm>
              <a:off x="7285190" y="2075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7" name="pt36527"/>
            <p:cNvSpPr/>
            <p:nvPr/>
          </p:nvSpPr>
          <p:spPr>
            <a:xfrm>
              <a:off x="7126348" y="2160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8" name="pt36528"/>
            <p:cNvSpPr/>
            <p:nvPr/>
          </p:nvSpPr>
          <p:spPr>
            <a:xfrm>
              <a:off x="7137593" y="1933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9" name="pt36529"/>
            <p:cNvSpPr/>
            <p:nvPr/>
          </p:nvSpPr>
          <p:spPr>
            <a:xfrm>
              <a:off x="7128449" y="2045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0" name="pt36530"/>
            <p:cNvSpPr/>
            <p:nvPr/>
          </p:nvSpPr>
          <p:spPr>
            <a:xfrm>
              <a:off x="7079765" y="2108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1" name="pt36531"/>
            <p:cNvSpPr/>
            <p:nvPr/>
          </p:nvSpPr>
          <p:spPr>
            <a:xfrm>
              <a:off x="7285632" y="2066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2" name="pt36532"/>
            <p:cNvSpPr/>
            <p:nvPr/>
          </p:nvSpPr>
          <p:spPr>
            <a:xfrm>
              <a:off x="7200076" y="1910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3" name="pt36533"/>
            <p:cNvSpPr/>
            <p:nvPr/>
          </p:nvSpPr>
          <p:spPr>
            <a:xfrm>
              <a:off x="7108678" y="20962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4" name="pt36534"/>
            <p:cNvSpPr/>
            <p:nvPr/>
          </p:nvSpPr>
          <p:spPr>
            <a:xfrm>
              <a:off x="7132166" y="2120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5" name="pt36535"/>
            <p:cNvSpPr/>
            <p:nvPr/>
          </p:nvSpPr>
          <p:spPr>
            <a:xfrm>
              <a:off x="7031794" y="2278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6" name="pt36536"/>
            <p:cNvSpPr/>
            <p:nvPr/>
          </p:nvSpPr>
          <p:spPr>
            <a:xfrm>
              <a:off x="7088474" y="2136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7" name="pt36537"/>
            <p:cNvSpPr/>
            <p:nvPr/>
          </p:nvSpPr>
          <p:spPr>
            <a:xfrm>
              <a:off x="6932844" y="1731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8" name="pt36538"/>
            <p:cNvSpPr/>
            <p:nvPr/>
          </p:nvSpPr>
          <p:spPr>
            <a:xfrm>
              <a:off x="7084426" y="2152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9" name="pt36539"/>
            <p:cNvSpPr/>
            <p:nvPr/>
          </p:nvSpPr>
          <p:spPr>
            <a:xfrm>
              <a:off x="7352746" y="2332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0" name="pt36540"/>
            <p:cNvSpPr/>
            <p:nvPr/>
          </p:nvSpPr>
          <p:spPr>
            <a:xfrm>
              <a:off x="6984884" y="2200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1" name="pt36541"/>
            <p:cNvSpPr/>
            <p:nvPr/>
          </p:nvSpPr>
          <p:spPr>
            <a:xfrm>
              <a:off x="7280380" y="1872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2" name="pt36542"/>
            <p:cNvSpPr/>
            <p:nvPr/>
          </p:nvSpPr>
          <p:spPr>
            <a:xfrm>
              <a:off x="6838658" y="205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3" name="pt36543"/>
            <p:cNvSpPr/>
            <p:nvPr/>
          </p:nvSpPr>
          <p:spPr>
            <a:xfrm>
              <a:off x="7076657" y="2135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4" name="pt36544"/>
            <p:cNvSpPr/>
            <p:nvPr/>
          </p:nvSpPr>
          <p:spPr>
            <a:xfrm>
              <a:off x="6894548" y="2093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5" name="pt36545"/>
            <p:cNvSpPr/>
            <p:nvPr/>
          </p:nvSpPr>
          <p:spPr>
            <a:xfrm>
              <a:off x="7090208" y="2277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6" name="pt36546"/>
            <p:cNvSpPr/>
            <p:nvPr/>
          </p:nvSpPr>
          <p:spPr>
            <a:xfrm>
              <a:off x="7164601" y="2136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7" name="pt36547"/>
            <p:cNvSpPr/>
            <p:nvPr/>
          </p:nvSpPr>
          <p:spPr>
            <a:xfrm>
              <a:off x="6760623" y="1826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8" name="pt36548"/>
            <p:cNvSpPr/>
            <p:nvPr/>
          </p:nvSpPr>
          <p:spPr>
            <a:xfrm>
              <a:off x="7199445" y="2001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9" name="pt36549"/>
            <p:cNvSpPr/>
            <p:nvPr/>
          </p:nvSpPr>
          <p:spPr>
            <a:xfrm>
              <a:off x="7347801" y="2158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0" name="pt36550"/>
            <p:cNvSpPr/>
            <p:nvPr/>
          </p:nvSpPr>
          <p:spPr>
            <a:xfrm>
              <a:off x="7175378" y="2213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1" name="pt36551"/>
            <p:cNvSpPr/>
            <p:nvPr/>
          </p:nvSpPr>
          <p:spPr>
            <a:xfrm>
              <a:off x="7350904" y="2375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2" name="pt36552"/>
            <p:cNvSpPr/>
            <p:nvPr/>
          </p:nvSpPr>
          <p:spPr>
            <a:xfrm>
              <a:off x="7261810" y="1929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3" name="pt36553"/>
            <p:cNvSpPr/>
            <p:nvPr/>
          </p:nvSpPr>
          <p:spPr>
            <a:xfrm>
              <a:off x="7150130" y="2067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4" name="pt36554"/>
            <p:cNvSpPr/>
            <p:nvPr/>
          </p:nvSpPr>
          <p:spPr>
            <a:xfrm>
              <a:off x="7172794" y="2170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5" name="pt36555"/>
            <p:cNvSpPr/>
            <p:nvPr/>
          </p:nvSpPr>
          <p:spPr>
            <a:xfrm>
              <a:off x="7359169" y="2538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6" name="pt36556"/>
            <p:cNvSpPr/>
            <p:nvPr/>
          </p:nvSpPr>
          <p:spPr>
            <a:xfrm>
              <a:off x="7195408" y="2002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7" name="pt36557"/>
            <p:cNvSpPr/>
            <p:nvPr/>
          </p:nvSpPr>
          <p:spPr>
            <a:xfrm>
              <a:off x="7112940" y="2024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8" name="pt36558"/>
            <p:cNvSpPr/>
            <p:nvPr/>
          </p:nvSpPr>
          <p:spPr>
            <a:xfrm>
              <a:off x="7357210" y="2974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9" name="pt36559"/>
            <p:cNvSpPr/>
            <p:nvPr/>
          </p:nvSpPr>
          <p:spPr>
            <a:xfrm>
              <a:off x="7102984" y="2149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0" name="pt36560"/>
            <p:cNvSpPr/>
            <p:nvPr/>
          </p:nvSpPr>
          <p:spPr>
            <a:xfrm>
              <a:off x="7060085" y="2112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1" name="pt36561"/>
            <p:cNvSpPr/>
            <p:nvPr/>
          </p:nvSpPr>
          <p:spPr>
            <a:xfrm>
              <a:off x="7146060" y="2004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2" name="pt36562"/>
            <p:cNvSpPr/>
            <p:nvPr/>
          </p:nvSpPr>
          <p:spPr>
            <a:xfrm>
              <a:off x="6999245" y="2133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3" name="pt36563"/>
            <p:cNvSpPr/>
            <p:nvPr/>
          </p:nvSpPr>
          <p:spPr>
            <a:xfrm>
              <a:off x="7308717" y="2344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4" name="pt36564"/>
            <p:cNvSpPr/>
            <p:nvPr/>
          </p:nvSpPr>
          <p:spPr>
            <a:xfrm>
              <a:off x="6934834" y="1750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5" name="pt36565"/>
            <p:cNvSpPr/>
            <p:nvPr/>
          </p:nvSpPr>
          <p:spPr>
            <a:xfrm>
              <a:off x="7258980" y="2111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6" name="pt36566"/>
            <p:cNvSpPr/>
            <p:nvPr/>
          </p:nvSpPr>
          <p:spPr>
            <a:xfrm>
              <a:off x="6861659" y="2181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7" name="pt36567"/>
            <p:cNvSpPr/>
            <p:nvPr/>
          </p:nvSpPr>
          <p:spPr>
            <a:xfrm>
              <a:off x="7034675" y="2153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8" name="pt36568"/>
            <p:cNvSpPr/>
            <p:nvPr/>
          </p:nvSpPr>
          <p:spPr>
            <a:xfrm>
              <a:off x="7058958" y="1980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9" name="pt36569"/>
            <p:cNvSpPr/>
            <p:nvPr/>
          </p:nvSpPr>
          <p:spPr>
            <a:xfrm>
              <a:off x="6634827" y="2038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0" name="pt36570"/>
            <p:cNvSpPr/>
            <p:nvPr/>
          </p:nvSpPr>
          <p:spPr>
            <a:xfrm>
              <a:off x="6881014" y="2190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1" name="pt36571"/>
            <p:cNvSpPr/>
            <p:nvPr/>
          </p:nvSpPr>
          <p:spPr>
            <a:xfrm>
              <a:off x="7017453" y="2210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2" name="pt36572"/>
            <p:cNvSpPr/>
            <p:nvPr/>
          </p:nvSpPr>
          <p:spPr>
            <a:xfrm>
              <a:off x="7029848" y="2217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3" name="pt36573"/>
            <p:cNvSpPr/>
            <p:nvPr/>
          </p:nvSpPr>
          <p:spPr>
            <a:xfrm>
              <a:off x="7180310" y="2200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4" name="pt36574"/>
            <p:cNvSpPr/>
            <p:nvPr/>
          </p:nvSpPr>
          <p:spPr>
            <a:xfrm>
              <a:off x="7070540" y="2093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5" name="pt36575"/>
            <p:cNvSpPr/>
            <p:nvPr/>
          </p:nvSpPr>
          <p:spPr>
            <a:xfrm>
              <a:off x="7023242" y="2045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6" name="pt36576"/>
            <p:cNvSpPr/>
            <p:nvPr/>
          </p:nvSpPr>
          <p:spPr>
            <a:xfrm>
              <a:off x="6725533" y="2505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7" name="pt36577"/>
            <p:cNvSpPr/>
            <p:nvPr/>
          </p:nvSpPr>
          <p:spPr>
            <a:xfrm>
              <a:off x="7124649" y="2118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8" name="pt36578"/>
            <p:cNvSpPr/>
            <p:nvPr/>
          </p:nvSpPr>
          <p:spPr>
            <a:xfrm>
              <a:off x="7185718" y="1816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9" name="pt36579"/>
            <p:cNvSpPr/>
            <p:nvPr/>
          </p:nvSpPr>
          <p:spPr>
            <a:xfrm>
              <a:off x="6975626" y="2151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0" name="pt36580"/>
            <p:cNvSpPr/>
            <p:nvPr/>
          </p:nvSpPr>
          <p:spPr>
            <a:xfrm>
              <a:off x="7049803" y="217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1" name="pt36581"/>
            <p:cNvSpPr/>
            <p:nvPr/>
          </p:nvSpPr>
          <p:spPr>
            <a:xfrm>
              <a:off x="7080779" y="216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2" name="pt36582"/>
            <p:cNvSpPr/>
            <p:nvPr/>
          </p:nvSpPr>
          <p:spPr>
            <a:xfrm>
              <a:off x="7124093" y="2021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3" name="pt36583"/>
            <p:cNvSpPr/>
            <p:nvPr/>
          </p:nvSpPr>
          <p:spPr>
            <a:xfrm>
              <a:off x="6951100" y="1951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4" name="pt36584"/>
            <p:cNvSpPr/>
            <p:nvPr/>
          </p:nvSpPr>
          <p:spPr>
            <a:xfrm>
              <a:off x="7089692" y="2210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5" name="pt36585"/>
            <p:cNvSpPr/>
            <p:nvPr/>
          </p:nvSpPr>
          <p:spPr>
            <a:xfrm>
              <a:off x="7260112" y="1966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6" name="pt36586"/>
            <p:cNvSpPr/>
            <p:nvPr/>
          </p:nvSpPr>
          <p:spPr>
            <a:xfrm>
              <a:off x="7253746" y="1924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7" name="pt36587"/>
            <p:cNvSpPr/>
            <p:nvPr/>
          </p:nvSpPr>
          <p:spPr>
            <a:xfrm>
              <a:off x="7212512" y="1933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8" name="pt36588"/>
            <p:cNvSpPr/>
            <p:nvPr/>
          </p:nvSpPr>
          <p:spPr>
            <a:xfrm>
              <a:off x="6810392" y="2173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9" name="pt36589"/>
            <p:cNvSpPr/>
            <p:nvPr/>
          </p:nvSpPr>
          <p:spPr>
            <a:xfrm>
              <a:off x="6931328" y="1926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0" name="pt36590"/>
            <p:cNvSpPr/>
            <p:nvPr/>
          </p:nvSpPr>
          <p:spPr>
            <a:xfrm>
              <a:off x="7134024" y="2044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1" name="pt36591"/>
            <p:cNvSpPr/>
            <p:nvPr/>
          </p:nvSpPr>
          <p:spPr>
            <a:xfrm>
              <a:off x="7054593" y="207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2" name="pt36592"/>
            <p:cNvSpPr/>
            <p:nvPr/>
          </p:nvSpPr>
          <p:spPr>
            <a:xfrm>
              <a:off x="7386672" y="2351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3" name="pt36593"/>
            <p:cNvSpPr/>
            <p:nvPr/>
          </p:nvSpPr>
          <p:spPr>
            <a:xfrm>
              <a:off x="6932923" y="1780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4" name="pt36594"/>
            <p:cNvSpPr/>
            <p:nvPr/>
          </p:nvSpPr>
          <p:spPr>
            <a:xfrm>
              <a:off x="7089477" y="2167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5" name="pt36595"/>
            <p:cNvSpPr/>
            <p:nvPr/>
          </p:nvSpPr>
          <p:spPr>
            <a:xfrm>
              <a:off x="7261410" y="1915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6" name="pt36596"/>
            <p:cNvSpPr/>
            <p:nvPr/>
          </p:nvSpPr>
          <p:spPr>
            <a:xfrm>
              <a:off x="6707107" y="2710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7" name="pt36597"/>
            <p:cNvSpPr/>
            <p:nvPr/>
          </p:nvSpPr>
          <p:spPr>
            <a:xfrm>
              <a:off x="6969764" y="1818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8" name="pt36598"/>
            <p:cNvSpPr/>
            <p:nvPr/>
          </p:nvSpPr>
          <p:spPr>
            <a:xfrm>
              <a:off x="6885613" y="19266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9" name="pt36599"/>
            <p:cNvSpPr/>
            <p:nvPr/>
          </p:nvSpPr>
          <p:spPr>
            <a:xfrm>
              <a:off x="6982883" y="2163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0" name="pt36600"/>
            <p:cNvSpPr/>
            <p:nvPr/>
          </p:nvSpPr>
          <p:spPr>
            <a:xfrm>
              <a:off x="6743596" y="2259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1" name="pt36601"/>
            <p:cNvSpPr/>
            <p:nvPr/>
          </p:nvSpPr>
          <p:spPr>
            <a:xfrm>
              <a:off x="6860836" y="2123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2" name="pt36602"/>
            <p:cNvSpPr/>
            <p:nvPr/>
          </p:nvSpPr>
          <p:spPr>
            <a:xfrm>
              <a:off x="6775932" y="21000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3" name="pt36603"/>
            <p:cNvSpPr/>
            <p:nvPr/>
          </p:nvSpPr>
          <p:spPr>
            <a:xfrm>
              <a:off x="7336810" y="2199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4" name="pt36604"/>
            <p:cNvSpPr/>
            <p:nvPr/>
          </p:nvSpPr>
          <p:spPr>
            <a:xfrm>
              <a:off x="6391343" y="1856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5" name="pt36605"/>
            <p:cNvSpPr/>
            <p:nvPr/>
          </p:nvSpPr>
          <p:spPr>
            <a:xfrm>
              <a:off x="7088799" y="2280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6" name="pt36606"/>
            <p:cNvSpPr/>
            <p:nvPr/>
          </p:nvSpPr>
          <p:spPr>
            <a:xfrm>
              <a:off x="7001593" y="1794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7" name="pt36607"/>
            <p:cNvSpPr/>
            <p:nvPr/>
          </p:nvSpPr>
          <p:spPr>
            <a:xfrm>
              <a:off x="6839397" y="1922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8" name="pt36608"/>
            <p:cNvSpPr/>
            <p:nvPr/>
          </p:nvSpPr>
          <p:spPr>
            <a:xfrm>
              <a:off x="7231716" y="2073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9" name="pt36609"/>
            <p:cNvSpPr/>
            <p:nvPr/>
          </p:nvSpPr>
          <p:spPr>
            <a:xfrm>
              <a:off x="6846350" y="2209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0" name="pt36610"/>
            <p:cNvSpPr/>
            <p:nvPr/>
          </p:nvSpPr>
          <p:spPr>
            <a:xfrm>
              <a:off x="7156866" y="2425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1" name="pt36611"/>
            <p:cNvSpPr/>
            <p:nvPr/>
          </p:nvSpPr>
          <p:spPr>
            <a:xfrm>
              <a:off x="7481849" y="26628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2" name="pt36612"/>
            <p:cNvSpPr/>
            <p:nvPr/>
          </p:nvSpPr>
          <p:spPr>
            <a:xfrm>
              <a:off x="7293776" y="1923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3" name="pt36613"/>
            <p:cNvSpPr/>
            <p:nvPr/>
          </p:nvSpPr>
          <p:spPr>
            <a:xfrm>
              <a:off x="7237760" y="1855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4" name="pt36614"/>
            <p:cNvSpPr/>
            <p:nvPr/>
          </p:nvSpPr>
          <p:spPr>
            <a:xfrm>
              <a:off x="6864414" y="2202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5" name="pt36615"/>
            <p:cNvSpPr/>
            <p:nvPr/>
          </p:nvSpPr>
          <p:spPr>
            <a:xfrm>
              <a:off x="7308214" y="2332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6" name="pt36616"/>
            <p:cNvSpPr/>
            <p:nvPr/>
          </p:nvSpPr>
          <p:spPr>
            <a:xfrm>
              <a:off x="7098188" y="2362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7" name="pt36617"/>
            <p:cNvSpPr/>
            <p:nvPr/>
          </p:nvSpPr>
          <p:spPr>
            <a:xfrm>
              <a:off x="7000484" y="2220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8" name="pt36618"/>
            <p:cNvSpPr/>
            <p:nvPr/>
          </p:nvSpPr>
          <p:spPr>
            <a:xfrm>
              <a:off x="7115342" y="1976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9" name="pt36619"/>
            <p:cNvSpPr/>
            <p:nvPr/>
          </p:nvSpPr>
          <p:spPr>
            <a:xfrm>
              <a:off x="7005395" y="1851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0" name="pt36620"/>
            <p:cNvSpPr/>
            <p:nvPr/>
          </p:nvSpPr>
          <p:spPr>
            <a:xfrm>
              <a:off x="7000767" y="2076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1" name="pt36621"/>
            <p:cNvSpPr/>
            <p:nvPr/>
          </p:nvSpPr>
          <p:spPr>
            <a:xfrm>
              <a:off x="6865123" y="2170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2" name="pt36622"/>
            <p:cNvSpPr/>
            <p:nvPr/>
          </p:nvSpPr>
          <p:spPr>
            <a:xfrm>
              <a:off x="7269922" y="2010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3" name="pt36623"/>
            <p:cNvSpPr/>
            <p:nvPr/>
          </p:nvSpPr>
          <p:spPr>
            <a:xfrm>
              <a:off x="6906662" y="2016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4" name="pt36624"/>
            <p:cNvSpPr/>
            <p:nvPr/>
          </p:nvSpPr>
          <p:spPr>
            <a:xfrm>
              <a:off x="6957488" y="1758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5" name="pt36625"/>
            <p:cNvSpPr/>
            <p:nvPr/>
          </p:nvSpPr>
          <p:spPr>
            <a:xfrm>
              <a:off x="7087634" y="2209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6" name="pt36626"/>
            <p:cNvSpPr/>
            <p:nvPr/>
          </p:nvSpPr>
          <p:spPr>
            <a:xfrm>
              <a:off x="6993786" y="2318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7" name="pt36627"/>
            <p:cNvSpPr/>
            <p:nvPr/>
          </p:nvSpPr>
          <p:spPr>
            <a:xfrm>
              <a:off x="7165507" y="2200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8" name="pt36628"/>
            <p:cNvSpPr/>
            <p:nvPr/>
          </p:nvSpPr>
          <p:spPr>
            <a:xfrm>
              <a:off x="6921870" y="1921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9" name="pt36629"/>
            <p:cNvSpPr/>
            <p:nvPr/>
          </p:nvSpPr>
          <p:spPr>
            <a:xfrm>
              <a:off x="7536870" y="2046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0" name="pt36630"/>
            <p:cNvSpPr/>
            <p:nvPr/>
          </p:nvSpPr>
          <p:spPr>
            <a:xfrm>
              <a:off x="7006946" y="1666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1" name="pt36631"/>
            <p:cNvSpPr/>
            <p:nvPr/>
          </p:nvSpPr>
          <p:spPr>
            <a:xfrm>
              <a:off x="6946049" y="2026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2" name="pt36632"/>
            <p:cNvSpPr/>
            <p:nvPr/>
          </p:nvSpPr>
          <p:spPr>
            <a:xfrm>
              <a:off x="6990163" y="2159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3" name="pt36633"/>
            <p:cNvSpPr/>
            <p:nvPr/>
          </p:nvSpPr>
          <p:spPr>
            <a:xfrm>
              <a:off x="7075100" y="2117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4" name="pt36634"/>
            <p:cNvSpPr/>
            <p:nvPr/>
          </p:nvSpPr>
          <p:spPr>
            <a:xfrm>
              <a:off x="7076691" y="2095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5" name="pt36635"/>
            <p:cNvSpPr/>
            <p:nvPr/>
          </p:nvSpPr>
          <p:spPr>
            <a:xfrm>
              <a:off x="7166615" y="2206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6" name="pt36636"/>
            <p:cNvSpPr/>
            <p:nvPr/>
          </p:nvSpPr>
          <p:spPr>
            <a:xfrm>
              <a:off x="7155833" y="2329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7" name="pt36637"/>
            <p:cNvSpPr/>
            <p:nvPr/>
          </p:nvSpPr>
          <p:spPr>
            <a:xfrm>
              <a:off x="6976734" y="2019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8" name="pt36638"/>
            <p:cNvSpPr/>
            <p:nvPr/>
          </p:nvSpPr>
          <p:spPr>
            <a:xfrm>
              <a:off x="7141197" y="2002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9" name="pt36639"/>
            <p:cNvSpPr/>
            <p:nvPr/>
          </p:nvSpPr>
          <p:spPr>
            <a:xfrm>
              <a:off x="6884797" y="2108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0" name="pt36640"/>
            <p:cNvSpPr/>
            <p:nvPr/>
          </p:nvSpPr>
          <p:spPr>
            <a:xfrm>
              <a:off x="7152524" y="2088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1" name="pt36641"/>
            <p:cNvSpPr/>
            <p:nvPr/>
          </p:nvSpPr>
          <p:spPr>
            <a:xfrm>
              <a:off x="7474415" y="1759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2" name="pt36642"/>
            <p:cNvSpPr/>
            <p:nvPr/>
          </p:nvSpPr>
          <p:spPr>
            <a:xfrm>
              <a:off x="7253394" y="1973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3" name="pt36643"/>
            <p:cNvSpPr/>
            <p:nvPr/>
          </p:nvSpPr>
          <p:spPr>
            <a:xfrm>
              <a:off x="7318365" y="26558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4" name="pt36644"/>
            <p:cNvSpPr/>
            <p:nvPr/>
          </p:nvSpPr>
          <p:spPr>
            <a:xfrm>
              <a:off x="7099883" y="2275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5" name="pt36645"/>
            <p:cNvSpPr/>
            <p:nvPr/>
          </p:nvSpPr>
          <p:spPr>
            <a:xfrm>
              <a:off x="6780249" y="2151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6" name="pt36646"/>
            <p:cNvSpPr/>
            <p:nvPr/>
          </p:nvSpPr>
          <p:spPr>
            <a:xfrm>
              <a:off x="7157265" y="2349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7" name="pt36647"/>
            <p:cNvSpPr/>
            <p:nvPr/>
          </p:nvSpPr>
          <p:spPr>
            <a:xfrm>
              <a:off x="7102587" y="2102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8" name="pt36648"/>
            <p:cNvSpPr/>
            <p:nvPr/>
          </p:nvSpPr>
          <p:spPr>
            <a:xfrm>
              <a:off x="7154862" y="2215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9" name="pt36649"/>
            <p:cNvSpPr/>
            <p:nvPr/>
          </p:nvSpPr>
          <p:spPr>
            <a:xfrm>
              <a:off x="7156097" y="2170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0" name="pt36650"/>
            <p:cNvSpPr/>
            <p:nvPr/>
          </p:nvSpPr>
          <p:spPr>
            <a:xfrm>
              <a:off x="7069020" y="2147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1" name="pt36651"/>
            <p:cNvSpPr/>
            <p:nvPr/>
          </p:nvSpPr>
          <p:spPr>
            <a:xfrm>
              <a:off x="7075088" y="2093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2" name="pt36652"/>
            <p:cNvSpPr/>
            <p:nvPr/>
          </p:nvSpPr>
          <p:spPr>
            <a:xfrm>
              <a:off x="7359797" y="2694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3" name="pt36653"/>
            <p:cNvSpPr/>
            <p:nvPr/>
          </p:nvSpPr>
          <p:spPr>
            <a:xfrm>
              <a:off x="7499640" y="2393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4" name="pt36654"/>
            <p:cNvSpPr/>
            <p:nvPr/>
          </p:nvSpPr>
          <p:spPr>
            <a:xfrm>
              <a:off x="7361606" y="2593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5" name="pt36655"/>
            <p:cNvSpPr/>
            <p:nvPr/>
          </p:nvSpPr>
          <p:spPr>
            <a:xfrm>
              <a:off x="7106464" y="1911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6" name="pt36656"/>
            <p:cNvSpPr/>
            <p:nvPr/>
          </p:nvSpPr>
          <p:spPr>
            <a:xfrm>
              <a:off x="6889372" y="2176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7" name="pt36657"/>
            <p:cNvSpPr/>
            <p:nvPr/>
          </p:nvSpPr>
          <p:spPr>
            <a:xfrm>
              <a:off x="6955949" y="1752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8" name="pt36658"/>
            <p:cNvSpPr/>
            <p:nvPr/>
          </p:nvSpPr>
          <p:spPr>
            <a:xfrm>
              <a:off x="6948922" y="1916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9" name="pt36659"/>
            <p:cNvSpPr/>
            <p:nvPr/>
          </p:nvSpPr>
          <p:spPr>
            <a:xfrm>
              <a:off x="7089954" y="2241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0" name="pt36660"/>
            <p:cNvSpPr/>
            <p:nvPr/>
          </p:nvSpPr>
          <p:spPr>
            <a:xfrm>
              <a:off x="7222433" y="1874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1" name="pt36661"/>
            <p:cNvSpPr/>
            <p:nvPr/>
          </p:nvSpPr>
          <p:spPr>
            <a:xfrm>
              <a:off x="6987342" y="2323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2" name="pt36662"/>
            <p:cNvSpPr/>
            <p:nvPr/>
          </p:nvSpPr>
          <p:spPr>
            <a:xfrm>
              <a:off x="7150163" y="2084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3" name="pt36663"/>
            <p:cNvSpPr/>
            <p:nvPr/>
          </p:nvSpPr>
          <p:spPr>
            <a:xfrm>
              <a:off x="7138278" y="2020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4" name="pt36664"/>
            <p:cNvSpPr/>
            <p:nvPr/>
          </p:nvSpPr>
          <p:spPr>
            <a:xfrm>
              <a:off x="7555590" y="2477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5" name="pt36665"/>
            <p:cNvSpPr/>
            <p:nvPr/>
          </p:nvSpPr>
          <p:spPr>
            <a:xfrm>
              <a:off x="7066860" y="2164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6" name="pt36666"/>
            <p:cNvSpPr/>
            <p:nvPr/>
          </p:nvSpPr>
          <p:spPr>
            <a:xfrm>
              <a:off x="6922331" y="1985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7" name="pt36667"/>
            <p:cNvSpPr/>
            <p:nvPr/>
          </p:nvSpPr>
          <p:spPr>
            <a:xfrm>
              <a:off x="6768873" y="2087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8" name="pt36668"/>
            <p:cNvSpPr/>
            <p:nvPr/>
          </p:nvSpPr>
          <p:spPr>
            <a:xfrm>
              <a:off x="7186436" y="1753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9" name="pt36669"/>
            <p:cNvSpPr/>
            <p:nvPr/>
          </p:nvSpPr>
          <p:spPr>
            <a:xfrm>
              <a:off x="7155378" y="2259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0" name="pt36670"/>
            <p:cNvSpPr/>
            <p:nvPr/>
          </p:nvSpPr>
          <p:spPr>
            <a:xfrm>
              <a:off x="7051594" y="21138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1" name="pt36671"/>
            <p:cNvSpPr/>
            <p:nvPr/>
          </p:nvSpPr>
          <p:spPr>
            <a:xfrm>
              <a:off x="7247999" y="195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2" name="pt36672"/>
            <p:cNvSpPr/>
            <p:nvPr/>
          </p:nvSpPr>
          <p:spPr>
            <a:xfrm>
              <a:off x="7139144" y="2014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3" name="pt36673"/>
            <p:cNvSpPr/>
            <p:nvPr/>
          </p:nvSpPr>
          <p:spPr>
            <a:xfrm>
              <a:off x="7204276" y="2055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4" name="pt36674"/>
            <p:cNvSpPr/>
            <p:nvPr/>
          </p:nvSpPr>
          <p:spPr>
            <a:xfrm>
              <a:off x="7366312" y="2659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5" name="pt36675"/>
            <p:cNvSpPr/>
            <p:nvPr/>
          </p:nvSpPr>
          <p:spPr>
            <a:xfrm>
              <a:off x="7256893" y="2073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6" name="pt36676"/>
            <p:cNvSpPr/>
            <p:nvPr/>
          </p:nvSpPr>
          <p:spPr>
            <a:xfrm>
              <a:off x="7084201" y="2135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7" name="pt36677"/>
            <p:cNvSpPr/>
            <p:nvPr/>
          </p:nvSpPr>
          <p:spPr>
            <a:xfrm>
              <a:off x="6997240" y="2213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8" name="pt36678"/>
            <p:cNvSpPr/>
            <p:nvPr/>
          </p:nvSpPr>
          <p:spPr>
            <a:xfrm>
              <a:off x="6922519" y="2006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9" name="pt36679"/>
            <p:cNvSpPr/>
            <p:nvPr/>
          </p:nvSpPr>
          <p:spPr>
            <a:xfrm>
              <a:off x="7305674" y="2439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0" name="pt36680"/>
            <p:cNvSpPr/>
            <p:nvPr/>
          </p:nvSpPr>
          <p:spPr>
            <a:xfrm>
              <a:off x="6953732" y="1748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1" name="pt36681"/>
            <p:cNvSpPr/>
            <p:nvPr/>
          </p:nvSpPr>
          <p:spPr>
            <a:xfrm>
              <a:off x="7455526" y="25047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2" name="pt36682"/>
            <p:cNvSpPr/>
            <p:nvPr/>
          </p:nvSpPr>
          <p:spPr>
            <a:xfrm>
              <a:off x="7308663" y="2360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3" name="pt36683"/>
            <p:cNvSpPr/>
            <p:nvPr/>
          </p:nvSpPr>
          <p:spPr>
            <a:xfrm>
              <a:off x="7058129" y="2018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4" name="pt36684"/>
            <p:cNvSpPr/>
            <p:nvPr/>
          </p:nvSpPr>
          <p:spPr>
            <a:xfrm>
              <a:off x="7272524" y="1969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5" name="pt36685"/>
            <p:cNvSpPr/>
            <p:nvPr/>
          </p:nvSpPr>
          <p:spPr>
            <a:xfrm>
              <a:off x="7313771" y="2585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6" name="pt36686"/>
            <p:cNvSpPr/>
            <p:nvPr/>
          </p:nvSpPr>
          <p:spPr>
            <a:xfrm>
              <a:off x="7059070" y="2089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7" name="pt36687"/>
            <p:cNvSpPr/>
            <p:nvPr/>
          </p:nvSpPr>
          <p:spPr>
            <a:xfrm>
              <a:off x="6846999" y="2151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8" name="pt36688"/>
            <p:cNvSpPr/>
            <p:nvPr/>
          </p:nvSpPr>
          <p:spPr>
            <a:xfrm>
              <a:off x="7030584" y="2185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9" name="pt36689"/>
            <p:cNvSpPr/>
            <p:nvPr/>
          </p:nvSpPr>
          <p:spPr>
            <a:xfrm>
              <a:off x="6931844" y="1809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0" name="pt36690"/>
            <p:cNvSpPr/>
            <p:nvPr/>
          </p:nvSpPr>
          <p:spPr>
            <a:xfrm>
              <a:off x="7149252" y="2088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1" name="pt36691"/>
            <p:cNvSpPr/>
            <p:nvPr/>
          </p:nvSpPr>
          <p:spPr>
            <a:xfrm>
              <a:off x="7081832" y="2231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2" name="pt36692"/>
            <p:cNvSpPr/>
            <p:nvPr/>
          </p:nvSpPr>
          <p:spPr>
            <a:xfrm>
              <a:off x="7113005" y="19982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3" name="pt36693"/>
            <p:cNvSpPr/>
            <p:nvPr/>
          </p:nvSpPr>
          <p:spPr>
            <a:xfrm>
              <a:off x="6756007" y="2286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4" name="pt36694"/>
            <p:cNvSpPr/>
            <p:nvPr/>
          </p:nvSpPr>
          <p:spPr>
            <a:xfrm>
              <a:off x="6997761" y="2379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5" name="pt36695"/>
            <p:cNvSpPr/>
            <p:nvPr/>
          </p:nvSpPr>
          <p:spPr>
            <a:xfrm>
              <a:off x="7266063" y="1969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6" name="pt36696"/>
            <p:cNvSpPr/>
            <p:nvPr/>
          </p:nvSpPr>
          <p:spPr>
            <a:xfrm>
              <a:off x="7234000" y="2045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7" name="pt36697"/>
            <p:cNvSpPr/>
            <p:nvPr/>
          </p:nvSpPr>
          <p:spPr>
            <a:xfrm>
              <a:off x="7104088" y="2143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8" name="pt36698"/>
            <p:cNvSpPr/>
            <p:nvPr/>
          </p:nvSpPr>
          <p:spPr>
            <a:xfrm>
              <a:off x="7018593" y="2229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9" name="pt36699"/>
            <p:cNvSpPr/>
            <p:nvPr/>
          </p:nvSpPr>
          <p:spPr>
            <a:xfrm>
              <a:off x="7217108" y="18571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0" name="pt36700"/>
            <p:cNvSpPr/>
            <p:nvPr/>
          </p:nvSpPr>
          <p:spPr>
            <a:xfrm>
              <a:off x="7029081" y="2091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1" name="pt36701"/>
            <p:cNvSpPr/>
            <p:nvPr/>
          </p:nvSpPr>
          <p:spPr>
            <a:xfrm>
              <a:off x="7014217" y="2098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2" name="pt36702"/>
            <p:cNvSpPr/>
            <p:nvPr/>
          </p:nvSpPr>
          <p:spPr>
            <a:xfrm>
              <a:off x="7108519" y="2080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3" name="pt36703"/>
            <p:cNvSpPr/>
            <p:nvPr/>
          </p:nvSpPr>
          <p:spPr>
            <a:xfrm>
              <a:off x="7070890" y="2106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4" name="pt36704"/>
            <p:cNvSpPr/>
            <p:nvPr/>
          </p:nvSpPr>
          <p:spPr>
            <a:xfrm>
              <a:off x="7078489" y="2158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5" name="pt36705"/>
            <p:cNvSpPr/>
            <p:nvPr/>
          </p:nvSpPr>
          <p:spPr>
            <a:xfrm>
              <a:off x="7088827" y="2158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6" name="pt36706"/>
            <p:cNvSpPr/>
            <p:nvPr/>
          </p:nvSpPr>
          <p:spPr>
            <a:xfrm>
              <a:off x="7129888" y="2126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7" name="pt36707"/>
            <p:cNvSpPr/>
            <p:nvPr/>
          </p:nvSpPr>
          <p:spPr>
            <a:xfrm>
              <a:off x="7201738" y="2005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8" name="pt36708"/>
            <p:cNvSpPr/>
            <p:nvPr/>
          </p:nvSpPr>
          <p:spPr>
            <a:xfrm>
              <a:off x="7268732" y="2043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9" name="pt36709"/>
            <p:cNvSpPr/>
            <p:nvPr/>
          </p:nvSpPr>
          <p:spPr>
            <a:xfrm>
              <a:off x="7086423" y="2143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0" name="pt36710"/>
            <p:cNvSpPr/>
            <p:nvPr/>
          </p:nvSpPr>
          <p:spPr>
            <a:xfrm>
              <a:off x="6988126" y="2197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1" name="pt36711"/>
            <p:cNvSpPr/>
            <p:nvPr/>
          </p:nvSpPr>
          <p:spPr>
            <a:xfrm>
              <a:off x="7260828" y="1938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2" name="pt36712"/>
            <p:cNvSpPr/>
            <p:nvPr/>
          </p:nvSpPr>
          <p:spPr>
            <a:xfrm>
              <a:off x="7125046" y="2130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3" name="pt36713"/>
            <p:cNvSpPr/>
            <p:nvPr/>
          </p:nvSpPr>
          <p:spPr>
            <a:xfrm>
              <a:off x="7197023" y="2145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4" name="pt36714"/>
            <p:cNvSpPr/>
            <p:nvPr/>
          </p:nvSpPr>
          <p:spPr>
            <a:xfrm>
              <a:off x="7191829" y="2239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5" name="pt36715"/>
            <p:cNvSpPr/>
            <p:nvPr/>
          </p:nvSpPr>
          <p:spPr>
            <a:xfrm>
              <a:off x="7200644" y="2096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6" name="pt36716"/>
            <p:cNvSpPr/>
            <p:nvPr/>
          </p:nvSpPr>
          <p:spPr>
            <a:xfrm>
              <a:off x="7002349" y="1958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7" name="pt36717"/>
            <p:cNvSpPr/>
            <p:nvPr/>
          </p:nvSpPr>
          <p:spPr>
            <a:xfrm>
              <a:off x="7428106" y="2776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8" name="pt36718"/>
            <p:cNvSpPr/>
            <p:nvPr/>
          </p:nvSpPr>
          <p:spPr>
            <a:xfrm>
              <a:off x="7032039" y="2325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9" name="pt36719"/>
            <p:cNvSpPr/>
            <p:nvPr/>
          </p:nvSpPr>
          <p:spPr>
            <a:xfrm>
              <a:off x="6972751" y="1942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0" name="pt36720"/>
            <p:cNvSpPr/>
            <p:nvPr/>
          </p:nvSpPr>
          <p:spPr>
            <a:xfrm>
              <a:off x="7219558" y="1994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1" name="pt36721"/>
            <p:cNvSpPr/>
            <p:nvPr/>
          </p:nvSpPr>
          <p:spPr>
            <a:xfrm>
              <a:off x="7145989" y="198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2" name="pt36722"/>
            <p:cNvSpPr/>
            <p:nvPr/>
          </p:nvSpPr>
          <p:spPr>
            <a:xfrm>
              <a:off x="6725032" y="2560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3" name="pt36723"/>
            <p:cNvSpPr/>
            <p:nvPr/>
          </p:nvSpPr>
          <p:spPr>
            <a:xfrm>
              <a:off x="7115781" y="1877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4" name="pt36724"/>
            <p:cNvSpPr/>
            <p:nvPr/>
          </p:nvSpPr>
          <p:spPr>
            <a:xfrm>
              <a:off x="6766773" y="1946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5" name="pt36725"/>
            <p:cNvSpPr/>
            <p:nvPr/>
          </p:nvSpPr>
          <p:spPr>
            <a:xfrm>
              <a:off x="7103276" y="2101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6" name="pt36726"/>
            <p:cNvSpPr/>
            <p:nvPr/>
          </p:nvSpPr>
          <p:spPr>
            <a:xfrm>
              <a:off x="7036847" y="2243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7" name="pt36727"/>
            <p:cNvSpPr/>
            <p:nvPr/>
          </p:nvSpPr>
          <p:spPr>
            <a:xfrm>
              <a:off x="7170272" y="2032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8" name="pt36728"/>
            <p:cNvSpPr/>
            <p:nvPr/>
          </p:nvSpPr>
          <p:spPr>
            <a:xfrm>
              <a:off x="6912357" y="1893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9" name="pt36729"/>
            <p:cNvSpPr/>
            <p:nvPr/>
          </p:nvSpPr>
          <p:spPr>
            <a:xfrm>
              <a:off x="6886609" y="2064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0" name="pt36730"/>
            <p:cNvSpPr/>
            <p:nvPr/>
          </p:nvSpPr>
          <p:spPr>
            <a:xfrm>
              <a:off x="6968548" y="2108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1" name="pt36731"/>
            <p:cNvSpPr/>
            <p:nvPr/>
          </p:nvSpPr>
          <p:spPr>
            <a:xfrm>
              <a:off x="7069408" y="2000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2" name="pt36732"/>
            <p:cNvSpPr/>
            <p:nvPr/>
          </p:nvSpPr>
          <p:spPr>
            <a:xfrm>
              <a:off x="7147090" y="1985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3" name="pt36733"/>
            <p:cNvSpPr/>
            <p:nvPr/>
          </p:nvSpPr>
          <p:spPr>
            <a:xfrm>
              <a:off x="7298435" y="2133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4" name="pt36734"/>
            <p:cNvSpPr/>
            <p:nvPr/>
          </p:nvSpPr>
          <p:spPr>
            <a:xfrm>
              <a:off x="7288406" y="2109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5" name="pt36735"/>
            <p:cNvSpPr/>
            <p:nvPr/>
          </p:nvSpPr>
          <p:spPr>
            <a:xfrm>
              <a:off x="7368499" y="2285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6" name="pt36736"/>
            <p:cNvSpPr/>
            <p:nvPr/>
          </p:nvSpPr>
          <p:spPr>
            <a:xfrm>
              <a:off x="7233966" y="1871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7" name="pt36737"/>
            <p:cNvSpPr/>
            <p:nvPr/>
          </p:nvSpPr>
          <p:spPr>
            <a:xfrm>
              <a:off x="7212000" y="1934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8" name="pt36738"/>
            <p:cNvSpPr/>
            <p:nvPr/>
          </p:nvSpPr>
          <p:spPr>
            <a:xfrm>
              <a:off x="7044602" y="2129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9" name="pt36739"/>
            <p:cNvSpPr/>
            <p:nvPr/>
          </p:nvSpPr>
          <p:spPr>
            <a:xfrm>
              <a:off x="7079397" y="2230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0" name="pt36740"/>
            <p:cNvSpPr/>
            <p:nvPr/>
          </p:nvSpPr>
          <p:spPr>
            <a:xfrm>
              <a:off x="7042143" y="2123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1" name="pt36741"/>
            <p:cNvSpPr/>
            <p:nvPr/>
          </p:nvSpPr>
          <p:spPr>
            <a:xfrm>
              <a:off x="7123806" y="2085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2" name="pt36742"/>
            <p:cNvSpPr/>
            <p:nvPr/>
          </p:nvSpPr>
          <p:spPr>
            <a:xfrm>
              <a:off x="6980612" y="2160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3" name="pt36743"/>
            <p:cNvSpPr/>
            <p:nvPr/>
          </p:nvSpPr>
          <p:spPr>
            <a:xfrm>
              <a:off x="6936248" y="1883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4" name="pt36744"/>
            <p:cNvSpPr/>
            <p:nvPr/>
          </p:nvSpPr>
          <p:spPr>
            <a:xfrm>
              <a:off x="7132556" y="2097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5" name="pt36745"/>
            <p:cNvSpPr/>
            <p:nvPr/>
          </p:nvSpPr>
          <p:spPr>
            <a:xfrm>
              <a:off x="6987460" y="2303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6" name="pt36746"/>
            <p:cNvSpPr/>
            <p:nvPr/>
          </p:nvSpPr>
          <p:spPr>
            <a:xfrm>
              <a:off x="6978077" y="2172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7" name="pt36747"/>
            <p:cNvSpPr/>
            <p:nvPr/>
          </p:nvSpPr>
          <p:spPr>
            <a:xfrm>
              <a:off x="6867108" y="2054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8" name="pt36748"/>
            <p:cNvSpPr/>
            <p:nvPr/>
          </p:nvSpPr>
          <p:spPr>
            <a:xfrm>
              <a:off x="7111949" y="2079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9" name="pt36749"/>
            <p:cNvSpPr/>
            <p:nvPr/>
          </p:nvSpPr>
          <p:spPr>
            <a:xfrm>
              <a:off x="7175604" y="2169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0" name="pt36750"/>
            <p:cNvSpPr/>
            <p:nvPr/>
          </p:nvSpPr>
          <p:spPr>
            <a:xfrm>
              <a:off x="6912696" y="1987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1" name="pt36751"/>
            <p:cNvSpPr/>
            <p:nvPr/>
          </p:nvSpPr>
          <p:spPr>
            <a:xfrm>
              <a:off x="7116068" y="1945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2" name="pt36752"/>
            <p:cNvSpPr/>
            <p:nvPr/>
          </p:nvSpPr>
          <p:spPr>
            <a:xfrm>
              <a:off x="7277570" y="1926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3" name="pt36753"/>
            <p:cNvSpPr/>
            <p:nvPr/>
          </p:nvSpPr>
          <p:spPr>
            <a:xfrm>
              <a:off x="7054649" y="1925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4" name="pt36754"/>
            <p:cNvSpPr/>
            <p:nvPr/>
          </p:nvSpPr>
          <p:spPr>
            <a:xfrm>
              <a:off x="7205922" y="1998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5" name="pt36755"/>
            <p:cNvSpPr/>
            <p:nvPr/>
          </p:nvSpPr>
          <p:spPr>
            <a:xfrm>
              <a:off x="7085681" y="2210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6" name="pt36756"/>
            <p:cNvSpPr/>
            <p:nvPr/>
          </p:nvSpPr>
          <p:spPr>
            <a:xfrm>
              <a:off x="7451882" y="2558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7" name="pt36757"/>
            <p:cNvSpPr/>
            <p:nvPr/>
          </p:nvSpPr>
          <p:spPr>
            <a:xfrm>
              <a:off x="6854547" y="228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8" name="pt36758"/>
            <p:cNvSpPr/>
            <p:nvPr/>
          </p:nvSpPr>
          <p:spPr>
            <a:xfrm>
              <a:off x="7078792" y="2163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9" name="pt36759"/>
            <p:cNvSpPr/>
            <p:nvPr/>
          </p:nvSpPr>
          <p:spPr>
            <a:xfrm>
              <a:off x="7436585" y="2849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0" name="pt36760"/>
            <p:cNvSpPr/>
            <p:nvPr/>
          </p:nvSpPr>
          <p:spPr>
            <a:xfrm>
              <a:off x="7037225" y="2239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1" name="pt36761"/>
            <p:cNvSpPr/>
            <p:nvPr/>
          </p:nvSpPr>
          <p:spPr>
            <a:xfrm>
              <a:off x="7100781" y="2280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2" name="pt36762"/>
            <p:cNvSpPr/>
            <p:nvPr/>
          </p:nvSpPr>
          <p:spPr>
            <a:xfrm>
              <a:off x="7060576" y="2196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3" name="pt36763"/>
            <p:cNvSpPr/>
            <p:nvPr/>
          </p:nvSpPr>
          <p:spPr>
            <a:xfrm>
              <a:off x="7254510" y="1999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4" name="pt36764"/>
            <p:cNvSpPr/>
            <p:nvPr/>
          </p:nvSpPr>
          <p:spPr>
            <a:xfrm>
              <a:off x="6840276" y="1898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5" name="pt36765"/>
            <p:cNvSpPr/>
            <p:nvPr/>
          </p:nvSpPr>
          <p:spPr>
            <a:xfrm>
              <a:off x="7312038" y="2483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6" name="pt36766"/>
            <p:cNvSpPr/>
            <p:nvPr/>
          </p:nvSpPr>
          <p:spPr>
            <a:xfrm>
              <a:off x="6831940" y="1629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7" name="pt36767"/>
            <p:cNvSpPr/>
            <p:nvPr/>
          </p:nvSpPr>
          <p:spPr>
            <a:xfrm>
              <a:off x="7316794" y="2646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8" name="pt36768"/>
            <p:cNvSpPr/>
            <p:nvPr/>
          </p:nvSpPr>
          <p:spPr>
            <a:xfrm>
              <a:off x="6995089" y="2307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9" name="pt36769"/>
            <p:cNvSpPr/>
            <p:nvPr/>
          </p:nvSpPr>
          <p:spPr>
            <a:xfrm>
              <a:off x="7068620" y="2143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0" name="pt36770"/>
            <p:cNvSpPr/>
            <p:nvPr/>
          </p:nvSpPr>
          <p:spPr>
            <a:xfrm>
              <a:off x="7127182" y="2107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1" name="pt36771"/>
            <p:cNvSpPr/>
            <p:nvPr/>
          </p:nvSpPr>
          <p:spPr>
            <a:xfrm>
              <a:off x="7222264" y="2008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2" name="pt36772"/>
            <p:cNvSpPr/>
            <p:nvPr/>
          </p:nvSpPr>
          <p:spPr>
            <a:xfrm>
              <a:off x="7091530" y="2208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3" name="pt36773"/>
            <p:cNvSpPr/>
            <p:nvPr/>
          </p:nvSpPr>
          <p:spPr>
            <a:xfrm>
              <a:off x="6784205" y="2474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4" name="pt36774"/>
            <p:cNvSpPr/>
            <p:nvPr/>
          </p:nvSpPr>
          <p:spPr>
            <a:xfrm>
              <a:off x="6850699" y="2200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5" name="pt36775"/>
            <p:cNvSpPr/>
            <p:nvPr/>
          </p:nvSpPr>
          <p:spPr>
            <a:xfrm>
              <a:off x="7098502" y="2359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6" name="pt36776"/>
            <p:cNvSpPr/>
            <p:nvPr/>
          </p:nvSpPr>
          <p:spPr>
            <a:xfrm>
              <a:off x="6938696" y="19474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7" name="pt36777"/>
            <p:cNvSpPr/>
            <p:nvPr/>
          </p:nvSpPr>
          <p:spPr>
            <a:xfrm>
              <a:off x="6930867" y="1819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8" name="pt36778"/>
            <p:cNvSpPr/>
            <p:nvPr/>
          </p:nvSpPr>
          <p:spPr>
            <a:xfrm>
              <a:off x="7197917" y="2153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9" name="pt36779"/>
            <p:cNvSpPr/>
            <p:nvPr/>
          </p:nvSpPr>
          <p:spPr>
            <a:xfrm>
              <a:off x="6912609" y="2001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0" name="pt36780"/>
            <p:cNvSpPr/>
            <p:nvPr/>
          </p:nvSpPr>
          <p:spPr>
            <a:xfrm>
              <a:off x="6677733" y="1544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1" name="pt36781"/>
            <p:cNvSpPr/>
            <p:nvPr/>
          </p:nvSpPr>
          <p:spPr>
            <a:xfrm>
              <a:off x="7102403" y="216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2" name="pt36782"/>
            <p:cNvSpPr/>
            <p:nvPr/>
          </p:nvSpPr>
          <p:spPr>
            <a:xfrm>
              <a:off x="7139927" y="1934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3" name="pt36783"/>
            <p:cNvSpPr/>
            <p:nvPr/>
          </p:nvSpPr>
          <p:spPr>
            <a:xfrm>
              <a:off x="6827041" y="1876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4" name="pt36784"/>
            <p:cNvSpPr/>
            <p:nvPr/>
          </p:nvSpPr>
          <p:spPr>
            <a:xfrm>
              <a:off x="6785144" y="2295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5" name="pt36785"/>
            <p:cNvSpPr/>
            <p:nvPr/>
          </p:nvSpPr>
          <p:spPr>
            <a:xfrm>
              <a:off x="7131767" y="2212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6" name="pt36786"/>
            <p:cNvSpPr/>
            <p:nvPr/>
          </p:nvSpPr>
          <p:spPr>
            <a:xfrm>
              <a:off x="7286331" y="2023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7" name="pt36787"/>
            <p:cNvSpPr/>
            <p:nvPr/>
          </p:nvSpPr>
          <p:spPr>
            <a:xfrm>
              <a:off x="7344080" y="2170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8" name="pt36788"/>
            <p:cNvSpPr/>
            <p:nvPr/>
          </p:nvSpPr>
          <p:spPr>
            <a:xfrm>
              <a:off x="7173834" y="2043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9" name="pt36789"/>
            <p:cNvSpPr/>
            <p:nvPr/>
          </p:nvSpPr>
          <p:spPr>
            <a:xfrm>
              <a:off x="7109218" y="2039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0" name="pt36790"/>
            <p:cNvSpPr/>
            <p:nvPr/>
          </p:nvSpPr>
          <p:spPr>
            <a:xfrm>
              <a:off x="7036269" y="2185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1" name="pt36791"/>
            <p:cNvSpPr/>
            <p:nvPr/>
          </p:nvSpPr>
          <p:spPr>
            <a:xfrm>
              <a:off x="7148914" y="2215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2" name="pt36792"/>
            <p:cNvSpPr/>
            <p:nvPr/>
          </p:nvSpPr>
          <p:spPr>
            <a:xfrm>
              <a:off x="7312382" y="2619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3" name="pt36793"/>
            <p:cNvSpPr/>
            <p:nvPr/>
          </p:nvSpPr>
          <p:spPr>
            <a:xfrm>
              <a:off x="7024747" y="2054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4" name="pt36794"/>
            <p:cNvSpPr/>
            <p:nvPr/>
          </p:nvSpPr>
          <p:spPr>
            <a:xfrm>
              <a:off x="7025475" y="18973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5" name="pt36795"/>
            <p:cNvSpPr/>
            <p:nvPr/>
          </p:nvSpPr>
          <p:spPr>
            <a:xfrm>
              <a:off x="7050536" y="2212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6" name="pt36796"/>
            <p:cNvSpPr/>
            <p:nvPr/>
          </p:nvSpPr>
          <p:spPr>
            <a:xfrm>
              <a:off x="7137384" y="198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7" name="pt36797"/>
            <p:cNvSpPr/>
            <p:nvPr/>
          </p:nvSpPr>
          <p:spPr>
            <a:xfrm>
              <a:off x="6872945" y="2191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8" name="pt36798"/>
            <p:cNvSpPr/>
            <p:nvPr/>
          </p:nvSpPr>
          <p:spPr>
            <a:xfrm>
              <a:off x="6836913" y="1826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9" name="pt36799"/>
            <p:cNvSpPr/>
            <p:nvPr/>
          </p:nvSpPr>
          <p:spPr>
            <a:xfrm>
              <a:off x="7121944" y="2036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0" name="pt36800"/>
            <p:cNvSpPr/>
            <p:nvPr/>
          </p:nvSpPr>
          <p:spPr>
            <a:xfrm>
              <a:off x="7217840" y="1998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1" name="pt36801"/>
            <p:cNvSpPr/>
            <p:nvPr/>
          </p:nvSpPr>
          <p:spPr>
            <a:xfrm>
              <a:off x="6980527" y="2133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2" name="pt36802"/>
            <p:cNvSpPr/>
            <p:nvPr/>
          </p:nvSpPr>
          <p:spPr>
            <a:xfrm>
              <a:off x="7055628" y="2076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3" name="pt36803"/>
            <p:cNvSpPr/>
            <p:nvPr/>
          </p:nvSpPr>
          <p:spPr>
            <a:xfrm>
              <a:off x="7195069" y="1961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4" name="pt36804"/>
            <p:cNvSpPr/>
            <p:nvPr/>
          </p:nvSpPr>
          <p:spPr>
            <a:xfrm>
              <a:off x="7080984" y="2209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5" name="pt36805"/>
            <p:cNvSpPr/>
            <p:nvPr/>
          </p:nvSpPr>
          <p:spPr>
            <a:xfrm>
              <a:off x="6962047" y="1943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6" name="pt36806"/>
            <p:cNvSpPr/>
            <p:nvPr/>
          </p:nvSpPr>
          <p:spPr>
            <a:xfrm>
              <a:off x="7121846" y="2079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7" name="pt36807"/>
            <p:cNvSpPr/>
            <p:nvPr/>
          </p:nvSpPr>
          <p:spPr>
            <a:xfrm>
              <a:off x="6991213" y="22893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8" name="pt36808"/>
            <p:cNvSpPr/>
            <p:nvPr/>
          </p:nvSpPr>
          <p:spPr>
            <a:xfrm>
              <a:off x="7117749" y="1938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9" name="pt36809"/>
            <p:cNvSpPr/>
            <p:nvPr/>
          </p:nvSpPr>
          <p:spPr>
            <a:xfrm>
              <a:off x="7076488" y="2162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0" name="pt36810"/>
            <p:cNvSpPr/>
            <p:nvPr/>
          </p:nvSpPr>
          <p:spPr>
            <a:xfrm>
              <a:off x="6940449" y="1957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1" name="pt36811"/>
            <p:cNvSpPr/>
            <p:nvPr/>
          </p:nvSpPr>
          <p:spPr>
            <a:xfrm>
              <a:off x="7116999" y="1948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2" name="pt36812"/>
            <p:cNvSpPr/>
            <p:nvPr/>
          </p:nvSpPr>
          <p:spPr>
            <a:xfrm>
              <a:off x="7092678" y="226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3" name="pt36813"/>
            <p:cNvSpPr/>
            <p:nvPr/>
          </p:nvSpPr>
          <p:spPr>
            <a:xfrm>
              <a:off x="7285983" y="1883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4" name="pt36814"/>
            <p:cNvSpPr/>
            <p:nvPr/>
          </p:nvSpPr>
          <p:spPr>
            <a:xfrm>
              <a:off x="7099125" y="2263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5" name="pt36815"/>
            <p:cNvSpPr/>
            <p:nvPr/>
          </p:nvSpPr>
          <p:spPr>
            <a:xfrm>
              <a:off x="7395308" y="2639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6" name="pt36816"/>
            <p:cNvSpPr/>
            <p:nvPr/>
          </p:nvSpPr>
          <p:spPr>
            <a:xfrm>
              <a:off x="7138527" y="20070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7" name="pt36817"/>
            <p:cNvSpPr/>
            <p:nvPr/>
          </p:nvSpPr>
          <p:spPr>
            <a:xfrm>
              <a:off x="7073514" y="2034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8" name="pt36818"/>
            <p:cNvSpPr/>
            <p:nvPr/>
          </p:nvSpPr>
          <p:spPr>
            <a:xfrm>
              <a:off x="7126198" y="2097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9" name="pt36819"/>
            <p:cNvSpPr/>
            <p:nvPr/>
          </p:nvSpPr>
          <p:spPr>
            <a:xfrm>
              <a:off x="7186329" y="1823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0" name="pt36820"/>
            <p:cNvSpPr/>
            <p:nvPr/>
          </p:nvSpPr>
          <p:spPr>
            <a:xfrm>
              <a:off x="6964965" y="2055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1" name="pt36821"/>
            <p:cNvSpPr/>
            <p:nvPr/>
          </p:nvSpPr>
          <p:spPr>
            <a:xfrm>
              <a:off x="6881408" y="2118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2" name="pt36822"/>
            <p:cNvSpPr/>
            <p:nvPr/>
          </p:nvSpPr>
          <p:spPr>
            <a:xfrm>
              <a:off x="7107451" y="2108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3" name="pt36823"/>
            <p:cNvSpPr/>
            <p:nvPr/>
          </p:nvSpPr>
          <p:spPr>
            <a:xfrm>
              <a:off x="7106596" y="2033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4" name="pt36824"/>
            <p:cNvSpPr/>
            <p:nvPr/>
          </p:nvSpPr>
          <p:spPr>
            <a:xfrm>
              <a:off x="7335463" y="1999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5" name="pt36825"/>
            <p:cNvSpPr/>
            <p:nvPr/>
          </p:nvSpPr>
          <p:spPr>
            <a:xfrm>
              <a:off x="7339295" y="2214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6" name="pt36826"/>
            <p:cNvSpPr/>
            <p:nvPr/>
          </p:nvSpPr>
          <p:spPr>
            <a:xfrm>
              <a:off x="7161489" y="2159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7" name="pt36827"/>
            <p:cNvSpPr/>
            <p:nvPr/>
          </p:nvSpPr>
          <p:spPr>
            <a:xfrm>
              <a:off x="7087895" y="2101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8" name="pt36828"/>
            <p:cNvSpPr/>
            <p:nvPr/>
          </p:nvSpPr>
          <p:spPr>
            <a:xfrm>
              <a:off x="6948274" y="1884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9" name="pt36829"/>
            <p:cNvSpPr/>
            <p:nvPr/>
          </p:nvSpPr>
          <p:spPr>
            <a:xfrm>
              <a:off x="7244238" y="1987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0" name="pt36830"/>
            <p:cNvSpPr/>
            <p:nvPr/>
          </p:nvSpPr>
          <p:spPr>
            <a:xfrm>
              <a:off x="7901048" y="2490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1" name="pt36831"/>
            <p:cNvSpPr/>
            <p:nvPr/>
          </p:nvSpPr>
          <p:spPr>
            <a:xfrm>
              <a:off x="7058773" y="2070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2" name="pt36832"/>
            <p:cNvSpPr/>
            <p:nvPr/>
          </p:nvSpPr>
          <p:spPr>
            <a:xfrm>
              <a:off x="6942968" y="1966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3" name="pt36833"/>
            <p:cNvSpPr/>
            <p:nvPr/>
          </p:nvSpPr>
          <p:spPr>
            <a:xfrm>
              <a:off x="6992870" y="2262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4" name="pt36834"/>
            <p:cNvSpPr/>
            <p:nvPr/>
          </p:nvSpPr>
          <p:spPr>
            <a:xfrm>
              <a:off x="7022247" y="2023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5" name="pt36835"/>
            <p:cNvSpPr/>
            <p:nvPr/>
          </p:nvSpPr>
          <p:spPr>
            <a:xfrm>
              <a:off x="7035705" y="2192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6" name="pt36836"/>
            <p:cNvSpPr/>
            <p:nvPr/>
          </p:nvSpPr>
          <p:spPr>
            <a:xfrm>
              <a:off x="7139351" y="1977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7" name="pt36837"/>
            <p:cNvSpPr/>
            <p:nvPr/>
          </p:nvSpPr>
          <p:spPr>
            <a:xfrm>
              <a:off x="7164389" y="229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8" name="pt36838"/>
            <p:cNvSpPr/>
            <p:nvPr/>
          </p:nvSpPr>
          <p:spPr>
            <a:xfrm>
              <a:off x="6943414" y="1977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9" name="pt36839"/>
            <p:cNvSpPr/>
            <p:nvPr/>
          </p:nvSpPr>
          <p:spPr>
            <a:xfrm>
              <a:off x="7030358" y="2192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0" name="pt36840"/>
            <p:cNvSpPr/>
            <p:nvPr/>
          </p:nvSpPr>
          <p:spPr>
            <a:xfrm>
              <a:off x="7418840" y="2491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1" name="pt36841"/>
            <p:cNvSpPr/>
            <p:nvPr/>
          </p:nvSpPr>
          <p:spPr>
            <a:xfrm>
              <a:off x="6946663" y="2012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2" name="pt36842"/>
            <p:cNvSpPr/>
            <p:nvPr/>
          </p:nvSpPr>
          <p:spPr>
            <a:xfrm>
              <a:off x="7156977" y="2208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3" name="pt36843"/>
            <p:cNvSpPr/>
            <p:nvPr/>
          </p:nvSpPr>
          <p:spPr>
            <a:xfrm>
              <a:off x="7148553" y="2043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4" name="pt36844"/>
            <p:cNvSpPr/>
            <p:nvPr/>
          </p:nvSpPr>
          <p:spPr>
            <a:xfrm>
              <a:off x="6978979" y="2252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5" name="pt36845"/>
            <p:cNvSpPr/>
            <p:nvPr/>
          </p:nvSpPr>
          <p:spPr>
            <a:xfrm>
              <a:off x="7287972" y="1951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6" name="pt36846"/>
            <p:cNvSpPr/>
            <p:nvPr/>
          </p:nvSpPr>
          <p:spPr>
            <a:xfrm>
              <a:off x="6854344" y="2330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7" name="pt36847"/>
            <p:cNvSpPr/>
            <p:nvPr/>
          </p:nvSpPr>
          <p:spPr>
            <a:xfrm>
              <a:off x="7142659" y="2050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8" name="pt36848"/>
            <p:cNvSpPr/>
            <p:nvPr/>
          </p:nvSpPr>
          <p:spPr>
            <a:xfrm>
              <a:off x="7117008" y="1956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9" name="pt36849"/>
            <p:cNvSpPr/>
            <p:nvPr/>
          </p:nvSpPr>
          <p:spPr>
            <a:xfrm>
              <a:off x="7124776" y="2074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0" name="pt36850"/>
            <p:cNvSpPr/>
            <p:nvPr/>
          </p:nvSpPr>
          <p:spPr>
            <a:xfrm>
              <a:off x="6950443" y="2121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1" name="pt36851"/>
            <p:cNvSpPr/>
            <p:nvPr/>
          </p:nvSpPr>
          <p:spPr>
            <a:xfrm>
              <a:off x="7203565" y="2078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2" name="pt36852"/>
            <p:cNvSpPr/>
            <p:nvPr/>
          </p:nvSpPr>
          <p:spPr>
            <a:xfrm>
              <a:off x="7064164" y="2098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3" name="pt36853"/>
            <p:cNvSpPr/>
            <p:nvPr/>
          </p:nvSpPr>
          <p:spPr>
            <a:xfrm>
              <a:off x="7212425" y="20997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4" name="pt36854"/>
            <p:cNvSpPr/>
            <p:nvPr/>
          </p:nvSpPr>
          <p:spPr>
            <a:xfrm>
              <a:off x="6933225" y="1930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5" name="pt36855"/>
            <p:cNvSpPr/>
            <p:nvPr/>
          </p:nvSpPr>
          <p:spPr>
            <a:xfrm>
              <a:off x="7302353" y="1775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6" name="pt36856"/>
            <p:cNvSpPr/>
            <p:nvPr/>
          </p:nvSpPr>
          <p:spPr>
            <a:xfrm>
              <a:off x="7002484" y="2008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7" name="pt36857"/>
            <p:cNvSpPr/>
            <p:nvPr/>
          </p:nvSpPr>
          <p:spPr>
            <a:xfrm>
              <a:off x="7147050" y="2074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8" name="pt36858"/>
            <p:cNvSpPr/>
            <p:nvPr/>
          </p:nvSpPr>
          <p:spPr>
            <a:xfrm>
              <a:off x="7242040" y="20494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9" name="pt36859"/>
            <p:cNvSpPr/>
            <p:nvPr/>
          </p:nvSpPr>
          <p:spPr>
            <a:xfrm>
              <a:off x="7187953" y="1619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0" name="pt36860"/>
            <p:cNvSpPr/>
            <p:nvPr/>
          </p:nvSpPr>
          <p:spPr>
            <a:xfrm>
              <a:off x="6852467" y="20462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1" name="pt36861"/>
            <p:cNvSpPr/>
            <p:nvPr/>
          </p:nvSpPr>
          <p:spPr>
            <a:xfrm>
              <a:off x="7002599" y="2031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2" name="pt36862"/>
            <p:cNvSpPr/>
            <p:nvPr/>
          </p:nvSpPr>
          <p:spPr>
            <a:xfrm>
              <a:off x="7594492" y="2280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3" name="pt36863"/>
            <p:cNvSpPr/>
            <p:nvPr/>
          </p:nvSpPr>
          <p:spPr>
            <a:xfrm>
              <a:off x="7030091" y="2139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4" name="pt36864"/>
            <p:cNvSpPr/>
            <p:nvPr/>
          </p:nvSpPr>
          <p:spPr>
            <a:xfrm>
              <a:off x="6609798" y="1886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5" name="pt36865"/>
            <p:cNvSpPr/>
            <p:nvPr/>
          </p:nvSpPr>
          <p:spPr>
            <a:xfrm>
              <a:off x="7213893" y="2097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6" name="pt36866"/>
            <p:cNvSpPr/>
            <p:nvPr/>
          </p:nvSpPr>
          <p:spPr>
            <a:xfrm>
              <a:off x="7075147" y="2117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7" name="pt36867"/>
            <p:cNvSpPr/>
            <p:nvPr/>
          </p:nvSpPr>
          <p:spPr>
            <a:xfrm>
              <a:off x="7414314" y="2646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8" name="pt36868"/>
            <p:cNvSpPr/>
            <p:nvPr/>
          </p:nvSpPr>
          <p:spPr>
            <a:xfrm>
              <a:off x="7022719" y="2048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9" name="pt36869"/>
            <p:cNvSpPr/>
            <p:nvPr/>
          </p:nvSpPr>
          <p:spPr>
            <a:xfrm>
              <a:off x="7103518" y="2177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0" name="pt36870"/>
            <p:cNvSpPr/>
            <p:nvPr/>
          </p:nvSpPr>
          <p:spPr>
            <a:xfrm>
              <a:off x="7360773" y="2702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1" name="pt36871"/>
            <p:cNvSpPr/>
            <p:nvPr/>
          </p:nvSpPr>
          <p:spPr>
            <a:xfrm>
              <a:off x="7147979" y="1977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2" name="pt36872"/>
            <p:cNvSpPr/>
            <p:nvPr/>
          </p:nvSpPr>
          <p:spPr>
            <a:xfrm>
              <a:off x="7030328" y="2163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3" name="pt36873"/>
            <p:cNvSpPr/>
            <p:nvPr/>
          </p:nvSpPr>
          <p:spPr>
            <a:xfrm>
              <a:off x="7202639" y="20625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4" name="pt36874"/>
            <p:cNvSpPr/>
            <p:nvPr/>
          </p:nvSpPr>
          <p:spPr>
            <a:xfrm>
              <a:off x="7148775" y="2129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5" name="pt36875"/>
            <p:cNvSpPr/>
            <p:nvPr/>
          </p:nvSpPr>
          <p:spPr>
            <a:xfrm>
              <a:off x="7322654" y="2766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6" name="pt36876"/>
            <p:cNvSpPr/>
            <p:nvPr/>
          </p:nvSpPr>
          <p:spPr>
            <a:xfrm>
              <a:off x="7195133" y="1965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7" name="pt36877"/>
            <p:cNvSpPr/>
            <p:nvPr/>
          </p:nvSpPr>
          <p:spPr>
            <a:xfrm>
              <a:off x="7301430" y="1867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8" name="pt36878"/>
            <p:cNvSpPr/>
            <p:nvPr/>
          </p:nvSpPr>
          <p:spPr>
            <a:xfrm>
              <a:off x="7108197" y="2061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9" name="pt36879"/>
            <p:cNvSpPr/>
            <p:nvPr/>
          </p:nvSpPr>
          <p:spPr>
            <a:xfrm>
              <a:off x="7159684" y="2124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0" name="pt36880"/>
            <p:cNvSpPr/>
            <p:nvPr/>
          </p:nvSpPr>
          <p:spPr>
            <a:xfrm>
              <a:off x="7197832" y="2044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1" name="pt36881"/>
            <p:cNvSpPr/>
            <p:nvPr/>
          </p:nvSpPr>
          <p:spPr>
            <a:xfrm>
              <a:off x="7030458" y="2165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2" name="pt36882"/>
            <p:cNvSpPr/>
            <p:nvPr/>
          </p:nvSpPr>
          <p:spPr>
            <a:xfrm>
              <a:off x="6858371" y="2174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3" name="pt36883"/>
            <p:cNvSpPr/>
            <p:nvPr/>
          </p:nvSpPr>
          <p:spPr>
            <a:xfrm>
              <a:off x="7336254" y="1993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4" name="pt36884"/>
            <p:cNvSpPr/>
            <p:nvPr/>
          </p:nvSpPr>
          <p:spPr>
            <a:xfrm>
              <a:off x="6905383" y="1980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5" name="pt36885"/>
            <p:cNvSpPr/>
            <p:nvPr/>
          </p:nvSpPr>
          <p:spPr>
            <a:xfrm>
              <a:off x="7052313" y="2120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6" name="pt36886"/>
            <p:cNvSpPr/>
            <p:nvPr/>
          </p:nvSpPr>
          <p:spPr>
            <a:xfrm>
              <a:off x="7162594" y="2349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7" name="pt36887"/>
            <p:cNvSpPr/>
            <p:nvPr/>
          </p:nvSpPr>
          <p:spPr>
            <a:xfrm>
              <a:off x="6561657" y="1831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8" name="pt36888"/>
            <p:cNvSpPr/>
            <p:nvPr/>
          </p:nvSpPr>
          <p:spPr>
            <a:xfrm>
              <a:off x="7131081" y="21096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9" name="pt36889"/>
            <p:cNvSpPr/>
            <p:nvPr/>
          </p:nvSpPr>
          <p:spPr>
            <a:xfrm>
              <a:off x="6858630" y="2210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0" name="pt36890"/>
            <p:cNvSpPr/>
            <p:nvPr/>
          </p:nvSpPr>
          <p:spPr>
            <a:xfrm>
              <a:off x="7174089" y="2172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1" name="pt36891"/>
            <p:cNvSpPr/>
            <p:nvPr/>
          </p:nvSpPr>
          <p:spPr>
            <a:xfrm>
              <a:off x="7251704" y="2037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2" name="pt36892"/>
            <p:cNvSpPr/>
            <p:nvPr/>
          </p:nvSpPr>
          <p:spPr>
            <a:xfrm>
              <a:off x="6997484" y="2236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3" name="pt36893"/>
            <p:cNvSpPr/>
            <p:nvPr/>
          </p:nvSpPr>
          <p:spPr>
            <a:xfrm>
              <a:off x="6960001" y="2154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4" name="pt36894"/>
            <p:cNvSpPr/>
            <p:nvPr/>
          </p:nvSpPr>
          <p:spPr>
            <a:xfrm>
              <a:off x="7272080" y="2025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5" name="pt36895"/>
            <p:cNvSpPr/>
            <p:nvPr/>
          </p:nvSpPr>
          <p:spPr>
            <a:xfrm>
              <a:off x="7357871" y="22634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6" name="pt36896"/>
            <p:cNvSpPr/>
            <p:nvPr/>
          </p:nvSpPr>
          <p:spPr>
            <a:xfrm>
              <a:off x="6926121" y="1992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7" name="pt36897"/>
            <p:cNvSpPr/>
            <p:nvPr/>
          </p:nvSpPr>
          <p:spPr>
            <a:xfrm>
              <a:off x="7599832" y="2418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8" name="pt36898"/>
            <p:cNvSpPr/>
            <p:nvPr/>
          </p:nvSpPr>
          <p:spPr>
            <a:xfrm>
              <a:off x="6968310" y="1939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9" name="pt36899"/>
            <p:cNvSpPr/>
            <p:nvPr/>
          </p:nvSpPr>
          <p:spPr>
            <a:xfrm>
              <a:off x="7190019" y="2213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0" name="pt36900"/>
            <p:cNvSpPr/>
            <p:nvPr/>
          </p:nvSpPr>
          <p:spPr>
            <a:xfrm>
              <a:off x="7167027" y="2140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1" name="pt36901"/>
            <p:cNvSpPr/>
            <p:nvPr/>
          </p:nvSpPr>
          <p:spPr>
            <a:xfrm>
              <a:off x="7176997" y="2196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2" name="pt36902"/>
            <p:cNvSpPr/>
            <p:nvPr/>
          </p:nvSpPr>
          <p:spPr>
            <a:xfrm>
              <a:off x="6584847" y="1774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3" name="pt36903"/>
            <p:cNvSpPr/>
            <p:nvPr/>
          </p:nvSpPr>
          <p:spPr>
            <a:xfrm>
              <a:off x="6710252" y="263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4" name="pt36904"/>
            <p:cNvSpPr/>
            <p:nvPr/>
          </p:nvSpPr>
          <p:spPr>
            <a:xfrm>
              <a:off x="7270621" y="1992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5" name="pt36905"/>
            <p:cNvSpPr/>
            <p:nvPr/>
          </p:nvSpPr>
          <p:spPr>
            <a:xfrm>
              <a:off x="7160440" y="2191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6" name="pt36906"/>
            <p:cNvSpPr/>
            <p:nvPr/>
          </p:nvSpPr>
          <p:spPr>
            <a:xfrm>
              <a:off x="7050242" y="2213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7" name="pt36907"/>
            <p:cNvSpPr/>
            <p:nvPr/>
          </p:nvSpPr>
          <p:spPr>
            <a:xfrm>
              <a:off x="7172724" y="2239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8" name="pt36908"/>
            <p:cNvSpPr/>
            <p:nvPr/>
          </p:nvSpPr>
          <p:spPr>
            <a:xfrm>
              <a:off x="6578568" y="1831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9" name="pt36909"/>
            <p:cNvSpPr/>
            <p:nvPr/>
          </p:nvSpPr>
          <p:spPr>
            <a:xfrm>
              <a:off x="7041957" y="2212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0" name="pt36910"/>
            <p:cNvSpPr/>
            <p:nvPr/>
          </p:nvSpPr>
          <p:spPr>
            <a:xfrm>
              <a:off x="7116200" y="1996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1" name="pt36911"/>
            <p:cNvSpPr/>
            <p:nvPr/>
          </p:nvSpPr>
          <p:spPr>
            <a:xfrm>
              <a:off x="7144594" y="2016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2" name="pt36912"/>
            <p:cNvSpPr/>
            <p:nvPr/>
          </p:nvSpPr>
          <p:spPr>
            <a:xfrm>
              <a:off x="7220076" y="2018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3" name="pt36913"/>
            <p:cNvSpPr/>
            <p:nvPr/>
          </p:nvSpPr>
          <p:spPr>
            <a:xfrm>
              <a:off x="7028789" y="1828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4" name="pt36914"/>
            <p:cNvSpPr/>
            <p:nvPr/>
          </p:nvSpPr>
          <p:spPr>
            <a:xfrm>
              <a:off x="7188964" y="2215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5" name="pt36915"/>
            <p:cNvSpPr/>
            <p:nvPr/>
          </p:nvSpPr>
          <p:spPr>
            <a:xfrm>
              <a:off x="7044418" y="2198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6" name="pt36916"/>
            <p:cNvSpPr/>
            <p:nvPr/>
          </p:nvSpPr>
          <p:spPr>
            <a:xfrm>
              <a:off x="6808699" y="2228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7" name="pt36917"/>
            <p:cNvSpPr/>
            <p:nvPr/>
          </p:nvSpPr>
          <p:spPr>
            <a:xfrm>
              <a:off x="7106947" y="2095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8" name="pt36918"/>
            <p:cNvSpPr/>
            <p:nvPr/>
          </p:nvSpPr>
          <p:spPr>
            <a:xfrm>
              <a:off x="7103486" y="207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9" name="pt36919"/>
            <p:cNvSpPr/>
            <p:nvPr/>
          </p:nvSpPr>
          <p:spPr>
            <a:xfrm>
              <a:off x="7370932" y="2653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0" name="pt36920"/>
            <p:cNvSpPr/>
            <p:nvPr/>
          </p:nvSpPr>
          <p:spPr>
            <a:xfrm>
              <a:off x="7128657" y="2105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1" name="pt36921"/>
            <p:cNvSpPr/>
            <p:nvPr/>
          </p:nvSpPr>
          <p:spPr>
            <a:xfrm>
              <a:off x="7188962" y="2257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2" name="pt36922"/>
            <p:cNvSpPr/>
            <p:nvPr/>
          </p:nvSpPr>
          <p:spPr>
            <a:xfrm>
              <a:off x="7315669" y="2464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3" name="pt36923"/>
            <p:cNvSpPr/>
            <p:nvPr/>
          </p:nvSpPr>
          <p:spPr>
            <a:xfrm>
              <a:off x="7036513" y="2190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4" name="pt36924"/>
            <p:cNvSpPr/>
            <p:nvPr/>
          </p:nvSpPr>
          <p:spPr>
            <a:xfrm>
              <a:off x="7159649" y="2184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5" name="pt36925"/>
            <p:cNvSpPr/>
            <p:nvPr/>
          </p:nvSpPr>
          <p:spPr>
            <a:xfrm>
              <a:off x="7040969" y="2170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6" name="pt36926"/>
            <p:cNvSpPr/>
            <p:nvPr/>
          </p:nvSpPr>
          <p:spPr>
            <a:xfrm>
              <a:off x="7062798" y="2226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7" name="pt36927"/>
            <p:cNvSpPr/>
            <p:nvPr/>
          </p:nvSpPr>
          <p:spPr>
            <a:xfrm>
              <a:off x="7187572" y="1763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8" name="pt36928"/>
            <p:cNvSpPr/>
            <p:nvPr/>
          </p:nvSpPr>
          <p:spPr>
            <a:xfrm>
              <a:off x="7171881" y="2157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9" name="pt36929"/>
            <p:cNvSpPr/>
            <p:nvPr/>
          </p:nvSpPr>
          <p:spPr>
            <a:xfrm>
              <a:off x="7199363" y="1913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0" name="pt36930"/>
            <p:cNvSpPr/>
            <p:nvPr/>
          </p:nvSpPr>
          <p:spPr>
            <a:xfrm>
              <a:off x="7026233" y="2092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1" name="pt36931"/>
            <p:cNvSpPr/>
            <p:nvPr/>
          </p:nvSpPr>
          <p:spPr>
            <a:xfrm>
              <a:off x="6893452" y="2019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2" name="pt36932"/>
            <p:cNvSpPr/>
            <p:nvPr/>
          </p:nvSpPr>
          <p:spPr>
            <a:xfrm>
              <a:off x="7106940" y="2090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3" name="pt36933"/>
            <p:cNvSpPr/>
            <p:nvPr/>
          </p:nvSpPr>
          <p:spPr>
            <a:xfrm>
              <a:off x="6938024" y="2061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4" name="pt36934"/>
            <p:cNvSpPr/>
            <p:nvPr/>
          </p:nvSpPr>
          <p:spPr>
            <a:xfrm>
              <a:off x="6972364" y="1690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5" name="pt36935"/>
            <p:cNvSpPr/>
            <p:nvPr/>
          </p:nvSpPr>
          <p:spPr>
            <a:xfrm>
              <a:off x="7087980" y="2148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6" name="pt36936"/>
            <p:cNvSpPr/>
            <p:nvPr/>
          </p:nvSpPr>
          <p:spPr>
            <a:xfrm>
              <a:off x="6999238" y="2113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7" name="pt36937"/>
            <p:cNvSpPr/>
            <p:nvPr/>
          </p:nvSpPr>
          <p:spPr>
            <a:xfrm>
              <a:off x="6915186" y="1941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8" name="pt36938"/>
            <p:cNvSpPr/>
            <p:nvPr/>
          </p:nvSpPr>
          <p:spPr>
            <a:xfrm>
              <a:off x="7056343" y="2074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9" name="pt36939"/>
            <p:cNvSpPr/>
            <p:nvPr/>
          </p:nvSpPr>
          <p:spPr>
            <a:xfrm>
              <a:off x="7044993" y="2197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0" name="pt36940"/>
            <p:cNvSpPr/>
            <p:nvPr/>
          </p:nvSpPr>
          <p:spPr>
            <a:xfrm>
              <a:off x="7240014" y="1917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1" name="pt36941"/>
            <p:cNvSpPr/>
            <p:nvPr/>
          </p:nvSpPr>
          <p:spPr>
            <a:xfrm>
              <a:off x="6854606" y="2222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2" name="pt36942"/>
            <p:cNvSpPr/>
            <p:nvPr/>
          </p:nvSpPr>
          <p:spPr>
            <a:xfrm>
              <a:off x="7300114" y="1866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3" name="pt36943"/>
            <p:cNvSpPr/>
            <p:nvPr/>
          </p:nvSpPr>
          <p:spPr>
            <a:xfrm>
              <a:off x="6971874" y="19790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4" name="pt36944"/>
            <p:cNvSpPr/>
            <p:nvPr/>
          </p:nvSpPr>
          <p:spPr>
            <a:xfrm>
              <a:off x="6997780" y="1896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5" name="pt36945"/>
            <p:cNvSpPr/>
            <p:nvPr/>
          </p:nvSpPr>
          <p:spPr>
            <a:xfrm>
              <a:off x="6959013" y="2028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6" name="pt36946"/>
            <p:cNvSpPr/>
            <p:nvPr/>
          </p:nvSpPr>
          <p:spPr>
            <a:xfrm>
              <a:off x="6910015" y="1925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7" name="pt36947"/>
            <p:cNvSpPr/>
            <p:nvPr/>
          </p:nvSpPr>
          <p:spPr>
            <a:xfrm>
              <a:off x="7203675" y="1905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8" name="pt36948"/>
            <p:cNvSpPr/>
            <p:nvPr/>
          </p:nvSpPr>
          <p:spPr>
            <a:xfrm>
              <a:off x="7199641" y="2140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9" name="pt36949"/>
            <p:cNvSpPr/>
            <p:nvPr/>
          </p:nvSpPr>
          <p:spPr>
            <a:xfrm>
              <a:off x="6918301" y="19489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0" name="pt36950"/>
            <p:cNvSpPr/>
            <p:nvPr/>
          </p:nvSpPr>
          <p:spPr>
            <a:xfrm>
              <a:off x="7212587" y="1893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1" name="pt36951"/>
            <p:cNvSpPr/>
            <p:nvPr/>
          </p:nvSpPr>
          <p:spPr>
            <a:xfrm>
              <a:off x="7185825" y="1837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2" name="pt36952"/>
            <p:cNvSpPr/>
            <p:nvPr/>
          </p:nvSpPr>
          <p:spPr>
            <a:xfrm>
              <a:off x="6817988" y="2114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3" name="pt36953"/>
            <p:cNvSpPr/>
            <p:nvPr/>
          </p:nvSpPr>
          <p:spPr>
            <a:xfrm>
              <a:off x="7088975" y="2130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4" name="pt36954"/>
            <p:cNvSpPr/>
            <p:nvPr/>
          </p:nvSpPr>
          <p:spPr>
            <a:xfrm>
              <a:off x="6715553" y="2576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5" name="pt36955"/>
            <p:cNvSpPr/>
            <p:nvPr/>
          </p:nvSpPr>
          <p:spPr>
            <a:xfrm>
              <a:off x="6676171" y="2205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6" name="pt36956"/>
            <p:cNvSpPr/>
            <p:nvPr/>
          </p:nvSpPr>
          <p:spPr>
            <a:xfrm>
              <a:off x="6700619" y="2722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7" name="pt36957"/>
            <p:cNvSpPr/>
            <p:nvPr/>
          </p:nvSpPr>
          <p:spPr>
            <a:xfrm>
              <a:off x="7231418" y="2056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8" name="pt36958"/>
            <p:cNvSpPr/>
            <p:nvPr/>
          </p:nvSpPr>
          <p:spPr>
            <a:xfrm>
              <a:off x="6832351" y="1966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9" name="pt36959"/>
            <p:cNvSpPr/>
            <p:nvPr/>
          </p:nvSpPr>
          <p:spPr>
            <a:xfrm>
              <a:off x="7138439" y="2009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0" name="pt36960"/>
            <p:cNvSpPr/>
            <p:nvPr/>
          </p:nvSpPr>
          <p:spPr>
            <a:xfrm>
              <a:off x="7301907" y="1848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1" name="pt36961"/>
            <p:cNvSpPr/>
            <p:nvPr/>
          </p:nvSpPr>
          <p:spPr>
            <a:xfrm>
              <a:off x="7374432" y="237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2" name="pt36962"/>
            <p:cNvSpPr/>
            <p:nvPr/>
          </p:nvSpPr>
          <p:spPr>
            <a:xfrm>
              <a:off x="7095386" y="2283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3" name="pt36963"/>
            <p:cNvSpPr/>
            <p:nvPr/>
          </p:nvSpPr>
          <p:spPr>
            <a:xfrm>
              <a:off x="6958542" y="1904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4" name="pt36964"/>
            <p:cNvSpPr/>
            <p:nvPr/>
          </p:nvSpPr>
          <p:spPr>
            <a:xfrm>
              <a:off x="6944191" y="1900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5" name="pt36965"/>
            <p:cNvSpPr/>
            <p:nvPr/>
          </p:nvSpPr>
          <p:spPr>
            <a:xfrm>
              <a:off x="6950917" y="1958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6" name="pt36966"/>
            <p:cNvSpPr/>
            <p:nvPr/>
          </p:nvSpPr>
          <p:spPr>
            <a:xfrm>
              <a:off x="7175223" y="1978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7" name="pt36967"/>
            <p:cNvSpPr/>
            <p:nvPr/>
          </p:nvSpPr>
          <p:spPr>
            <a:xfrm>
              <a:off x="7042719" y="2240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8" name="pt36968"/>
            <p:cNvSpPr/>
            <p:nvPr/>
          </p:nvSpPr>
          <p:spPr>
            <a:xfrm>
              <a:off x="7321633" y="2492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9" name="pt36969"/>
            <p:cNvSpPr/>
            <p:nvPr/>
          </p:nvSpPr>
          <p:spPr>
            <a:xfrm>
              <a:off x="7204943" y="2045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0" name="pt36970"/>
            <p:cNvSpPr/>
            <p:nvPr/>
          </p:nvSpPr>
          <p:spPr>
            <a:xfrm>
              <a:off x="6953425" y="1780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1" name="pt36971"/>
            <p:cNvSpPr/>
            <p:nvPr/>
          </p:nvSpPr>
          <p:spPr>
            <a:xfrm>
              <a:off x="6873560" y="2006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2" name="pt36972"/>
            <p:cNvSpPr/>
            <p:nvPr/>
          </p:nvSpPr>
          <p:spPr>
            <a:xfrm>
              <a:off x="6994325" y="2309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3" name="pt36973"/>
            <p:cNvSpPr/>
            <p:nvPr/>
          </p:nvSpPr>
          <p:spPr>
            <a:xfrm>
              <a:off x="7059316" y="2033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4" name="pt36974"/>
            <p:cNvSpPr/>
            <p:nvPr/>
          </p:nvSpPr>
          <p:spPr>
            <a:xfrm>
              <a:off x="6948838" y="1967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5" name="pt36975"/>
            <p:cNvSpPr/>
            <p:nvPr/>
          </p:nvSpPr>
          <p:spPr>
            <a:xfrm>
              <a:off x="6734663" y="2016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6" name="pt36976"/>
            <p:cNvSpPr/>
            <p:nvPr/>
          </p:nvSpPr>
          <p:spPr>
            <a:xfrm>
              <a:off x="7134372" y="2114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7" name="pt36977"/>
            <p:cNvSpPr/>
            <p:nvPr/>
          </p:nvSpPr>
          <p:spPr>
            <a:xfrm>
              <a:off x="7195380" y="2029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8" name="pt36978"/>
            <p:cNvSpPr/>
            <p:nvPr/>
          </p:nvSpPr>
          <p:spPr>
            <a:xfrm>
              <a:off x="7156619" y="2253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9" name="pt36979"/>
            <p:cNvSpPr/>
            <p:nvPr/>
          </p:nvSpPr>
          <p:spPr>
            <a:xfrm>
              <a:off x="7111384" y="2051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0" name="pt36980"/>
            <p:cNvSpPr/>
            <p:nvPr/>
          </p:nvSpPr>
          <p:spPr>
            <a:xfrm>
              <a:off x="7123928" y="2083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1" name="pt36981"/>
            <p:cNvSpPr/>
            <p:nvPr/>
          </p:nvSpPr>
          <p:spPr>
            <a:xfrm>
              <a:off x="7224659" y="1774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2" name="pt36982"/>
            <p:cNvSpPr/>
            <p:nvPr/>
          </p:nvSpPr>
          <p:spPr>
            <a:xfrm>
              <a:off x="7270037" y="2079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3" name="pt36983"/>
            <p:cNvSpPr/>
            <p:nvPr/>
          </p:nvSpPr>
          <p:spPr>
            <a:xfrm>
              <a:off x="7301518" y="2024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4" name="pt36984"/>
            <p:cNvSpPr/>
            <p:nvPr/>
          </p:nvSpPr>
          <p:spPr>
            <a:xfrm>
              <a:off x="7014731" y="2222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5" name="pt36985"/>
            <p:cNvSpPr/>
            <p:nvPr/>
          </p:nvSpPr>
          <p:spPr>
            <a:xfrm>
              <a:off x="7346879" y="2076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6" name="pt36986"/>
            <p:cNvSpPr/>
            <p:nvPr/>
          </p:nvSpPr>
          <p:spPr>
            <a:xfrm>
              <a:off x="7148314" y="2131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7" name="pt36987"/>
            <p:cNvSpPr/>
            <p:nvPr/>
          </p:nvSpPr>
          <p:spPr>
            <a:xfrm>
              <a:off x="6981643" y="2192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8" name="pt36988"/>
            <p:cNvSpPr/>
            <p:nvPr/>
          </p:nvSpPr>
          <p:spPr>
            <a:xfrm>
              <a:off x="7188812" y="2211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9" name="pt36989"/>
            <p:cNvSpPr/>
            <p:nvPr/>
          </p:nvSpPr>
          <p:spPr>
            <a:xfrm>
              <a:off x="7138574" y="2022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0" name="pt36990"/>
            <p:cNvSpPr/>
            <p:nvPr/>
          </p:nvSpPr>
          <p:spPr>
            <a:xfrm>
              <a:off x="7118477" y="1941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1" name="pt36991"/>
            <p:cNvSpPr/>
            <p:nvPr/>
          </p:nvSpPr>
          <p:spPr>
            <a:xfrm>
              <a:off x="7070710" y="2122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2" name="pt36992"/>
            <p:cNvSpPr/>
            <p:nvPr/>
          </p:nvSpPr>
          <p:spPr>
            <a:xfrm>
              <a:off x="7405120" y="2811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3" name="pt36993"/>
            <p:cNvSpPr/>
            <p:nvPr/>
          </p:nvSpPr>
          <p:spPr>
            <a:xfrm>
              <a:off x="7352973" y="2623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4" name="pt36994"/>
            <p:cNvSpPr/>
            <p:nvPr/>
          </p:nvSpPr>
          <p:spPr>
            <a:xfrm>
              <a:off x="7153542" y="2225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5" name="pt36995"/>
            <p:cNvSpPr/>
            <p:nvPr/>
          </p:nvSpPr>
          <p:spPr>
            <a:xfrm>
              <a:off x="7114095" y="1962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6" name="pt36996"/>
            <p:cNvSpPr/>
            <p:nvPr/>
          </p:nvSpPr>
          <p:spPr>
            <a:xfrm>
              <a:off x="7009688" y="1963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7" name="pt36997"/>
            <p:cNvSpPr/>
            <p:nvPr/>
          </p:nvSpPr>
          <p:spPr>
            <a:xfrm>
              <a:off x="7086189" y="2208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8" name="pt36998"/>
            <p:cNvSpPr/>
            <p:nvPr/>
          </p:nvSpPr>
          <p:spPr>
            <a:xfrm>
              <a:off x="7146653" y="1985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9" name="pt36999"/>
            <p:cNvSpPr/>
            <p:nvPr/>
          </p:nvSpPr>
          <p:spPr>
            <a:xfrm>
              <a:off x="7138601" y="2008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0" name="pt37000"/>
            <p:cNvSpPr/>
            <p:nvPr/>
          </p:nvSpPr>
          <p:spPr>
            <a:xfrm>
              <a:off x="7164337" y="2080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1" name="pt37001"/>
            <p:cNvSpPr/>
            <p:nvPr/>
          </p:nvSpPr>
          <p:spPr>
            <a:xfrm>
              <a:off x="7126715" y="2110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2" name="pt37002"/>
            <p:cNvSpPr/>
            <p:nvPr/>
          </p:nvSpPr>
          <p:spPr>
            <a:xfrm>
              <a:off x="7063692" y="2073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3" name="pt37003"/>
            <p:cNvSpPr/>
            <p:nvPr/>
          </p:nvSpPr>
          <p:spPr>
            <a:xfrm>
              <a:off x="7110158" y="2052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4" name="pt37004"/>
            <p:cNvSpPr/>
            <p:nvPr/>
          </p:nvSpPr>
          <p:spPr>
            <a:xfrm>
              <a:off x="7048498" y="2194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5" name="pt37005"/>
            <p:cNvSpPr/>
            <p:nvPr/>
          </p:nvSpPr>
          <p:spPr>
            <a:xfrm>
              <a:off x="6845533" y="1855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6" name="pt37006"/>
            <p:cNvSpPr/>
            <p:nvPr/>
          </p:nvSpPr>
          <p:spPr>
            <a:xfrm>
              <a:off x="7242841" y="1895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7" name="pt37007"/>
            <p:cNvSpPr/>
            <p:nvPr/>
          </p:nvSpPr>
          <p:spPr>
            <a:xfrm>
              <a:off x="6801552" y="2251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8" name="pt37008"/>
            <p:cNvSpPr/>
            <p:nvPr/>
          </p:nvSpPr>
          <p:spPr>
            <a:xfrm>
              <a:off x="6902858" y="2016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9" name="pt37009"/>
            <p:cNvSpPr/>
            <p:nvPr/>
          </p:nvSpPr>
          <p:spPr>
            <a:xfrm>
              <a:off x="7282840" y="2059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0" name="pt37010"/>
            <p:cNvSpPr/>
            <p:nvPr/>
          </p:nvSpPr>
          <p:spPr>
            <a:xfrm>
              <a:off x="7099221" y="2317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1" name="pt37011"/>
            <p:cNvSpPr/>
            <p:nvPr/>
          </p:nvSpPr>
          <p:spPr>
            <a:xfrm>
              <a:off x="7323822" y="2514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2" name="pt37012"/>
            <p:cNvSpPr/>
            <p:nvPr/>
          </p:nvSpPr>
          <p:spPr>
            <a:xfrm>
              <a:off x="6848861" y="2327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3" name="pt37013"/>
            <p:cNvSpPr/>
            <p:nvPr/>
          </p:nvSpPr>
          <p:spPr>
            <a:xfrm>
              <a:off x="6942106" y="2094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4" name="pt37014"/>
            <p:cNvSpPr/>
            <p:nvPr/>
          </p:nvSpPr>
          <p:spPr>
            <a:xfrm>
              <a:off x="6974851" y="1698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5" name="pt37015"/>
            <p:cNvSpPr/>
            <p:nvPr/>
          </p:nvSpPr>
          <p:spPr>
            <a:xfrm>
              <a:off x="7164199" y="2353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6" name="pt37016"/>
            <p:cNvSpPr/>
            <p:nvPr/>
          </p:nvSpPr>
          <p:spPr>
            <a:xfrm>
              <a:off x="7207925" y="1983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7" name="pt37017"/>
            <p:cNvSpPr/>
            <p:nvPr/>
          </p:nvSpPr>
          <p:spPr>
            <a:xfrm>
              <a:off x="7096864" y="2372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8" name="pt37018"/>
            <p:cNvSpPr/>
            <p:nvPr/>
          </p:nvSpPr>
          <p:spPr>
            <a:xfrm>
              <a:off x="7007747" y="15958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9" name="pt37019"/>
            <p:cNvSpPr/>
            <p:nvPr/>
          </p:nvSpPr>
          <p:spPr>
            <a:xfrm>
              <a:off x="7115557" y="1890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0" name="pt37020"/>
            <p:cNvSpPr/>
            <p:nvPr/>
          </p:nvSpPr>
          <p:spPr>
            <a:xfrm>
              <a:off x="7220302" y="2006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1" name="pt37021"/>
            <p:cNvSpPr/>
            <p:nvPr/>
          </p:nvSpPr>
          <p:spPr>
            <a:xfrm>
              <a:off x="6769099" y="1902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2" name="pt37022"/>
            <p:cNvSpPr/>
            <p:nvPr/>
          </p:nvSpPr>
          <p:spPr>
            <a:xfrm>
              <a:off x="6887065" y="216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3" name="pt37023"/>
            <p:cNvSpPr/>
            <p:nvPr/>
          </p:nvSpPr>
          <p:spPr>
            <a:xfrm>
              <a:off x="7269867" y="1999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4" name="pt37024"/>
            <p:cNvSpPr/>
            <p:nvPr/>
          </p:nvSpPr>
          <p:spPr>
            <a:xfrm>
              <a:off x="7373979" y="2314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5" name="pt37025"/>
            <p:cNvSpPr/>
            <p:nvPr/>
          </p:nvSpPr>
          <p:spPr>
            <a:xfrm>
              <a:off x="7315135" y="2566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6" name="pt37026"/>
            <p:cNvSpPr/>
            <p:nvPr/>
          </p:nvSpPr>
          <p:spPr>
            <a:xfrm>
              <a:off x="7142005" y="1927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7" name="pt37027"/>
            <p:cNvSpPr/>
            <p:nvPr/>
          </p:nvSpPr>
          <p:spPr>
            <a:xfrm>
              <a:off x="7060121" y="228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8" name="pt37028"/>
            <p:cNvSpPr/>
            <p:nvPr/>
          </p:nvSpPr>
          <p:spPr>
            <a:xfrm>
              <a:off x="7296293" y="2166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9" name="pt37029"/>
            <p:cNvSpPr/>
            <p:nvPr/>
          </p:nvSpPr>
          <p:spPr>
            <a:xfrm>
              <a:off x="6907002" y="2083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0" name="pt37030"/>
            <p:cNvSpPr/>
            <p:nvPr/>
          </p:nvSpPr>
          <p:spPr>
            <a:xfrm>
              <a:off x="7070339" y="2180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1" name="pt37031"/>
            <p:cNvSpPr/>
            <p:nvPr/>
          </p:nvSpPr>
          <p:spPr>
            <a:xfrm>
              <a:off x="6988673" y="2254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2" name="pt37032"/>
            <p:cNvSpPr/>
            <p:nvPr/>
          </p:nvSpPr>
          <p:spPr>
            <a:xfrm>
              <a:off x="6990467" y="2388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3" name="pt37033"/>
            <p:cNvSpPr/>
            <p:nvPr/>
          </p:nvSpPr>
          <p:spPr>
            <a:xfrm>
              <a:off x="6946125" y="1904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4" name="pt37034"/>
            <p:cNvSpPr/>
            <p:nvPr/>
          </p:nvSpPr>
          <p:spPr>
            <a:xfrm>
              <a:off x="6958358" y="2054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5" name="pt37035"/>
            <p:cNvSpPr/>
            <p:nvPr/>
          </p:nvSpPr>
          <p:spPr>
            <a:xfrm>
              <a:off x="6917407" y="1863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6" name="pt37036"/>
            <p:cNvSpPr/>
            <p:nvPr/>
          </p:nvSpPr>
          <p:spPr>
            <a:xfrm>
              <a:off x="7061127" y="2174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7" name="pt37037"/>
            <p:cNvSpPr/>
            <p:nvPr/>
          </p:nvSpPr>
          <p:spPr>
            <a:xfrm>
              <a:off x="7401708" y="2591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8" name="pt37038"/>
            <p:cNvSpPr/>
            <p:nvPr/>
          </p:nvSpPr>
          <p:spPr>
            <a:xfrm>
              <a:off x="7096704" y="223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9" name="pt37039"/>
            <p:cNvSpPr/>
            <p:nvPr/>
          </p:nvSpPr>
          <p:spPr>
            <a:xfrm>
              <a:off x="7069075" y="2147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0" name="pt37040"/>
            <p:cNvSpPr/>
            <p:nvPr/>
          </p:nvSpPr>
          <p:spPr>
            <a:xfrm>
              <a:off x="6991198" y="2372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1" name="pt37041"/>
            <p:cNvSpPr/>
            <p:nvPr/>
          </p:nvSpPr>
          <p:spPr>
            <a:xfrm>
              <a:off x="7085493" y="2196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2" name="pt37042"/>
            <p:cNvSpPr/>
            <p:nvPr/>
          </p:nvSpPr>
          <p:spPr>
            <a:xfrm>
              <a:off x="7056984" y="1935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3" name="pt37043"/>
            <p:cNvSpPr/>
            <p:nvPr/>
          </p:nvSpPr>
          <p:spPr>
            <a:xfrm>
              <a:off x="7639885" y="244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4" name="pt37044"/>
            <p:cNvSpPr/>
            <p:nvPr/>
          </p:nvSpPr>
          <p:spPr>
            <a:xfrm>
              <a:off x="7081745" y="21907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5" name="pt37045"/>
            <p:cNvSpPr/>
            <p:nvPr/>
          </p:nvSpPr>
          <p:spPr>
            <a:xfrm>
              <a:off x="7004283" y="1989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6" name="pt37046"/>
            <p:cNvSpPr/>
            <p:nvPr/>
          </p:nvSpPr>
          <p:spPr>
            <a:xfrm>
              <a:off x="7063665" y="2147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7" name="pt37047"/>
            <p:cNvSpPr/>
            <p:nvPr/>
          </p:nvSpPr>
          <p:spPr>
            <a:xfrm>
              <a:off x="7356890" y="2691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8" name="pt37048"/>
            <p:cNvSpPr/>
            <p:nvPr/>
          </p:nvSpPr>
          <p:spPr>
            <a:xfrm>
              <a:off x="7115618" y="1934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9" name="pt37049"/>
            <p:cNvSpPr/>
            <p:nvPr/>
          </p:nvSpPr>
          <p:spPr>
            <a:xfrm>
              <a:off x="7421950" y="239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0" name="pt37050"/>
            <p:cNvSpPr/>
            <p:nvPr/>
          </p:nvSpPr>
          <p:spPr>
            <a:xfrm>
              <a:off x="7232672" y="2104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1" name="pt37051"/>
            <p:cNvSpPr/>
            <p:nvPr/>
          </p:nvSpPr>
          <p:spPr>
            <a:xfrm>
              <a:off x="7778929" y="2405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2" name="pt37052"/>
            <p:cNvSpPr/>
            <p:nvPr/>
          </p:nvSpPr>
          <p:spPr>
            <a:xfrm>
              <a:off x="7294466" y="1890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3" name="pt37053"/>
            <p:cNvSpPr/>
            <p:nvPr/>
          </p:nvSpPr>
          <p:spPr>
            <a:xfrm>
              <a:off x="7126538" y="2149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4" name="pt37054"/>
            <p:cNvSpPr/>
            <p:nvPr/>
          </p:nvSpPr>
          <p:spPr>
            <a:xfrm>
              <a:off x="7015705" y="2296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5" name="pt37055"/>
            <p:cNvSpPr/>
            <p:nvPr/>
          </p:nvSpPr>
          <p:spPr>
            <a:xfrm>
              <a:off x="7130770" y="2159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6" name="pt37056"/>
            <p:cNvSpPr/>
            <p:nvPr/>
          </p:nvSpPr>
          <p:spPr>
            <a:xfrm>
              <a:off x="7238549" y="1945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7" name="pt37057"/>
            <p:cNvSpPr/>
            <p:nvPr/>
          </p:nvSpPr>
          <p:spPr>
            <a:xfrm>
              <a:off x="7142672" y="1989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8" name="pt37058"/>
            <p:cNvSpPr/>
            <p:nvPr/>
          </p:nvSpPr>
          <p:spPr>
            <a:xfrm>
              <a:off x="7146713" y="2042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9" name="pt37059"/>
            <p:cNvSpPr/>
            <p:nvPr/>
          </p:nvSpPr>
          <p:spPr>
            <a:xfrm>
              <a:off x="7261374" y="2049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0" name="pt37060"/>
            <p:cNvSpPr/>
            <p:nvPr/>
          </p:nvSpPr>
          <p:spPr>
            <a:xfrm>
              <a:off x="7172651" y="2095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1" name="pt37061"/>
            <p:cNvSpPr/>
            <p:nvPr/>
          </p:nvSpPr>
          <p:spPr>
            <a:xfrm>
              <a:off x="7170055" y="2035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2" name="pt37062"/>
            <p:cNvSpPr/>
            <p:nvPr/>
          </p:nvSpPr>
          <p:spPr>
            <a:xfrm>
              <a:off x="7032820" y="2203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3" name="pt37063"/>
            <p:cNvSpPr/>
            <p:nvPr/>
          </p:nvSpPr>
          <p:spPr>
            <a:xfrm>
              <a:off x="6864619" y="2032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4" name="pt37064"/>
            <p:cNvSpPr/>
            <p:nvPr/>
          </p:nvSpPr>
          <p:spPr>
            <a:xfrm>
              <a:off x="7069888" y="2082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5" name="pt37065"/>
            <p:cNvSpPr/>
            <p:nvPr/>
          </p:nvSpPr>
          <p:spPr>
            <a:xfrm>
              <a:off x="7102573" y="217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6" name="pt37066"/>
            <p:cNvSpPr/>
            <p:nvPr/>
          </p:nvSpPr>
          <p:spPr>
            <a:xfrm>
              <a:off x="7173916" y="2193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7" name="pt37067"/>
            <p:cNvSpPr/>
            <p:nvPr/>
          </p:nvSpPr>
          <p:spPr>
            <a:xfrm>
              <a:off x="6749996" y="2299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8" name="pt37068"/>
            <p:cNvSpPr/>
            <p:nvPr/>
          </p:nvSpPr>
          <p:spPr>
            <a:xfrm>
              <a:off x="7203778" y="2136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9" name="pt37069"/>
            <p:cNvSpPr/>
            <p:nvPr/>
          </p:nvSpPr>
          <p:spPr>
            <a:xfrm>
              <a:off x="7086861" y="2267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0" name="pt37070"/>
            <p:cNvSpPr/>
            <p:nvPr/>
          </p:nvSpPr>
          <p:spPr>
            <a:xfrm>
              <a:off x="7208267" y="1921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1" name="pt37071"/>
            <p:cNvSpPr/>
            <p:nvPr/>
          </p:nvSpPr>
          <p:spPr>
            <a:xfrm>
              <a:off x="6987982" y="2203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2" name="pt37072"/>
            <p:cNvSpPr/>
            <p:nvPr/>
          </p:nvSpPr>
          <p:spPr>
            <a:xfrm>
              <a:off x="7023578" y="2058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3" name="pt37073"/>
            <p:cNvSpPr/>
            <p:nvPr/>
          </p:nvSpPr>
          <p:spPr>
            <a:xfrm>
              <a:off x="6962882" y="1942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4" name="pt37074"/>
            <p:cNvSpPr/>
            <p:nvPr/>
          </p:nvSpPr>
          <p:spPr>
            <a:xfrm>
              <a:off x="7038546" y="2203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5" name="pt37075"/>
            <p:cNvSpPr/>
            <p:nvPr/>
          </p:nvSpPr>
          <p:spPr>
            <a:xfrm>
              <a:off x="6834996" y="1961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6" name="pt37076"/>
            <p:cNvSpPr/>
            <p:nvPr/>
          </p:nvSpPr>
          <p:spPr>
            <a:xfrm>
              <a:off x="7093639" y="2322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7" name="pt37077"/>
            <p:cNvSpPr/>
            <p:nvPr/>
          </p:nvSpPr>
          <p:spPr>
            <a:xfrm>
              <a:off x="6835590" y="1741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8" name="pt37078"/>
            <p:cNvSpPr/>
            <p:nvPr/>
          </p:nvSpPr>
          <p:spPr>
            <a:xfrm>
              <a:off x="7121353" y="2026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9" name="pt37079"/>
            <p:cNvSpPr/>
            <p:nvPr/>
          </p:nvSpPr>
          <p:spPr>
            <a:xfrm>
              <a:off x="6794871" y="2399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0" name="pt37080"/>
            <p:cNvSpPr/>
            <p:nvPr/>
          </p:nvSpPr>
          <p:spPr>
            <a:xfrm>
              <a:off x="7214150" y="2017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1" name="pt37081"/>
            <p:cNvSpPr/>
            <p:nvPr/>
          </p:nvSpPr>
          <p:spPr>
            <a:xfrm>
              <a:off x="7131261" y="2132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2" name="pt37082"/>
            <p:cNvSpPr/>
            <p:nvPr/>
          </p:nvSpPr>
          <p:spPr>
            <a:xfrm>
              <a:off x="7046508" y="2145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3" name="pt37083"/>
            <p:cNvSpPr/>
            <p:nvPr/>
          </p:nvSpPr>
          <p:spPr>
            <a:xfrm>
              <a:off x="7039305" y="2128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4" name="pt37084"/>
            <p:cNvSpPr/>
            <p:nvPr/>
          </p:nvSpPr>
          <p:spPr>
            <a:xfrm>
              <a:off x="7355493" y="2361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5" name="pt37085"/>
            <p:cNvSpPr/>
            <p:nvPr/>
          </p:nvSpPr>
          <p:spPr>
            <a:xfrm>
              <a:off x="7042569" y="2239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6" name="pt37086"/>
            <p:cNvSpPr/>
            <p:nvPr/>
          </p:nvSpPr>
          <p:spPr>
            <a:xfrm>
              <a:off x="7078359" y="21165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7" name="pt37087"/>
            <p:cNvSpPr/>
            <p:nvPr/>
          </p:nvSpPr>
          <p:spPr>
            <a:xfrm>
              <a:off x="7152926" y="20024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8" name="pt37088"/>
            <p:cNvSpPr/>
            <p:nvPr/>
          </p:nvSpPr>
          <p:spPr>
            <a:xfrm>
              <a:off x="7044746" y="2173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9" name="pt37089"/>
            <p:cNvSpPr/>
            <p:nvPr/>
          </p:nvSpPr>
          <p:spPr>
            <a:xfrm>
              <a:off x="6734919" y="2396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0" name="pt37090"/>
            <p:cNvSpPr/>
            <p:nvPr/>
          </p:nvSpPr>
          <p:spPr>
            <a:xfrm>
              <a:off x="6951672" y="2040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1" name="pt37091"/>
            <p:cNvSpPr/>
            <p:nvPr/>
          </p:nvSpPr>
          <p:spPr>
            <a:xfrm>
              <a:off x="7055882" y="2035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2" name="pt37092"/>
            <p:cNvSpPr/>
            <p:nvPr/>
          </p:nvSpPr>
          <p:spPr>
            <a:xfrm>
              <a:off x="7084590" y="2077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3" name="pt37093"/>
            <p:cNvSpPr/>
            <p:nvPr/>
          </p:nvSpPr>
          <p:spPr>
            <a:xfrm>
              <a:off x="7014262" y="2269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4" name="pt37094"/>
            <p:cNvSpPr/>
            <p:nvPr/>
          </p:nvSpPr>
          <p:spPr>
            <a:xfrm>
              <a:off x="7028996" y="2162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5" name="pt37095"/>
            <p:cNvSpPr/>
            <p:nvPr/>
          </p:nvSpPr>
          <p:spPr>
            <a:xfrm>
              <a:off x="7046932" y="2084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6" name="pt37096"/>
            <p:cNvSpPr/>
            <p:nvPr/>
          </p:nvSpPr>
          <p:spPr>
            <a:xfrm>
              <a:off x="7129303" y="2138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7" name="pt37097"/>
            <p:cNvSpPr/>
            <p:nvPr/>
          </p:nvSpPr>
          <p:spPr>
            <a:xfrm>
              <a:off x="7169130" y="1955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8" name="pt37098"/>
            <p:cNvSpPr/>
            <p:nvPr/>
          </p:nvSpPr>
          <p:spPr>
            <a:xfrm>
              <a:off x="7237298" y="1982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9" name="pt37099"/>
            <p:cNvSpPr/>
            <p:nvPr/>
          </p:nvSpPr>
          <p:spPr>
            <a:xfrm>
              <a:off x="7042154" y="21731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0" name="pt37100"/>
            <p:cNvSpPr/>
            <p:nvPr/>
          </p:nvSpPr>
          <p:spPr>
            <a:xfrm>
              <a:off x="7024474" y="2093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1" name="pt37101"/>
            <p:cNvSpPr/>
            <p:nvPr/>
          </p:nvSpPr>
          <p:spPr>
            <a:xfrm>
              <a:off x="6998785" y="1999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2" name="pt37102"/>
            <p:cNvSpPr/>
            <p:nvPr/>
          </p:nvSpPr>
          <p:spPr>
            <a:xfrm>
              <a:off x="7236636" y="1871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3" name="pt37103"/>
            <p:cNvSpPr/>
            <p:nvPr/>
          </p:nvSpPr>
          <p:spPr>
            <a:xfrm>
              <a:off x="7093481" y="2228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4" name="pt37104"/>
            <p:cNvSpPr/>
            <p:nvPr/>
          </p:nvSpPr>
          <p:spPr>
            <a:xfrm>
              <a:off x="6875877" y="2095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5" name="pt37105"/>
            <p:cNvSpPr/>
            <p:nvPr/>
          </p:nvSpPr>
          <p:spPr>
            <a:xfrm>
              <a:off x="6987985" y="22065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6" name="pt37106"/>
            <p:cNvSpPr/>
            <p:nvPr/>
          </p:nvSpPr>
          <p:spPr>
            <a:xfrm>
              <a:off x="7111029" y="204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7" name="pt37107"/>
            <p:cNvSpPr/>
            <p:nvPr/>
          </p:nvSpPr>
          <p:spPr>
            <a:xfrm>
              <a:off x="7158840" y="2206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8" name="pt37108"/>
            <p:cNvSpPr/>
            <p:nvPr/>
          </p:nvSpPr>
          <p:spPr>
            <a:xfrm>
              <a:off x="7103211" y="2123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9" name="pt37109"/>
            <p:cNvSpPr/>
            <p:nvPr/>
          </p:nvSpPr>
          <p:spPr>
            <a:xfrm>
              <a:off x="6934271" y="1967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0" name="pt37110"/>
            <p:cNvSpPr/>
            <p:nvPr/>
          </p:nvSpPr>
          <p:spPr>
            <a:xfrm>
              <a:off x="7076440" y="2183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1" name="pt37111"/>
            <p:cNvSpPr/>
            <p:nvPr/>
          </p:nvSpPr>
          <p:spPr>
            <a:xfrm>
              <a:off x="7034183" y="2228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2" name="pt37112"/>
            <p:cNvSpPr/>
            <p:nvPr/>
          </p:nvSpPr>
          <p:spPr>
            <a:xfrm>
              <a:off x="6799246" y="2150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3" name="pt37113"/>
            <p:cNvSpPr/>
            <p:nvPr/>
          </p:nvSpPr>
          <p:spPr>
            <a:xfrm>
              <a:off x="7015200" y="2227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4" name="pt37114"/>
            <p:cNvSpPr/>
            <p:nvPr/>
          </p:nvSpPr>
          <p:spPr>
            <a:xfrm>
              <a:off x="7249930" y="1959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5" name="pt37115"/>
            <p:cNvSpPr/>
            <p:nvPr/>
          </p:nvSpPr>
          <p:spPr>
            <a:xfrm>
              <a:off x="6825395" y="1971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6" name="pt37116"/>
            <p:cNvSpPr/>
            <p:nvPr/>
          </p:nvSpPr>
          <p:spPr>
            <a:xfrm>
              <a:off x="7142007" y="2021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7" name="pt37117"/>
            <p:cNvSpPr/>
            <p:nvPr/>
          </p:nvSpPr>
          <p:spPr>
            <a:xfrm>
              <a:off x="7019872" y="2130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8" name="pt37118"/>
            <p:cNvSpPr/>
            <p:nvPr/>
          </p:nvSpPr>
          <p:spPr>
            <a:xfrm>
              <a:off x="7072286" y="2128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9" name="pt37119"/>
            <p:cNvSpPr/>
            <p:nvPr/>
          </p:nvSpPr>
          <p:spPr>
            <a:xfrm>
              <a:off x="7040831" y="2171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0" name="pt37120"/>
            <p:cNvSpPr/>
            <p:nvPr/>
          </p:nvSpPr>
          <p:spPr>
            <a:xfrm>
              <a:off x="7194635" y="2150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1" name="pt37121"/>
            <p:cNvSpPr/>
            <p:nvPr/>
          </p:nvSpPr>
          <p:spPr>
            <a:xfrm>
              <a:off x="6830227" y="2020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2" name="pt37122"/>
            <p:cNvSpPr/>
            <p:nvPr/>
          </p:nvSpPr>
          <p:spPr>
            <a:xfrm>
              <a:off x="7348242" y="1903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3" name="pt37123"/>
            <p:cNvSpPr/>
            <p:nvPr/>
          </p:nvSpPr>
          <p:spPr>
            <a:xfrm>
              <a:off x="7076641" y="2065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4" name="pt37124"/>
            <p:cNvSpPr/>
            <p:nvPr/>
          </p:nvSpPr>
          <p:spPr>
            <a:xfrm>
              <a:off x="6973335" y="1909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5" name="pt37125"/>
            <p:cNvSpPr/>
            <p:nvPr/>
          </p:nvSpPr>
          <p:spPr>
            <a:xfrm>
              <a:off x="7425721" y="2420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6" name="pt37126"/>
            <p:cNvSpPr/>
            <p:nvPr/>
          </p:nvSpPr>
          <p:spPr>
            <a:xfrm>
              <a:off x="7096614" y="2354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7" name="pt37127"/>
            <p:cNvSpPr/>
            <p:nvPr/>
          </p:nvSpPr>
          <p:spPr>
            <a:xfrm>
              <a:off x="6990203" y="2041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8" name="pt37128"/>
            <p:cNvSpPr/>
            <p:nvPr/>
          </p:nvSpPr>
          <p:spPr>
            <a:xfrm>
              <a:off x="7196336" y="2107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9" name="pt37129"/>
            <p:cNvSpPr/>
            <p:nvPr/>
          </p:nvSpPr>
          <p:spPr>
            <a:xfrm>
              <a:off x="6955138" y="1808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0" name="pt37130"/>
            <p:cNvSpPr/>
            <p:nvPr/>
          </p:nvSpPr>
          <p:spPr>
            <a:xfrm>
              <a:off x="7520214" y="2357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1" name="pt37131"/>
            <p:cNvSpPr/>
            <p:nvPr/>
          </p:nvSpPr>
          <p:spPr>
            <a:xfrm>
              <a:off x="7132292" y="2152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2" name="pt37132"/>
            <p:cNvSpPr/>
            <p:nvPr/>
          </p:nvSpPr>
          <p:spPr>
            <a:xfrm>
              <a:off x="7398435" y="2842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3" name="pt37133"/>
            <p:cNvSpPr/>
            <p:nvPr/>
          </p:nvSpPr>
          <p:spPr>
            <a:xfrm>
              <a:off x="6800777" y="2140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4" name="pt37134"/>
            <p:cNvSpPr/>
            <p:nvPr/>
          </p:nvSpPr>
          <p:spPr>
            <a:xfrm>
              <a:off x="7147265" y="1959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5" name="pt37135"/>
            <p:cNvSpPr/>
            <p:nvPr/>
          </p:nvSpPr>
          <p:spPr>
            <a:xfrm>
              <a:off x="7031817" y="2235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6" name="pt37136"/>
            <p:cNvSpPr/>
            <p:nvPr/>
          </p:nvSpPr>
          <p:spPr>
            <a:xfrm>
              <a:off x="7165306" y="2252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7" name="pt37137"/>
            <p:cNvSpPr/>
            <p:nvPr/>
          </p:nvSpPr>
          <p:spPr>
            <a:xfrm>
              <a:off x="7187031" y="1804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8" name="pt37138"/>
            <p:cNvSpPr/>
            <p:nvPr/>
          </p:nvSpPr>
          <p:spPr>
            <a:xfrm>
              <a:off x="6702147" y="2303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9" name="pt37139"/>
            <p:cNvSpPr/>
            <p:nvPr/>
          </p:nvSpPr>
          <p:spPr>
            <a:xfrm>
              <a:off x="7142904" y="1912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0" name="pt37140"/>
            <p:cNvSpPr/>
            <p:nvPr/>
          </p:nvSpPr>
          <p:spPr>
            <a:xfrm>
              <a:off x="6958478" y="2031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1" name="pt37141"/>
            <p:cNvSpPr/>
            <p:nvPr/>
          </p:nvSpPr>
          <p:spPr>
            <a:xfrm>
              <a:off x="7196563" y="2155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2" name="pt37142"/>
            <p:cNvSpPr/>
            <p:nvPr/>
          </p:nvSpPr>
          <p:spPr>
            <a:xfrm>
              <a:off x="7389252" y="2658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3" name="pt37143"/>
            <p:cNvSpPr/>
            <p:nvPr/>
          </p:nvSpPr>
          <p:spPr>
            <a:xfrm>
              <a:off x="7086809" y="2266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4" name="pt37144"/>
            <p:cNvSpPr/>
            <p:nvPr/>
          </p:nvSpPr>
          <p:spPr>
            <a:xfrm>
              <a:off x="7063416" y="2147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5" name="pt37145"/>
            <p:cNvSpPr/>
            <p:nvPr/>
          </p:nvSpPr>
          <p:spPr>
            <a:xfrm>
              <a:off x="7025831" y="1903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6" name="pt37146"/>
            <p:cNvSpPr/>
            <p:nvPr/>
          </p:nvSpPr>
          <p:spPr>
            <a:xfrm>
              <a:off x="6988516" y="2279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7" name="pt37147"/>
            <p:cNvSpPr/>
            <p:nvPr/>
          </p:nvSpPr>
          <p:spPr>
            <a:xfrm>
              <a:off x="6924142" y="2004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8" name="pt37148"/>
            <p:cNvSpPr/>
            <p:nvPr/>
          </p:nvSpPr>
          <p:spPr>
            <a:xfrm>
              <a:off x="7178433" y="2024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9" name="pt37149"/>
            <p:cNvSpPr/>
            <p:nvPr/>
          </p:nvSpPr>
          <p:spPr>
            <a:xfrm>
              <a:off x="7227799" y="1835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0" name="pt37150"/>
            <p:cNvSpPr/>
            <p:nvPr/>
          </p:nvSpPr>
          <p:spPr>
            <a:xfrm>
              <a:off x="7085091" y="216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1" name="pt37151"/>
            <p:cNvSpPr/>
            <p:nvPr/>
          </p:nvSpPr>
          <p:spPr>
            <a:xfrm>
              <a:off x="7202526" y="2007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2" name="pt37152"/>
            <p:cNvSpPr/>
            <p:nvPr/>
          </p:nvSpPr>
          <p:spPr>
            <a:xfrm>
              <a:off x="7218555" y="2003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3" name="pt37153"/>
            <p:cNvSpPr/>
            <p:nvPr/>
          </p:nvSpPr>
          <p:spPr>
            <a:xfrm>
              <a:off x="7112404" y="19662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4" name="pt37154"/>
            <p:cNvSpPr/>
            <p:nvPr/>
          </p:nvSpPr>
          <p:spPr>
            <a:xfrm>
              <a:off x="7193613" y="2254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5" name="pt37155"/>
            <p:cNvSpPr/>
            <p:nvPr/>
          </p:nvSpPr>
          <p:spPr>
            <a:xfrm>
              <a:off x="7063550" y="2172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6" name="pt37156"/>
            <p:cNvSpPr/>
            <p:nvPr/>
          </p:nvSpPr>
          <p:spPr>
            <a:xfrm>
              <a:off x="7006733" y="1696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7" name="pt37157"/>
            <p:cNvSpPr/>
            <p:nvPr/>
          </p:nvSpPr>
          <p:spPr>
            <a:xfrm>
              <a:off x="7165534" y="2010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8" name="pt37158"/>
            <p:cNvSpPr/>
            <p:nvPr/>
          </p:nvSpPr>
          <p:spPr>
            <a:xfrm>
              <a:off x="7175301" y="205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9" name="pt37159"/>
            <p:cNvSpPr/>
            <p:nvPr/>
          </p:nvSpPr>
          <p:spPr>
            <a:xfrm>
              <a:off x="7106404" y="2025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0" name="pt37160"/>
            <p:cNvSpPr/>
            <p:nvPr/>
          </p:nvSpPr>
          <p:spPr>
            <a:xfrm>
              <a:off x="7206773" y="1977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1" name="pt37161"/>
            <p:cNvSpPr/>
            <p:nvPr/>
          </p:nvSpPr>
          <p:spPr>
            <a:xfrm>
              <a:off x="6694342" y="1591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2" name="pt37162"/>
            <p:cNvSpPr/>
            <p:nvPr/>
          </p:nvSpPr>
          <p:spPr>
            <a:xfrm>
              <a:off x="7256606" y="20097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3" name="pt37163"/>
            <p:cNvSpPr/>
            <p:nvPr/>
          </p:nvSpPr>
          <p:spPr>
            <a:xfrm>
              <a:off x="7064199" y="2051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4" name="pt37164"/>
            <p:cNvSpPr/>
            <p:nvPr/>
          </p:nvSpPr>
          <p:spPr>
            <a:xfrm>
              <a:off x="7160583" y="2157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5" name="pt37165"/>
            <p:cNvSpPr/>
            <p:nvPr/>
          </p:nvSpPr>
          <p:spPr>
            <a:xfrm>
              <a:off x="7037306" y="2127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6" name="pt37166"/>
            <p:cNvSpPr/>
            <p:nvPr/>
          </p:nvSpPr>
          <p:spPr>
            <a:xfrm>
              <a:off x="7133993" y="2070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7" name="pt37167"/>
            <p:cNvSpPr/>
            <p:nvPr/>
          </p:nvSpPr>
          <p:spPr>
            <a:xfrm>
              <a:off x="6861371" y="2156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8" name="pt37168"/>
            <p:cNvSpPr/>
            <p:nvPr/>
          </p:nvSpPr>
          <p:spPr>
            <a:xfrm>
              <a:off x="6889604" y="2035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9" name="pt37169"/>
            <p:cNvSpPr/>
            <p:nvPr/>
          </p:nvSpPr>
          <p:spPr>
            <a:xfrm>
              <a:off x="7234486" y="1822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0" name="pt37170"/>
            <p:cNvSpPr/>
            <p:nvPr/>
          </p:nvSpPr>
          <p:spPr>
            <a:xfrm>
              <a:off x="7161028" y="2127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1" name="pt37171"/>
            <p:cNvSpPr/>
            <p:nvPr/>
          </p:nvSpPr>
          <p:spPr>
            <a:xfrm>
              <a:off x="7176802" y="2075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2" name="pt37172"/>
            <p:cNvSpPr/>
            <p:nvPr/>
          </p:nvSpPr>
          <p:spPr>
            <a:xfrm>
              <a:off x="7031568" y="2149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3" name="pt37173"/>
            <p:cNvSpPr/>
            <p:nvPr/>
          </p:nvSpPr>
          <p:spPr>
            <a:xfrm>
              <a:off x="6595811" y="1733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4" name="pt37174"/>
            <p:cNvSpPr/>
            <p:nvPr/>
          </p:nvSpPr>
          <p:spPr>
            <a:xfrm>
              <a:off x="7057418" y="2133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5" name="pt37175"/>
            <p:cNvSpPr/>
            <p:nvPr/>
          </p:nvSpPr>
          <p:spPr>
            <a:xfrm>
              <a:off x="7184129" y="1990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6" name="pt37176"/>
            <p:cNvSpPr/>
            <p:nvPr/>
          </p:nvSpPr>
          <p:spPr>
            <a:xfrm>
              <a:off x="7168440" y="2090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7" name="pt37177"/>
            <p:cNvSpPr/>
            <p:nvPr/>
          </p:nvSpPr>
          <p:spPr>
            <a:xfrm>
              <a:off x="7275058" y="2056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8" name="pt37178"/>
            <p:cNvSpPr/>
            <p:nvPr/>
          </p:nvSpPr>
          <p:spPr>
            <a:xfrm>
              <a:off x="7199273" y="1972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9" name="pt37179"/>
            <p:cNvSpPr/>
            <p:nvPr/>
          </p:nvSpPr>
          <p:spPr>
            <a:xfrm>
              <a:off x="7146692" y="2015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0" name="pt37180"/>
            <p:cNvSpPr/>
            <p:nvPr/>
          </p:nvSpPr>
          <p:spPr>
            <a:xfrm>
              <a:off x="7034874" y="2146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1" name="pt37181"/>
            <p:cNvSpPr/>
            <p:nvPr/>
          </p:nvSpPr>
          <p:spPr>
            <a:xfrm>
              <a:off x="6944660" y="1965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2" name="pt37182"/>
            <p:cNvSpPr/>
            <p:nvPr/>
          </p:nvSpPr>
          <p:spPr>
            <a:xfrm>
              <a:off x="6914737" y="1980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3" name="pt37183"/>
            <p:cNvSpPr/>
            <p:nvPr/>
          </p:nvSpPr>
          <p:spPr>
            <a:xfrm>
              <a:off x="7128802" y="19705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4" name="pt37184"/>
            <p:cNvSpPr/>
            <p:nvPr/>
          </p:nvSpPr>
          <p:spPr>
            <a:xfrm>
              <a:off x="7174137" y="2056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5" name="pt37185"/>
            <p:cNvSpPr/>
            <p:nvPr/>
          </p:nvSpPr>
          <p:spPr>
            <a:xfrm>
              <a:off x="6957779" y="2027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6" name="pt37186"/>
            <p:cNvSpPr/>
            <p:nvPr/>
          </p:nvSpPr>
          <p:spPr>
            <a:xfrm>
              <a:off x="6779830" y="2273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7" name="pt37187"/>
            <p:cNvSpPr/>
            <p:nvPr/>
          </p:nvSpPr>
          <p:spPr>
            <a:xfrm>
              <a:off x="7550707" y="2260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8" name="pt37188"/>
            <p:cNvSpPr/>
            <p:nvPr/>
          </p:nvSpPr>
          <p:spPr>
            <a:xfrm>
              <a:off x="6778581" y="2259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9" name="pt37189"/>
            <p:cNvSpPr/>
            <p:nvPr/>
          </p:nvSpPr>
          <p:spPr>
            <a:xfrm>
              <a:off x="6867913" y="2218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0" name="pt37190"/>
            <p:cNvSpPr/>
            <p:nvPr/>
          </p:nvSpPr>
          <p:spPr>
            <a:xfrm>
              <a:off x="7031661" y="2231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1" name="pt37191"/>
            <p:cNvSpPr/>
            <p:nvPr/>
          </p:nvSpPr>
          <p:spPr>
            <a:xfrm>
              <a:off x="6924583" y="2026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2" name="pt37192"/>
            <p:cNvSpPr/>
            <p:nvPr/>
          </p:nvSpPr>
          <p:spPr>
            <a:xfrm>
              <a:off x="7194243" y="2146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3" name="pt37193"/>
            <p:cNvSpPr/>
            <p:nvPr/>
          </p:nvSpPr>
          <p:spPr>
            <a:xfrm>
              <a:off x="7031914" y="2203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4" name="pt37194"/>
            <p:cNvSpPr/>
            <p:nvPr/>
          </p:nvSpPr>
          <p:spPr>
            <a:xfrm>
              <a:off x="7018940" y="2299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5" name="pt37195"/>
            <p:cNvSpPr/>
            <p:nvPr/>
          </p:nvSpPr>
          <p:spPr>
            <a:xfrm>
              <a:off x="7333387" y="2228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6" name="pt37196"/>
            <p:cNvSpPr/>
            <p:nvPr/>
          </p:nvSpPr>
          <p:spPr>
            <a:xfrm>
              <a:off x="7139510" y="1978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7" name="pt37197"/>
            <p:cNvSpPr/>
            <p:nvPr/>
          </p:nvSpPr>
          <p:spPr>
            <a:xfrm>
              <a:off x="6944744" y="1969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8" name="pt37198"/>
            <p:cNvSpPr/>
            <p:nvPr/>
          </p:nvSpPr>
          <p:spPr>
            <a:xfrm>
              <a:off x="7043089" y="2175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9" name="pt37199"/>
            <p:cNvSpPr/>
            <p:nvPr/>
          </p:nvSpPr>
          <p:spPr>
            <a:xfrm>
              <a:off x="7005853" y="1798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0" name="pt37200"/>
            <p:cNvSpPr/>
            <p:nvPr/>
          </p:nvSpPr>
          <p:spPr>
            <a:xfrm>
              <a:off x="6923650" y="1911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1" name="pt37201"/>
            <p:cNvSpPr/>
            <p:nvPr/>
          </p:nvSpPr>
          <p:spPr>
            <a:xfrm>
              <a:off x="7178552" y="2116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2" name="pt37202"/>
            <p:cNvSpPr/>
            <p:nvPr/>
          </p:nvSpPr>
          <p:spPr>
            <a:xfrm>
              <a:off x="7062875" y="2135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3" name="pt37203"/>
            <p:cNvSpPr/>
            <p:nvPr/>
          </p:nvSpPr>
          <p:spPr>
            <a:xfrm>
              <a:off x="6996446" y="2228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4" name="pt37204"/>
            <p:cNvSpPr/>
            <p:nvPr/>
          </p:nvSpPr>
          <p:spPr>
            <a:xfrm>
              <a:off x="7008278" y="1704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5" name="pt37205"/>
            <p:cNvSpPr/>
            <p:nvPr/>
          </p:nvSpPr>
          <p:spPr>
            <a:xfrm>
              <a:off x="6903555" y="2004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6" name="pt37206"/>
            <p:cNvSpPr/>
            <p:nvPr/>
          </p:nvSpPr>
          <p:spPr>
            <a:xfrm>
              <a:off x="7068592" y="2130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7" name="pt37207"/>
            <p:cNvSpPr/>
            <p:nvPr/>
          </p:nvSpPr>
          <p:spPr>
            <a:xfrm>
              <a:off x="7030520" y="2128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8" name="pt37208"/>
            <p:cNvSpPr/>
            <p:nvPr/>
          </p:nvSpPr>
          <p:spPr>
            <a:xfrm>
              <a:off x="6812409" y="2293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9" name="pt37209"/>
            <p:cNvSpPr/>
            <p:nvPr/>
          </p:nvSpPr>
          <p:spPr>
            <a:xfrm>
              <a:off x="7141079" y="1984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0" name="pt37210"/>
            <p:cNvSpPr/>
            <p:nvPr/>
          </p:nvSpPr>
          <p:spPr>
            <a:xfrm>
              <a:off x="7128995" y="2134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1" name="pt37211"/>
            <p:cNvSpPr/>
            <p:nvPr/>
          </p:nvSpPr>
          <p:spPr>
            <a:xfrm>
              <a:off x="7126481" y="2046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2" name="pt37212"/>
            <p:cNvSpPr/>
            <p:nvPr/>
          </p:nvSpPr>
          <p:spPr>
            <a:xfrm>
              <a:off x="7075493" y="2129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3" name="pt37213"/>
            <p:cNvSpPr/>
            <p:nvPr/>
          </p:nvSpPr>
          <p:spPr>
            <a:xfrm>
              <a:off x="7101697" y="2196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4" name="pt37214"/>
            <p:cNvSpPr/>
            <p:nvPr/>
          </p:nvSpPr>
          <p:spPr>
            <a:xfrm>
              <a:off x="7045233" y="2092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5" name="pt37215"/>
            <p:cNvSpPr/>
            <p:nvPr/>
          </p:nvSpPr>
          <p:spPr>
            <a:xfrm>
              <a:off x="7065080" y="2063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6" name="pt37216"/>
            <p:cNvSpPr/>
            <p:nvPr/>
          </p:nvSpPr>
          <p:spPr>
            <a:xfrm>
              <a:off x="7064698" y="1989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7" name="pt37217"/>
            <p:cNvSpPr/>
            <p:nvPr/>
          </p:nvSpPr>
          <p:spPr>
            <a:xfrm>
              <a:off x="7100642" y="2249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8" name="pt37218"/>
            <p:cNvSpPr/>
            <p:nvPr/>
          </p:nvSpPr>
          <p:spPr>
            <a:xfrm>
              <a:off x="7279849" y="1945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9" name="pt37219"/>
            <p:cNvSpPr/>
            <p:nvPr/>
          </p:nvSpPr>
          <p:spPr>
            <a:xfrm>
              <a:off x="7298945" y="2140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0" name="pt37220"/>
            <p:cNvSpPr/>
            <p:nvPr/>
          </p:nvSpPr>
          <p:spPr>
            <a:xfrm>
              <a:off x="6882664" y="2049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1" name="pt37221"/>
            <p:cNvSpPr/>
            <p:nvPr/>
          </p:nvSpPr>
          <p:spPr>
            <a:xfrm>
              <a:off x="7075109" y="2077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2" name="pt37222"/>
            <p:cNvSpPr/>
            <p:nvPr/>
          </p:nvSpPr>
          <p:spPr>
            <a:xfrm>
              <a:off x="6946679" y="1803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3" name="pt37223"/>
            <p:cNvSpPr/>
            <p:nvPr/>
          </p:nvSpPr>
          <p:spPr>
            <a:xfrm>
              <a:off x="7306136" y="2380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4" name="pt37224"/>
            <p:cNvSpPr/>
            <p:nvPr/>
          </p:nvSpPr>
          <p:spPr>
            <a:xfrm>
              <a:off x="7012446" y="2079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5" name="pt37225"/>
            <p:cNvSpPr/>
            <p:nvPr/>
          </p:nvSpPr>
          <p:spPr>
            <a:xfrm>
              <a:off x="7209946" y="1939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6" name="pt37226"/>
            <p:cNvSpPr/>
            <p:nvPr/>
          </p:nvSpPr>
          <p:spPr>
            <a:xfrm>
              <a:off x="7190968" y="2158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7" name="pt37227"/>
            <p:cNvSpPr/>
            <p:nvPr/>
          </p:nvSpPr>
          <p:spPr>
            <a:xfrm>
              <a:off x="7063472" y="2168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8" name="pt37228"/>
            <p:cNvSpPr/>
            <p:nvPr/>
          </p:nvSpPr>
          <p:spPr>
            <a:xfrm>
              <a:off x="7325930" y="2478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9" name="pt37229"/>
            <p:cNvSpPr/>
            <p:nvPr/>
          </p:nvSpPr>
          <p:spPr>
            <a:xfrm>
              <a:off x="7077880" y="2048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0" name="pt37230"/>
            <p:cNvSpPr/>
            <p:nvPr/>
          </p:nvSpPr>
          <p:spPr>
            <a:xfrm>
              <a:off x="7035354" y="2205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1" name="pt37231"/>
            <p:cNvSpPr/>
            <p:nvPr/>
          </p:nvSpPr>
          <p:spPr>
            <a:xfrm>
              <a:off x="7018574" y="2226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2" name="pt37232"/>
            <p:cNvSpPr/>
            <p:nvPr/>
          </p:nvSpPr>
          <p:spPr>
            <a:xfrm>
              <a:off x="7466304" y="2328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3" name="pt37233"/>
            <p:cNvSpPr/>
            <p:nvPr/>
          </p:nvSpPr>
          <p:spPr>
            <a:xfrm>
              <a:off x="6935293" y="2068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4" name="pt37234"/>
            <p:cNvSpPr/>
            <p:nvPr/>
          </p:nvSpPr>
          <p:spPr>
            <a:xfrm>
              <a:off x="7124356" y="2024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5" name="pt37235"/>
            <p:cNvSpPr/>
            <p:nvPr/>
          </p:nvSpPr>
          <p:spPr>
            <a:xfrm>
              <a:off x="7249948" y="1908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6" name="pt37236"/>
            <p:cNvSpPr/>
            <p:nvPr/>
          </p:nvSpPr>
          <p:spPr>
            <a:xfrm>
              <a:off x="7050373" y="2204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7" name="pt37237"/>
            <p:cNvSpPr/>
            <p:nvPr/>
          </p:nvSpPr>
          <p:spPr>
            <a:xfrm>
              <a:off x="7120931" y="2120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8" name="pt37238"/>
            <p:cNvSpPr/>
            <p:nvPr/>
          </p:nvSpPr>
          <p:spPr>
            <a:xfrm>
              <a:off x="7226170" y="20458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9" name="pt37239"/>
            <p:cNvSpPr/>
            <p:nvPr/>
          </p:nvSpPr>
          <p:spPr>
            <a:xfrm>
              <a:off x="7133767" y="2008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0" name="pt37240"/>
            <p:cNvSpPr/>
            <p:nvPr/>
          </p:nvSpPr>
          <p:spPr>
            <a:xfrm>
              <a:off x="6897138" y="2028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1" name="pt37241"/>
            <p:cNvSpPr/>
            <p:nvPr/>
          </p:nvSpPr>
          <p:spPr>
            <a:xfrm>
              <a:off x="7485329" y="2493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2" name="pt37242"/>
            <p:cNvSpPr/>
            <p:nvPr/>
          </p:nvSpPr>
          <p:spPr>
            <a:xfrm>
              <a:off x="6899573" y="2023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3" name="pt37243"/>
            <p:cNvSpPr/>
            <p:nvPr/>
          </p:nvSpPr>
          <p:spPr>
            <a:xfrm>
              <a:off x="7138215" y="1942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4" name="pt37244"/>
            <p:cNvSpPr/>
            <p:nvPr/>
          </p:nvSpPr>
          <p:spPr>
            <a:xfrm>
              <a:off x="7006403" y="17049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5" name="pt37245"/>
            <p:cNvSpPr/>
            <p:nvPr/>
          </p:nvSpPr>
          <p:spPr>
            <a:xfrm>
              <a:off x="7076858" y="2118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6" name="pt37246"/>
            <p:cNvSpPr/>
            <p:nvPr/>
          </p:nvSpPr>
          <p:spPr>
            <a:xfrm>
              <a:off x="7081279" y="21974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7" name="pt37247"/>
            <p:cNvSpPr/>
            <p:nvPr/>
          </p:nvSpPr>
          <p:spPr>
            <a:xfrm>
              <a:off x="7223638" y="2029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8" name="pt37248"/>
            <p:cNvSpPr/>
            <p:nvPr/>
          </p:nvSpPr>
          <p:spPr>
            <a:xfrm>
              <a:off x="6825378" y="1976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9" name="pt37249"/>
            <p:cNvSpPr/>
            <p:nvPr/>
          </p:nvSpPr>
          <p:spPr>
            <a:xfrm>
              <a:off x="7089827" y="2282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0" name="pt37250"/>
            <p:cNvSpPr/>
            <p:nvPr/>
          </p:nvSpPr>
          <p:spPr>
            <a:xfrm>
              <a:off x="7152009" y="2025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1" name="pt37251"/>
            <p:cNvSpPr/>
            <p:nvPr/>
          </p:nvSpPr>
          <p:spPr>
            <a:xfrm>
              <a:off x="7210750" y="2077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2" name="pt37252"/>
            <p:cNvSpPr/>
            <p:nvPr/>
          </p:nvSpPr>
          <p:spPr>
            <a:xfrm>
              <a:off x="7000995" y="2099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3" name="pt37253"/>
            <p:cNvSpPr/>
            <p:nvPr/>
          </p:nvSpPr>
          <p:spPr>
            <a:xfrm>
              <a:off x="7135770" y="2050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4" name="pt37254"/>
            <p:cNvSpPr/>
            <p:nvPr/>
          </p:nvSpPr>
          <p:spPr>
            <a:xfrm>
              <a:off x="7049846" y="2208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5" name="pt37255"/>
            <p:cNvSpPr/>
            <p:nvPr/>
          </p:nvSpPr>
          <p:spPr>
            <a:xfrm>
              <a:off x="7299095" y="2111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6" name="pt37256"/>
            <p:cNvSpPr/>
            <p:nvPr/>
          </p:nvSpPr>
          <p:spPr>
            <a:xfrm>
              <a:off x="7224367" y="2029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7" name="pt37257"/>
            <p:cNvSpPr/>
            <p:nvPr/>
          </p:nvSpPr>
          <p:spPr>
            <a:xfrm>
              <a:off x="7015114" y="2240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8" name="pt37258"/>
            <p:cNvSpPr/>
            <p:nvPr/>
          </p:nvSpPr>
          <p:spPr>
            <a:xfrm>
              <a:off x="6988002" y="2230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9" name="pt37259"/>
            <p:cNvSpPr/>
            <p:nvPr/>
          </p:nvSpPr>
          <p:spPr>
            <a:xfrm>
              <a:off x="6646218" y="153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0" name="pt37260"/>
            <p:cNvSpPr/>
            <p:nvPr/>
          </p:nvSpPr>
          <p:spPr>
            <a:xfrm>
              <a:off x="6881061" y="2116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1" name="pt37261"/>
            <p:cNvSpPr/>
            <p:nvPr/>
          </p:nvSpPr>
          <p:spPr>
            <a:xfrm>
              <a:off x="6829925" y="1914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2" name="pt37262"/>
            <p:cNvSpPr/>
            <p:nvPr/>
          </p:nvSpPr>
          <p:spPr>
            <a:xfrm>
              <a:off x="7122267" y="2063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3" name="pt37263"/>
            <p:cNvSpPr/>
            <p:nvPr/>
          </p:nvSpPr>
          <p:spPr>
            <a:xfrm>
              <a:off x="7073045" y="2111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4" name="pt37264"/>
            <p:cNvSpPr/>
            <p:nvPr/>
          </p:nvSpPr>
          <p:spPr>
            <a:xfrm>
              <a:off x="7036741" y="2227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5" name="pt37265"/>
            <p:cNvSpPr/>
            <p:nvPr/>
          </p:nvSpPr>
          <p:spPr>
            <a:xfrm>
              <a:off x="7232085" y="1976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6" name="pt37266"/>
            <p:cNvSpPr/>
            <p:nvPr/>
          </p:nvSpPr>
          <p:spPr>
            <a:xfrm>
              <a:off x="7240494" y="1969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7" name="pt37267"/>
            <p:cNvSpPr/>
            <p:nvPr/>
          </p:nvSpPr>
          <p:spPr>
            <a:xfrm>
              <a:off x="7370493" y="2555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8" name="pt37268"/>
            <p:cNvSpPr/>
            <p:nvPr/>
          </p:nvSpPr>
          <p:spPr>
            <a:xfrm>
              <a:off x="6837748" y="1999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9" name="pt37269"/>
            <p:cNvSpPr/>
            <p:nvPr/>
          </p:nvSpPr>
          <p:spPr>
            <a:xfrm>
              <a:off x="7046417" y="2108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0" name="pt37270"/>
            <p:cNvSpPr/>
            <p:nvPr/>
          </p:nvSpPr>
          <p:spPr>
            <a:xfrm>
              <a:off x="7075746" y="2137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1" name="pt37271"/>
            <p:cNvSpPr/>
            <p:nvPr/>
          </p:nvSpPr>
          <p:spPr>
            <a:xfrm>
              <a:off x="7312713" y="2343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2" name="pt37272"/>
            <p:cNvSpPr/>
            <p:nvPr/>
          </p:nvSpPr>
          <p:spPr>
            <a:xfrm>
              <a:off x="6774900" y="2235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3" name="pt37273"/>
            <p:cNvSpPr/>
            <p:nvPr/>
          </p:nvSpPr>
          <p:spPr>
            <a:xfrm>
              <a:off x="7109484" y="20897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4" name="pt37274"/>
            <p:cNvSpPr/>
            <p:nvPr/>
          </p:nvSpPr>
          <p:spPr>
            <a:xfrm>
              <a:off x="7330863" y="2143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5" name="pt37275"/>
            <p:cNvSpPr/>
            <p:nvPr/>
          </p:nvSpPr>
          <p:spPr>
            <a:xfrm>
              <a:off x="7052724" y="2104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6" name="pt37276"/>
            <p:cNvSpPr/>
            <p:nvPr/>
          </p:nvSpPr>
          <p:spPr>
            <a:xfrm>
              <a:off x="7111861" y="1955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7" name="pt37277"/>
            <p:cNvSpPr/>
            <p:nvPr/>
          </p:nvSpPr>
          <p:spPr>
            <a:xfrm>
              <a:off x="7136207" y="2031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8" name="pt37278"/>
            <p:cNvSpPr/>
            <p:nvPr/>
          </p:nvSpPr>
          <p:spPr>
            <a:xfrm>
              <a:off x="7161255" y="2235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9" name="pt37279"/>
            <p:cNvSpPr/>
            <p:nvPr/>
          </p:nvSpPr>
          <p:spPr>
            <a:xfrm>
              <a:off x="7252373" y="1951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0" name="pt37280"/>
            <p:cNvSpPr/>
            <p:nvPr/>
          </p:nvSpPr>
          <p:spPr>
            <a:xfrm>
              <a:off x="7067164" y="2112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1" name="pt37281"/>
            <p:cNvSpPr/>
            <p:nvPr/>
          </p:nvSpPr>
          <p:spPr>
            <a:xfrm>
              <a:off x="7055761" y="2141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2" name="pt37282"/>
            <p:cNvSpPr/>
            <p:nvPr/>
          </p:nvSpPr>
          <p:spPr>
            <a:xfrm>
              <a:off x="7517649" y="2472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3" name="pt37283"/>
            <p:cNvSpPr/>
            <p:nvPr/>
          </p:nvSpPr>
          <p:spPr>
            <a:xfrm>
              <a:off x="6905057" y="2003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4" name="pt37284"/>
            <p:cNvSpPr/>
            <p:nvPr/>
          </p:nvSpPr>
          <p:spPr>
            <a:xfrm>
              <a:off x="7220814" y="1864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5" name="pt37285"/>
            <p:cNvSpPr/>
            <p:nvPr/>
          </p:nvSpPr>
          <p:spPr>
            <a:xfrm>
              <a:off x="7058183" y="2093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6" name="pt37286"/>
            <p:cNvSpPr/>
            <p:nvPr/>
          </p:nvSpPr>
          <p:spPr>
            <a:xfrm>
              <a:off x="7385681" y="2399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7" name="pt37287"/>
            <p:cNvSpPr/>
            <p:nvPr/>
          </p:nvSpPr>
          <p:spPr>
            <a:xfrm>
              <a:off x="7042493" y="2250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8" name="pt37288"/>
            <p:cNvSpPr/>
            <p:nvPr/>
          </p:nvSpPr>
          <p:spPr>
            <a:xfrm>
              <a:off x="7021417" y="2075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9" name="pt37289"/>
            <p:cNvSpPr/>
            <p:nvPr/>
          </p:nvSpPr>
          <p:spPr>
            <a:xfrm>
              <a:off x="7166917" y="2002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0" name="pt37290"/>
            <p:cNvSpPr/>
            <p:nvPr/>
          </p:nvSpPr>
          <p:spPr>
            <a:xfrm>
              <a:off x="7194776" y="2131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1" name="pt37291"/>
            <p:cNvSpPr/>
            <p:nvPr/>
          </p:nvSpPr>
          <p:spPr>
            <a:xfrm>
              <a:off x="7052420" y="2119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2" name="pt37292"/>
            <p:cNvSpPr/>
            <p:nvPr/>
          </p:nvSpPr>
          <p:spPr>
            <a:xfrm>
              <a:off x="6958111" y="1877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3" name="pt37293"/>
            <p:cNvSpPr/>
            <p:nvPr/>
          </p:nvSpPr>
          <p:spPr>
            <a:xfrm>
              <a:off x="6956269" y="1790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4" name="pt37294"/>
            <p:cNvSpPr/>
            <p:nvPr/>
          </p:nvSpPr>
          <p:spPr>
            <a:xfrm>
              <a:off x="7154804" y="2226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5" name="pt37295"/>
            <p:cNvSpPr/>
            <p:nvPr/>
          </p:nvSpPr>
          <p:spPr>
            <a:xfrm>
              <a:off x="7500663" y="2504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6" name="pt37296"/>
            <p:cNvSpPr/>
            <p:nvPr/>
          </p:nvSpPr>
          <p:spPr>
            <a:xfrm>
              <a:off x="6890054" y="20350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7" name="pt37297"/>
            <p:cNvSpPr/>
            <p:nvPr/>
          </p:nvSpPr>
          <p:spPr>
            <a:xfrm>
              <a:off x="7208315" y="2021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8" name="pt37298"/>
            <p:cNvSpPr/>
            <p:nvPr/>
          </p:nvSpPr>
          <p:spPr>
            <a:xfrm>
              <a:off x="7108408" y="2044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9" name="pt37299"/>
            <p:cNvSpPr/>
            <p:nvPr/>
          </p:nvSpPr>
          <p:spPr>
            <a:xfrm>
              <a:off x="6823998" y="17062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0" name="pt37300"/>
            <p:cNvSpPr/>
            <p:nvPr/>
          </p:nvSpPr>
          <p:spPr>
            <a:xfrm>
              <a:off x="7337766" y="2100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1" name="pt37301"/>
            <p:cNvSpPr/>
            <p:nvPr/>
          </p:nvSpPr>
          <p:spPr>
            <a:xfrm>
              <a:off x="7039317" y="2016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2" name="pt37302"/>
            <p:cNvSpPr/>
            <p:nvPr/>
          </p:nvSpPr>
          <p:spPr>
            <a:xfrm>
              <a:off x="7188614" y="22713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3" name="pt37303"/>
            <p:cNvSpPr/>
            <p:nvPr/>
          </p:nvSpPr>
          <p:spPr>
            <a:xfrm>
              <a:off x="7178779" y="2202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4" name="pt37304"/>
            <p:cNvSpPr/>
            <p:nvPr/>
          </p:nvSpPr>
          <p:spPr>
            <a:xfrm>
              <a:off x="6949000" y="1939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5" name="pt37305"/>
            <p:cNvSpPr/>
            <p:nvPr/>
          </p:nvSpPr>
          <p:spPr>
            <a:xfrm>
              <a:off x="7037576" y="2177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6" name="pt37306"/>
            <p:cNvSpPr/>
            <p:nvPr/>
          </p:nvSpPr>
          <p:spPr>
            <a:xfrm>
              <a:off x="7029556" y="202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7" name="pt37307"/>
            <p:cNvSpPr/>
            <p:nvPr/>
          </p:nvSpPr>
          <p:spPr>
            <a:xfrm>
              <a:off x="7063602" y="2088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8" name="pt37308"/>
            <p:cNvSpPr/>
            <p:nvPr/>
          </p:nvSpPr>
          <p:spPr>
            <a:xfrm>
              <a:off x="7339692" y="1972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9" name="pt37309"/>
            <p:cNvSpPr/>
            <p:nvPr/>
          </p:nvSpPr>
          <p:spPr>
            <a:xfrm>
              <a:off x="6737628" y="2153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0" name="pt37310"/>
            <p:cNvSpPr/>
            <p:nvPr/>
          </p:nvSpPr>
          <p:spPr>
            <a:xfrm>
              <a:off x="6812252" y="2246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1" name="pt37311"/>
            <p:cNvSpPr/>
            <p:nvPr/>
          </p:nvSpPr>
          <p:spPr>
            <a:xfrm>
              <a:off x="7248616" y="1892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2" name="pt37312"/>
            <p:cNvSpPr/>
            <p:nvPr/>
          </p:nvSpPr>
          <p:spPr>
            <a:xfrm>
              <a:off x="7107948" y="2094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3" name="pt37313"/>
            <p:cNvSpPr/>
            <p:nvPr/>
          </p:nvSpPr>
          <p:spPr>
            <a:xfrm>
              <a:off x="6971595" y="1904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4" name="pt37314"/>
            <p:cNvSpPr/>
            <p:nvPr/>
          </p:nvSpPr>
          <p:spPr>
            <a:xfrm>
              <a:off x="6974276" y="1727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5" name="pt37315"/>
            <p:cNvSpPr/>
            <p:nvPr/>
          </p:nvSpPr>
          <p:spPr>
            <a:xfrm>
              <a:off x="6883547" y="2169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6" name="pt37316"/>
            <p:cNvSpPr/>
            <p:nvPr/>
          </p:nvSpPr>
          <p:spPr>
            <a:xfrm>
              <a:off x="7186100" y="1896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7" name="pt37317"/>
            <p:cNvSpPr/>
            <p:nvPr/>
          </p:nvSpPr>
          <p:spPr>
            <a:xfrm>
              <a:off x="7068781" y="1933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8" name="pt37318"/>
            <p:cNvSpPr/>
            <p:nvPr/>
          </p:nvSpPr>
          <p:spPr>
            <a:xfrm>
              <a:off x="7053512" y="2111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9" name="pt37319"/>
            <p:cNvSpPr/>
            <p:nvPr/>
          </p:nvSpPr>
          <p:spPr>
            <a:xfrm>
              <a:off x="7127065" y="2079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0" name="pt37320"/>
            <p:cNvSpPr/>
            <p:nvPr/>
          </p:nvSpPr>
          <p:spPr>
            <a:xfrm>
              <a:off x="6710004" y="2719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1" name="pt37321"/>
            <p:cNvSpPr/>
            <p:nvPr/>
          </p:nvSpPr>
          <p:spPr>
            <a:xfrm>
              <a:off x="7034834" y="2170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2" name="pt37322"/>
            <p:cNvSpPr/>
            <p:nvPr/>
          </p:nvSpPr>
          <p:spPr>
            <a:xfrm>
              <a:off x="7093824" y="2293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3" name="pt37323"/>
            <p:cNvSpPr/>
            <p:nvPr/>
          </p:nvSpPr>
          <p:spPr>
            <a:xfrm>
              <a:off x="7268371" y="2005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4" name="pt37324"/>
            <p:cNvSpPr/>
            <p:nvPr/>
          </p:nvSpPr>
          <p:spPr>
            <a:xfrm>
              <a:off x="6961478" y="2034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5" name="pt37325"/>
            <p:cNvSpPr/>
            <p:nvPr/>
          </p:nvSpPr>
          <p:spPr>
            <a:xfrm>
              <a:off x="6743170" y="2410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6" name="pt37326"/>
            <p:cNvSpPr/>
            <p:nvPr/>
          </p:nvSpPr>
          <p:spPr>
            <a:xfrm>
              <a:off x="7058280" y="20472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7" name="pt37327"/>
            <p:cNvSpPr/>
            <p:nvPr/>
          </p:nvSpPr>
          <p:spPr>
            <a:xfrm>
              <a:off x="6973940" y="1948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8" name="pt37328"/>
            <p:cNvSpPr/>
            <p:nvPr/>
          </p:nvSpPr>
          <p:spPr>
            <a:xfrm>
              <a:off x="7057054" y="20530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9" name="pt37329"/>
            <p:cNvSpPr/>
            <p:nvPr/>
          </p:nvSpPr>
          <p:spPr>
            <a:xfrm>
              <a:off x="7246661" y="2068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0" name="pt37330"/>
            <p:cNvSpPr/>
            <p:nvPr/>
          </p:nvSpPr>
          <p:spPr>
            <a:xfrm>
              <a:off x="7258388" y="20285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1" name="pt37331"/>
            <p:cNvSpPr/>
            <p:nvPr/>
          </p:nvSpPr>
          <p:spPr>
            <a:xfrm>
              <a:off x="6999489" y="2059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2" name="pt37332"/>
            <p:cNvSpPr/>
            <p:nvPr/>
          </p:nvSpPr>
          <p:spPr>
            <a:xfrm>
              <a:off x="6928562" y="190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3" name="pt37333"/>
            <p:cNvSpPr/>
            <p:nvPr/>
          </p:nvSpPr>
          <p:spPr>
            <a:xfrm>
              <a:off x="7441358" y="2363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4" name="pt37334"/>
            <p:cNvSpPr/>
            <p:nvPr/>
          </p:nvSpPr>
          <p:spPr>
            <a:xfrm>
              <a:off x="6914725" y="18959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5" name="pt37335"/>
            <p:cNvSpPr/>
            <p:nvPr/>
          </p:nvSpPr>
          <p:spPr>
            <a:xfrm>
              <a:off x="7141157" y="1988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6" name="pt37336"/>
            <p:cNvSpPr/>
            <p:nvPr/>
          </p:nvSpPr>
          <p:spPr>
            <a:xfrm>
              <a:off x="6884264" y="2179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7" name="pt37337"/>
            <p:cNvSpPr/>
            <p:nvPr/>
          </p:nvSpPr>
          <p:spPr>
            <a:xfrm>
              <a:off x="6894835" y="2153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8" name="pt37338"/>
            <p:cNvSpPr/>
            <p:nvPr/>
          </p:nvSpPr>
          <p:spPr>
            <a:xfrm>
              <a:off x="6969580" y="1829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9" name="pt37339"/>
            <p:cNvSpPr/>
            <p:nvPr/>
          </p:nvSpPr>
          <p:spPr>
            <a:xfrm>
              <a:off x="7118820" y="1933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0" name="pt37340"/>
            <p:cNvSpPr/>
            <p:nvPr/>
          </p:nvSpPr>
          <p:spPr>
            <a:xfrm>
              <a:off x="7151891" y="2166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1" name="pt37341"/>
            <p:cNvSpPr/>
            <p:nvPr/>
          </p:nvSpPr>
          <p:spPr>
            <a:xfrm>
              <a:off x="7199231" y="1870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2" name="pt37342"/>
            <p:cNvSpPr/>
            <p:nvPr/>
          </p:nvSpPr>
          <p:spPr>
            <a:xfrm>
              <a:off x="7045398" y="2243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3" name="pt37343"/>
            <p:cNvSpPr/>
            <p:nvPr/>
          </p:nvSpPr>
          <p:spPr>
            <a:xfrm>
              <a:off x="6866909" y="2115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4" name="pt37344"/>
            <p:cNvSpPr/>
            <p:nvPr/>
          </p:nvSpPr>
          <p:spPr>
            <a:xfrm>
              <a:off x="6791319" y="2409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5" name="pt37345"/>
            <p:cNvSpPr/>
            <p:nvPr/>
          </p:nvSpPr>
          <p:spPr>
            <a:xfrm>
              <a:off x="7223206" y="2026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6" name="pt37346"/>
            <p:cNvSpPr/>
            <p:nvPr/>
          </p:nvSpPr>
          <p:spPr>
            <a:xfrm>
              <a:off x="7635281" y="2038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7" name="pt37347"/>
            <p:cNvSpPr/>
            <p:nvPr/>
          </p:nvSpPr>
          <p:spPr>
            <a:xfrm>
              <a:off x="6893988" y="2194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8" name="pt37348"/>
            <p:cNvSpPr/>
            <p:nvPr/>
          </p:nvSpPr>
          <p:spPr>
            <a:xfrm>
              <a:off x="7012814" y="203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9" name="pt37349"/>
            <p:cNvSpPr/>
            <p:nvPr/>
          </p:nvSpPr>
          <p:spPr>
            <a:xfrm>
              <a:off x="6872364" y="21672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0" name="pt37350"/>
            <p:cNvSpPr/>
            <p:nvPr/>
          </p:nvSpPr>
          <p:spPr>
            <a:xfrm>
              <a:off x="7043463" y="2182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1" name="pt37351"/>
            <p:cNvSpPr/>
            <p:nvPr/>
          </p:nvSpPr>
          <p:spPr>
            <a:xfrm>
              <a:off x="7084412" y="2179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2" name="pt37352"/>
            <p:cNvSpPr/>
            <p:nvPr/>
          </p:nvSpPr>
          <p:spPr>
            <a:xfrm>
              <a:off x="7027761" y="2085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3" name="pt37353"/>
            <p:cNvSpPr/>
            <p:nvPr/>
          </p:nvSpPr>
          <p:spPr>
            <a:xfrm>
              <a:off x="6937525" y="20044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4" name="pt37354"/>
            <p:cNvSpPr/>
            <p:nvPr/>
          </p:nvSpPr>
          <p:spPr>
            <a:xfrm>
              <a:off x="7351338" y="2469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5" name="pt37355"/>
            <p:cNvSpPr/>
            <p:nvPr/>
          </p:nvSpPr>
          <p:spPr>
            <a:xfrm>
              <a:off x="7322734" y="2479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6" name="pt37356"/>
            <p:cNvSpPr/>
            <p:nvPr/>
          </p:nvSpPr>
          <p:spPr>
            <a:xfrm>
              <a:off x="7041239" y="2113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7" name="pt37357"/>
            <p:cNvSpPr/>
            <p:nvPr/>
          </p:nvSpPr>
          <p:spPr>
            <a:xfrm>
              <a:off x="7732135" y="2097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8" name="pt37358"/>
            <p:cNvSpPr/>
            <p:nvPr/>
          </p:nvSpPr>
          <p:spPr>
            <a:xfrm>
              <a:off x="7637356" y="2416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9" name="pt37359"/>
            <p:cNvSpPr/>
            <p:nvPr/>
          </p:nvSpPr>
          <p:spPr>
            <a:xfrm>
              <a:off x="7027127" y="2149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0" name="pt37360"/>
            <p:cNvSpPr/>
            <p:nvPr/>
          </p:nvSpPr>
          <p:spPr>
            <a:xfrm>
              <a:off x="7343095" y="2259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1" name="pt37361"/>
            <p:cNvSpPr/>
            <p:nvPr/>
          </p:nvSpPr>
          <p:spPr>
            <a:xfrm>
              <a:off x="7031516" y="2208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2" name="pt37362"/>
            <p:cNvSpPr/>
            <p:nvPr/>
          </p:nvSpPr>
          <p:spPr>
            <a:xfrm>
              <a:off x="7093927" y="2293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3" name="pt37363"/>
            <p:cNvSpPr/>
            <p:nvPr/>
          </p:nvSpPr>
          <p:spPr>
            <a:xfrm>
              <a:off x="7163303" y="2315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4" name="pt37364"/>
            <p:cNvSpPr/>
            <p:nvPr/>
          </p:nvSpPr>
          <p:spPr>
            <a:xfrm>
              <a:off x="6906497" y="18537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5" name="pt37365"/>
            <p:cNvSpPr/>
            <p:nvPr/>
          </p:nvSpPr>
          <p:spPr>
            <a:xfrm>
              <a:off x="7155625" y="2330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6" name="pt37366"/>
            <p:cNvSpPr/>
            <p:nvPr/>
          </p:nvSpPr>
          <p:spPr>
            <a:xfrm>
              <a:off x="7066885" y="2062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7" name="pt37367"/>
            <p:cNvSpPr/>
            <p:nvPr/>
          </p:nvSpPr>
          <p:spPr>
            <a:xfrm>
              <a:off x="7028937" y="2141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8" name="pt37368"/>
            <p:cNvSpPr/>
            <p:nvPr/>
          </p:nvSpPr>
          <p:spPr>
            <a:xfrm>
              <a:off x="6974555" y="1833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9" name="pt37369"/>
            <p:cNvSpPr/>
            <p:nvPr/>
          </p:nvSpPr>
          <p:spPr>
            <a:xfrm>
              <a:off x="6931323" y="19708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0" name="pt37370"/>
            <p:cNvSpPr/>
            <p:nvPr/>
          </p:nvSpPr>
          <p:spPr>
            <a:xfrm>
              <a:off x="6907333" y="1946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1" name="pt37371"/>
            <p:cNvSpPr/>
            <p:nvPr/>
          </p:nvSpPr>
          <p:spPr>
            <a:xfrm>
              <a:off x="7035613" y="2195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2" name="pt37372"/>
            <p:cNvSpPr/>
            <p:nvPr/>
          </p:nvSpPr>
          <p:spPr>
            <a:xfrm>
              <a:off x="7112675" y="2008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3" name="pt37373"/>
            <p:cNvSpPr/>
            <p:nvPr/>
          </p:nvSpPr>
          <p:spPr>
            <a:xfrm>
              <a:off x="7074024" y="20918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4" name="pt37374"/>
            <p:cNvSpPr/>
            <p:nvPr/>
          </p:nvSpPr>
          <p:spPr>
            <a:xfrm>
              <a:off x="6910203" y="1985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5" name="pt37375"/>
            <p:cNvSpPr/>
            <p:nvPr/>
          </p:nvSpPr>
          <p:spPr>
            <a:xfrm>
              <a:off x="7023223" y="2105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6" name="pt37376"/>
            <p:cNvSpPr/>
            <p:nvPr/>
          </p:nvSpPr>
          <p:spPr>
            <a:xfrm>
              <a:off x="6927415" y="1888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7" name="pt37377"/>
            <p:cNvSpPr/>
            <p:nvPr/>
          </p:nvSpPr>
          <p:spPr>
            <a:xfrm>
              <a:off x="7208822" y="2096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8" name="pt37378"/>
            <p:cNvSpPr/>
            <p:nvPr/>
          </p:nvSpPr>
          <p:spPr>
            <a:xfrm>
              <a:off x="7106007" y="2152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9" name="pt37379"/>
            <p:cNvSpPr/>
            <p:nvPr/>
          </p:nvSpPr>
          <p:spPr>
            <a:xfrm>
              <a:off x="6873134" y="2122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0" name="pt37380"/>
            <p:cNvSpPr/>
            <p:nvPr/>
          </p:nvSpPr>
          <p:spPr>
            <a:xfrm>
              <a:off x="7445878" y="2696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1" name="pt37381"/>
            <p:cNvSpPr/>
            <p:nvPr/>
          </p:nvSpPr>
          <p:spPr>
            <a:xfrm>
              <a:off x="6875813" y="2166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2" name="pt37382"/>
            <p:cNvSpPr/>
            <p:nvPr/>
          </p:nvSpPr>
          <p:spPr>
            <a:xfrm>
              <a:off x="7029457" y="1929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3" name="pt37383"/>
            <p:cNvSpPr/>
            <p:nvPr/>
          </p:nvSpPr>
          <p:spPr>
            <a:xfrm>
              <a:off x="7294005" y="2090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4" name="pt37384"/>
            <p:cNvSpPr/>
            <p:nvPr/>
          </p:nvSpPr>
          <p:spPr>
            <a:xfrm>
              <a:off x="7367155" y="2638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5" name="pt37385"/>
            <p:cNvSpPr/>
            <p:nvPr/>
          </p:nvSpPr>
          <p:spPr>
            <a:xfrm>
              <a:off x="6777485" y="2220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6" name="pt37386"/>
            <p:cNvSpPr/>
            <p:nvPr/>
          </p:nvSpPr>
          <p:spPr>
            <a:xfrm>
              <a:off x="7199581" y="2100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7" name="pt37387"/>
            <p:cNvSpPr/>
            <p:nvPr/>
          </p:nvSpPr>
          <p:spPr>
            <a:xfrm>
              <a:off x="6952681" y="1823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8" name="pt37388"/>
            <p:cNvSpPr/>
            <p:nvPr/>
          </p:nvSpPr>
          <p:spPr>
            <a:xfrm>
              <a:off x="7097042" y="2234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9" name="pt37389"/>
            <p:cNvSpPr/>
            <p:nvPr/>
          </p:nvSpPr>
          <p:spPr>
            <a:xfrm>
              <a:off x="6679933" y="2396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0" name="pt37390"/>
            <p:cNvSpPr/>
            <p:nvPr/>
          </p:nvSpPr>
          <p:spPr>
            <a:xfrm>
              <a:off x="7000566" y="2195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1" name="pt37391"/>
            <p:cNvSpPr/>
            <p:nvPr/>
          </p:nvSpPr>
          <p:spPr>
            <a:xfrm>
              <a:off x="7075996" y="2155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2" name="pt37392"/>
            <p:cNvSpPr/>
            <p:nvPr/>
          </p:nvSpPr>
          <p:spPr>
            <a:xfrm>
              <a:off x="7051679" y="2120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3" name="pt37393"/>
            <p:cNvSpPr/>
            <p:nvPr/>
          </p:nvSpPr>
          <p:spPr>
            <a:xfrm>
              <a:off x="7181250" y="19908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4" name="pt37394"/>
            <p:cNvSpPr/>
            <p:nvPr/>
          </p:nvSpPr>
          <p:spPr>
            <a:xfrm>
              <a:off x="7227961" y="2062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5" name="pt37395"/>
            <p:cNvSpPr/>
            <p:nvPr/>
          </p:nvSpPr>
          <p:spPr>
            <a:xfrm>
              <a:off x="7155968" y="2465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6" name="pt37396"/>
            <p:cNvSpPr/>
            <p:nvPr/>
          </p:nvSpPr>
          <p:spPr>
            <a:xfrm>
              <a:off x="7096485" y="2330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7" name="pt37397"/>
            <p:cNvSpPr/>
            <p:nvPr/>
          </p:nvSpPr>
          <p:spPr>
            <a:xfrm>
              <a:off x="7344264" y="2209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8" name="pt37398"/>
            <p:cNvSpPr/>
            <p:nvPr/>
          </p:nvSpPr>
          <p:spPr>
            <a:xfrm>
              <a:off x="7022193" y="2139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9" name="pt37399"/>
            <p:cNvSpPr/>
            <p:nvPr/>
          </p:nvSpPr>
          <p:spPr>
            <a:xfrm>
              <a:off x="7072549" y="2043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0" name="pt37400"/>
            <p:cNvSpPr/>
            <p:nvPr/>
          </p:nvSpPr>
          <p:spPr>
            <a:xfrm>
              <a:off x="7084421" y="21064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1" name="pt37401"/>
            <p:cNvSpPr/>
            <p:nvPr/>
          </p:nvSpPr>
          <p:spPr>
            <a:xfrm>
              <a:off x="7035477" y="2155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2" name="pt37402"/>
            <p:cNvSpPr/>
            <p:nvPr/>
          </p:nvSpPr>
          <p:spPr>
            <a:xfrm>
              <a:off x="7148526" y="2169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3" name="pt37403"/>
            <p:cNvSpPr/>
            <p:nvPr/>
          </p:nvSpPr>
          <p:spPr>
            <a:xfrm>
              <a:off x="7167931" y="2057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4" name="pt37404"/>
            <p:cNvSpPr/>
            <p:nvPr/>
          </p:nvSpPr>
          <p:spPr>
            <a:xfrm>
              <a:off x="7114154" y="1942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5" name="pt37405"/>
            <p:cNvSpPr/>
            <p:nvPr/>
          </p:nvSpPr>
          <p:spPr>
            <a:xfrm>
              <a:off x="7107571" y="1992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6" name="pt37406"/>
            <p:cNvSpPr/>
            <p:nvPr/>
          </p:nvSpPr>
          <p:spPr>
            <a:xfrm>
              <a:off x="6998498" y="2208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7" name="pt37407"/>
            <p:cNvSpPr/>
            <p:nvPr/>
          </p:nvSpPr>
          <p:spPr>
            <a:xfrm>
              <a:off x="6995796" y="2160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8" name="pt37408"/>
            <p:cNvSpPr/>
            <p:nvPr/>
          </p:nvSpPr>
          <p:spPr>
            <a:xfrm>
              <a:off x="7236489" y="1645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9" name="pt37409"/>
            <p:cNvSpPr/>
            <p:nvPr/>
          </p:nvSpPr>
          <p:spPr>
            <a:xfrm>
              <a:off x="6928449" y="1917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0" name="pt37410"/>
            <p:cNvSpPr/>
            <p:nvPr/>
          </p:nvSpPr>
          <p:spPr>
            <a:xfrm>
              <a:off x="7303273" y="1960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1" name="pt37411"/>
            <p:cNvSpPr/>
            <p:nvPr/>
          </p:nvSpPr>
          <p:spPr>
            <a:xfrm>
              <a:off x="6972243" y="1766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2" name="pt37412"/>
            <p:cNvSpPr/>
            <p:nvPr/>
          </p:nvSpPr>
          <p:spPr>
            <a:xfrm>
              <a:off x="7146203" y="1940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3" name="pt37413"/>
            <p:cNvSpPr/>
            <p:nvPr/>
          </p:nvSpPr>
          <p:spPr>
            <a:xfrm>
              <a:off x="7040757" y="2241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4" name="pt37414"/>
            <p:cNvSpPr/>
            <p:nvPr/>
          </p:nvSpPr>
          <p:spPr>
            <a:xfrm>
              <a:off x="7128699" y="2134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5" name="pt37415"/>
            <p:cNvSpPr/>
            <p:nvPr/>
          </p:nvSpPr>
          <p:spPr>
            <a:xfrm>
              <a:off x="6956821" y="1839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6" name="pt37416"/>
            <p:cNvSpPr/>
            <p:nvPr/>
          </p:nvSpPr>
          <p:spPr>
            <a:xfrm>
              <a:off x="7050424" y="2098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7" name="pt37417"/>
            <p:cNvSpPr/>
            <p:nvPr/>
          </p:nvSpPr>
          <p:spPr>
            <a:xfrm>
              <a:off x="7068640" y="2146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8" name="pt37418"/>
            <p:cNvSpPr/>
            <p:nvPr/>
          </p:nvSpPr>
          <p:spPr>
            <a:xfrm>
              <a:off x="7075925" y="2169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9" name="pt37419"/>
            <p:cNvSpPr/>
            <p:nvPr/>
          </p:nvSpPr>
          <p:spPr>
            <a:xfrm>
              <a:off x="7146192" y="1920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0" name="pt37420"/>
            <p:cNvSpPr/>
            <p:nvPr/>
          </p:nvSpPr>
          <p:spPr>
            <a:xfrm>
              <a:off x="7093642" y="2370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1" name="pt37421"/>
            <p:cNvSpPr/>
            <p:nvPr/>
          </p:nvSpPr>
          <p:spPr>
            <a:xfrm>
              <a:off x="7022855" y="2129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2" name="pt37422"/>
            <p:cNvSpPr/>
            <p:nvPr/>
          </p:nvSpPr>
          <p:spPr>
            <a:xfrm>
              <a:off x="6995301" y="2221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3" name="pt37423"/>
            <p:cNvSpPr/>
            <p:nvPr/>
          </p:nvSpPr>
          <p:spPr>
            <a:xfrm>
              <a:off x="7576374" y="2363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4" name="pt37424"/>
            <p:cNvSpPr/>
            <p:nvPr/>
          </p:nvSpPr>
          <p:spPr>
            <a:xfrm>
              <a:off x="6797050" y="2266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5" name="pt37425"/>
            <p:cNvSpPr/>
            <p:nvPr/>
          </p:nvSpPr>
          <p:spPr>
            <a:xfrm>
              <a:off x="6954206" y="1804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6" name="pt37426"/>
            <p:cNvSpPr/>
            <p:nvPr/>
          </p:nvSpPr>
          <p:spPr>
            <a:xfrm>
              <a:off x="7363852" y="2345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7" name="pt37427"/>
            <p:cNvSpPr/>
            <p:nvPr/>
          </p:nvSpPr>
          <p:spPr>
            <a:xfrm>
              <a:off x="7030260" y="2186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8" name="pt37428"/>
            <p:cNvSpPr/>
            <p:nvPr/>
          </p:nvSpPr>
          <p:spPr>
            <a:xfrm>
              <a:off x="7189011" y="2185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9" name="pt37429"/>
            <p:cNvSpPr/>
            <p:nvPr/>
          </p:nvSpPr>
          <p:spPr>
            <a:xfrm>
              <a:off x="7152666" y="2204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0" name="pt37430"/>
            <p:cNvSpPr/>
            <p:nvPr/>
          </p:nvSpPr>
          <p:spPr>
            <a:xfrm>
              <a:off x="7256227" y="1965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1" name="pt37431"/>
            <p:cNvSpPr/>
            <p:nvPr/>
          </p:nvSpPr>
          <p:spPr>
            <a:xfrm>
              <a:off x="7164423" y="2047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2" name="pt37432"/>
            <p:cNvSpPr/>
            <p:nvPr/>
          </p:nvSpPr>
          <p:spPr>
            <a:xfrm>
              <a:off x="6985040" y="2318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3" name="pt37433"/>
            <p:cNvSpPr/>
            <p:nvPr/>
          </p:nvSpPr>
          <p:spPr>
            <a:xfrm>
              <a:off x="6946888" y="1888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4" name="pt37434"/>
            <p:cNvSpPr/>
            <p:nvPr/>
          </p:nvSpPr>
          <p:spPr>
            <a:xfrm>
              <a:off x="6943183" y="1936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5" name="pt37435"/>
            <p:cNvSpPr/>
            <p:nvPr/>
          </p:nvSpPr>
          <p:spPr>
            <a:xfrm>
              <a:off x="7111079" y="2039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6" name="pt37436"/>
            <p:cNvSpPr/>
            <p:nvPr/>
          </p:nvSpPr>
          <p:spPr>
            <a:xfrm>
              <a:off x="7144478" y="2042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7" name="pt37437"/>
            <p:cNvSpPr/>
            <p:nvPr/>
          </p:nvSpPr>
          <p:spPr>
            <a:xfrm>
              <a:off x="7165499" y="2037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8" name="pt37438"/>
            <p:cNvSpPr/>
            <p:nvPr/>
          </p:nvSpPr>
          <p:spPr>
            <a:xfrm>
              <a:off x="7292817" y="2060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9" name="pt37439"/>
            <p:cNvSpPr/>
            <p:nvPr/>
          </p:nvSpPr>
          <p:spPr>
            <a:xfrm>
              <a:off x="7131792" y="2068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0" name="pt37440"/>
            <p:cNvSpPr/>
            <p:nvPr/>
          </p:nvSpPr>
          <p:spPr>
            <a:xfrm>
              <a:off x="7065425" y="21497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1" name="pt37441"/>
            <p:cNvSpPr/>
            <p:nvPr/>
          </p:nvSpPr>
          <p:spPr>
            <a:xfrm>
              <a:off x="7229776" y="2095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2" name="pt37442"/>
            <p:cNvSpPr/>
            <p:nvPr/>
          </p:nvSpPr>
          <p:spPr>
            <a:xfrm>
              <a:off x="7423218" y="2473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3" name="pt37443"/>
            <p:cNvSpPr/>
            <p:nvPr/>
          </p:nvSpPr>
          <p:spPr>
            <a:xfrm>
              <a:off x="6906104" y="1961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4" name="pt37444"/>
            <p:cNvSpPr/>
            <p:nvPr/>
          </p:nvSpPr>
          <p:spPr>
            <a:xfrm>
              <a:off x="6814626" y="2174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5" name="pt37445"/>
            <p:cNvSpPr/>
            <p:nvPr/>
          </p:nvSpPr>
          <p:spPr>
            <a:xfrm>
              <a:off x="6798016" y="2263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6" name="pt37446"/>
            <p:cNvSpPr/>
            <p:nvPr/>
          </p:nvSpPr>
          <p:spPr>
            <a:xfrm>
              <a:off x="7111544" y="2106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7" name="pt37447"/>
            <p:cNvSpPr/>
            <p:nvPr/>
          </p:nvSpPr>
          <p:spPr>
            <a:xfrm>
              <a:off x="7067144" y="2142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8" name="pt37448"/>
            <p:cNvSpPr/>
            <p:nvPr/>
          </p:nvSpPr>
          <p:spPr>
            <a:xfrm>
              <a:off x="7578136" y="2345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9" name="pt37449"/>
            <p:cNvSpPr/>
            <p:nvPr/>
          </p:nvSpPr>
          <p:spPr>
            <a:xfrm>
              <a:off x="7145583" y="19827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0" name="pt37450"/>
            <p:cNvSpPr/>
            <p:nvPr/>
          </p:nvSpPr>
          <p:spPr>
            <a:xfrm>
              <a:off x="7019591" y="2089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1" name="pt37451"/>
            <p:cNvSpPr/>
            <p:nvPr/>
          </p:nvSpPr>
          <p:spPr>
            <a:xfrm>
              <a:off x="7209184" y="2050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2" name="pt37452"/>
            <p:cNvSpPr/>
            <p:nvPr/>
          </p:nvSpPr>
          <p:spPr>
            <a:xfrm>
              <a:off x="7053042" y="2146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3" name="pt37453"/>
            <p:cNvSpPr/>
            <p:nvPr/>
          </p:nvSpPr>
          <p:spPr>
            <a:xfrm>
              <a:off x="7060123" y="21929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4" name="pt37454"/>
            <p:cNvSpPr/>
            <p:nvPr/>
          </p:nvSpPr>
          <p:spPr>
            <a:xfrm>
              <a:off x="6921294" y="1998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5" name="pt37455"/>
            <p:cNvSpPr/>
            <p:nvPr/>
          </p:nvSpPr>
          <p:spPr>
            <a:xfrm>
              <a:off x="7204425" y="2065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6" name="pt37456"/>
            <p:cNvSpPr/>
            <p:nvPr/>
          </p:nvSpPr>
          <p:spPr>
            <a:xfrm>
              <a:off x="6821189" y="1936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7" name="pt37457"/>
            <p:cNvSpPr/>
            <p:nvPr/>
          </p:nvSpPr>
          <p:spPr>
            <a:xfrm>
              <a:off x="6963620" y="1852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8" name="pt37458"/>
            <p:cNvSpPr/>
            <p:nvPr/>
          </p:nvSpPr>
          <p:spPr>
            <a:xfrm>
              <a:off x="7117854" y="1998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9" name="pt37459"/>
            <p:cNvSpPr/>
            <p:nvPr/>
          </p:nvSpPr>
          <p:spPr>
            <a:xfrm>
              <a:off x="7180397" y="2184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0" name="pt37460"/>
            <p:cNvSpPr/>
            <p:nvPr/>
          </p:nvSpPr>
          <p:spPr>
            <a:xfrm>
              <a:off x="6736949" y="2343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1" name="pt37461"/>
            <p:cNvSpPr/>
            <p:nvPr/>
          </p:nvSpPr>
          <p:spPr>
            <a:xfrm>
              <a:off x="6990758" y="2282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2" name="pt37462"/>
            <p:cNvSpPr/>
            <p:nvPr/>
          </p:nvSpPr>
          <p:spPr>
            <a:xfrm>
              <a:off x="6974081" y="1973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3" name="pt37463"/>
            <p:cNvSpPr/>
            <p:nvPr/>
          </p:nvSpPr>
          <p:spPr>
            <a:xfrm>
              <a:off x="7235158" y="1954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4" name="pt37464"/>
            <p:cNvSpPr/>
            <p:nvPr/>
          </p:nvSpPr>
          <p:spPr>
            <a:xfrm>
              <a:off x="7283619" y="2041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5" name="pt37465"/>
            <p:cNvSpPr/>
            <p:nvPr/>
          </p:nvSpPr>
          <p:spPr>
            <a:xfrm>
              <a:off x="7104454" y="2196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6" name="pt37466"/>
            <p:cNvSpPr/>
            <p:nvPr/>
          </p:nvSpPr>
          <p:spPr>
            <a:xfrm>
              <a:off x="7189919" y="2215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7" name="pt37467"/>
            <p:cNvSpPr/>
            <p:nvPr/>
          </p:nvSpPr>
          <p:spPr>
            <a:xfrm>
              <a:off x="7035197" y="22378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8" name="pt37468"/>
            <p:cNvSpPr/>
            <p:nvPr/>
          </p:nvSpPr>
          <p:spPr>
            <a:xfrm>
              <a:off x="7099053" y="2357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9" name="pt37469"/>
            <p:cNvSpPr/>
            <p:nvPr/>
          </p:nvSpPr>
          <p:spPr>
            <a:xfrm>
              <a:off x="7022571" y="2090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0" name="pt37470"/>
            <p:cNvSpPr/>
            <p:nvPr/>
          </p:nvSpPr>
          <p:spPr>
            <a:xfrm>
              <a:off x="6902254" y="2026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1" name="pt37471"/>
            <p:cNvSpPr/>
            <p:nvPr/>
          </p:nvSpPr>
          <p:spPr>
            <a:xfrm>
              <a:off x="6475961" y="2087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2" name="pt37472"/>
            <p:cNvSpPr/>
            <p:nvPr/>
          </p:nvSpPr>
          <p:spPr>
            <a:xfrm>
              <a:off x="7043835" y="22088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3" name="pt37473"/>
            <p:cNvSpPr/>
            <p:nvPr/>
          </p:nvSpPr>
          <p:spPr>
            <a:xfrm>
              <a:off x="7350077" y="2631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4" name="pt37474"/>
            <p:cNvSpPr/>
            <p:nvPr/>
          </p:nvSpPr>
          <p:spPr>
            <a:xfrm>
              <a:off x="7213810" y="2086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5" name="pt37475"/>
            <p:cNvSpPr/>
            <p:nvPr/>
          </p:nvSpPr>
          <p:spPr>
            <a:xfrm>
              <a:off x="6834288" y="1686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6" name="pt37476"/>
            <p:cNvSpPr/>
            <p:nvPr/>
          </p:nvSpPr>
          <p:spPr>
            <a:xfrm>
              <a:off x="7005263" y="1839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7" name="pt37477"/>
            <p:cNvSpPr/>
            <p:nvPr/>
          </p:nvSpPr>
          <p:spPr>
            <a:xfrm>
              <a:off x="7088908" y="2226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8" name="pt37478"/>
            <p:cNvSpPr/>
            <p:nvPr/>
          </p:nvSpPr>
          <p:spPr>
            <a:xfrm>
              <a:off x="7018483" y="2245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9" name="pt37479"/>
            <p:cNvSpPr/>
            <p:nvPr/>
          </p:nvSpPr>
          <p:spPr>
            <a:xfrm>
              <a:off x="6521551" y="1709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0" name="pt37480"/>
            <p:cNvSpPr/>
            <p:nvPr/>
          </p:nvSpPr>
          <p:spPr>
            <a:xfrm>
              <a:off x="6929320" y="1929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1" name="pt37481"/>
            <p:cNvSpPr/>
            <p:nvPr/>
          </p:nvSpPr>
          <p:spPr>
            <a:xfrm>
              <a:off x="7123311" y="1962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2" name="pt37482"/>
            <p:cNvSpPr/>
            <p:nvPr/>
          </p:nvSpPr>
          <p:spPr>
            <a:xfrm>
              <a:off x="6803581" y="2277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3" name="pt37483"/>
            <p:cNvSpPr/>
            <p:nvPr/>
          </p:nvSpPr>
          <p:spPr>
            <a:xfrm>
              <a:off x="7031358" y="2187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4" name="pt37484"/>
            <p:cNvSpPr/>
            <p:nvPr/>
          </p:nvSpPr>
          <p:spPr>
            <a:xfrm>
              <a:off x="7154966" y="218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5" name="pt37485"/>
            <p:cNvSpPr/>
            <p:nvPr/>
          </p:nvSpPr>
          <p:spPr>
            <a:xfrm>
              <a:off x="7362461" y="2693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6" name="pt37486"/>
            <p:cNvSpPr/>
            <p:nvPr/>
          </p:nvSpPr>
          <p:spPr>
            <a:xfrm>
              <a:off x="6948120" y="1987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7" name="pt37487"/>
            <p:cNvSpPr/>
            <p:nvPr/>
          </p:nvSpPr>
          <p:spPr>
            <a:xfrm>
              <a:off x="7069102" y="2146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8" name="pt37488"/>
            <p:cNvSpPr/>
            <p:nvPr/>
          </p:nvSpPr>
          <p:spPr>
            <a:xfrm>
              <a:off x="6955054" y="1955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9" name="pt37489"/>
            <p:cNvSpPr/>
            <p:nvPr/>
          </p:nvSpPr>
          <p:spPr>
            <a:xfrm>
              <a:off x="7134580" y="2027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0" name="pt37490"/>
            <p:cNvSpPr/>
            <p:nvPr/>
          </p:nvSpPr>
          <p:spPr>
            <a:xfrm>
              <a:off x="7317285" y="2565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1" name="pt37491"/>
            <p:cNvSpPr/>
            <p:nvPr/>
          </p:nvSpPr>
          <p:spPr>
            <a:xfrm>
              <a:off x="6841626" y="2018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2" name="pt37492"/>
            <p:cNvSpPr/>
            <p:nvPr/>
          </p:nvSpPr>
          <p:spPr>
            <a:xfrm>
              <a:off x="6987277" y="2431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3" name="pt37493"/>
            <p:cNvSpPr/>
            <p:nvPr/>
          </p:nvSpPr>
          <p:spPr>
            <a:xfrm>
              <a:off x="7181757" y="2062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4" name="pt37494"/>
            <p:cNvSpPr/>
            <p:nvPr/>
          </p:nvSpPr>
          <p:spPr>
            <a:xfrm>
              <a:off x="7084609" y="2140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5" name="pt37495"/>
            <p:cNvSpPr/>
            <p:nvPr/>
          </p:nvSpPr>
          <p:spPr>
            <a:xfrm>
              <a:off x="6765650" y="20416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6" name="pt37496"/>
            <p:cNvSpPr/>
            <p:nvPr/>
          </p:nvSpPr>
          <p:spPr>
            <a:xfrm>
              <a:off x="6833065" y="1783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7" name="pt37497"/>
            <p:cNvSpPr/>
            <p:nvPr/>
          </p:nvSpPr>
          <p:spPr>
            <a:xfrm>
              <a:off x="7199982" y="1911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8" name="pt37498"/>
            <p:cNvSpPr/>
            <p:nvPr/>
          </p:nvSpPr>
          <p:spPr>
            <a:xfrm>
              <a:off x="6904441" y="1950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9" name="pt37499"/>
            <p:cNvSpPr/>
            <p:nvPr/>
          </p:nvSpPr>
          <p:spPr>
            <a:xfrm>
              <a:off x="6959921" y="1982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0" name="pt37500"/>
            <p:cNvSpPr/>
            <p:nvPr/>
          </p:nvSpPr>
          <p:spPr>
            <a:xfrm>
              <a:off x="6944375" y="1884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1" name="pt37501"/>
            <p:cNvSpPr/>
            <p:nvPr/>
          </p:nvSpPr>
          <p:spPr>
            <a:xfrm>
              <a:off x="7073403" y="2053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2" name="pt37502"/>
            <p:cNvSpPr/>
            <p:nvPr/>
          </p:nvSpPr>
          <p:spPr>
            <a:xfrm>
              <a:off x="7084169" y="2046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3" name="pt37503"/>
            <p:cNvSpPr/>
            <p:nvPr/>
          </p:nvSpPr>
          <p:spPr>
            <a:xfrm>
              <a:off x="7123854" y="2079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4" name="pt37504"/>
            <p:cNvSpPr/>
            <p:nvPr/>
          </p:nvSpPr>
          <p:spPr>
            <a:xfrm>
              <a:off x="7091350" y="2257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5" name="pt37505"/>
            <p:cNvSpPr/>
            <p:nvPr/>
          </p:nvSpPr>
          <p:spPr>
            <a:xfrm>
              <a:off x="7175942" y="2053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6" name="pt37506"/>
            <p:cNvSpPr/>
            <p:nvPr/>
          </p:nvSpPr>
          <p:spPr>
            <a:xfrm>
              <a:off x="6988491" y="2199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7" name="pt37507"/>
            <p:cNvSpPr/>
            <p:nvPr/>
          </p:nvSpPr>
          <p:spPr>
            <a:xfrm>
              <a:off x="7030704" y="2175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8" name="pt37508"/>
            <p:cNvSpPr/>
            <p:nvPr/>
          </p:nvSpPr>
          <p:spPr>
            <a:xfrm>
              <a:off x="7361256" y="2430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9" name="pt37509"/>
            <p:cNvSpPr/>
            <p:nvPr/>
          </p:nvSpPr>
          <p:spPr>
            <a:xfrm>
              <a:off x="7026936" y="2080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0" name="pt37510"/>
            <p:cNvSpPr/>
            <p:nvPr/>
          </p:nvSpPr>
          <p:spPr>
            <a:xfrm>
              <a:off x="7181409" y="2079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1" name="pt37511"/>
            <p:cNvSpPr/>
            <p:nvPr/>
          </p:nvSpPr>
          <p:spPr>
            <a:xfrm>
              <a:off x="7163741" y="21998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2" name="pt37512"/>
            <p:cNvSpPr/>
            <p:nvPr/>
          </p:nvSpPr>
          <p:spPr>
            <a:xfrm>
              <a:off x="7084823" y="2186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3" name="pt37513"/>
            <p:cNvSpPr/>
            <p:nvPr/>
          </p:nvSpPr>
          <p:spPr>
            <a:xfrm>
              <a:off x="7105257" y="20799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4" name="pt37514"/>
            <p:cNvSpPr/>
            <p:nvPr/>
          </p:nvSpPr>
          <p:spPr>
            <a:xfrm>
              <a:off x="6870832" y="2249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5" name="pt37515"/>
            <p:cNvSpPr/>
            <p:nvPr/>
          </p:nvSpPr>
          <p:spPr>
            <a:xfrm>
              <a:off x="7006047" y="1717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6" name="pt37516"/>
            <p:cNvSpPr/>
            <p:nvPr/>
          </p:nvSpPr>
          <p:spPr>
            <a:xfrm>
              <a:off x="7421505" y="2618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7" name="pt37517"/>
            <p:cNvSpPr/>
            <p:nvPr/>
          </p:nvSpPr>
          <p:spPr>
            <a:xfrm>
              <a:off x="6947618" y="1912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8" name="pt37518"/>
            <p:cNvSpPr/>
            <p:nvPr/>
          </p:nvSpPr>
          <p:spPr>
            <a:xfrm>
              <a:off x="7232427" y="2041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9" name="pt37519"/>
            <p:cNvSpPr/>
            <p:nvPr/>
          </p:nvSpPr>
          <p:spPr>
            <a:xfrm>
              <a:off x="7093761" y="2345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0" name="pt37520"/>
            <p:cNvSpPr/>
            <p:nvPr/>
          </p:nvSpPr>
          <p:spPr>
            <a:xfrm>
              <a:off x="7109103" y="21015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1" name="pt37521"/>
            <p:cNvSpPr/>
            <p:nvPr/>
          </p:nvSpPr>
          <p:spPr>
            <a:xfrm>
              <a:off x="7121283" y="1960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2" name="pt37522"/>
            <p:cNvSpPr/>
            <p:nvPr/>
          </p:nvSpPr>
          <p:spPr>
            <a:xfrm>
              <a:off x="7184113" y="2089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3" name="pt37523"/>
            <p:cNvSpPr/>
            <p:nvPr/>
          </p:nvSpPr>
          <p:spPr>
            <a:xfrm>
              <a:off x="7103666" y="2154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4" name="pt37524"/>
            <p:cNvSpPr/>
            <p:nvPr/>
          </p:nvSpPr>
          <p:spPr>
            <a:xfrm>
              <a:off x="6888986" y="2158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5" name="pt37525"/>
            <p:cNvSpPr/>
            <p:nvPr/>
          </p:nvSpPr>
          <p:spPr>
            <a:xfrm>
              <a:off x="6998387" y="2165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6" name="pt37526"/>
            <p:cNvSpPr/>
            <p:nvPr/>
          </p:nvSpPr>
          <p:spPr>
            <a:xfrm>
              <a:off x="7309828" y="2552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7" name="pt37527"/>
            <p:cNvSpPr/>
            <p:nvPr/>
          </p:nvSpPr>
          <p:spPr>
            <a:xfrm>
              <a:off x="7078320" y="2151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8" name="pt37528"/>
            <p:cNvSpPr/>
            <p:nvPr/>
          </p:nvSpPr>
          <p:spPr>
            <a:xfrm>
              <a:off x="7338778" y="1847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9" name="pt37529"/>
            <p:cNvSpPr/>
            <p:nvPr/>
          </p:nvSpPr>
          <p:spPr>
            <a:xfrm>
              <a:off x="7303125" y="2061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0" name="pt37530"/>
            <p:cNvSpPr/>
            <p:nvPr/>
          </p:nvSpPr>
          <p:spPr>
            <a:xfrm>
              <a:off x="7163717" y="2110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1" name="pt37531"/>
            <p:cNvSpPr/>
            <p:nvPr/>
          </p:nvSpPr>
          <p:spPr>
            <a:xfrm>
              <a:off x="7667752" y="2314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2" name="pt37532"/>
            <p:cNvSpPr/>
            <p:nvPr/>
          </p:nvSpPr>
          <p:spPr>
            <a:xfrm>
              <a:off x="6892822" y="1897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3" name="pt37533"/>
            <p:cNvSpPr/>
            <p:nvPr/>
          </p:nvSpPr>
          <p:spPr>
            <a:xfrm>
              <a:off x="7138211" y="1988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4" name="pt37534"/>
            <p:cNvSpPr/>
            <p:nvPr/>
          </p:nvSpPr>
          <p:spPr>
            <a:xfrm>
              <a:off x="6980159" y="21333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5" name="pt37535"/>
            <p:cNvSpPr/>
            <p:nvPr/>
          </p:nvSpPr>
          <p:spPr>
            <a:xfrm>
              <a:off x="6977298" y="2189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6" name="pt37536"/>
            <p:cNvSpPr/>
            <p:nvPr/>
          </p:nvSpPr>
          <p:spPr>
            <a:xfrm>
              <a:off x="7234439" y="1901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7" name="pt37537"/>
            <p:cNvSpPr/>
            <p:nvPr/>
          </p:nvSpPr>
          <p:spPr>
            <a:xfrm>
              <a:off x="6924038" y="1966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8" name="pt37538"/>
            <p:cNvSpPr/>
            <p:nvPr/>
          </p:nvSpPr>
          <p:spPr>
            <a:xfrm>
              <a:off x="6836591" y="1695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9" name="pt37539"/>
            <p:cNvSpPr/>
            <p:nvPr/>
          </p:nvSpPr>
          <p:spPr>
            <a:xfrm>
              <a:off x="7037722" y="2195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0" name="pt37540"/>
            <p:cNvSpPr/>
            <p:nvPr/>
          </p:nvSpPr>
          <p:spPr>
            <a:xfrm>
              <a:off x="7079541" y="2173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1" name="pt37541"/>
            <p:cNvSpPr/>
            <p:nvPr/>
          </p:nvSpPr>
          <p:spPr>
            <a:xfrm>
              <a:off x="7097147" y="2244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2" name="pt37542"/>
            <p:cNvSpPr/>
            <p:nvPr/>
          </p:nvSpPr>
          <p:spPr>
            <a:xfrm>
              <a:off x="7120620" y="2132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3" name="pt37543"/>
            <p:cNvSpPr/>
            <p:nvPr/>
          </p:nvSpPr>
          <p:spPr>
            <a:xfrm>
              <a:off x="6359251" y="1788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4" name="pt37544"/>
            <p:cNvSpPr/>
            <p:nvPr/>
          </p:nvSpPr>
          <p:spPr>
            <a:xfrm>
              <a:off x="7087949" y="2282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5" name="pt37545"/>
            <p:cNvSpPr/>
            <p:nvPr/>
          </p:nvSpPr>
          <p:spPr>
            <a:xfrm>
              <a:off x="7155927" y="2333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6" name="pt37546"/>
            <p:cNvSpPr/>
            <p:nvPr/>
          </p:nvSpPr>
          <p:spPr>
            <a:xfrm>
              <a:off x="7224055" y="2054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7" name="pt37547"/>
            <p:cNvSpPr/>
            <p:nvPr/>
          </p:nvSpPr>
          <p:spPr>
            <a:xfrm>
              <a:off x="7062152" y="21057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8" name="pt37548"/>
            <p:cNvSpPr/>
            <p:nvPr/>
          </p:nvSpPr>
          <p:spPr>
            <a:xfrm>
              <a:off x="6982046" y="1985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9" name="pt37549"/>
            <p:cNvSpPr/>
            <p:nvPr/>
          </p:nvSpPr>
          <p:spPr>
            <a:xfrm>
              <a:off x="7171348" y="2106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0" name="pt37550"/>
            <p:cNvSpPr/>
            <p:nvPr/>
          </p:nvSpPr>
          <p:spPr>
            <a:xfrm>
              <a:off x="7222014" y="2053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1" name="pt37551"/>
            <p:cNvSpPr/>
            <p:nvPr/>
          </p:nvSpPr>
          <p:spPr>
            <a:xfrm>
              <a:off x="6929304" y="1825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2" name="pt37552"/>
            <p:cNvSpPr/>
            <p:nvPr/>
          </p:nvSpPr>
          <p:spPr>
            <a:xfrm>
              <a:off x="7063364" y="2050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3" name="pt37553"/>
            <p:cNvSpPr/>
            <p:nvPr/>
          </p:nvSpPr>
          <p:spPr>
            <a:xfrm>
              <a:off x="7173292" y="1954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4" name="pt37554"/>
            <p:cNvSpPr/>
            <p:nvPr/>
          </p:nvSpPr>
          <p:spPr>
            <a:xfrm>
              <a:off x="6922544" y="1938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5" name="pt37555"/>
            <p:cNvSpPr/>
            <p:nvPr/>
          </p:nvSpPr>
          <p:spPr>
            <a:xfrm>
              <a:off x="6919071" y="1989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6" name="pt37556"/>
            <p:cNvSpPr/>
            <p:nvPr/>
          </p:nvSpPr>
          <p:spPr>
            <a:xfrm>
              <a:off x="7020156" y="2161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7" name="pt37557"/>
            <p:cNvSpPr/>
            <p:nvPr/>
          </p:nvSpPr>
          <p:spPr>
            <a:xfrm>
              <a:off x="7104211" y="2116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8" name="pt37558"/>
            <p:cNvSpPr/>
            <p:nvPr/>
          </p:nvSpPr>
          <p:spPr>
            <a:xfrm>
              <a:off x="6891200" y="2114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9" name="pt37559"/>
            <p:cNvSpPr/>
            <p:nvPr/>
          </p:nvSpPr>
          <p:spPr>
            <a:xfrm>
              <a:off x="7174187" y="2037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0" name="pt37560"/>
            <p:cNvSpPr/>
            <p:nvPr/>
          </p:nvSpPr>
          <p:spPr>
            <a:xfrm>
              <a:off x="7593403" y="254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1" name="pt37561"/>
            <p:cNvSpPr/>
            <p:nvPr/>
          </p:nvSpPr>
          <p:spPr>
            <a:xfrm>
              <a:off x="7018993" y="2309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2" name="pt37562"/>
            <p:cNvSpPr/>
            <p:nvPr/>
          </p:nvSpPr>
          <p:spPr>
            <a:xfrm>
              <a:off x="7196391" y="2157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3" name="pt37563"/>
            <p:cNvSpPr/>
            <p:nvPr/>
          </p:nvSpPr>
          <p:spPr>
            <a:xfrm>
              <a:off x="7172068" y="2065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4" name="pt37564"/>
            <p:cNvSpPr/>
            <p:nvPr/>
          </p:nvSpPr>
          <p:spPr>
            <a:xfrm>
              <a:off x="7431269" y="28385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5" name="pt37565"/>
            <p:cNvSpPr/>
            <p:nvPr/>
          </p:nvSpPr>
          <p:spPr>
            <a:xfrm>
              <a:off x="7213126" y="1965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6" name="pt37566"/>
            <p:cNvSpPr/>
            <p:nvPr/>
          </p:nvSpPr>
          <p:spPr>
            <a:xfrm>
              <a:off x="7029354" y="2184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7" name="pt37567"/>
            <p:cNvSpPr/>
            <p:nvPr/>
          </p:nvSpPr>
          <p:spPr>
            <a:xfrm>
              <a:off x="6917232" y="2032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8" name="pt37568"/>
            <p:cNvSpPr/>
            <p:nvPr/>
          </p:nvSpPr>
          <p:spPr>
            <a:xfrm>
              <a:off x="6881868" y="2006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9" name="pt37569"/>
            <p:cNvSpPr/>
            <p:nvPr/>
          </p:nvSpPr>
          <p:spPr>
            <a:xfrm>
              <a:off x="6891320" y="1994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0" name="pt37570"/>
            <p:cNvSpPr/>
            <p:nvPr/>
          </p:nvSpPr>
          <p:spPr>
            <a:xfrm>
              <a:off x="6878612" y="2211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1" name="pt37571"/>
            <p:cNvSpPr/>
            <p:nvPr/>
          </p:nvSpPr>
          <p:spPr>
            <a:xfrm>
              <a:off x="7366015" y="26666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2" name="pt37572"/>
            <p:cNvSpPr/>
            <p:nvPr/>
          </p:nvSpPr>
          <p:spPr>
            <a:xfrm>
              <a:off x="7109563" y="20313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3" name="pt37573"/>
            <p:cNvSpPr/>
            <p:nvPr/>
          </p:nvSpPr>
          <p:spPr>
            <a:xfrm>
              <a:off x="7315158" y="2463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4" name="pt37574"/>
            <p:cNvSpPr/>
            <p:nvPr/>
          </p:nvSpPr>
          <p:spPr>
            <a:xfrm>
              <a:off x="6914245" y="19344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5" name="pt37575"/>
            <p:cNvSpPr/>
            <p:nvPr/>
          </p:nvSpPr>
          <p:spPr>
            <a:xfrm>
              <a:off x="7139452" y="1950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6" name="pt37576"/>
            <p:cNvSpPr/>
            <p:nvPr/>
          </p:nvSpPr>
          <p:spPr>
            <a:xfrm>
              <a:off x="6949066" y="1807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7" name="pt37577"/>
            <p:cNvSpPr/>
            <p:nvPr/>
          </p:nvSpPr>
          <p:spPr>
            <a:xfrm>
              <a:off x="7134674" y="20099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8" name="pt37578"/>
            <p:cNvSpPr/>
            <p:nvPr/>
          </p:nvSpPr>
          <p:spPr>
            <a:xfrm>
              <a:off x="7128464" y="21408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9" name="pt37579"/>
            <p:cNvSpPr/>
            <p:nvPr/>
          </p:nvSpPr>
          <p:spPr>
            <a:xfrm>
              <a:off x="7055221" y="2132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0" name="pt37580"/>
            <p:cNvSpPr/>
            <p:nvPr/>
          </p:nvSpPr>
          <p:spPr>
            <a:xfrm>
              <a:off x="7117306" y="1988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1" name="pt37581"/>
            <p:cNvSpPr/>
            <p:nvPr/>
          </p:nvSpPr>
          <p:spPr>
            <a:xfrm>
              <a:off x="7196972" y="2196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2" name="pt37582"/>
            <p:cNvSpPr/>
            <p:nvPr/>
          </p:nvSpPr>
          <p:spPr>
            <a:xfrm>
              <a:off x="7123446" y="2096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3" name="pt37583"/>
            <p:cNvSpPr/>
            <p:nvPr/>
          </p:nvSpPr>
          <p:spPr>
            <a:xfrm>
              <a:off x="6883557" y="2136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4" name="pt37584"/>
            <p:cNvSpPr/>
            <p:nvPr/>
          </p:nvSpPr>
          <p:spPr>
            <a:xfrm>
              <a:off x="7093665" y="2310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5" name="pt37585"/>
            <p:cNvSpPr/>
            <p:nvPr/>
          </p:nvSpPr>
          <p:spPr>
            <a:xfrm>
              <a:off x="6928770" y="18601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6" name="pt37586"/>
            <p:cNvSpPr/>
            <p:nvPr/>
          </p:nvSpPr>
          <p:spPr>
            <a:xfrm>
              <a:off x="7462856" y="2044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7" name="pt37587"/>
            <p:cNvSpPr/>
            <p:nvPr/>
          </p:nvSpPr>
          <p:spPr>
            <a:xfrm>
              <a:off x="7144713" y="1924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8" name="pt37588"/>
            <p:cNvSpPr/>
            <p:nvPr/>
          </p:nvSpPr>
          <p:spPr>
            <a:xfrm>
              <a:off x="7661294" y="2280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9" name="pt37589"/>
            <p:cNvSpPr/>
            <p:nvPr/>
          </p:nvSpPr>
          <p:spPr>
            <a:xfrm>
              <a:off x="6999417" y="21609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0" name="pt37590"/>
            <p:cNvSpPr/>
            <p:nvPr/>
          </p:nvSpPr>
          <p:spPr>
            <a:xfrm>
              <a:off x="6999948" y="1940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1" name="pt37591"/>
            <p:cNvSpPr/>
            <p:nvPr/>
          </p:nvSpPr>
          <p:spPr>
            <a:xfrm>
              <a:off x="6943804" y="2005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2" name="pt37592"/>
            <p:cNvSpPr/>
            <p:nvPr/>
          </p:nvSpPr>
          <p:spPr>
            <a:xfrm>
              <a:off x="7126195" y="2130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3" name="pt37593"/>
            <p:cNvSpPr/>
            <p:nvPr/>
          </p:nvSpPr>
          <p:spPr>
            <a:xfrm>
              <a:off x="7212771" y="2077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4" name="pt37594"/>
            <p:cNvSpPr/>
            <p:nvPr/>
          </p:nvSpPr>
          <p:spPr>
            <a:xfrm>
              <a:off x="7319441" y="2609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5" name="pt37595"/>
            <p:cNvSpPr/>
            <p:nvPr/>
          </p:nvSpPr>
          <p:spPr>
            <a:xfrm>
              <a:off x="7111494" y="2075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6" name="pt37596"/>
            <p:cNvSpPr/>
            <p:nvPr/>
          </p:nvSpPr>
          <p:spPr>
            <a:xfrm>
              <a:off x="7024137" y="2056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7" name="pt37597"/>
            <p:cNvSpPr/>
            <p:nvPr/>
          </p:nvSpPr>
          <p:spPr>
            <a:xfrm>
              <a:off x="7064665" y="20220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8" name="pt37598"/>
            <p:cNvSpPr/>
            <p:nvPr/>
          </p:nvSpPr>
          <p:spPr>
            <a:xfrm>
              <a:off x="6968254" y="1927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9" name="pt37599"/>
            <p:cNvSpPr/>
            <p:nvPr/>
          </p:nvSpPr>
          <p:spPr>
            <a:xfrm>
              <a:off x="6676786" y="1668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0" name="pt37600"/>
            <p:cNvSpPr/>
            <p:nvPr/>
          </p:nvSpPr>
          <p:spPr>
            <a:xfrm>
              <a:off x="6969707" y="1782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1" name="pt37601"/>
            <p:cNvSpPr/>
            <p:nvPr/>
          </p:nvSpPr>
          <p:spPr>
            <a:xfrm>
              <a:off x="6580635" y="1810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2" name="pt37602"/>
            <p:cNvSpPr/>
            <p:nvPr/>
          </p:nvSpPr>
          <p:spPr>
            <a:xfrm>
              <a:off x="7190712" y="2199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3" name="pt37603"/>
            <p:cNvSpPr/>
            <p:nvPr/>
          </p:nvSpPr>
          <p:spPr>
            <a:xfrm>
              <a:off x="7089645" y="223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4" name="pt37604"/>
            <p:cNvSpPr/>
            <p:nvPr/>
          </p:nvSpPr>
          <p:spPr>
            <a:xfrm>
              <a:off x="7230534" y="20011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5" name="pt37605"/>
            <p:cNvSpPr/>
            <p:nvPr/>
          </p:nvSpPr>
          <p:spPr>
            <a:xfrm>
              <a:off x="7145331" y="1899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6" name="pt37606"/>
            <p:cNvSpPr/>
            <p:nvPr/>
          </p:nvSpPr>
          <p:spPr>
            <a:xfrm>
              <a:off x="7430324" y="26423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7" name="pt37607"/>
            <p:cNvSpPr/>
            <p:nvPr/>
          </p:nvSpPr>
          <p:spPr>
            <a:xfrm>
              <a:off x="7161345" y="2207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8" name="pt37608"/>
            <p:cNvSpPr/>
            <p:nvPr/>
          </p:nvSpPr>
          <p:spPr>
            <a:xfrm>
              <a:off x="6848575" y="2116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9" name="pt37609"/>
            <p:cNvSpPr/>
            <p:nvPr/>
          </p:nvSpPr>
          <p:spPr>
            <a:xfrm>
              <a:off x="7188198" y="1701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0" name="pt37610"/>
            <p:cNvSpPr/>
            <p:nvPr/>
          </p:nvSpPr>
          <p:spPr>
            <a:xfrm>
              <a:off x="7234518" y="1602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1" name="pt37611"/>
            <p:cNvSpPr/>
            <p:nvPr/>
          </p:nvSpPr>
          <p:spPr>
            <a:xfrm>
              <a:off x="7096570" y="2296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2" name="pt37612"/>
            <p:cNvSpPr/>
            <p:nvPr/>
          </p:nvSpPr>
          <p:spPr>
            <a:xfrm>
              <a:off x="6883111" y="217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3" name="pt37613"/>
            <p:cNvSpPr/>
            <p:nvPr/>
          </p:nvSpPr>
          <p:spPr>
            <a:xfrm>
              <a:off x="6918311" y="2022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4" name="pt37614"/>
            <p:cNvSpPr/>
            <p:nvPr/>
          </p:nvSpPr>
          <p:spPr>
            <a:xfrm>
              <a:off x="7008353" y="164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5" name="pt37615"/>
            <p:cNvSpPr/>
            <p:nvPr/>
          </p:nvSpPr>
          <p:spPr>
            <a:xfrm>
              <a:off x="7139536" y="19449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6" name="pt37616"/>
            <p:cNvSpPr/>
            <p:nvPr/>
          </p:nvSpPr>
          <p:spPr>
            <a:xfrm>
              <a:off x="7216112" y="2046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7" name="pt37617"/>
            <p:cNvSpPr/>
            <p:nvPr/>
          </p:nvSpPr>
          <p:spPr>
            <a:xfrm>
              <a:off x="6806437" y="2202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8" name="pt37618"/>
            <p:cNvSpPr/>
            <p:nvPr/>
          </p:nvSpPr>
          <p:spPr>
            <a:xfrm>
              <a:off x="7374064" y="2761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9" name="pt37619"/>
            <p:cNvSpPr/>
            <p:nvPr/>
          </p:nvSpPr>
          <p:spPr>
            <a:xfrm>
              <a:off x="7086661" y="2205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0" name="pt37620"/>
            <p:cNvSpPr/>
            <p:nvPr/>
          </p:nvSpPr>
          <p:spPr>
            <a:xfrm>
              <a:off x="6715059" y="2560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1" name="pt37621"/>
            <p:cNvSpPr/>
            <p:nvPr/>
          </p:nvSpPr>
          <p:spPr>
            <a:xfrm>
              <a:off x="7342551" y="2059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2" name="pt37622"/>
            <p:cNvSpPr/>
            <p:nvPr/>
          </p:nvSpPr>
          <p:spPr>
            <a:xfrm>
              <a:off x="7111484" y="2037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3" name="pt37623"/>
            <p:cNvSpPr/>
            <p:nvPr/>
          </p:nvSpPr>
          <p:spPr>
            <a:xfrm>
              <a:off x="7473656" y="2216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4" name="pt37624"/>
            <p:cNvSpPr/>
            <p:nvPr/>
          </p:nvSpPr>
          <p:spPr>
            <a:xfrm>
              <a:off x="7242578" y="19259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5" name="pt37625"/>
            <p:cNvSpPr/>
            <p:nvPr/>
          </p:nvSpPr>
          <p:spPr>
            <a:xfrm>
              <a:off x="7078078" y="2084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6" name="pt37626"/>
            <p:cNvSpPr/>
            <p:nvPr/>
          </p:nvSpPr>
          <p:spPr>
            <a:xfrm>
              <a:off x="7054317" y="2111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7" name="pt37627"/>
            <p:cNvSpPr/>
            <p:nvPr/>
          </p:nvSpPr>
          <p:spPr>
            <a:xfrm>
              <a:off x="7161740" y="2121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8" name="pt37628"/>
            <p:cNvSpPr/>
            <p:nvPr/>
          </p:nvSpPr>
          <p:spPr>
            <a:xfrm>
              <a:off x="6993723" y="2368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9" name="pt37629"/>
            <p:cNvSpPr/>
            <p:nvPr/>
          </p:nvSpPr>
          <p:spPr>
            <a:xfrm>
              <a:off x="7092423" y="2333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0" name="pt37630"/>
            <p:cNvSpPr/>
            <p:nvPr/>
          </p:nvSpPr>
          <p:spPr>
            <a:xfrm>
              <a:off x="7300108" y="2043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1" name="pt37631"/>
            <p:cNvSpPr/>
            <p:nvPr/>
          </p:nvSpPr>
          <p:spPr>
            <a:xfrm>
              <a:off x="7063135" y="21761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2" name="pt37632"/>
            <p:cNvSpPr/>
            <p:nvPr/>
          </p:nvSpPr>
          <p:spPr>
            <a:xfrm>
              <a:off x="7545981" y="1956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3" name="pt37633"/>
            <p:cNvSpPr/>
            <p:nvPr/>
          </p:nvSpPr>
          <p:spPr>
            <a:xfrm>
              <a:off x="7081296" y="2187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4" name="pt37634"/>
            <p:cNvSpPr/>
            <p:nvPr/>
          </p:nvSpPr>
          <p:spPr>
            <a:xfrm>
              <a:off x="6770177" y="1952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5" name="pt37635"/>
            <p:cNvSpPr/>
            <p:nvPr/>
          </p:nvSpPr>
          <p:spPr>
            <a:xfrm>
              <a:off x="6948308" y="1885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6" name="pt37636"/>
            <p:cNvSpPr/>
            <p:nvPr/>
          </p:nvSpPr>
          <p:spPr>
            <a:xfrm>
              <a:off x="7448153" y="28107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7" name="pt37637"/>
            <p:cNvSpPr/>
            <p:nvPr/>
          </p:nvSpPr>
          <p:spPr>
            <a:xfrm>
              <a:off x="7004687" y="1797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8" name="pt37638"/>
            <p:cNvSpPr/>
            <p:nvPr/>
          </p:nvSpPr>
          <p:spPr>
            <a:xfrm>
              <a:off x="7290344" y="19948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9" name="pt37639"/>
            <p:cNvSpPr/>
            <p:nvPr/>
          </p:nvSpPr>
          <p:spPr>
            <a:xfrm>
              <a:off x="6981348" y="2127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0" name="pt37640"/>
            <p:cNvSpPr/>
            <p:nvPr/>
          </p:nvSpPr>
          <p:spPr>
            <a:xfrm>
              <a:off x="6987848" y="21435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1" name="pt37641"/>
            <p:cNvSpPr/>
            <p:nvPr/>
          </p:nvSpPr>
          <p:spPr>
            <a:xfrm>
              <a:off x="7074417" y="2060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2" name="pt37642"/>
            <p:cNvSpPr/>
            <p:nvPr/>
          </p:nvSpPr>
          <p:spPr>
            <a:xfrm>
              <a:off x="6977957" y="2159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3" name="pt37643"/>
            <p:cNvSpPr/>
            <p:nvPr/>
          </p:nvSpPr>
          <p:spPr>
            <a:xfrm>
              <a:off x="7056159" y="2133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4" name="pt37644"/>
            <p:cNvSpPr/>
            <p:nvPr/>
          </p:nvSpPr>
          <p:spPr>
            <a:xfrm>
              <a:off x="7146358" y="1946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5" name="pt37645"/>
            <p:cNvSpPr/>
            <p:nvPr/>
          </p:nvSpPr>
          <p:spPr>
            <a:xfrm>
              <a:off x="7051389" y="2138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6" name="pt37646"/>
            <p:cNvSpPr/>
            <p:nvPr/>
          </p:nvSpPr>
          <p:spPr>
            <a:xfrm>
              <a:off x="7192849" y="22559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7" name="pt37647"/>
            <p:cNvSpPr/>
            <p:nvPr/>
          </p:nvSpPr>
          <p:spPr>
            <a:xfrm>
              <a:off x="7002836" y="1979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8" name="pt37648"/>
            <p:cNvSpPr/>
            <p:nvPr/>
          </p:nvSpPr>
          <p:spPr>
            <a:xfrm>
              <a:off x="7137221" y="2012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9" name="pt37649"/>
            <p:cNvSpPr/>
            <p:nvPr/>
          </p:nvSpPr>
          <p:spPr>
            <a:xfrm>
              <a:off x="7180922" y="1934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0" name="pt37650"/>
            <p:cNvSpPr/>
            <p:nvPr/>
          </p:nvSpPr>
          <p:spPr>
            <a:xfrm>
              <a:off x="7202846" y="19877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1" name="pt37651"/>
            <p:cNvSpPr/>
            <p:nvPr/>
          </p:nvSpPr>
          <p:spPr>
            <a:xfrm>
              <a:off x="6957485" y="1966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2" name="pt37652"/>
            <p:cNvSpPr/>
            <p:nvPr/>
          </p:nvSpPr>
          <p:spPr>
            <a:xfrm>
              <a:off x="6946383" y="19143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3" name="pt37653"/>
            <p:cNvSpPr/>
            <p:nvPr/>
          </p:nvSpPr>
          <p:spPr>
            <a:xfrm>
              <a:off x="7003144" y="194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4" name="pt37654"/>
            <p:cNvSpPr/>
            <p:nvPr/>
          </p:nvSpPr>
          <p:spPr>
            <a:xfrm>
              <a:off x="7330940" y="2331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5" name="pt37655"/>
            <p:cNvSpPr/>
            <p:nvPr/>
          </p:nvSpPr>
          <p:spPr>
            <a:xfrm>
              <a:off x="7090794" y="21657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6" name="pt37656"/>
            <p:cNvSpPr/>
            <p:nvPr/>
          </p:nvSpPr>
          <p:spPr>
            <a:xfrm>
              <a:off x="6984649" y="2246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7" name="pt37657"/>
            <p:cNvSpPr/>
            <p:nvPr/>
          </p:nvSpPr>
          <p:spPr>
            <a:xfrm>
              <a:off x="7213065" y="2089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8" name="pt37658"/>
            <p:cNvSpPr/>
            <p:nvPr/>
          </p:nvSpPr>
          <p:spPr>
            <a:xfrm>
              <a:off x="6763829" y="2048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9" name="pt37659"/>
            <p:cNvSpPr/>
            <p:nvPr/>
          </p:nvSpPr>
          <p:spPr>
            <a:xfrm>
              <a:off x="7451321" y="2530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0" name="pt37660"/>
            <p:cNvSpPr/>
            <p:nvPr/>
          </p:nvSpPr>
          <p:spPr>
            <a:xfrm>
              <a:off x="6808601" y="2054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1" name="pt37661"/>
            <p:cNvSpPr/>
            <p:nvPr/>
          </p:nvSpPr>
          <p:spPr>
            <a:xfrm>
              <a:off x="7195885" y="2018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2" name="pt37662"/>
            <p:cNvSpPr/>
            <p:nvPr/>
          </p:nvSpPr>
          <p:spPr>
            <a:xfrm>
              <a:off x="7055846" y="2040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3" name="pt37663"/>
            <p:cNvSpPr/>
            <p:nvPr/>
          </p:nvSpPr>
          <p:spPr>
            <a:xfrm>
              <a:off x="7077986" y="208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4" name="pt37664"/>
            <p:cNvSpPr/>
            <p:nvPr/>
          </p:nvSpPr>
          <p:spPr>
            <a:xfrm>
              <a:off x="7014957" y="2295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5" name="pt37665"/>
            <p:cNvSpPr/>
            <p:nvPr/>
          </p:nvSpPr>
          <p:spPr>
            <a:xfrm>
              <a:off x="7342841" y="1908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6" name="pt37666"/>
            <p:cNvSpPr/>
            <p:nvPr/>
          </p:nvSpPr>
          <p:spPr>
            <a:xfrm>
              <a:off x="7103938" y="2105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7" name="pt37667"/>
            <p:cNvSpPr/>
            <p:nvPr/>
          </p:nvSpPr>
          <p:spPr>
            <a:xfrm>
              <a:off x="6785690" y="2032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8" name="pt37668"/>
            <p:cNvSpPr/>
            <p:nvPr/>
          </p:nvSpPr>
          <p:spPr>
            <a:xfrm>
              <a:off x="7110267" y="2073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9" name="pt37669"/>
            <p:cNvSpPr/>
            <p:nvPr/>
          </p:nvSpPr>
          <p:spPr>
            <a:xfrm>
              <a:off x="6952489" y="1835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0" name="pt37670"/>
            <p:cNvSpPr/>
            <p:nvPr/>
          </p:nvSpPr>
          <p:spPr>
            <a:xfrm>
              <a:off x="7057931" y="2033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1" name="pt37671"/>
            <p:cNvSpPr/>
            <p:nvPr/>
          </p:nvSpPr>
          <p:spPr>
            <a:xfrm>
              <a:off x="7162549" y="2064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2" name="pt37672"/>
            <p:cNvSpPr/>
            <p:nvPr/>
          </p:nvSpPr>
          <p:spPr>
            <a:xfrm>
              <a:off x="6877659" y="2124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3" name="pt37673"/>
            <p:cNvSpPr/>
            <p:nvPr/>
          </p:nvSpPr>
          <p:spPr>
            <a:xfrm>
              <a:off x="7190843" y="2184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4" name="pt37674"/>
            <p:cNvSpPr/>
            <p:nvPr/>
          </p:nvSpPr>
          <p:spPr>
            <a:xfrm>
              <a:off x="7485715" y="25979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5" name="pt37675"/>
            <p:cNvSpPr/>
            <p:nvPr/>
          </p:nvSpPr>
          <p:spPr>
            <a:xfrm>
              <a:off x="6992466" y="2238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6" name="pt37676"/>
            <p:cNvSpPr/>
            <p:nvPr/>
          </p:nvSpPr>
          <p:spPr>
            <a:xfrm>
              <a:off x="7235374" y="1879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7" name="pt37677"/>
            <p:cNvSpPr/>
            <p:nvPr/>
          </p:nvSpPr>
          <p:spPr>
            <a:xfrm>
              <a:off x="7114546" y="1964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8" name="pt37678"/>
            <p:cNvSpPr/>
            <p:nvPr/>
          </p:nvSpPr>
          <p:spPr>
            <a:xfrm>
              <a:off x="7178584" y="2150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9" name="pt37679"/>
            <p:cNvSpPr/>
            <p:nvPr/>
          </p:nvSpPr>
          <p:spPr>
            <a:xfrm>
              <a:off x="6997347" y="2284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0" name="pt37680"/>
            <p:cNvSpPr/>
            <p:nvPr/>
          </p:nvSpPr>
          <p:spPr>
            <a:xfrm>
              <a:off x="7245102" y="2022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1" name="pt37681"/>
            <p:cNvSpPr/>
            <p:nvPr/>
          </p:nvSpPr>
          <p:spPr>
            <a:xfrm>
              <a:off x="7321396" y="2440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2" name="pt37682"/>
            <p:cNvSpPr/>
            <p:nvPr/>
          </p:nvSpPr>
          <p:spPr>
            <a:xfrm>
              <a:off x="7026508" y="20567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3" name="pt37683"/>
            <p:cNvSpPr/>
            <p:nvPr/>
          </p:nvSpPr>
          <p:spPr>
            <a:xfrm>
              <a:off x="7328150" y="2160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4" name="pt37684"/>
            <p:cNvSpPr/>
            <p:nvPr/>
          </p:nvSpPr>
          <p:spPr>
            <a:xfrm>
              <a:off x="7054340" y="2129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5" name="pt37685"/>
            <p:cNvSpPr/>
            <p:nvPr/>
          </p:nvSpPr>
          <p:spPr>
            <a:xfrm>
              <a:off x="6831743" y="1923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6" name="pt37686"/>
            <p:cNvSpPr/>
            <p:nvPr/>
          </p:nvSpPr>
          <p:spPr>
            <a:xfrm>
              <a:off x="7086140" y="2208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7" name="pt37687"/>
            <p:cNvSpPr/>
            <p:nvPr/>
          </p:nvSpPr>
          <p:spPr>
            <a:xfrm>
              <a:off x="7288940" y="2257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8" name="pt37688"/>
            <p:cNvSpPr/>
            <p:nvPr/>
          </p:nvSpPr>
          <p:spPr>
            <a:xfrm>
              <a:off x="7185974" y="1778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9" name="pt37689"/>
            <p:cNvSpPr/>
            <p:nvPr/>
          </p:nvSpPr>
          <p:spPr>
            <a:xfrm>
              <a:off x="7363534" y="2501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0" name="pt37690"/>
            <p:cNvSpPr/>
            <p:nvPr/>
          </p:nvSpPr>
          <p:spPr>
            <a:xfrm>
              <a:off x="6865715" y="210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1" name="pt37691"/>
            <p:cNvSpPr/>
            <p:nvPr/>
          </p:nvSpPr>
          <p:spPr>
            <a:xfrm>
              <a:off x="7106585" y="20955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2" name="pt37692"/>
            <p:cNvSpPr/>
            <p:nvPr/>
          </p:nvSpPr>
          <p:spPr>
            <a:xfrm>
              <a:off x="7006283" y="1675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3" name="pt37693"/>
            <p:cNvSpPr/>
            <p:nvPr/>
          </p:nvSpPr>
          <p:spPr>
            <a:xfrm>
              <a:off x="7247887" y="1963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4" name="pt37694"/>
            <p:cNvSpPr/>
            <p:nvPr/>
          </p:nvSpPr>
          <p:spPr>
            <a:xfrm>
              <a:off x="7139461" y="1982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5" name="pt37695"/>
            <p:cNvSpPr/>
            <p:nvPr/>
          </p:nvSpPr>
          <p:spPr>
            <a:xfrm>
              <a:off x="7114897" y="2072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6" name="pt37696"/>
            <p:cNvSpPr/>
            <p:nvPr/>
          </p:nvSpPr>
          <p:spPr>
            <a:xfrm>
              <a:off x="7052829" y="2158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7" name="pt37697"/>
            <p:cNvSpPr/>
            <p:nvPr/>
          </p:nvSpPr>
          <p:spPr>
            <a:xfrm>
              <a:off x="7238944" y="1929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8" name="pt37698"/>
            <p:cNvSpPr/>
            <p:nvPr/>
          </p:nvSpPr>
          <p:spPr>
            <a:xfrm>
              <a:off x="7136545" y="2045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9" name="pt37699"/>
            <p:cNvSpPr/>
            <p:nvPr/>
          </p:nvSpPr>
          <p:spPr>
            <a:xfrm>
              <a:off x="7121415" y="2000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0" name="pt37700"/>
            <p:cNvSpPr/>
            <p:nvPr/>
          </p:nvSpPr>
          <p:spPr>
            <a:xfrm>
              <a:off x="6895027" y="2148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1" name="pt37701"/>
            <p:cNvSpPr/>
            <p:nvPr/>
          </p:nvSpPr>
          <p:spPr>
            <a:xfrm>
              <a:off x="6967223" y="1791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2" name="pt37702"/>
            <p:cNvSpPr/>
            <p:nvPr/>
          </p:nvSpPr>
          <p:spPr>
            <a:xfrm>
              <a:off x="7136432" y="1970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3" name="pt37703"/>
            <p:cNvSpPr/>
            <p:nvPr/>
          </p:nvSpPr>
          <p:spPr>
            <a:xfrm>
              <a:off x="7240539" y="2018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4" name="pt37704"/>
            <p:cNvSpPr/>
            <p:nvPr/>
          </p:nvSpPr>
          <p:spPr>
            <a:xfrm>
              <a:off x="6717271" y="2513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5" name="pt37705"/>
            <p:cNvSpPr/>
            <p:nvPr/>
          </p:nvSpPr>
          <p:spPr>
            <a:xfrm>
              <a:off x="7015583" y="2236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6" name="pt37706"/>
            <p:cNvSpPr/>
            <p:nvPr/>
          </p:nvSpPr>
          <p:spPr>
            <a:xfrm>
              <a:off x="7251543" y="1998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7" name="pt37707"/>
            <p:cNvSpPr/>
            <p:nvPr/>
          </p:nvSpPr>
          <p:spPr>
            <a:xfrm>
              <a:off x="7161764" y="2102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8" name="pt37708"/>
            <p:cNvSpPr/>
            <p:nvPr/>
          </p:nvSpPr>
          <p:spPr>
            <a:xfrm>
              <a:off x="7198926" y="1899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9" name="pt37709"/>
            <p:cNvSpPr/>
            <p:nvPr/>
          </p:nvSpPr>
          <p:spPr>
            <a:xfrm>
              <a:off x="7140748" y="2087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0" name="pt37710"/>
            <p:cNvSpPr/>
            <p:nvPr/>
          </p:nvSpPr>
          <p:spPr>
            <a:xfrm>
              <a:off x="7162245" y="2101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1" name="pt37711"/>
            <p:cNvSpPr/>
            <p:nvPr/>
          </p:nvSpPr>
          <p:spPr>
            <a:xfrm>
              <a:off x="7173082" y="1991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2" name="pt37712"/>
            <p:cNvSpPr/>
            <p:nvPr/>
          </p:nvSpPr>
          <p:spPr>
            <a:xfrm>
              <a:off x="6913272" y="1921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3" name="pt37713"/>
            <p:cNvSpPr/>
            <p:nvPr/>
          </p:nvSpPr>
          <p:spPr>
            <a:xfrm>
              <a:off x="7044390" y="2260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4" name="pt37714"/>
            <p:cNvSpPr/>
            <p:nvPr/>
          </p:nvSpPr>
          <p:spPr>
            <a:xfrm>
              <a:off x="7108692" y="2102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5" name="pt37715"/>
            <p:cNvSpPr/>
            <p:nvPr/>
          </p:nvSpPr>
          <p:spPr>
            <a:xfrm>
              <a:off x="7168869" y="2215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6" name="pt37716"/>
            <p:cNvSpPr/>
            <p:nvPr/>
          </p:nvSpPr>
          <p:spPr>
            <a:xfrm>
              <a:off x="6983931" y="2337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7" name="pt37717"/>
            <p:cNvSpPr/>
            <p:nvPr/>
          </p:nvSpPr>
          <p:spPr>
            <a:xfrm>
              <a:off x="6593827" y="1907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8" name="pt37718"/>
            <p:cNvSpPr/>
            <p:nvPr/>
          </p:nvSpPr>
          <p:spPr>
            <a:xfrm>
              <a:off x="7210102" y="2139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9" name="pt37719"/>
            <p:cNvSpPr/>
            <p:nvPr/>
          </p:nvSpPr>
          <p:spPr>
            <a:xfrm>
              <a:off x="7296332" y="21576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0" name="pt37720"/>
            <p:cNvSpPr/>
            <p:nvPr/>
          </p:nvSpPr>
          <p:spPr>
            <a:xfrm>
              <a:off x="7157102" y="2304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1" name="pt37721"/>
            <p:cNvSpPr/>
            <p:nvPr/>
          </p:nvSpPr>
          <p:spPr>
            <a:xfrm>
              <a:off x="7028046" y="2170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2" name="pt37722"/>
            <p:cNvSpPr/>
            <p:nvPr/>
          </p:nvSpPr>
          <p:spPr>
            <a:xfrm>
              <a:off x="6800163" y="2312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3" name="pt37723"/>
            <p:cNvSpPr/>
            <p:nvPr/>
          </p:nvSpPr>
          <p:spPr>
            <a:xfrm>
              <a:off x="6747749" y="2343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4" name="pt37724"/>
            <p:cNvSpPr/>
            <p:nvPr/>
          </p:nvSpPr>
          <p:spPr>
            <a:xfrm>
              <a:off x="6980169" y="2161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5" name="pt37725"/>
            <p:cNvSpPr/>
            <p:nvPr/>
          </p:nvSpPr>
          <p:spPr>
            <a:xfrm>
              <a:off x="7180623" y="1937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6" name="pt37726"/>
            <p:cNvSpPr/>
            <p:nvPr/>
          </p:nvSpPr>
          <p:spPr>
            <a:xfrm>
              <a:off x="7087785" y="2206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7" name="pt37727"/>
            <p:cNvSpPr/>
            <p:nvPr/>
          </p:nvSpPr>
          <p:spPr>
            <a:xfrm>
              <a:off x="6928388" y="1954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8" name="pt37728"/>
            <p:cNvSpPr/>
            <p:nvPr/>
          </p:nvSpPr>
          <p:spPr>
            <a:xfrm>
              <a:off x="7218963" y="2071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9" name="pt37729"/>
            <p:cNvSpPr/>
            <p:nvPr/>
          </p:nvSpPr>
          <p:spPr>
            <a:xfrm>
              <a:off x="7101776" y="2167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0" name="pt37730"/>
            <p:cNvSpPr/>
            <p:nvPr/>
          </p:nvSpPr>
          <p:spPr>
            <a:xfrm>
              <a:off x="7190833" y="2197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1" name="pt37731"/>
            <p:cNvSpPr/>
            <p:nvPr/>
          </p:nvSpPr>
          <p:spPr>
            <a:xfrm>
              <a:off x="7245370" y="1874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2" name="pt37732"/>
            <p:cNvSpPr/>
            <p:nvPr/>
          </p:nvSpPr>
          <p:spPr>
            <a:xfrm>
              <a:off x="7150664" y="2072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3" name="pt37733"/>
            <p:cNvSpPr/>
            <p:nvPr/>
          </p:nvSpPr>
          <p:spPr>
            <a:xfrm>
              <a:off x="7184295" y="1958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4" name="pt37734"/>
            <p:cNvSpPr/>
            <p:nvPr/>
          </p:nvSpPr>
          <p:spPr>
            <a:xfrm>
              <a:off x="6994422" y="23404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5" name="pt37735"/>
            <p:cNvSpPr/>
            <p:nvPr/>
          </p:nvSpPr>
          <p:spPr>
            <a:xfrm>
              <a:off x="7107296" y="2091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6" name="pt37736"/>
            <p:cNvSpPr/>
            <p:nvPr/>
          </p:nvSpPr>
          <p:spPr>
            <a:xfrm>
              <a:off x="7125204" y="2130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7" name="pt37737"/>
            <p:cNvSpPr/>
            <p:nvPr/>
          </p:nvSpPr>
          <p:spPr>
            <a:xfrm>
              <a:off x="7107957" y="2086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8" name="pt37738"/>
            <p:cNvSpPr/>
            <p:nvPr/>
          </p:nvSpPr>
          <p:spPr>
            <a:xfrm>
              <a:off x="6849565" y="228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9" name="pt37739"/>
            <p:cNvSpPr/>
            <p:nvPr/>
          </p:nvSpPr>
          <p:spPr>
            <a:xfrm>
              <a:off x="7147378" y="2013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0" name="pt37740"/>
            <p:cNvSpPr/>
            <p:nvPr/>
          </p:nvSpPr>
          <p:spPr>
            <a:xfrm>
              <a:off x="6743208" y="2350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1" name="pt37741"/>
            <p:cNvSpPr/>
            <p:nvPr/>
          </p:nvSpPr>
          <p:spPr>
            <a:xfrm>
              <a:off x="7097816" y="2312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2" name="pt37742"/>
            <p:cNvSpPr/>
            <p:nvPr/>
          </p:nvSpPr>
          <p:spPr>
            <a:xfrm>
              <a:off x="7153493" y="2240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3" name="pt37743"/>
            <p:cNvSpPr/>
            <p:nvPr/>
          </p:nvSpPr>
          <p:spPr>
            <a:xfrm>
              <a:off x="6922405" y="199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4" name="pt37744"/>
            <p:cNvSpPr/>
            <p:nvPr/>
          </p:nvSpPr>
          <p:spPr>
            <a:xfrm>
              <a:off x="7090906" y="2115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5" name="pt37745"/>
            <p:cNvSpPr/>
            <p:nvPr/>
          </p:nvSpPr>
          <p:spPr>
            <a:xfrm>
              <a:off x="7169315" y="2049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6" name="pt37746"/>
            <p:cNvSpPr/>
            <p:nvPr/>
          </p:nvSpPr>
          <p:spPr>
            <a:xfrm>
              <a:off x="6721711" y="2284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7" name="pt37747"/>
            <p:cNvSpPr/>
            <p:nvPr/>
          </p:nvSpPr>
          <p:spPr>
            <a:xfrm>
              <a:off x="6976561" y="2090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8" name="pt37748"/>
            <p:cNvSpPr/>
            <p:nvPr/>
          </p:nvSpPr>
          <p:spPr>
            <a:xfrm>
              <a:off x="7229790" y="2097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9" name="pt37749"/>
            <p:cNvSpPr/>
            <p:nvPr/>
          </p:nvSpPr>
          <p:spPr>
            <a:xfrm>
              <a:off x="7117841" y="1983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0" name="pt37750"/>
            <p:cNvSpPr/>
            <p:nvPr/>
          </p:nvSpPr>
          <p:spPr>
            <a:xfrm>
              <a:off x="7006494" y="1813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1" name="pt37751"/>
            <p:cNvSpPr/>
            <p:nvPr/>
          </p:nvSpPr>
          <p:spPr>
            <a:xfrm>
              <a:off x="7164230" y="2324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2" name="pt37752"/>
            <p:cNvSpPr/>
            <p:nvPr/>
          </p:nvSpPr>
          <p:spPr>
            <a:xfrm>
              <a:off x="6865565" y="2088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3" name="pt37753"/>
            <p:cNvSpPr/>
            <p:nvPr/>
          </p:nvSpPr>
          <p:spPr>
            <a:xfrm>
              <a:off x="7241553" y="1995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4" name="pt37754"/>
            <p:cNvSpPr/>
            <p:nvPr/>
          </p:nvSpPr>
          <p:spPr>
            <a:xfrm>
              <a:off x="7074549" y="2123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5" name="pt37755"/>
            <p:cNvSpPr/>
            <p:nvPr/>
          </p:nvSpPr>
          <p:spPr>
            <a:xfrm>
              <a:off x="7088569" y="21949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6" name="pt37756"/>
            <p:cNvSpPr/>
            <p:nvPr/>
          </p:nvSpPr>
          <p:spPr>
            <a:xfrm>
              <a:off x="7319187" y="2633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7" name="pt37757"/>
            <p:cNvSpPr/>
            <p:nvPr/>
          </p:nvSpPr>
          <p:spPr>
            <a:xfrm>
              <a:off x="7157227" y="2309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8" name="pt37758"/>
            <p:cNvSpPr/>
            <p:nvPr/>
          </p:nvSpPr>
          <p:spPr>
            <a:xfrm>
              <a:off x="7260037" y="2014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9" name="pt37759"/>
            <p:cNvSpPr/>
            <p:nvPr/>
          </p:nvSpPr>
          <p:spPr>
            <a:xfrm>
              <a:off x="7303513" y="1778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0" name="pt37760"/>
            <p:cNvSpPr/>
            <p:nvPr/>
          </p:nvSpPr>
          <p:spPr>
            <a:xfrm>
              <a:off x="6940132" y="2007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1" name="pt37761"/>
            <p:cNvSpPr/>
            <p:nvPr/>
          </p:nvSpPr>
          <p:spPr>
            <a:xfrm>
              <a:off x="6997163" y="2264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2" name="pt37762"/>
            <p:cNvSpPr/>
            <p:nvPr/>
          </p:nvSpPr>
          <p:spPr>
            <a:xfrm>
              <a:off x="7056166" y="20715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3" name="pt37763"/>
            <p:cNvSpPr/>
            <p:nvPr/>
          </p:nvSpPr>
          <p:spPr>
            <a:xfrm>
              <a:off x="7242153" y="2018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4" name="pt37764"/>
            <p:cNvSpPr/>
            <p:nvPr/>
          </p:nvSpPr>
          <p:spPr>
            <a:xfrm>
              <a:off x="6961893" y="1999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5" name="pt37765"/>
            <p:cNvSpPr/>
            <p:nvPr/>
          </p:nvSpPr>
          <p:spPr>
            <a:xfrm>
              <a:off x="6690382" y="1851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6" name="pt37766"/>
            <p:cNvSpPr/>
            <p:nvPr/>
          </p:nvSpPr>
          <p:spPr>
            <a:xfrm>
              <a:off x="7241022" y="2012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7" name="pt37767"/>
            <p:cNvSpPr/>
            <p:nvPr/>
          </p:nvSpPr>
          <p:spPr>
            <a:xfrm>
              <a:off x="6765221" y="20027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8" name="pt37768"/>
            <p:cNvSpPr/>
            <p:nvPr/>
          </p:nvSpPr>
          <p:spPr>
            <a:xfrm>
              <a:off x="6897741" y="2102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9" name="pt37769"/>
            <p:cNvSpPr/>
            <p:nvPr/>
          </p:nvSpPr>
          <p:spPr>
            <a:xfrm>
              <a:off x="6818313" y="2322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0" name="pt37770"/>
            <p:cNvSpPr/>
            <p:nvPr/>
          </p:nvSpPr>
          <p:spPr>
            <a:xfrm>
              <a:off x="7063419" y="2141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1" name="pt37771"/>
            <p:cNvSpPr/>
            <p:nvPr/>
          </p:nvSpPr>
          <p:spPr>
            <a:xfrm>
              <a:off x="7261747" y="2051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2" name="pt37772"/>
            <p:cNvSpPr/>
            <p:nvPr/>
          </p:nvSpPr>
          <p:spPr>
            <a:xfrm>
              <a:off x="6982533" y="20474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3" name="pt37773"/>
            <p:cNvSpPr/>
            <p:nvPr/>
          </p:nvSpPr>
          <p:spPr>
            <a:xfrm>
              <a:off x="7096341" y="2162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4" name="pt37774"/>
            <p:cNvSpPr/>
            <p:nvPr/>
          </p:nvSpPr>
          <p:spPr>
            <a:xfrm>
              <a:off x="7057738" y="20971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5" name="pt37775"/>
            <p:cNvSpPr/>
            <p:nvPr/>
          </p:nvSpPr>
          <p:spPr>
            <a:xfrm>
              <a:off x="6975370" y="2052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6" name="pt37776"/>
            <p:cNvSpPr/>
            <p:nvPr/>
          </p:nvSpPr>
          <p:spPr>
            <a:xfrm>
              <a:off x="7106979" y="2149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7" name="pt37777"/>
            <p:cNvSpPr/>
            <p:nvPr/>
          </p:nvSpPr>
          <p:spPr>
            <a:xfrm>
              <a:off x="6911111" y="19812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8" name="pt37778"/>
            <p:cNvSpPr/>
            <p:nvPr/>
          </p:nvSpPr>
          <p:spPr>
            <a:xfrm>
              <a:off x="6863294" y="2077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9" name="pt37779"/>
            <p:cNvSpPr/>
            <p:nvPr/>
          </p:nvSpPr>
          <p:spPr>
            <a:xfrm>
              <a:off x="6949230" y="2026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0" name="pt37780"/>
            <p:cNvSpPr/>
            <p:nvPr/>
          </p:nvSpPr>
          <p:spPr>
            <a:xfrm>
              <a:off x="7264352" y="1921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1" name="pt37781"/>
            <p:cNvSpPr/>
            <p:nvPr/>
          </p:nvSpPr>
          <p:spPr>
            <a:xfrm>
              <a:off x="6948732" y="1984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2" name="pt37782"/>
            <p:cNvSpPr/>
            <p:nvPr/>
          </p:nvSpPr>
          <p:spPr>
            <a:xfrm>
              <a:off x="7070772" y="2123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3" name="pt37783"/>
            <p:cNvSpPr/>
            <p:nvPr/>
          </p:nvSpPr>
          <p:spPr>
            <a:xfrm>
              <a:off x="7483988" y="2318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4" name="pt37784"/>
            <p:cNvSpPr/>
            <p:nvPr/>
          </p:nvSpPr>
          <p:spPr>
            <a:xfrm>
              <a:off x="7149350" y="2102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5" name="pt37785"/>
            <p:cNvSpPr/>
            <p:nvPr/>
          </p:nvSpPr>
          <p:spPr>
            <a:xfrm>
              <a:off x="7074590" y="2039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6" name="pt37786"/>
            <p:cNvSpPr/>
            <p:nvPr/>
          </p:nvSpPr>
          <p:spPr>
            <a:xfrm>
              <a:off x="7415932" y="2630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7" name="pt37787"/>
            <p:cNvSpPr/>
            <p:nvPr/>
          </p:nvSpPr>
          <p:spPr>
            <a:xfrm>
              <a:off x="7188482" y="2229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8" name="pt37788"/>
            <p:cNvSpPr/>
            <p:nvPr/>
          </p:nvSpPr>
          <p:spPr>
            <a:xfrm>
              <a:off x="7290699" y="1952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9" name="pt37789"/>
            <p:cNvSpPr/>
            <p:nvPr/>
          </p:nvSpPr>
          <p:spPr>
            <a:xfrm>
              <a:off x="6988829" y="2196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0" name="pt37790"/>
            <p:cNvSpPr/>
            <p:nvPr/>
          </p:nvSpPr>
          <p:spPr>
            <a:xfrm>
              <a:off x="7102236" y="2134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1" name="pt37791"/>
            <p:cNvSpPr/>
            <p:nvPr/>
          </p:nvSpPr>
          <p:spPr>
            <a:xfrm>
              <a:off x="7113654" y="19623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2" name="pt37792"/>
            <p:cNvSpPr/>
            <p:nvPr/>
          </p:nvSpPr>
          <p:spPr>
            <a:xfrm>
              <a:off x="6727645" y="2367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3" name="pt37793"/>
            <p:cNvSpPr/>
            <p:nvPr/>
          </p:nvSpPr>
          <p:spPr>
            <a:xfrm>
              <a:off x="6869568" y="2210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4" name="pt37794"/>
            <p:cNvSpPr/>
            <p:nvPr/>
          </p:nvSpPr>
          <p:spPr>
            <a:xfrm>
              <a:off x="7134771" y="204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5" name="pt37795"/>
            <p:cNvSpPr/>
            <p:nvPr/>
          </p:nvSpPr>
          <p:spPr>
            <a:xfrm>
              <a:off x="7105589" y="2034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6" name="pt37796"/>
            <p:cNvSpPr/>
            <p:nvPr/>
          </p:nvSpPr>
          <p:spPr>
            <a:xfrm>
              <a:off x="6908826" y="1883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7" name="pt37797"/>
            <p:cNvSpPr/>
            <p:nvPr/>
          </p:nvSpPr>
          <p:spPr>
            <a:xfrm>
              <a:off x="7189883" y="2156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8" name="pt37798"/>
            <p:cNvSpPr/>
            <p:nvPr/>
          </p:nvSpPr>
          <p:spPr>
            <a:xfrm>
              <a:off x="7105863" y="2109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9" name="pt37799"/>
            <p:cNvSpPr/>
            <p:nvPr/>
          </p:nvSpPr>
          <p:spPr>
            <a:xfrm>
              <a:off x="6984998" y="2173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0" name="pt37800"/>
            <p:cNvSpPr/>
            <p:nvPr/>
          </p:nvSpPr>
          <p:spPr>
            <a:xfrm>
              <a:off x="6675266" y="2121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1" name="pt37801"/>
            <p:cNvSpPr/>
            <p:nvPr/>
          </p:nvSpPr>
          <p:spPr>
            <a:xfrm>
              <a:off x="7397953" y="2714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2" name="pt37802"/>
            <p:cNvSpPr/>
            <p:nvPr/>
          </p:nvSpPr>
          <p:spPr>
            <a:xfrm>
              <a:off x="7236244" y="1906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3" name="pt37803"/>
            <p:cNvSpPr/>
            <p:nvPr/>
          </p:nvSpPr>
          <p:spPr>
            <a:xfrm>
              <a:off x="6980720" y="21831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4" name="pt37804"/>
            <p:cNvSpPr/>
            <p:nvPr/>
          </p:nvSpPr>
          <p:spPr>
            <a:xfrm>
              <a:off x="7779870" y="2344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5" name="pt37805"/>
            <p:cNvSpPr/>
            <p:nvPr/>
          </p:nvSpPr>
          <p:spPr>
            <a:xfrm>
              <a:off x="7291510" y="2105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6" name="pt37806"/>
            <p:cNvSpPr/>
            <p:nvPr/>
          </p:nvSpPr>
          <p:spPr>
            <a:xfrm>
              <a:off x="7207183" y="1922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7" name="pt37807"/>
            <p:cNvSpPr/>
            <p:nvPr/>
          </p:nvSpPr>
          <p:spPr>
            <a:xfrm>
              <a:off x="6907833" y="19891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8" name="pt37808"/>
            <p:cNvSpPr/>
            <p:nvPr/>
          </p:nvSpPr>
          <p:spPr>
            <a:xfrm>
              <a:off x="7172762" y="2243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9" name="pt37809"/>
            <p:cNvSpPr/>
            <p:nvPr/>
          </p:nvSpPr>
          <p:spPr>
            <a:xfrm>
              <a:off x="7211121" y="2099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0" name="pt37810"/>
            <p:cNvSpPr/>
            <p:nvPr/>
          </p:nvSpPr>
          <p:spPr>
            <a:xfrm>
              <a:off x="7067803" y="2034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1" name="pt37811"/>
            <p:cNvSpPr/>
            <p:nvPr/>
          </p:nvSpPr>
          <p:spPr>
            <a:xfrm>
              <a:off x="7189315" y="2191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2" name="pt37812"/>
            <p:cNvSpPr/>
            <p:nvPr/>
          </p:nvSpPr>
          <p:spPr>
            <a:xfrm>
              <a:off x="7080235" y="2149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3" name="pt37813"/>
            <p:cNvSpPr/>
            <p:nvPr/>
          </p:nvSpPr>
          <p:spPr>
            <a:xfrm>
              <a:off x="7067659" y="2082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4" name="pt37814"/>
            <p:cNvSpPr/>
            <p:nvPr/>
          </p:nvSpPr>
          <p:spPr>
            <a:xfrm>
              <a:off x="6922413" y="20456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5" name="pt37815"/>
            <p:cNvSpPr/>
            <p:nvPr/>
          </p:nvSpPr>
          <p:spPr>
            <a:xfrm>
              <a:off x="6863770" y="22320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6" name="pt37816"/>
            <p:cNvSpPr/>
            <p:nvPr/>
          </p:nvSpPr>
          <p:spPr>
            <a:xfrm>
              <a:off x="7066751" y="2142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7" name="pt37817"/>
            <p:cNvSpPr/>
            <p:nvPr/>
          </p:nvSpPr>
          <p:spPr>
            <a:xfrm>
              <a:off x="7203426" y="2054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8" name="pt37818"/>
            <p:cNvSpPr/>
            <p:nvPr/>
          </p:nvSpPr>
          <p:spPr>
            <a:xfrm>
              <a:off x="7013720" y="2083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9" name="pt37819"/>
            <p:cNvSpPr/>
            <p:nvPr/>
          </p:nvSpPr>
          <p:spPr>
            <a:xfrm>
              <a:off x="7069102" y="2069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0" name="pt37820"/>
            <p:cNvSpPr/>
            <p:nvPr/>
          </p:nvSpPr>
          <p:spPr>
            <a:xfrm>
              <a:off x="7165691" y="2052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1" name="pt37821"/>
            <p:cNvSpPr/>
            <p:nvPr/>
          </p:nvSpPr>
          <p:spPr>
            <a:xfrm>
              <a:off x="7799855" y="21497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2" name="pt37822"/>
            <p:cNvSpPr/>
            <p:nvPr/>
          </p:nvSpPr>
          <p:spPr>
            <a:xfrm>
              <a:off x="7165628" y="2147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3" name="pt37823"/>
            <p:cNvSpPr/>
            <p:nvPr/>
          </p:nvSpPr>
          <p:spPr>
            <a:xfrm>
              <a:off x="6745419" y="1974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4" name="pt37824"/>
            <p:cNvSpPr/>
            <p:nvPr/>
          </p:nvSpPr>
          <p:spPr>
            <a:xfrm>
              <a:off x="7070991" y="2004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5" name="pt37825"/>
            <p:cNvSpPr/>
            <p:nvPr/>
          </p:nvSpPr>
          <p:spPr>
            <a:xfrm>
              <a:off x="6842046" y="19141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6" name="pt37826"/>
            <p:cNvSpPr/>
            <p:nvPr/>
          </p:nvSpPr>
          <p:spPr>
            <a:xfrm>
              <a:off x="7245140" y="2029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7" name="pt37827"/>
            <p:cNvSpPr/>
            <p:nvPr/>
          </p:nvSpPr>
          <p:spPr>
            <a:xfrm>
              <a:off x="7236622" y="1891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8" name="pt37828"/>
            <p:cNvSpPr/>
            <p:nvPr/>
          </p:nvSpPr>
          <p:spPr>
            <a:xfrm>
              <a:off x="7372063" y="2235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9" name="pt37829"/>
            <p:cNvSpPr/>
            <p:nvPr/>
          </p:nvSpPr>
          <p:spPr>
            <a:xfrm>
              <a:off x="6802113" y="21168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0" name="pt37830"/>
            <p:cNvSpPr/>
            <p:nvPr/>
          </p:nvSpPr>
          <p:spPr>
            <a:xfrm>
              <a:off x="7155450" y="2240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1" name="pt37831"/>
            <p:cNvSpPr/>
            <p:nvPr/>
          </p:nvSpPr>
          <p:spPr>
            <a:xfrm>
              <a:off x="7134145" y="2022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2" name="pt37832"/>
            <p:cNvSpPr/>
            <p:nvPr/>
          </p:nvSpPr>
          <p:spPr>
            <a:xfrm>
              <a:off x="6871243" y="226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3" name="pt37833"/>
            <p:cNvSpPr/>
            <p:nvPr/>
          </p:nvSpPr>
          <p:spPr>
            <a:xfrm>
              <a:off x="7311796" y="2297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4" name="pt37834"/>
            <p:cNvSpPr/>
            <p:nvPr/>
          </p:nvSpPr>
          <p:spPr>
            <a:xfrm>
              <a:off x="7006403" y="1734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5" name="pt37835"/>
            <p:cNvSpPr/>
            <p:nvPr/>
          </p:nvSpPr>
          <p:spPr>
            <a:xfrm>
              <a:off x="7096957" y="223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6" name="pt37836"/>
            <p:cNvSpPr/>
            <p:nvPr/>
          </p:nvSpPr>
          <p:spPr>
            <a:xfrm>
              <a:off x="7027206" y="1845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7" name="pt37837"/>
            <p:cNvSpPr/>
            <p:nvPr/>
          </p:nvSpPr>
          <p:spPr>
            <a:xfrm>
              <a:off x="7424848" y="2896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8" name="pt37838"/>
            <p:cNvSpPr/>
            <p:nvPr/>
          </p:nvSpPr>
          <p:spPr>
            <a:xfrm>
              <a:off x="7100915" y="2337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9" name="pt37839"/>
            <p:cNvSpPr/>
            <p:nvPr/>
          </p:nvSpPr>
          <p:spPr>
            <a:xfrm>
              <a:off x="7403996" y="26311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0" name="pt37840"/>
            <p:cNvSpPr/>
            <p:nvPr/>
          </p:nvSpPr>
          <p:spPr>
            <a:xfrm>
              <a:off x="7318353" y="2510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1" name="pt37841"/>
            <p:cNvSpPr/>
            <p:nvPr/>
          </p:nvSpPr>
          <p:spPr>
            <a:xfrm>
              <a:off x="7161329" y="2250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2" name="pt37842"/>
            <p:cNvSpPr/>
            <p:nvPr/>
          </p:nvSpPr>
          <p:spPr>
            <a:xfrm>
              <a:off x="7063324" y="2127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3" name="pt37843"/>
            <p:cNvSpPr/>
            <p:nvPr/>
          </p:nvSpPr>
          <p:spPr>
            <a:xfrm>
              <a:off x="7082105" y="2162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4" name="pt37844"/>
            <p:cNvSpPr/>
            <p:nvPr/>
          </p:nvSpPr>
          <p:spPr>
            <a:xfrm>
              <a:off x="7000131" y="21141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5" name="pt37845"/>
            <p:cNvSpPr/>
            <p:nvPr/>
          </p:nvSpPr>
          <p:spPr>
            <a:xfrm>
              <a:off x="7204232" y="19575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6" name="pt37846"/>
            <p:cNvSpPr/>
            <p:nvPr/>
          </p:nvSpPr>
          <p:spPr>
            <a:xfrm>
              <a:off x="7328399" y="237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7" name="pt37847"/>
            <p:cNvSpPr/>
            <p:nvPr/>
          </p:nvSpPr>
          <p:spPr>
            <a:xfrm>
              <a:off x="7084985" y="2137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8" name="pt37848"/>
            <p:cNvSpPr/>
            <p:nvPr/>
          </p:nvSpPr>
          <p:spPr>
            <a:xfrm>
              <a:off x="7158744" y="221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9" name="pt37849"/>
            <p:cNvSpPr/>
            <p:nvPr/>
          </p:nvSpPr>
          <p:spPr>
            <a:xfrm>
              <a:off x="7146800" y="2032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0" name="pt37850"/>
            <p:cNvSpPr/>
            <p:nvPr/>
          </p:nvSpPr>
          <p:spPr>
            <a:xfrm>
              <a:off x="6980615" y="2150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1" name="pt37851"/>
            <p:cNvSpPr/>
            <p:nvPr/>
          </p:nvSpPr>
          <p:spPr>
            <a:xfrm>
              <a:off x="6799457" y="2181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2" name="pt37852"/>
            <p:cNvSpPr/>
            <p:nvPr/>
          </p:nvSpPr>
          <p:spPr>
            <a:xfrm>
              <a:off x="7392526" y="2889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3" name="pt37853"/>
            <p:cNvSpPr/>
            <p:nvPr/>
          </p:nvSpPr>
          <p:spPr>
            <a:xfrm>
              <a:off x="7003678" y="1541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4" name="pt37854"/>
            <p:cNvSpPr/>
            <p:nvPr/>
          </p:nvSpPr>
          <p:spPr>
            <a:xfrm>
              <a:off x="7070971" y="2056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5" name="pt37855"/>
            <p:cNvSpPr/>
            <p:nvPr/>
          </p:nvSpPr>
          <p:spPr>
            <a:xfrm>
              <a:off x="7032559" y="2061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6" name="pt37856"/>
            <p:cNvSpPr/>
            <p:nvPr/>
          </p:nvSpPr>
          <p:spPr>
            <a:xfrm>
              <a:off x="6946091" y="2097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7" name="pt37857"/>
            <p:cNvSpPr/>
            <p:nvPr/>
          </p:nvSpPr>
          <p:spPr>
            <a:xfrm>
              <a:off x="7233012" y="2070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8" name="pt37858"/>
            <p:cNvSpPr/>
            <p:nvPr/>
          </p:nvSpPr>
          <p:spPr>
            <a:xfrm>
              <a:off x="6887727" y="2141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9" name="pt37859"/>
            <p:cNvSpPr/>
            <p:nvPr/>
          </p:nvSpPr>
          <p:spPr>
            <a:xfrm>
              <a:off x="6906559" y="2032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0" name="pt37860"/>
            <p:cNvSpPr/>
            <p:nvPr/>
          </p:nvSpPr>
          <p:spPr>
            <a:xfrm>
              <a:off x="7074764" y="20549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1" name="pt37861"/>
            <p:cNvSpPr/>
            <p:nvPr/>
          </p:nvSpPr>
          <p:spPr>
            <a:xfrm>
              <a:off x="6717136" y="2471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2" name="pt37862"/>
            <p:cNvSpPr/>
            <p:nvPr/>
          </p:nvSpPr>
          <p:spPr>
            <a:xfrm>
              <a:off x="6906380" y="2049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3" name="pt37863"/>
            <p:cNvSpPr/>
            <p:nvPr/>
          </p:nvSpPr>
          <p:spPr>
            <a:xfrm>
              <a:off x="7167583" y="2142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4" name="pt37864"/>
            <p:cNvSpPr/>
            <p:nvPr/>
          </p:nvSpPr>
          <p:spPr>
            <a:xfrm>
              <a:off x="7099206" y="23057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5" name="pt37865"/>
            <p:cNvSpPr/>
            <p:nvPr/>
          </p:nvSpPr>
          <p:spPr>
            <a:xfrm>
              <a:off x="7038118" y="21906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6" name="pt37866"/>
            <p:cNvSpPr/>
            <p:nvPr/>
          </p:nvSpPr>
          <p:spPr>
            <a:xfrm>
              <a:off x="7247279" y="1904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7" name="pt37867"/>
            <p:cNvSpPr/>
            <p:nvPr/>
          </p:nvSpPr>
          <p:spPr>
            <a:xfrm>
              <a:off x="7005820" y="1603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8" name="pt37868"/>
            <p:cNvSpPr/>
            <p:nvPr/>
          </p:nvSpPr>
          <p:spPr>
            <a:xfrm>
              <a:off x="7126488" y="2121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9" name="pt37869"/>
            <p:cNvSpPr/>
            <p:nvPr/>
          </p:nvSpPr>
          <p:spPr>
            <a:xfrm>
              <a:off x="6966116" y="18727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0" name="pt37870"/>
            <p:cNvSpPr/>
            <p:nvPr/>
          </p:nvSpPr>
          <p:spPr>
            <a:xfrm>
              <a:off x="7662868" y="2430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1" name="pt37871"/>
            <p:cNvSpPr/>
            <p:nvPr/>
          </p:nvSpPr>
          <p:spPr>
            <a:xfrm>
              <a:off x="7266283" y="1999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2" name="pt37872"/>
            <p:cNvSpPr/>
            <p:nvPr/>
          </p:nvSpPr>
          <p:spPr>
            <a:xfrm>
              <a:off x="7325999" y="2396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3" name="pt37873"/>
            <p:cNvSpPr/>
            <p:nvPr/>
          </p:nvSpPr>
          <p:spPr>
            <a:xfrm>
              <a:off x="7169862" y="1998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4" name="pt37874"/>
            <p:cNvSpPr/>
            <p:nvPr/>
          </p:nvSpPr>
          <p:spPr>
            <a:xfrm>
              <a:off x="7215929" y="1983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5" name="pt37875"/>
            <p:cNvSpPr/>
            <p:nvPr/>
          </p:nvSpPr>
          <p:spPr>
            <a:xfrm>
              <a:off x="7164018" y="2201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6" name="pt37876"/>
            <p:cNvSpPr/>
            <p:nvPr/>
          </p:nvSpPr>
          <p:spPr>
            <a:xfrm>
              <a:off x="6895136" y="21242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7" name="pt37877"/>
            <p:cNvSpPr/>
            <p:nvPr/>
          </p:nvSpPr>
          <p:spPr>
            <a:xfrm>
              <a:off x="7339507" y="1960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8" name="pt37878"/>
            <p:cNvSpPr/>
            <p:nvPr/>
          </p:nvSpPr>
          <p:spPr>
            <a:xfrm>
              <a:off x="6874205" y="2231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9" name="pt37879"/>
            <p:cNvSpPr/>
            <p:nvPr/>
          </p:nvSpPr>
          <p:spPr>
            <a:xfrm>
              <a:off x="7029589" y="2022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0" name="pt37880"/>
            <p:cNvSpPr/>
            <p:nvPr/>
          </p:nvSpPr>
          <p:spPr>
            <a:xfrm>
              <a:off x="7170987" y="2231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1" name="pt37881"/>
            <p:cNvSpPr/>
            <p:nvPr/>
          </p:nvSpPr>
          <p:spPr>
            <a:xfrm>
              <a:off x="7110000" y="2050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2" name="pt37882"/>
            <p:cNvSpPr/>
            <p:nvPr/>
          </p:nvSpPr>
          <p:spPr>
            <a:xfrm>
              <a:off x="6977811" y="2204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3" name="pt37883"/>
            <p:cNvSpPr/>
            <p:nvPr/>
          </p:nvSpPr>
          <p:spPr>
            <a:xfrm>
              <a:off x="6753336" y="2203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4" name="pt37884"/>
            <p:cNvSpPr/>
            <p:nvPr/>
          </p:nvSpPr>
          <p:spPr>
            <a:xfrm>
              <a:off x="6861604" y="2271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5" name="pt37885"/>
            <p:cNvSpPr/>
            <p:nvPr/>
          </p:nvSpPr>
          <p:spPr>
            <a:xfrm>
              <a:off x="7027490" y="2037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6" name="pt37886"/>
            <p:cNvSpPr/>
            <p:nvPr/>
          </p:nvSpPr>
          <p:spPr>
            <a:xfrm>
              <a:off x="6870421" y="2139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7" name="pt37887"/>
            <p:cNvSpPr/>
            <p:nvPr/>
          </p:nvSpPr>
          <p:spPr>
            <a:xfrm>
              <a:off x="7024312" y="2022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8" name="pt37888"/>
            <p:cNvSpPr/>
            <p:nvPr/>
          </p:nvSpPr>
          <p:spPr>
            <a:xfrm>
              <a:off x="7144471" y="1984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9" name="pt37889"/>
            <p:cNvSpPr/>
            <p:nvPr/>
          </p:nvSpPr>
          <p:spPr>
            <a:xfrm>
              <a:off x="7091502" y="2191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0" name="pt37890"/>
            <p:cNvSpPr/>
            <p:nvPr/>
          </p:nvSpPr>
          <p:spPr>
            <a:xfrm>
              <a:off x="6864213" y="2124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1" name="pt37891"/>
            <p:cNvSpPr/>
            <p:nvPr/>
          </p:nvSpPr>
          <p:spPr>
            <a:xfrm>
              <a:off x="7138270" y="1981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2" name="pt37892"/>
            <p:cNvSpPr/>
            <p:nvPr/>
          </p:nvSpPr>
          <p:spPr>
            <a:xfrm>
              <a:off x="7525828" y="1861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3" name="pt37893"/>
            <p:cNvSpPr/>
            <p:nvPr/>
          </p:nvSpPr>
          <p:spPr>
            <a:xfrm>
              <a:off x="7121704" y="2031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4" name="pt37894"/>
            <p:cNvSpPr/>
            <p:nvPr/>
          </p:nvSpPr>
          <p:spPr>
            <a:xfrm>
              <a:off x="7130035" y="2131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5" name="pt37895"/>
            <p:cNvSpPr/>
            <p:nvPr/>
          </p:nvSpPr>
          <p:spPr>
            <a:xfrm>
              <a:off x="6969034" y="189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6" name="pt37896"/>
            <p:cNvSpPr/>
            <p:nvPr/>
          </p:nvSpPr>
          <p:spPr>
            <a:xfrm>
              <a:off x="6996820" y="2246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7" name="pt37897"/>
            <p:cNvSpPr/>
            <p:nvPr/>
          </p:nvSpPr>
          <p:spPr>
            <a:xfrm>
              <a:off x="7062397" y="2066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8" name="pt37898"/>
            <p:cNvSpPr/>
            <p:nvPr/>
          </p:nvSpPr>
          <p:spPr>
            <a:xfrm>
              <a:off x="7160200" y="2169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9" name="pt37899"/>
            <p:cNvSpPr/>
            <p:nvPr/>
          </p:nvSpPr>
          <p:spPr>
            <a:xfrm>
              <a:off x="6949883" y="18623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0" name="pt37900"/>
            <p:cNvSpPr/>
            <p:nvPr/>
          </p:nvSpPr>
          <p:spPr>
            <a:xfrm>
              <a:off x="6993025" y="23227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1" name="pt37901"/>
            <p:cNvSpPr/>
            <p:nvPr/>
          </p:nvSpPr>
          <p:spPr>
            <a:xfrm>
              <a:off x="7213843" y="2010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2" name="pt37902"/>
            <p:cNvSpPr/>
            <p:nvPr/>
          </p:nvSpPr>
          <p:spPr>
            <a:xfrm>
              <a:off x="7278036" y="19087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3" name="pt37903"/>
            <p:cNvSpPr/>
            <p:nvPr/>
          </p:nvSpPr>
          <p:spPr>
            <a:xfrm>
              <a:off x="7241240" y="1967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4" name="pt37904"/>
            <p:cNvSpPr/>
            <p:nvPr/>
          </p:nvSpPr>
          <p:spPr>
            <a:xfrm>
              <a:off x="7274677" y="2142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5" name="pt37905"/>
            <p:cNvSpPr/>
            <p:nvPr/>
          </p:nvSpPr>
          <p:spPr>
            <a:xfrm>
              <a:off x="6957080" y="1859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6" name="pt37906"/>
            <p:cNvSpPr/>
            <p:nvPr/>
          </p:nvSpPr>
          <p:spPr>
            <a:xfrm>
              <a:off x="7140048" y="19583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7" name="pt37907"/>
            <p:cNvSpPr/>
            <p:nvPr/>
          </p:nvSpPr>
          <p:spPr>
            <a:xfrm>
              <a:off x="7066332" y="2125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8" name="pt37908"/>
            <p:cNvSpPr/>
            <p:nvPr/>
          </p:nvSpPr>
          <p:spPr>
            <a:xfrm>
              <a:off x="7293135" y="2029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9" name="pt37909"/>
            <p:cNvSpPr/>
            <p:nvPr/>
          </p:nvSpPr>
          <p:spPr>
            <a:xfrm>
              <a:off x="7144260" y="1927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0" name="pt37910"/>
            <p:cNvSpPr/>
            <p:nvPr/>
          </p:nvSpPr>
          <p:spPr>
            <a:xfrm>
              <a:off x="7250455" y="2026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1" name="pt37911"/>
            <p:cNvSpPr/>
            <p:nvPr/>
          </p:nvSpPr>
          <p:spPr>
            <a:xfrm>
              <a:off x="7129189" y="2096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2" name="pt37912"/>
            <p:cNvSpPr/>
            <p:nvPr/>
          </p:nvSpPr>
          <p:spPr>
            <a:xfrm>
              <a:off x="7082435" y="21204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3" name="pt37913"/>
            <p:cNvSpPr/>
            <p:nvPr/>
          </p:nvSpPr>
          <p:spPr>
            <a:xfrm>
              <a:off x="7287519" y="2208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4" name="pt37914"/>
            <p:cNvSpPr/>
            <p:nvPr/>
          </p:nvSpPr>
          <p:spPr>
            <a:xfrm>
              <a:off x="7281077" y="19364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5" name="pt37915"/>
            <p:cNvSpPr/>
            <p:nvPr/>
          </p:nvSpPr>
          <p:spPr>
            <a:xfrm>
              <a:off x="7189779" y="2294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6" name="pt37916"/>
            <p:cNvSpPr/>
            <p:nvPr/>
          </p:nvSpPr>
          <p:spPr>
            <a:xfrm>
              <a:off x="7121347" y="20527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7" name="pt37917"/>
            <p:cNvSpPr/>
            <p:nvPr/>
          </p:nvSpPr>
          <p:spPr>
            <a:xfrm>
              <a:off x="6992771" y="2290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8" name="pt37918"/>
            <p:cNvSpPr/>
            <p:nvPr/>
          </p:nvSpPr>
          <p:spPr>
            <a:xfrm>
              <a:off x="7208117" y="2082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9" name="pt37919"/>
            <p:cNvSpPr/>
            <p:nvPr/>
          </p:nvSpPr>
          <p:spPr>
            <a:xfrm>
              <a:off x="7196736" y="2144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0" name="pt37920"/>
            <p:cNvSpPr/>
            <p:nvPr/>
          </p:nvSpPr>
          <p:spPr>
            <a:xfrm>
              <a:off x="7308044" y="22572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1" name="pt37921"/>
            <p:cNvSpPr/>
            <p:nvPr/>
          </p:nvSpPr>
          <p:spPr>
            <a:xfrm>
              <a:off x="7132169" y="2103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2" name="pt37922"/>
            <p:cNvSpPr/>
            <p:nvPr/>
          </p:nvSpPr>
          <p:spPr>
            <a:xfrm>
              <a:off x="7363538" y="24692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3" name="pt37923"/>
            <p:cNvSpPr/>
            <p:nvPr/>
          </p:nvSpPr>
          <p:spPr>
            <a:xfrm>
              <a:off x="7041685" y="2186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4" name="pt37924"/>
            <p:cNvSpPr/>
            <p:nvPr/>
          </p:nvSpPr>
          <p:spPr>
            <a:xfrm>
              <a:off x="6797419" y="2223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5" name="pt37925"/>
            <p:cNvSpPr/>
            <p:nvPr/>
          </p:nvSpPr>
          <p:spPr>
            <a:xfrm>
              <a:off x="7250109" y="1938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6" name="pt37926"/>
            <p:cNvSpPr/>
            <p:nvPr/>
          </p:nvSpPr>
          <p:spPr>
            <a:xfrm>
              <a:off x="7230085" y="20273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7" name="pt37927"/>
            <p:cNvSpPr/>
            <p:nvPr/>
          </p:nvSpPr>
          <p:spPr>
            <a:xfrm>
              <a:off x="6869244" y="2325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8" name="pt37928"/>
            <p:cNvSpPr/>
            <p:nvPr/>
          </p:nvSpPr>
          <p:spPr>
            <a:xfrm>
              <a:off x="7189556" y="2202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9" name="pt37929"/>
            <p:cNvSpPr/>
            <p:nvPr/>
          </p:nvSpPr>
          <p:spPr>
            <a:xfrm>
              <a:off x="6910558" y="1882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0" name="pt37930"/>
            <p:cNvSpPr/>
            <p:nvPr/>
          </p:nvSpPr>
          <p:spPr>
            <a:xfrm>
              <a:off x="7475125" y="2265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1" name="pt37931"/>
            <p:cNvSpPr/>
            <p:nvPr/>
          </p:nvSpPr>
          <p:spPr>
            <a:xfrm>
              <a:off x="6981440" y="2169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2" name="pt37932"/>
            <p:cNvSpPr/>
            <p:nvPr/>
          </p:nvSpPr>
          <p:spPr>
            <a:xfrm>
              <a:off x="7128373" y="20741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3" name="pt37933"/>
            <p:cNvSpPr/>
            <p:nvPr/>
          </p:nvSpPr>
          <p:spPr>
            <a:xfrm>
              <a:off x="6900644" y="2058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4" name="pt37934"/>
            <p:cNvSpPr/>
            <p:nvPr/>
          </p:nvSpPr>
          <p:spPr>
            <a:xfrm>
              <a:off x="7044982" y="2153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5" name="pt37935"/>
            <p:cNvSpPr/>
            <p:nvPr/>
          </p:nvSpPr>
          <p:spPr>
            <a:xfrm>
              <a:off x="7155403" y="2189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6" name="pt37936"/>
            <p:cNvSpPr/>
            <p:nvPr/>
          </p:nvSpPr>
          <p:spPr>
            <a:xfrm>
              <a:off x="7022174" y="2162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7" name="pt37937"/>
            <p:cNvSpPr/>
            <p:nvPr/>
          </p:nvSpPr>
          <p:spPr>
            <a:xfrm>
              <a:off x="6819296" y="1843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8" name="pt37938"/>
            <p:cNvSpPr/>
            <p:nvPr/>
          </p:nvSpPr>
          <p:spPr>
            <a:xfrm>
              <a:off x="6969431" y="1935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9" name="pt37939"/>
            <p:cNvSpPr/>
            <p:nvPr/>
          </p:nvSpPr>
          <p:spPr>
            <a:xfrm>
              <a:off x="7115563" y="1952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0" name="pt37940"/>
            <p:cNvSpPr/>
            <p:nvPr/>
          </p:nvSpPr>
          <p:spPr>
            <a:xfrm>
              <a:off x="7061188" y="2125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1" name="pt37941"/>
            <p:cNvSpPr/>
            <p:nvPr/>
          </p:nvSpPr>
          <p:spPr>
            <a:xfrm>
              <a:off x="7061595" y="2168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2" name="pt37942"/>
            <p:cNvSpPr/>
            <p:nvPr/>
          </p:nvSpPr>
          <p:spPr>
            <a:xfrm>
              <a:off x="6978854" y="2149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3" name="pt37943"/>
            <p:cNvSpPr/>
            <p:nvPr/>
          </p:nvSpPr>
          <p:spPr>
            <a:xfrm>
              <a:off x="6929962" y="1913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4" name="pt37944"/>
            <p:cNvSpPr/>
            <p:nvPr/>
          </p:nvSpPr>
          <p:spPr>
            <a:xfrm>
              <a:off x="7071124" y="2104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5" name="pt37945"/>
            <p:cNvSpPr/>
            <p:nvPr/>
          </p:nvSpPr>
          <p:spPr>
            <a:xfrm>
              <a:off x="7098287" y="2434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6" name="pt37946"/>
            <p:cNvSpPr/>
            <p:nvPr/>
          </p:nvSpPr>
          <p:spPr>
            <a:xfrm>
              <a:off x="7032274" y="2217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7" name="pt37947"/>
            <p:cNvSpPr/>
            <p:nvPr/>
          </p:nvSpPr>
          <p:spPr>
            <a:xfrm>
              <a:off x="7488065" y="2550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8" name="pt37948"/>
            <p:cNvSpPr/>
            <p:nvPr/>
          </p:nvSpPr>
          <p:spPr>
            <a:xfrm>
              <a:off x="7051338" y="2083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9" name="pt37949"/>
            <p:cNvSpPr/>
            <p:nvPr/>
          </p:nvSpPr>
          <p:spPr>
            <a:xfrm>
              <a:off x="7267608" y="1816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0" name="pt37950"/>
            <p:cNvSpPr/>
            <p:nvPr/>
          </p:nvSpPr>
          <p:spPr>
            <a:xfrm>
              <a:off x="7186644" y="1805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1" name="pt37951"/>
            <p:cNvSpPr/>
            <p:nvPr/>
          </p:nvSpPr>
          <p:spPr>
            <a:xfrm>
              <a:off x="6982168" y="217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2" name="pt37952"/>
            <p:cNvSpPr/>
            <p:nvPr/>
          </p:nvSpPr>
          <p:spPr>
            <a:xfrm>
              <a:off x="7031645" y="2198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3" name="pt37953"/>
            <p:cNvSpPr/>
            <p:nvPr/>
          </p:nvSpPr>
          <p:spPr>
            <a:xfrm>
              <a:off x="6944621" y="1938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4" name="pt37954"/>
            <p:cNvSpPr/>
            <p:nvPr/>
          </p:nvSpPr>
          <p:spPr>
            <a:xfrm>
              <a:off x="7077935" y="2095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5" name="pt37955"/>
            <p:cNvSpPr/>
            <p:nvPr/>
          </p:nvSpPr>
          <p:spPr>
            <a:xfrm>
              <a:off x="7082466" y="2129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6" name="pt37956"/>
            <p:cNvSpPr/>
            <p:nvPr/>
          </p:nvSpPr>
          <p:spPr>
            <a:xfrm>
              <a:off x="7349751" y="2193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7" name="pt37957"/>
            <p:cNvSpPr/>
            <p:nvPr/>
          </p:nvSpPr>
          <p:spPr>
            <a:xfrm>
              <a:off x="7085216" y="2197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8" name="pt37958"/>
            <p:cNvSpPr/>
            <p:nvPr/>
          </p:nvSpPr>
          <p:spPr>
            <a:xfrm>
              <a:off x="6935321" y="1982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9" name="pt37959"/>
            <p:cNvSpPr/>
            <p:nvPr/>
          </p:nvSpPr>
          <p:spPr>
            <a:xfrm>
              <a:off x="6635722" y="2025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0" name="pt37960"/>
            <p:cNvSpPr/>
            <p:nvPr/>
          </p:nvSpPr>
          <p:spPr>
            <a:xfrm>
              <a:off x="7029026" y="21208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1" name="pt37961"/>
            <p:cNvSpPr/>
            <p:nvPr/>
          </p:nvSpPr>
          <p:spPr>
            <a:xfrm>
              <a:off x="7168971" y="22582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2" name="pt37962"/>
            <p:cNvSpPr/>
            <p:nvPr/>
          </p:nvSpPr>
          <p:spPr>
            <a:xfrm>
              <a:off x="7043756" y="2212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3" name="pt37963"/>
            <p:cNvSpPr/>
            <p:nvPr/>
          </p:nvSpPr>
          <p:spPr>
            <a:xfrm>
              <a:off x="6928333" y="1864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4" name="pt37964"/>
            <p:cNvSpPr/>
            <p:nvPr/>
          </p:nvSpPr>
          <p:spPr>
            <a:xfrm>
              <a:off x="7082220" y="2194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5" name="pt37965"/>
            <p:cNvSpPr/>
            <p:nvPr/>
          </p:nvSpPr>
          <p:spPr>
            <a:xfrm>
              <a:off x="6746108" y="2288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6" name="pt37966"/>
            <p:cNvSpPr/>
            <p:nvPr/>
          </p:nvSpPr>
          <p:spPr>
            <a:xfrm>
              <a:off x="7153304" y="2264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7" name="pt37967"/>
            <p:cNvSpPr/>
            <p:nvPr/>
          </p:nvSpPr>
          <p:spPr>
            <a:xfrm>
              <a:off x="7333414" y="1982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8" name="pt37968"/>
            <p:cNvSpPr/>
            <p:nvPr/>
          </p:nvSpPr>
          <p:spPr>
            <a:xfrm>
              <a:off x="7126378" y="20249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9" name="pt37969"/>
            <p:cNvSpPr/>
            <p:nvPr/>
          </p:nvSpPr>
          <p:spPr>
            <a:xfrm>
              <a:off x="7246014" y="1983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0" name="pt37970"/>
            <p:cNvSpPr/>
            <p:nvPr/>
          </p:nvSpPr>
          <p:spPr>
            <a:xfrm>
              <a:off x="6966548" y="1745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1" name="pt37971"/>
            <p:cNvSpPr/>
            <p:nvPr/>
          </p:nvSpPr>
          <p:spPr>
            <a:xfrm>
              <a:off x="7309500" y="2313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2" name="pt37972"/>
            <p:cNvSpPr/>
            <p:nvPr/>
          </p:nvSpPr>
          <p:spPr>
            <a:xfrm>
              <a:off x="7054458" y="2031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3" name="pt37973"/>
            <p:cNvSpPr/>
            <p:nvPr/>
          </p:nvSpPr>
          <p:spPr>
            <a:xfrm>
              <a:off x="7101398" y="2107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4" name="pt37974"/>
            <p:cNvSpPr/>
            <p:nvPr/>
          </p:nvSpPr>
          <p:spPr>
            <a:xfrm>
              <a:off x="6806197" y="20423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5" name="pt37975"/>
            <p:cNvSpPr/>
            <p:nvPr/>
          </p:nvSpPr>
          <p:spPr>
            <a:xfrm>
              <a:off x="7550703" y="23572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6" name="pt37976"/>
            <p:cNvSpPr/>
            <p:nvPr/>
          </p:nvSpPr>
          <p:spPr>
            <a:xfrm>
              <a:off x="7099561" y="2275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7" name="pt37977"/>
            <p:cNvSpPr/>
            <p:nvPr/>
          </p:nvSpPr>
          <p:spPr>
            <a:xfrm>
              <a:off x="6989393" y="2458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8" name="pt37978"/>
            <p:cNvSpPr/>
            <p:nvPr/>
          </p:nvSpPr>
          <p:spPr>
            <a:xfrm>
              <a:off x="7297281" y="2102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9" name="pt37979"/>
            <p:cNvSpPr/>
            <p:nvPr/>
          </p:nvSpPr>
          <p:spPr>
            <a:xfrm>
              <a:off x="7229064" y="2067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0" name="pt37980"/>
            <p:cNvSpPr/>
            <p:nvPr/>
          </p:nvSpPr>
          <p:spPr>
            <a:xfrm>
              <a:off x="7199512" y="2078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1" name="pt37981"/>
            <p:cNvSpPr/>
            <p:nvPr/>
          </p:nvSpPr>
          <p:spPr>
            <a:xfrm>
              <a:off x="7148740" y="2046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2" name="pt37982"/>
            <p:cNvSpPr/>
            <p:nvPr/>
          </p:nvSpPr>
          <p:spPr>
            <a:xfrm>
              <a:off x="7115217" y="19377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3" name="pt37983"/>
            <p:cNvSpPr/>
            <p:nvPr/>
          </p:nvSpPr>
          <p:spPr>
            <a:xfrm>
              <a:off x="6902105" y="2025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4" name="pt37984"/>
            <p:cNvSpPr/>
            <p:nvPr/>
          </p:nvSpPr>
          <p:spPr>
            <a:xfrm>
              <a:off x="7033404" y="2182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5" name="pt37985"/>
            <p:cNvSpPr/>
            <p:nvPr/>
          </p:nvSpPr>
          <p:spPr>
            <a:xfrm>
              <a:off x="7011661" y="2007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6" name="pt37986"/>
            <p:cNvSpPr/>
            <p:nvPr/>
          </p:nvSpPr>
          <p:spPr>
            <a:xfrm>
              <a:off x="6960712" y="2055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7" name="pt37987"/>
            <p:cNvSpPr/>
            <p:nvPr/>
          </p:nvSpPr>
          <p:spPr>
            <a:xfrm>
              <a:off x="7136248" y="2014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8" name="pt37988"/>
            <p:cNvSpPr/>
            <p:nvPr/>
          </p:nvSpPr>
          <p:spPr>
            <a:xfrm>
              <a:off x="7159844" y="2120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9" name="pt37989"/>
            <p:cNvSpPr/>
            <p:nvPr/>
          </p:nvSpPr>
          <p:spPr>
            <a:xfrm>
              <a:off x="7217236" y="1950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0" name="pt37990"/>
            <p:cNvSpPr/>
            <p:nvPr/>
          </p:nvSpPr>
          <p:spPr>
            <a:xfrm>
              <a:off x="7747675" y="2621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1" name="pt37991"/>
            <p:cNvSpPr/>
            <p:nvPr/>
          </p:nvSpPr>
          <p:spPr>
            <a:xfrm>
              <a:off x="7205215" y="22113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2" name="pt37992"/>
            <p:cNvSpPr/>
            <p:nvPr/>
          </p:nvSpPr>
          <p:spPr>
            <a:xfrm>
              <a:off x="7088351" y="2268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3" name="pt37993"/>
            <p:cNvSpPr/>
            <p:nvPr/>
          </p:nvSpPr>
          <p:spPr>
            <a:xfrm>
              <a:off x="7072053" y="2081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4" name="pt37994"/>
            <p:cNvSpPr/>
            <p:nvPr/>
          </p:nvSpPr>
          <p:spPr>
            <a:xfrm>
              <a:off x="7066359" y="2031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5" name="pt37995"/>
            <p:cNvSpPr/>
            <p:nvPr/>
          </p:nvSpPr>
          <p:spPr>
            <a:xfrm>
              <a:off x="6747812" y="2022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6" name="pt37996"/>
            <p:cNvSpPr/>
            <p:nvPr/>
          </p:nvSpPr>
          <p:spPr>
            <a:xfrm>
              <a:off x="7047102" y="2205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7" name="pt37997"/>
            <p:cNvSpPr/>
            <p:nvPr/>
          </p:nvSpPr>
          <p:spPr>
            <a:xfrm>
              <a:off x="6846087" y="1949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8" name="pt37998"/>
            <p:cNvSpPr/>
            <p:nvPr/>
          </p:nvSpPr>
          <p:spPr>
            <a:xfrm>
              <a:off x="7073843" y="20480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9" name="pt37999"/>
            <p:cNvSpPr/>
            <p:nvPr/>
          </p:nvSpPr>
          <p:spPr>
            <a:xfrm>
              <a:off x="7050347" y="2187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0" name="pt38000"/>
            <p:cNvSpPr/>
            <p:nvPr/>
          </p:nvSpPr>
          <p:spPr>
            <a:xfrm>
              <a:off x="6940534" y="1927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1" name="pt38001"/>
            <p:cNvSpPr/>
            <p:nvPr/>
          </p:nvSpPr>
          <p:spPr>
            <a:xfrm>
              <a:off x="6940442" y="19891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2" name="pt38002"/>
            <p:cNvSpPr/>
            <p:nvPr/>
          </p:nvSpPr>
          <p:spPr>
            <a:xfrm>
              <a:off x="6989574" y="2189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3" name="pt38003"/>
            <p:cNvSpPr/>
            <p:nvPr/>
          </p:nvSpPr>
          <p:spPr>
            <a:xfrm>
              <a:off x="7183796" y="1987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4" name="pt38004"/>
            <p:cNvSpPr/>
            <p:nvPr/>
          </p:nvSpPr>
          <p:spPr>
            <a:xfrm>
              <a:off x="6966246" y="1855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5" name="pt38005"/>
            <p:cNvSpPr/>
            <p:nvPr/>
          </p:nvSpPr>
          <p:spPr>
            <a:xfrm>
              <a:off x="6936150" y="2063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6" name="pt38006"/>
            <p:cNvSpPr/>
            <p:nvPr/>
          </p:nvSpPr>
          <p:spPr>
            <a:xfrm>
              <a:off x="7236986" y="19453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7" name="pt38007"/>
            <p:cNvSpPr/>
            <p:nvPr/>
          </p:nvSpPr>
          <p:spPr>
            <a:xfrm>
              <a:off x="7108609" y="2095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8" name="pt38008"/>
            <p:cNvSpPr/>
            <p:nvPr/>
          </p:nvSpPr>
          <p:spPr>
            <a:xfrm>
              <a:off x="7167425" y="2216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9" name="pt38009"/>
            <p:cNvSpPr/>
            <p:nvPr/>
          </p:nvSpPr>
          <p:spPr>
            <a:xfrm>
              <a:off x="7120759" y="19772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0" name="pt38010"/>
            <p:cNvSpPr/>
            <p:nvPr/>
          </p:nvSpPr>
          <p:spPr>
            <a:xfrm>
              <a:off x="6849516" y="2073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1" name="pt38011"/>
            <p:cNvSpPr/>
            <p:nvPr/>
          </p:nvSpPr>
          <p:spPr>
            <a:xfrm>
              <a:off x="6867609" y="2158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2" name="pt38012"/>
            <p:cNvSpPr/>
            <p:nvPr/>
          </p:nvSpPr>
          <p:spPr>
            <a:xfrm>
              <a:off x="7317726" y="23973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3" name="pt38013"/>
            <p:cNvSpPr/>
            <p:nvPr/>
          </p:nvSpPr>
          <p:spPr>
            <a:xfrm>
              <a:off x="7030646" y="2074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4" name="pt38014"/>
            <p:cNvSpPr/>
            <p:nvPr/>
          </p:nvSpPr>
          <p:spPr>
            <a:xfrm>
              <a:off x="7088315" y="2202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5" name="pt38015"/>
            <p:cNvSpPr/>
            <p:nvPr/>
          </p:nvSpPr>
          <p:spPr>
            <a:xfrm>
              <a:off x="7073934" y="21853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6" name="pt38016"/>
            <p:cNvSpPr/>
            <p:nvPr/>
          </p:nvSpPr>
          <p:spPr>
            <a:xfrm>
              <a:off x="7172519" y="2121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7" name="pt38017"/>
            <p:cNvSpPr/>
            <p:nvPr/>
          </p:nvSpPr>
          <p:spPr>
            <a:xfrm>
              <a:off x="7089129" y="2261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8" name="pt38018"/>
            <p:cNvSpPr/>
            <p:nvPr/>
          </p:nvSpPr>
          <p:spPr>
            <a:xfrm>
              <a:off x="7046324" y="2153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9" name="pt38019"/>
            <p:cNvSpPr/>
            <p:nvPr/>
          </p:nvSpPr>
          <p:spPr>
            <a:xfrm>
              <a:off x="7425468" y="2459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0" name="pt38020"/>
            <p:cNvSpPr/>
            <p:nvPr/>
          </p:nvSpPr>
          <p:spPr>
            <a:xfrm>
              <a:off x="7100618" y="23138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1" name="pt38021"/>
            <p:cNvSpPr/>
            <p:nvPr/>
          </p:nvSpPr>
          <p:spPr>
            <a:xfrm>
              <a:off x="7057396" y="2090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2" name="pt38022"/>
            <p:cNvSpPr/>
            <p:nvPr/>
          </p:nvSpPr>
          <p:spPr>
            <a:xfrm>
              <a:off x="6888484" y="198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3" name="pt38023"/>
            <p:cNvSpPr/>
            <p:nvPr/>
          </p:nvSpPr>
          <p:spPr>
            <a:xfrm>
              <a:off x="7134040" y="2059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4" name="pt38024"/>
            <p:cNvSpPr/>
            <p:nvPr/>
          </p:nvSpPr>
          <p:spPr>
            <a:xfrm>
              <a:off x="7086911" y="2167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5" name="pt38025"/>
            <p:cNvSpPr/>
            <p:nvPr/>
          </p:nvSpPr>
          <p:spPr>
            <a:xfrm>
              <a:off x="7290586" y="2131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6" name="pt38026"/>
            <p:cNvSpPr/>
            <p:nvPr/>
          </p:nvSpPr>
          <p:spPr>
            <a:xfrm>
              <a:off x="7143923" y="1920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7" name="pt38027"/>
            <p:cNvSpPr/>
            <p:nvPr/>
          </p:nvSpPr>
          <p:spPr>
            <a:xfrm>
              <a:off x="6921826" y="1903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8" name="pt38028"/>
            <p:cNvSpPr/>
            <p:nvPr/>
          </p:nvSpPr>
          <p:spPr>
            <a:xfrm>
              <a:off x="7024653" y="1987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9" name="pt38029"/>
            <p:cNvSpPr/>
            <p:nvPr/>
          </p:nvSpPr>
          <p:spPr>
            <a:xfrm>
              <a:off x="7079825" y="2101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0" name="pt38030"/>
            <p:cNvSpPr/>
            <p:nvPr/>
          </p:nvSpPr>
          <p:spPr>
            <a:xfrm>
              <a:off x="7249050" y="2008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1" name="pt38031"/>
            <p:cNvSpPr/>
            <p:nvPr/>
          </p:nvSpPr>
          <p:spPr>
            <a:xfrm>
              <a:off x="6943047" y="2008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2" name="pt38032"/>
            <p:cNvSpPr/>
            <p:nvPr/>
          </p:nvSpPr>
          <p:spPr>
            <a:xfrm>
              <a:off x="7024996" y="19390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3" name="pt38033"/>
            <p:cNvSpPr/>
            <p:nvPr/>
          </p:nvSpPr>
          <p:spPr>
            <a:xfrm>
              <a:off x="7440451" y="2691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4" name="pt38034"/>
            <p:cNvSpPr/>
            <p:nvPr/>
          </p:nvSpPr>
          <p:spPr>
            <a:xfrm>
              <a:off x="6973250" y="1830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5" name="pt38035"/>
            <p:cNvSpPr/>
            <p:nvPr/>
          </p:nvSpPr>
          <p:spPr>
            <a:xfrm>
              <a:off x="7116690" y="1975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6" name="pt38036"/>
            <p:cNvSpPr/>
            <p:nvPr/>
          </p:nvSpPr>
          <p:spPr>
            <a:xfrm>
              <a:off x="6741092" y="2177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7" name="pt38037"/>
            <p:cNvSpPr/>
            <p:nvPr/>
          </p:nvSpPr>
          <p:spPr>
            <a:xfrm>
              <a:off x="7354924" y="2400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8" name="pt38038"/>
            <p:cNvSpPr/>
            <p:nvPr/>
          </p:nvSpPr>
          <p:spPr>
            <a:xfrm>
              <a:off x="6981462" y="21744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9" name="pt38039"/>
            <p:cNvSpPr/>
            <p:nvPr/>
          </p:nvSpPr>
          <p:spPr>
            <a:xfrm>
              <a:off x="7059959" y="2154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0" name="pt38040"/>
            <p:cNvSpPr/>
            <p:nvPr/>
          </p:nvSpPr>
          <p:spPr>
            <a:xfrm>
              <a:off x="6963978" y="19455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1" name="pt38041"/>
            <p:cNvSpPr/>
            <p:nvPr/>
          </p:nvSpPr>
          <p:spPr>
            <a:xfrm>
              <a:off x="6946136" y="21038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2" name="pt38042"/>
            <p:cNvSpPr/>
            <p:nvPr/>
          </p:nvSpPr>
          <p:spPr>
            <a:xfrm>
              <a:off x="7069539" y="1998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3" name="pt38043"/>
            <p:cNvSpPr/>
            <p:nvPr/>
          </p:nvSpPr>
          <p:spPr>
            <a:xfrm>
              <a:off x="7208785" y="1995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4" name="pt38044"/>
            <p:cNvSpPr/>
            <p:nvPr/>
          </p:nvSpPr>
          <p:spPr>
            <a:xfrm>
              <a:off x="7081404" y="2184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5" name="pt38045"/>
            <p:cNvSpPr/>
            <p:nvPr/>
          </p:nvSpPr>
          <p:spPr>
            <a:xfrm>
              <a:off x="7162838" y="2290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6" name="pt38046"/>
            <p:cNvSpPr/>
            <p:nvPr/>
          </p:nvSpPr>
          <p:spPr>
            <a:xfrm>
              <a:off x="7210594" y="2048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7" name="pt38047"/>
            <p:cNvSpPr/>
            <p:nvPr/>
          </p:nvSpPr>
          <p:spPr>
            <a:xfrm>
              <a:off x="6991607" y="2307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8" name="pt38048"/>
            <p:cNvSpPr/>
            <p:nvPr/>
          </p:nvSpPr>
          <p:spPr>
            <a:xfrm>
              <a:off x="6863197" y="2053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9" name="pt38049"/>
            <p:cNvSpPr/>
            <p:nvPr/>
          </p:nvSpPr>
          <p:spPr>
            <a:xfrm>
              <a:off x="7006476" y="1606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0" name="pt38050"/>
            <p:cNvSpPr/>
            <p:nvPr/>
          </p:nvSpPr>
          <p:spPr>
            <a:xfrm>
              <a:off x="7250356" y="1981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1" name="pt38051"/>
            <p:cNvSpPr/>
            <p:nvPr/>
          </p:nvSpPr>
          <p:spPr>
            <a:xfrm>
              <a:off x="7148761" y="2219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2" name="pt38052"/>
            <p:cNvSpPr/>
            <p:nvPr/>
          </p:nvSpPr>
          <p:spPr>
            <a:xfrm>
              <a:off x="7539600" y="2140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3" name="pt38053"/>
            <p:cNvSpPr/>
            <p:nvPr/>
          </p:nvSpPr>
          <p:spPr>
            <a:xfrm>
              <a:off x="7154049" y="21427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4" name="pt38054"/>
            <p:cNvSpPr/>
            <p:nvPr/>
          </p:nvSpPr>
          <p:spPr>
            <a:xfrm>
              <a:off x="7177547" y="2161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5" name="pt38055"/>
            <p:cNvSpPr/>
            <p:nvPr/>
          </p:nvSpPr>
          <p:spPr>
            <a:xfrm>
              <a:off x="7245453" y="1972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6" name="pt38056"/>
            <p:cNvSpPr/>
            <p:nvPr/>
          </p:nvSpPr>
          <p:spPr>
            <a:xfrm>
              <a:off x="7024666" y="2014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7" name="pt38057"/>
            <p:cNvSpPr/>
            <p:nvPr/>
          </p:nvSpPr>
          <p:spPr>
            <a:xfrm>
              <a:off x="7100576" y="2412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8" name="pt38058"/>
            <p:cNvSpPr/>
            <p:nvPr/>
          </p:nvSpPr>
          <p:spPr>
            <a:xfrm>
              <a:off x="7714136" y="2103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9" name="pt38059"/>
            <p:cNvSpPr/>
            <p:nvPr/>
          </p:nvSpPr>
          <p:spPr>
            <a:xfrm>
              <a:off x="6972087" y="1804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0" name="pt38060"/>
            <p:cNvSpPr/>
            <p:nvPr/>
          </p:nvSpPr>
          <p:spPr>
            <a:xfrm>
              <a:off x="7140962" y="2022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1" name="pt38061"/>
            <p:cNvSpPr/>
            <p:nvPr/>
          </p:nvSpPr>
          <p:spPr>
            <a:xfrm>
              <a:off x="7048562" y="2207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2" name="pt38062"/>
            <p:cNvSpPr/>
            <p:nvPr/>
          </p:nvSpPr>
          <p:spPr>
            <a:xfrm>
              <a:off x="7173698" y="2219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3" name="pt38063"/>
            <p:cNvSpPr/>
            <p:nvPr/>
          </p:nvSpPr>
          <p:spPr>
            <a:xfrm>
              <a:off x="7042499" y="2209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4" name="pt38064"/>
            <p:cNvSpPr/>
            <p:nvPr/>
          </p:nvSpPr>
          <p:spPr>
            <a:xfrm>
              <a:off x="7156064" y="2123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5" name="pt38065"/>
            <p:cNvSpPr/>
            <p:nvPr/>
          </p:nvSpPr>
          <p:spPr>
            <a:xfrm>
              <a:off x="7196764" y="20609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6" name="pt38066"/>
            <p:cNvSpPr/>
            <p:nvPr/>
          </p:nvSpPr>
          <p:spPr>
            <a:xfrm>
              <a:off x="7114857" y="2002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7" name="pt38067"/>
            <p:cNvSpPr/>
            <p:nvPr/>
          </p:nvSpPr>
          <p:spPr>
            <a:xfrm>
              <a:off x="7216891" y="1954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8" name="pt38068"/>
            <p:cNvSpPr/>
            <p:nvPr/>
          </p:nvSpPr>
          <p:spPr>
            <a:xfrm>
              <a:off x="6773208" y="20865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9" name="pt38069"/>
            <p:cNvSpPr/>
            <p:nvPr/>
          </p:nvSpPr>
          <p:spPr>
            <a:xfrm>
              <a:off x="7185159" y="17586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0" name="pt38070"/>
            <p:cNvSpPr/>
            <p:nvPr/>
          </p:nvSpPr>
          <p:spPr>
            <a:xfrm>
              <a:off x="7195461" y="20305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1" name="pt38071"/>
            <p:cNvSpPr/>
            <p:nvPr/>
          </p:nvSpPr>
          <p:spPr>
            <a:xfrm>
              <a:off x="7444714" y="2078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2" name="pt38072"/>
            <p:cNvSpPr/>
            <p:nvPr/>
          </p:nvSpPr>
          <p:spPr>
            <a:xfrm>
              <a:off x="7352492" y="2588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3" name="pt38073"/>
            <p:cNvSpPr/>
            <p:nvPr/>
          </p:nvSpPr>
          <p:spPr>
            <a:xfrm>
              <a:off x="6895823" y="2154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4" name="pt38074"/>
            <p:cNvSpPr/>
            <p:nvPr/>
          </p:nvSpPr>
          <p:spPr>
            <a:xfrm>
              <a:off x="7264179" y="1900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5" name="pt38075"/>
            <p:cNvSpPr/>
            <p:nvPr/>
          </p:nvSpPr>
          <p:spPr>
            <a:xfrm>
              <a:off x="7110007" y="1973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6" name="pt38076"/>
            <p:cNvSpPr/>
            <p:nvPr/>
          </p:nvSpPr>
          <p:spPr>
            <a:xfrm>
              <a:off x="7209339" y="2093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7" name="pt38077"/>
            <p:cNvSpPr/>
            <p:nvPr/>
          </p:nvSpPr>
          <p:spPr>
            <a:xfrm>
              <a:off x="7563549" y="2621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8" name="pt38078"/>
            <p:cNvSpPr/>
            <p:nvPr/>
          </p:nvSpPr>
          <p:spPr>
            <a:xfrm>
              <a:off x="7093058" y="2335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9" name="pt38079"/>
            <p:cNvSpPr/>
            <p:nvPr/>
          </p:nvSpPr>
          <p:spPr>
            <a:xfrm>
              <a:off x="6956299" y="179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0" name="pt38080"/>
            <p:cNvSpPr/>
            <p:nvPr/>
          </p:nvSpPr>
          <p:spPr>
            <a:xfrm>
              <a:off x="6991765" y="22806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1" name="pt38081"/>
            <p:cNvSpPr/>
            <p:nvPr/>
          </p:nvSpPr>
          <p:spPr>
            <a:xfrm>
              <a:off x="6972809" y="1770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2" name="pt38082"/>
            <p:cNvSpPr/>
            <p:nvPr/>
          </p:nvSpPr>
          <p:spPr>
            <a:xfrm>
              <a:off x="7042140" y="2254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3" name="pt38083"/>
            <p:cNvSpPr/>
            <p:nvPr/>
          </p:nvSpPr>
          <p:spPr>
            <a:xfrm>
              <a:off x="6852241" y="2044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4" name="pt38084"/>
            <p:cNvSpPr/>
            <p:nvPr/>
          </p:nvSpPr>
          <p:spPr>
            <a:xfrm>
              <a:off x="7295395" y="2232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5" name="pt38085"/>
            <p:cNvSpPr/>
            <p:nvPr/>
          </p:nvSpPr>
          <p:spPr>
            <a:xfrm>
              <a:off x="7125193" y="2096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6" name="pt38086"/>
            <p:cNvSpPr/>
            <p:nvPr/>
          </p:nvSpPr>
          <p:spPr>
            <a:xfrm>
              <a:off x="7307121" y="2715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7" name="pt38087"/>
            <p:cNvSpPr/>
            <p:nvPr/>
          </p:nvSpPr>
          <p:spPr>
            <a:xfrm>
              <a:off x="7234316" y="18747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8" name="pt38088"/>
            <p:cNvSpPr/>
            <p:nvPr/>
          </p:nvSpPr>
          <p:spPr>
            <a:xfrm>
              <a:off x="7379561" y="2683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9" name="pt38089"/>
            <p:cNvSpPr/>
            <p:nvPr/>
          </p:nvSpPr>
          <p:spPr>
            <a:xfrm>
              <a:off x="7236699" y="1854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0" name="pt38090"/>
            <p:cNvSpPr/>
            <p:nvPr/>
          </p:nvSpPr>
          <p:spPr>
            <a:xfrm>
              <a:off x="6859985" y="2283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1" name="pt38091"/>
            <p:cNvSpPr/>
            <p:nvPr/>
          </p:nvSpPr>
          <p:spPr>
            <a:xfrm>
              <a:off x="6970978" y="1927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2" name="pt38092"/>
            <p:cNvSpPr/>
            <p:nvPr/>
          </p:nvSpPr>
          <p:spPr>
            <a:xfrm>
              <a:off x="7137276" y="1995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3" name="pt38093"/>
            <p:cNvSpPr/>
            <p:nvPr/>
          </p:nvSpPr>
          <p:spPr>
            <a:xfrm>
              <a:off x="7111248" y="2035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4" name="pt38094"/>
            <p:cNvSpPr/>
            <p:nvPr/>
          </p:nvSpPr>
          <p:spPr>
            <a:xfrm>
              <a:off x="7064263" y="2092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5" name="pt38095"/>
            <p:cNvSpPr/>
            <p:nvPr/>
          </p:nvSpPr>
          <p:spPr>
            <a:xfrm>
              <a:off x="7297646" y="2229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6" name="pt38096"/>
            <p:cNvSpPr/>
            <p:nvPr/>
          </p:nvSpPr>
          <p:spPr>
            <a:xfrm>
              <a:off x="7007977" y="16598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7" name="pt38097"/>
            <p:cNvSpPr/>
            <p:nvPr/>
          </p:nvSpPr>
          <p:spPr>
            <a:xfrm>
              <a:off x="7143500" y="2057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8" name="pt38098"/>
            <p:cNvSpPr/>
            <p:nvPr/>
          </p:nvSpPr>
          <p:spPr>
            <a:xfrm>
              <a:off x="6470189" y="1543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9" name="pt38099"/>
            <p:cNvSpPr/>
            <p:nvPr/>
          </p:nvSpPr>
          <p:spPr>
            <a:xfrm>
              <a:off x="6958066" y="1980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0" name="pt38100"/>
            <p:cNvSpPr/>
            <p:nvPr/>
          </p:nvSpPr>
          <p:spPr>
            <a:xfrm>
              <a:off x="6923998" y="1910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1" name="pt38101"/>
            <p:cNvSpPr/>
            <p:nvPr/>
          </p:nvSpPr>
          <p:spPr>
            <a:xfrm>
              <a:off x="7230727" y="2068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2" name="pt38102"/>
            <p:cNvSpPr/>
            <p:nvPr/>
          </p:nvSpPr>
          <p:spPr>
            <a:xfrm>
              <a:off x="6829197" y="1903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3" name="pt38103"/>
            <p:cNvSpPr/>
            <p:nvPr/>
          </p:nvSpPr>
          <p:spPr>
            <a:xfrm>
              <a:off x="7112433" y="1982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4" name="pt38104"/>
            <p:cNvSpPr/>
            <p:nvPr/>
          </p:nvSpPr>
          <p:spPr>
            <a:xfrm>
              <a:off x="7094147" y="2306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5" name="pt38105"/>
            <p:cNvSpPr/>
            <p:nvPr/>
          </p:nvSpPr>
          <p:spPr>
            <a:xfrm>
              <a:off x="7027151" y="2158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6" name="pt38106"/>
            <p:cNvSpPr/>
            <p:nvPr/>
          </p:nvSpPr>
          <p:spPr>
            <a:xfrm>
              <a:off x="7085062" y="2097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7" name="pt38107"/>
            <p:cNvSpPr/>
            <p:nvPr/>
          </p:nvSpPr>
          <p:spPr>
            <a:xfrm>
              <a:off x="7047287" y="2250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8" name="pt38108"/>
            <p:cNvSpPr/>
            <p:nvPr/>
          </p:nvSpPr>
          <p:spPr>
            <a:xfrm>
              <a:off x="7112637" y="1948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9" name="pt38109"/>
            <p:cNvSpPr/>
            <p:nvPr/>
          </p:nvSpPr>
          <p:spPr>
            <a:xfrm>
              <a:off x="7013736" y="2141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0" name="pt38110"/>
            <p:cNvSpPr/>
            <p:nvPr/>
          </p:nvSpPr>
          <p:spPr>
            <a:xfrm>
              <a:off x="7051582" y="2165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1" name="pt38111"/>
            <p:cNvSpPr/>
            <p:nvPr/>
          </p:nvSpPr>
          <p:spPr>
            <a:xfrm>
              <a:off x="7101071" y="21635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2" name="pt38112"/>
            <p:cNvSpPr/>
            <p:nvPr/>
          </p:nvSpPr>
          <p:spPr>
            <a:xfrm>
              <a:off x="7097315" y="2315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3" name="pt38113"/>
            <p:cNvSpPr/>
            <p:nvPr/>
          </p:nvSpPr>
          <p:spPr>
            <a:xfrm>
              <a:off x="7031318" y="2152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4" name="pt38114"/>
            <p:cNvSpPr/>
            <p:nvPr/>
          </p:nvSpPr>
          <p:spPr>
            <a:xfrm>
              <a:off x="7112770" y="20396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5" name="pt38115"/>
            <p:cNvSpPr/>
            <p:nvPr/>
          </p:nvSpPr>
          <p:spPr>
            <a:xfrm>
              <a:off x="6993478" y="2314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6" name="pt38116"/>
            <p:cNvSpPr/>
            <p:nvPr/>
          </p:nvSpPr>
          <p:spPr>
            <a:xfrm>
              <a:off x="7074799" y="2206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7" name="pt38117"/>
            <p:cNvSpPr/>
            <p:nvPr/>
          </p:nvSpPr>
          <p:spPr>
            <a:xfrm>
              <a:off x="7290595" y="2033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8" name="pt38118"/>
            <p:cNvSpPr/>
            <p:nvPr/>
          </p:nvSpPr>
          <p:spPr>
            <a:xfrm>
              <a:off x="6978181" y="21669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9" name="pt38119"/>
            <p:cNvSpPr/>
            <p:nvPr/>
          </p:nvSpPr>
          <p:spPr>
            <a:xfrm>
              <a:off x="7081053" y="2169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0" name="pt38120"/>
            <p:cNvSpPr/>
            <p:nvPr/>
          </p:nvSpPr>
          <p:spPr>
            <a:xfrm>
              <a:off x="7095564" y="2286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1" name="pt38121"/>
            <p:cNvSpPr/>
            <p:nvPr/>
          </p:nvSpPr>
          <p:spPr>
            <a:xfrm>
              <a:off x="7004603" y="2035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2" name="pt38122"/>
            <p:cNvSpPr/>
            <p:nvPr/>
          </p:nvSpPr>
          <p:spPr>
            <a:xfrm>
              <a:off x="7082449" y="2098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3" name="pt38123"/>
            <p:cNvSpPr/>
            <p:nvPr/>
          </p:nvSpPr>
          <p:spPr>
            <a:xfrm>
              <a:off x="7126320" y="20720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4" name="pt38124"/>
            <p:cNvSpPr/>
            <p:nvPr/>
          </p:nvSpPr>
          <p:spPr>
            <a:xfrm>
              <a:off x="7235349" y="1810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5" name="pt38125"/>
            <p:cNvSpPr/>
            <p:nvPr/>
          </p:nvSpPr>
          <p:spPr>
            <a:xfrm>
              <a:off x="7006130" y="1884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6" name="pt38126"/>
            <p:cNvSpPr/>
            <p:nvPr/>
          </p:nvSpPr>
          <p:spPr>
            <a:xfrm>
              <a:off x="7101280" y="2146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7" name="pt38127"/>
            <p:cNvSpPr/>
            <p:nvPr/>
          </p:nvSpPr>
          <p:spPr>
            <a:xfrm>
              <a:off x="7234176" y="1858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8" name="pt38128"/>
            <p:cNvSpPr/>
            <p:nvPr/>
          </p:nvSpPr>
          <p:spPr>
            <a:xfrm>
              <a:off x="6977071" y="2054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9" name="pt38129"/>
            <p:cNvSpPr/>
            <p:nvPr/>
          </p:nvSpPr>
          <p:spPr>
            <a:xfrm>
              <a:off x="7115020" y="1929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0" name="pt38130"/>
            <p:cNvSpPr/>
            <p:nvPr/>
          </p:nvSpPr>
          <p:spPr>
            <a:xfrm>
              <a:off x="6981690" y="2486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1" name="pt38131"/>
            <p:cNvSpPr/>
            <p:nvPr/>
          </p:nvSpPr>
          <p:spPr>
            <a:xfrm>
              <a:off x="7265432" y="19640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2" name="pt38132"/>
            <p:cNvSpPr/>
            <p:nvPr/>
          </p:nvSpPr>
          <p:spPr>
            <a:xfrm>
              <a:off x="6912714" y="1941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3" name="pt38133"/>
            <p:cNvSpPr/>
            <p:nvPr/>
          </p:nvSpPr>
          <p:spPr>
            <a:xfrm>
              <a:off x="7078481" y="2096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4" name="pt38134"/>
            <p:cNvSpPr/>
            <p:nvPr/>
          </p:nvSpPr>
          <p:spPr>
            <a:xfrm>
              <a:off x="6828686" y="17508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5" name="pt38135"/>
            <p:cNvSpPr/>
            <p:nvPr/>
          </p:nvSpPr>
          <p:spPr>
            <a:xfrm>
              <a:off x="7112841" y="1979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6" name="pt38136"/>
            <p:cNvSpPr/>
            <p:nvPr/>
          </p:nvSpPr>
          <p:spPr>
            <a:xfrm>
              <a:off x="7292113" y="2172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7" name="pt38137"/>
            <p:cNvSpPr/>
            <p:nvPr/>
          </p:nvSpPr>
          <p:spPr>
            <a:xfrm>
              <a:off x="6771347" y="1823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8" name="pt38138"/>
            <p:cNvSpPr/>
            <p:nvPr/>
          </p:nvSpPr>
          <p:spPr>
            <a:xfrm>
              <a:off x="7040357" y="2208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9" name="pt38139"/>
            <p:cNvSpPr/>
            <p:nvPr/>
          </p:nvSpPr>
          <p:spPr>
            <a:xfrm>
              <a:off x="7052722" y="20565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0" name="pt38140"/>
            <p:cNvSpPr/>
            <p:nvPr/>
          </p:nvSpPr>
          <p:spPr>
            <a:xfrm>
              <a:off x="7115214" y="1874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1" name="pt38141"/>
            <p:cNvSpPr/>
            <p:nvPr/>
          </p:nvSpPr>
          <p:spPr>
            <a:xfrm>
              <a:off x="7374680" y="2578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2" name="pt38142"/>
            <p:cNvSpPr/>
            <p:nvPr/>
          </p:nvSpPr>
          <p:spPr>
            <a:xfrm>
              <a:off x="6969659" y="18519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3" name="pt38143"/>
            <p:cNvSpPr/>
            <p:nvPr/>
          </p:nvSpPr>
          <p:spPr>
            <a:xfrm>
              <a:off x="6966434" y="1781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4" name="pt38144"/>
            <p:cNvSpPr/>
            <p:nvPr/>
          </p:nvSpPr>
          <p:spPr>
            <a:xfrm>
              <a:off x="7113762" y="19645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5" name="pt38145"/>
            <p:cNvSpPr/>
            <p:nvPr/>
          </p:nvSpPr>
          <p:spPr>
            <a:xfrm>
              <a:off x="7326704" y="218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6" name="pt38146"/>
            <p:cNvSpPr/>
            <p:nvPr/>
          </p:nvSpPr>
          <p:spPr>
            <a:xfrm>
              <a:off x="7301638" y="1953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7" name="pt38147"/>
            <p:cNvSpPr/>
            <p:nvPr/>
          </p:nvSpPr>
          <p:spPr>
            <a:xfrm>
              <a:off x="7091991" y="2351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8" name="pt38148"/>
            <p:cNvSpPr/>
            <p:nvPr/>
          </p:nvSpPr>
          <p:spPr>
            <a:xfrm>
              <a:off x="7095384" y="23118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9" name="pt38149"/>
            <p:cNvSpPr/>
            <p:nvPr/>
          </p:nvSpPr>
          <p:spPr>
            <a:xfrm>
              <a:off x="7228658" y="199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0" name="pt38150"/>
            <p:cNvSpPr/>
            <p:nvPr/>
          </p:nvSpPr>
          <p:spPr>
            <a:xfrm>
              <a:off x="7471004" y="23474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1" name="pt38151"/>
            <p:cNvSpPr/>
            <p:nvPr/>
          </p:nvSpPr>
          <p:spPr>
            <a:xfrm>
              <a:off x="7045702" y="2141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2" name="pt38152"/>
            <p:cNvSpPr/>
            <p:nvPr/>
          </p:nvSpPr>
          <p:spPr>
            <a:xfrm>
              <a:off x="7246743" y="2075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3" name="pt38153"/>
            <p:cNvSpPr/>
            <p:nvPr/>
          </p:nvSpPr>
          <p:spPr>
            <a:xfrm>
              <a:off x="7025212" y="2054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4" name="pt38154"/>
            <p:cNvSpPr/>
            <p:nvPr/>
          </p:nvSpPr>
          <p:spPr>
            <a:xfrm>
              <a:off x="6904224" y="2024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5" name="pt38155"/>
            <p:cNvSpPr/>
            <p:nvPr/>
          </p:nvSpPr>
          <p:spPr>
            <a:xfrm>
              <a:off x="7177716" y="2185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6" name="pt38156"/>
            <p:cNvSpPr/>
            <p:nvPr/>
          </p:nvSpPr>
          <p:spPr>
            <a:xfrm>
              <a:off x="7132658" y="2161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7" name="pt38157"/>
            <p:cNvSpPr/>
            <p:nvPr/>
          </p:nvSpPr>
          <p:spPr>
            <a:xfrm>
              <a:off x="7041765" y="2173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8" name="pt38158"/>
            <p:cNvSpPr/>
            <p:nvPr/>
          </p:nvSpPr>
          <p:spPr>
            <a:xfrm>
              <a:off x="7097516" y="2259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9" name="pt38159"/>
            <p:cNvSpPr/>
            <p:nvPr/>
          </p:nvSpPr>
          <p:spPr>
            <a:xfrm>
              <a:off x="7115673" y="2049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0" name="pt38160"/>
            <p:cNvSpPr/>
            <p:nvPr/>
          </p:nvSpPr>
          <p:spPr>
            <a:xfrm>
              <a:off x="7017655" y="2256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1" name="pt38161"/>
            <p:cNvSpPr/>
            <p:nvPr/>
          </p:nvSpPr>
          <p:spPr>
            <a:xfrm>
              <a:off x="7024287" y="2049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2" name="pt38162"/>
            <p:cNvSpPr/>
            <p:nvPr/>
          </p:nvSpPr>
          <p:spPr>
            <a:xfrm>
              <a:off x="7103956" y="2187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3" name="pt38163"/>
            <p:cNvSpPr/>
            <p:nvPr/>
          </p:nvSpPr>
          <p:spPr>
            <a:xfrm>
              <a:off x="7067033" y="2139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4" name="pt38164"/>
            <p:cNvSpPr/>
            <p:nvPr/>
          </p:nvSpPr>
          <p:spPr>
            <a:xfrm>
              <a:off x="6894449" y="1986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5" name="pt38165"/>
            <p:cNvSpPr/>
            <p:nvPr/>
          </p:nvSpPr>
          <p:spPr>
            <a:xfrm>
              <a:off x="7255580" y="1896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6" name="pt38166"/>
            <p:cNvSpPr/>
            <p:nvPr/>
          </p:nvSpPr>
          <p:spPr>
            <a:xfrm>
              <a:off x="7043024" y="2203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7" name="pt38167"/>
            <p:cNvSpPr/>
            <p:nvPr/>
          </p:nvSpPr>
          <p:spPr>
            <a:xfrm>
              <a:off x="6980831" y="2309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8" name="pt38168"/>
            <p:cNvSpPr/>
            <p:nvPr/>
          </p:nvSpPr>
          <p:spPr>
            <a:xfrm>
              <a:off x="7033343" y="2207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9" name="pt38169"/>
            <p:cNvSpPr/>
            <p:nvPr/>
          </p:nvSpPr>
          <p:spPr>
            <a:xfrm>
              <a:off x="7261788" y="2110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0" name="pt38170"/>
            <p:cNvSpPr/>
            <p:nvPr/>
          </p:nvSpPr>
          <p:spPr>
            <a:xfrm>
              <a:off x="7069970" y="2057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1" name="pt38171"/>
            <p:cNvSpPr/>
            <p:nvPr/>
          </p:nvSpPr>
          <p:spPr>
            <a:xfrm>
              <a:off x="6955536" y="1830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2" name="pt38172"/>
            <p:cNvSpPr/>
            <p:nvPr/>
          </p:nvSpPr>
          <p:spPr>
            <a:xfrm>
              <a:off x="7078401" y="2088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3" name="pt38173"/>
            <p:cNvSpPr/>
            <p:nvPr/>
          </p:nvSpPr>
          <p:spPr>
            <a:xfrm>
              <a:off x="7124880" y="2121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4" name="pt38174"/>
            <p:cNvSpPr/>
            <p:nvPr/>
          </p:nvSpPr>
          <p:spPr>
            <a:xfrm>
              <a:off x="7153345" y="2345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5" name="pt38175"/>
            <p:cNvSpPr/>
            <p:nvPr/>
          </p:nvSpPr>
          <p:spPr>
            <a:xfrm>
              <a:off x="6529612" y="217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6" name="pt38176"/>
            <p:cNvSpPr/>
            <p:nvPr/>
          </p:nvSpPr>
          <p:spPr>
            <a:xfrm>
              <a:off x="6926321" y="2033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7" name="pt38177"/>
            <p:cNvSpPr/>
            <p:nvPr/>
          </p:nvSpPr>
          <p:spPr>
            <a:xfrm>
              <a:off x="7236020" y="1952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8" name="pt38178"/>
            <p:cNvSpPr/>
            <p:nvPr/>
          </p:nvSpPr>
          <p:spPr>
            <a:xfrm>
              <a:off x="7487034" y="21159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9" name="pt38179"/>
            <p:cNvSpPr/>
            <p:nvPr/>
          </p:nvSpPr>
          <p:spPr>
            <a:xfrm>
              <a:off x="7036853" y="2180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0" name="pt38180"/>
            <p:cNvSpPr/>
            <p:nvPr/>
          </p:nvSpPr>
          <p:spPr>
            <a:xfrm>
              <a:off x="7203585" y="2008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1" name="pt38181"/>
            <p:cNvSpPr/>
            <p:nvPr/>
          </p:nvSpPr>
          <p:spPr>
            <a:xfrm>
              <a:off x="7524592" y="2021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2" name="pt38182"/>
            <p:cNvSpPr/>
            <p:nvPr/>
          </p:nvSpPr>
          <p:spPr>
            <a:xfrm>
              <a:off x="7052612" y="2071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3" name="pt38183"/>
            <p:cNvSpPr/>
            <p:nvPr/>
          </p:nvSpPr>
          <p:spPr>
            <a:xfrm>
              <a:off x="6759691" y="2130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4" name="pt38184"/>
            <p:cNvSpPr/>
            <p:nvPr/>
          </p:nvSpPr>
          <p:spPr>
            <a:xfrm>
              <a:off x="7336000" y="2330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5" name="pt38185"/>
            <p:cNvSpPr/>
            <p:nvPr/>
          </p:nvSpPr>
          <p:spPr>
            <a:xfrm>
              <a:off x="7145067" y="1995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6" name="pt38186"/>
            <p:cNvSpPr/>
            <p:nvPr/>
          </p:nvSpPr>
          <p:spPr>
            <a:xfrm>
              <a:off x="7052510" y="21282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7" name="pt38187"/>
            <p:cNvSpPr/>
            <p:nvPr/>
          </p:nvSpPr>
          <p:spPr>
            <a:xfrm>
              <a:off x="7263953" y="1886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8" name="pt38188"/>
            <p:cNvSpPr/>
            <p:nvPr/>
          </p:nvSpPr>
          <p:spPr>
            <a:xfrm>
              <a:off x="7166862" y="22346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9" name="pt38189"/>
            <p:cNvSpPr/>
            <p:nvPr/>
          </p:nvSpPr>
          <p:spPr>
            <a:xfrm>
              <a:off x="6974117" y="1958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0" name="pt38190"/>
            <p:cNvSpPr/>
            <p:nvPr/>
          </p:nvSpPr>
          <p:spPr>
            <a:xfrm>
              <a:off x="7102036" y="2100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1" name="pt38191"/>
            <p:cNvSpPr/>
            <p:nvPr/>
          </p:nvSpPr>
          <p:spPr>
            <a:xfrm>
              <a:off x="7027692" y="1964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2" name="pt38192"/>
            <p:cNvSpPr/>
            <p:nvPr/>
          </p:nvSpPr>
          <p:spPr>
            <a:xfrm>
              <a:off x="6973758" y="1824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3" name="pt38193"/>
            <p:cNvSpPr/>
            <p:nvPr/>
          </p:nvSpPr>
          <p:spPr>
            <a:xfrm>
              <a:off x="6953203" y="1697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4" name="pt38194"/>
            <p:cNvSpPr/>
            <p:nvPr/>
          </p:nvSpPr>
          <p:spPr>
            <a:xfrm>
              <a:off x="6672263" y="1860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5" name="pt38195"/>
            <p:cNvSpPr/>
            <p:nvPr/>
          </p:nvSpPr>
          <p:spPr>
            <a:xfrm>
              <a:off x="7100605" y="2341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6" name="pt38196"/>
            <p:cNvSpPr/>
            <p:nvPr/>
          </p:nvSpPr>
          <p:spPr>
            <a:xfrm>
              <a:off x="6952397" y="1807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7" name="pt38197"/>
            <p:cNvSpPr/>
            <p:nvPr/>
          </p:nvSpPr>
          <p:spPr>
            <a:xfrm>
              <a:off x="7291979" y="2015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8" name="pt38198"/>
            <p:cNvSpPr/>
            <p:nvPr/>
          </p:nvSpPr>
          <p:spPr>
            <a:xfrm>
              <a:off x="6869388" y="2215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9" name="pt38199"/>
            <p:cNvSpPr/>
            <p:nvPr/>
          </p:nvSpPr>
          <p:spPr>
            <a:xfrm>
              <a:off x="7201202" y="1959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0" name="pt38200"/>
            <p:cNvSpPr/>
            <p:nvPr/>
          </p:nvSpPr>
          <p:spPr>
            <a:xfrm>
              <a:off x="7074603" y="2105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1" name="pt38201"/>
            <p:cNvSpPr/>
            <p:nvPr/>
          </p:nvSpPr>
          <p:spPr>
            <a:xfrm>
              <a:off x="7104784" y="2151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2" name="pt38202"/>
            <p:cNvSpPr/>
            <p:nvPr/>
          </p:nvSpPr>
          <p:spPr>
            <a:xfrm>
              <a:off x="7104882" y="1971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3" name="pt38203"/>
            <p:cNvSpPr/>
            <p:nvPr/>
          </p:nvSpPr>
          <p:spPr>
            <a:xfrm>
              <a:off x="6983283" y="2224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4" name="pt38204"/>
            <p:cNvSpPr/>
            <p:nvPr/>
          </p:nvSpPr>
          <p:spPr>
            <a:xfrm>
              <a:off x="6934183" y="1899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5" name="pt38205"/>
            <p:cNvSpPr/>
            <p:nvPr/>
          </p:nvSpPr>
          <p:spPr>
            <a:xfrm>
              <a:off x="7043075" y="2259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6" name="pt38206"/>
            <p:cNvSpPr/>
            <p:nvPr/>
          </p:nvSpPr>
          <p:spPr>
            <a:xfrm>
              <a:off x="7135473" y="20968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7" name="pt38207"/>
            <p:cNvSpPr/>
            <p:nvPr/>
          </p:nvSpPr>
          <p:spPr>
            <a:xfrm>
              <a:off x="7436441" y="2487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8" name="pt38208"/>
            <p:cNvSpPr/>
            <p:nvPr/>
          </p:nvSpPr>
          <p:spPr>
            <a:xfrm>
              <a:off x="7128998" y="2091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9" name="pt38209"/>
            <p:cNvSpPr/>
            <p:nvPr/>
          </p:nvSpPr>
          <p:spPr>
            <a:xfrm>
              <a:off x="7036705" y="2190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0" name="pt38210"/>
            <p:cNvSpPr/>
            <p:nvPr/>
          </p:nvSpPr>
          <p:spPr>
            <a:xfrm>
              <a:off x="7412704" y="27256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1" name="pt38211"/>
            <p:cNvSpPr/>
            <p:nvPr/>
          </p:nvSpPr>
          <p:spPr>
            <a:xfrm>
              <a:off x="6873185" y="2042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2" name="pt38212"/>
            <p:cNvSpPr/>
            <p:nvPr/>
          </p:nvSpPr>
          <p:spPr>
            <a:xfrm>
              <a:off x="7137494" y="2017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3" name="pt38213"/>
            <p:cNvSpPr/>
            <p:nvPr/>
          </p:nvSpPr>
          <p:spPr>
            <a:xfrm>
              <a:off x="7077785" y="2123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4" name="pt38214"/>
            <p:cNvSpPr/>
            <p:nvPr/>
          </p:nvSpPr>
          <p:spPr>
            <a:xfrm>
              <a:off x="7151674" y="2226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5" name="pt38215"/>
            <p:cNvSpPr/>
            <p:nvPr/>
          </p:nvSpPr>
          <p:spPr>
            <a:xfrm>
              <a:off x="7554714" y="2254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6" name="pt38216"/>
            <p:cNvSpPr/>
            <p:nvPr/>
          </p:nvSpPr>
          <p:spPr>
            <a:xfrm>
              <a:off x="7225971" y="1950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7" name="pt38217"/>
            <p:cNvSpPr/>
            <p:nvPr/>
          </p:nvSpPr>
          <p:spPr>
            <a:xfrm>
              <a:off x="6843816" y="2037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8" name="pt38218"/>
            <p:cNvSpPr/>
            <p:nvPr/>
          </p:nvSpPr>
          <p:spPr>
            <a:xfrm>
              <a:off x="7149167" y="2224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9" name="pt38219"/>
            <p:cNvSpPr/>
            <p:nvPr/>
          </p:nvSpPr>
          <p:spPr>
            <a:xfrm>
              <a:off x="7398914" y="2525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0" name="pt38220"/>
            <p:cNvSpPr/>
            <p:nvPr/>
          </p:nvSpPr>
          <p:spPr>
            <a:xfrm>
              <a:off x="7314935" y="2529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1" name="pt38221"/>
            <p:cNvSpPr/>
            <p:nvPr/>
          </p:nvSpPr>
          <p:spPr>
            <a:xfrm>
              <a:off x="7091426" y="2134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2" name="pt38222"/>
            <p:cNvSpPr/>
            <p:nvPr/>
          </p:nvSpPr>
          <p:spPr>
            <a:xfrm>
              <a:off x="7017887" y="2267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3" name="pt38223"/>
            <p:cNvSpPr/>
            <p:nvPr/>
          </p:nvSpPr>
          <p:spPr>
            <a:xfrm>
              <a:off x="7189776" y="2055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4" name="pt38224"/>
            <p:cNvSpPr/>
            <p:nvPr/>
          </p:nvSpPr>
          <p:spPr>
            <a:xfrm>
              <a:off x="7338132" y="191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5" name="pt38225"/>
            <p:cNvSpPr/>
            <p:nvPr/>
          </p:nvSpPr>
          <p:spPr>
            <a:xfrm>
              <a:off x="7054692" y="2041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6" name="pt38226"/>
            <p:cNvSpPr/>
            <p:nvPr/>
          </p:nvSpPr>
          <p:spPr>
            <a:xfrm>
              <a:off x="7266253" y="18976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7" name="pt38227"/>
            <p:cNvSpPr/>
            <p:nvPr/>
          </p:nvSpPr>
          <p:spPr>
            <a:xfrm>
              <a:off x="7076993" y="2020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8" name="pt38228"/>
            <p:cNvSpPr/>
            <p:nvPr/>
          </p:nvSpPr>
          <p:spPr>
            <a:xfrm>
              <a:off x="7076809" y="2115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9" name="pt38229"/>
            <p:cNvSpPr/>
            <p:nvPr/>
          </p:nvSpPr>
          <p:spPr>
            <a:xfrm>
              <a:off x="7139812" y="1970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0" name="pt38230"/>
            <p:cNvSpPr/>
            <p:nvPr/>
          </p:nvSpPr>
          <p:spPr>
            <a:xfrm>
              <a:off x="7153127" y="2206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1" name="pt38231"/>
            <p:cNvSpPr/>
            <p:nvPr/>
          </p:nvSpPr>
          <p:spPr>
            <a:xfrm>
              <a:off x="6778630" y="20268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2" name="pt38232"/>
            <p:cNvSpPr/>
            <p:nvPr/>
          </p:nvSpPr>
          <p:spPr>
            <a:xfrm>
              <a:off x="6944078" y="1905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3" name="pt38233"/>
            <p:cNvSpPr/>
            <p:nvPr/>
          </p:nvSpPr>
          <p:spPr>
            <a:xfrm>
              <a:off x="6766518" y="21540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4" name="pt38234"/>
            <p:cNvSpPr/>
            <p:nvPr/>
          </p:nvSpPr>
          <p:spPr>
            <a:xfrm>
              <a:off x="6500878" y="2142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5" name="pt38235"/>
            <p:cNvSpPr/>
            <p:nvPr/>
          </p:nvSpPr>
          <p:spPr>
            <a:xfrm>
              <a:off x="7078270" y="2048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6" name="pt38236"/>
            <p:cNvSpPr/>
            <p:nvPr/>
          </p:nvSpPr>
          <p:spPr>
            <a:xfrm>
              <a:off x="7315010" y="2441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7" name="pt38237"/>
            <p:cNvSpPr/>
            <p:nvPr/>
          </p:nvSpPr>
          <p:spPr>
            <a:xfrm>
              <a:off x="7270298" y="18850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8" name="pt38238"/>
            <p:cNvSpPr/>
            <p:nvPr/>
          </p:nvSpPr>
          <p:spPr>
            <a:xfrm>
              <a:off x="7203635" y="2000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9" name="pt38239"/>
            <p:cNvSpPr/>
            <p:nvPr/>
          </p:nvSpPr>
          <p:spPr>
            <a:xfrm>
              <a:off x="7083394" y="2138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0" name="pt38240"/>
            <p:cNvSpPr/>
            <p:nvPr/>
          </p:nvSpPr>
          <p:spPr>
            <a:xfrm>
              <a:off x="7141585" y="1980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1" name="pt38241"/>
            <p:cNvSpPr/>
            <p:nvPr/>
          </p:nvSpPr>
          <p:spPr>
            <a:xfrm>
              <a:off x="7157858" y="2355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2" name="pt38242"/>
            <p:cNvSpPr/>
            <p:nvPr/>
          </p:nvSpPr>
          <p:spPr>
            <a:xfrm>
              <a:off x="7473775" y="2376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3" name="pt38243"/>
            <p:cNvSpPr/>
            <p:nvPr/>
          </p:nvSpPr>
          <p:spPr>
            <a:xfrm>
              <a:off x="6943604" y="19647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4" name="pt38244"/>
            <p:cNvSpPr/>
            <p:nvPr/>
          </p:nvSpPr>
          <p:spPr>
            <a:xfrm>
              <a:off x="7263272" y="192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5" name="pt38245"/>
            <p:cNvSpPr/>
            <p:nvPr/>
          </p:nvSpPr>
          <p:spPr>
            <a:xfrm>
              <a:off x="6869871" y="23013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6" name="pt38246"/>
            <p:cNvSpPr/>
            <p:nvPr/>
          </p:nvSpPr>
          <p:spPr>
            <a:xfrm>
              <a:off x="6829543" y="1907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7" name="pt38247"/>
            <p:cNvSpPr/>
            <p:nvPr/>
          </p:nvSpPr>
          <p:spPr>
            <a:xfrm>
              <a:off x="7069086" y="21964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8" name="pt38248"/>
            <p:cNvSpPr/>
            <p:nvPr/>
          </p:nvSpPr>
          <p:spPr>
            <a:xfrm>
              <a:off x="7126301" y="2091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9" name="pt38249"/>
            <p:cNvSpPr/>
            <p:nvPr/>
          </p:nvSpPr>
          <p:spPr>
            <a:xfrm>
              <a:off x="7174708" y="2068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0" name="pt38250"/>
            <p:cNvSpPr/>
            <p:nvPr/>
          </p:nvSpPr>
          <p:spPr>
            <a:xfrm>
              <a:off x="7117732" y="1960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1" name="pt38251"/>
            <p:cNvSpPr/>
            <p:nvPr/>
          </p:nvSpPr>
          <p:spPr>
            <a:xfrm>
              <a:off x="7025286" y="2096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2" name="pt38252"/>
            <p:cNvSpPr/>
            <p:nvPr/>
          </p:nvSpPr>
          <p:spPr>
            <a:xfrm>
              <a:off x="6924107" y="190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3" name="pt38253"/>
            <p:cNvSpPr/>
            <p:nvPr/>
          </p:nvSpPr>
          <p:spPr>
            <a:xfrm>
              <a:off x="7219980" y="2052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4" name="pt38254"/>
            <p:cNvSpPr/>
            <p:nvPr/>
          </p:nvSpPr>
          <p:spPr>
            <a:xfrm>
              <a:off x="7085143" y="219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5" name="pt38255"/>
            <p:cNvSpPr/>
            <p:nvPr/>
          </p:nvSpPr>
          <p:spPr>
            <a:xfrm>
              <a:off x="7032443" y="2166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6" name="pt38256"/>
            <p:cNvSpPr/>
            <p:nvPr/>
          </p:nvSpPr>
          <p:spPr>
            <a:xfrm>
              <a:off x="6661995" y="22123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7" name="pt38257"/>
            <p:cNvSpPr/>
            <p:nvPr/>
          </p:nvSpPr>
          <p:spPr>
            <a:xfrm>
              <a:off x="7006033" y="1684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8" name="pt38258"/>
            <p:cNvSpPr/>
            <p:nvPr/>
          </p:nvSpPr>
          <p:spPr>
            <a:xfrm>
              <a:off x="7056140" y="1981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9" name="pt38259"/>
            <p:cNvSpPr/>
            <p:nvPr/>
          </p:nvSpPr>
          <p:spPr>
            <a:xfrm>
              <a:off x="7195608" y="2123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0" name="pt38260"/>
            <p:cNvSpPr/>
            <p:nvPr/>
          </p:nvSpPr>
          <p:spPr>
            <a:xfrm>
              <a:off x="6962564" y="2041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1" name="pt38261"/>
            <p:cNvSpPr/>
            <p:nvPr/>
          </p:nvSpPr>
          <p:spPr>
            <a:xfrm>
              <a:off x="6902668" y="19714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2" name="pt38262"/>
            <p:cNvSpPr/>
            <p:nvPr/>
          </p:nvSpPr>
          <p:spPr>
            <a:xfrm>
              <a:off x="6976748" y="2008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3" name="pt38263"/>
            <p:cNvSpPr/>
            <p:nvPr/>
          </p:nvSpPr>
          <p:spPr>
            <a:xfrm>
              <a:off x="7083332" y="21971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4" name="pt38264"/>
            <p:cNvSpPr/>
            <p:nvPr/>
          </p:nvSpPr>
          <p:spPr>
            <a:xfrm>
              <a:off x="7077431" y="21009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5" name="pt38265"/>
            <p:cNvSpPr/>
            <p:nvPr/>
          </p:nvSpPr>
          <p:spPr>
            <a:xfrm>
              <a:off x="7088610" y="22339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6" name="pt38266"/>
            <p:cNvSpPr/>
            <p:nvPr/>
          </p:nvSpPr>
          <p:spPr>
            <a:xfrm>
              <a:off x="7289566" y="23044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7" name="pt38267"/>
            <p:cNvSpPr/>
            <p:nvPr/>
          </p:nvSpPr>
          <p:spPr>
            <a:xfrm>
              <a:off x="7407553" y="23596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8" name="pt38268"/>
            <p:cNvSpPr/>
            <p:nvPr/>
          </p:nvSpPr>
          <p:spPr>
            <a:xfrm>
              <a:off x="7535502" y="24192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9" name="pt38269"/>
            <p:cNvSpPr/>
            <p:nvPr/>
          </p:nvSpPr>
          <p:spPr>
            <a:xfrm>
              <a:off x="7054950" y="2030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0" name="pt38270"/>
            <p:cNvSpPr/>
            <p:nvPr/>
          </p:nvSpPr>
          <p:spPr>
            <a:xfrm>
              <a:off x="7312798" y="2347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1" name="pt38271"/>
            <p:cNvSpPr/>
            <p:nvPr/>
          </p:nvSpPr>
          <p:spPr>
            <a:xfrm>
              <a:off x="6683744" y="2197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2" name="pt38272"/>
            <p:cNvSpPr/>
            <p:nvPr/>
          </p:nvSpPr>
          <p:spPr>
            <a:xfrm>
              <a:off x="7238463" y="2018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3" name="pt38273"/>
            <p:cNvSpPr/>
            <p:nvPr/>
          </p:nvSpPr>
          <p:spPr>
            <a:xfrm>
              <a:off x="7003397" y="2021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4" name="pt38274"/>
            <p:cNvSpPr/>
            <p:nvPr/>
          </p:nvSpPr>
          <p:spPr>
            <a:xfrm>
              <a:off x="6965621" y="1934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5" name="pt38275"/>
            <p:cNvSpPr/>
            <p:nvPr/>
          </p:nvSpPr>
          <p:spPr>
            <a:xfrm>
              <a:off x="7097493" y="2370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6" name="pt38276"/>
            <p:cNvSpPr/>
            <p:nvPr/>
          </p:nvSpPr>
          <p:spPr>
            <a:xfrm>
              <a:off x="6992896" y="2154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7" name="pt38277"/>
            <p:cNvSpPr/>
            <p:nvPr/>
          </p:nvSpPr>
          <p:spPr>
            <a:xfrm>
              <a:off x="6827877" y="1971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8" name="pt38278"/>
            <p:cNvSpPr/>
            <p:nvPr/>
          </p:nvSpPr>
          <p:spPr>
            <a:xfrm>
              <a:off x="7089296" y="2187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9" name="pt38279"/>
            <p:cNvSpPr/>
            <p:nvPr/>
          </p:nvSpPr>
          <p:spPr>
            <a:xfrm>
              <a:off x="7173680" y="2193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0" name="pt38280"/>
            <p:cNvSpPr/>
            <p:nvPr/>
          </p:nvSpPr>
          <p:spPr>
            <a:xfrm>
              <a:off x="7182330" y="1918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1" name="pt38281"/>
            <p:cNvSpPr/>
            <p:nvPr/>
          </p:nvSpPr>
          <p:spPr>
            <a:xfrm>
              <a:off x="7039848" y="2145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2" name="pt38282"/>
            <p:cNvSpPr/>
            <p:nvPr/>
          </p:nvSpPr>
          <p:spPr>
            <a:xfrm>
              <a:off x="7009338" y="21103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3" name="pt38283"/>
            <p:cNvSpPr/>
            <p:nvPr/>
          </p:nvSpPr>
          <p:spPr>
            <a:xfrm>
              <a:off x="7132584" y="2141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4" name="pt38284"/>
            <p:cNvSpPr/>
            <p:nvPr/>
          </p:nvSpPr>
          <p:spPr>
            <a:xfrm>
              <a:off x="7328420" y="2329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5" name="pt38285"/>
            <p:cNvSpPr/>
            <p:nvPr/>
          </p:nvSpPr>
          <p:spPr>
            <a:xfrm>
              <a:off x="7114599" y="1911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6" name="pt38286"/>
            <p:cNvSpPr/>
            <p:nvPr/>
          </p:nvSpPr>
          <p:spPr>
            <a:xfrm>
              <a:off x="7140824" y="2017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7" name="pt38287"/>
            <p:cNvSpPr/>
            <p:nvPr/>
          </p:nvSpPr>
          <p:spPr>
            <a:xfrm>
              <a:off x="7169376" y="2222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8" name="pt38288"/>
            <p:cNvSpPr/>
            <p:nvPr/>
          </p:nvSpPr>
          <p:spPr>
            <a:xfrm>
              <a:off x="6956302" y="1754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9" name="pt38289"/>
            <p:cNvSpPr/>
            <p:nvPr/>
          </p:nvSpPr>
          <p:spPr>
            <a:xfrm>
              <a:off x="7131097" y="21504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0" name="pt38290"/>
            <p:cNvSpPr/>
            <p:nvPr/>
          </p:nvSpPr>
          <p:spPr>
            <a:xfrm>
              <a:off x="6798056" y="2349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1" name="pt38291"/>
            <p:cNvSpPr/>
            <p:nvPr/>
          </p:nvSpPr>
          <p:spPr>
            <a:xfrm>
              <a:off x="7161977" y="2186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2" name="pt38292"/>
            <p:cNvSpPr/>
            <p:nvPr/>
          </p:nvSpPr>
          <p:spPr>
            <a:xfrm>
              <a:off x="7092072" y="2329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3" name="pt38293"/>
            <p:cNvSpPr/>
            <p:nvPr/>
          </p:nvSpPr>
          <p:spPr>
            <a:xfrm>
              <a:off x="7078898" y="21393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4" name="pt38294"/>
            <p:cNvSpPr/>
            <p:nvPr/>
          </p:nvSpPr>
          <p:spPr>
            <a:xfrm>
              <a:off x="7112977" y="2016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5" name="pt38295"/>
            <p:cNvSpPr/>
            <p:nvPr/>
          </p:nvSpPr>
          <p:spPr>
            <a:xfrm>
              <a:off x="7028633" y="2152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6" name="pt38296"/>
            <p:cNvSpPr/>
            <p:nvPr/>
          </p:nvSpPr>
          <p:spPr>
            <a:xfrm>
              <a:off x="7047085" y="2227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7" name="pt38297"/>
            <p:cNvSpPr/>
            <p:nvPr/>
          </p:nvSpPr>
          <p:spPr>
            <a:xfrm>
              <a:off x="7177294" y="2084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8" name="pt38298"/>
            <p:cNvSpPr/>
            <p:nvPr/>
          </p:nvSpPr>
          <p:spPr>
            <a:xfrm>
              <a:off x="7306460" y="2314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9" name="pt38299"/>
            <p:cNvSpPr/>
            <p:nvPr/>
          </p:nvSpPr>
          <p:spPr>
            <a:xfrm>
              <a:off x="7083499" y="2094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0" name="pt38300"/>
            <p:cNvSpPr/>
            <p:nvPr/>
          </p:nvSpPr>
          <p:spPr>
            <a:xfrm>
              <a:off x="6940199" y="2052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1" name="pt38301"/>
            <p:cNvSpPr/>
            <p:nvPr/>
          </p:nvSpPr>
          <p:spPr>
            <a:xfrm>
              <a:off x="7152348" y="2095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2" name="pt38302"/>
            <p:cNvSpPr/>
            <p:nvPr/>
          </p:nvSpPr>
          <p:spPr>
            <a:xfrm>
              <a:off x="6875370" y="2188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3" name="pt38303"/>
            <p:cNvSpPr/>
            <p:nvPr/>
          </p:nvSpPr>
          <p:spPr>
            <a:xfrm>
              <a:off x="6811003" y="18912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4" name="pt38304"/>
            <p:cNvSpPr/>
            <p:nvPr/>
          </p:nvSpPr>
          <p:spPr>
            <a:xfrm>
              <a:off x="7179162" y="2105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5" name="pt38305"/>
            <p:cNvSpPr/>
            <p:nvPr/>
          </p:nvSpPr>
          <p:spPr>
            <a:xfrm>
              <a:off x="6852009" y="2208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6" name="pt38306"/>
            <p:cNvSpPr/>
            <p:nvPr/>
          </p:nvSpPr>
          <p:spPr>
            <a:xfrm>
              <a:off x="7104733" y="2170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7" name="pt38307"/>
            <p:cNvSpPr/>
            <p:nvPr/>
          </p:nvSpPr>
          <p:spPr>
            <a:xfrm>
              <a:off x="7025546" y="2039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8" name="pt38308"/>
            <p:cNvSpPr/>
            <p:nvPr/>
          </p:nvSpPr>
          <p:spPr>
            <a:xfrm>
              <a:off x="7202040" y="20751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9" name="pt38309"/>
            <p:cNvSpPr/>
            <p:nvPr/>
          </p:nvSpPr>
          <p:spPr>
            <a:xfrm>
              <a:off x="6828718" y="1902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0" name="pt38310"/>
            <p:cNvSpPr/>
            <p:nvPr/>
          </p:nvSpPr>
          <p:spPr>
            <a:xfrm>
              <a:off x="6900389" y="2028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1" name="pt38311"/>
            <p:cNvSpPr/>
            <p:nvPr/>
          </p:nvSpPr>
          <p:spPr>
            <a:xfrm>
              <a:off x="7176558" y="2233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2" name="pt38312"/>
            <p:cNvSpPr/>
            <p:nvPr/>
          </p:nvSpPr>
          <p:spPr>
            <a:xfrm>
              <a:off x="7067696" y="21788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3" name="pt38313"/>
            <p:cNvSpPr/>
            <p:nvPr/>
          </p:nvSpPr>
          <p:spPr>
            <a:xfrm>
              <a:off x="6986155" y="2336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4" name="pt38314"/>
            <p:cNvSpPr/>
            <p:nvPr/>
          </p:nvSpPr>
          <p:spPr>
            <a:xfrm>
              <a:off x="7563303" y="2308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5" name="pt38315"/>
            <p:cNvSpPr/>
            <p:nvPr/>
          </p:nvSpPr>
          <p:spPr>
            <a:xfrm>
              <a:off x="7303903" y="18591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6" name="pt38316"/>
            <p:cNvSpPr/>
            <p:nvPr/>
          </p:nvSpPr>
          <p:spPr>
            <a:xfrm>
              <a:off x="7633678" y="2452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7" name="pt38317"/>
            <p:cNvSpPr/>
            <p:nvPr/>
          </p:nvSpPr>
          <p:spPr>
            <a:xfrm>
              <a:off x="7083829" y="2071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8" name="pt38318"/>
            <p:cNvSpPr/>
            <p:nvPr/>
          </p:nvSpPr>
          <p:spPr>
            <a:xfrm>
              <a:off x="7292629" y="1946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9" name="pt38319"/>
            <p:cNvSpPr/>
            <p:nvPr/>
          </p:nvSpPr>
          <p:spPr>
            <a:xfrm>
              <a:off x="7052422" y="2109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0" name="pt38320"/>
            <p:cNvSpPr/>
            <p:nvPr/>
          </p:nvSpPr>
          <p:spPr>
            <a:xfrm>
              <a:off x="6677165" y="147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1" name="pt38321"/>
            <p:cNvSpPr/>
            <p:nvPr/>
          </p:nvSpPr>
          <p:spPr>
            <a:xfrm>
              <a:off x="7078072" y="2046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2" name="pt38322"/>
            <p:cNvSpPr/>
            <p:nvPr/>
          </p:nvSpPr>
          <p:spPr>
            <a:xfrm>
              <a:off x="7333652" y="2045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3" name="pt38323"/>
            <p:cNvSpPr/>
            <p:nvPr/>
          </p:nvSpPr>
          <p:spPr>
            <a:xfrm>
              <a:off x="6851600" y="2025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4" name="pt38324"/>
            <p:cNvSpPr/>
            <p:nvPr/>
          </p:nvSpPr>
          <p:spPr>
            <a:xfrm>
              <a:off x="7262548" y="19920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5" name="pt38325"/>
            <p:cNvSpPr/>
            <p:nvPr/>
          </p:nvSpPr>
          <p:spPr>
            <a:xfrm>
              <a:off x="6931963" y="1928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6" name="pt38326"/>
            <p:cNvSpPr/>
            <p:nvPr/>
          </p:nvSpPr>
          <p:spPr>
            <a:xfrm>
              <a:off x="6804274" y="2147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7" name="pt38327"/>
            <p:cNvSpPr/>
            <p:nvPr/>
          </p:nvSpPr>
          <p:spPr>
            <a:xfrm>
              <a:off x="7063602" y="2133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8" name="pt38328"/>
            <p:cNvSpPr/>
            <p:nvPr/>
          </p:nvSpPr>
          <p:spPr>
            <a:xfrm>
              <a:off x="7119956" y="1989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9" name="pt38329"/>
            <p:cNvSpPr/>
            <p:nvPr/>
          </p:nvSpPr>
          <p:spPr>
            <a:xfrm>
              <a:off x="7118507" y="1973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0" name="pt38330"/>
            <p:cNvSpPr/>
            <p:nvPr/>
          </p:nvSpPr>
          <p:spPr>
            <a:xfrm>
              <a:off x="7000025" y="1928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1" name="pt38331"/>
            <p:cNvSpPr/>
            <p:nvPr/>
          </p:nvSpPr>
          <p:spPr>
            <a:xfrm>
              <a:off x="6605003" y="2219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2" name="pt38332"/>
            <p:cNvSpPr/>
            <p:nvPr/>
          </p:nvSpPr>
          <p:spPr>
            <a:xfrm>
              <a:off x="6749875" y="2253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3" name="pt38333"/>
            <p:cNvSpPr/>
            <p:nvPr/>
          </p:nvSpPr>
          <p:spPr>
            <a:xfrm>
              <a:off x="7129422" y="2075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4" name="pt38334"/>
            <p:cNvSpPr/>
            <p:nvPr/>
          </p:nvSpPr>
          <p:spPr>
            <a:xfrm>
              <a:off x="7140877" y="1952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5" name="pt38335"/>
            <p:cNvSpPr/>
            <p:nvPr/>
          </p:nvSpPr>
          <p:spPr>
            <a:xfrm>
              <a:off x="6619570" y="19417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6" name="pt38336"/>
            <p:cNvSpPr/>
            <p:nvPr/>
          </p:nvSpPr>
          <p:spPr>
            <a:xfrm>
              <a:off x="7175637" y="2001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7" name="pt38337"/>
            <p:cNvSpPr/>
            <p:nvPr/>
          </p:nvSpPr>
          <p:spPr>
            <a:xfrm>
              <a:off x="7161376" y="22426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8" name="pt38338"/>
            <p:cNvSpPr/>
            <p:nvPr/>
          </p:nvSpPr>
          <p:spPr>
            <a:xfrm>
              <a:off x="7027798" y="1999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9" name="pt38339"/>
            <p:cNvSpPr/>
            <p:nvPr/>
          </p:nvSpPr>
          <p:spPr>
            <a:xfrm>
              <a:off x="7316762" y="2428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0" name="pt38340"/>
            <p:cNvSpPr/>
            <p:nvPr/>
          </p:nvSpPr>
          <p:spPr>
            <a:xfrm>
              <a:off x="6615688" y="1854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1" name="pt38341"/>
            <p:cNvSpPr/>
            <p:nvPr/>
          </p:nvSpPr>
          <p:spPr>
            <a:xfrm>
              <a:off x="6984933" y="2262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2" name="pt38342"/>
            <p:cNvSpPr/>
            <p:nvPr/>
          </p:nvSpPr>
          <p:spPr>
            <a:xfrm>
              <a:off x="6911157" y="1933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3" name="pt38343"/>
            <p:cNvSpPr/>
            <p:nvPr/>
          </p:nvSpPr>
          <p:spPr>
            <a:xfrm>
              <a:off x="7035343" y="2191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4" name="pt38344"/>
            <p:cNvSpPr/>
            <p:nvPr/>
          </p:nvSpPr>
          <p:spPr>
            <a:xfrm>
              <a:off x="6957463" y="1823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5" name="pt38345"/>
            <p:cNvSpPr/>
            <p:nvPr/>
          </p:nvSpPr>
          <p:spPr>
            <a:xfrm>
              <a:off x="6828277" y="19491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6" name="pt38346"/>
            <p:cNvSpPr/>
            <p:nvPr/>
          </p:nvSpPr>
          <p:spPr>
            <a:xfrm>
              <a:off x="7186386" y="1952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7" name="pt38347"/>
            <p:cNvSpPr/>
            <p:nvPr/>
          </p:nvSpPr>
          <p:spPr>
            <a:xfrm>
              <a:off x="7001688" y="17702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8" name="pt38348"/>
            <p:cNvSpPr/>
            <p:nvPr/>
          </p:nvSpPr>
          <p:spPr>
            <a:xfrm>
              <a:off x="7141315" y="2020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9" name="pt38349"/>
            <p:cNvSpPr/>
            <p:nvPr/>
          </p:nvSpPr>
          <p:spPr>
            <a:xfrm>
              <a:off x="7096923" y="2287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0" name="pt38350"/>
            <p:cNvSpPr/>
            <p:nvPr/>
          </p:nvSpPr>
          <p:spPr>
            <a:xfrm>
              <a:off x="7068829" y="20528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1" name="pt38351"/>
            <p:cNvSpPr/>
            <p:nvPr/>
          </p:nvSpPr>
          <p:spPr>
            <a:xfrm>
              <a:off x="7126857" y="2087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2" name="pt38352"/>
            <p:cNvSpPr/>
            <p:nvPr/>
          </p:nvSpPr>
          <p:spPr>
            <a:xfrm>
              <a:off x="7222233" y="2012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3" name="pt38353"/>
            <p:cNvSpPr/>
            <p:nvPr/>
          </p:nvSpPr>
          <p:spPr>
            <a:xfrm>
              <a:off x="7148420" y="2159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4" name="pt38354"/>
            <p:cNvSpPr/>
            <p:nvPr/>
          </p:nvSpPr>
          <p:spPr>
            <a:xfrm>
              <a:off x="7033061" y="21825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5" name="pt38355"/>
            <p:cNvSpPr/>
            <p:nvPr/>
          </p:nvSpPr>
          <p:spPr>
            <a:xfrm>
              <a:off x="6985897" y="22528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6" name="pt38356"/>
            <p:cNvSpPr/>
            <p:nvPr/>
          </p:nvSpPr>
          <p:spPr>
            <a:xfrm>
              <a:off x="7149678" y="2129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7" name="pt38357"/>
            <p:cNvSpPr/>
            <p:nvPr/>
          </p:nvSpPr>
          <p:spPr>
            <a:xfrm>
              <a:off x="7242700" y="1940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8" name="pt38358"/>
            <p:cNvSpPr/>
            <p:nvPr/>
          </p:nvSpPr>
          <p:spPr>
            <a:xfrm>
              <a:off x="7117859" y="19901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9" name="pt38359"/>
            <p:cNvSpPr/>
            <p:nvPr/>
          </p:nvSpPr>
          <p:spPr>
            <a:xfrm>
              <a:off x="7183255" y="1947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0" name="pt38360"/>
            <p:cNvSpPr/>
            <p:nvPr/>
          </p:nvSpPr>
          <p:spPr>
            <a:xfrm>
              <a:off x="7253853" y="2082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1" name="pt38361"/>
            <p:cNvSpPr/>
            <p:nvPr/>
          </p:nvSpPr>
          <p:spPr>
            <a:xfrm>
              <a:off x="7000992" y="1944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2" name="pt38362"/>
            <p:cNvSpPr/>
            <p:nvPr/>
          </p:nvSpPr>
          <p:spPr>
            <a:xfrm>
              <a:off x="7070628" y="2133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3" name="pt38363"/>
            <p:cNvSpPr/>
            <p:nvPr/>
          </p:nvSpPr>
          <p:spPr>
            <a:xfrm>
              <a:off x="7308891" y="24645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4" name="pt38364"/>
            <p:cNvSpPr/>
            <p:nvPr/>
          </p:nvSpPr>
          <p:spPr>
            <a:xfrm>
              <a:off x="7170346" y="20052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5" name="pt38365"/>
            <p:cNvSpPr/>
            <p:nvPr/>
          </p:nvSpPr>
          <p:spPr>
            <a:xfrm>
              <a:off x="7132022" y="2149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6" name="pt38366"/>
            <p:cNvSpPr/>
            <p:nvPr/>
          </p:nvSpPr>
          <p:spPr>
            <a:xfrm>
              <a:off x="7001136" y="2025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7" name="pt38367"/>
            <p:cNvSpPr/>
            <p:nvPr/>
          </p:nvSpPr>
          <p:spPr>
            <a:xfrm>
              <a:off x="7101703" y="20632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8" name="pt38368"/>
            <p:cNvSpPr/>
            <p:nvPr/>
          </p:nvSpPr>
          <p:spPr>
            <a:xfrm>
              <a:off x="6833400" y="17211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9" name="pt38369"/>
            <p:cNvSpPr/>
            <p:nvPr/>
          </p:nvSpPr>
          <p:spPr>
            <a:xfrm>
              <a:off x="7245993" y="20052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0" name="pt38370"/>
            <p:cNvSpPr/>
            <p:nvPr/>
          </p:nvSpPr>
          <p:spPr>
            <a:xfrm>
              <a:off x="7174639" y="2066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1" name="pt38371"/>
            <p:cNvSpPr/>
            <p:nvPr/>
          </p:nvSpPr>
          <p:spPr>
            <a:xfrm>
              <a:off x="6941878" y="1950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2" name="pt38372"/>
            <p:cNvSpPr/>
            <p:nvPr/>
          </p:nvSpPr>
          <p:spPr>
            <a:xfrm>
              <a:off x="6735902" y="2364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3" name="pt38373"/>
            <p:cNvSpPr/>
            <p:nvPr/>
          </p:nvSpPr>
          <p:spPr>
            <a:xfrm>
              <a:off x="7256484" y="1837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4" name="pt38374"/>
            <p:cNvSpPr/>
            <p:nvPr/>
          </p:nvSpPr>
          <p:spPr>
            <a:xfrm>
              <a:off x="6963068" y="1920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5" name="pt38375"/>
            <p:cNvSpPr/>
            <p:nvPr/>
          </p:nvSpPr>
          <p:spPr>
            <a:xfrm>
              <a:off x="7349786" y="2472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6" name="pt38376"/>
            <p:cNvSpPr/>
            <p:nvPr/>
          </p:nvSpPr>
          <p:spPr>
            <a:xfrm>
              <a:off x="6601474" y="2094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7" name="pt38377"/>
            <p:cNvSpPr/>
            <p:nvPr/>
          </p:nvSpPr>
          <p:spPr>
            <a:xfrm>
              <a:off x="7086019" y="2101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8" name="pt38378"/>
            <p:cNvSpPr/>
            <p:nvPr/>
          </p:nvSpPr>
          <p:spPr>
            <a:xfrm>
              <a:off x="6979674" y="2267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9" name="pt38379"/>
            <p:cNvSpPr/>
            <p:nvPr/>
          </p:nvSpPr>
          <p:spPr>
            <a:xfrm>
              <a:off x="6995213" y="2284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0" name="pt38380"/>
            <p:cNvSpPr/>
            <p:nvPr/>
          </p:nvSpPr>
          <p:spPr>
            <a:xfrm>
              <a:off x="7234935" y="20383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1" name="pt38381"/>
            <p:cNvSpPr/>
            <p:nvPr/>
          </p:nvSpPr>
          <p:spPr>
            <a:xfrm>
              <a:off x="6935797" y="1839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2" name="pt38382"/>
            <p:cNvSpPr/>
            <p:nvPr/>
          </p:nvSpPr>
          <p:spPr>
            <a:xfrm>
              <a:off x="7085991" y="2180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3" name="pt38383"/>
            <p:cNvSpPr/>
            <p:nvPr/>
          </p:nvSpPr>
          <p:spPr>
            <a:xfrm>
              <a:off x="7089053" y="21386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4" name="pt38384"/>
            <p:cNvSpPr/>
            <p:nvPr/>
          </p:nvSpPr>
          <p:spPr>
            <a:xfrm>
              <a:off x="7190772" y="2283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5" name="pt38385"/>
            <p:cNvSpPr/>
            <p:nvPr/>
          </p:nvSpPr>
          <p:spPr>
            <a:xfrm>
              <a:off x="7140566" y="2032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6" name="pt38386"/>
            <p:cNvSpPr/>
            <p:nvPr/>
          </p:nvSpPr>
          <p:spPr>
            <a:xfrm>
              <a:off x="7151150" y="22221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7" name="pt38387"/>
            <p:cNvSpPr/>
            <p:nvPr/>
          </p:nvSpPr>
          <p:spPr>
            <a:xfrm>
              <a:off x="7205504" y="1902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8" name="pt38388"/>
            <p:cNvSpPr/>
            <p:nvPr/>
          </p:nvSpPr>
          <p:spPr>
            <a:xfrm>
              <a:off x="7292892" y="2209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9" name="pt38389"/>
            <p:cNvSpPr/>
            <p:nvPr/>
          </p:nvSpPr>
          <p:spPr>
            <a:xfrm>
              <a:off x="7165058" y="2181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0" name="pt38390"/>
            <p:cNvSpPr/>
            <p:nvPr/>
          </p:nvSpPr>
          <p:spPr>
            <a:xfrm>
              <a:off x="6863174" y="21365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1" name="pt38391"/>
            <p:cNvSpPr/>
            <p:nvPr/>
          </p:nvSpPr>
          <p:spPr>
            <a:xfrm>
              <a:off x="7010115" y="2065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2" name="pt38392"/>
            <p:cNvSpPr/>
            <p:nvPr/>
          </p:nvSpPr>
          <p:spPr>
            <a:xfrm>
              <a:off x="7049378" y="2107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3" name="pt38393"/>
            <p:cNvSpPr/>
            <p:nvPr/>
          </p:nvSpPr>
          <p:spPr>
            <a:xfrm>
              <a:off x="7092251" y="2241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4" name="pt38394"/>
            <p:cNvSpPr/>
            <p:nvPr/>
          </p:nvSpPr>
          <p:spPr>
            <a:xfrm>
              <a:off x="7085053" y="21635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5" name="pt38395"/>
            <p:cNvSpPr/>
            <p:nvPr/>
          </p:nvSpPr>
          <p:spPr>
            <a:xfrm>
              <a:off x="7116746" y="1889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6" name="pt38396"/>
            <p:cNvSpPr/>
            <p:nvPr/>
          </p:nvSpPr>
          <p:spPr>
            <a:xfrm>
              <a:off x="7200614" y="1989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7" name="pt38397"/>
            <p:cNvSpPr/>
            <p:nvPr/>
          </p:nvSpPr>
          <p:spPr>
            <a:xfrm>
              <a:off x="7071986" y="2153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8" name="pt38398"/>
            <p:cNvSpPr/>
            <p:nvPr/>
          </p:nvSpPr>
          <p:spPr>
            <a:xfrm>
              <a:off x="7255028" y="1837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9" name="pt38399"/>
            <p:cNvSpPr/>
            <p:nvPr/>
          </p:nvSpPr>
          <p:spPr>
            <a:xfrm>
              <a:off x="7277932" y="1975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0" name="pt38400"/>
            <p:cNvSpPr/>
            <p:nvPr/>
          </p:nvSpPr>
          <p:spPr>
            <a:xfrm>
              <a:off x="6947046" y="1936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1" name="pt38401"/>
            <p:cNvSpPr/>
            <p:nvPr/>
          </p:nvSpPr>
          <p:spPr>
            <a:xfrm>
              <a:off x="6919947" y="19558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2" name="pt38402"/>
            <p:cNvSpPr/>
            <p:nvPr/>
          </p:nvSpPr>
          <p:spPr>
            <a:xfrm>
              <a:off x="7006672" y="15017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3" name="pt38403"/>
            <p:cNvSpPr/>
            <p:nvPr/>
          </p:nvSpPr>
          <p:spPr>
            <a:xfrm>
              <a:off x="7081780" y="2141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4" name="pt38404"/>
            <p:cNvSpPr/>
            <p:nvPr/>
          </p:nvSpPr>
          <p:spPr>
            <a:xfrm>
              <a:off x="6826651" y="1798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5" name="pt38405"/>
            <p:cNvSpPr/>
            <p:nvPr/>
          </p:nvSpPr>
          <p:spPr>
            <a:xfrm>
              <a:off x="6729073" y="2635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6" name="pt38406"/>
            <p:cNvSpPr/>
            <p:nvPr/>
          </p:nvSpPr>
          <p:spPr>
            <a:xfrm>
              <a:off x="7114583" y="1979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7" name="pt38407"/>
            <p:cNvSpPr/>
            <p:nvPr/>
          </p:nvSpPr>
          <p:spPr>
            <a:xfrm>
              <a:off x="7093138" y="2315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8" name="pt38408"/>
            <p:cNvSpPr/>
            <p:nvPr/>
          </p:nvSpPr>
          <p:spPr>
            <a:xfrm>
              <a:off x="7070148" y="2190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9" name="pt38409"/>
            <p:cNvSpPr/>
            <p:nvPr/>
          </p:nvSpPr>
          <p:spPr>
            <a:xfrm>
              <a:off x="7092600" y="2346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0" name="pt38410"/>
            <p:cNvSpPr/>
            <p:nvPr/>
          </p:nvSpPr>
          <p:spPr>
            <a:xfrm>
              <a:off x="6962268" y="2175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1" name="pt38411"/>
            <p:cNvSpPr/>
            <p:nvPr/>
          </p:nvSpPr>
          <p:spPr>
            <a:xfrm>
              <a:off x="7084970" y="2100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2" name="pt38412"/>
            <p:cNvSpPr/>
            <p:nvPr/>
          </p:nvSpPr>
          <p:spPr>
            <a:xfrm>
              <a:off x="6992425" y="2403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3" name="pt38413"/>
            <p:cNvSpPr/>
            <p:nvPr/>
          </p:nvSpPr>
          <p:spPr>
            <a:xfrm>
              <a:off x="6638288" y="1887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4" name="pt38414"/>
            <p:cNvSpPr/>
            <p:nvPr/>
          </p:nvSpPr>
          <p:spPr>
            <a:xfrm>
              <a:off x="6981913" y="2159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5" name="pt38415"/>
            <p:cNvSpPr/>
            <p:nvPr/>
          </p:nvSpPr>
          <p:spPr>
            <a:xfrm>
              <a:off x="7069976" y="1990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6" name="pt38416"/>
            <p:cNvSpPr/>
            <p:nvPr/>
          </p:nvSpPr>
          <p:spPr>
            <a:xfrm>
              <a:off x="7296441" y="2112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7" name="pt38417"/>
            <p:cNvSpPr/>
            <p:nvPr/>
          </p:nvSpPr>
          <p:spPr>
            <a:xfrm>
              <a:off x="7202864" y="2090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8" name="pt38418"/>
            <p:cNvSpPr/>
            <p:nvPr/>
          </p:nvSpPr>
          <p:spPr>
            <a:xfrm>
              <a:off x="7095581" y="2272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9" name="pt38419"/>
            <p:cNvSpPr/>
            <p:nvPr/>
          </p:nvSpPr>
          <p:spPr>
            <a:xfrm>
              <a:off x="7128869" y="20615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0" name="pt38420"/>
            <p:cNvSpPr/>
            <p:nvPr/>
          </p:nvSpPr>
          <p:spPr>
            <a:xfrm>
              <a:off x="7041253" y="2243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1" name="pt38421"/>
            <p:cNvSpPr/>
            <p:nvPr/>
          </p:nvSpPr>
          <p:spPr>
            <a:xfrm>
              <a:off x="6764252" y="1886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2" name="pt38422"/>
            <p:cNvSpPr/>
            <p:nvPr/>
          </p:nvSpPr>
          <p:spPr>
            <a:xfrm>
              <a:off x="7069266" y="2181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3" name="pt38423"/>
            <p:cNvSpPr/>
            <p:nvPr/>
          </p:nvSpPr>
          <p:spPr>
            <a:xfrm>
              <a:off x="7146273" y="1945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4" name="pt38424"/>
            <p:cNvSpPr/>
            <p:nvPr/>
          </p:nvSpPr>
          <p:spPr>
            <a:xfrm>
              <a:off x="6656022" y="1842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5" name="pt38425"/>
            <p:cNvSpPr/>
            <p:nvPr/>
          </p:nvSpPr>
          <p:spPr>
            <a:xfrm>
              <a:off x="7038937" y="2219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6" name="pt38426"/>
            <p:cNvSpPr/>
            <p:nvPr/>
          </p:nvSpPr>
          <p:spPr>
            <a:xfrm>
              <a:off x="6876137" y="19090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7" name="pt38427"/>
            <p:cNvSpPr/>
            <p:nvPr/>
          </p:nvSpPr>
          <p:spPr>
            <a:xfrm>
              <a:off x="6743389" y="2282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8" name="pt38428"/>
            <p:cNvSpPr/>
            <p:nvPr/>
          </p:nvSpPr>
          <p:spPr>
            <a:xfrm>
              <a:off x="7095777" y="2240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9" name="pt38429"/>
            <p:cNvSpPr/>
            <p:nvPr/>
          </p:nvSpPr>
          <p:spPr>
            <a:xfrm>
              <a:off x="7022660" y="2205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0" name="pt38430"/>
            <p:cNvSpPr/>
            <p:nvPr/>
          </p:nvSpPr>
          <p:spPr>
            <a:xfrm>
              <a:off x="7010029" y="19923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1" name="pt38431"/>
            <p:cNvSpPr/>
            <p:nvPr/>
          </p:nvSpPr>
          <p:spPr>
            <a:xfrm>
              <a:off x="7053926" y="2119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2" name="pt38432"/>
            <p:cNvSpPr/>
            <p:nvPr/>
          </p:nvSpPr>
          <p:spPr>
            <a:xfrm>
              <a:off x="6859664" y="2150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3" name="pt38433"/>
            <p:cNvSpPr/>
            <p:nvPr/>
          </p:nvSpPr>
          <p:spPr>
            <a:xfrm>
              <a:off x="7100674" y="2286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4" name="pt38434"/>
            <p:cNvSpPr/>
            <p:nvPr/>
          </p:nvSpPr>
          <p:spPr>
            <a:xfrm>
              <a:off x="7146648" y="1944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5" name="pt38435"/>
            <p:cNvSpPr/>
            <p:nvPr/>
          </p:nvSpPr>
          <p:spPr>
            <a:xfrm>
              <a:off x="6910367" y="1878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6" name="pt38436"/>
            <p:cNvSpPr/>
            <p:nvPr/>
          </p:nvSpPr>
          <p:spPr>
            <a:xfrm>
              <a:off x="7026786" y="1976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7" name="pt38437"/>
            <p:cNvSpPr/>
            <p:nvPr/>
          </p:nvSpPr>
          <p:spPr>
            <a:xfrm>
              <a:off x="7028240" y="20731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8" name="pt38438"/>
            <p:cNvSpPr/>
            <p:nvPr/>
          </p:nvSpPr>
          <p:spPr>
            <a:xfrm>
              <a:off x="7105161" y="2037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9" name="pt38439"/>
            <p:cNvSpPr/>
            <p:nvPr/>
          </p:nvSpPr>
          <p:spPr>
            <a:xfrm>
              <a:off x="7096054" y="23961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0" name="pt38440"/>
            <p:cNvSpPr/>
            <p:nvPr/>
          </p:nvSpPr>
          <p:spPr>
            <a:xfrm>
              <a:off x="6732674" y="2569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1" name="pt38441"/>
            <p:cNvSpPr/>
            <p:nvPr/>
          </p:nvSpPr>
          <p:spPr>
            <a:xfrm>
              <a:off x="6919927" y="1941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2" name="pt38442"/>
            <p:cNvSpPr/>
            <p:nvPr/>
          </p:nvSpPr>
          <p:spPr>
            <a:xfrm>
              <a:off x="6943837" y="2051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3" name="pt38443"/>
            <p:cNvSpPr/>
            <p:nvPr/>
          </p:nvSpPr>
          <p:spPr>
            <a:xfrm>
              <a:off x="6950269" y="18882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4" name="pt38444"/>
            <p:cNvSpPr/>
            <p:nvPr/>
          </p:nvSpPr>
          <p:spPr>
            <a:xfrm>
              <a:off x="7202890" y="20544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5" name="pt38445"/>
            <p:cNvSpPr/>
            <p:nvPr/>
          </p:nvSpPr>
          <p:spPr>
            <a:xfrm>
              <a:off x="7208479" y="21235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6" name="pt38446"/>
            <p:cNvSpPr/>
            <p:nvPr/>
          </p:nvSpPr>
          <p:spPr>
            <a:xfrm>
              <a:off x="7214385" y="2109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7" name="pt38447"/>
            <p:cNvSpPr/>
            <p:nvPr/>
          </p:nvSpPr>
          <p:spPr>
            <a:xfrm>
              <a:off x="6840207" y="1940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8" name="pt38448"/>
            <p:cNvSpPr/>
            <p:nvPr/>
          </p:nvSpPr>
          <p:spPr>
            <a:xfrm>
              <a:off x="6981876" y="2197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9" name="pt38449"/>
            <p:cNvSpPr/>
            <p:nvPr/>
          </p:nvSpPr>
          <p:spPr>
            <a:xfrm>
              <a:off x="6687166" y="1443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0" name="pt38450"/>
            <p:cNvSpPr/>
            <p:nvPr/>
          </p:nvSpPr>
          <p:spPr>
            <a:xfrm>
              <a:off x="7213752" y="19309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1" name="pt38451"/>
            <p:cNvSpPr/>
            <p:nvPr/>
          </p:nvSpPr>
          <p:spPr>
            <a:xfrm>
              <a:off x="7183081" y="19537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2" name="pt38452"/>
            <p:cNvSpPr/>
            <p:nvPr/>
          </p:nvSpPr>
          <p:spPr>
            <a:xfrm>
              <a:off x="6862901" y="2102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3" name="pt38453"/>
            <p:cNvSpPr/>
            <p:nvPr/>
          </p:nvSpPr>
          <p:spPr>
            <a:xfrm>
              <a:off x="7291182" y="20768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4" name="pt38454"/>
            <p:cNvSpPr/>
            <p:nvPr/>
          </p:nvSpPr>
          <p:spPr>
            <a:xfrm>
              <a:off x="7110969" y="208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5" name="pt38455"/>
            <p:cNvSpPr/>
            <p:nvPr/>
          </p:nvSpPr>
          <p:spPr>
            <a:xfrm>
              <a:off x="7224297" y="20295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6" name="pt38456"/>
            <p:cNvSpPr/>
            <p:nvPr/>
          </p:nvSpPr>
          <p:spPr>
            <a:xfrm>
              <a:off x="6860579" y="2241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7" name="pt38457"/>
            <p:cNvSpPr/>
            <p:nvPr/>
          </p:nvSpPr>
          <p:spPr>
            <a:xfrm>
              <a:off x="7090492" y="22051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8" name="pt38458"/>
            <p:cNvSpPr/>
            <p:nvPr/>
          </p:nvSpPr>
          <p:spPr>
            <a:xfrm>
              <a:off x="7122861" y="2072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9" name="pt38459"/>
            <p:cNvSpPr/>
            <p:nvPr/>
          </p:nvSpPr>
          <p:spPr>
            <a:xfrm>
              <a:off x="7064114" y="2032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0" name="pt38460"/>
            <p:cNvSpPr/>
            <p:nvPr/>
          </p:nvSpPr>
          <p:spPr>
            <a:xfrm>
              <a:off x="7259155" y="1958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1" name="pt38461"/>
            <p:cNvSpPr/>
            <p:nvPr/>
          </p:nvSpPr>
          <p:spPr>
            <a:xfrm>
              <a:off x="6811022" y="2222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2" name="pt38462"/>
            <p:cNvSpPr/>
            <p:nvPr/>
          </p:nvSpPr>
          <p:spPr>
            <a:xfrm>
              <a:off x="7233125" y="2028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3" name="pt38463"/>
            <p:cNvSpPr/>
            <p:nvPr/>
          </p:nvSpPr>
          <p:spPr>
            <a:xfrm>
              <a:off x="7017120" y="2205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4" name="pt38464"/>
            <p:cNvSpPr/>
            <p:nvPr/>
          </p:nvSpPr>
          <p:spPr>
            <a:xfrm>
              <a:off x="7003026" y="2073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5" name="pt38465"/>
            <p:cNvSpPr/>
            <p:nvPr/>
          </p:nvSpPr>
          <p:spPr>
            <a:xfrm>
              <a:off x="7255147" y="1998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6" name="pt38466"/>
            <p:cNvSpPr/>
            <p:nvPr/>
          </p:nvSpPr>
          <p:spPr>
            <a:xfrm>
              <a:off x="6972409" y="1910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7" name="pt38467"/>
            <p:cNvSpPr/>
            <p:nvPr/>
          </p:nvSpPr>
          <p:spPr>
            <a:xfrm>
              <a:off x="7062372" y="2134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8" name="pt38468"/>
            <p:cNvSpPr/>
            <p:nvPr/>
          </p:nvSpPr>
          <p:spPr>
            <a:xfrm>
              <a:off x="6693397" y="19302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9" name="pt38469"/>
            <p:cNvSpPr/>
            <p:nvPr/>
          </p:nvSpPr>
          <p:spPr>
            <a:xfrm>
              <a:off x="6655364" y="21296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0" name="pt38470"/>
            <p:cNvSpPr/>
            <p:nvPr/>
          </p:nvSpPr>
          <p:spPr>
            <a:xfrm>
              <a:off x="7055012" y="2005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1" name="pt38471"/>
            <p:cNvSpPr/>
            <p:nvPr/>
          </p:nvSpPr>
          <p:spPr>
            <a:xfrm>
              <a:off x="7026015" y="2027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2" name="pt38472"/>
            <p:cNvSpPr/>
            <p:nvPr/>
          </p:nvSpPr>
          <p:spPr>
            <a:xfrm>
              <a:off x="7085135" y="2042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3" name="pt38473"/>
            <p:cNvSpPr/>
            <p:nvPr/>
          </p:nvSpPr>
          <p:spPr>
            <a:xfrm>
              <a:off x="7179027" y="22538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4" name="pt38474"/>
            <p:cNvSpPr/>
            <p:nvPr/>
          </p:nvSpPr>
          <p:spPr>
            <a:xfrm>
              <a:off x="7196263" y="21834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5" name="pt38475"/>
            <p:cNvSpPr/>
            <p:nvPr/>
          </p:nvSpPr>
          <p:spPr>
            <a:xfrm>
              <a:off x="7283076" y="1854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6" name="pt38476"/>
            <p:cNvSpPr/>
            <p:nvPr/>
          </p:nvSpPr>
          <p:spPr>
            <a:xfrm>
              <a:off x="7299266" y="2156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7" name="pt38477"/>
            <p:cNvSpPr/>
            <p:nvPr/>
          </p:nvSpPr>
          <p:spPr>
            <a:xfrm>
              <a:off x="7256941" y="2107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8" name="pt38478"/>
            <p:cNvSpPr/>
            <p:nvPr/>
          </p:nvSpPr>
          <p:spPr>
            <a:xfrm>
              <a:off x="7116465" y="1913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9" name="pt38479"/>
            <p:cNvSpPr/>
            <p:nvPr/>
          </p:nvSpPr>
          <p:spPr>
            <a:xfrm>
              <a:off x="6838204" y="1986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0" name="pt38480"/>
            <p:cNvSpPr/>
            <p:nvPr/>
          </p:nvSpPr>
          <p:spPr>
            <a:xfrm>
              <a:off x="6995546" y="2253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1" name="pt38481"/>
            <p:cNvSpPr/>
            <p:nvPr/>
          </p:nvSpPr>
          <p:spPr>
            <a:xfrm>
              <a:off x="6786787" y="2121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2" name="pt38482"/>
            <p:cNvSpPr/>
            <p:nvPr/>
          </p:nvSpPr>
          <p:spPr>
            <a:xfrm>
              <a:off x="6971101" y="1934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3" name="pt38483"/>
            <p:cNvSpPr/>
            <p:nvPr/>
          </p:nvSpPr>
          <p:spPr>
            <a:xfrm>
              <a:off x="7288051" y="219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4" name="pt38484"/>
            <p:cNvSpPr/>
            <p:nvPr/>
          </p:nvSpPr>
          <p:spPr>
            <a:xfrm>
              <a:off x="6976183" y="2185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5" name="pt38485"/>
            <p:cNvSpPr/>
            <p:nvPr/>
          </p:nvSpPr>
          <p:spPr>
            <a:xfrm>
              <a:off x="7191461" y="2248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6" name="pt38486"/>
            <p:cNvSpPr/>
            <p:nvPr/>
          </p:nvSpPr>
          <p:spPr>
            <a:xfrm>
              <a:off x="7220740" y="1982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7" name="pt38487"/>
            <p:cNvSpPr/>
            <p:nvPr/>
          </p:nvSpPr>
          <p:spPr>
            <a:xfrm>
              <a:off x="7169036" y="2015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8" name="pt38488"/>
            <p:cNvSpPr/>
            <p:nvPr/>
          </p:nvSpPr>
          <p:spPr>
            <a:xfrm>
              <a:off x="7157130" y="22113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9" name="pt38489"/>
            <p:cNvSpPr/>
            <p:nvPr/>
          </p:nvSpPr>
          <p:spPr>
            <a:xfrm>
              <a:off x="7205390" y="2133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0" name="pt38490"/>
            <p:cNvSpPr/>
            <p:nvPr/>
          </p:nvSpPr>
          <p:spPr>
            <a:xfrm>
              <a:off x="7141718" y="2021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1" name="pt38491"/>
            <p:cNvSpPr/>
            <p:nvPr/>
          </p:nvSpPr>
          <p:spPr>
            <a:xfrm>
              <a:off x="7240572" y="2010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2" name="pt38492"/>
            <p:cNvSpPr/>
            <p:nvPr/>
          </p:nvSpPr>
          <p:spPr>
            <a:xfrm>
              <a:off x="6927626" y="1939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3" name="pt38493"/>
            <p:cNvSpPr/>
            <p:nvPr/>
          </p:nvSpPr>
          <p:spPr>
            <a:xfrm>
              <a:off x="7453539" y="22689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4" name="pt38494"/>
            <p:cNvSpPr/>
            <p:nvPr/>
          </p:nvSpPr>
          <p:spPr>
            <a:xfrm>
              <a:off x="7145933" y="20067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5" name="pt38495"/>
            <p:cNvSpPr/>
            <p:nvPr/>
          </p:nvSpPr>
          <p:spPr>
            <a:xfrm>
              <a:off x="7203517" y="1984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6" name="pt38496"/>
            <p:cNvSpPr/>
            <p:nvPr/>
          </p:nvSpPr>
          <p:spPr>
            <a:xfrm>
              <a:off x="7123220" y="2010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7" name="pt38497"/>
            <p:cNvSpPr/>
            <p:nvPr/>
          </p:nvSpPr>
          <p:spPr>
            <a:xfrm>
              <a:off x="7356673" y="25259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8" name="pt38498"/>
            <p:cNvSpPr/>
            <p:nvPr/>
          </p:nvSpPr>
          <p:spPr>
            <a:xfrm>
              <a:off x="7372571" y="2851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9" name="pt38499"/>
            <p:cNvSpPr/>
            <p:nvPr/>
          </p:nvSpPr>
          <p:spPr>
            <a:xfrm>
              <a:off x="6739030" y="2116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0" name="pt38500"/>
            <p:cNvSpPr/>
            <p:nvPr/>
          </p:nvSpPr>
          <p:spPr>
            <a:xfrm>
              <a:off x="7178030" y="2191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1" name="pt38501"/>
            <p:cNvSpPr/>
            <p:nvPr/>
          </p:nvSpPr>
          <p:spPr>
            <a:xfrm>
              <a:off x="6971437" y="1734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2" name="pt38502"/>
            <p:cNvSpPr/>
            <p:nvPr/>
          </p:nvSpPr>
          <p:spPr>
            <a:xfrm>
              <a:off x="6929930" y="18280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3" name="pt38503"/>
            <p:cNvSpPr/>
            <p:nvPr/>
          </p:nvSpPr>
          <p:spPr>
            <a:xfrm>
              <a:off x="6914722" y="2003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4" name="pt38504"/>
            <p:cNvSpPr/>
            <p:nvPr/>
          </p:nvSpPr>
          <p:spPr>
            <a:xfrm>
              <a:off x="6952817" y="1796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5" name="pt38505"/>
            <p:cNvSpPr/>
            <p:nvPr/>
          </p:nvSpPr>
          <p:spPr>
            <a:xfrm>
              <a:off x="7309800" y="21202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6" name="pt38506"/>
            <p:cNvSpPr/>
            <p:nvPr/>
          </p:nvSpPr>
          <p:spPr>
            <a:xfrm>
              <a:off x="7240309" y="19371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7" name="pt38507"/>
            <p:cNvSpPr/>
            <p:nvPr/>
          </p:nvSpPr>
          <p:spPr>
            <a:xfrm>
              <a:off x="7202212" y="20940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8" name="pt38508"/>
            <p:cNvSpPr/>
            <p:nvPr/>
          </p:nvSpPr>
          <p:spPr>
            <a:xfrm>
              <a:off x="7234826" y="19135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9" name="pt38509"/>
            <p:cNvSpPr/>
            <p:nvPr/>
          </p:nvSpPr>
          <p:spPr>
            <a:xfrm>
              <a:off x="7117645" y="1969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0" name="pt38510"/>
            <p:cNvSpPr/>
            <p:nvPr/>
          </p:nvSpPr>
          <p:spPr>
            <a:xfrm>
              <a:off x="6879644" y="2129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1" name="pt38511"/>
            <p:cNvSpPr/>
            <p:nvPr/>
          </p:nvSpPr>
          <p:spPr>
            <a:xfrm>
              <a:off x="6871960" y="2223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2" name="pt38512"/>
            <p:cNvSpPr/>
            <p:nvPr/>
          </p:nvSpPr>
          <p:spPr>
            <a:xfrm>
              <a:off x="6929156" y="1844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3" name="pt38513"/>
            <p:cNvSpPr/>
            <p:nvPr/>
          </p:nvSpPr>
          <p:spPr>
            <a:xfrm>
              <a:off x="7251762" y="2138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4" name="pt38514"/>
            <p:cNvSpPr/>
            <p:nvPr/>
          </p:nvSpPr>
          <p:spPr>
            <a:xfrm>
              <a:off x="7090342" y="2288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5" name="pt38515"/>
            <p:cNvSpPr/>
            <p:nvPr/>
          </p:nvSpPr>
          <p:spPr>
            <a:xfrm>
              <a:off x="7003557" y="1968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6" name="pt38516"/>
            <p:cNvSpPr/>
            <p:nvPr/>
          </p:nvSpPr>
          <p:spPr>
            <a:xfrm>
              <a:off x="7041520" y="2157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7" name="pt38517"/>
            <p:cNvSpPr/>
            <p:nvPr/>
          </p:nvSpPr>
          <p:spPr>
            <a:xfrm>
              <a:off x="7139865" y="1830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8" name="pt38518"/>
            <p:cNvSpPr/>
            <p:nvPr/>
          </p:nvSpPr>
          <p:spPr>
            <a:xfrm>
              <a:off x="6911026" y="1876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9" name="pt38519"/>
            <p:cNvSpPr/>
            <p:nvPr/>
          </p:nvSpPr>
          <p:spPr>
            <a:xfrm>
              <a:off x="7324600" y="2031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0" name="pt38520"/>
            <p:cNvSpPr/>
            <p:nvPr/>
          </p:nvSpPr>
          <p:spPr>
            <a:xfrm>
              <a:off x="7283129" y="1960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1" name="pt38521"/>
            <p:cNvSpPr/>
            <p:nvPr/>
          </p:nvSpPr>
          <p:spPr>
            <a:xfrm>
              <a:off x="7187978" y="1608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2" name="pt38522"/>
            <p:cNvSpPr/>
            <p:nvPr/>
          </p:nvSpPr>
          <p:spPr>
            <a:xfrm>
              <a:off x="7044015" y="2210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3" name="pt38523"/>
            <p:cNvSpPr/>
            <p:nvPr/>
          </p:nvSpPr>
          <p:spPr>
            <a:xfrm>
              <a:off x="7139124" y="1996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4" name="pt38524"/>
            <p:cNvSpPr/>
            <p:nvPr/>
          </p:nvSpPr>
          <p:spPr>
            <a:xfrm>
              <a:off x="7081579" y="2097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5" name="pt38525"/>
            <p:cNvSpPr/>
            <p:nvPr/>
          </p:nvSpPr>
          <p:spPr>
            <a:xfrm>
              <a:off x="7292353" y="18487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6" name="pt38526"/>
            <p:cNvSpPr/>
            <p:nvPr/>
          </p:nvSpPr>
          <p:spPr>
            <a:xfrm>
              <a:off x="6854134" y="22553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7" name="pt38527"/>
            <p:cNvSpPr/>
            <p:nvPr/>
          </p:nvSpPr>
          <p:spPr>
            <a:xfrm>
              <a:off x="6860304" y="2194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8" name="pt38528"/>
            <p:cNvSpPr/>
            <p:nvPr/>
          </p:nvSpPr>
          <p:spPr>
            <a:xfrm>
              <a:off x="7392416" y="2730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9" name="pt38529"/>
            <p:cNvSpPr/>
            <p:nvPr/>
          </p:nvSpPr>
          <p:spPr>
            <a:xfrm>
              <a:off x="7087922" y="2143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0" name="pt38530"/>
            <p:cNvSpPr/>
            <p:nvPr/>
          </p:nvSpPr>
          <p:spPr>
            <a:xfrm>
              <a:off x="7338270" y="20165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1" name="pt38531"/>
            <p:cNvSpPr/>
            <p:nvPr/>
          </p:nvSpPr>
          <p:spPr>
            <a:xfrm>
              <a:off x="7220722" y="20143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2" name="pt38532"/>
            <p:cNvSpPr/>
            <p:nvPr/>
          </p:nvSpPr>
          <p:spPr>
            <a:xfrm>
              <a:off x="7081282" y="2273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3" name="pt38533"/>
            <p:cNvSpPr/>
            <p:nvPr/>
          </p:nvSpPr>
          <p:spPr>
            <a:xfrm>
              <a:off x="6938938" y="2049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4" name="pt38534"/>
            <p:cNvSpPr/>
            <p:nvPr/>
          </p:nvSpPr>
          <p:spPr>
            <a:xfrm>
              <a:off x="7004463" y="1979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5" name="pt38535"/>
            <p:cNvSpPr/>
            <p:nvPr/>
          </p:nvSpPr>
          <p:spPr>
            <a:xfrm>
              <a:off x="7205068" y="2007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6" name="pt38536"/>
            <p:cNvSpPr/>
            <p:nvPr/>
          </p:nvSpPr>
          <p:spPr>
            <a:xfrm>
              <a:off x="7395612" y="2771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7" name="pt38537"/>
            <p:cNvSpPr/>
            <p:nvPr/>
          </p:nvSpPr>
          <p:spPr>
            <a:xfrm>
              <a:off x="6980990" y="2112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8" name="pt38538"/>
            <p:cNvSpPr/>
            <p:nvPr/>
          </p:nvSpPr>
          <p:spPr>
            <a:xfrm>
              <a:off x="6810428" y="21653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9" name="pt38539"/>
            <p:cNvSpPr/>
            <p:nvPr/>
          </p:nvSpPr>
          <p:spPr>
            <a:xfrm>
              <a:off x="7232172" y="1993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0" name="pt38540"/>
            <p:cNvSpPr/>
            <p:nvPr/>
          </p:nvSpPr>
          <p:spPr>
            <a:xfrm>
              <a:off x="6982987" y="2296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1" name="pt38541"/>
            <p:cNvSpPr/>
            <p:nvPr/>
          </p:nvSpPr>
          <p:spPr>
            <a:xfrm>
              <a:off x="7088247" y="2274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2" name="pt38542"/>
            <p:cNvSpPr/>
            <p:nvPr/>
          </p:nvSpPr>
          <p:spPr>
            <a:xfrm>
              <a:off x="7051760" y="2096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3" name="pt38543"/>
            <p:cNvSpPr/>
            <p:nvPr/>
          </p:nvSpPr>
          <p:spPr>
            <a:xfrm>
              <a:off x="7140444" y="1975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4" name="pt38544"/>
            <p:cNvSpPr/>
            <p:nvPr/>
          </p:nvSpPr>
          <p:spPr>
            <a:xfrm>
              <a:off x="7108431" y="2088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5" name="pt38545"/>
            <p:cNvSpPr/>
            <p:nvPr/>
          </p:nvSpPr>
          <p:spPr>
            <a:xfrm>
              <a:off x="6937420" y="2092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6" name="pt38546"/>
            <p:cNvSpPr/>
            <p:nvPr/>
          </p:nvSpPr>
          <p:spPr>
            <a:xfrm>
              <a:off x="6862509" y="2147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7" name="pt38547"/>
            <p:cNvSpPr/>
            <p:nvPr/>
          </p:nvSpPr>
          <p:spPr>
            <a:xfrm>
              <a:off x="7101136" y="205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8" name="pt38548"/>
            <p:cNvSpPr/>
            <p:nvPr/>
          </p:nvSpPr>
          <p:spPr>
            <a:xfrm>
              <a:off x="7078719" y="2132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9" name="pt38549"/>
            <p:cNvSpPr/>
            <p:nvPr/>
          </p:nvSpPr>
          <p:spPr>
            <a:xfrm>
              <a:off x="6890071" y="1962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0" name="pt38550"/>
            <p:cNvSpPr/>
            <p:nvPr/>
          </p:nvSpPr>
          <p:spPr>
            <a:xfrm>
              <a:off x="7069858" y="22303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1" name="pt38551"/>
            <p:cNvSpPr/>
            <p:nvPr/>
          </p:nvSpPr>
          <p:spPr>
            <a:xfrm>
              <a:off x="6847799" y="228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2" name="pt38552"/>
            <p:cNvSpPr/>
            <p:nvPr/>
          </p:nvSpPr>
          <p:spPr>
            <a:xfrm>
              <a:off x="6896282" y="2156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3" name="pt38553"/>
            <p:cNvSpPr/>
            <p:nvPr/>
          </p:nvSpPr>
          <p:spPr>
            <a:xfrm>
              <a:off x="7163592" y="2213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4" name="pt38554"/>
            <p:cNvSpPr/>
            <p:nvPr/>
          </p:nvSpPr>
          <p:spPr>
            <a:xfrm>
              <a:off x="7206173" y="2000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5" name="pt38555"/>
            <p:cNvSpPr/>
            <p:nvPr/>
          </p:nvSpPr>
          <p:spPr>
            <a:xfrm>
              <a:off x="6976826" y="2078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6" name="pt38556"/>
            <p:cNvSpPr/>
            <p:nvPr/>
          </p:nvSpPr>
          <p:spPr>
            <a:xfrm>
              <a:off x="7096200" y="2174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7" name="pt38557"/>
            <p:cNvSpPr/>
            <p:nvPr/>
          </p:nvSpPr>
          <p:spPr>
            <a:xfrm>
              <a:off x="7516339" y="1892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8" name="pt38558"/>
            <p:cNvSpPr/>
            <p:nvPr/>
          </p:nvSpPr>
          <p:spPr>
            <a:xfrm>
              <a:off x="6845361" y="2183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9" name="pt38559"/>
            <p:cNvSpPr/>
            <p:nvPr/>
          </p:nvSpPr>
          <p:spPr>
            <a:xfrm>
              <a:off x="7053300" y="1834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0" name="pt38560"/>
            <p:cNvSpPr/>
            <p:nvPr/>
          </p:nvSpPr>
          <p:spPr>
            <a:xfrm>
              <a:off x="6807758" y="2220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1" name="pt38561"/>
            <p:cNvSpPr/>
            <p:nvPr/>
          </p:nvSpPr>
          <p:spPr>
            <a:xfrm>
              <a:off x="6790282" y="2284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2" name="pt38562"/>
            <p:cNvSpPr/>
            <p:nvPr/>
          </p:nvSpPr>
          <p:spPr>
            <a:xfrm>
              <a:off x="7013906" y="20745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3" name="pt38563"/>
            <p:cNvSpPr/>
            <p:nvPr/>
          </p:nvSpPr>
          <p:spPr>
            <a:xfrm>
              <a:off x="7154161" y="2163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4" name="pt38564"/>
            <p:cNvSpPr/>
            <p:nvPr/>
          </p:nvSpPr>
          <p:spPr>
            <a:xfrm>
              <a:off x="7203302" y="18941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5" name="pt38565"/>
            <p:cNvSpPr/>
            <p:nvPr/>
          </p:nvSpPr>
          <p:spPr>
            <a:xfrm>
              <a:off x="6809057" y="2160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6" name="pt38566"/>
            <p:cNvSpPr/>
            <p:nvPr/>
          </p:nvSpPr>
          <p:spPr>
            <a:xfrm>
              <a:off x="6966534" y="1899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7" name="pt38567"/>
            <p:cNvSpPr/>
            <p:nvPr/>
          </p:nvSpPr>
          <p:spPr>
            <a:xfrm>
              <a:off x="7239547" y="18755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8" name="pt38568"/>
            <p:cNvSpPr/>
            <p:nvPr/>
          </p:nvSpPr>
          <p:spPr>
            <a:xfrm>
              <a:off x="7030836" y="21642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9" name="pt38569"/>
            <p:cNvSpPr/>
            <p:nvPr/>
          </p:nvSpPr>
          <p:spPr>
            <a:xfrm>
              <a:off x="7099432" y="23268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0" name="pt38570"/>
            <p:cNvSpPr/>
            <p:nvPr/>
          </p:nvSpPr>
          <p:spPr>
            <a:xfrm>
              <a:off x="7082477" y="2093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1" name="pt38571"/>
            <p:cNvSpPr/>
            <p:nvPr/>
          </p:nvSpPr>
          <p:spPr>
            <a:xfrm>
              <a:off x="6947273" y="2020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2" name="pt38572"/>
            <p:cNvSpPr/>
            <p:nvPr/>
          </p:nvSpPr>
          <p:spPr>
            <a:xfrm>
              <a:off x="7105366" y="2033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3" name="pt38573"/>
            <p:cNvSpPr/>
            <p:nvPr/>
          </p:nvSpPr>
          <p:spPr>
            <a:xfrm>
              <a:off x="6825363" y="20857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4" name="pt38574"/>
            <p:cNvSpPr/>
            <p:nvPr/>
          </p:nvSpPr>
          <p:spPr>
            <a:xfrm>
              <a:off x="7157729" y="23289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5" name="pt38575"/>
            <p:cNvSpPr/>
            <p:nvPr/>
          </p:nvSpPr>
          <p:spPr>
            <a:xfrm>
              <a:off x="7029277" y="2160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6" name="pt38576"/>
            <p:cNvSpPr/>
            <p:nvPr/>
          </p:nvSpPr>
          <p:spPr>
            <a:xfrm>
              <a:off x="7147185" y="2054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7" name="pt38577"/>
            <p:cNvSpPr/>
            <p:nvPr/>
          </p:nvSpPr>
          <p:spPr>
            <a:xfrm>
              <a:off x="7347441" y="2178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8" name="pt38578"/>
            <p:cNvSpPr/>
            <p:nvPr/>
          </p:nvSpPr>
          <p:spPr>
            <a:xfrm>
              <a:off x="7111558" y="21106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9" name="pt38579"/>
            <p:cNvSpPr/>
            <p:nvPr/>
          </p:nvSpPr>
          <p:spPr>
            <a:xfrm>
              <a:off x="6909704" y="19452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0" name="pt38580"/>
            <p:cNvSpPr/>
            <p:nvPr/>
          </p:nvSpPr>
          <p:spPr>
            <a:xfrm>
              <a:off x="6999775" y="2088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1" name="pt38581"/>
            <p:cNvSpPr/>
            <p:nvPr/>
          </p:nvSpPr>
          <p:spPr>
            <a:xfrm>
              <a:off x="7206337" y="2174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2" name="pt38582"/>
            <p:cNvSpPr/>
            <p:nvPr/>
          </p:nvSpPr>
          <p:spPr>
            <a:xfrm>
              <a:off x="7054234" y="2054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3" name="pt38583"/>
            <p:cNvSpPr/>
            <p:nvPr/>
          </p:nvSpPr>
          <p:spPr>
            <a:xfrm>
              <a:off x="7156807" y="22993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4" name="pt38584"/>
            <p:cNvSpPr/>
            <p:nvPr/>
          </p:nvSpPr>
          <p:spPr>
            <a:xfrm>
              <a:off x="6400971" y="16587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5" name="pt38585"/>
            <p:cNvSpPr/>
            <p:nvPr/>
          </p:nvSpPr>
          <p:spPr>
            <a:xfrm>
              <a:off x="6945201" y="1850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6" name="pt38586"/>
            <p:cNvSpPr/>
            <p:nvPr/>
          </p:nvSpPr>
          <p:spPr>
            <a:xfrm>
              <a:off x="6840934" y="1817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7" name="pt38587"/>
            <p:cNvSpPr/>
            <p:nvPr/>
          </p:nvSpPr>
          <p:spPr>
            <a:xfrm>
              <a:off x="7310130" y="2506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8" name="pt38588"/>
            <p:cNvSpPr/>
            <p:nvPr/>
          </p:nvSpPr>
          <p:spPr>
            <a:xfrm>
              <a:off x="7209697" y="2013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9" name="pt38589"/>
            <p:cNvSpPr/>
            <p:nvPr/>
          </p:nvSpPr>
          <p:spPr>
            <a:xfrm>
              <a:off x="7246741" y="20437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0" name="pt38590"/>
            <p:cNvSpPr/>
            <p:nvPr/>
          </p:nvSpPr>
          <p:spPr>
            <a:xfrm>
              <a:off x="7123485" y="2017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1" name="pt38591"/>
            <p:cNvSpPr/>
            <p:nvPr/>
          </p:nvSpPr>
          <p:spPr>
            <a:xfrm>
              <a:off x="6834829" y="1787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2" name="pt38592"/>
            <p:cNvSpPr/>
            <p:nvPr/>
          </p:nvSpPr>
          <p:spPr>
            <a:xfrm>
              <a:off x="7087217" y="22352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3" name="pt38593"/>
            <p:cNvSpPr/>
            <p:nvPr/>
          </p:nvSpPr>
          <p:spPr>
            <a:xfrm>
              <a:off x="7067504" y="2077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4" name="pt38594"/>
            <p:cNvSpPr/>
            <p:nvPr/>
          </p:nvSpPr>
          <p:spPr>
            <a:xfrm>
              <a:off x="7002586" y="214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5" name="pt38595"/>
            <p:cNvSpPr/>
            <p:nvPr/>
          </p:nvSpPr>
          <p:spPr>
            <a:xfrm>
              <a:off x="7012273" y="2054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6" name="pt38596"/>
            <p:cNvSpPr/>
            <p:nvPr/>
          </p:nvSpPr>
          <p:spPr>
            <a:xfrm>
              <a:off x="7078861" y="2085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7" name="pt38597"/>
            <p:cNvSpPr/>
            <p:nvPr/>
          </p:nvSpPr>
          <p:spPr>
            <a:xfrm>
              <a:off x="7071266" y="21112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8" name="pt38598"/>
            <p:cNvSpPr/>
            <p:nvPr/>
          </p:nvSpPr>
          <p:spPr>
            <a:xfrm>
              <a:off x="7373105" y="2675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9" name="pt38599"/>
            <p:cNvSpPr/>
            <p:nvPr/>
          </p:nvSpPr>
          <p:spPr>
            <a:xfrm>
              <a:off x="7150007" y="2089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0" name="pt38600"/>
            <p:cNvSpPr/>
            <p:nvPr/>
          </p:nvSpPr>
          <p:spPr>
            <a:xfrm>
              <a:off x="7056072" y="2189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1" name="pt38601"/>
            <p:cNvSpPr/>
            <p:nvPr/>
          </p:nvSpPr>
          <p:spPr>
            <a:xfrm>
              <a:off x="7083022" y="2157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2" name="pt38602"/>
            <p:cNvSpPr/>
            <p:nvPr/>
          </p:nvSpPr>
          <p:spPr>
            <a:xfrm>
              <a:off x="6640921" y="2331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3" name="pt38603"/>
            <p:cNvSpPr/>
            <p:nvPr/>
          </p:nvSpPr>
          <p:spPr>
            <a:xfrm>
              <a:off x="7206727" y="2045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4" name="pt38604"/>
            <p:cNvSpPr/>
            <p:nvPr/>
          </p:nvSpPr>
          <p:spPr>
            <a:xfrm>
              <a:off x="7048967" y="2252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5" name="pt38605"/>
            <p:cNvSpPr/>
            <p:nvPr/>
          </p:nvSpPr>
          <p:spPr>
            <a:xfrm>
              <a:off x="7190080" y="21350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6" name="pt38606"/>
            <p:cNvSpPr/>
            <p:nvPr/>
          </p:nvSpPr>
          <p:spPr>
            <a:xfrm>
              <a:off x="6744413" y="2291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7" name="pt38607"/>
            <p:cNvSpPr/>
            <p:nvPr/>
          </p:nvSpPr>
          <p:spPr>
            <a:xfrm>
              <a:off x="6914304" y="2005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8" name="pt38608"/>
            <p:cNvSpPr/>
            <p:nvPr/>
          </p:nvSpPr>
          <p:spPr>
            <a:xfrm>
              <a:off x="7193004" y="2188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9" name="pt38609"/>
            <p:cNvSpPr/>
            <p:nvPr/>
          </p:nvSpPr>
          <p:spPr>
            <a:xfrm>
              <a:off x="7271374" y="1969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0" name="pt38610"/>
            <p:cNvSpPr/>
            <p:nvPr/>
          </p:nvSpPr>
          <p:spPr>
            <a:xfrm>
              <a:off x="7126024" y="2178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1" name="pt38611"/>
            <p:cNvSpPr/>
            <p:nvPr/>
          </p:nvSpPr>
          <p:spPr>
            <a:xfrm>
              <a:off x="7106535" y="2042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2" name="pt38612"/>
            <p:cNvSpPr/>
            <p:nvPr/>
          </p:nvSpPr>
          <p:spPr>
            <a:xfrm>
              <a:off x="7183426" y="2116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3" name="pt38613"/>
            <p:cNvSpPr/>
            <p:nvPr/>
          </p:nvSpPr>
          <p:spPr>
            <a:xfrm>
              <a:off x="7087816" y="21292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4" name="pt38614"/>
            <p:cNvSpPr/>
            <p:nvPr/>
          </p:nvSpPr>
          <p:spPr>
            <a:xfrm>
              <a:off x="6992678" y="22387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5" name="pt38615"/>
            <p:cNvSpPr/>
            <p:nvPr/>
          </p:nvSpPr>
          <p:spPr>
            <a:xfrm>
              <a:off x="6982743" y="2008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6" name="pt38616"/>
            <p:cNvSpPr/>
            <p:nvPr/>
          </p:nvSpPr>
          <p:spPr>
            <a:xfrm>
              <a:off x="7231243" y="2072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7" name="pt38617"/>
            <p:cNvSpPr/>
            <p:nvPr/>
          </p:nvSpPr>
          <p:spPr>
            <a:xfrm>
              <a:off x="7075813" y="2120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8" name="pt38618"/>
            <p:cNvSpPr/>
            <p:nvPr/>
          </p:nvSpPr>
          <p:spPr>
            <a:xfrm>
              <a:off x="7135910" y="2104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9" name="pt38619"/>
            <p:cNvSpPr/>
            <p:nvPr/>
          </p:nvSpPr>
          <p:spPr>
            <a:xfrm>
              <a:off x="7125976" y="204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0" name="pt38620"/>
            <p:cNvSpPr/>
            <p:nvPr/>
          </p:nvSpPr>
          <p:spPr>
            <a:xfrm>
              <a:off x="7265556" y="1933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1" name="pt38621"/>
            <p:cNvSpPr/>
            <p:nvPr/>
          </p:nvSpPr>
          <p:spPr>
            <a:xfrm>
              <a:off x="7400026" y="2512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2" name="pt38622"/>
            <p:cNvSpPr/>
            <p:nvPr/>
          </p:nvSpPr>
          <p:spPr>
            <a:xfrm>
              <a:off x="6651289" y="2495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3" name="pt38623"/>
            <p:cNvSpPr/>
            <p:nvPr/>
          </p:nvSpPr>
          <p:spPr>
            <a:xfrm>
              <a:off x="7101399" y="2193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4" name="pt38624"/>
            <p:cNvSpPr/>
            <p:nvPr/>
          </p:nvSpPr>
          <p:spPr>
            <a:xfrm>
              <a:off x="7157195" y="2345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5" name="pt38625"/>
            <p:cNvSpPr/>
            <p:nvPr/>
          </p:nvSpPr>
          <p:spPr>
            <a:xfrm>
              <a:off x="7212058" y="1901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6" name="pt38626"/>
            <p:cNvSpPr/>
            <p:nvPr/>
          </p:nvSpPr>
          <p:spPr>
            <a:xfrm>
              <a:off x="7134087" y="2098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7" name="pt38627"/>
            <p:cNvSpPr/>
            <p:nvPr/>
          </p:nvSpPr>
          <p:spPr>
            <a:xfrm>
              <a:off x="6912932" y="1884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8" name="pt38628"/>
            <p:cNvSpPr/>
            <p:nvPr/>
          </p:nvSpPr>
          <p:spPr>
            <a:xfrm>
              <a:off x="7192136" y="22951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9" name="pt38629"/>
            <p:cNvSpPr/>
            <p:nvPr/>
          </p:nvSpPr>
          <p:spPr>
            <a:xfrm>
              <a:off x="7009758" y="2087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0" name="pt38630"/>
            <p:cNvSpPr/>
            <p:nvPr/>
          </p:nvSpPr>
          <p:spPr>
            <a:xfrm>
              <a:off x="6881528" y="19449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1" name="pt38631"/>
            <p:cNvSpPr/>
            <p:nvPr/>
          </p:nvSpPr>
          <p:spPr>
            <a:xfrm>
              <a:off x="7152920" y="2190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2" name="pt38632"/>
            <p:cNvSpPr/>
            <p:nvPr/>
          </p:nvSpPr>
          <p:spPr>
            <a:xfrm>
              <a:off x="7111370" y="2007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3" name="pt38633"/>
            <p:cNvSpPr/>
            <p:nvPr/>
          </p:nvSpPr>
          <p:spPr>
            <a:xfrm>
              <a:off x="7531056" y="2134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4" name="pt38634"/>
            <p:cNvSpPr/>
            <p:nvPr/>
          </p:nvSpPr>
          <p:spPr>
            <a:xfrm>
              <a:off x="7105657" y="2007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5" name="pt38635"/>
            <p:cNvSpPr/>
            <p:nvPr/>
          </p:nvSpPr>
          <p:spPr>
            <a:xfrm>
              <a:off x="6699665" y="24903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6" name="pt38636"/>
            <p:cNvSpPr/>
            <p:nvPr/>
          </p:nvSpPr>
          <p:spPr>
            <a:xfrm>
              <a:off x="6767018" y="2194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7" name="pt38637"/>
            <p:cNvSpPr/>
            <p:nvPr/>
          </p:nvSpPr>
          <p:spPr>
            <a:xfrm>
              <a:off x="7101187" y="20235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8" name="pt38638"/>
            <p:cNvSpPr/>
            <p:nvPr/>
          </p:nvSpPr>
          <p:spPr>
            <a:xfrm>
              <a:off x="7207957" y="2022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9" name="pt38639"/>
            <p:cNvSpPr/>
            <p:nvPr/>
          </p:nvSpPr>
          <p:spPr>
            <a:xfrm>
              <a:off x="7361907" y="26979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0" name="pt38640"/>
            <p:cNvSpPr/>
            <p:nvPr/>
          </p:nvSpPr>
          <p:spPr>
            <a:xfrm>
              <a:off x="6953015" y="1715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1" name="pt38641"/>
            <p:cNvSpPr/>
            <p:nvPr/>
          </p:nvSpPr>
          <p:spPr>
            <a:xfrm>
              <a:off x="7161425" y="2152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2" name="pt38642"/>
            <p:cNvSpPr/>
            <p:nvPr/>
          </p:nvSpPr>
          <p:spPr>
            <a:xfrm>
              <a:off x="6911020" y="1960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3" name="pt38643"/>
            <p:cNvSpPr/>
            <p:nvPr/>
          </p:nvSpPr>
          <p:spPr>
            <a:xfrm>
              <a:off x="7184041" y="1947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4" name="pt38644"/>
            <p:cNvSpPr/>
            <p:nvPr/>
          </p:nvSpPr>
          <p:spPr>
            <a:xfrm>
              <a:off x="6831135" y="1953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5" name="pt38645"/>
            <p:cNvSpPr/>
            <p:nvPr/>
          </p:nvSpPr>
          <p:spPr>
            <a:xfrm>
              <a:off x="6855916" y="2240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6" name="pt38646"/>
            <p:cNvSpPr/>
            <p:nvPr/>
          </p:nvSpPr>
          <p:spPr>
            <a:xfrm>
              <a:off x="7322293" y="2575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7" name="pt38647"/>
            <p:cNvSpPr/>
            <p:nvPr/>
          </p:nvSpPr>
          <p:spPr>
            <a:xfrm>
              <a:off x="7441519" y="2394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8" name="pt38648"/>
            <p:cNvSpPr/>
            <p:nvPr/>
          </p:nvSpPr>
          <p:spPr>
            <a:xfrm>
              <a:off x="6888987" y="1921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9" name="pt38649"/>
            <p:cNvSpPr/>
            <p:nvPr/>
          </p:nvSpPr>
          <p:spPr>
            <a:xfrm>
              <a:off x="7124779" y="2088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0" name="pt38650"/>
            <p:cNvSpPr/>
            <p:nvPr/>
          </p:nvSpPr>
          <p:spPr>
            <a:xfrm>
              <a:off x="6925619" y="20191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1" name="pt38651"/>
            <p:cNvSpPr/>
            <p:nvPr/>
          </p:nvSpPr>
          <p:spPr>
            <a:xfrm>
              <a:off x="7553300" y="2416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2" name="pt38652"/>
            <p:cNvSpPr/>
            <p:nvPr/>
          </p:nvSpPr>
          <p:spPr>
            <a:xfrm>
              <a:off x="7245109" y="19506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3" name="pt38653"/>
            <p:cNvSpPr/>
            <p:nvPr/>
          </p:nvSpPr>
          <p:spPr>
            <a:xfrm>
              <a:off x="7144017" y="1946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4" name="pt38654"/>
            <p:cNvSpPr/>
            <p:nvPr/>
          </p:nvSpPr>
          <p:spPr>
            <a:xfrm>
              <a:off x="7002472" y="2029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5" name="pt38655"/>
            <p:cNvSpPr/>
            <p:nvPr/>
          </p:nvSpPr>
          <p:spPr>
            <a:xfrm>
              <a:off x="7333992" y="2271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6" name="pt38656"/>
            <p:cNvSpPr/>
            <p:nvPr/>
          </p:nvSpPr>
          <p:spPr>
            <a:xfrm>
              <a:off x="7075905" y="2079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7" name="pt38657"/>
            <p:cNvSpPr/>
            <p:nvPr/>
          </p:nvSpPr>
          <p:spPr>
            <a:xfrm>
              <a:off x="7015337" y="22423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8" name="pt38658"/>
            <p:cNvSpPr/>
            <p:nvPr/>
          </p:nvSpPr>
          <p:spPr>
            <a:xfrm>
              <a:off x="7359642" y="2441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9" name="pt38659"/>
            <p:cNvSpPr/>
            <p:nvPr/>
          </p:nvSpPr>
          <p:spPr>
            <a:xfrm>
              <a:off x="7277602" y="2048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0" name="pt38660"/>
            <p:cNvSpPr/>
            <p:nvPr/>
          </p:nvSpPr>
          <p:spPr>
            <a:xfrm>
              <a:off x="7168041" y="1968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1" name="pt38661"/>
            <p:cNvSpPr/>
            <p:nvPr/>
          </p:nvSpPr>
          <p:spPr>
            <a:xfrm>
              <a:off x="7222690" y="21838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2" name="pt38662"/>
            <p:cNvSpPr/>
            <p:nvPr/>
          </p:nvSpPr>
          <p:spPr>
            <a:xfrm>
              <a:off x="7095730" y="2287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3" name="pt38663"/>
            <p:cNvSpPr/>
            <p:nvPr/>
          </p:nvSpPr>
          <p:spPr>
            <a:xfrm>
              <a:off x="7200411" y="1972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4" name="pt38664"/>
            <p:cNvSpPr/>
            <p:nvPr/>
          </p:nvSpPr>
          <p:spPr>
            <a:xfrm>
              <a:off x="6840538" y="1823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5" name="pt38665"/>
            <p:cNvSpPr/>
            <p:nvPr/>
          </p:nvSpPr>
          <p:spPr>
            <a:xfrm>
              <a:off x="6971904" y="1739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6" name="pt38666"/>
            <p:cNvSpPr/>
            <p:nvPr/>
          </p:nvSpPr>
          <p:spPr>
            <a:xfrm>
              <a:off x="6979909" y="21795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7" name="pt38667"/>
            <p:cNvSpPr/>
            <p:nvPr/>
          </p:nvSpPr>
          <p:spPr>
            <a:xfrm>
              <a:off x="7028609" y="2090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8" name="pt38668"/>
            <p:cNvSpPr/>
            <p:nvPr/>
          </p:nvSpPr>
          <p:spPr>
            <a:xfrm>
              <a:off x="7107895" y="2051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9" name="pt38669"/>
            <p:cNvSpPr/>
            <p:nvPr/>
          </p:nvSpPr>
          <p:spPr>
            <a:xfrm>
              <a:off x="7129101" y="2158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0" name="pt38670"/>
            <p:cNvSpPr/>
            <p:nvPr/>
          </p:nvSpPr>
          <p:spPr>
            <a:xfrm>
              <a:off x="7142342" y="2048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1" name="pt38671"/>
            <p:cNvSpPr/>
            <p:nvPr/>
          </p:nvSpPr>
          <p:spPr>
            <a:xfrm>
              <a:off x="6961177" y="1881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2" name="pt38672"/>
            <p:cNvSpPr/>
            <p:nvPr/>
          </p:nvSpPr>
          <p:spPr>
            <a:xfrm>
              <a:off x="7108557" y="2060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3" name="pt38673"/>
            <p:cNvSpPr/>
            <p:nvPr/>
          </p:nvSpPr>
          <p:spPr>
            <a:xfrm>
              <a:off x="7019950" y="2098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4" name="pt38674"/>
            <p:cNvSpPr/>
            <p:nvPr/>
          </p:nvSpPr>
          <p:spPr>
            <a:xfrm>
              <a:off x="7201649" y="1924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5" name="pt38675"/>
            <p:cNvSpPr/>
            <p:nvPr/>
          </p:nvSpPr>
          <p:spPr>
            <a:xfrm>
              <a:off x="7136405" y="2028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6" name="pt38676"/>
            <p:cNvSpPr/>
            <p:nvPr/>
          </p:nvSpPr>
          <p:spPr>
            <a:xfrm>
              <a:off x="7071327" y="2169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7" name="pt38677"/>
            <p:cNvSpPr/>
            <p:nvPr/>
          </p:nvSpPr>
          <p:spPr>
            <a:xfrm>
              <a:off x="7053088" y="2102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8" name="pt38678"/>
            <p:cNvSpPr/>
            <p:nvPr/>
          </p:nvSpPr>
          <p:spPr>
            <a:xfrm>
              <a:off x="7063617" y="2144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9" name="pt38679"/>
            <p:cNvSpPr/>
            <p:nvPr/>
          </p:nvSpPr>
          <p:spPr>
            <a:xfrm>
              <a:off x="7093594" y="2316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0" name="pt38680"/>
            <p:cNvSpPr/>
            <p:nvPr/>
          </p:nvSpPr>
          <p:spPr>
            <a:xfrm>
              <a:off x="6775743" y="2071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1" name="pt38681"/>
            <p:cNvSpPr/>
            <p:nvPr/>
          </p:nvSpPr>
          <p:spPr>
            <a:xfrm>
              <a:off x="7096209" y="2238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2" name="pt38682"/>
            <p:cNvSpPr/>
            <p:nvPr/>
          </p:nvSpPr>
          <p:spPr>
            <a:xfrm>
              <a:off x="6806467" y="2197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3" name="pt38683"/>
            <p:cNvSpPr/>
            <p:nvPr/>
          </p:nvSpPr>
          <p:spPr>
            <a:xfrm>
              <a:off x="7077784" y="2049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4" name="pt38684"/>
            <p:cNvSpPr/>
            <p:nvPr/>
          </p:nvSpPr>
          <p:spPr>
            <a:xfrm>
              <a:off x="7364181" y="25548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5" name="pt38685"/>
            <p:cNvSpPr/>
            <p:nvPr/>
          </p:nvSpPr>
          <p:spPr>
            <a:xfrm>
              <a:off x="6980731" y="2147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6" name="pt38686"/>
            <p:cNvSpPr/>
            <p:nvPr/>
          </p:nvSpPr>
          <p:spPr>
            <a:xfrm>
              <a:off x="7183301" y="1925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7" name="pt38687"/>
            <p:cNvSpPr/>
            <p:nvPr/>
          </p:nvSpPr>
          <p:spPr>
            <a:xfrm>
              <a:off x="7111241" y="2074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8" name="pt38688"/>
            <p:cNvSpPr/>
            <p:nvPr/>
          </p:nvSpPr>
          <p:spPr>
            <a:xfrm>
              <a:off x="7089007" y="2188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9" name="pt38689"/>
            <p:cNvSpPr/>
            <p:nvPr/>
          </p:nvSpPr>
          <p:spPr>
            <a:xfrm>
              <a:off x="6976619" y="20970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0" name="pt38690"/>
            <p:cNvSpPr/>
            <p:nvPr/>
          </p:nvSpPr>
          <p:spPr>
            <a:xfrm>
              <a:off x="7095930" y="23161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1" name="pt38691"/>
            <p:cNvSpPr/>
            <p:nvPr/>
          </p:nvSpPr>
          <p:spPr>
            <a:xfrm>
              <a:off x="6858480" y="2063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2" name="pt38692"/>
            <p:cNvSpPr/>
            <p:nvPr/>
          </p:nvSpPr>
          <p:spPr>
            <a:xfrm>
              <a:off x="7235342" y="19477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3" name="pt38693"/>
            <p:cNvSpPr/>
            <p:nvPr/>
          </p:nvSpPr>
          <p:spPr>
            <a:xfrm>
              <a:off x="6973723" y="1995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4" name="pt38694"/>
            <p:cNvSpPr/>
            <p:nvPr/>
          </p:nvSpPr>
          <p:spPr>
            <a:xfrm>
              <a:off x="6968335" y="1691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5" name="pt38695"/>
            <p:cNvSpPr/>
            <p:nvPr/>
          </p:nvSpPr>
          <p:spPr>
            <a:xfrm>
              <a:off x="6952258" y="17638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6" name="pt38696"/>
            <p:cNvSpPr/>
            <p:nvPr/>
          </p:nvSpPr>
          <p:spPr>
            <a:xfrm>
              <a:off x="7063694" y="2092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7" name="pt38697"/>
            <p:cNvSpPr/>
            <p:nvPr/>
          </p:nvSpPr>
          <p:spPr>
            <a:xfrm>
              <a:off x="6806604" y="20667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8" name="pt38698"/>
            <p:cNvSpPr/>
            <p:nvPr/>
          </p:nvSpPr>
          <p:spPr>
            <a:xfrm>
              <a:off x="7115798" y="19306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9" name="pt38699"/>
            <p:cNvSpPr/>
            <p:nvPr/>
          </p:nvSpPr>
          <p:spPr>
            <a:xfrm>
              <a:off x="6733910" y="23211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0" name="pt38700"/>
            <p:cNvSpPr/>
            <p:nvPr/>
          </p:nvSpPr>
          <p:spPr>
            <a:xfrm>
              <a:off x="7161921" y="221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1" name="pt38701"/>
            <p:cNvSpPr/>
            <p:nvPr/>
          </p:nvSpPr>
          <p:spPr>
            <a:xfrm>
              <a:off x="6787104" y="2333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2" name="pt38702"/>
            <p:cNvSpPr/>
            <p:nvPr/>
          </p:nvSpPr>
          <p:spPr>
            <a:xfrm>
              <a:off x="7081436" y="22068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3" name="pt38703"/>
            <p:cNvSpPr/>
            <p:nvPr/>
          </p:nvSpPr>
          <p:spPr>
            <a:xfrm>
              <a:off x="6993070" y="2434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4" name="pt38704"/>
            <p:cNvSpPr/>
            <p:nvPr/>
          </p:nvSpPr>
          <p:spPr>
            <a:xfrm>
              <a:off x="7089972" y="2218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5" name="pt38705"/>
            <p:cNvSpPr/>
            <p:nvPr/>
          </p:nvSpPr>
          <p:spPr>
            <a:xfrm>
              <a:off x="7041925" y="21265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6" name="pt38706"/>
            <p:cNvSpPr/>
            <p:nvPr/>
          </p:nvSpPr>
          <p:spPr>
            <a:xfrm>
              <a:off x="6947898" y="1890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7" name="pt38707"/>
            <p:cNvSpPr/>
            <p:nvPr/>
          </p:nvSpPr>
          <p:spPr>
            <a:xfrm>
              <a:off x="6583405" y="14311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8" name="pt38708"/>
            <p:cNvSpPr/>
            <p:nvPr/>
          </p:nvSpPr>
          <p:spPr>
            <a:xfrm>
              <a:off x="7161074" y="20511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9" name="pt38709"/>
            <p:cNvSpPr/>
            <p:nvPr/>
          </p:nvSpPr>
          <p:spPr>
            <a:xfrm>
              <a:off x="6741744" y="2161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0" name="pt38710"/>
            <p:cNvSpPr/>
            <p:nvPr/>
          </p:nvSpPr>
          <p:spPr>
            <a:xfrm>
              <a:off x="7180405" y="21488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1" name="pt38711"/>
            <p:cNvSpPr/>
            <p:nvPr/>
          </p:nvSpPr>
          <p:spPr>
            <a:xfrm>
              <a:off x="7071481" y="21062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2" name="pt38712"/>
            <p:cNvSpPr/>
            <p:nvPr/>
          </p:nvSpPr>
          <p:spPr>
            <a:xfrm>
              <a:off x="7031301" y="2252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3" name="pt38713"/>
            <p:cNvSpPr/>
            <p:nvPr/>
          </p:nvSpPr>
          <p:spPr>
            <a:xfrm>
              <a:off x="7225040" y="1903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4" name="pt38714"/>
            <p:cNvSpPr/>
            <p:nvPr/>
          </p:nvSpPr>
          <p:spPr>
            <a:xfrm>
              <a:off x="7213090" y="21700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5" name="pt38715"/>
            <p:cNvSpPr/>
            <p:nvPr/>
          </p:nvSpPr>
          <p:spPr>
            <a:xfrm>
              <a:off x="6966294" y="1834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6" name="pt38716"/>
            <p:cNvSpPr/>
            <p:nvPr/>
          </p:nvSpPr>
          <p:spPr>
            <a:xfrm>
              <a:off x="6938325" y="1996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7" name="pt38717"/>
            <p:cNvSpPr/>
            <p:nvPr/>
          </p:nvSpPr>
          <p:spPr>
            <a:xfrm>
              <a:off x="7151801" y="2193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8" name="pt38718"/>
            <p:cNvSpPr/>
            <p:nvPr/>
          </p:nvSpPr>
          <p:spPr>
            <a:xfrm>
              <a:off x="7052155" y="2197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9" name="pt38719"/>
            <p:cNvSpPr/>
            <p:nvPr/>
          </p:nvSpPr>
          <p:spPr>
            <a:xfrm>
              <a:off x="7264465" y="1906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0" name="pt38720"/>
            <p:cNvSpPr/>
            <p:nvPr/>
          </p:nvSpPr>
          <p:spPr>
            <a:xfrm>
              <a:off x="7051128" y="2139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1" name="pt38721"/>
            <p:cNvSpPr/>
            <p:nvPr/>
          </p:nvSpPr>
          <p:spPr>
            <a:xfrm>
              <a:off x="7114552" y="1911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2" name="pt38722"/>
            <p:cNvSpPr/>
            <p:nvPr/>
          </p:nvSpPr>
          <p:spPr>
            <a:xfrm>
              <a:off x="6967489" y="1885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3" name="pt38723"/>
            <p:cNvSpPr/>
            <p:nvPr/>
          </p:nvSpPr>
          <p:spPr>
            <a:xfrm>
              <a:off x="7103236" y="21458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4" name="pt38724"/>
            <p:cNvSpPr/>
            <p:nvPr/>
          </p:nvSpPr>
          <p:spPr>
            <a:xfrm>
              <a:off x="6804472" y="2113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5" name="pt38725"/>
            <p:cNvSpPr/>
            <p:nvPr/>
          </p:nvSpPr>
          <p:spPr>
            <a:xfrm>
              <a:off x="7170064" y="2175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6" name="pt38726"/>
            <p:cNvSpPr/>
            <p:nvPr/>
          </p:nvSpPr>
          <p:spPr>
            <a:xfrm>
              <a:off x="7151416" y="2039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7" name="pt38727"/>
            <p:cNvSpPr/>
            <p:nvPr/>
          </p:nvSpPr>
          <p:spPr>
            <a:xfrm>
              <a:off x="7134090" y="19869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8" name="pt38728"/>
            <p:cNvSpPr/>
            <p:nvPr/>
          </p:nvSpPr>
          <p:spPr>
            <a:xfrm>
              <a:off x="7296890" y="21347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9" name="pt38729"/>
            <p:cNvSpPr/>
            <p:nvPr/>
          </p:nvSpPr>
          <p:spPr>
            <a:xfrm>
              <a:off x="7177538" y="2169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0" name="pt38730"/>
            <p:cNvSpPr/>
            <p:nvPr/>
          </p:nvSpPr>
          <p:spPr>
            <a:xfrm>
              <a:off x="6979115" y="22141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1" name="pt38731"/>
            <p:cNvSpPr/>
            <p:nvPr/>
          </p:nvSpPr>
          <p:spPr>
            <a:xfrm>
              <a:off x="7303459" y="2111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2" name="pt38732"/>
            <p:cNvSpPr/>
            <p:nvPr/>
          </p:nvSpPr>
          <p:spPr>
            <a:xfrm>
              <a:off x="7345396" y="2010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3" name="pt38733"/>
            <p:cNvSpPr/>
            <p:nvPr/>
          </p:nvSpPr>
          <p:spPr>
            <a:xfrm>
              <a:off x="7239753" y="1911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4" name="pt38734"/>
            <p:cNvSpPr/>
            <p:nvPr/>
          </p:nvSpPr>
          <p:spPr>
            <a:xfrm>
              <a:off x="6943956" y="19251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5" name="pt38735"/>
            <p:cNvSpPr/>
            <p:nvPr/>
          </p:nvSpPr>
          <p:spPr>
            <a:xfrm>
              <a:off x="7213082" y="1987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6" name="pt38736"/>
            <p:cNvSpPr/>
            <p:nvPr/>
          </p:nvSpPr>
          <p:spPr>
            <a:xfrm>
              <a:off x="6776595" y="2106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7" name="pt38737"/>
            <p:cNvSpPr/>
            <p:nvPr/>
          </p:nvSpPr>
          <p:spPr>
            <a:xfrm>
              <a:off x="7136506" y="20423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8" name="pt38738"/>
            <p:cNvSpPr/>
            <p:nvPr/>
          </p:nvSpPr>
          <p:spPr>
            <a:xfrm>
              <a:off x="7265261" y="1923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9" name="pt38739"/>
            <p:cNvSpPr/>
            <p:nvPr/>
          </p:nvSpPr>
          <p:spPr>
            <a:xfrm>
              <a:off x="7331621" y="2218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0" name="pt38740"/>
            <p:cNvSpPr/>
            <p:nvPr/>
          </p:nvSpPr>
          <p:spPr>
            <a:xfrm>
              <a:off x="7116963" y="20291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1" name="pt38741"/>
            <p:cNvSpPr/>
            <p:nvPr/>
          </p:nvSpPr>
          <p:spPr>
            <a:xfrm>
              <a:off x="6983347" y="19849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2" name="pt38742"/>
            <p:cNvSpPr/>
            <p:nvPr/>
          </p:nvSpPr>
          <p:spPr>
            <a:xfrm>
              <a:off x="7060547" y="2126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3" name="pt38743"/>
            <p:cNvSpPr/>
            <p:nvPr/>
          </p:nvSpPr>
          <p:spPr>
            <a:xfrm>
              <a:off x="6879913" y="2097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4" name="pt38744"/>
            <p:cNvSpPr/>
            <p:nvPr/>
          </p:nvSpPr>
          <p:spPr>
            <a:xfrm>
              <a:off x="6686422" y="2248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5" name="pt38745"/>
            <p:cNvSpPr/>
            <p:nvPr/>
          </p:nvSpPr>
          <p:spPr>
            <a:xfrm>
              <a:off x="7195358" y="21006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6" name="pt38746"/>
            <p:cNvSpPr/>
            <p:nvPr/>
          </p:nvSpPr>
          <p:spPr>
            <a:xfrm>
              <a:off x="6937186" y="20712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7" name="pt38747"/>
            <p:cNvSpPr/>
            <p:nvPr/>
          </p:nvSpPr>
          <p:spPr>
            <a:xfrm>
              <a:off x="7144581" y="19707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8" name="pt38748"/>
            <p:cNvSpPr/>
            <p:nvPr/>
          </p:nvSpPr>
          <p:spPr>
            <a:xfrm>
              <a:off x="7195804" y="2168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9" name="pt38749"/>
            <p:cNvSpPr/>
            <p:nvPr/>
          </p:nvSpPr>
          <p:spPr>
            <a:xfrm>
              <a:off x="6895655" y="2193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0" name="pt38750"/>
            <p:cNvSpPr/>
            <p:nvPr/>
          </p:nvSpPr>
          <p:spPr>
            <a:xfrm>
              <a:off x="7017835" y="2276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1" name="pt38751"/>
            <p:cNvSpPr/>
            <p:nvPr/>
          </p:nvSpPr>
          <p:spPr>
            <a:xfrm>
              <a:off x="7345456" y="1898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2" name="pt38752"/>
            <p:cNvSpPr/>
            <p:nvPr/>
          </p:nvSpPr>
          <p:spPr>
            <a:xfrm>
              <a:off x="7013997" y="2186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3" name="pt38753"/>
            <p:cNvSpPr/>
            <p:nvPr/>
          </p:nvSpPr>
          <p:spPr>
            <a:xfrm>
              <a:off x="7608019" y="2384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4" name="pt38754"/>
            <p:cNvSpPr/>
            <p:nvPr/>
          </p:nvSpPr>
          <p:spPr>
            <a:xfrm>
              <a:off x="6762336" y="1829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5" name="pt38755"/>
            <p:cNvSpPr/>
            <p:nvPr/>
          </p:nvSpPr>
          <p:spPr>
            <a:xfrm>
              <a:off x="6933477" y="2023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6" name="pt38756"/>
            <p:cNvSpPr/>
            <p:nvPr/>
          </p:nvSpPr>
          <p:spPr>
            <a:xfrm>
              <a:off x="7129989" y="2133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7" name="pt38757"/>
            <p:cNvSpPr/>
            <p:nvPr/>
          </p:nvSpPr>
          <p:spPr>
            <a:xfrm>
              <a:off x="7510048" y="2282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8" name="pt38758"/>
            <p:cNvSpPr/>
            <p:nvPr/>
          </p:nvSpPr>
          <p:spPr>
            <a:xfrm>
              <a:off x="6957812" y="20681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9" name="pt38759"/>
            <p:cNvSpPr/>
            <p:nvPr/>
          </p:nvSpPr>
          <p:spPr>
            <a:xfrm>
              <a:off x="6943016" y="1912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0" name="pt38760"/>
            <p:cNvSpPr/>
            <p:nvPr/>
          </p:nvSpPr>
          <p:spPr>
            <a:xfrm>
              <a:off x="7090141" y="2213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1" name="pt38761"/>
            <p:cNvSpPr/>
            <p:nvPr/>
          </p:nvSpPr>
          <p:spPr>
            <a:xfrm>
              <a:off x="7228988" y="20620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2" name="pt38762"/>
            <p:cNvSpPr/>
            <p:nvPr/>
          </p:nvSpPr>
          <p:spPr>
            <a:xfrm>
              <a:off x="6830329" y="1859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3" name="pt38763"/>
            <p:cNvSpPr/>
            <p:nvPr/>
          </p:nvSpPr>
          <p:spPr>
            <a:xfrm>
              <a:off x="7193727" y="2254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4" name="pt38764"/>
            <p:cNvSpPr/>
            <p:nvPr/>
          </p:nvSpPr>
          <p:spPr>
            <a:xfrm>
              <a:off x="7021570" y="20902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5" name="pt38765"/>
            <p:cNvSpPr/>
            <p:nvPr/>
          </p:nvSpPr>
          <p:spPr>
            <a:xfrm>
              <a:off x="7126979" y="20980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6" name="pt38766"/>
            <p:cNvSpPr/>
            <p:nvPr/>
          </p:nvSpPr>
          <p:spPr>
            <a:xfrm>
              <a:off x="7517148" y="22616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7" name="pt38767"/>
            <p:cNvSpPr/>
            <p:nvPr/>
          </p:nvSpPr>
          <p:spPr>
            <a:xfrm>
              <a:off x="7118689" y="19697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8" name="pt38768"/>
            <p:cNvSpPr/>
            <p:nvPr/>
          </p:nvSpPr>
          <p:spPr>
            <a:xfrm>
              <a:off x="7232791" y="1923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9" name="pt38769"/>
            <p:cNvSpPr/>
            <p:nvPr/>
          </p:nvSpPr>
          <p:spPr>
            <a:xfrm>
              <a:off x="7189791" y="22878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0" name="pt38770"/>
            <p:cNvSpPr/>
            <p:nvPr/>
          </p:nvSpPr>
          <p:spPr>
            <a:xfrm>
              <a:off x="7152096" y="2112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1" name="pt38771"/>
            <p:cNvSpPr/>
            <p:nvPr/>
          </p:nvSpPr>
          <p:spPr>
            <a:xfrm>
              <a:off x="7056863" y="2094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2" name="pt38772"/>
            <p:cNvSpPr/>
            <p:nvPr/>
          </p:nvSpPr>
          <p:spPr>
            <a:xfrm>
              <a:off x="6905337" y="2025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3" name="pt38773"/>
            <p:cNvSpPr/>
            <p:nvPr/>
          </p:nvSpPr>
          <p:spPr>
            <a:xfrm>
              <a:off x="6854848" y="2267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4" name="pt38774"/>
            <p:cNvSpPr/>
            <p:nvPr/>
          </p:nvSpPr>
          <p:spPr>
            <a:xfrm>
              <a:off x="7358178" y="2555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5" name="pt38775"/>
            <p:cNvSpPr/>
            <p:nvPr/>
          </p:nvSpPr>
          <p:spPr>
            <a:xfrm>
              <a:off x="6883142" y="2110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6" name="pt38776"/>
            <p:cNvSpPr/>
            <p:nvPr/>
          </p:nvSpPr>
          <p:spPr>
            <a:xfrm>
              <a:off x="7360357" y="26834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7" name="pt38777"/>
            <p:cNvSpPr/>
            <p:nvPr/>
          </p:nvSpPr>
          <p:spPr>
            <a:xfrm>
              <a:off x="7100891" y="2314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8" name="pt38778"/>
            <p:cNvSpPr/>
            <p:nvPr/>
          </p:nvSpPr>
          <p:spPr>
            <a:xfrm>
              <a:off x="7405403" y="2390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9" name="pt38779"/>
            <p:cNvSpPr/>
            <p:nvPr/>
          </p:nvSpPr>
          <p:spPr>
            <a:xfrm>
              <a:off x="6906216" y="20194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0" name="pt38780"/>
            <p:cNvSpPr/>
            <p:nvPr/>
          </p:nvSpPr>
          <p:spPr>
            <a:xfrm>
              <a:off x="7230817" y="2100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1" name="pt38781"/>
            <p:cNvSpPr/>
            <p:nvPr/>
          </p:nvSpPr>
          <p:spPr>
            <a:xfrm>
              <a:off x="7098692" y="23692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2" name="pt38782"/>
            <p:cNvSpPr/>
            <p:nvPr/>
          </p:nvSpPr>
          <p:spPr>
            <a:xfrm>
              <a:off x="7142837" y="20078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3" name="pt38783"/>
            <p:cNvSpPr/>
            <p:nvPr/>
          </p:nvSpPr>
          <p:spPr>
            <a:xfrm>
              <a:off x="6896200" y="2153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4" name="pt38784"/>
            <p:cNvSpPr/>
            <p:nvPr/>
          </p:nvSpPr>
          <p:spPr>
            <a:xfrm>
              <a:off x="7088683" y="2271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5" name="pt38785"/>
            <p:cNvSpPr/>
            <p:nvPr/>
          </p:nvSpPr>
          <p:spPr>
            <a:xfrm>
              <a:off x="6906646" y="1948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6" name="pt38786"/>
            <p:cNvSpPr/>
            <p:nvPr/>
          </p:nvSpPr>
          <p:spPr>
            <a:xfrm>
              <a:off x="7059986" y="21451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7" name="pt38787"/>
            <p:cNvSpPr/>
            <p:nvPr/>
          </p:nvSpPr>
          <p:spPr>
            <a:xfrm>
              <a:off x="7147404" y="2008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8" name="pt38788"/>
            <p:cNvSpPr/>
            <p:nvPr/>
          </p:nvSpPr>
          <p:spPr>
            <a:xfrm>
              <a:off x="7108919" y="2062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9" name="pt38789"/>
            <p:cNvSpPr/>
            <p:nvPr/>
          </p:nvSpPr>
          <p:spPr>
            <a:xfrm>
              <a:off x="7020589" y="21560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0" name="pt38790"/>
            <p:cNvSpPr/>
            <p:nvPr/>
          </p:nvSpPr>
          <p:spPr>
            <a:xfrm>
              <a:off x="7098252" y="22146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1" name="pt38791"/>
            <p:cNvSpPr/>
            <p:nvPr/>
          </p:nvSpPr>
          <p:spPr>
            <a:xfrm>
              <a:off x="6710810" y="2767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2" name="pt38792"/>
            <p:cNvSpPr/>
            <p:nvPr/>
          </p:nvSpPr>
          <p:spPr>
            <a:xfrm>
              <a:off x="6897878" y="1931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3" name="pt38793"/>
            <p:cNvSpPr/>
            <p:nvPr/>
          </p:nvSpPr>
          <p:spPr>
            <a:xfrm>
              <a:off x="7131704" y="20621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4" name="pt38794"/>
            <p:cNvSpPr/>
            <p:nvPr/>
          </p:nvSpPr>
          <p:spPr>
            <a:xfrm>
              <a:off x="7144693" y="1962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5" name="pt38795"/>
            <p:cNvSpPr/>
            <p:nvPr/>
          </p:nvSpPr>
          <p:spPr>
            <a:xfrm>
              <a:off x="7106638" y="20426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6" name="pt38796"/>
            <p:cNvSpPr/>
            <p:nvPr/>
          </p:nvSpPr>
          <p:spPr>
            <a:xfrm>
              <a:off x="7069542" y="22368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7" name="pt38797"/>
            <p:cNvSpPr/>
            <p:nvPr/>
          </p:nvSpPr>
          <p:spPr>
            <a:xfrm>
              <a:off x="7195245" y="2078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8" name="pt38798"/>
            <p:cNvSpPr/>
            <p:nvPr/>
          </p:nvSpPr>
          <p:spPr>
            <a:xfrm>
              <a:off x="6936656" y="1951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9" name="pt38799"/>
            <p:cNvSpPr/>
            <p:nvPr/>
          </p:nvSpPr>
          <p:spPr>
            <a:xfrm>
              <a:off x="7092298" y="2325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0" name="pt38800"/>
            <p:cNvSpPr/>
            <p:nvPr/>
          </p:nvSpPr>
          <p:spPr>
            <a:xfrm>
              <a:off x="7211893" y="2044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1" name="pt38801"/>
            <p:cNvSpPr/>
            <p:nvPr/>
          </p:nvSpPr>
          <p:spPr>
            <a:xfrm>
              <a:off x="7123968" y="20126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2" name="pt38802"/>
            <p:cNvSpPr/>
            <p:nvPr/>
          </p:nvSpPr>
          <p:spPr>
            <a:xfrm>
              <a:off x="7063741" y="2126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3" name="pt38803"/>
            <p:cNvSpPr/>
            <p:nvPr/>
          </p:nvSpPr>
          <p:spPr>
            <a:xfrm>
              <a:off x="7168267" y="20208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4" name="pt38804"/>
            <p:cNvSpPr/>
            <p:nvPr/>
          </p:nvSpPr>
          <p:spPr>
            <a:xfrm>
              <a:off x="7142061" y="19084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5" name="pt38805"/>
            <p:cNvSpPr/>
            <p:nvPr/>
          </p:nvSpPr>
          <p:spPr>
            <a:xfrm>
              <a:off x="7264876" y="19914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6" name="pt38806"/>
            <p:cNvSpPr/>
            <p:nvPr/>
          </p:nvSpPr>
          <p:spPr>
            <a:xfrm>
              <a:off x="7017872" y="2209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7" name="pt38807"/>
            <p:cNvSpPr/>
            <p:nvPr/>
          </p:nvSpPr>
          <p:spPr>
            <a:xfrm>
              <a:off x="7270294" y="19499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8" name="pt38808"/>
            <p:cNvSpPr/>
            <p:nvPr/>
          </p:nvSpPr>
          <p:spPr>
            <a:xfrm>
              <a:off x="7007958" y="16596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9" name="pt38809"/>
            <p:cNvSpPr/>
            <p:nvPr/>
          </p:nvSpPr>
          <p:spPr>
            <a:xfrm>
              <a:off x="7176876" y="2158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0" name="pt38810"/>
            <p:cNvSpPr/>
            <p:nvPr/>
          </p:nvSpPr>
          <p:spPr>
            <a:xfrm>
              <a:off x="7233107" y="18446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1" name="pt38811"/>
            <p:cNvSpPr/>
            <p:nvPr/>
          </p:nvSpPr>
          <p:spPr>
            <a:xfrm>
              <a:off x="7231358" y="20432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2" name="pt38812"/>
            <p:cNvSpPr/>
            <p:nvPr/>
          </p:nvSpPr>
          <p:spPr>
            <a:xfrm>
              <a:off x="7156528" y="24065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3" name="pt38813"/>
            <p:cNvSpPr/>
            <p:nvPr/>
          </p:nvSpPr>
          <p:spPr>
            <a:xfrm>
              <a:off x="6886726" y="2040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4" name="pt38814"/>
            <p:cNvSpPr/>
            <p:nvPr/>
          </p:nvSpPr>
          <p:spPr>
            <a:xfrm>
              <a:off x="6977800" y="2174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5" name="pt38815"/>
            <p:cNvSpPr/>
            <p:nvPr/>
          </p:nvSpPr>
          <p:spPr>
            <a:xfrm>
              <a:off x="6902701" y="1955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6" name="pt38816"/>
            <p:cNvSpPr/>
            <p:nvPr/>
          </p:nvSpPr>
          <p:spPr>
            <a:xfrm>
              <a:off x="7083567" y="2229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7" name="pt38817"/>
            <p:cNvSpPr/>
            <p:nvPr/>
          </p:nvSpPr>
          <p:spPr>
            <a:xfrm>
              <a:off x="7239447" y="1964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8" name="pt38818"/>
            <p:cNvSpPr/>
            <p:nvPr/>
          </p:nvSpPr>
          <p:spPr>
            <a:xfrm>
              <a:off x="6943310" y="1908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9" name="pt38819"/>
            <p:cNvSpPr/>
            <p:nvPr/>
          </p:nvSpPr>
          <p:spPr>
            <a:xfrm>
              <a:off x="6816629" y="2216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0" name="pt38820"/>
            <p:cNvSpPr/>
            <p:nvPr/>
          </p:nvSpPr>
          <p:spPr>
            <a:xfrm>
              <a:off x="7181732" y="20414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1" name="pt38821"/>
            <p:cNvSpPr/>
            <p:nvPr/>
          </p:nvSpPr>
          <p:spPr>
            <a:xfrm>
              <a:off x="7094353" y="23172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2" name="pt38822"/>
            <p:cNvSpPr/>
            <p:nvPr/>
          </p:nvSpPr>
          <p:spPr>
            <a:xfrm>
              <a:off x="7125205" y="2075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3" name="pt38823"/>
            <p:cNvSpPr/>
            <p:nvPr/>
          </p:nvSpPr>
          <p:spPr>
            <a:xfrm>
              <a:off x="7319801" y="26831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4" name="pt38824"/>
            <p:cNvSpPr/>
            <p:nvPr/>
          </p:nvSpPr>
          <p:spPr>
            <a:xfrm>
              <a:off x="6734505" y="2351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5" name="pt38825"/>
            <p:cNvSpPr/>
            <p:nvPr/>
          </p:nvSpPr>
          <p:spPr>
            <a:xfrm>
              <a:off x="7124821" y="2100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6" name="pt38826"/>
            <p:cNvSpPr/>
            <p:nvPr/>
          </p:nvSpPr>
          <p:spPr>
            <a:xfrm>
              <a:off x="7203769" y="20961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7" name="pt38827"/>
            <p:cNvSpPr/>
            <p:nvPr/>
          </p:nvSpPr>
          <p:spPr>
            <a:xfrm>
              <a:off x="7139105" y="1951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8" name="pt38828"/>
            <p:cNvSpPr/>
            <p:nvPr/>
          </p:nvSpPr>
          <p:spPr>
            <a:xfrm>
              <a:off x="7270159" y="2025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9" name="pt38829"/>
            <p:cNvSpPr/>
            <p:nvPr/>
          </p:nvSpPr>
          <p:spPr>
            <a:xfrm>
              <a:off x="7294559" y="19812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0" name="pt38830"/>
            <p:cNvSpPr/>
            <p:nvPr/>
          </p:nvSpPr>
          <p:spPr>
            <a:xfrm>
              <a:off x="7271370" y="2056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1" name="pt38831"/>
            <p:cNvSpPr/>
            <p:nvPr/>
          </p:nvSpPr>
          <p:spPr>
            <a:xfrm>
              <a:off x="7217504" y="2138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2" name="pt38832"/>
            <p:cNvSpPr/>
            <p:nvPr/>
          </p:nvSpPr>
          <p:spPr>
            <a:xfrm>
              <a:off x="6989066" y="2227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3" name="pt38833"/>
            <p:cNvSpPr/>
            <p:nvPr/>
          </p:nvSpPr>
          <p:spPr>
            <a:xfrm>
              <a:off x="7356142" y="25038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4" name="pt38834"/>
            <p:cNvSpPr/>
            <p:nvPr/>
          </p:nvSpPr>
          <p:spPr>
            <a:xfrm>
              <a:off x="7041987" y="2240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5" name="pt38835"/>
            <p:cNvSpPr/>
            <p:nvPr/>
          </p:nvSpPr>
          <p:spPr>
            <a:xfrm>
              <a:off x="7150013" y="2210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6" name="pt38836"/>
            <p:cNvSpPr/>
            <p:nvPr/>
          </p:nvSpPr>
          <p:spPr>
            <a:xfrm>
              <a:off x="7103242" y="2130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7" name="pt38837"/>
            <p:cNvSpPr/>
            <p:nvPr/>
          </p:nvSpPr>
          <p:spPr>
            <a:xfrm>
              <a:off x="6905782" y="2048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8" name="pt38838"/>
            <p:cNvSpPr/>
            <p:nvPr/>
          </p:nvSpPr>
          <p:spPr>
            <a:xfrm>
              <a:off x="7154072" y="22404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9" name="pt38839"/>
            <p:cNvSpPr/>
            <p:nvPr/>
          </p:nvSpPr>
          <p:spPr>
            <a:xfrm>
              <a:off x="7010068" y="2076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0" name="pt38840"/>
            <p:cNvSpPr/>
            <p:nvPr/>
          </p:nvSpPr>
          <p:spPr>
            <a:xfrm>
              <a:off x="7019777" y="2124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1" name="pt38841"/>
            <p:cNvSpPr/>
            <p:nvPr/>
          </p:nvSpPr>
          <p:spPr>
            <a:xfrm>
              <a:off x="6960708" y="2076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2" name="pt38842"/>
            <p:cNvSpPr/>
            <p:nvPr/>
          </p:nvSpPr>
          <p:spPr>
            <a:xfrm>
              <a:off x="7187704" y="18161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3" name="pt38843"/>
            <p:cNvSpPr/>
            <p:nvPr/>
          </p:nvSpPr>
          <p:spPr>
            <a:xfrm>
              <a:off x="7057727" y="21148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4" name="pt38844"/>
            <p:cNvSpPr/>
            <p:nvPr/>
          </p:nvSpPr>
          <p:spPr>
            <a:xfrm>
              <a:off x="7044905" y="20849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5" name="pt38845"/>
            <p:cNvSpPr/>
            <p:nvPr/>
          </p:nvSpPr>
          <p:spPr>
            <a:xfrm>
              <a:off x="7198443" y="2100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6" name="pt38846"/>
            <p:cNvSpPr/>
            <p:nvPr/>
          </p:nvSpPr>
          <p:spPr>
            <a:xfrm>
              <a:off x="7402796" y="27146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7" name="pt38847"/>
            <p:cNvSpPr/>
            <p:nvPr/>
          </p:nvSpPr>
          <p:spPr>
            <a:xfrm>
              <a:off x="7070617" y="20746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8" name="pt38848"/>
            <p:cNvSpPr/>
            <p:nvPr/>
          </p:nvSpPr>
          <p:spPr>
            <a:xfrm>
              <a:off x="6982907" y="22040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9" name="pt38849"/>
            <p:cNvSpPr/>
            <p:nvPr/>
          </p:nvSpPr>
          <p:spPr>
            <a:xfrm>
              <a:off x="7321287" y="2724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0" name="pt38850"/>
            <p:cNvSpPr/>
            <p:nvPr/>
          </p:nvSpPr>
          <p:spPr>
            <a:xfrm>
              <a:off x="7037286" y="21915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1" name="pt38851"/>
            <p:cNvSpPr/>
            <p:nvPr/>
          </p:nvSpPr>
          <p:spPr>
            <a:xfrm>
              <a:off x="6908664" y="19986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2" name="pt38852"/>
            <p:cNvSpPr/>
            <p:nvPr/>
          </p:nvSpPr>
          <p:spPr>
            <a:xfrm>
              <a:off x="7113360" y="18963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3" name="pt38853"/>
            <p:cNvSpPr/>
            <p:nvPr/>
          </p:nvSpPr>
          <p:spPr>
            <a:xfrm>
              <a:off x="7080741" y="2233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4" name="pt38854"/>
            <p:cNvSpPr/>
            <p:nvPr/>
          </p:nvSpPr>
          <p:spPr>
            <a:xfrm>
              <a:off x="7150601" y="2037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5" name="pt38855"/>
            <p:cNvSpPr/>
            <p:nvPr/>
          </p:nvSpPr>
          <p:spPr>
            <a:xfrm>
              <a:off x="6814726" y="2162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6" name="pt38856"/>
            <p:cNvSpPr/>
            <p:nvPr/>
          </p:nvSpPr>
          <p:spPr>
            <a:xfrm>
              <a:off x="7381242" y="2295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7" name="pt38857"/>
            <p:cNvSpPr/>
            <p:nvPr/>
          </p:nvSpPr>
          <p:spPr>
            <a:xfrm>
              <a:off x="6929021" y="1828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8" name="pt38858"/>
            <p:cNvSpPr/>
            <p:nvPr/>
          </p:nvSpPr>
          <p:spPr>
            <a:xfrm>
              <a:off x="7105352" y="1978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9" name="pt38859"/>
            <p:cNvSpPr/>
            <p:nvPr/>
          </p:nvSpPr>
          <p:spPr>
            <a:xfrm>
              <a:off x="6930229" y="1969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0" name="pt38860"/>
            <p:cNvSpPr/>
            <p:nvPr/>
          </p:nvSpPr>
          <p:spPr>
            <a:xfrm>
              <a:off x="6967858" y="1809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1" name="pt38861"/>
            <p:cNvSpPr/>
            <p:nvPr/>
          </p:nvSpPr>
          <p:spPr>
            <a:xfrm>
              <a:off x="7137023" y="1946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2" name="pt38862"/>
            <p:cNvSpPr/>
            <p:nvPr/>
          </p:nvSpPr>
          <p:spPr>
            <a:xfrm>
              <a:off x="7346687" y="2149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3" name="pt38863"/>
            <p:cNvSpPr/>
            <p:nvPr/>
          </p:nvSpPr>
          <p:spPr>
            <a:xfrm>
              <a:off x="6997390" y="22159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4" name="pt38864"/>
            <p:cNvSpPr/>
            <p:nvPr/>
          </p:nvSpPr>
          <p:spPr>
            <a:xfrm>
              <a:off x="6981665" y="22246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5" name="pt38865"/>
            <p:cNvSpPr/>
            <p:nvPr/>
          </p:nvSpPr>
          <p:spPr>
            <a:xfrm>
              <a:off x="7256280" y="1927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6" name="pt38866"/>
            <p:cNvSpPr/>
            <p:nvPr/>
          </p:nvSpPr>
          <p:spPr>
            <a:xfrm>
              <a:off x="6925590" y="1971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7" name="pt38867"/>
            <p:cNvSpPr/>
            <p:nvPr/>
          </p:nvSpPr>
          <p:spPr>
            <a:xfrm>
              <a:off x="6988867" y="2324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8" name="pt38868"/>
            <p:cNvSpPr/>
            <p:nvPr/>
          </p:nvSpPr>
          <p:spPr>
            <a:xfrm>
              <a:off x="6957592" y="21021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9" name="pt38869"/>
            <p:cNvSpPr/>
            <p:nvPr/>
          </p:nvSpPr>
          <p:spPr>
            <a:xfrm>
              <a:off x="6906566" y="1970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0" name="pt38870"/>
            <p:cNvSpPr/>
            <p:nvPr/>
          </p:nvSpPr>
          <p:spPr>
            <a:xfrm>
              <a:off x="6994939" y="24825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1" name="pt38871"/>
            <p:cNvSpPr/>
            <p:nvPr/>
          </p:nvSpPr>
          <p:spPr>
            <a:xfrm>
              <a:off x="7180888" y="1951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2" name="pt38872"/>
            <p:cNvSpPr/>
            <p:nvPr/>
          </p:nvSpPr>
          <p:spPr>
            <a:xfrm>
              <a:off x="6972077" y="1700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3" name="pt38873"/>
            <p:cNvSpPr/>
            <p:nvPr/>
          </p:nvSpPr>
          <p:spPr>
            <a:xfrm>
              <a:off x="7231587" y="21836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4" name="pt38874"/>
            <p:cNvSpPr/>
            <p:nvPr/>
          </p:nvSpPr>
          <p:spPr>
            <a:xfrm>
              <a:off x="6986181" y="2019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5" name="pt38875"/>
            <p:cNvSpPr/>
            <p:nvPr/>
          </p:nvSpPr>
          <p:spPr>
            <a:xfrm>
              <a:off x="7213342" y="19281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6" name="pt38876"/>
            <p:cNvSpPr/>
            <p:nvPr/>
          </p:nvSpPr>
          <p:spPr>
            <a:xfrm>
              <a:off x="7092077" y="23323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7" name="pt38877"/>
            <p:cNvSpPr/>
            <p:nvPr/>
          </p:nvSpPr>
          <p:spPr>
            <a:xfrm>
              <a:off x="7132928" y="2100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8" name="pt38878"/>
            <p:cNvSpPr/>
            <p:nvPr/>
          </p:nvSpPr>
          <p:spPr>
            <a:xfrm>
              <a:off x="6767052" y="19041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9" name="pt38879"/>
            <p:cNvSpPr/>
            <p:nvPr/>
          </p:nvSpPr>
          <p:spPr>
            <a:xfrm>
              <a:off x="6733820" y="22663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0" name="pt38880"/>
            <p:cNvSpPr/>
            <p:nvPr/>
          </p:nvSpPr>
          <p:spPr>
            <a:xfrm>
              <a:off x="7147720" y="2028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1" name="pt38881"/>
            <p:cNvSpPr/>
            <p:nvPr/>
          </p:nvSpPr>
          <p:spPr>
            <a:xfrm>
              <a:off x="7033363" y="21994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2" name="pt38882"/>
            <p:cNvSpPr/>
            <p:nvPr/>
          </p:nvSpPr>
          <p:spPr>
            <a:xfrm>
              <a:off x="7056579" y="2083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3" name="pt38883"/>
            <p:cNvSpPr/>
            <p:nvPr/>
          </p:nvSpPr>
          <p:spPr>
            <a:xfrm>
              <a:off x="7120182" y="2012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4" name="pt38884"/>
            <p:cNvSpPr/>
            <p:nvPr/>
          </p:nvSpPr>
          <p:spPr>
            <a:xfrm>
              <a:off x="7094537" y="2242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5" name="pt38885"/>
            <p:cNvSpPr/>
            <p:nvPr/>
          </p:nvSpPr>
          <p:spPr>
            <a:xfrm>
              <a:off x="6894979" y="21607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6" name="pt38886"/>
            <p:cNvSpPr/>
            <p:nvPr/>
          </p:nvSpPr>
          <p:spPr>
            <a:xfrm>
              <a:off x="7194736" y="2059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7" name="pt38887"/>
            <p:cNvSpPr/>
            <p:nvPr/>
          </p:nvSpPr>
          <p:spPr>
            <a:xfrm>
              <a:off x="7391104" y="2352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8" name="pt38888"/>
            <p:cNvSpPr/>
            <p:nvPr/>
          </p:nvSpPr>
          <p:spPr>
            <a:xfrm>
              <a:off x="7065418" y="2109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9" name="pt38889"/>
            <p:cNvSpPr/>
            <p:nvPr/>
          </p:nvSpPr>
          <p:spPr>
            <a:xfrm>
              <a:off x="7201954" y="1898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0" name="pt38890"/>
            <p:cNvSpPr/>
            <p:nvPr/>
          </p:nvSpPr>
          <p:spPr>
            <a:xfrm>
              <a:off x="6895011" y="21460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1" name="pt38891"/>
            <p:cNvSpPr/>
            <p:nvPr/>
          </p:nvSpPr>
          <p:spPr>
            <a:xfrm>
              <a:off x="6881015" y="21688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2" name="pt38892"/>
            <p:cNvSpPr/>
            <p:nvPr/>
          </p:nvSpPr>
          <p:spPr>
            <a:xfrm>
              <a:off x="7068921" y="21546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3" name="pt38893"/>
            <p:cNvSpPr/>
            <p:nvPr/>
          </p:nvSpPr>
          <p:spPr>
            <a:xfrm>
              <a:off x="7057830" y="20957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4" name="pt38894"/>
            <p:cNvSpPr/>
            <p:nvPr/>
          </p:nvSpPr>
          <p:spPr>
            <a:xfrm>
              <a:off x="7005071" y="18155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5" name="pt38895"/>
            <p:cNvSpPr/>
            <p:nvPr/>
          </p:nvSpPr>
          <p:spPr>
            <a:xfrm>
              <a:off x="6516925" y="18646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6" name="pt38896"/>
            <p:cNvSpPr/>
            <p:nvPr/>
          </p:nvSpPr>
          <p:spPr>
            <a:xfrm>
              <a:off x="6927859" y="2017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7" name="pt38897"/>
            <p:cNvSpPr/>
            <p:nvPr/>
          </p:nvSpPr>
          <p:spPr>
            <a:xfrm>
              <a:off x="6486234" y="1842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8" name="pt38898"/>
            <p:cNvSpPr/>
            <p:nvPr/>
          </p:nvSpPr>
          <p:spPr>
            <a:xfrm>
              <a:off x="7222591" y="18942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9" name="pt38899"/>
            <p:cNvSpPr/>
            <p:nvPr/>
          </p:nvSpPr>
          <p:spPr>
            <a:xfrm>
              <a:off x="7161119" y="23329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0" name="pt38900"/>
            <p:cNvSpPr/>
            <p:nvPr/>
          </p:nvSpPr>
          <p:spPr>
            <a:xfrm>
              <a:off x="7236913" y="1929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1" name="pt38901"/>
            <p:cNvSpPr/>
            <p:nvPr/>
          </p:nvSpPr>
          <p:spPr>
            <a:xfrm>
              <a:off x="6702783" y="2681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2" name="pt38902"/>
            <p:cNvSpPr/>
            <p:nvPr/>
          </p:nvSpPr>
          <p:spPr>
            <a:xfrm>
              <a:off x="7196840" y="21655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3" name="pt38903"/>
            <p:cNvSpPr/>
            <p:nvPr/>
          </p:nvSpPr>
          <p:spPr>
            <a:xfrm>
              <a:off x="6929462" y="1946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4" name="pt38904"/>
            <p:cNvSpPr/>
            <p:nvPr/>
          </p:nvSpPr>
          <p:spPr>
            <a:xfrm>
              <a:off x="7024890" y="2003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5" name="pt38905"/>
            <p:cNvSpPr/>
            <p:nvPr/>
          </p:nvSpPr>
          <p:spPr>
            <a:xfrm>
              <a:off x="7277388" y="19671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6" name="pt38906"/>
            <p:cNvSpPr/>
            <p:nvPr/>
          </p:nvSpPr>
          <p:spPr>
            <a:xfrm>
              <a:off x="7138022" y="20229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7" name="pt38907"/>
            <p:cNvSpPr/>
            <p:nvPr/>
          </p:nvSpPr>
          <p:spPr>
            <a:xfrm>
              <a:off x="7309242" y="2113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8" name="pt38908"/>
            <p:cNvSpPr/>
            <p:nvPr/>
          </p:nvSpPr>
          <p:spPr>
            <a:xfrm>
              <a:off x="7106744" y="20155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9" name="pt38909"/>
            <p:cNvSpPr/>
            <p:nvPr/>
          </p:nvSpPr>
          <p:spPr>
            <a:xfrm>
              <a:off x="6965606" y="1817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0" name="pt38910"/>
            <p:cNvSpPr/>
            <p:nvPr/>
          </p:nvSpPr>
          <p:spPr>
            <a:xfrm>
              <a:off x="7189907" y="2201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1" name="pt38911"/>
            <p:cNvSpPr/>
            <p:nvPr/>
          </p:nvSpPr>
          <p:spPr>
            <a:xfrm>
              <a:off x="7183034" y="19818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2" name="pt38912"/>
            <p:cNvSpPr/>
            <p:nvPr/>
          </p:nvSpPr>
          <p:spPr>
            <a:xfrm>
              <a:off x="7365458" y="2455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3" name="pt38913"/>
            <p:cNvSpPr/>
            <p:nvPr/>
          </p:nvSpPr>
          <p:spPr>
            <a:xfrm>
              <a:off x="7070113" y="21327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4" name="pt38914"/>
            <p:cNvSpPr/>
            <p:nvPr/>
          </p:nvSpPr>
          <p:spPr>
            <a:xfrm>
              <a:off x="7193941" y="2077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5" name="pt38915"/>
            <p:cNvSpPr/>
            <p:nvPr/>
          </p:nvSpPr>
          <p:spPr>
            <a:xfrm>
              <a:off x="7314619" y="2463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6" name="pt38916"/>
            <p:cNvSpPr/>
            <p:nvPr/>
          </p:nvSpPr>
          <p:spPr>
            <a:xfrm>
              <a:off x="7140909" y="19729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7" name="pt38917"/>
            <p:cNvSpPr/>
            <p:nvPr/>
          </p:nvSpPr>
          <p:spPr>
            <a:xfrm>
              <a:off x="7013709" y="20395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8" name="pt38918"/>
            <p:cNvSpPr/>
            <p:nvPr/>
          </p:nvSpPr>
          <p:spPr>
            <a:xfrm>
              <a:off x="7110607" y="2091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9" name="pt38919"/>
            <p:cNvSpPr/>
            <p:nvPr/>
          </p:nvSpPr>
          <p:spPr>
            <a:xfrm>
              <a:off x="7083794" y="20202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0" name="pt38920"/>
            <p:cNvSpPr/>
            <p:nvPr/>
          </p:nvSpPr>
          <p:spPr>
            <a:xfrm>
              <a:off x="7204521" y="2017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1" name="pt38921"/>
            <p:cNvSpPr/>
            <p:nvPr/>
          </p:nvSpPr>
          <p:spPr>
            <a:xfrm>
              <a:off x="7092007" y="2261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2" name="pt38922"/>
            <p:cNvSpPr/>
            <p:nvPr/>
          </p:nvSpPr>
          <p:spPr>
            <a:xfrm>
              <a:off x="7119143" y="1876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3" name="pt38923"/>
            <p:cNvSpPr/>
            <p:nvPr/>
          </p:nvSpPr>
          <p:spPr>
            <a:xfrm>
              <a:off x="6914026" y="1940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4" name="pt38924"/>
            <p:cNvSpPr/>
            <p:nvPr/>
          </p:nvSpPr>
          <p:spPr>
            <a:xfrm>
              <a:off x="7367450" y="2525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5" name="pt38925"/>
            <p:cNvSpPr/>
            <p:nvPr/>
          </p:nvSpPr>
          <p:spPr>
            <a:xfrm>
              <a:off x="6854731" y="22335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6" name="pt38926"/>
            <p:cNvSpPr/>
            <p:nvPr/>
          </p:nvSpPr>
          <p:spPr>
            <a:xfrm>
              <a:off x="7275639" y="2017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7" name="pt38927"/>
            <p:cNvSpPr/>
            <p:nvPr/>
          </p:nvSpPr>
          <p:spPr>
            <a:xfrm>
              <a:off x="7244783" y="1893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8" name="pt38928"/>
            <p:cNvSpPr/>
            <p:nvPr/>
          </p:nvSpPr>
          <p:spPr>
            <a:xfrm>
              <a:off x="7205118" y="20561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9" name="pt38929"/>
            <p:cNvSpPr/>
            <p:nvPr/>
          </p:nvSpPr>
          <p:spPr>
            <a:xfrm>
              <a:off x="7184039" y="2163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0" name="pt38930"/>
            <p:cNvSpPr/>
            <p:nvPr/>
          </p:nvSpPr>
          <p:spPr>
            <a:xfrm>
              <a:off x="7258409" y="2048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1" name="pt38931"/>
            <p:cNvSpPr/>
            <p:nvPr/>
          </p:nvSpPr>
          <p:spPr>
            <a:xfrm>
              <a:off x="7010659" y="2050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2" name="pt38932"/>
            <p:cNvSpPr/>
            <p:nvPr/>
          </p:nvSpPr>
          <p:spPr>
            <a:xfrm>
              <a:off x="7148692" y="2090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3" name="pt38933"/>
            <p:cNvSpPr/>
            <p:nvPr/>
          </p:nvSpPr>
          <p:spPr>
            <a:xfrm>
              <a:off x="7101851" y="21280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4" name="pt38934"/>
            <p:cNvSpPr/>
            <p:nvPr/>
          </p:nvSpPr>
          <p:spPr>
            <a:xfrm>
              <a:off x="7077183" y="21216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5" name="pt38935"/>
            <p:cNvSpPr/>
            <p:nvPr/>
          </p:nvSpPr>
          <p:spPr>
            <a:xfrm>
              <a:off x="7008995" y="21354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6" name="pt38936"/>
            <p:cNvSpPr/>
            <p:nvPr/>
          </p:nvSpPr>
          <p:spPr>
            <a:xfrm>
              <a:off x="7059584" y="22174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7" name="pt38937"/>
            <p:cNvSpPr/>
            <p:nvPr/>
          </p:nvSpPr>
          <p:spPr>
            <a:xfrm>
              <a:off x="7124683" y="2090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8" name="pt38938"/>
            <p:cNvSpPr/>
            <p:nvPr/>
          </p:nvSpPr>
          <p:spPr>
            <a:xfrm>
              <a:off x="7002037" y="20357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9" name="pt38939"/>
            <p:cNvSpPr/>
            <p:nvPr/>
          </p:nvSpPr>
          <p:spPr>
            <a:xfrm>
              <a:off x="7183471" y="1953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0" name="pt38940"/>
            <p:cNvSpPr/>
            <p:nvPr/>
          </p:nvSpPr>
          <p:spPr>
            <a:xfrm>
              <a:off x="7220569" y="1965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1" name="pt38941"/>
            <p:cNvSpPr/>
            <p:nvPr/>
          </p:nvSpPr>
          <p:spPr>
            <a:xfrm>
              <a:off x="7260771" y="19682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2" name="pt38942"/>
            <p:cNvSpPr/>
            <p:nvPr/>
          </p:nvSpPr>
          <p:spPr>
            <a:xfrm>
              <a:off x="7477037" y="23578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3" name="pt38943"/>
            <p:cNvSpPr/>
            <p:nvPr/>
          </p:nvSpPr>
          <p:spPr>
            <a:xfrm>
              <a:off x="6675274" y="1921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4" name="pt38944"/>
            <p:cNvSpPr/>
            <p:nvPr/>
          </p:nvSpPr>
          <p:spPr>
            <a:xfrm>
              <a:off x="7152085" y="2096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5" name="pt38945"/>
            <p:cNvSpPr/>
            <p:nvPr/>
          </p:nvSpPr>
          <p:spPr>
            <a:xfrm>
              <a:off x="6845206" y="1816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6" name="pt38946"/>
            <p:cNvSpPr/>
            <p:nvPr/>
          </p:nvSpPr>
          <p:spPr>
            <a:xfrm>
              <a:off x="7281414" y="1966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7" name="pt38947"/>
            <p:cNvSpPr/>
            <p:nvPr/>
          </p:nvSpPr>
          <p:spPr>
            <a:xfrm>
              <a:off x="6850591" y="23085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8" name="pt38948"/>
            <p:cNvSpPr/>
            <p:nvPr/>
          </p:nvSpPr>
          <p:spPr>
            <a:xfrm>
              <a:off x="7219760" y="2030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9" name="pt38949"/>
            <p:cNvSpPr/>
            <p:nvPr/>
          </p:nvSpPr>
          <p:spPr>
            <a:xfrm>
              <a:off x="7188142" y="18820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0" name="pt38950"/>
            <p:cNvSpPr/>
            <p:nvPr/>
          </p:nvSpPr>
          <p:spPr>
            <a:xfrm>
              <a:off x="7106381" y="2126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1" name="pt38951"/>
            <p:cNvSpPr/>
            <p:nvPr/>
          </p:nvSpPr>
          <p:spPr>
            <a:xfrm>
              <a:off x="6968903" y="17222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2" name="pt38952"/>
            <p:cNvSpPr/>
            <p:nvPr/>
          </p:nvSpPr>
          <p:spPr>
            <a:xfrm>
              <a:off x="6981932" y="22323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3" name="pt38953"/>
            <p:cNvSpPr/>
            <p:nvPr/>
          </p:nvSpPr>
          <p:spPr>
            <a:xfrm>
              <a:off x="7200594" y="20541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4" name="pt38954"/>
            <p:cNvSpPr/>
            <p:nvPr/>
          </p:nvSpPr>
          <p:spPr>
            <a:xfrm>
              <a:off x="7185173" y="18194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5" name="pt38955"/>
            <p:cNvSpPr/>
            <p:nvPr/>
          </p:nvSpPr>
          <p:spPr>
            <a:xfrm>
              <a:off x="7088003" y="2217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6" name="pt38956"/>
            <p:cNvSpPr/>
            <p:nvPr/>
          </p:nvSpPr>
          <p:spPr>
            <a:xfrm>
              <a:off x="7114831" y="1936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7" name="pt38957"/>
            <p:cNvSpPr/>
            <p:nvPr/>
          </p:nvSpPr>
          <p:spPr>
            <a:xfrm>
              <a:off x="7476724" y="240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8" name="pt38958"/>
            <p:cNvSpPr/>
            <p:nvPr/>
          </p:nvSpPr>
          <p:spPr>
            <a:xfrm>
              <a:off x="7175860" y="20769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9" name="pt38959"/>
            <p:cNvSpPr/>
            <p:nvPr/>
          </p:nvSpPr>
          <p:spPr>
            <a:xfrm>
              <a:off x="7170046" y="2233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0" name="pt38960"/>
            <p:cNvSpPr/>
            <p:nvPr/>
          </p:nvSpPr>
          <p:spPr>
            <a:xfrm>
              <a:off x="7201073" y="1950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1" name="pt38961"/>
            <p:cNvSpPr/>
            <p:nvPr/>
          </p:nvSpPr>
          <p:spPr>
            <a:xfrm>
              <a:off x="6854594" y="20661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2" name="pt38962"/>
            <p:cNvSpPr/>
            <p:nvPr/>
          </p:nvSpPr>
          <p:spPr>
            <a:xfrm>
              <a:off x="7053226" y="20171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3" name="pt38963"/>
            <p:cNvSpPr/>
            <p:nvPr/>
          </p:nvSpPr>
          <p:spPr>
            <a:xfrm>
              <a:off x="6940258" y="1908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4" name="pt38964"/>
            <p:cNvSpPr/>
            <p:nvPr/>
          </p:nvSpPr>
          <p:spPr>
            <a:xfrm>
              <a:off x="6972071" y="19368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5" name="pt38965"/>
            <p:cNvSpPr/>
            <p:nvPr/>
          </p:nvSpPr>
          <p:spPr>
            <a:xfrm>
              <a:off x="7346795" y="2135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6" name="pt38966"/>
            <p:cNvSpPr/>
            <p:nvPr/>
          </p:nvSpPr>
          <p:spPr>
            <a:xfrm>
              <a:off x="7083333" y="2172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7" name="pt38967"/>
            <p:cNvSpPr/>
            <p:nvPr/>
          </p:nvSpPr>
          <p:spPr>
            <a:xfrm>
              <a:off x="7092260" y="224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8" name="pt38968"/>
            <p:cNvSpPr/>
            <p:nvPr/>
          </p:nvSpPr>
          <p:spPr>
            <a:xfrm>
              <a:off x="6908337" y="1912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9" name="pt38969"/>
            <p:cNvSpPr/>
            <p:nvPr/>
          </p:nvSpPr>
          <p:spPr>
            <a:xfrm>
              <a:off x="6911036" y="1862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0" name="pt38970"/>
            <p:cNvSpPr/>
            <p:nvPr/>
          </p:nvSpPr>
          <p:spPr>
            <a:xfrm>
              <a:off x="7039739" y="2210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1" name="pt38971"/>
            <p:cNvSpPr/>
            <p:nvPr/>
          </p:nvSpPr>
          <p:spPr>
            <a:xfrm>
              <a:off x="7048302" y="2130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2" name="pt38972"/>
            <p:cNvSpPr/>
            <p:nvPr/>
          </p:nvSpPr>
          <p:spPr>
            <a:xfrm>
              <a:off x="6871728" y="2137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3" name="pt38973"/>
            <p:cNvSpPr/>
            <p:nvPr/>
          </p:nvSpPr>
          <p:spPr>
            <a:xfrm>
              <a:off x="7016138" y="22256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4" name="pt38974"/>
            <p:cNvSpPr/>
            <p:nvPr/>
          </p:nvSpPr>
          <p:spPr>
            <a:xfrm>
              <a:off x="7095376" y="2326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5" name="pt38975"/>
            <p:cNvSpPr/>
            <p:nvPr/>
          </p:nvSpPr>
          <p:spPr>
            <a:xfrm>
              <a:off x="6854492" y="22044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6" name="pt38976"/>
            <p:cNvSpPr/>
            <p:nvPr/>
          </p:nvSpPr>
          <p:spPr>
            <a:xfrm>
              <a:off x="7247526" y="19350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7" name="pt38977"/>
            <p:cNvSpPr/>
            <p:nvPr/>
          </p:nvSpPr>
          <p:spPr>
            <a:xfrm>
              <a:off x="6991453" y="2326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8" name="pt38978"/>
            <p:cNvSpPr/>
            <p:nvPr/>
          </p:nvSpPr>
          <p:spPr>
            <a:xfrm>
              <a:off x="6965549" y="1930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9" name="pt38979"/>
            <p:cNvSpPr/>
            <p:nvPr/>
          </p:nvSpPr>
          <p:spPr>
            <a:xfrm>
              <a:off x="7162013" y="21092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0" name="pt38980"/>
            <p:cNvSpPr/>
            <p:nvPr/>
          </p:nvSpPr>
          <p:spPr>
            <a:xfrm>
              <a:off x="7045378" y="21203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1" name="pt38981"/>
            <p:cNvSpPr/>
            <p:nvPr/>
          </p:nvSpPr>
          <p:spPr>
            <a:xfrm>
              <a:off x="6820015" y="2090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2" name="pt38982"/>
            <p:cNvSpPr/>
            <p:nvPr/>
          </p:nvSpPr>
          <p:spPr>
            <a:xfrm>
              <a:off x="7074834" y="2080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3" name="pt38983"/>
            <p:cNvSpPr/>
            <p:nvPr/>
          </p:nvSpPr>
          <p:spPr>
            <a:xfrm>
              <a:off x="6787373" y="2334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4" name="pt38984"/>
            <p:cNvSpPr/>
            <p:nvPr/>
          </p:nvSpPr>
          <p:spPr>
            <a:xfrm>
              <a:off x="6701811" y="25092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5" name="pt38985"/>
            <p:cNvSpPr/>
            <p:nvPr/>
          </p:nvSpPr>
          <p:spPr>
            <a:xfrm>
              <a:off x="7524204" y="2056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6" name="pt38986"/>
            <p:cNvSpPr/>
            <p:nvPr/>
          </p:nvSpPr>
          <p:spPr>
            <a:xfrm>
              <a:off x="7110970" y="2021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7" name="pt38987"/>
            <p:cNvSpPr/>
            <p:nvPr/>
          </p:nvSpPr>
          <p:spPr>
            <a:xfrm>
              <a:off x="7037765" y="2229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8" name="pt38988"/>
            <p:cNvSpPr/>
            <p:nvPr/>
          </p:nvSpPr>
          <p:spPr>
            <a:xfrm>
              <a:off x="7242948" y="20111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9" name="pt38989"/>
            <p:cNvSpPr/>
            <p:nvPr/>
          </p:nvSpPr>
          <p:spPr>
            <a:xfrm>
              <a:off x="7188568" y="20562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0" name="pt38990"/>
            <p:cNvSpPr/>
            <p:nvPr/>
          </p:nvSpPr>
          <p:spPr>
            <a:xfrm>
              <a:off x="7071284" y="2112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1" name="pt38991"/>
            <p:cNvSpPr/>
            <p:nvPr/>
          </p:nvSpPr>
          <p:spPr>
            <a:xfrm>
              <a:off x="6833440" y="2125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2" name="pt38992"/>
            <p:cNvSpPr/>
            <p:nvPr/>
          </p:nvSpPr>
          <p:spPr>
            <a:xfrm>
              <a:off x="7099662" y="2382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3" name="pt38993"/>
            <p:cNvSpPr/>
            <p:nvPr/>
          </p:nvSpPr>
          <p:spPr>
            <a:xfrm>
              <a:off x="7107559" y="19978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4" name="pt38994"/>
            <p:cNvSpPr/>
            <p:nvPr/>
          </p:nvSpPr>
          <p:spPr>
            <a:xfrm>
              <a:off x="7198932" y="2106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5" name="pt38995"/>
            <p:cNvSpPr/>
            <p:nvPr/>
          </p:nvSpPr>
          <p:spPr>
            <a:xfrm>
              <a:off x="6819570" y="2046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6" name="pt38996"/>
            <p:cNvSpPr/>
            <p:nvPr/>
          </p:nvSpPr>
          <p:spPr>
            <a:xfrm>
              <a:off x="7320665" y="2521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7" name="pt38997"/>
            <p:cNvSpPr/>
            <p:nvPr/>
          </p:nvSpPr>
          <p:spPr>
            <a:xfrm>
              <a:off x="6809084" y="2010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8" name="pt38998"/>
            <p:cNvSpPr/>
            <p:nvPr/>
          </p:nvSpPr>
          <p:spPr>
            <a:xfrm>
              <a:off x="7379368" y="25623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9" name="pt38999"/>
            <p:cNvSpPr/>
            <p:nvPr/>
          </p:nvSpPr>
          <p:spPr>
            <a:xfrm>
              <a:off x="6901545" y="19676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0" name="pt39000"/>
            <p:cNvSpPr/>
            <p:nvPr/>
          </p:nvSpPr>
          <p:spPr>
            <a:xfrm>
              <a:off x="6917045" y="1962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1" name="pt39001"/>
            <p:cNvSpPr/>
            <p:nvPr/>
          </p:nvSpPr>
          <p:spPr>
            <a:xfrm>
              <a:off x="6983751" y="23065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2" name="pt39002"/>
            <p:cNvSpPr/>
            <p:nvPr/>
          </p:nvSpPr>
          <p:spPr>
            <a:xfrm>
              <a:off x="7149536" y="2036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3" name="pt39003"/>
            <p:cNvSpPr/>
            <p:nvPr/>
          </p:nvSpPr>
          <p:spPr>
            <a:xfrm>
              <a:off x="7229132" y="20304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4" name="pt39004"/>
            <p:cNvSpPr/>
            <p:nvPr/>
          </p:nvSpPr>
          <p:spPr>
            <a:xfrm>
              <a:off x="7152360" y="2027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5" name="pt39005"/>
            <p:cNvSpPr/>
            <p:nvPr/>
          </p:nvSpPr>
          <p:spPr>
            <a:xfrm>
              <a:off x="7412339" y="21566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6" name="pt39006"/>
            <p:cNvSpPr/>
            <p:nvPr/>
          </p:nvSpPr>
          <p:spPr>
            <a:xfrm>
              <a:off x="6931389" y="1812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7" name="pt39007"/>
            <p:cNvSpPr/>
            <p:nvPr/>
          </p:nvSpPr>
          <p:spPr>
            <a:xfrm>
              <a:off x="7046234" y="21426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8" name="pt39008"/>
            <p:cNvSpPr/>
            <p:nvPr/>
          </p:nvSpPr>
          <p:spPr>
            <a:xfrm>
              <a:off x="7177045" y="21351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9" name="pt39009"/>
            <p:cNvSpPr/>
            <p:nvPr/>
          </p:nvSpPr>
          <p:spPr>
            <a:xfrm>
              <a:off x="7003465" y="19883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0" name="pt39010"/>
            <p:cNvSpPr/>
            <p:nvPr/>
          </p:nvSpPr>
          <p:spPr>
            <a:xfrm>
              <a:off x="7226320" y="20277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1" name="pt39011"/>
            <p:cNvSpPr/>
            <p:nvPr/>
          </p:nvSpPr>
          <p:spPr>
            <a:xfrm>
              <a:off x="7097939" y="2365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2" name="pt39012"/>
            <p:cNvSpPr/>
            <p:nvPr/>
          </p:nvSpPr>
          <p:spPr>
            <a:xfrm>
              <a:off x="7205288" y="20450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3" name="pt39013"/>
            <p:cNvSpPr/>
            <p:nvPr/>
          </p:nvSpPr>
          <p:spPr>
            <a:xfrm>
              <a:off x="6913906" y="19180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4" name="pt39014"/>
            <p:cNvSpPr/>
            <p:nvPr/>
          </p:nvSpPr>
          <p:spPr>
            <a:xfrm>
              <a:off x="6993412" y="24231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5" name="pt39015"/>
            <p:cNvSpPr/>
            <p:nvPr/>
          </p:nvSpPr>
          <p:spPr>
            <a:xfrm>
              <a:off x="7257715" y="1972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6" name="pt39016"/>
            <p:cNvSpPr/>
            <p:nvPr/>
          </p:nvSpPr>
          <p:spPr>
            <a:xfrm>
              <a:off x="7056259" y="2036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7" name="pt39017"/>
            <p:cNvSpPr/>
            <p:nvPr/>
          </p:nvSpPr>
          <p:spPr>
            <a:xfrm>
              <a:off x="6991286" y="2264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8" name="pt39018"/>
            <p:cNvSpPr/>
            <p:nvPr/>
          </p:nvSpPr>
          <p:spPr>
            <a:xfrm>
              <a:off x="7079050" y="21825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9" name="pt39019"/>
            <p:cNvSpPr/>
            <p:nvPr/>
          </p:nvSpPr>
          <p:spPr>
            <a:xfrm>
              <a:off x="6989048" y="2151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0" name="pt39020"/>
            <p:cNvSpPr/>
            <p:nvPr/>
          </p:nvSpPr>
          <p:spPr>
            <a:xfrm>
              <a:off x="7034305" y="22538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1" name="pt39021"/>
            <p:cNvSpPr/>
            <p:nvPr/>
          </p:nvSpPr>
          <p:spPr>
            <a:xfrm>
              <a:off x="6962486" y="1956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2" name="pt39022"/>
            <p:cNvSpPr/>
            <p:nvPr/>
          </p:nvSpPr>
          <p:spPr>
            <a:xfrm>
              <a:off x="7113859" y="19625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3" name="pt39023"/>
            <p:cNvSpPr/>
            <p:nvPr/>
          </p:nvSpPr>
          <p:spPr>
            <a:xfrm>
              <a:off x="6783976" y="23423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4" name="pt39024"/>
            <p:cNvSpPr/>
            <p:nvPr/>
          </p:nvSpPr>
          <p:spPr>
            <a:xfrm>
              <a:off x="6621849" y="17778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5" name="pt39025"/>
            <p:cNvSpPr/>
            <p:nvPr/>
          </p:nvSpPr>
          <p:spPr>
            <a:xfrm>
              <a:off x="7100467" y="22873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6" name="pt39026"/>
            <p:cNvSpPr/>
            <p:nvPr/>
          </p:nvSpPr>
          <p:spPr>
            <a:xfrm>
              <a:off x="7244898" y="19257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7" name="pt39027"/>
            <p:cNvSpPr/>
            <p:nvPr/>
          </p:nvSpPr>
          <p:spPr>
            <a:xfrm>
              <a:off x="7085353" y="2242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8" name="pt39028"/>
            <p:cNvSpPr/>
            <p:nvPr/>
          </p:nvSpPr>
          <p:spPr>
            <a:xfrm>
              <a:off x="7063502" y="2115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9" name="pt39029"/>
            <p:cNvSpPr/>
            <p:nvPr/>
          </p:nvSpPr>
          <p:spPr>
            <a:xfrm>
              <a:off x="7172943" y="20694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0" name="pt39030"/>
            <p:cNvSpPr/>
            <p:nvPr/>
          </p:nvSpPr>
          <p:spPr>
            <a:xfrm>
              <a:off x="7029756" y="21754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1" name="pt39031"/>
            <p:cNvSpPr/>
            <p:nvPr/>
          </p:nvSpPr>
          <p:spPr>
            <a:xfrm>
              <a:off x="7140720" y="2115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2" name="pt39032"/>
            <p:cNvSpPr/>
            <p:nvPr/>
          </p:nvSpPr>
          <p:spPr>
            <a:xfrm>
              <a:off x="6993653" y="2316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3" name="pt39033"/>
            <p:cNvSpPr/>
            <p:nvPr/>
          </p:nvSpPr>
          <p:spPr>
            <a:xfrm>
              <a:off x="7249757" y="1987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4" name="pt39034"/>
            <p:cNvSpPr/>
            <p:nvPr/>
          </p:nvSpPr>
          <p:spPr>
            <a:xfrm>
              <a:off x="6839108" y="20185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5" name="pt39035"/>
            <p:cNvSpPr/>
            <p:nvPr/>
          </p:nvSpPr>
          <p:spPr>
            <a:xfrm>
              <a:off x="6848627" y="2168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6" name="pt39036"/>
            <p:cNvSpPr/>
            <p:nvPr/>
          </p:nvSpPr>
          <p:spPr>
            <a:xfrm>
              <a:off x="7337313" y="19701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7" name="pt39037"/>
            <p:cNvSpPr/>
            <p:nvPr/>
          </p:nvSpPr>
          <p:spPr>
            <a:xfrm>
              <a:off x="7074815" y="2099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8" name="pt39038"/>
            <p:cNvSpPr/>
            <p:nvPr/>
          </p:nvSpPr>
          <p:spPr>
            <a:xfrm>
              <a:off x="7009439" y="20260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9" name="pt39039"/>
            <p:cNvSpPr/>
            <p:nvPr/>
          </p:nvSpPr>
          <p:spPr>
            <a:xfrm>
              <a:off x="7135109" y="2033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0" name="pt39040"/>
            <p:cNvSpPr/>
            <p:nvPr/>
          </p:nvSpPr>
          <p:spPr>
            <a:xfrm>
              <a:off x="6921023" y="2128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1" name="pt39041"/>
            <p:cNvSpPr/>
            <p:nvPr/>
          </p:nvSpPr>
          <p:spPr>
            <a:xfrm>
              <a:off x="6979345" y="2014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2" name="pt39042"/>
            <p:cNvSpPr/>
            <p:nvPr/>
          </p:nvSpPr>
          <p:spPr>
            <a:xfrm>
              <a:off x="7147255" y="2024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3" name="pt39043"/>
            <p:cNvSpPr/>
            <p:nvPr/>
          </p:nvSpPr>
          <p:spPr>
            <a:xfrm>
              <a:off x="7509615" y="20799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4" name="pt39044"/>
            <p:cNvSpPr/>
            <p:nvPr/>
          </p:nvSpPr>
          <p:spPr>
            <a:xfrm>
              <a:off x="7222528" y="2008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5" name="pt39045"/>
            <p:cNvSpPr/>
            <p:nvPr/>
          </p:nvSpPr>
          <p:spPr>
            <a:xfrm>
              <a:off x="6974869" y="18394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6" name="pt39046"/>
            <p:cNvSpPr/>
            <p:nvPr/>
          </p:nvSpPr>
          <p:spPr>
            <a:xfrm>
              <a:off x="6910735" y="1970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7" name="pt39047"/>
            <p:cNvSpPr/>
            <p:nvPr/>
          </p:nvSpPr>
          <p:spPr>
            <a:xfrm>
              <a:off x="7070234" y="2149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8" name="pt39048"/>
            <p:cNvSpPr/>
            <p:nvPr/>
          </p:nvSpPr>
          <p:spPr>
            <a:xfrm>
              <a:off x="7262440" y="19000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9" name="pt39049"/>
            <p:cNvSpPr/>
            <p:nvPr/>
          </p:nvSpPr>
          <p:spPr>
            <a:xfrm>
              <a:off x="7112939" y="19695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0" name="pt39050"/>
            <p:cNvSpPr/>
            <p:nvPr/>
          </p:nvSpPr>
          <p:spPr>
            <a:xfrm>
              <a:off x="7082860" y="22443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1" name="pt39051"/>
            <p:cNvSpPr/>
            <p:nvPr/>
          </p:nvSpPr>
          <p:spPr>
            <a:xfrm>
              <a:off x="6960007" y="2041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2" name="pt39052"/>
            <p:cNvSpPr/>
            <p:nvPr/>
          </p:nvSpPr>
          <p:spPr>
            <a:xfrm>
              <a:off x="7290358" y="2155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3" name="pt39053"/>
            <p:cNvSpPr/>
            <p:nvPr/>
          </p:nvSpPr>
          <p:spPr>
            <a:xfrm>
              <a:off x="6900801" y="20908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4" name="pt39054"/>
            <p:cNvSpPr/>
            <p:nvPr/>
          </p:nvSpPr>
          <p:spPr>
            <a:xfrm>
              <a:off x="7030047" y="21690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5" name="pt39055"/>
            <p:cNvSpPr/>
            <p:nvPr/>
          </p:nvSpPr>
          <p:spPr>
            <a:xfrm>
              <a:off x="7129282" y="2111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6" name="pt39056"/>
            <p:cNvSpPr/>
            <p:nvPr/>
          </p:nvSpPr>
          <p:spPr>
            <a:xfrm>
              <a:off x="7044477" y="22122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7" name="pt39057"/>
            <p:cNvSpPr/>
            <p:nvPr/>
          </p:nvSpPr>
          <p:spPr>
            <a:xfrm>
              <a:off x="7105284" y="1965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8" name="pt39058"/>
            <p:cNvSpPr/>
            <p:nvPr/>
          </p:nvSpPr>
          <p:spPr>
            <a:xfrm>
              <a:off x="6974727" y="1622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9" name="pt39059"/>
            <p:cNvSpPr/>
            <p:nvPr/>
          </p:nvSpPr>
          <p:spPr>
            <a:xfrm>
              <a:off x="7082981" y="2113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0" name="pt39060"/>
            <p:cNvSpPr/>
            <p:nvPr/>
          </p:nvSpPr>
          <p:spPr>
            <a:xfrm>
              <a:off x="7207072" y="1990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1" name="pt39061"/>
            <p:cNvSpPr/>
            <p:nvPr/>
          </p:nvSpPr>
          <p:spPr>
            <a:xfrm>
              <a:off x="7286435" y="1968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2" name="pt39062"/>
            <p:cNvSpPr/>
            <p:nvPr/>
          </p:nvSpPr>
          <p:spPr>
            <a:xfrm>
              <a:off x="7200746" y="2058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3" name="pt39063"/>
            <p:cNvSpPr/>
            <p:nvPr/>
          </p:nvSpPr>
          <p:spPr>
            <a:xfrm>
              <a:off x="7186423" y="16603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4" name="pt39064"/>
            <p:cNvSpPr/>
            <p:nvPr/>
          </p:nvSpPr>
          <p:spPr>
            <a:xfrm>
              <a:off x="7300871" y="2017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5" name="pt39065"/>
            <p:cNvSpPr/>
            <p:nvPr/>
          </p:nvSpPr>
          <p:spPr>
            <a:xfrm>
              <a:off x="7062465" y="2126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6" name="pt39066"/>
            <p:cNvSpPr/>
            <p:nvPr/>
          </p:nvSpPr>
          <p:spPr>
            <a:xfrm>
              <a:off x="7151898" y="2066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7" name="pt39067"/>
            <p:cNvSpPr/>
            <p:nvPr/>
          </p:nvSpPr>
          <p:spPr>
            <a:xfrm>
              <a:off x="7160394" y="2189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8" name="pt39068"/>
            <p:cNvSpPr/>
            <p:nvPr/>
          </p:nvSpPr>
          <p:spPr>
            <a:xfrm>
              <a:off x="7383788" y="25826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9" name="pt39069"/>
            <p:cNvSpPr/>
            <p:nvPr/>
          </p:nvSpPr>
          <p:spPr>
            <a:xfrm>
              <a:off x="7366832" y="27029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0" name="pt39070"/>
            <p:cNvSpPr/>
            <p:nvPr/>
          </p:nvSpPr>
          <p:spPr>
            <a:xfrm>
              <a:off x="6936374" y="20367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1" name="pt39071"/>
            <p:cNvSpPr/>
            <p:nvPr/>
          </p:nvSpPr>
          <p:spPr>
            <a:xfrm>
              <a:off x="7209296" y="19922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2" name="pt39072"/>
            <p:cNvSpPr/>
            <p:nvPr/>
          </p:nvSpPr>
          <p:spPr>
            <a:xfrm>
              <a:off x="7116667" y="19503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3" name="pt39073"/>
            <p:cNvSpPr/>
            <p:nvPr/>
          </p:nvSpPr>
          <p:spPr>
            <a:xfrm>
              <a:off x="6744327" y="2199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4" name="pt39074"/>
            <p:cNvSpPr/>
            <p:nvPr/>
          </p:nvSpPr>
          <p:spPr>
            <a:xfrm>
              <a:off x="7008539" y="1998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5" name="pt39075"/>
            <p:cNvSpPr/>
            <p:nvPr/>
          </p:nvSpPr>
          <p:spPr>
            <a:xfrm>
              <a:off x="7228503" y="2055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6" name="pt39076"/>
            <p:cNvSpPr/>
            <p:nvPr/>
          </p:nvSpPr>
          <p:spPr>
            <a:xfrm>
              <a:off x="7079283" y="2249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7" name="pt39077"/>
            <p:cNvSpPr/>
            <p:nvPr/>
          </p:nvSpPr>
          <p:spPr>
            <a:xfrm>
              <a:off x="7029197" y="1929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8" name="pt39078"/>
            <p:cNvSpPr/>
            <p:nvPr/>
          </p:nvSpPr>
          <p:spPr>
            <a:xfrm>
              <a:off x="7145407" y="2039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9" name="pt39079"/>
            <p:cNvSpPr/>
            <p:nvPr/>
          </p:nvSpPr>
          <p:spPr>
            <a:xfrm>
              <a:off x="7132618" y="21250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0" name="pt39080"/>
            <p:cNvSpPr/>
            <p:nvPr/>
          </p:nvSpPr>
          <p:spPr>
            <a:xfrm>
              <a:off x="6961328" y="20402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1" name="pt39081"/>
            <p:cNvSpPr/>
            <p:nvPr/>
          </p:nvSpPr>
          <p:spPr>
            <a:xfrm>
              <a:off x="7352247" y="2657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2" name="pt39082"/>
            <p:cNvSpPr/>
            <p:nvPr/>
          </p:nvSpPr>
          <p:spPr>
            <a:xfrm>
              <a:off x="7327178" y="1860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3" name="pt39083"/>
            <p:cNvSpPr/>
            <p:nvPr/>
          </p:nvSpPr>
          <p:spPr>
            <a:xfrm>
              <a:off x="7087078" y="21743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4" name="pt39084"/>
            <p:cNvSpPr/>
            <p:nvPr/>
          </p:nvSpPr>
          <p:spPr>
            <a:xfrm>
              <a:off x="7321708" y="2465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5" name="pt39085"/>
            <p:cNvSpPr/>
            <p:nvPr/>
          </p:nvSpPr>
          <p:spPr>
            <a:xfrm>
              <a:off x="6886699" y="2101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6" name="pt39086"/>
            <p:cNvSpPr/>
            <p:nvPr/>
          </p:nvSpPr>
          <p:spPr>
            <a:xfrm>
              <a:off x="7095823" y="2289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7" name="pt39087"/>
            <p:cNvSpPr/>
            <p:nvPr/>
          </p:nvSpPr>
          <p:spPr>
            <a:xfrm>
              <a:off x="6937695" y="20835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8" name="pt39088"/>
            <p:cNvSpPr/>
            <p:nvPr/>
          </p:nvSpPr>
          <p:spPr>
            <a:xfrm>
              <a:off x="7117443" y="1933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9" name="pt39089"/>
            <p:cNvSpPr/>
            <p:nvPr/>
          </p:nvSpPr>
          <p:spPr>
            <a:xfrm>
              <a:off x="7091790" y="22084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0" name="pt39090"/>
            <p:cNvSpPr/>
            <p:nvPr/>
          </p:nvSpPr>
          <p:spPr>
            <a:xfrm>
              <a:off x="6747929" y="2145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1" name="pt39091"/>
            <p:cNvSpPr/>
            <p:nvPr/>
          </p:nvSpPr>
          <p:spPr>
            <a:xfrm>
              <a:off x="7057018" y="21090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2" name="pt39092"/>
            <p:cNvSpPr/>
            <p:nvPr/>
          </p:nvSpPr>
          <p:spPr>
            <a:xfrm>
              <a:off x="6847403" y="2178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3" name="pt39093"/>
            <p:cNvSpPr/>
            <p:nvPr/>
          </p:nvSpPr>
          <p:spPr>
            <a:xfrm>
              <a:off x="7139753" y="20177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4" name="pt39094"/>
            <p:cNvSpPr/>
            <p:nvPr/>
          </p:nvSpPr>
          <p:spPr>
            <a:xfrm>
              <a:off x="7073743" y="20709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5" name="pt39095"/>
            <p:cNvSpPr/>
            <p:nvPr/>
          </p:nvSpPr>
          <p:spPr>
            <a:xfrm>
              <a:off x="7149544" y="2078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6" name="pt39096"/>
            <p:cNvSpPr/>
            <p:nvPr/>
          </p:nvSpPr>
          <p:spPr>
            <a:xfrm>
              <a:off x="7384433" y="25876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7" name="pt39097"/>
            <p:cNvSpPr/>
            <p:nvPr/>
          </p:nvSpPr>
          <p:spPr>
            <a:xfrm>
              <a:off x="7239417" y="1976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8" name="pt39098"/>
            <p:cNvSpPr/>
            <p:nvPr/>
          </p:nvSpPr>
          <p:spPr>
            <a:xfrm>
              <a:off x="7210507" y="1957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9" name="pt39099"/>
            <p:cNvSpPr/>
            <p:nvPr/>
          </p:nvSpPr>
          <p:spPr>
            <a:xfrm>
              <a:off x="6990250" y="2192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0" name="pt39100"/>
            <p:cNvSpPr/>
            <p:nvPr/>
          </p:nvSpPr>
          <p:spPr>
            <a:xfrm>
              <a:off x="6894687" y="20509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1" name="pt39101"/>
            <p:cNvSpPr/>
            <p:nvPr/>
          </p:nvSpPr>
          <p:spPr>
            <a:xfrm>
              <a:off x="7112534" y="19344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2" name="pt39102"/>
            <p:cNvSpPr/>
            <p:nvPr/>
          </p:nvSpPr>
          <p:spPr>
            <a:xfrm>
              <a:off x="7066009" y="2238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3" name="pt39103"/>
            <p:cNvSpPr/>
            <p:nvPr/>
          </p:nvSpPr>
          <p:spPr>
            <a:xfrm>
              <a:off x="7133977" y="2056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4" name="pt39104"/>
            <p:cNvSpPr/>
            <p:nvPr/>
          </p:nvSpPr>
          <p:spPr>
            <a:xfrm>
              <a:off x="6750772" y="2038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5" name="pt39105"/>
            <p:cNvSpPr/>
            <p:nvPr/>
          </p:nvSpPr>
          <p:spPr>
            <a:xfrm>
              <a:off x="7115463" y="20107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6" name="pt39106"/>
            <p:cNvSpPr/>
            <p:nvPr/>
          </p:nvSpPr>
          <p:spPr>
            <a:xfrm>
              <a:off x="7176551" y="21906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7" name="pt39107"/>
            <p:cNvSpPr/>
            <p:nvPr/>
          </p:nvSpPr>
          <p:spPr>
            <a:xfrm>
              <a:off x="7105511" y="20542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8" name="pt39108"/>
            <p:cNvSpPr/>
            <p:nvPr/>
          </p:nvSpPr>
          <p:spPr>
            <a:xfrm>
              <a:off x="7192285" y="22987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9" name="pt39109"/>
            <p:cNvSpPr/>
            <p:nvPr/>
          </p:nvSpPr>
          <p:spPr>
            <a:xfrm>
              <a:off x="7105103" y="20164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0" name="pt39110"/>
            <p:cNvSpPr/>
            <p:nvPr/>
          </p:nvSpPr>
          <p:spPr>
            <a:xfrm>
              <a:off x="7008977" y="2094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1" name="pt39111"/>
            <p:cNvSpPr/>
            <p:nvPr/>
          </p:nvSpPr>
          <p:spPr>
            <a:xfrm>
              <a:off x="6982704" y="2158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2" name="pt39112"/>
            <p:cNvSpPr/>
            <p:nvPr/>
          </p:nvSpPr>
          <p:spPr>
            <a:xfrm>
              <a:off x="7005212" y="1829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3" name="pt39113"/>
            <p:cNvSpPr/>
            <p:nvPr/>
          </p:nvSpPr>
          <p:spPr>
            <a:xfrm>
              <a:off x="7193183" y="2283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4" name="pt39114"/>
            <p:cNvSpPr/>
            <p:nvPr/>
          </p:nvSpPr>
          <p:spPr>
            <a:xfrm>
              <a:off x="7200740" y="2097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5" name="pt39115"/>
            <p:cNvSpPr/>
            <p:nvPr/>
          </p:nvSpPr>
          <p:spPr>
            <a:xfrm>
              <a:off x="7108665" y="19047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6" name="pt39116"/>
            <p:cNvSpPr/>
            <p:nvPr/>
          </p:nvSpPr>
          <p:spPr>
            <a:xfrm>
              <a:off x="7185401" y="1834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7" name="pt39117"/>
            <p:cNvSpPr/>
            <p:nvPr/>
          </p:nvSpPr>
          <p:spPr>
            <a:xfrm>
              <a:off x="7313525" y="22817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8" name="pt39118"/>
            <p:cNvSpPr/>
            <p:nvPr/>
          </p:nvSpPr>
          <p:spPr>
            <a:xfrm>
              <a:off x="7140332" y="2049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9" name="pt39119"/>
            <p:cNvSpPr/>
            <p:nvPr/>
          </p:nvSpPr>
          <p:spPr>
            <a:xfrm>
              <a:off x="7171345" y="2056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0" name="pt39120"/>
            <p:cNvSpPr/>
            <p:nvPr/>
          </p:nvSpPr>
          <p:spPr>
            <a:xfrm>
              <a:off x="7162878" y="2153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1" name="pt39121"/>
            <p:cNvSpPr/>
            <p:nvPr/>
          </p:nvSpPr>
          <p:spPr>
            <a:xfrm>
              <a:off x="7286104" y="2119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2" name="pt39122"/>
            <p:cNvSpPr/>
            <p:nvPr/>
          </p:nvSpPr>
          <p:spPr>
            <a:xfrm>
              <a:off x="7146390" y="20217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3" name="pt39123"/>
            <p:cNvSpPr/>
            <p:nvPr/>
          </p:nvSpPr>
          <p:spPr>
            <a:xfrm>
              <a:off x="6909581" y="18645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4" name="pt39124"/>
            <p:cNvSpPr/>
            <p:nvPr/>
          </p:nvSpPr>
          <p:spPr>
            <a:xfrm>
              <a:off x="7221183" y="1947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5" name="pt39125"/>
            <p:cNvSpPr/>
            <p:nvPr/>
          </p:nvSpPr>
          <p:spPr>
            <a:xfrm>
              <a:off x="6956625" y="17937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6" name="pt39126"/>
            <p:cNvSpPr/>
            <p:nvPr/>
          </p:nvSpPr>
          <p:spPr>
            <a:xfrm>
              <a:off x="7234323" y="18719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7" name="pt39127"/>
            <p:cNvSpPr/>
            <p:nvPr/>
          </p:nvSpPr>
          <p:spPr>
            <a:xfrm>
              <a:off x="7027308" y="20058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8" name="pt39128"/>
            <p:cNvSpPr/>
            <p:nvPr/>
          </p:nvSpPr>
          <p:spPr>
            <a:xfrm>
              <a:off x="7245471" y="19808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9" name="pt39129"/>
            <p:cNvSpPr/>
            <p:nvPr/>
          </p:nvSpPr>
          <p:spPr>
            <a:xfrm>
              <a:off x="6983264" y="22406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0" name="pt39130"/>
            <p:cNvSpPr/>
            <p:nvPr/>
          </p:nvSpPr>
          <p:spPr>
            <a:xfrm>
              <a:off x="7287800" y="2082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1" name="pt39131"/>
            <p:cNvSpPr/>
            <p:nvPr/>
          </p:nvSpPr>
          <p:spPr>
            <a:xfrm>
              <a:off x="6950614" y="19206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2" name="pt39132"/>
            <p:cNvSpPr/>
            <p:nvPr/>
          </p:nvSpPr>
          <p:spPr>
            <a:xfrm>
              <a:off x="7607696" y="24024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3" name="pt39133"/>
            <p:cNvSpPr/>
            <p:nvPr/>
          </p:nvSpPr>
          <p:spPr>
            <a:xfrm>
              <a:off x="7144999" y="19482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4" name="pt39134"/>
            <p:cNvSpPr/>
            <p:nvPr/>
          </p:nvSpPr>
          <p:spPr>
            <a:xfrm>
              <a:off x="7308897" y="2429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5" name="pt39135"/>
            <p:cNvSpPr/>
            <p:nvPr/>
          </p:nvSpPr>
          <p:spPr>
            <a:xfrm>
              <a:off x="6938916" y="19325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6" name="pt39136"/>
            <p:cNvSpPr/>
            <p:nvPr/>
          </p:nvSpPr>
          <p:spPr>
            <a:xfrm>
              <a:off x="7119269" y="20049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7" name="pt39137"/>
            <p:cNvSpPr/>
            <p:nvPr/>
          </p:nvSpPr>
          <p:spPr>
            <a:xfrm>
              <a:off x="7037350" y="2211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8" name="pt39138"/>
            <p:cNvSpPr/>
            <p:nvPr/>
          </p:nvSpPr>
          <p:spPr>
            <a:xfrm>
              <a:off x="6957311" y="1860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9" name="pt39139"/>
            <p:cNvSpPr/>
            <p:nvPr/>
          </p:nvSpPr>
          <p:spPr>
            <a:xfrm>
              <a:off x="7394258" y="30617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0" name="pt39140"/>
            <p:cNvSpPr/>
            <p:nvPr/>
          </p:nvSpPr>
          <p:spPr>
            <a:xfrm>
              <a:off x="6931534" y="18222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1" name="pt39141"/>
            <p:cNvSpPr/>
            <p:nvPr/>
          </p:nvSpPr>
          <p:spPr>
            <a:xfrm>
              <a:off x="7249845" y="1992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2" name="pt39142"/>
            <p:cNvSpPr/>
            <p:nvPr/>
          </p:nvSpPr>
          <p:spPr>
            <a:xfrm>
              <a:off x="6932727" y="1875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3" name="pt39143"/>
            <p:cNvSpPr/>
            <p:nvPr/>
          </p:nvSpPr>
          <p:spPr>
            <a:xfrm>
              <a:off x="7139165" y="19566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4" name="pt39144"/>
            <p:cNvSpPr/>
            <p:nvPr/>
          </p:nvSpPr>
          <p:spPr>
            <a:xfrm>
              <a:off x="7198675" y="2028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5" name="pt39145"/>
            <p:cNvSpPr/>
            <p:nvPr/>
          </p:nvSpPr>
          <p:spPr>
            <a:xfrm>
              <a:off x="7470148" y="21914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6" name="pt39146"/>
            <p:cNvSpPr/>
            <p:nvPr/>
          </p:nvSpPr>
          <p:spPr>
            <a:xfrm>
              <a:off x="7341654" y="20350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7" name="pt39147"/>
            <p:cNvSpPr/>
            <p:nvPr/>
          </p:nvSpPr>
          <p:spPr>
            <a:xfrm>
              <a:off x="7309684" y="2289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8" name="pt39148"/>
            <p:cNvSpPr/>
            <p:nvPr/>
          </p:nvSpPr>
          <p:spPr>
            <a:xfrm>
              <a:off x="7091975" y="23410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9" name="pt39149"/>
            <p:cNvSpPr/>
            <p:nvPr/>
          </p:nvSpPr>
          <p:spPr>
            <a:xfrm>
              <a:off x="7163058" y="2318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0" name="pt39150"/>
            <p:cNvSpPr/>
            <p:nvPr/>
          </p:nvSpPr>
          <p:spPr>
            <a:xfrm>
              <a:off x="6728055" y="2464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1" name="pt39151"/>
            <p:cNvSpPr/>
            <p:nvPr/>
          </p:nvSpPr>
          <p:spPr>
            <a:xfrm>
              <a:off x="7301501" y="2084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2" name="pt39152"/>
            <p:cNvSpPr/>
            <p:nvPr/>
          </p:nvSpPr>
          <p:spPr>
            <a:xfrm>
              <a:off x="7139737" y="19969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3" name="pt39153"/>
            <p:cNvSpPr/>
            <p:nvPr/>
          </p:nvSpPr>
          <p:spPr>
            <a:xfrm>
              <a:off x="7151383" y="21526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4" name="pt39154"/>
            <p:cNvSpPr/>
            <p:nvPr/>
          </p:nvSpPr>
          <p:spPr>
            <a:xfrm>
              <a:off x="6903110" y="1964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5" name="pt39155"/>
            <p:cNvSpPr/>
            <p:nvPr/>
          </p:nvSpPr>
          <p:spPr>
            <a:xfrm>
              <a:off x="7068017" y="21346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6" name="pt39156"/>
            <p:cNvSpPr/>
            <p:nvPr/>
          </p:nvSpPr>
          <p:spPr>
            <a:xfrm>
              <a:off x="7195124" y="19724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7" name="pt39157"/>
            <p:cNvSpPr/>
            <p:nvPr/>
          </p:nvSpPr>
          <p:spPr>
            <a:xfrm>
              <a:off x="6754861" y="22040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8" name="pt39158"/>
            <p:cNvSpPr/>
            <p:nvPr/>
          </p:nvSpPr>
          <p:spPr>
            <a:xfrm>
              <a:off x="7010013" y="19865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9" name="pt39159"/>
            <p:cNvSpPr/>
            <p:nvPr/>
          </p:nvSpPr>
          <p:spPr>
            <a:xfrm>
              <a:off x="7034805" y="2214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0" name="pt39160"/>
            <p:cNvSpPr/>
            <p:nvPr/>
          </p:nvSpPr>
          <p:spPr>
            <a:xfrm>
              <a:off x="7196208" y="2160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1" name="pt39161"/>
            <p:cNvSpPr/>
            <p:nvPr/>
          </p:nvSpPr>
          <p:spPr>
            <a:xfrm>
              <a:off x="7180855" y="19502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2" name="pt39162"/>
            <p:cNvSpPr/>
            <p:nvPr/>
          </p:nvSpPr>
          <p:spPr>
            <a:xfrm>
              <a:off x="7034585" y="2221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3" name="pt39163"/>
            <p:cNvSpPr/>
            <p:nvPr/>
          </p:nvSpPr>
          <p:spPr>
            <a:xfrm>
              <a:off x="6840775" y="1938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4" name="pt39164"/>
            <p:cNvSpPr/>
            <p:nvPr/>
          </p:nvSpPr>
          <p:spPr>
            <a:xfrm>
              <a:off x="7315499" y="2531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5" name="pt39165"/>
            <p:cNvSpPr/>
            <p:nvPr/>
          </p:nvSpPr>
          <p:spPr>
            <a:xfrm>
              <a:off x="7249787" y="20637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6" name="pt39166"/>
            <p:cNvSpPr/>
            <p:nvPr/>
          </p:nvSpPr>
          <p:spPr>
            <a:xfrm>
              <a:off x="7132153" y="2188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7" name="pt39167"/>
            <p:cNvSpPr/>
            <p:nvPr/>
          </p:nvSpPr>
          <p:spPr>
            <a:xfrm>
              <a:off x="7030150" y="2190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8" name="pt39168"/>
            <p:cNvSpPr/>
            <p:nvPr/>
          </p:nvSpPr>
          <p:spPr>
            <a:xfrm>
              <a:off x="7374500" y="26820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9" name="pt39169"/>
            <p:cNvSpPr/>
            <p:nvPr/>
          </p:nvSpPr>
          <p:spPr>
            <a:xfrm>
              <a:off x="7018935" y="21808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0" name="pt39170"/>
            <p:cNvSpPr/>
            <p:nvPr/>
          </p:nvSpPr>
          <p:spPr>
            <a:xfrm>
              <a:off x="7298744" y="21704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1" name="pt39171"/>
            <p:cNvSpPr/>
            <p:nvPr/>
          </p:nvSpPr>
          <p:spPr>
            <a:xfrm>
              <a:off x="7180159" y="2078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2" name="pt39172"/>
            <p:cNvSpPr/>
            <p:nvPr/>
          </p:nvSpPr>
          <p:spPr>
            <a:xfrm>
              <a:off x="7010311" y="19371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3" name="pt39173"/>
            <p:cNvSpPr/>
            <p:nvPr/>
          </p:nvSpPr>
          <p:spPr>
            <a:xfrm>
              <a:off x="7030943" y="2158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4" name="pt39174"/>
            <p:cNvSpPr/>
            <p:nvPr/>
          </p:nvSpPr>
          <p:spPr>
            <a:xfrm>
              <a:off x="7209566" y="2095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5" name="pt39175"/>
            <p:cNvSpPr/>
            <p:nvPr/>
          </p:nvSpPr>
          <p:spPr>
            <a:xfrm>
              <a:off x="6736297" y="23392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6" name="pt39176"/>
            <p:cNvSpPr/>
            <p:nvPr/>
          </p:nvSpPr>
          <p:spPr>
            <a:xfrm>
              <a:off x="7068512" y="2150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7" name="pt39177"/>
            <p:cNvSpPr/>
            <p:nvPr/>
          </p:nvSpPr>
          <p:spPr>
            <a:xfrm>
              <a:off x="7040661" y="2207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8" name="pt39178"/>
            <p:cNvSpPr/>
            <p:nvPr/>
          </p:nvSpPr>
          <p:spPr>
            <a:xfrm>
              <a:off x="6922179" y="19734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9" name="pt39179"/>
            <p:cNvSpPr/>
            <p:nvPr/>
          </p:nvSpPr>
          <p:spPr>
            <a:xfrm>
              <a:off x="7243202" y="2026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0" name="pt39180"/>
            <p:cNvSpPr/>
            <p:nvPr/>
          </p:nvSpPr>
          <p:spPr>
            <a:xfrm>
              <a:off x="7051059" y="21617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1" name="pt39181"/>
            <p:cNvSpPr/>
            <p:nvPr/>
          </p:nvSpPr>
          <p:spPr>
            <a:xfrm>
              <a:off x="6967675" y="17943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2" name="pt39182"/>
            <p:cNvSpPr/>
            <p:nvPr/>
          </p:nvSpPr>
          <p:spPr>
            <a:xfrm>
              <a:off x="6932115" y="19176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3" name="pt39183"/>
            <p:cNvSpPr/>
            <p:nvPr/>
          </p:nvSpPr>
          <p:spPr>
            <a:xfrm>
              <a:off x="6974735" y="2035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4" name="pt39184"/>
            <p:cNvSpPr/>
            <p:nvPr/>
          </p:nvSpPr>
          <p:spPr>
            <a:xfrm>
              <a:off x="7081405" y="21790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5" name="pt39185"/>
            <p:cNvSpPr/>
            <p:nvPr/>
          </p:nvSpPr>
          <p:spPr>
            <a:xfrm>
              <a:off x="7049468" y="2239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6" name="pt39186"/>
            <p:cNvSpPr/>
            <p:nvPr/>
          </p:nvSpPr>
          <p:spPr>
            <a:xfrm>
              <a:off x="7113042" y="19961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7" name="pt39187"/>
            <p:cNvSpPr/>
            <p:nvPr/>
          </p:nvSpPr>
          <p:spPr>
            <a:xfrm>
              <a:off x="6973859" y="1945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8" name="pt39188"/>
            <p:cNvSpPr/>
            <p:nvPr/>
          </p:nvSpPr>
          <p:spPr>
            <a:xfrm>
              <a:off x="7221232" y="1853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9" name="pt39189"/>
            <p:cNvSpPr/>
            <p:nvPr/>
          </p:nvSpPr>
          <p:spPr>
            <a:xfrm>
              <a:off x="6826847" y="1880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0" name="pt39190"/>
            <p:cNvSpPr/>
            <p:nvPr/>
          </p:nvSpPr>
          <p:spPr>
            <a:xfrm>
              <a:off x="7158538" y="2385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1" name="pt39191"/>
            <p:cNvSpPr/>
            <p:nvPr/>
          </p:nvSpPr>
          <p:spPr>
            <a:xfrm>
              <a:off x="7182082" y="2126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2" name="pt39192"/>
            <p:cNvSpPr/>
            <p:nvPr/>
          </p:nvSpPr>
          <p:spPr>
            <a:xfrm>
              <a:off x="6961432" y="1941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3" name="pt39193"/>
            <p:cNvSpPr/>
            <p:nvPr/>
          </p:nvSpPr>
          <p:spPr>
            <a:xfrm>
              <a:off x="7322157" y="25061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4" name="pt39194"/>
            <p:cNvSpPr/>
            <p:nvPr/>
          </p:nvSpPr>
          <p:spPr>
            <a:xfrm>
              <a:off x="6942338" y="19178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5" name="pt39195"/>
            <p:cNvSpPr/>
            <p:nvPr/>
          </p:nvSpPr>
          <p:spPr>
            <a:xfrm>
              <a:off x="7073685" y="21581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6" name="pt39196"/>
            <p:cNvSpPr/>
            <p:nvPr/>
          </p:nvSpPr>
          <p:spPr>
            <a:xfrm>
              <a:off x="7078186" y="2213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7" name="pt39197"/>
            <p:cNvSpPr/>
            <p:nvPr/>
          </p:nvSpPr>
          <p:spPr>
            <a:xfrm>
              <a:off x="7163376" y="21753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8" name="pt39198"/>
            <p:cNvSpPr/>
            <p:nvPr/>
          </p:nvSpPr>
          <p:spPr>
            <a:xfrm>
              <a:off x="7041474" y="21830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9" name="pt39199"/>
            <p:cNvSpPr/>
            <p:nvPr/>
          </p:nvSpPr>
          <p:spPr>
            <a:xfrm>
              <a:off x="7071465" y="2114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0" name="pt39200"/>
            <p:cNvSpPr/>
            <p:nvPr/>
          </p:nvSpPr>
          <p:spPr>
            <a:xfrm>
              <a:off x="6956621" y="18112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1" name="pt39201"/>
            <p:cNvSpPr/>
            <p:nvPr/>
          </p:nvSpPr>
          <p:spPr>
            <a:xfrm>
              <a:off x="7106195" y="1856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2" name="pt39202"/>
            <p:cNvSpPr/>
            <p:nvPr/>
          </p:nvSpPr>
          <p:spPr>
            <a:xfrm>
              <a:off x="7028401" y="21095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3" name="pt39203"/>
            <p:cNvSpPr/>
            <p:nvPr/>
          </p:nvSpPr>
          <p:spPr>
            <a:xfrm>
              <a:off x="7333293" y="2206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4" name="pt39204"/>
            <p:cNvSpPr/>
            <p:nvPr/>
          </p:nvSpPr>
          <p:spPr>
            <a:xfrm>
              <a:off x="7066050" y="21568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5" name="pt39205"/>
            <p:cNvSpPr/>
            <p:nvPr/>
          </p:nvSpPr>
          <p:spPr>
            <a:xfrm>
              <a:off x="7385586" y="2328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6" name="pt39206"/>
            <p:cNvSpPr/>
            <p:nvPr/>
          </p:nvSpPr>
          <p:spPr>
            <a:xfrm>
              <a:off x="7103000" y="20516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7" name="pt39207"/>
            <p:cNvSpPr/>
            <p:nvPr/>
          </p:nvSpPr>
          <p:spPr>
            <a:xfrm>
              <a:off x="7430670" y="20135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8" name="pt39208"/>
            <p:cNvSpPr/>
            <p:nvPr/>
          </p:nvSpPr>
          <p:spPr>
            <a:xfrm>
              <a:off x="6956306" y="1760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9" name="pt39209"/>
            <p:cNvSpPr/>
            <p:nvPr/>
          </p:nvSpPr>
          <p:spPr>
            <a:xfrm>
              <a:off x="6849887" y="21363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0" name="pt39210"/>
            <p:cNvSpPr/>
            <p:nvPr/>
          </p:nvSpPr>
          <p:spPr>
            <a:xfrm>
              <a:off x="6855688" y="2104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1" name="pt39211"/>
            <p:cNvSpPr/>
            <p:nvPr/>
          </p:nvSpPr>
          <p:spPr>
            <a:xfrm>
              <a:off x="7303425" y="19194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2" name="pt39212"/>
            <p:cNvSpPr/>
            <p:nvPr/>
          </p:nvSpPr>
          <p:spPr>
            <a:xfrm>
              <a:off x="7019368" y="20553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3" name="pt39213"/>
            <p:cNvSpPr/>
            <p:nvPr/>
          </p:nvSpPr>
          <p:spPr>
            <a:xfrm>
              <a:off x="7306119" y="22448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4" name="pt39214"/>
            <p:cNvSpPr/>
            <p:nvPr/>
          </p:nvSpPr>
          <p:spPr>
            <a:xfrm>
              <a:off x="7604697" y="23610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5" name="pt39215"/>
            <p:cNvSpPr/>
            <p:nvPr/>
          </p:nvSpPr>
          <p:spPr>
            <a:xfrm>
              <a:off x="7106799" y="216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6" name="pt39216"/>
            <p:cNvSpPr/>
            <p:nvPr/>
          </p:nvSpPr>
          <p:spPr>
            <a:xfrm>
              <a:off x="7332004" y="22966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7" name="pt39217"/>
            <p:cNvSpPr/>
            <p:nvPr/>
          </p:nvSpPr>
          <p:spPr>
            <a:xfrm>
              <a:off x="7131795" y="21065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8" name="pt39218"/>
            <p:cNvSpPr/>
            <p:nvPr/>
          </p:nvSpPr>
          <p:spPr>
            <a:xfrm>
              <a:off x="6901081" y="194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9" name="pt39219"/>
            <p:cNvSpPr/>
            <p:nvPr/>
          </p:nvSpPr>
          <p:spPr>
            <a:xfrm>
              <a:off x="7056179" y="2156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0" name="pt39220"/>
            <p:cNvSpPr/>
            <p:nvPr/>
          </p:nvSpPr>
          <p:spPr>
            <a:xfrm>
              <a:off x="6841474" y="1877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1" name="pt39221"/>
            <p:cNvSpPr/>
            <p:nvPr/>
          </p:nvSpPr>
          <p:spPr>
            <a:xfrm>
              <a:off x="7277020" y="19302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2" name="pt39222"/>
            <p:cNvSpPr/>
            <p:nvPr/>
          </p:nvSpPr>
          <p:spPr>
            <a:xfrm>
              <a:off x="7097178" y="2416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3" name="pt39223"/>
            <p:cNvSpPr/>
            <p:nvPr/>
          </p:nvSpPr>
          <p:spPr>
            <a:xfrm>
              <a:off x="7092026" y="22372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4" name="pt39224"/>
            <p:cNvSpPr/>
            <p:nvPr/>
          </p:nvSpPr>
          <p:spPr>
            <a:xfrm>
              <a:off x="7122477" y="20969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5" name="pt39225"/>
            <p:cNvSpPr/>
            <p:nvPr/>
          </p:nvSpPr>
          <p:spPr>
            <a:xfrm>
              <a:off x="7085199" y="2359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6" name="pt39226"/>
            <p:cNvSpPr/>
            <p:nvPr/>
          </p:nvSpPr>
          <p:spPr>
            <a:xfrm>
              <a:off x="7180523" y="2105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7" name="pt39227"/>
            <p:cNvSpPr/>
            <p:nvPr/>
          </p:nvSpPr>
          <p:spPr>
            <a:xfrm>
              <a:off x="7149145" y="2242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8" name="pt39228"/>
            <p:cNvSpPr/>
            <p:nvPr/>
          </p:nvSpPr>
          <p:spPr>
            <a:xfrm>
              <a:off x="6922402" y="20611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9" name="pt39229"/>
            <p:cNvSpPr/>
            <p:nvPr/>
          </p:nvSpPr>
          <p:spPr>
            <a:xfrm>
              <a:off x="6964275" y="1939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0" name="pt39230"/>
            <p:cNvSpPr/>
            <p:nvPr/>
          </p:nvSpPr>
          <p:spPr>
            <a:xfrm>
              <a:off x="7230913" y="2057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1" name="pt39231"/>
            <p:cNvSpPr/>
            <p:nvPr/>
          </p:nvSpPr>
          <p:spPr>
            <a:xfrm>
              <a:off x="7136681" y="19759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2" name="pt39232"/>
            <p:cNvSpPr/>
            <p:nvPr/>
          </p:nvSpPr>
          <p:spPr>
            <a:xfrm>
              <a:off x="7041370" y="2240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3" name="pt39233"/>
            <p:cNvSpPr/>
            <p:nvPr/>
          </p:nvSpPr>
          <p:spPr>
            <a:xfrm>
              <a:off x="7870585" y="25091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4" name="pt39234"/>
            <p:cNvSpPr/>
            <p:nvPr/>
          </p:nvSpPr>
          <p:spPr>
            <a:xfrm>
              <a:off x="7145452" y="19350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5" name="pt39235"/>
            <p:cNvSpPr/>
            <p:nvPr/>
          </p:nvSpPr>
          <p:spPr>
            <a:xfrm>
              <a:off x="7381143" y="2115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6" name="pt39236"/>
            <p:cNvSpPr/>
            <p:nvPr/>
          </p:nvSpPr>
          <p:spPr>
            <a:xfrm>
              <a:off x="6967648" y="18347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7" name="pt39237"/>
            <p:cNvSpPr/>
            <p:nvPr/>
          </p:nvSpPr>
          <p:spPr>
            <a:xfrm>
              <a:off x="6840081" y="1833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8" name="pt39238"/>
            <p:cNvSpPr/>
            <p:nvPr/>
          </p:nvSpPr>
          <p:spPr>
            <a:xfrm>
              <a:off x="7037506" y="22015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9" name="pt39239"/>
            <p:cNvSpPr/>
            <p:nvPr/>
          </p:nvSpPr>
          <p:spPr>
            <a:xfrm>
              <a:off x="7079487" y="21263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0" name="pt39240"/>
            <p:cNvSpPr/>
            <p:nvPr/>
          </p:nvSpPr>
          <p:spPr>
            <a:xfrm>
              <a:off x="7190613" y="21386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1" name="pt39241"/>
            <p:cNvSpPr/>
            <p:nvPr/>
          </p:nvSpPr>
          <p:spPr>
            <a:xfrm>
              <a:off x="7217770" y="2010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2" name="pt39242"/>
            <p:cNvSpPr/>
            <p:nvPr/>
          </p:nvSpPr>
          <p:spPr>
            <a:xfrm>
              <a:off x="7042197" y="21269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3" name="pt39243"/>
            <p:cNvSpPr/>
            <p:nvPr/>
          </p:nvSpPr>
          <p:spPr>
            <a:xfrm>
              <a:off x="7178607" y="22285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4" name="pt39244"/>
            <p:cNvSpPr/>
            <p:nvPr/>
          </p:nvSpPr>
          <p:spPr>
            <a:xfrm>
              <a:off x="7470402" y="23026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5" name="pt39245"/>
            <p:cNvSpPr/>
            <p:nvPr/>
          </p:nvSpPr>
          <p:spPr>
            <a:xfrm>
              <a:off x="7071124" y="2119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6" name="pt39246"/>
            <p:cNvSpPr/>
            <p:nvPr/>
          </p:nvSpPr>
          <p:spPr>
            <a:xfrm>
              <a:off x="7062728" y="2093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7" name="pt39247"/>
            <p:cNvSpPr/>
            <p:nvPr/>
          </p:nvSpPr>
          <p:spPr>
            <a:xfrm>
              <a:off x="7041367" y="22349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8" name="pt39248"/>
            <p:cNvSpPr/>
            <p:nvPr/>
          </p:nvSpPr>
          <p:spPr>
            <a:xfrm>
              <a:off x="6907078" y="19496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9" name="pt39249"/>
            <p:cNvSpPr/>
            <p:nvPr/>
          </p:nvSpPr>
          <p:spPr>
            <a:xfrm>
              <a:off x="7228978" y="2086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0" name="pt39250"/>
            <p:cNvSpPr/>
            <p:nvPr/>
          </p:nvSpPr>
          <p:spPr>
            <a:xfrm>
              <a:off x="6801335" y="2299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1" name="pt39251"/>
            <p:cNvSpPr/>
            <p:nvPr/>
          </p:nvSpPr>
          <p:spPr>
            <a:xfrm>
              <a:off x="7004798" y="1860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2" name="pt39252"/>
            <p:cNvSpPr/>
            <p:nvPr/>
          </p:nvSpPr>
          <p:spPr>
            <a:xfrm>
              <a:off x="7046332" y="20858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3" name="pt39253"/>
            <p:cNvSpPr/>
            <p:nvPr/>
          </p:nvSpPr>
          <p:spPr>
            <a:xfrm>
              <a:off x="7327765" y="2182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4" name="pt39254"/>
            <p:cNvSpPr/>
            <p:nvPr/>
          </p:nvSpPr>
          <p:spPr>
            <a:xfrm>
              <a:off x="7135909" y="20771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5" name="pt39255"/>
            <p:cNvSpPr/>
            <p:nvPr/>
          </p:nvSpPr>
          <p:spPr>
            <a:xfrm>
              <a:off x="6915903" y="21100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6" name="pt39256"/>
            <p:cNvSpPr/>
            <p:nvPr/>
          </p:nvSpPr>
          <p:spPr>
            <a:xfrm>
              <a:off x="7219250" y="1882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7" name="pt39257"/>
            <p:cNvSpPr/>
            <p:nvPr/>
          </p:nvSpPr>
          <p:spPr>
            <a:xfrm>
              <a:off x="6942609" y="19677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8" name="pt39258"/>
            <p:cNvSpPr/>
            <p:nvPr/>
          </p:nvSpPr>
          <p:spPr>
            <a:xfrm>
              <a:off x="7053800" y="2073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9" name="pt39259"/>
            <p:cNvSpPr/>
            <p:nvPr/>
          </p:nvSpPr>
          <p:spPr>
            <a:xfrm>
              <a:off x="7074783" y="20407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0" name="pt39260"/>
            <p:cNvSpPr/>
            <p:nvPr/>
          </p:nvSpPr>
          <p:spPr>
            <a:xfrm>
              <a:off x="7109742" y="20520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1" name="pt39261"/>
            <p:cNvSpPr/>
            <p:nvPr/>
          </p:nvSpPr>
          <p:spPr>
            <a:xfrm>
              <a:off x="6886035" y="2182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2" name="pt39262"/>
            <p:cNvSpPr/>
            <p:nvPr/>
          </p:nvSpPr>
          <p:spPr>
            <a:xfrm>
              <a:off x="7076142" y="21701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3" name="pt39263"/>
            <p:cNvSpPr/>
            <p:nvPr/>
          </p:nvSpPr>
          <p:spPr>
            <a:xfrm>
              <a:off x="7087243" y="22454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4" name="pt39264"/>
            <p:cNvSpPr/>
            <p:nvPr/>
          </p:nvSpPr>
          <p:spPr>
            <a:xfrm>
              <a:off x="6783632" y="220970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5" name="pt39265"/>
            <p:cNvSpPr/>
            <p:nvPr/>
          </p:nvSpPr>
          <p:spPr>
            <a:xfrm>
              <a:off x="7201549" y="20862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6" name="pt39266"/>
            <p:cNvSpPr/>
            <p:nvPr/>
          </p:nvSpPr>
          <p:spPr>
            <a:xfrm>
              <a:off x="6872415" y="2123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7" name="pt39267"/>
            <p:cNvSpPr/>
            <p:nvPr/>
          </p:nvSpPr>
          <p:spPr>
            <a:xfrm>
              <a:off x="7169251" y="19983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8" name="pt39268"/>
            <p:cNvSpPr/>
            <p:nvPr/>
          </p:nvSpPr>
          <p:spPr>
            <a:xfrm>
              <a:off x="7181712" y="1904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9" name="pt39269"/>
            <p:cNvSpPr/>
            <p:nvPr/>
          </p:nvSpPr>
          <p:spPr>
            <a:xfrm>
              <a:off x="7034503" y="2159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0" name="pt39270"/>
            <p:cNvSpPr/>
            <p:nvPr/>
          </p:nvSpPr>
          <p:spPr>
            <a:xfrm>
              <a:off x="7010027" y="20936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1" name="pt39271"/>
            <p:cNvSpPr/>
            <p:nvPr/>
          </p:nvSpPr>
          <p:spPr>
            <a:xfrm>
              <a:off x="7229261" y="2051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2" name="pt39272"/>
            <p:cNvSpPr/>
            <p:nvPr/>
          </p:nvSpPr>
          <p:spPr>
            <a:xfrm>
              <a:off x="7550145" y="21472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3" name="pt39273"/>
            <p:cNvSpPr/>
            <p:nvPr/>
          </p:nvSpPr>
          <p:spPr>
            <a:xfrm>
              <a:off x="6992084" y="22822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4" name="pt39274"/>
            <p:cNvSpPr/>
            <p:nvPr/>
          </p:nvSpPr>
          <p:spPr>
            <a:xfrm>
              <a:off x="7537627" y="20387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5" name="pt39275"/>
            <p:cNvSpPr/>
            <p:nvPr/>
          </p:nvSpPr>
          <p:spPr>
            <a:xfrm>
              <a:off x="7128083" y="21637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6" name="pt39276"/>
            <p:cNvSpPr/>
            <p:nvPr/>
          </p:nvSpPr>
          <p:spPr>
            <a:xfrm>
              <a:off x="7247182" y="19067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7" name="pt39277"/>
            <p:cNvSpPr/>
            <p:nvPr/>
          </p:nvSpPr>
          <p:spPr>
            <a:xfrm>
              <a:off x="6987731" y="21863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8" name="pt39278"/>
            <p:cNvSpPr/>
            <p:nvPr/>
          </p:nvSpPr>
          <p:spPr>
            <a:xfrm>
              <a:off x="7212219" y="21297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9" name="pt39279"/>
            <p:cNvSpPr/>
            <p:nvPr/>
          </p:nvSpPr>
          <p:spPr>
            <a:xfrm>
              <a:off x="7134753" y="1991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0" name="pt39280"/>
            <p:cNvSpPr/>
            <p:nvPr/>
          </p:nvSpPr>
          <p:spPr>
            <a:xfrm>
              <a:off x="6852862" y="22454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1" name="pt39281"/>
            <p:cNvSpPr/>
            <p:nvPr/>
          </p:nvSpPr>
          <p:spPr>
            <a:xfrm>
              <a:off x="7009847" y="19515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2" name="pt39282"/>
            <p:cNvSpPr/>
            <p:nvPr/>
          </p:nvSpPr>
          <p:spPr>
            <a:xfrm>
              <a:off x="7173322" y="21049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3" name="pt39283"/>
            <p:cNvSpPr/>
            <p:nvPr/>
          </p:nvSpPr>
          <p:spPr>
            <a:xfrm>
              <a:off x="7110705" y="2001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4" name="pt39284"/>
            <p:cNvSpPr/>
            <p:nvPr/>
          </p:nvSpPr>
          <p:spPr>
            <a:xfrm>
              <a:off x="6954795" y="1705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5" name="pt39285"/>
            <p:cNvSpPr/>
            <p:nvPr/>
          </p:nvSpPr>
          <p:spPr>
            <a:xfrm>
              <a:off x="7248255" y="2046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6" name="pt39286"/>
            <p:cNvSpPr/>
            <p:nvPr/>
          </p:nvSpPr>
          <p:spPr>
            <a:xfrm>
              <a:off x="6872373" y="20709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7" name="pt39287"/>
            <p:cNvSpPr/>
            <p:nvPr/>
          </p:nvSpPr>
          <p:spPr>
            <a:xfrm>
              <a:off x="7009830" y="21161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8" name="pt39288"/>
            <p:cNvSpPr/>
            <p:nvPr/>
          </p:nvSpPr>
          <p:spPr>
            <a:xfrm>
              <a:off x="6878449" y="1938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9" name="pt39289"/>
            <p:cNvSpPr/>
            <p:nvPr/>
          </p:nvSpPr>
          <p:spPr>
            <a:xfrm>
              <a:off x="7277680" y="1940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0" name="pt39290"/>
            <p:cNvSpPr/>
            <p:nvPr/>
          </p:nvSpPr>
          <p:spPr>
            <a:xfrm>
              <a:off x="7238156" y="18653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1" name="pt39291"/>
            <p:cNvSpPr/>
            <p:nvPr/>
          </p:nvSpPr>
          <p:spPr>
            <a:xfrm>
              <a:off x="7278610" y="2093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2" name="pt39292"/>
            <p:cNvSpPr/>
            <p:nvPr/>
          </p:nvSpPr>
          <p:spPr>
            <a:xfrm>
              <a:off x="6793006" y="23314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3" name="pt39293"/>
            <p:cNvSpPr/>
            <p:nvPr/>
          </p:nvSpPr>
          <p:spPr>
            <a:xfrm>
              <a:off x="7053661" y="20826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4" name="pt39294"/>
            <p:cNvSpPr/>
            <p:nvPr/>
          </p:nvSpPr>
          <p:spPr>
            <a:xfrm>
              <a:off x="7149327" y="20312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5" name="pt39295"/>
            <p:cNvSpPr/>
            <p:nvPr/>
          </p:nvSpPr>
          <p:spPr>
            <a:xfrm>
              <a:off x="7200046" y="2052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6" name="pt39296"/>
            <p:cNvSpPr/>
            <p:nvPr/>
          </p:nvSpPr>
          <p:spPr>
            <a:xfrm>
              <a:off x="7202547" y="21130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7" name="pt39297"/>
            <p:cNvSpPr/>
            <p:nvPr/>
          </p:nvSpPr>
          <p:spPr>
            <a:xfrm>
              <a:off x="6949356" y="19816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8" name="pt39298"/>
            <p:cNvSpPr/>
            <p:nvPr/>
          </p:nvSpPr>
          <p:spPr>
            <a:xfrm>
              <a:off x="7347872" y="21262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9" name="pt39299"/>
            <p:cNvSpPr/>
            <p:nvPr/>
          </p:nvSpPr>
          <p:spPr>
            <a:xfrm>
              <a:off x="7049692" y="22549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0" name="pt39300"/>
            <p:cNvSpPr/>
            <p:nvPr/>
          </p:nvSpPr>
          <p:spPr>
            <a:xfrm>
              <a:off x="6639449" y="1539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1" name="pt39301"/>
            <p:cNvSpPr/>
            <p:nvPr/>
          </p:nvSpPr>
          <p:spPr>
            <a:xfrm>
              <a:off x="6691862" y="17774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2" name="pt39302"/>
            <p:cNvSpPr/>
            <p:nvPr/>
          </p:nvSpPr>
          <p:spPr>
            <a:xfrm>
              <a:off x="7147872" y="20374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3" name="pt39303"/>
            <p:cNvSpPr/>
            <p:nvPr/>
          </p:nvSpPr>
          <p:spPr>
            <a:xfrm>
              <a:off x="7089503" y="2221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4" name="pt39304"/>
            <p:cNvSpPr/>
            <p:nvPr/>
          </p:nvSpPr>
          <p:spPr>
            <a:xfrm>
              <a:off x="6908717" y="18354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5" name="pt39305"/>
            <p:cNvSpPr/>
            <p:nvPr/>
          </p:nvSpPr>
          <p:spPr>
            <a:xfrm>
              <a:off x="6902014" y="2055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6" name="pt39306"/>
            <p:cNvSpPr/>
            <p:nvPr/>
          </p:nvSpPr>
          <p:spPr>
            <a:xfrm>
              <a:off x="6821081" y="2114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7" name="pt39307"/>
            <p:cNvSpPr/>
            <p:nvPr/>
          </p:nvSpPr>
          <p:spPr>
            <a:xfrm>
              <a:off x="7180059" y="2113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8" name="pt39308"/>
            <p:cNvSpPr/>
            <p:nvPr/>
          </p:nvSpPr>
          <p:spPr>
            <a:xfrm>
              <a:off x="7125679" y="2125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9" name="pt39309"/>
            <p:cNvSpPr/>
            <p:nvPr/>
          </p:nvSpPr>
          <p:spPr>
            <a:xfrm>
              <a:off x="7010951" y="21367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0" name="pt39310"/>
            <p:cNvSpPr/>
            <p:nvPr/>
          </p:nvSpPr>
          <p:spPr>
            <a:xfrm>
              <a:off x="7298163" y="20060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1" name="pt39311"/>
            <p:cNvSpPr/>
            <p:nvPr/>
          </p:nvSpPr>
          <p:spPr>
            <a:xfrm>
              <a:off x="7090596" y="2216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2" name="pt39312"/>
            <p:cNvSpPr/>
            <p:nvPr/>
          </p:nvSpPr>
          <p:spPr>
            <a:xfrm>
              <a:off x="7156558" y="21898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3" name="pt39313"/>
            <p:cNvSpPr/>
            <p:nvPr/>
          </p:nvSpPr>
          <p:spPr>
            <a:xfrm>
              <a:off x="7175581" y="2013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4" name="pt39314"/>
            <p:cNvSpPr/>
            <p:nvPr/>
          </p:nvSpPr>
          <p:spPr>
            <a:xfrm>
              <a:off x="6766219" y="1877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5" name="pt39315"/>
            <p:cNvSpPr/>
            <p:nvPr/>
          </p:nvSpPr>
          <p:spPr>
            <a:xfrm>
              <a:off x="7046027" y="21785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6" name="pt39316"/>
            <p:cNvSpPr/>
            <p:nvPr/>
          </p:nvSpPr>
          <p:spPr>
            <a:xfrm>
              <a:off x="6716890" y="24610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7" name="pt39317"/>
            <p:cNvSpPr/>
            <p:nvPr/>
          </p:nvSpPr>
          <p:spPr>
            <a:xfrm>
              <a:off x="7081305" y="21028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8" name="pt39318"/>
            <p:cNvSpPr/>
            <p:nvPr/>
          </p:nvSpPr>
          <p:spPr>
            <a:xfrm>
              <a:off x="7125140" y="20737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9" name="pt39319"/>
            <p:cNvSpPr/>
            <p:nvPr/>
          </p:nvSpPr>
          <p:spPr>
            <a:xfrm>
              <a:off x="6818504" y="2201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0" name="pt39320"/>
            <p:cNvSpPr/>
            <p:nvPr/>
          </p:nvSpPr>
          <p:spPr>
            <a:xfrm>
              <a:off x="7082953" y="2147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1" name="pt39321"/>
            <p:cNvSpPr/>
            <p:nvPr/>
          </p:nvSpPr>
          <p:spPr>
            <a:xfrm>
              <a:off x="7287308" y="21195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2" name="pt39322"/>
            <p:cNvSpPr/>
            <p:nvPr/>
          </p:nvSpPr>
          <p:spPr>
            <a:xfrm>
              <a:off x="7173079" y="2310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3" name="pt39323"/>
            <p:cNvSpPr/>
            <p:nvPr/>
          </p:nvSpPr>
          <p:spPr>
            <a:xfrm>
              <a:off x="7433672" y="2302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4" name="pt39324"/>
            <p:cNvSpPr/>
            <p:nvPr/>
          </p:nvSpPr>
          <p:spPr>
            <a:xfrm>
              <a:off x="7178734" y="22225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5" name="pt39325"/>
            <p:cNvSpPr/>
            <p:nvPr/>
          </p:nvSpPr>
          <p:spPr>
            <a:xfrm>
              <a:off x="7093087" y="22889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6" name="pt39326"/>
            <p:cNvSpPr/>
            <p:nvPr/>
          </p:nvSpPr>
          <p:spPr>
            <a:xfrm>
              <a:off x="7158267" y="2218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7" name="pt39327"/>
            <p:cNvSpPr/>
            <p:nvPr/>
          </p:nvSpPr>
          <p:spPr>
            <a:xfrm>
              <a:off x="6993226" y="23658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8" name="pt39328"/>
            <p:cNvSpPr/>
            <p:nvPr/>
          </p:nvSpPr>
          <p:spPr>
            <a:xfrm>
              <a:off x="7049659" y="2208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9" name="pt39329"/>
            <p:cNvSpPr/>
            <p:nvPr/>
          </p:nvSpPr>
          <p:spPr>
            <a:xfrm>
              <a:off x="7092436" y="2292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0" name="pt39330"/>
            <p:cNvSpPr/>
            <p:nvPr/>
          </p:nvSpPr>
          <p:spPr>
            <a:xfrm>
              <a:off x="6995556" y="23457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1" name="pt39331"/>
            <p:cNvSpPr/>
            <p:nvPr/>
          </p:nvSpPr>
          <p:spPr>
            <a:xfrm>
              <a:off x="7277710" y="1977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2" name="pt39332"/>
            <p:cNvSpPr/>
            <p:nvPr/>
          </p:nvSpPr>
          <p:spPr>
            <a:xfrm>
              <a:off x="7175017" y="19452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3" name="pt39333"/>
            <p:cNvSpPr/>
            <p:nvPr/>
          </p:nvSpPr>
          <p:spPr>
            <a:xfrm>
              <a:off x="7157881" y="23079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4" name="pt39334"/>
            <p:cNvSpPr/>
            <p:nvPr/>
          </p:nvSpPr>
          <p:spPr>
            <a:xfrm>
              <a:off x="6804899" y="2033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5" name="pt39335"/>
            <p:cNvSpPr/>
            <p:nvPr/>
          </p:nvSpPr>
          <p:spPr>
            <a:xfrm>
              <a:off x="7317866" y="25823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6" name="pt39336"/>
            <p:cNvSpPr/>
            <p:nvPr/>
          </p:nvSpPr>
          <p:spPr>
            <a:xfrm>
              <a:off x="7010259" y="20071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7" name="pt39337"/>
            <p:cNvSpPr/>
            <p:nvPr/>
          </p:nvSpPr>
          <p:spPr>
            <a:xfrm>
              <a:off x="7174756" y="21414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8" name="pt39338"/>
            <p:cNvSpPr/>
            <p:nvPr/>
          </p:nvSpPr>
          <p:spPr>
            <a:xfrm>
              <a:off x="7104423" y="2020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9" name="pt39339"/>
            <p:cNvSpPr/>
            <p:nvPr/>
          </p:nvSpPr>
          <p:spPr>
            <a:xfrm>
              <a:off x="7129125" y="21806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0" name="pt39340"/>
            <p:cNvSpPr/>
            <p:nvPr/>
          </p:nvSpPr>
          <p:spPr>
            <a:xfrm>
              <a:off x="7338527" y="1864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1" name="pt39341"/>
            <p:cNvSpPr/>
            <p:nvPr/>
          </p:nvSpPr>
          <p:spPr>
            <a:xfrm>
              <a:off x="7148240" y="20004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2" name="pt39342"/>
            <p:cNvSpPr/>
            <p:nvPr/>
          </p:nvSpPr>
          <p:spPr>
            <a:xfrm>
              <a:off x="7222651" y="20325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3" name="pt39343"/>
            <p:cNvSpPr/>
            <p:nvPr/>
          </p:nvSpPr>
          <p:spPr>
            <a:xfrm>
              <a:off x="7272288" y="20728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4" name="pt39344"/>
            <p:cNvSpPr/>
            <p:nvPr/>
          </p:nvSpPr>
          <p:spPr>
            <a:xfrm>
              <a:off x="7026140" y="2100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5" name="pt39345"/>
            <p:cNvSpPr/>
            <p:nvPr/>
          </p:nvSpPr>
          <p:spPr>
            <a:xfrm>
              <a:off x="6981898" y="22884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6" name="pt39346"/>
            <p:cNvSpPr/>
            <p:nvPr/>
          </p:nvSpPr>
          <p:spPr>
            <a:xfrm>
              <a:off x="7284256" y="20816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7" name="pt39347"/>
            <p:cNvSpPr/>
            <p:nvPr/>
          </p:nvSpPr>
          <p:spPr>
            <a:xfrm>
              <a:off x="7121288" y="20207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8" name="pt39348"/>
            <p:cNvSpPr/>
            <p:nvPr/>
          </p:nvSpPr>
          <p:spPr>
            <a:xfrm>
              <a:off x="7284360" y="1907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9" name="pt39349"/>
            <p:cNvSpPr/>
            <p:nvPr/>
          </p:nvSpPr>
          <p:spPr>
            <a:xfrm>
              <a:off x="7684871" y="2409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0" name="pt39350"/>
            <p:cNvSpPr/>
            <p:nvPr/>
          </p:nvSpPr>
          <p:spPr>
            <a:xfrm>
              <a:off x="6943885" y="20490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1" name="pt39351"/>
            <p:cNvSpPr/>
            <p:nvPr/>
          </p:nvSpPr>
          <p:spPr>
            <a:xfrm>
              <a:off x="7307579" y="22792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2" name="pt39352"/>
            <p:cNvSpPr/>
            <p:nvPr/>
          </p:nvSpPr>
          <p:spPr>
            <a:xfrm>
              <a:off x="7226309" y="2079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3" name="pt39353"/>
            <p:cNvSpPr/>
            <p:nvPr/>
          </p:nvSpPr>
          <p:spPr>
            <a:xfrm>
              <a:off x="7044824" y="22210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4" name="pt39354"/>
            <p:cNvSpPr/>
            <p:nvPr/>
          </p:nvSpPr>
          <p:spPr>
            <a:xfrm>
              <a:off x="7062862" y="21463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5" name="pt39355"/>
            <p:cNvSpPr/>
            <p:nvPr/>
          </p:nvSpPr>
          <p:spPr>
            <a:xfrm>
              <a:off x="7072491" y="20294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6" name="pt39356"/>
            <p:cNvSpPr/>
            <p:nvPr/>
          </p:nvSpPr>
          <p:spPr>
            <a:xfrm>
              <a:off x="7336182" y="2076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7" name="pt39357"/>
            <p:cNvSpPr/>
            <p:nvPr/>
          </p:nvSpPr>
          <p:spPr>
            <a:xfrm>
              <a:off x="6765396" y="21683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8" name="pt39358"/>
            <p:cNvSpPr/>
            <p:nvPr/>
          </p:nvSpPr>
          <p:spPr>
            <a:xfrm>
              <a:off x="7177068" y="2075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9" name="pt39359"/>
            <p:cNvSpPr/>
            <p:nvPr/>
          </p:nvSpPr>
          <p:spPr>
            <a:xfrm>
              <a:off x="7384842" y="27011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0" name="pt39360"/>
            <p:cNvSpPr/>
            <p:nvPr/>
          </p:nvSpPr>
          <p:spPr>
            <a:xfrm>
              <a:off x="7216831" y="18003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1" name="pt39361"/>
            <p:cNvSpPr/>
            <p:nvPr/>
          </p:nvSpPr>
          <p:spPr>
            <a:xfrm>
              <a:off x="7096115" y="2236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2" name="pt39362"/>
            <p:cNvSpPr/>
            <p:nvPr/>
          </p:nvSpPr>
          <p:spPr>
            <a:xfrm>
              <a:off x="7271583" y="2109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3" name="pt39363"/>
            <p:cNvSpPr/>
            <p:nvPr/>
          </p:nvSpPr>
          <p:spPr>
            <a:xfrm>
              <a:off x="6828877" y="20344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4" name="pt39364"/>
            <p:cNvSpPr/>
            <p:nvPr/>
          </p:nvSpPr>
          <p:spPr>
            <a:xfrm>
              <a:off x="6880511" y="19736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5" name="pt39365"/>
            <p:cNvSpPr/>
            <p:nvPr/>
          </p:nvSpPr>
          <p:spPr>
            <a:xfrm>
              <a:off x="7201752" y="18751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6" name="pt39366"/>
            <p:cNvSpPr/>
            <p:nvPr/>
          </p:nvSpPr>
          <p:spPr>
            <a:xfrm>
              <a:off x="6969796" y="17685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7" name="pt39367"/>
            <p:cNvSpPr/>
            <p:nvPr/>
          </p:nvSpPr>
          <p:spPr>
            <a:xfrm>
              <a:off x="6988095" y="2284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8" name="pt39368"/>
            <p:cNvSpPr/>
            <p:nvPr/>
          </p:nvSpPr>
          <p:spPr>
            <a:xfrm>
              <a:off x="7053257" y="21518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9" name="pt39369"/>
            <p:cNvSpPr/>
            <p:nvPr/>
          </p:nvSpPr>
          <p:spPr>
            <a:xfrm>
              <a:off x="6852598" y="22045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0" name="pt39370"/>
            <p:cNvSpPr/>
            <p:nvPr/>
          </p:nvSpPr>
          <p:spPr>
            <a:xfrm>
              <a:off x="7082209" y="22008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1" name="pt39371"/>
            <p:cNvSpPr/>
            <p:nvPr/>
          </p:nvSpPr>
          <p:spPr>
            <a:xfrm>
              <a:off x="7130124" y="21120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2" name="pt39372"/>
            <p:cNvSpPr/>
            <p:nvPr/>
          </p:nvSpPr>
          <p:spPr>
            <a:xfrm>
              <a:off x="7082690" y="21158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3" name="pt39373"/>
            <p:cNvSpPr/>
            <p:nvPr/>
          </p:nvSpPr>
          <p:spPr>
            <a:xfrm>
              <a:off x="7034641" y="2280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4" name="pt39374"/>
            <p:cNvSpPr/>
            <p:nvPr/>
          </p:nvSpPr>
          <p:spPr>
            <a:xfrm>
              <a:off x="7337907" y="19672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5" name="pt39375"/>
            <p:cNvSpPr/>
            <p:nvPr/>
          </p:nvSpPr>
          <p:spPr>
            <a:xfrm>
              <a:off x="7123400" y="2100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6" name="pt39376"/>
            <p:cNvSpPr/>
            <p:nvPr/>
          </p:nvSpPr>
          <p:spPr>
            <a:xfrm>
              <a:off x="7137399" y="2028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7" name="pt39377"/>
            <p:cNvSpPr/>
            <p:nvPr/>
          </p:nvSpPr>
          <p:spPr>
            <a:xfrm>
              <a:off x="6731546" y="2635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8" name="pt39378"/>
            <p:cNvSpPr/>
            <p:nvPr/>
          </p:nvSpPr>
          <p:spPr>
            <a:xfrm>
              <a:off x="7044945" y="2270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9" name="pt39379"/>
            <p:cNvSpPr/>
            <p:nvPr/>
          </p:nvSpPr>
          <p:spPr>
            <a:xfrm>
              <a:off x="7141332" y="19697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0" name="pt39380"/>
            <p:cNvSpPr/>
            <p:nvPr/>
          </p:nvSpPr>
          <p:spPr>
            <a:xfrm>
              <a:off x="6718653" y="28927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1" name="pt39381"/>
            <p:cNvSpPr/>
            <p:nvPr/>
          </p:nvSpPr>
          <p:spPr>
            <a:xfrm>
              <a:off x="6994807" y="23186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2" name="pt39382"/>
            <p:cNvSpPr/>
            <p:nvPr/>
          </p:nvSpPr>
          <p:spPr>
            <a:xfrm>
              <a:off x="6814458" y="23108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3" name="pt39383"/>
            <p:cNvSpPr/>
            <p:nvPr/>
          </p:nvSpPr>
          <p:spPr>
            <a:xfrm>
              <a:off x="6949829" y="20276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4" name="pt39384"/>
            <p:cNvSpPr/>
            <p:nvPr/>
          </p:nvSpPr>
          <p:spPr>
            <a:xfrm>
              <a:off x="6896426" y="2097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5" name="pt39385"/>
            <p:cNvSpPr/>
            <p:nvPr/>
          </p:nvSpPr>
          <p:spPr>
            <a:xfrm>
              <a:off x="7247349" y="1985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6" name="pt39386"/>
            <p:cNvSpPr/>
            <p:nvPr/>
          </p:nvSpPr>
          <p:spPr>
            <a:xfrm>
              <a:off x="7157155" y="241361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7" name="pt39387"/>
            <p:cNvSpPr/>
            <p:nvPr/>
          </p:nvSpPr>
          <p:spPr>
            <a:xfrm>
              <a:off x="7272927" y="2014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8" name="pt39388"/>
            <p:cNvSpPr/>
            <p:nvPr/>
          </p:nvSpPr>
          <p:spPr>
            <a:xfrm>
              <a:off x="7233966" y="1928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9" name="pt39389"/>
            <p:cNvSpPr/>
            <p:nvPr/>
          </p:nvSpPr>
          <p:spPr>
            <a:xfrm>
              <a:off x="7282201" y="18993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0" name="pt39390"/>
            <p:cNvSpPr/>
            <p:nvPr/>
          </p:nvSpPr>
          <p:spPr>
            <a:xfrm>
              <a:off x="7070581" y="2127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1" name="pt39391"/>
            <p:cNvSpPr/>
            <p:nvPr/>
          </p:nvSpPr>
          <p:spPr>
            <a:xfrm>
              <a:off x="6970350" y="19164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2" name="pt39392"/>
            <p:cNvSpPr/>
            <p:nvPr/>
          </p:nvSpPr>
          <p:spPr>
            <a:xfrm>
              <a:off x="7190473" y="2180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3" name="pt39393"/>
            <p:cNvSpPr/>
            <p:nvPr/>
          </p:nvSpPr>
          <p:spPr>
            <a:xfrm>
              <a:off x="7135527" y="2090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4" name="pt39394"/>
            <p:cNvSpPr/>
            <p:nvPr/>
          </p:nvSpPr>
          <p:spPr>
            <a:xfrm>
              <a:off x="7050982" y="21479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5" name="pt39395"/>
            <p:cNvSpPr/>
            <p:nvPr/>
          </p:nvSpPr>
          <p:spPr>
            <a:xfrm>
              <a:off x="7105607" y="2101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6" name="pt39396"/>
            <p:cNvSpPr/>
            <p:nvPr/>
          </p:nvSpPr>
          <p:spPr>
            <a:xfrm>
              <a:off x="7269864" y="19317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7" name="pt39397"/>
            <p:cNvSpPr/>
            <p:nvPr/>
          </p:nvSpPr>
          <p:spPr>
            <a:xfrm>
              <a:off x="7384549" y="2601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8" name="pt39398"/>
            <p:cNvSpPr/>
            <p:nvPr/>
          </p:nvSpPr>
          <p:spPr>
            <a:xfrm>
              <a:off x="7119259" y="2028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9" name="pt39399"/>
            <p:cNvSpPr/>
            <p:nvPr/>
          </p:nvSpPr>
          <p:spPr>
            <a:xfrm>
              <a:off x="7556102" y="2107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0" name="pt39400"/>
            <p:cNvSpPr/>
            <p:nvPr/>
          </p:nvSpPr>
          <p:spPr>
            <a:xfrm>
              <a:off x="6817971" y="2070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1" name="pt39401"/>
            <p:cNvSpPr/>
            <p:nvPr/>
          </p:nvSpPr>
          <p:spPr>
            <a:xfrm>
              <a:off x="7207545" y="20527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2" name="pt39402"/>
            <p:cNvSpPr/>
            <p:nvPr/>
          </p:nvSpPr>
          <p:spPr>
            <a:xfrm>
              <a:off x="6943729" y="19502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3" name="pt39403"/>
            <p:cNvSpPr/>
            <p:nvPr/>
          </p:nvSpPr>
          <p:spPr>
            <a:xfrm>
              <a:off x="7105154" y="20972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4" name="pt39404"/>
            <p:cNvSpPr/>
            <p:nvPr/>
          </p:nvSpPr>
          <p:spPr>
            <a:xfrm>
              <a:off x="6854919" y="20528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5" name="pt39405"/>
            <p:cNvSpPr/>
            <p:nvPr/>
          </p:nvSpPr>
          <p:spPr>
            <a:xfrm>
              <a:off x="6981077" y="2165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6" name="pt39406"/>
            <p:cNvSpPr/>
            <p:nvPr/>
          </p:nvSpPr>
          <p:spPr>
            <a:xfrm>
              <a:off x="7274216" y="19483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7" name="pt39407"/>
            <p:cNvSpPr/>
            <p:nvPr/>
          </p:nvSpPr>
          <p:spPr>
            <a:xfrm>
              <a:off x="7390977" y="24837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8" name="pt39408"/>
            <p:cNvSpPr/>
            <p:nvPr/>
          </p:nvSpPr>
          <p:spPr>
            <a:xfrm>
              <a:off x="7183482" y="21261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9" name="pt39409"/>
            <p:cNvSpPr/>
            <p:nvPr/>
          </p:nvSpPr>
          <p:spPr>
            <a:xfrm>
              <a:off x="7287706" y="19117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0" name="pt39410"/>
            <p:cNvSpPr/>
            <p:nvPr/>
          </p:nvSpPr>
          <p:spPr>
            <a:xfrm>
              <a:off x="7049188" y="21544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1" name="pt39411"/>
            <p:cNvSpPr/>
            <p:nvPr/>
          </p:nvSpPr>
          <p:spPr>
            <a:xfrm>
              <a:off x="7130304" y="2143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2" name="pt39412"/>
            <p:cNvSpPr/>
            <p:nvPr/>
          </p:nvSpPr>
          <p:spPr>
            <a:xfrm>
              <a:off x="7103448" y="21729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3" name="pt39413"/>
            <p:cNvSpPr/>
            <p:nvPr/>
          </p:nvSpPr>
          <p:spPr>
            <a:xfrm>
              <a:off x="6947356" y="1998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4" name="pt39414"/>
            <p:cNvSpPr/>
            <p:nvPr/>
          </p:nvSpPr>
          <p:spPr>
            <a:xfrm>
              <a:off x="7360960" y="24146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5" name="pt39415"/>
            <p:cNvSpPr/>
            <p:nvPr/>
          </p:nvSpPr>
          <p:spPr>
            <a:xfrm>
              <a:off x="6913928" y="20232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6" name="pt39416"/>
            <p:cNvSpPr/>
            <p:nvPr/>
          </p:nvSpPr>
          <p:spPr>
            <a:xfrm>
              <a:off x="6800759" y="20973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7" name="pt39417"/>
            <p:cNvSpPr/>
            <p:nvPr/>
          </p:nvSpPr>
          <p:spPr>
            <a:xfrm>
              <a:off x="6733830" y="2255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8" name="pt39418"/>
            <p:cNvSpPr/>
            <p:nvPr/>
          </p:nvSpPr>
          <p:spPr>
            <a:xfrm>
              <a:off x="6770635" y="23228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9" name="pt39419"/>
            <p:cNvSpPr/>
            <p:nvPr/>
          </p:nvSpPr>
          <p:spPr>
            <a:xfrm>
              <a:off x="7049085" y="2152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0" name="pt39420"/>
            <p:cNvSpPr/>
            <p:nvPr/>
          </p:nvSpPr>
          <p:spPr>
            <a:xfrm>
              <a:off x="6988031" y="2164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1" name="pt39421"/>
            <p:cNvSpPr/>
            <p:nvPr/>
          </p:nvSpPr>
          <p:spPr>
            <a:xfrm>
              <a:off x="7070965" y="20642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2" name="pt39422"/>
            <p:cNvSpPr/>
            <p:nvPr/>
          </p:nvSpPr>
          <p:spPr>
            <a:xfrm>
              <a:off x="7237173" y="19338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3" name="pt39423"/>
            <p:cNvSpPr/>
            <p:nvPr/>
          </p:nvSpPr>
          <p:spPr>
            <a:xfrm>
              <a:off x="7410688" y="2905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4" name="pt39424"/>
            <p:cNvSpPr/>
            <p:nvPr/>
          </p:nvSpPr>
          <p:spPr>
            <a:xfrm>
              <a:off x="6687609" y="1930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5" name="pt39425"/>
            <p:cNvSpPr/>
            <p:nvPr/>
          </p:nvSpPr>
          <p:spPr>
            <a:xfrm>
              <a:off x="7048609" y="2222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6" name="pt39426"/>
            <p:cNvSpPr/>
            <p:nvPr/>
          </p:nvSpPr>
          <p:spPr>
            <a:xfrm>
              <a:off x="7054067" y="21076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7" name="pt39427"/>
            <p:cNvSpPr/>
            <p:nvPr/>
          </p:nvSpPr>
          <p:spPr>
            <a:xfrm>
              <a:off x="7157566" y="2330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8" name="pt39428"/>
            <p:cNvSpPr/>
            <p:nvPr/>
          </p:nvSpPr>
          <p:spPr>
            <a:xfrm>
              <a:off x="6905162" y="19731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9" name="pt39429"/>
            <p:cNvSpPr/>
            <p:nvPr/>
          </p:nvSpPr>
          <p:spPr>
            <a:xfrm>
              <a:off x="6952388" y="18053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0" name="pt39430"/>
            <p:cNvSpPr/>
            <p:nvPr/>
          </p:nvSpPr>
          <p:spPr>
            <a:xfrm>
              <a:off x="7119798" y="1904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1" name="pt39431"/>
            <p:cNvSpPr/>
            <p:nvPr/>
          </p:nvSpPr>
          <p:spPr>
            <a:xfrm>
              <a:off x="7043879" y="2231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2" name="pt39432"/>
            <p:cNvSpPr/>
            <p:nvPr/>
          </p:nvSpPr>
          <p:spPr>
            <a:xfrm>
              <a:off x="6919821" y="18839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3" name="pt39433"/>
            <p:cNvSpPr/>
            <p:nvPr/>
          </p:nvSpPr>
          <p:spPr>
            <a:xfrm>
              <a:off x="6937690" y="20030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4" name="pt39434"/>
            <p:cNvSpPr/>
            <p:nvPr/>
          </p:nvSpPr>
          <p:spPr>
            <a:xfrm>
              <a:off x="7229619" y="2126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5" name="pt39435"/>
            <p:cNvSpPr/>
            <p:nvPr/>
          </p:nvSpPr>
          <p:spPr>
            <a:xfrm>
              <a:off x="7177872" y="1992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6" name="pt39436"/>
            <p:cNvSpPr/>
            <p:nvPr/>
          </p:nvSpPr>
          <p:spPr>
            <a:xfrm>
              <a:off x="7043255" y="21946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7" name="pt39437"/>
            <p:cNvSpPr/>
            <p:nvPr/>
          </p:nvSpPr>
          <p:spPr>
            <a:xfrm>
              <a:off x="7241806" y="1998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8" name="pt39438"/>
            <p:cNvSpPr/>
            <p:nvPr/>
          </p:nvSpPr>
          <p:spPr>
            <a:xfrm>
              <a:off x="6855582" y="22413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9" name="pt39439"/>
            <p:cNvSpPr/>
            <p:nvPr/>
          </p:nvSpPr>
          <p:spPr>
            <a:xfrm>
              <a:off x="7082781" y="22308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0" name="pt39440"/>
            <p:cNvSpPr/>
            <p:nvPr/>
          </p:nvSpPr>
          <p:spPr>
            <a:xfrm>
              <a:off x="7235474" y="1958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1" name="pt39441"/>
            <p:cNvSpPr/>
            <p:nvPr/>
          </p:nvSpPr>
          <p:spPr>
            <a:xfrm>
              <a:off x="7176223" y="2234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2" name="pt39442"/>
            <p:cNvSpPr/>
            <p:nvPr/>
          </p:nvSpPr>
          <p:spPr>
            <a:xfrm>
              <a:off x="7178029" y="21691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3" name="pt39443"/>
            <p:cNvSpPr/>
            <p:nvPr/>
          </p:nvSpPr>
          <p:spPr>
            <a:xfrm>
              <a:off x="7207719" y="20226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4" name="pt39444"/>
            <p:cNvSpPr/>
            <p:nvPr/>
          </p:nvSpPr>
          <p:spPr>
            <a:xfrm>
              <a:off x="7013636" y="2005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5" name="pt39445"/>
            <p:cNvSpPr/>
            <p:nvPr/>
          </p:nvSpPr>
          <p:spPr>
            <a:xfrm>
              <a:off x="6959618" y="20370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6" name="pt39446"/>
            <p:cNvSpPr/>
            <p:nvPr/>
          </p:nvSpPr>
          <p:spPr>
            <a:xfrm>
              <a:off x="7190501" y="21684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7" name="pt39447"/>
            <p:cNvSpPr/>
            <p:nvPr/>
          </p:nvSpPr>
          <p:spPr>
            <a:xfrm>
              <a:off x="7189719" y="22131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8" name="pt39448"/>
            <p:cNvSpPr/>
            <p:nvPr/>
          </p:nvSpPr>
          <p:spPr>
            <a:xfrm>
              <a:off x="6895437" y="21957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9" name="pt39449"/>
            <p:cNvSpPr/>
            <p:nvPr/>
          </p:nvSpPr>
          <p:spPr>
            <a:xfrm>
              <a:off x="7103569" y="20650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0" name="pt39450"/>
            <p:cNvSpPr/>
            <p:nvPr/>
          </p:nvSpPr>
          <p:spPr>
            <a:xfrm>
              <a:off x="6977672" y="2151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1" name="pt39451"/>
            <p:cNvSpPr/>
            <p:nvPr/>
          </p:nvSpPr>
          <p:spPr>
            <a:xfrm>
              <a:off x="7233338" y="19119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2" name="pt39452"/>
            <p:cNvSpPr/>
            <p:nvPr/>
          </p:nvSpPr>
          <p:spPr>
            <a:xfrm>
              <a:off x="7144850" y="19754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3" name="pt39453"/>
            <p:cNvSpPr/>
            <p:nvPr/>
          </p:nvSpPr>
          <p:spPr>
            <a:xfrm>
              <a:off x="7042876" y="2218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4" name="pt39454"/>
            <p:cNvSpPr/>
            <p:nvPr/>
          </p:nvSpPr>
          <p:spPr>
            <a:xfrm>
              <a:off x="7082496" y="2177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5" name="pt39455"/>
            <p:cNvSpPr/>
            <p:nvPr/>
          </p:nvSpPr>
          <p:spPr>
            <a:xfrm>
              <a:off x="6912871" y="1938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6" name="pt39456"/>
            <p:cNvSpPr/>
            <p:nvPr/>
          </p:nvSpPr>
          <p:spPr>
            <a:xfrm>
              <a:off x="6947192" y="18977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7" name="pt39457"/>
            <p:cNvSpPr/>
            <p:nvPr/>
          </p:nvSpPr>
          <p:spPr>
            <a:xfrm>
              <a:off x="7134943" y="2056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8" name="pt39458"/>
            <p:cNvSpPr/>
            <p:nvPr/>
          </p:nvSpPr>
          <p:spPr>
            <a:xfrm>
              <a:off x="7329000" y="21858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9" name="pt39459"/>
            <p:cNvSpPr/>
            <p:nvPr/>
          </p:nvSpPr>
          <p:spPr>
            <a:xfrm>
              <a:off x="7007023" y="16090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0" name="pt39460"/>
            <p:cNvSpPr/>
            <p:nvPr/>
          </p:nvSpPr>
          <p:spPr>
            <a:xfrm>
              <a:off x="6832229" y="18595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1" name="pt39461"/>
            <p:cNvSpPr/>
            <p:nvPr/>
          </p:nvSpPr>
          <p:spPr>
            <a:xfrm>
              <a:off x="6898931" y="1938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2" name="pt39462"/>
            <p:cNvSpPr/>
            <p:nvPr/>
          </p:nvSpPr>
          <p:spPr>
            <a:xfrm>
              <a:off x="7080965" y="2166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3" name="pt39463"/>
            <p:cNvSpPr/>
            <p:nvPr/>
          </p:nvSpPr>
          <p:spPr>
            <a:xfrm>
              <a:off x="7292699" y="23114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4" name="pt39464"/>
            <p:cNvSpPr/>
            <p:nvPr/>
          </p:nvSpPr>
          <p:spPr>
            <a:xfrm>
              <a:off x="6880994" y="20024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5" name="pt39465"/>
            <p:cNvSpPr/>
            <p:nvPr/>
          </p:nvSpPr>
          <p:spPr>
            <a:xfrm>
              <a:off x="7154366" y="2344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6" name="pt39466"/>
            <p:cNvSpPr/>
            <p:nvPr/>
          </p:nvSpPr>
          <p:spPr>
            <a:xfrm>
              <a:off x="7078723" y="20522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7" name="pt39467"/>
            <p:cNvSpPr/>
            <p:nvPr/>
          </p:nvSpPr>
          <p:spPr>
            <a:xfrm>
              <a:off x="7108230" y="2103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8" name="pt39468"/>
            <p:cNvSpPr/>
            <p:nvPr/>
          </p:nvSpPr>
          <p:spPr>
            <a:xfrm>
              <a:off x="6930779" y="1786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9" name="pt39469"/>
            <p:cNvSpPr/>
            <p:nvPr/>
          </p:nvSpPr>
          <p:spPr>
            <a:xfrm>
              <a:off x="7201820" y="1860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0" name="pt39470"/>
            <p:cNvSpPr/>
            <p:nvPr/>
          </p:nvSpPr>
          <p:spPr>
            <a:xfrm>
              <a:off x="6750655" y="2121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1" name="pt39471"/>
            <p:cNvSpPr/>
            <p:nvPr/>
          </p:nvSpPr>
          <p:spPr>
            <a:xfrm>
              <a:off x="7150333" y="2066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2" name="pt39472"/>
            <p:cNvSpPr/>
            <p:nvPr/>
          </p:nvSpPr>
          <p:spPr>
            <a:xfrm>
              <a:off x="6977001" y="2195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3" name="pt39473"/>
            <p:cNvSpPr/>
            <p:nvPr/>
          </p:nvSpPr>
          <p:spPr>
            <a:xfrm>
              <a:off x="7277277" y="2034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4" name="pt39474"/>
            <p:cNvSpPr/>
            <p:nvPr/>
          </p:nvSpPr>
          <p:spPr>
            <a:xfrm>
              <a:off x="6892021" y="21753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5" name="pt39475"/>
            <p:cNvSpPr/>
            <p:nvPr/>
          </p:nvSpPr>
          <p:spPr>
            <a:xfrm>
              <a:off x="6950557" y="2163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6" name="pt39476"/>
            <p:cNvSpPr/>
            <p:nvPr/>
          </p:nvSpPr>
          <p:spPr>
            <a:xfrm>
              <a:off x="7187540" y="160819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7" name="pt39477"/>
            <p:cNvSpPr/>
            <p:nvPr/>
          </p:nvSpPr>
          <p:spPr>
            <a:xfrm>
              <a:off x="7172392" y="203682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8" name="pt39478"/>
            <p:cNvSpPr/>
            <p:nvPr/>
          </p:nvSpPr>
          <p:spPr>
            <a:xfrm>
              <a:off x="6864537" y="20804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9" name="pt39479"/>
            <p:cNvSpPr/>
            <p:nvPr/>
          </p:nvSpPr>
          <p:spPr>
            <a:xfrm>
              <a:off x="6934988" y="19339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0" name="pt39480"/>
            <p:cNvSpPr/>
            <p:nvPr/>
          </p:nvSpPr>
          <p:spPr>
            <a:xfrm>
              <a:off x="6912745" y="19326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1" name="pt39481"/>
            <p:cNvSpPr/>
            <p:nvPr/>
          </p:nvSpPr>
          <p:spPr>
            <a:xfrm>
              <a:off x="7119236" y="1950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2" name="pt39482"/>
            <p:cNvSpPr/>
            <p:nvPr/>
          </p:nvSpPr>
          <p:spPr>
            <a:xfrm>
              <a:off x="6903799" y="20141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3" name="pt39483"/>
            <p:cNvSpPr/>
            <p:nvPr/>
          </p:nvSpPr>
          <p:spPr>
            <a:xfrm>
              <a:off x="7392372" y="24259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4" name="pt39484"/>
            <p:cNvSpPr/>
            <p:nvPr/>
          </p:nvSpPr>
          <p:spPr>
            <a:xfrm>
              <a:off x="7041145" y="216797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5" name="pt39485"/>
            <p:cNvSpPr/>
            <p:nvPr/>
          </p:nvSpPr>
          <p:spPr>
            <a:xfrm>
              <a:off x="6868640" y="2240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6" name="pt39486"/>
            <p:cNvSpPr/>
            <p:nvPr/>
          </p:nvSpPr>
          <p:spPr>
            <a:xfrm>
              <a:off x="6905408" y="20430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7" name="pt39487"/>
            <p:cNvSpPr/>
            <p:nvPr/>
          </p:nvSpPr>
          <p:spPr>
            <a:xfrm>
              <a:off x="7110415" y="2068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8" name="pt39488"/>
            <p:cNvSpPr/>
            <p:nvPr/>
          </p:nvSpPr>
          <p:spPr>
            <a:xfrm>
              <a:off x="7266777" y="1835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9" name="pt39489"/>
            <p:cNvSpPr/>
            <p:nvPr/>
          </p:nvSpPr>
          <p:spPr>
            <a:xfrm>
              <a:off x="7089248" y="21458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0" name="pt39490"/>
            <p:cNvSpPr/>
            <p:nvPr/>
          </p:nvSpPr>
          <p:spPr>
            <a:xfrm>
              <a:off x="7092478" y="225764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1" name="pt39491"/>
            <p:cNvSpPr/>
            <p:nvPr/>
          </p:nvSpPr>
          <p:spPr>
            <a:xfrm>
              <a:off x="7346431" y="2026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2" name="pt39492"/>
            <p:cNvSpPr/>
            <p:nvPr/>
          </p:nvSpPr>
          <p:spPr>
            <a:xfrm>
              <a:off x="7116491" y="1983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3" name="pt39493"/>
            <p:cNvSpPr/>
            <p:nvPr/>
          </p:nvSpPr>
          <p:spPr>
            <a:xfrm>
              <a:off x="7010339" y="21240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4" name="pt39494"/>
            <p:cNvSpPr/>
            <p:nvPr/>
          </p:nvSpPr>
          <p:spPr>
            <a:xfrm>
              <a:off x="6860731" y="2051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5" name="pt39495"/>
            <p:cNvSpPr/>
            <p:nvPr/>
          </p:nvSpPr>
          <p:spPr>
            <a:xfrm>
              <a:off x="6944924" y="2104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6" name="pt39496"/>
            <p:cNvSpPr/>
            <p:nvPr/>
          </p:nvSpPr>
          <p:spPr>
            <a:xfrm>
              <a:off x="7073970" y="21348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7" name="pt39497"/>
            <p:cNvSpPr/>
            <p:nvPr/>
          </p:nvSpPr>
          <p:spPr>
            <a:xfrm>
              <a:off x="6807958" y="20751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8" name="pt39498"/>
            <p:cNvSpPr/>
            <p:nvPr/>
          </p:nvSpPr>
          <p:spPr>
            <a:xfrm>
              <a:off x="7231521" y="2078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9" name="pt39499"/>
            <p:cNvSpPr/>
            <p:nvPr/>
          </p:nvSpPr>
          <p:spPr>
            <a:xfrm>
              <a:off x="6734987" y="23573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0" name="pt39500"/>
            <p:cNvSpPr/>
            <p:nvPr/>
          </p:nvSpPr>
          <p:spPr>
            <a:xfrm>
              <a:off x="7070301" y="2171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1" name="pt39501"/>
            <p:cNvSpPr/>
            <p:nvPr/>
          </p:nvSpPr>
          <p:spPr>
            <a:xfrm>
              <a:off x="7009867" y="20993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2" name="pt39502"/>
            <p:cNvSpPr/>
            <p:nvPr/>
          </p:nvSpPr>
          <p:spPr>
            <a:xfrm>
              <a:off x="7313313" y="24905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3" name="pt39503"/>
            <p:cNvSpPr/>
            <p:nvPr/>
          </p:nvSpPr>
          <p:spPr>
            <a:xfrm>
              <a:off x="7187971" y="1798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4" name="pt39504"/>
            <p:cNvSpPr/>
            <p:nvPr/>
          </p:nvSpPr>
          <p:spPr>
            <a:xfrm>
              <a:off x="7140780" y="2041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5" name="pt39505"/>
            <p:cNvSpPr/>
            <p:nvPr/>
          </p:nvSpPr>
          <p:spPr>
            <a:xfrm>
              <a:off x="6793150" y="2557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6" name="pt39506"/>
            <p:cNvSpPr/>
            <p:nvPr/>
          </p:nvSpPr>
          <p:spPr>
            <a:xfrm>
              <a:off x="7150344" y="21689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7" name="pt39507"/>
            <p:cNvSpPr/>
            <p:nvPr/>
          </p:nvSpPr>
          <p:spPr>
            <a:xfrm>
              <a:off x="7080924" y="21779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8" name="pt39508"/>
            <p:cNvSpPr/>
            <p:nvPr/>
          </p:nvSpPr>
          <p:spPr>
            <a:xfrm>
              <a:off x="7059996" y="21304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9" name="pt39509"/>
            <p:cNvSpPr/>
            <p:nvPr/>
          </p:nvSpPr>
          <p:spPr>
            <a:xfrm>
              <a:off x="7240972" y="19138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0" name="pt39510"/>
            <p:cNvSpPr/>
            <p:nvPr/>
          </p:nvSpPr>
          <p:spPr>
            <a:xfrm>
              <a:off x="7140132" y="20041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1" name="pt39511"/>
            <p:cNvSpPr/>
            <p:nvPr/>
          </p:nvSpPr>
          <p:spPr>
            <a:xfrm>
              <a:off x="7114072" y="20246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2" name="pt39512"/>
            <p:cNvSpPr/>
            <p:nvPr/>
          </p:nvSpPr>
          <p:spPr>
            <a:xfrm>
              <a:off x="7056021" y="2089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3" name="pt39513"/>
            <p:cNvSpPr/>
            <p:nvPr/>
          </p:nvSpPr>
          <p:spPr>
            <a:xfrm>
              <a:off x="7088312" y="21864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4" name="pt39514"/>
            <p:cNvSpPr/>
            <p:nvPr/>
          </p:nvSpPr>
          <p:spPr>
            <a:xfrm>
              <a:off x="6982540" y="22783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5" name="pt39515"/>
            <p:cNvSpPr/>
            <p:nvPr/>
          </p:nvSpPr>
          <p:spPr>
            <a:xfrm>
              <a:off x="7076500" y="20328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6" name="pt39516"/>
            <p:cNvSpPr/>
            <p:nvPr/>
          </p:nvSpPr>
          <p:spPr>
            <a:xfrm>
              <a:off x="7163947" y="21086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7" name="pt39517"/>
            <p:cNvSpPr/>
            <p:nvPr/>
          </p:nvSpPr>
          <p:spPr>
            <a:xfrm>
              <a:off x="7252726" y="1946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8" name="pt39518"/>
            <p:cNvSpPr/>
            <p:nvPr/>
          </p:nvSpPr>
          <p:spPr>
            <a:xfrm>
              <a:off x="6905408" y="19503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9" name="pt39519"/>
            <p:cNvSpPr/>
            <p:nvPr/>
          </p:nvSpPr>
          <p:spPr>
            <a:xfrm>
              <a:off x="6521307" y="19273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0" name="pt39520"/>
            <p:cNvSpPr/>
            <p:nvPr/>
          </p:nvSpPr>
          <p:spPr>
            <a:xfrm>
              <a:off x="7080420" y="2177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1" name="pt39521"/>
            <p:cNvSpPr/>
            <p:nvPr/>
          </p:nvSpPr>
          <p:spPr>
            <a:xfrm>
              <a:off x="7182575" y="19844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2" name="pt39522"/>
            <p:cNvSpPr/>
            <p:nvPr/>
          </p:nvSpPr>
          <p:spPr>
            <a:xfrm>
              <a:off x="6917418" y="19580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3" name="pt39523"/>
            <p:cNvSpPr/>
            <p:nvPr/>
          </p:nvSpPr>
          <p:spPr>
            <a:xfrm>
              <a:off x="7007244" y="17816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4" name="pt39524"/>
            <p:cNvSpPr/>
            <p:nvPr/>
          </p:nvSpPr>
          <p:spPr>
            <a:xfrm>
              <a:off x="7046652" y="21934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5" name="pt39525"/>
            <p:cNvSpPr/>
            <p:nvPr/>
          </p:nvSpPr>
          <p:spPr>
            <a:xfrm>
              <a:off x="7006688" y="1817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6" name="pt39526"/>
            <p:cNvSpPr/>
            <p:nvPr/>
          </p:nvSpPr>
          <p:spPr>
            <a:xfrm>
              <a:off x="7202861" y="21313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7" name="pt39527"/>
            <p:cNvSpPr/>
            <p:nvPr/>
          </p:nvSpPr>
          <p:spPr>
            <a:xfrm>
              <a:off x="7220167" y="199102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8" name="pt39528"/>
            <p:cNvSpPr/>
            <p:nvPr/>
          </p:nvSpPr>
          <p:spPr>
            <a:xfrm>
              <a:off x="6672629" y="20507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9" name="pt39529"/>
            <p:cNvSpPr/>
            <p:nvPr/>
          </p:nvSpPr>
          <p:spPr>
            <a:xfrm>
              <a:off x="7111030" y="1999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0" name="pt39530"/>
            <p:cNvSpPr/>
            <p:nvPr/>
          </p:nvSpPr>
          <p:spPr>
            <a:xfrm>
              <a:off x="6929967" y="19467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1" name="pt39531"/>
            <p:cNvSpPr/>
            <p:nvPr/>
          </p:nvSpPr>
          <p:spPr>
            <a:xfrm>
              <a:off x="7148485" y="21970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2" name="pt39532"/>
            <p:cNvSpPr/>
            <p:nvPr/>
          </p:nvSpPr>
          <p:spPr>
            <a:xfrm>
              <a:off x="7191452" y="21994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3" name="pt39533"/>
            <p:cNvSpPr/>
            <p:nvPr/>
          </p:nvSpPr>
          <p:spPr>
            <a:xfrm>
              <a:off x="7204766" y="18841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4" name="pt39534"/>
            <p:cNvSpPr/>
            <p:nvPr/>
          </p:nvSpPr>
          <p:spPr>
            <a:xfrm>
              <a:off x="6995219" y="21217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5" name="pt39535"/>
            <p:cNvSpPr/>
            <p:nvPr/>
          </p:nvSpPr>
          <p:spPr>
            <a:xfrm>
              <a:off x="7074212" y="2158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6" name="pt39536"/>
            <p:cNvSpPr/>
            <p:nvPr/>
          </p:nvSpPr>
          <p:spPr>
            <a:xfrm>
              <a:off x="7055752" y="21203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7" name="pt39537"/>
            <p:cNvSpPr/>
            <p:nvPr/>
          </p:nvSpPr>
          <p:spPr>
            <a:xfrm>
              <a:off x="7038302" y="21570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8" name="pt39538"/>
            <p:cNvSpPr/>
            <p:nvPr/>
          </p:nvSpPr>
          <p:spPr>
            <a:xfrm>
              <a:off x="7164720" y="22703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9" name="pt39539"/>
            <p:cNvSpPr/>
            <p:nvPr/>
          </p:nvSpPr>
          <p:spPr>
            <a:xfrm>
              <a:off x="7081792" y="21877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0" name="pt39540"/>
            <p:cNvSpPr/>
            <p:nvPr/>
          </p:nvSpPr>
          <p:spPr>
            <a:xfrm>
              <a:off x="7059553" y="21988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1" name="pt39541"/>
            <p:cNvSpPr/>
            <p:nvPr/>
          </p:nvSpPr>
          <p:spPr>
            <a:xfrm>
              <a:off x="6984062" y="20440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2" name="pt39542"/>
            <p:cNvSpPr/>
            <p:nvPr/>
          </p:nvSpPr>
          <p:spPr>
            <a:xfrm>
              <a:off x="7054886" y="2098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3" name="pt39543"/>
            <p:cNvSpPr/>
            <p:nvPr/>
          </p:nvSpPr>
          <p:spPr>
            <a:xfrm>
              <a:off x="7377894" y="25939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4" name="pt39544"/>
            <p:cNvSpPr/>
            <p:nvPr/>
          </p:nvSpPr>
          <p:spPr>
            <a:xfrm>
              <a:off x="7118066" y="19580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5" name="pt39545"/>
            <p:cNvSpPr/>
            <p:nvPr/>
          </p:nvSpPr>
          <p:spPr>
            <a:xfrm>
              <a:off x="7078953" y="2133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6" name="pt39546"/>
            <p:cNvSpPr/>
            <p:nvPr/>
          </p:nvSpPr>
          <p:spPr>
            <a:xfrm>
              <a:off x="6981148" y="2238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7" name="pt39547"/>
            <p:cNvSpPr/>
            <p:nvPr/>
          </p:nvSpPr>
          <p:spPr>
            <a:xfrm>
              <a:off x="6960194" y="21496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8" name="pt39548"/>
            <p:cNvSpPr/>
            <p:nvPr/>
          </p:nvSpPr>
          <p:spPr>
            <a:xfrm>
              <a:off x="7170084" y="2037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9" name="pt39549"/>
            <p:cNvSpPr/>
            <p:nvPr/>
          </p:nvSpPr>
          <p:spPr>
            <a:xfrm>
              <a:off x="7153646" y="22253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0" name="pt39550"/>
            <p:cNvSpPr/>
            <p:nvPr/>
          </p:nvSpPr>
          <p:spPr>
            <a:xfrm>
              <a:off x="7290740" y="2215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1" name="pt39551"/>
            <p:cNvSpPr/>
            <p:nvPr/>
          </p:nvSpPr>
          <p:spPr>
            <a:xfrm>
              <a:off x="7191661" y="2207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2" name="pt39552"/>
            <p:cNvSpPr/>
            <p:nvPr/>
          </p:nvSpPr>
          <p:spPr>
            <a:xfrm>
              <a:off x="7168709" y="2001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3" name="pt39553"/>
            <p:cNvSpPr/>
            <p:nvPr/>
          </p:nvSpPr>
          <p:spPr>
            <a:xfrm>
              <a:off x="7192502" y="21965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4" name="pt39554"/>
            <p:cNvSpPr/>
            <p:nvPr/>
          </p:nvSpPr>
          <p:spPr>
            <a:xfrm>
              <a:off x="7033584" y="22028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5" name="pt39555"/>
            <p:cNvSpPr/>
            <p:nvPr/>
          </p:nvSpPr>
          <p:spPr>
            <a:xfrm>
              <a:off x="7160162" y="24050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6" name="pt39556"/>
            <p:cNvSpPr/>
            <p:nvPr/>
          </p:nvSpPr>
          <p:spPr>
            <a:xfrm>
              <a:off x="6998251" y="22063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7" name="pt39557"/>
            <p:cNvSpPr/>
            <p:nvPr/>
          </p:nvSpPr>
          <p:spPr>
            <a:xfrm>
              <a:off x="7130897" y="21094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8" name="pt39558"/>
            <p:cNvSpPr/>
            <p:nvPr/>
          </p:nvSpPr>
          <p:spPr>
            <a:xfrm>
              <a:off x="7275089" y="1997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9" name="pt39559"/>
            <p:cNvSpPr/>
            <p:nvPr/>
          </p:nvSpPr>
          <p:spPr>
            <a:xfrm>
              <a:off x="7062706" y="2152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0" name="pt39560"/>
            <p:cNvSpPr/>
            <p:nvPr/>
          </p:nvSpPr>
          <p:spPr>
            <a:xfrm>
              <a:off x="7236571" y="19099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1" name="pt39561"/>
            <p:cNvSpPr/>
            <p:nvPr/>
          </p:nvSpPr>
          <p:spPr>
            <a:xfrm>
              <a:off x="7062010" y="21848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2" name="pt39562"/>
            <p:cNvSpPr/>
            <p:nvPr/>
          </p:nvSpPr>
          <p:spPr>
            <a:xfrm>
              <a:off x="7196623" y="2013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3" name="pt39563"/>
            <p:cNvSpPr/>
            <p:nvPr/>
          </p:nvSpPr>
          <p:spPr>
            <a:xfrm>
              <a:off x="6887782" y="2160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4" name="pt39564"/>
            <p:cNvSpPr/>
            <p:nvPr/>
          </p:nvSpPr>
          <p:spPr>
            <a:xfrm>
              <a:off x="6936537" y="19907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5" name="pt39565"/>
            <p:cNvSpPr/>
            <p:nvPr/>
          </p:nvSpPr>
          <p:spPr>
            <a:xfrm>
              <a:off x="7292386" y="21404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6" name="pt39566"/>
            <p:cNvSpPr/>
            <p:nvPr/>
          </p:nvSpPr>
          <p:spPr>
            <a:xfrm>
              <a:off x="7187850" y="1693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7" name="pt39567"/>
            <p:cNvSpPr/>
            <p:nvPr/>
          </p:nvSpPr>
          <p:spPr>
            <a:xfrm>
              <a:off x="7104320" y="2119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8" name="pt39568"/>
            <p:cNvSpPr/>
            <p:nvPr/>
          </p:nvSpPr>
          <p:spPr>
            <a:xfrm>
              <a:off x="6739318" y="21766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9" name="pt39569"/>
            <p:cNvSpPr/>
            <p:nvPr/>
          </p:nvSpPr>
          <p:spPr>
            <a:xfrm>
              <a:off x="7278758" y="2194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0" name="pt39570"/>
            <p:cNvSpPr/>
            <p:nvPr/>
          </p:nvSpPr>
          <p:spPr>
            <a:xfrm>
              <a:off x="6964563" y="19563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1" name="pt39571"/>
            <p:cNvSpPr/>
            <p:nvPr/>
          </p:nvSpPr>
          <p:spPr>
            <a:xfrm>
              <a:off x="7123083" y="20128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2" name="pt39572"/>
            <p:cNvSpPr/>
            <p:nvPr/>
          </p:nvSpPr>
          <p:spPr>
            <a:xfrm>
              <a:off x="7079787" y="21769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3" name="pt39573"/>
            <p:cNvSpPr/>
            <p:nvPr/>
          </p:nvSpPr>
          <p:spPr>
            <a:xfrm>
              <a:off x="7247119" y="20055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4" name="pt39574"/>
            <p:cNvSpPr/>
            <p:nvPr/>
          </p:nvSpPr>
          <p:spPr>
            <a:xfrm>
              <a:off x="7371597" y="23950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5" name="pt39575"/>
            <p:cNvSpPr/>
            <p:nvPr/>
          </p:nvSpPr>
          <p:spPr>
            <a:xfrm>
              <a:off x="7056061" y="21424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6" name="pt39576"/>
            <p:cNvSpPr/>
            <p:nvPr/>
          </p:nvSpPr>
          <p:spPr>
            <a:xfrm>
              <a:off x="7065654" y="21034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7" name="pt39577"/>
            <p:cNvSpPr/>
            <p:nvPr/>
          </p:nvSpPr>
          <p:spPr>
            <a:xfrm>
              <a:off x="7081496" y="21577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8" name="pt39578"/>
            <p:cNvSpPr/>
            <p:nvPr/>
          </p:nvSpPr>
          <p:spPr>
            <a:xfrm>
              <a:off x="7132665" y="2112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9" name="pt39579"/>
            <p:cNvSpPr/>
            <p:nvPr/>
          </p:nvSpPr>
          <p:spPr>
            <a:xfrm>
              <a:off x="7119364" y="1918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0" name="pt39580"/>
            <p:cNvSpPr/>
            <p:nvPr/>
          </p:nvSpPr>
          <p:spPr>
            <a:xfrm>
              <a:off x="7228532" y="201496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1" name="pt39581"/>
            <p:cNvSpPr/>
            <p:nvPr/>
          </p:nvSpPr>
          <p:spPr>
            <a:xfrm>
              <a:off x="7124004" y="20800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2" name="pt39582"/>
            <p:cNvSpPr/>
            <p:nvPr/>
          </p:nvSpPr>
          <p:spPr>
            <a:xfrm>
              <a:off x="6896021" y="20355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3" name="pt39583"/>
            <p:cNvSpPr/>
            <p:nvPr/>
          </p:nvSpPr>
          <p:spPr>
            <a:xfrm>
              <a:off x="7098707" y="236292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4" name="pt39584"/>
            <p:cNvSpPr/>
            <p:nvPr/>
          </p:nvSpPr>
          <p:spPr>
            <a:xfrm>
              <a:off x="6941743" y="20723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5" name="pt39585"/>
            <p:cNvSpPr/>
            <p:nvPr/>
          </p:nvSpPr>
          <p:spPr>
            <a:xfrm>
              <a:off x="7061167" y="2180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6" name="pt39586"/>
            <p:cNvSpPr/>
            <p:nvPr/>
          </p:nvSpPr>
          <p:spPr>
            <a:xfrm>
              <a:off x="6961355" y="20089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7" name="pt39587"/>
            <p:cNvSpPr/>
            <p:nvPr/>
          </p:nvSpPr>
          <p:spPr>
            <a:xfrm>
              <a:off x="7033421" y="21612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8" name="pt39588"/>
            <p:cNvSpPr/>
            <p:nvPr/>
          </p:nvSpPr>
          <p:spPr>
            <a:xfrm>
              <a:off x="7100205" y="22610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9" name="pt39589"/>
            <p:cNvSpPr/>
            <p:nvPr/>
          </p:nvSpPr>
          <p:spPr>
            <a:xfrm>
              <a:off x="6837017" y="17523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0" name="pt39590"/>
            <p:cNvSpPr/>
            <p:nvPr/>
          </p:nvSpPr>
          <p:spPr>
            <a:xfrm>
              <a:off x="7129108" y="20802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1" name="pt39591"/>
            <p:cNvSpPr/>
            <p:nvPr/>
          </p:nvSpPr>
          <p:spPr>
            <a:xfrm>
              <a:off x="7207901" y="20059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2" name="pt39592"/>
            <p:cNvSpPr/>
            <p:nvPr/>
          </p:nvSpPr>
          <p:spPr>
            <a:xfrm>
              <a:off x="7347067" y="23886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3" name="pt39593"/>
            <p:cNvSpPr/>
            <p:nvPr/>
          </p:nvSpPr>
          <p:spPr>
            <a:xfrm>
              <a:off x="7043045" y="22200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4" name="pt39594"/>
            <p:cNvSpPr/>
            <p:nvPr/>
          </p:nvSpPr>
          <p:spPr>
            <a:xfrm>
              <a:off x="7275194" y="20807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5" name="pt39595"/>
            <p:cNvSpPr/>
            <p:nvPr/>
          </p:nvSpPr>
          <p:spPr>
            <a:xfrm>
              <a:off x="6973358" y="1945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6" name="pt39596"/>
            <p:cNvSpPr/>
            <p:nvPr/>
          </p:nvSpPr>
          <p:spPr>
            <a:xfrm>
              <a:off x="6877026" y="21499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7" name="pt39597"/>
            <p:cNvSpPr/>
            <p:nvPr/>
          </p:nvSpPr>
          <p:spPr>
            <a:xfrm>
              <a:off x="7089862" y="228177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8" name="pt39598"/>
            <p:cNvSpPr/>
            <p:nvPr/>
          </p:nvSpPr>
          <p:spPr>
            <a:xfrm>
              <a:off x="7122192" y="21472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9" name="pt39599"/>
            <p:cNvSpPr/>
            <p:nvPr/>
          </p:nvSpPr>
          <p:spPr>
            <a:xfrm>
              <a:off x="7035128" y="21792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0" name="pt39600"/>
            <p:cNvSpPr/>
            <p:nvPr/>
          </p:nvSpPr>
          <p:spPr>
            <a:xfrm>
              <a:off x="7157368" y="22514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1" name="pt39601"/>
            <p:cNvSpPr/>
            <p:nvPr/>
          </p:nvSpPr>
          <p:spPr>
            <a:xfrm>
              <a:off x="7091856" y="232780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2" name="pt39602"/>
            <p:cNvSpPr/>
            <p:nvPr/>
          </p:nvSpPr>
          <p:spPr>
            <a:xfrm>
              <a:off x="7595875" y="23645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3" name="pt39603"/>
            <p:cNvSpPr/>
            <p:nvPr/>
          </p:nvSpPr>
          <p:spPr>
            <a:xfrm>
              <a:off x="7302982" y="1771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4" name="pt39604"/>
            <p:cNvSpPr/>
            <p:nvPr/>
          </p:nvSpPr>
          <p:spPr>
            <a:xfrm>
              <a:off x="7100072" y="22802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5" name="pt39605"/>
            <p:cNvSpPr/>
            <p:nvPr/>
          </p:nvSpPr>
          <p:spPr>
            <a:xfrm>
              <a:off x="7293811" y="21239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6" name="pt39606"/>
            <p:cNvSpPr/>
            <p:nvPr/>
          </p:nvSpPr>
          <p:spPr>
            <a:xfrm>
              <a:off x="7221887" y="20614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7" name="pt39607"/>
            <p:cNvSpPr/>
            <p:nvPr/>
          </p:nvSpPr>
          <p:spPr>
            <a:xfrm>
              <a:off x="7221225" y="1791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8" name="pt39608"/>
            <p:cNvSpPr/>
            <p:nvPr/>
          </p:nvSpPr>
          <p:spPr>
            <a:xfrm>
              <a:off x="6970429" y="18304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9" name="pt39609"/>
            <p:cNvSpPr/>
            <p:nvPr/>
          </p:nvSpPr>
          <p:spPr>
            <a:xfrm>
              <a:off x="7040431" y="21381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0" name="pt39610"/>
            <p:cNvSpPr/>
            <p:nvPr/>
          </p:nvSpPr>
          <p:spPr>
            <a:xfrm>
              <a:off x="7099535" y="234012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1" name="pt39611"/>
            <p:cNvSpPr/>
            <p:nvPr/>
          </p:nvSpPr>
          <p:spPr>
            <a:xfrm>
              <a:off x="7039531" y="2082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2" name="pt39612"/>
            <p:cNvSpPr/>
            <p:nvPr/>
          </p:nvSpPr>
          <p:spPr>
            <a:xfrm>
              <a:off x="7016277" y="22772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3" name="pt39613"/>
            <p:cNvSpPr/>
            <p:nvPr/>
          </p:nvSpPr>
          <p:spPr>
            <a:xfrm>
              <a:off x="6817321" y="21414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4" name="pt39614"/>
            <p:cNvSpPr/>
            <p:nvPr/>
          </p:nvSpPr>
          <p:spPr>
            <a:xfrm>
              <a:off x="6891037" y="216095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5" name="pt39615"/>
            <p:cNvSpPr/>
            <p:nvPr/>
          </p:nvSpPr>
          <p:spPr>
            <a:xfrm>
              <a:off x="7250164" y="18677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6" name="pt39616"/>
            <p:cNvSpPr/>
            <p:nvPr/>
          </p:nvSpPr>
          <p:spPr>
            <a:xfrm>
              <a:off x="7261793" y="19408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7" name="pt39617"/>
            <p:cNvSpPr/>
            <p:nvPr/>
          </p:nvSpPr>
          <p:spPr>
            <a:xfrm>
              <a:off x="7196237" y="21767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8" name="pt39618"/>
            <p:cNvSpPr/>
            <p:nvPr/>
          </p:nvSpPr>
          <p:spPr>
            <a:xfrm>
              <a:off x="7072338" y="20712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9" name="pt39619"/>
            <p:cNvSpPr/>
            <p:nvPr/>
          </p:nvSpPr>
          <p:spPr>
            <a:xfrm>
              <a:off x="7059236" y="18558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0" name="pt39620"/>
            <p:cNvSpPr/>
            <p:nvPr/>
          </p:nvSpPr>
          <p:spPr>
            <a:xfrm>
              <a:off x="7026183" y="21203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1" name="pt39621"/>
            <p:cNvSpPr/>
            <p:nvPr/>
          </p:nvSpPr>
          <p:spPr>
            <a:xfrm>
              <a:off x="7035474" y="22094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2" name="pt39622"/>
            <p:cNvSpPr/>
            <p:nvPr/>
          </p:nvSpPr>
          <p:spPr>
            <a:xfrm>
              <a:off x="7136954" y="20101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3" name="pt39623"/>
            <p:cNvSpPr/>
            <p:nvPr/>
          </p:nvSpPr>
          <p:spPr>
            <a:xfrm>
              <a:off x="7171671" y="22412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4" name="pt39624"/>
            <p:cNvSpPr/>
            <p:nvPr/>
          </p:nvSpPr>
          <p:spPr>
            <a:xfrm>
              <a:off x="6754006" y="21585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5" name="pt39625"/>
            <p:cNvSpPr/>
            <p:nvPr/>
          </p:nvSpPr>
          <p:spPr>
            <a:xfrm>
              <a:off x="7106374" y="20942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6" name="pt39626"/>
            <p:cNvSpPr/>
            <p:nvPr/>
          </p:nvSpPr>
          <p:spPr>
            <a:xfrm>
              <a:off x="7135106" y="20753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7" name="pt39627"/>
            <p:cNvSpPr/>
            <p:nvPr/>
          </p:nvSpPr>
          <p:spPr>
            <a:xfrm>
              <a:off x="6904677" y="18377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8" name="pt39628"/>
            <p:cNvSpPr/>
            <p:nvPr/>
          </p:nvSpPr>
          <p:spPr>
            <a:xfrm>
              <a:off x="7233544" y="20445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9" name="pt39629"/>
            <p:cNvSpPr/>
            <p:nvPr/>
          </p:nvSpPr>
          <p:spPr>
            <a:xfrm>
              <a:off x="7133536" y="20359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0" name="pt39630"/>
            <p:cNvSpPr/>
            <p:nvPr/>
          </p:nvSpPr>
          <p:spPr>
            <a:xfrm>
              <a:off x="7062067" y="22055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1" name="pt39631"/>
            <p:cNvSpPr/>
            <p:nvPr/>
          </p:nvSpPr>
          <p:spPr>
            <a:xfrm>
              <a:off x="7011564" y="20431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2" name="pt39632"/>
            <p:cNvSpPr/>
            <p:nvPr/>
          </p:nvSpPr>
          <p:spPr>
            <a:xfrm>
              <a:off x="7101390" y="21988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3" name="pt39633"/>
            <p:cNvSpPr/>
            <p:nvPr/>
          </p:nvSpPr>
          <p:spPr>
            <a:xfrm>
              <a:off x="6636858" y="16766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4" name="pt39634"/>
            <p:cNvSpPr/>
            <p:nvPr/>
          </p:nvSpPr>
          <p:spPr>
            <a:xfrm>
              <a:off x="6982829" y="2235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5" name="pt39635"/>
            <p:cNvSpPr/>
            <p:nvPr/>
          </p:nvSpPr>
          <p:spPr>
            <a:xfrm>
              <a:off x="7017353" y="2025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6" name="pt39636"/>
            <p:cNvSpPr/>
            <p:nvPr/>
          </p:nvSpPr>
          <p:spPr>
            <a:xfrm>
              <a:off x="7362314" y="257196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7" name="pt39637"/>
            <p:cNvSpPr/>
            <p:nvPr/>
          </p:nvSpPr>
          <p:spPr>
            <a:xfrm>
              <a:off x="7329435" y="1905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8" name="pt39638"/>
            <p:cNvSpPr/>
            <p:nvPr/>
          </p:nvSpPr>
          <p:spPr>
            <a:xfrm>
              <a:off x="7104641" y="20506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9" name="pt39639"/>
            <p:cNvSpPr/>
            <p:nvPr/>
          </p:nvSpPr>
          <p:spPr>
            <a:xfrm>
              <a:off x="7311125" y="25404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0" name="pt39640"/>
            <p:cNvSpPr/>
            <p:nvPr/>
          </p:nvSpPr>
          <p:spPr>
            <a:xfrm>
              <a:off x="7455090" y="24569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1" name="pt39641"/>
            <p:cNvSpPr/>
            <p:nvPr/>
          </p:nvSpPr>
          <p:spPr>
            <a:xfrm>
              <a:off x="7185666" y="188965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2" name="pt39642"/>
            <p:cNvSpPr/>
            <p:nvPr/>
          </p:nvSpPr>
          <p:spPr>
            <a:xfrm>
              <a:off x="7243149" y="19663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3" name="pt39643"/>
            <p:cNvSpPr/>
            <p:nvPr/>
          </p:nvSpPr>
          <p:spPr>
            <a:xfrm>
              <a:off x="7461533" y="22503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4" name="pt39644"/>
            <p:cNvSpPr/>
            <p:nvPr/>
          </p:nvSpPr>
          <p:spPr>
            <a:xfrm>
              <a:off x="7257557" y="20419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5" name="pt39645"/>
            <p:cNvSpPr/>
            <p:nvPr/>
          </p:nvSpPr>
          <p:spPr>
            <a:xfrm>
              <a:off x="7155249" y="2421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6" name="pt39646"/>
            <p:cNvSpPr/>
            <p:nvPr/>
          </p:nvSpPr>
          <p:spPr>
            <a:xfrm>
              <a:off x="7259802" y="20237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7" name="pt39647"/>
            <p:cNvSpPr/>
            <p:nvPr/>
          </p:nvSpPr>
          <p:spPr>
            <a:xfrm>
              <a:off x="7155035" y="214160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8" name="pt39648"/>
            <p:cNvSpPr/>
            <p:nvPr/>
          </p:nvSpPr>
          <p:spPr>
            <a:xfrm>
              <a:off x="6670836" y="22832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9" name="pt39649"/>
            <p:cNvSpPr/>
            <p:nvPr/>
          </p:nvSpPr>
          <p:spPr>
            <a:xfrm>
              <a:off x="6600213" y="18660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0" name="pt39650"/>
            <p:cNvSpPr/>
            <p:nvPr/>
          </p:nvSpPr>
          <p:spPr>
            <a:xfrm>
              <a:off x="7083827" y="21113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1" name="pt39651"/>
            <p:cNvSpPr/>
            <p:nvPr/>
          </p:nvSpPr>
          <p:spPr>
            <a:xfrm>
              <a:off x="7125832" y="2072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2" name="pt39652"/>
            <p:cNvSpPr/>
            <p:nvPr/>
          </p:nvSpPr>
          <p:spPr>
            <a:xfrm>
              <a:off x="6359513" y="16240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3" name="pt39653"/>
            <p:cNvSpPr/>
            <p:nvPr/>
          </p:nvSpPr>
          <p:spPr>
            <a:xfrm>
              <a:off x="7068848" y="21459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4" name="pt39654"/>
            <p:cNvSpPr/>
            <p:nvPr/>
          </p:nvSpPr>
          <p:spPr>
            <a:xfrm>
              <a:off x="6838672" y="19837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5" name="pt39655"/>
            <p:cNvSpPr/>
            <p:nvPr/>
          </p:nvSpPr>
          <p:spPr>
            <a:xfrm>
              <a:off x="7083612" y="212594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6" name="pt39656"/>
            <p:cNvSpPr/>
            <p:nvPr/>
          </p:nvSpPr>
          <p:spPr>
            <a:xfrm>
              <a:off x="7136599" y="20030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7" name="pt39657"/>
            <p:cNvSpPr/>
            <p:nvPr/>
          </p:nvSpPr>
          <p:spPr>
            <a:xfrm>
              <a:off x="6973777" y="17941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8" name="pt39658"/>
            <p:cNvSpPr/>
            <p:nvPr/>
          </p:nvSpPr>
          <p:spPr>
            <a:xfrm>
              <a:off x="6941080" y="198913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9" name="pt39659"/>
            <p:cNvSpPr/>
            <p:nvPr/>
          </p:nvSpPr>
          <p:spPr>
            <a:xfrm>
              <a:off x="7296536" y="21965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0" name="pt39660"/>
            <p:cNvSpPr/>
            <p:nvPr/>
          </p:nvSpPr>
          <p:spPr>
            <a:xfrm>
              <a:off x="7259002" y="2062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1" name="pt39661"/>
            <p:cNvSpPr/>
            <p:nvPr/>
          </p:nvSpPr>
          <p:spPr>
            <a:xfrm>
              <a:off x="7226353" y="19894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2" name="pt39662"/>
            <p:cNvSpPr/>
            <p:nvPr/>
          </p:nvSpPr>
          <p:spPr>
            <a:xfrm>
              <a:off x="6985323" y="21162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3" name="pt39663"/>
            <p:cNvSpPr/>
            <p:nvPr/>
          </p:nvSpPr>
          <p:spPr>
            <a:xfrm>
              <a:off x="6945249" y="19026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4" name="pt39664"/>
            <p:cNvSpPr/>
            <p:nvPr/>
          </p:nvSpPr>
          <p:spPr>
            <a:xfrm>
              <a:off x="7158206" y="21942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5" name="pt39665"/>
            <p:cNvSpPr/>
            <p:nvPr/>
          </p:nvSpPr>
          <p:spPr>
            <a:xfrm>
              <a:off x="7396312" y="21641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6" name="pt39666"/>
            <p:cNvSpPr/>
            <p:nvPr/>
          </p:nvSpPr>
          <p:spPr>
            <a:xfrm>
              <a:off x="7064996" y="212247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7" name="pt39667"/>
            <p:cNvSpPr/>
            <p:nvPr/>
          </p:nvSpPr>
          <p:spPr>
            <a:xfrm>
              <a:off x="6942677" y="18757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8" name="pt39668"/>
            <p:cNvSpPr/>
            <p:nvPr/>
          </p:nvSpPr>
          <p:spPr>
            <a:xfrm>
              <a:off x="7386367" y="25432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9" name="pt39669"/>
            <p:cNvSpPr/>
            <p:nvPr/>
          </p:nvSpPr>
          <p:spPr>
            <a:xfrm>
              <a:off x="7255391" y="18944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0" name="pt39670"/>
            <p:cNvSpPr/>
            <p:nvPr/>
          </p:nvSpPr>
          <p:spPr>
            <a:xfrm>
              <a:off x="7058321" y="20818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1" name="pt39671"/>
            <p:cNvSpPr/>
            <p:nvPr/>
          </p:nvSpPr>
          <p:spPr>
            <a:xfrm>
              <a:off x="6981261" y="21984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2" name="pt39672"/>
            <p:cNvSpPr/>
            <p:nvPr/>
          </p:nvSpPr>
          <p:spPr>
            <a:xfrm>
              <a:off x="6868153" y="22085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3" name="pt39673"/>
            <p:cNvSpPr/>
            <p:nvPr/>
          </p:nvSpPr>
          <p:spPr>
            <a:xfrm>
              <a:off x="7231086" y="20349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4" name="pt39674"/>
            <p:cNvSpPr/>
            <p:nvPr/>
          </p:nvSpPr>
          <p:spPr>
            <a:xfrm>
              <a:off x="7226280" y="212595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5" name="pt39675"/>
            <p:cNvSpPr/>
            <p:nvPr/>
          </p:nvSpPr>
          <p:spPr>
            <a:xfrm>
              <a:off x="7055864" y="21506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6" name="pt39676"/>
            <p:cNvSpPr/>
            <p:nvPr/>
          </p:nvSpPr>
          <p:spPr>
            <a:xfrm>
              <a:off x="7166853" y="22614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7" name="pt39677"/>
            <p:cNvSpPr/>
            <p:nvPr/>
          </p:nvSpPr>
          <p:spPr>
            <a:xfrm>
              <a:off x="7227547" y="20752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8" name="pt39678"/>
            <p:cNvSpPr/>
            <p:nvPr/>
          </p:nvSpPr>
          <p:spPr>
            <a:xfrm>
              <a:off x="7073942" y="211190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9" name="pt39679"/>
            <p:cNvSpPr/>
            <p:nvPr/>
          </p:nvSpPr>
          <p:spPr>
            <a:xfrm>
              <a:off x="6831005" y="199654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0" name="pt39680"/>
            <p:cNvSpPr/>
            <p:nvPr/>
          </p:nvSpPr>
          <p:spPr>
            <a:xfrm>
              <a:off x="6779157" y="21161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1" name="pt39681"/>
            <p:cNvSpPr/>
            <p:nvPr/>
          </p:nvSpPr>
          <p:spPr>
            <a:xfrm>
              <a:off x="7129194" y="21640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2" name="pt39682"/>
            <p:cNvSpPr/>
            <p:nvPr/>
          </p:nvSpPr>
          <p:spPr>
            <a:xfrm>
              <a:off x="6662714" y="21149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3" name="pt39683"/>
            <p:cNvSpPr/>
            <p:nvPr/>
          </p:nvSpPr>
          <p:spPr>
            <a:xfrm>
              <a:off x="7294485" y="19971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4" name="pt39684"/>
            <p:cNvSpPr/>
            <p:nvPr/>
          </p:nvSpPr>
          <p:spPr>
            <a:xfrm>
              <a:off x="7202548" y="20414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5" name="pt39685"/>
            <p:cNvSpPr/>
            <p:nvPr/>
          </p:nvSpPr>
          <p:spPr>
            <a:xfrm>
              <a:off x="7091439" y="21642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6" name="pt39686"/>
            <p:cNvSpPr/>
            <p:nvPr/>
          </p:nvSpPr>
          <p:spPr>
            <a:xfrm>
              <a:off x="7031520" y="21298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7" name="pt39687"/>
            <p:cNvSpPr/>
            <p:nvPr/>
          </p:nvSpPr>
          <p:spPr>
            <a:xfrm>
              <a:off x="7167638" y="21839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8" name="pt39688"/>
            <p:cNvSpPr/>
            <p:nvPr/>
          </p:nvSpPr>
          <p:spPr>
            <a:xfrm>
              <a:off x="7292214" y="19004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9" name="pt39689"/>
            <p:cNvSpPr/>
            <p:nvPr/>
          </p:nvSpPr>
          <p:spPr>
            <a:xfrm>
              <a:off x="7074562" y="21118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0" name="pt39690"/>
            <p:cNvSpPr/>
            <p:nvPr/>
          </p:nvSpPr>
          <p:spPr>
            <a:xfrm>
              <a:off x="7044249" y="21900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1" name="pt39691"/>
            <p:cNvSpPr/>
            <p:nvPr/>
          </p:nvSpPr>
          <p:spPr>
            <a:xfrm>
              <a:off x="7252366" y="19662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2" name="pt39692"/>
            <p:cNvSpPr/>
            <p:nvPr/>
          </p:nvSpPr>
          <p:spPr>
            <a:xfrm>
              <a:off x="7149755" y="20925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3" name="pt39693"/>
            <p:cNvSpPr/>
            <p:nvPr/>
          </p:nvSpPr>
          <p:spPr>
            <a:xfrm>
              <a:off x="7153650" y="22102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4" name="pt39694"/>
            <p:cNvSpPr/>
            <p:nvPr/>
          </p:nvSpPr>
          <p:spPr>
            <a:xfrm>
              <a:off x="7089052" y="21691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5" name="pt39695"/>
            <p:cNvSpPr/>
            <p:nvPr/>
          </p:nvSpPr>
          <p:spPr>
            <a:xfrm>
              <a:off x="6981142" y="2158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6" name="pt39696"/>
            <p:cNvSpPr/>
            <p:nvPr/>
          </p:nvSpPr>
          <p:spPr>
            <a:xfrm>
              <a:off x="7115937" y="19839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7" name="pt39697"/>
            <p:cNvSpPr/>
            <p:nvPr/>
          </p:nvSpPr>
          <p:spPr>
            <a:xfrm>
              <a:off x="7122829" y="2060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8" name="pt39698"/>
            <p:cNvSpPr/>
            <p:nvPr/>
          </p:nvSpPr>
          <p:spPr>
            <a:xfrm>
              <a:off x="7051279" y="211959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9" name="pt39699"/>
            <p:cNvSpPr/>
            <p:nvPr/>
          </p:nvSpPr>
          <p:spPr>
            <a:xfrm>
              <a:off x="7218669" y="17874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0" name="pt39700"/>
            <p:cNvSpPr/>
            <p:nvPr/>
          </p:nvSpPr>
          <p:spPr>
            <a:xfrm>
              <a:off x="7056129" y="20790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1" name="pt39701"/>
            <p:cNvSpPr/>
            <p:nvPr/>
          </p:nvSpPr>
          <p:spPr>
            <a:xfrm>
              <a:off x="6880203" y="20158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2" name="pt39702"/>
            <p:cNvSpPr/>
            <p:nvPr/>
          </p:nvSpPr>
          <p:spPr>
            <a:xfrm>
              <a:off x="7245241" y="200473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3" name="pt39703"/>
            <p:cNvSpPr/>
            <p:nvPr/>
          </p:nvSpPr>
          <p:spPr>
            <a:xfrm>
              <a:off x="7046568" y="20253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4" name="pt39704"/>
            <p:cNvSpPr/>
            <p:nvPr/>
          </p:nvSpPr>
          <p:spPr>
            <a:xfrm>
              <a:off x="7013070" y="2095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5" name="pt39705"/>
            <p:cNvSpPr/>
            <p:nvPr/>
          </p:nvSpPr>
          <p:spPr>
            <a:xfrm>
              <a:off x="7132115" y="20898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6" name="pt39706"/>
            <p:cNvSpPr/>
            <p:nvPr/>
          </p:nvSpPr>
          <p:spPr>
            <a:xfrm>
              <a:off x="6972366" y="204453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7" name="pt39707"/>
            <p:cNvSpPr/>
            <p:nvPr/>
          </p:nvSpPr>
          <p:spPr>
            <a:xfrm>
              <a:off x="7141791" y="20436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8" name="pt39708"/>
            <p:cNvSpPr/>
            <p:nvPr/>
          </p:nvSpPr>
          <p:spPr>
            <a:xfrm>
              <a:off x="7057848" y="2002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9" name="pt39709"/>
            <p:cNvSpPr/>
            <p:nvPr/>
          </p:nvSpPr>
          <p:spPr>
            <a:xfrm>
              <a:off x="7051399" y="21176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0" name="pt39710"/>
            <p:cNvSpPr/>
            <p:nvPr/>
          </p:nvSpPr>
          <p:spPr>
            <a:xfrm>
              <a:off x="7150458" y="20715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1" name="pt39711"/>
            <p:cNvSpPr/>
            <p:nvPr/>
          </p:nvSpPr>
          <p:spPr>
            <a:xfrm>
              <a:off x="7067721" y="202736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2" name="pt39712"/>
            <p:cNvSpPr/>
            <p:nvPr/>
          </p:nvSpPr>
          <p:spPr>
            <a:xfrm>
              <a:off x="7102174" y="20746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3" name="pt39713"/>
            <p:cNvSpPr/>
            <p:nvPr/>
          </p:nvSpPr>
          <p:spPr>
            <a:xfrm>
              <a:off x="6828850" y="17263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4" name="pt39714"/>
            <p:cNvSpPr/>
            <p:nvPr/>
          </p:nvSpPr>
          <p:spPr>
            <a:xfrm>
              <a:off x="7463681" y="23234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5" name="pt39715"/>
            <p:cNvSpPr/>
            <p:nvPr/>
          </p:nvSpPr>
          <p:spPr>
            <a:xfrm>
              <a:off x="6752138" y="239451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6" name="pt39716"/>
            <p:cNvSpPr/>
            <p:nvPr/>
          </p:nvSpPr>
          <p:spPr>
            <a:xfrm>
              <a:off x="6982322" y="218490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7" name="pt39717"/>
            <p:cNvSpPr/>
            <p:nvPr/>
          </p:nvSpPr>
          <p:spPr>
            <a:xfrm>
              <a:off x="7051513" y="21208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8" name="pt39718"/>
            <p:cNvSpPr/>
            <p:nvPr/>
          </p:nvSpPr>
          <p:spPr>
            <a:xfrm>
              <a:off x="7231012" y="216357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9" name="pt39719"/>
            <p:cNvSpPr/>
            <p:nvPr/>
          </p:nvSpPr>
          <p:spPr>
            <a:xfrm>
              <a:off x="7021968" y="20094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0" name="pt39720"/>
            <p:cNvSpPr/>
            <p:nvPr/>
          </p:nvSpPr>
          <p:spPr>
            <a:xfrm>
              <a:off x="7092969" y="23359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1" name="pt39721"/>
            <p:cNvSpPr/>
            <p:nvPr/>
          </p:nvSpPr>
          <p:spPr>
            <a:xfrm>
              <a:off x="7183970" y="19596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2" name="pt39722"/>
            <p:cNvSpPr/>
            <p:nvPr/>
          </p:nvSpPr>
          <p:spPr>
            <a:xfrm>
              <a:off x="6918826" y="19880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3" name="pt39723"/>
            <p:cNvSpPr/>
            <p:nvPr/>
          </p:nvSpPr>
          <p:spPr>
            <a:xfrm>
              <a:off x="7312949" y="20745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4" name="pt39724"/>
            <p:cNvSpPr/>
            <p:nvPr/>
          </p:nvSpPr>
          <p:spPr>
            <a:xfrm>
              <a:off x="6933500" y="19360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5" name="pt39725"/>
            <p:cNvSpPr/>
            <p:nvPr/>
          </p:nvSpPr>
          <p:spPr>
            <a:xfrm>
              <a:off x="7098463" y="2123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6" name="pt39726"/>
            <p:cNvSpPr/>
            <p:nvPr/>
          </p:nvSpPr>
          <p:spPr>
            <a:xfrm>
              <a:off x="7275737" y="20028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7" name="pt39727"/>
            <p:cNvSpPr/>
            <p:nvPr/>
          </p:nvSpPr>
          <p:spPr>
            <a:xfrm>
              <a:off x="6588179" y="179673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8" name="pt39728"/>
            <p:cNvSpPr/>
            <p:nvPr/>
          </p:nvSpPr>
          <p:spPr>
            <a:xfrm>
              <a:off x="7179083" y="21488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9" name="pt39729"/>
            <p:cNvSpPr/>
            <p:nvPr/>
          </p:nvSpPr>
          <p:spPr>
            <a:xfrm>
              <a:off x="6912675" y="1936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0" name="pt39730"/>
            <p:cNvSpPr/>
            <p:nvPr/>
          </p:nvSpPr>
          <p:spPr>
            <a:xfrm>
              <a:off x="7043339" y="220963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1" name="pt39731"/>
            <p:cNvSpPr/>
            <p:nvPr/>
          </p:nvSpPr>
          <p:spPr>
            <a:xfrm>
              <a:off x="7170553" y="218434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2" name="pt39732"/>
            <p:cNvSpPr/>
            <p:nvPr/>
          </p:nvSpPr>
          <p:spPr>
            <a:xfrm>
              <a:off x="7067817" y="21323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3" name="pt39733"/>
            <p:cNvSpPr/>
            <p:nvPr/>
          </p:nvSpPr>
          <p:spPr>
            <a:xfrm>
              <a:off x="7069388" y="203275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4" name="pt39734"/>
            <p:cNvSpPr/>
            <p:nvPr/>
          </p:nvSpPr>
          <p:spPr>
            <a:xfrm>
              <a:off x="7226436" y="20636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5" name="pt39735"/>
            <p:cNvSpPr/>
            <p:nvPr/>
          </p:nvSpPr>
          <p:spPr>
            <a:xfrm>
              <a:off x="6605421" y="22320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6" name="pt39736"/>
            <p:cNvSpPr/>
            <p:nvPr/>
          </p:nvSpPr>
          <p:spPr>
            <a:xfrm>
              <a:off x="7075089" y="21609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7" name="pt39737"/>
            <p:cNvSpPr/>
            <p:nvPr/>
          </p:nvSpPr>
          <p:spPr>
            <a:xfrm>
              <a:off x="7112864" y="196436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8" name="pt39738"/>
            <p:cNvSpPr/>
            <p:nvPr/>
          </p:nvSpPr>
          <p:spPr>
            <a:xfrm>
              <a:off x="7368787" y="266002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9" name="pt39739"/>
            <p:cNvSpPr/>
            <p:nvPr/>
          </p:nvSpPr>
          <p:spPr>
            <a:xfrm>
              <a:off x="6867042" y="213894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0" name="pt39740"/>
            <p:cNvSpPr/>
            <p:nvPr/>
          </p:nvSpPr>
          <p:spPr>
            <a:xfrm>
              <a:off x="6884319" y="212690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1" name="pt39741"/>
            <p:cNvSpPr/>
            <p:nvPr/>
          </p:nvSpPr>
          <p:spPr>
            <a:xfrm>
              <a:off x="6928383" y="19515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2" name="pt39742"/>
            <p:cNvSpPr/>
            <p:nvPr/>
          </p:nvSpPr>
          <p:spPr>
            <a:xfrm>
              <a:off x="7032530" y="22245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3" name="pt39743"/>
            <p:cNvSpPr/>
            <p:nvPr/>
          </p:nvSpPr>
          <p:spPr>
            <a:xfrm>
              <a:off x="7045708" y="22180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4" name="pt39744"/>
            <p:cNvSpPr/>
            <p:nvPr/>
          </p:nvSpPr>
          <p:spPr>
            <a:xfrm>
              <a:off x="7047459" y="21599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5" name="pt39745"/>
            <p:cNvSpPr/>
            <p:nvPr/>
          </p:nvSpPr>
          <p:spPr>
            <a:xfrm>
              <a:off x="7120546" y="19807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6" name="pt39746"/>
            <p:cNvSpPr/>
            <p:nvPr/>
          </p:nvSpPr>
          <p:spPr>
            <a:xfrm>
              <a:off x="7035522" y="22629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7" name="pt39747"/>
            <p:cNvSpPr/>
            <p:nvPr/>
          </p:nvSpPr>
          <p:spPr>
            <a:xfrm>
              <a:off x="6954974" y="18048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8" name="pt39748"/>
            <p:cNvSpPr/>
            <p:nvPr/>
          </p:nvSpPr>
          <p:spPr>
            <a:xfrm>
              <a:off x="7121894" y="20805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9" name="pt39749"/>
            <p:cNvSpPr/>
            <p:nvPr/>
          </p:nvSpPr>
          <p:spPr>
            <a:xfrm>
              <a:off x="7288795" y="20729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0" name="pt39750"/>
            <p:cNvSpPr/>
            <p:nvPr/>
          </p:nvSpPr>
          <p:spPr>
            <a:xfrm>
              <a:off x="7153692" y="236632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1" name="pt39751"/>
            <p:cNvSpPr/>
            <p:nvPr/>
          </p:nvSpPr>
          <p:spPr>
            <a:xfrm>
              <a:off x="7298361" y="20875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2" name="pt39752"/>
            <p:cNvSpPr/>
            <p:nvPr/>
          </p:nvSpPr>
          <p:spPr>
            <a:xfrm>
              <a:off x="7106025" y="18718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3" name="pt39753"/>
            <p:cNvSpPr/>
            <p:nvPr/>
          </p:nvSpPr>
          <p:spPr>
            <a:xfrm>
              <a:off x="6995981" y="22960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4" name="pt39754"/>
            <p:cNvSpPr/>
            <p:nvPr/>
          </p:nvSpPr>
          <p:spPr>
            <a:xfrm>
              <a:off x="7288368" y="20025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5" name="pt39755"/>
            <p:cNvSpPr/>
            <p:nvPr/>
          </p:nvSpPr>
          <p:spPr>
            <a:xfrm>
              <a:off x="6751145" y="23451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6" name="pt39756"/>
            <p:cNvSpPr/>
            <p:nvPr/>
          </p:nvSpPr>
          <p:spPr>
            <a:xfrm>
              <a:off x="7067902" y="215030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7" name="pt39757"/>
            <p:cNvSpPr/>
            <p:nvPr/>
          </p:nvSpPr>
          <p:spPr>
            <a:xfrm>
              <a:off x="7150089" y="21759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8" name="pt39758"/>
            <p:cNvSpPr/>
            <p:nvPr/>
          </p:nvSpPr>
          <p:spPr>
            <a:xfrm>
              <a:off x="7212032" y="20975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9" name="pt39759"/>
            <p:cNvSpPr/>
            <p:nvPr/>
          </p:nvSpPr>
          <p:spPr>
            <a:xfrm>
              <a:off x="7317051" y="22432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0" name="pt39760"/>
            <p:cNvSpPr/>
            <p:nvPr/>
          </p:nvSpPr>
          <p:spPr>
            <a:xfrm>
              <a:off x="7033443" y="22186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1" name="pt39761"/>
            <p:cNvSpPr/>
            <p:nvPr/>
          </p:nvSpPr>
          <p:spPr>
            <a:xfrm>
              <a:off x="7170843" y="195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2" name="pt39762"/>
            <p:cNvSpPr/>
            <p:nvPr/>
          </p:nvSpPr>
          <p:spPr>
            <a:xfrm>
              <a:off x="7708147" y="21775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3" name="pt39763"/>
            <p:cNvSpPr/>
            <p:nvPr/>
          </p:nvSpPr>
          <p:spPr>
            <a:xfrm>
              <a:off x="7087230" y="22013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4" name="pt39764"/>
            <p:cNvSpPr/>
            <p:nvPr/>
          </p:nvSpPr>
          <p:spPr>
            <a:xfrm>
              <a:off x="7215582" y="20353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5" name="pt39765"/>
            <p:cNvSpPr/>
            <p:nvPr/>
          </p:nvSpPr>
          <p:spPr>
            <a:xfrm>
              <a:off x="7230541" y="1925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6" name="pt39766"/>
            <p:cNvSpPr/>
            <p:nvPr/>
          </p:nvSpPr>
          <p:spPr>
            <a:xfrm>
              <a:off x="6856054" y="21528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7" name="pt39767"/>
            <p:cNvSpPr/>
            <p:nvPr/>
          </p:nvSpPr>
          <p:spPr>
            <a:xfrm>
              <a:off x="6986864" y="2198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8" name="pt39768"/>
            <p:cNvSpPr/>
            <p:nvPr/>
          </p:nvSpPr>
          <p:spPr>
            <a:xfrm>
              <a:off x="7098485" y="23205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9" name="pt39769"/>
            <p:cNvSpPr/>
            <p:nvPr/>
          </p:nvSpPr>
          <p:spPr>
            <a:xfrm>
              <a:off x="7119980" y="1949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0" name="pt39770"/>
            <p:cNvSpPr/>
            <p:nvPr/>
          </p:nvSpPr>
          <p:spPr>
            <a:xfrm>
              <a:off x="7030638" y="216867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1" name="pt39771"/>
            <p:cNvSpPr/>
            <p:nvPr/>
          </p:nvSpPr>
          <p:spPr>
            <a:xfrm>
              <a:off x="6790512" y="20740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2" name="pt39772"/>
            <p:cNvSpPr/>
            <p:nvPr/>
          </p:nvSpPr>
          <p:spPr>
            <a:xfrm>
              <a:off x="7058174" y="19127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3" name="pt39773"/>
            <p:cNvSpPr/>
            <p:nvPr/>
          </p:nvSpPr>
          <p:spPr>
            <a:xfrm>
              <a:off x="7118350" y="19728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4" name="pt39774"/>
            <p:cNvSpPr/>
            <p:nvPr/>
          </p:nvSpPr>
          <p:spPr>
            <a:xfrm>
              <a:off x="7682393" y="2231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5" name="pt39775"/>
            <p:cNvSpPr/>
            <p:nvPr/>
          </p:nvSpPr>
          <p:spPr>
            <a:xfrm>
              <a:off x="7077109" y="221561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6" name="pt39776"/>
            <p:cNvSpPr/>
            <p:nvPr/>
          </p:nvSpPr>
          <p:spPr>
            <a:xfrm>
              <a:off x="7081472" y="21677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7" name="pt39777"/>
            <p:cNvSpPr/>
            <p:nvPr/>
          </p:nvSpPr>
          <p:spPr>
            <a:xfrm>
              <a:off x="7010415" y="21824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8" name="pt39778"/>
            <p:cNvSpPr/>
            <p:nvPr/>
          </p:nvSpPr>
          <p:spPr>
            <a:xfrm>
              <a:off x="6848398" y="222598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9" name="pt39779"/>
            <p:cNvSpPr/>
            <p:nvPr/>
          </p:nvSpPr>
          <p:spPr>
            <a:xfrm>
              <a:off x="7165242" y="22559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0" name="pt39780"/>
            <p:cNvSpPr/>
            <p:nvPr/>
          </p:nvSpPr>
          <p:spPr>
            <a:xfrm>
              <a:off x="7089840" y="22801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1" name="pt39781"/>
            <p:cNvSpPr/>
            <p:nvPr/>
          </p:nvSpPr>
          <p:spPr>
            <a:xfrm>
              <a:off x="7096134" y="227951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2" name="pt39782"/>
            <p:cNvSpPr/>
            <p:nvPr/>
          </p:nvSpPr>
          <p:spPr>
            <a:xfrm>
              <a:off x="7190150" y="229633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3" name="pt39783"/>
            <p:cNvSpPr/>
            <p:nvPr/>
          </p:nvSpPr>
          <p:spPr>
            <a:xfrm>
              <a:off x="7050564" y="2203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4" name="pt39784"/>
            <p:cNvSpPr/>
            <p:nvPr/>
          </p:nvSpPr>
          <p:spPr>
            <a:xfrm>
              <a:off x="6947554" y="193246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5" name="pt39785"/>
            <p:cNvSpPr/>
            <p:nvPr/>
          </p:nvSpPr>
          <p:spPr>
            <a:xfrm>
              <a:off x="7014709" y="216866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6" name="pt39786"/>
            <p:cNvSpPr/>
            <p:nvPr/>
          </p:nvSpPr>
          <p:spPr>
            <a:xfrm>
              <a:off x="7055832" y="20987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7" name="pt39787"/>
            <p:cNvSpPr/>
            <p:nvPr/>
          </p:nvSpPr>
          <p:spPr>
            <a:xfrm>
              <a:off x="6912516" y="19494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8" name="pt39788"/>
            <p:cNvSpPr/>
            <p:nvPr/>
          </p:nvSpPr>
          <p:spPr>
            <a:xfrm>
              <a:off x="7140875" y="19684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9" name="pt39789"/>
            <p:cNvSpPr/>
            <p:nvPr/>
          </p:nvSpPr>
          <p:spPr>
            <a:xfrm>
              <a:off x="7068422" y="216658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0" name="pt39790"/>
            <p:cNvSpPr/>
            <p:nvPr/>
          </p:nvSpPr>
          <p:spPr>
            <a:xfrm>
              <a:off x="7188437" y="210949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1" name="pt39791"/>
            <p:cNvSpPr/>
            <p:nvPr/>
          </p:nvSpPr>
          <p:spPr>
            <a:xfrm>
              <a:off x="7276445" y="197898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2" name="pt39792"/>
            <p:cNvSpPr/>
            <p:nvPr/>
          </p:nvSpPr>
          <p:spPr>
            <a:xfrm>
              <a:off x="7130494" y="2132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3" name="pt39793"/>
            <p:cNvSpPr/>
            <p:nvPr/>
          </p:nvSpPr>
          <p:spPr>
            <a:xfrm>
              <a:off x="7121444" y="20796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4" name="pt39794"/>
            <p:cNvSpPr/>
            <p:nvPr/>
          </p:nvSpPr>
          <p:spPr>
            <a:xfrm>
              <a:off x="7188961" y="22521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5" name="pt39795"/>
            <p:cNvSpPr/>
            <p:nvPr/>
          </p:nvSpPr>
          <p:spPr>
            <a:xfrm>
              <a:off x="7065624" y="21300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6" name="pt39796"/>
            <p:cNvSpPr/>
            <p:nvPr/>
          </p:nvSpPr>
          <p:spPr>
            <a:xfrm>
              <a:off x="7016532" y="21812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7" name="pt39797"/>
            <p:cNvSpPr/>
            <p:nvPr/>
          </p:nvSpPr>
          <p:spPr>
            <a:xfrm>
              <a:off x="7463675" y="264106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8" name="pt39798"/>
            <p:cNvSpPr/>
            <p:nvPr/>
          </p:nvSpPr>
          <p:spPr>
            <a:xfrm>
              <a:off x="6646482" y="173205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9" name="pt39799"/>
            <p:cNvSpPr/>
            <p:nvPr/>
          </p:nvSpPr>
          <p:spPr>
            <a:xfrm>
              <a:off x="7104614" y="20755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0" name="pt39800"/>
            <p:cNvSpPr/>
            <p:nvPr/>
          </p:nvSpPr>
          <p:spPr>
            <a:xfrm>
              <a:off x="7078236" y="207229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1" name="pt39801"/>
            <p:cNvSpPr/>
            <p:nvPr/>
          </p:nvSpPr>
          <p:spPr>
            <a:xfrm>
              <a:off x="7183713" y="1953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2" name="pt39802"/>
            <p:cNvSpPr/>
            <p:nvPr/>
          </p:nvSpPr>
          <p:spPr>
            <a:xfrm>
              <a:off x="7064783" y="216725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3" name="pt39803"/>
            <p:cNvSpPr/>
            <p:nvPr/>
          </p:nvSpPr>
          <p:spPr>
            <a:xfrm>
              <a:off x="7241846" y="19896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4" name="pt39804"/>
            <p:cNvSpPr/>
            <p:nvPr/>
          </p:nvSpPr>
          <p:spPr>
            <a:xfrm>
              <a:off x="6806692" y="212294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5" name="pt39805"/>
            <p:cNvSpPr/>
            <p:nvPr/>
          </p:nvSpPr>
          <p:spPr>
            <a:xfrm>
              <a:off x="7270913" y="1984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6" name="pt39806"/>
            <p:cNvSpPr/>
            <p:nvPr/>
          </p:nvSpPr>
          <p:spPr>
            <a:xfrm>
              <a:off x="7188139" y="172178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7" name="pt39807"/>
            <p:cNvSpPr/>
            <p:nvPr/>
          </p:nvSpPr>
          <p:spPr>
            <a:xfrm>
              <a:off x="7184828" y="182801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8" name="pt39808"/>
            <p:cNvSpPr/>
            <p:nvPr/>
          </p:nvSpPr>
          <p:spPr>
            <a:xfrm>
              <a:off x="7103450" y="206495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9" name="pt39809"/>
            <p:cNvSpPr/>
            <p:nvPr/>
          </p:nvSpPr>
          <p:spPr>
            <a:xfrm>
              <a:off x="7068368" y="212816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0" name="pt39810"/>
            <p:cNvSpPr/>
            <p:nvPr/>
          </p:nvSpPr>
          <p:spPr>
            <a:xfrm>
              <a:off x="7121148" y="207663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1" name="pt39811"/>
            <p:cNvSpPr/>
            <p:nvPr/>
          </p:nvSpPr>
          <p:spPr>
            <a:xfrm>
              <a:off x="7376532" y="24502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2" name="pt39812"/>
            <p:cNvSpPr/>
            <p:nvPr/>
          </p:nvSpPr>
          <p:spPr>
            <a:xfrm>
              <a:off x="7335492" y="22920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3" name="pt39813"/>
            <p:cNvSpPr/>
            <p:nvPr/>
          </p:nvSpPr>
          <p:spPr>
            <a:xfrm>
              <a:off x="7159463" y="232072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4" name="pt39814"/>
            <p:cNvSpPr/>
            <p:nvPr/>
          </p:nvSpPr>
          <p:spPr>
            <a:xfrm>
              <a:off x="7419509" y="272717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5" name="pt39815"/>
            <p:cNvSpPr/>
            <p:nvPr/>
          </p:nvSpPr>
          <p:spPr>
            <a:xfrm>
              <a:off x="6936869" y="212681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6" name="pt39816"/>
            <p:cNvSpPr/>
            <p:nvPr/>
          </p:nvSpPr>
          <p:spPr>
            <a:xfrm>
              <a:off x="6934140" y="19665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7" name="pt39817"/>
            <p:cNvSpPr/>
            <p:nvPr/>
          </p:nvSpPr>
          <p:spPr>
            <a:xfrm>
              <a:off x="7172297" y="192953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8" name="pt39818"/>
            <p:cNvSpPr/>
            <p:nvPr/>
          </p:nvSpPr>
          <p:spPr>
            <a:xfrm>
              <a:off x="7050833" y="220212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9" name="pt39819"/>
            <p:cNvSpPr/>
            <p:nvPr/>
          </p:nvSpPr>
          <p:spPr>
            <a:xfrm>
              <a:off x="6861512" y="222640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0" name="pt39820"/>
            <p:cNvSpPr/>
            <p:nvPr/>
          </p:nvSpPr>
          <p:spPr>
            <a:xfrm>
              <a:off x="7271793" y="19491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1" name="pt39821"/>
            <p:cNvSpPr/>
            <p:nvPr/>
          </p:nvSpPr>
          <p:spPr>
            <a:xfrm>
              <a:off x="7166572" y="200659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2" name="pt39822"/>
            <p:cNvSpPr/>
            <p:nvPr/>
          </p:nvSpPr>
          <p:spPr>
            <a:xfrm>
              <a:off x="6943254" y="211824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3" name="pt39823"/>
            <p:cNvSpPr/>
            <p:nvPr/>
          </p:nvSpPr>
          <p:spPr>
            <a:xfrm>
              <a:off x="6850819" y="220853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4" name="pt39824"/>
            <p:cNvSpPr/>
            <p:nvPr/>
          </p:nvSpPr>
          <p:spPr>
            <a:xfrm>
              <a:off x="6760220" y="182541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5" name="pt39825"/>
            <p:cNvSpPr/>
            <p:nvPr/>
          </p:nvSpPr>
          <p:spPr>
            <a:xfrm>
              <a:off x="7017942" y="21906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6" name="pt39826"/>
            <p:cNvSpPr/>
            <p:nvPr/>
          </p:nvSpPr>
          <p:spPr>
            <a:xfrm>
              <a:off x="7034962" y="21882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7" name="pt39827"/>
            <p:cNvSpPr/>
            <p:nvPr/>
          </p:nvSpPr>
          <p:spPr>
            <a:xfrm>
              <a:off x="7426935" y="279291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8" name="pt39828"/>
            <p:cNvSpPr/>
            <p:nvPr/>
          </p:nvSpPr>
          <p:spPr>
            <a:xfrm>
              <a:off x="7041558" y="22194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9" name="pt39829"/>
            <p:cNvSpPr/>
            <p:nvPr/>
          </p:nvSpPr>
          <p:spPr>
            <a:xfrm>
              <a:off x="7078727" y="213113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0" name="pt39830"/>
            <p:cNvSpPr/>
            <p:nvPr/>
          </p:nvSpPr>
          <p:spPr>
            <a:xfrm>
              <a:off x="7109526" y="2104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1" name="pt39831"/>
            <p:cNvSpPr/>
            <p:nvPr/>
          </p:nvSpPr>
          <p:spPr>
            <a:xfrm>
              <a:off x="7124664" y="207616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2" name="pt39832"/>
            <p:cNvSpPr/>
            <p:nvPr/>
          </p:nvSpPr>
          <p:spPr>
            <a:xfrm>
              <a:off x="7270135" y="19785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3" name="pt39833"/>
            <p:cNvSpPr/>
            <p:nvPr/>
          </p:nvSpPr>
          <p:spPr>
            <a:xfrm>
              <a:off x="6729431" y="263369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4" name="pt39834"/>
            <p:cNvSpPr/>
            <p:nvPr/>
          </p:nvSpPr>
          <p:spPr>
            <a:xfrm>
              <a:off x="6981315" y="22740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5" name="pt39835"/>
            <p:cNvSpPr/>
            <p:nvPr/>
          </p:nvSpPr>
          <p:spPr>
            <a:xfrm>
              <a:off x="7222514" y="204988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6" name="pt39836"/>
            <p:cNvSpPr/>
            <p:nvPr/>
          </p:nvSpPr>
          <p:spPr>
            <a:xfrm>
              <a:off x="7164608" y="210321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7" name="pt39837"/>
            <p:cNvSpPr/>
            <p:nvPr/>
          </p:nvSpPr>
          <p:spPr>
            <a:xfrm>
              <a:off x="6742218" y="23580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8" name="pt39838"/>
            <p:cNvSpPr/>
            <p:nvPr/>
          </p:nvSpPr>
          <p:spPr>
            <a:xfrm>
              <a:off x="6861902" y="214918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9" name="pt39839"/>
            <p:cNvSpPr/>
            <p:nvPr/>
          </p:nvSpPr>
          <p:spPr>
            <a:xfrm>
              <a:off x="6805110" y="227635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0" name="pt39840"/>
            <p:cNvSpPr/>
            <p:nvPr/>
          </p:nvSpPr>
          <p:spPr>
            <a:xfrm>
              <a:off x="7150046" y="220829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1" name="pt39841"/>
            <p:cNvSpPr/>
            <p:nvPr/>
          </p:nvSpPr>
          <p:spPr>
            <a:xfrm>
              <a:off x="6947647" y="20222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2" name="pt39842"/>
            <p:cNvSpPr/>
            <p:nvPr/>
          </p:nvSpPr>
          <p:spPr>
            <a:xfrm>
              <a:off x="7077675" y="203907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3" name="pt39843"/>
            <p:cNvSpPr/>
            <p:nvPr/>
          </p:nvSpPr>
          <p:spPr>
            <a:xfrm>
              <a:off x="7325275" y="206098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4" name="pt39844"/>
            <p:cNvSpPr/>
            <p:nvPr/>
          </p:nvSpPr>
          <p:spPr>
            <a:xfrm>
              <a:off x="7077009" y="213555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5" name="pt39845"/>
            <p:cNvSpPr/>
            <p:nvPr/>
          </p:nvSpPr>
          <p:spPr>
            <a:xfrm>
              <a:off x="7608853" y="25045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6" name="pt39846"/>
            <p:cNvSpPr/>
            <p:nvPr/>
          </p:nvSpPr>
          <p:spPr>
            <a:xfrm>
              <a:off x="6751811" y="2257217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7" name="pt39847"/>
            <p:cNvSpPr/>
            <p:nvPr/>
          </p:nvSpPr>
          <p:spPr>
            <a:xfrm>
              <a:off x="6935788" y="211064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8" name="pt39848"/>
            <p:cNvSpPr/>
            <p:nvPr/>
          </p:nvSpPr>
          <p:spPr>
            <a:xfrm>
              <a:off x="7232594" y="18203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9" name="pt39849"/>
            <p:cNvSpPr/>
            <p:nvPr/>
          </p:nvSpPr>
          <p:spPr>
            <a:xfrm>
              <a:off x="7205600" y="200389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0" name="pt39850"/>
            <p:cNvSpPr/>
            <p:nvPr/>
          </p:nvSpPr>
          <p:spPr>
            <a:xfrm>
              <a:off x="6961243" y="205407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1" name="pt39851"/>
            <p:cNvSpPr/>
            <p:nvPr/>
          </p:nvSpPr>
          <p:spPr>
            <a:xfrm>
              <a:off x="7327819" y="219202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2" name="pt39852"/>
            <p:cNvSpPr/>
            <p:nvPr/>
          </p:nvSpPr>
          <p:spPr>
            <a:xfrm>
              <a:off x="7118488" y="201255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3" name="pt39853"/>
            <p:cNvSpPr/>
            <p:nvPr/>
          </p:nvSpPr>
          <p:spPr>
            <a:xfrm>
              <a:off x="6943846" y="195159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4" name="pt39854"/>
            <p:cNvSpPr/>
            <p:nvPr/>
          </p:nvSpPr>
          <p:spPr>
            <a:xfrm>
              <a:off x="7076371" y="2119381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5" name="pt39855"/>
            <p:cNvSpPr/>
            <p:nvPr/>
          </p:nvSpPr>
          <p:spPr>
            <a:xfrm>
              <a:off x="7038404" y="220036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6" name="pt39856"/>
            <p:cNvSpPr/>
            <p:nvPr/>
          </p:nvSpPr>
          <p:spPr>
            <a:xfrm>
              <a:off x="7357659" y="2459044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7" name="pt39857"/>
            <p:cNvSpPr/>
            <p:nvPr/>
          </p:nvSpPr>
          <p:spPr>
            <a:xfrm>
              <a:off x="7390701" y="248832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8" name="pt39858"/>
            <p:cNvSpPr/>
            <p:nvPr/>
          </p:nvSpPr>
          <p:spPr>
            <a:xfrm>
              <a:off x="7162807" y="236660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9" name="pt39859"/>
            <p:cNvSpPr/>
            <p:nvPr/>
          </p:nvSpPr>
          <p:spPr>
            <a:xfrm>
              <a:off x="7100605" y="2155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0" name="pt39860"/>
            <p:cNvSpPr/>
            <p:nvPr/>
          </p:nvSpPr>
          <p:spPr>
            <a:xfrm>
              <a:off x="7123136" y="2077285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1" name="pt39861"/>
            <p:cNvSpPr/>
            <p:nvPr/>
          </p:nvSpPr>
          <p:spPr>
            <a:xfrm>
              <a:off x="7139146" y="20911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2" name="pt39862"/>
            <p:cNvSpPr/>
            <p:nvPr/>
          </p:nvSpPr>
          <p:spPr>
            <a:xfrm>
              <a:off x="7235677" y="1945678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3" name="pt39863"/>
            <p:cNvSpPr/>
            <p:nvPr/>
          </p:nvSpPr>
          <p:spPr>
            <a:xfrm>
              <a:off x="7024145" y="2066070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4" name="pt39864"/>
            <p:cNvSpPr/>
            <p:nvPr/>
          </p:nvSpPr>
          <p:spPr>
            <a:xfrm>
              <a:off x="7345980" y="1949842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5" name="pt39865"/>
            <p:cNvSpPr/>
            <p:nvPr/>
          </p:nvSpPr>
          <p:spPr>
            <a:xfrm>
              <a:off x="7105685" y="2122206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6" name="pt39866"/>
            <p:cNvSpPr/>
            <p:nvPr/>
          </p:nvSpPr>
          <p:spPr>
            <a:xfrm>
              <a:off x="6909584" y="19539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7" name="pt39867"/>
            <p:cNvSpPr/>
            <p:nvPr/>
          </p:nvSpPr>
          <p:spPr>
            <a:xfrm>
              <a:off x="7152069" y="2065789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8" name="pt39868"/>
            <p:cNvSpPr/>
            <p:nvPr/>
          </p:nvSpPr>
          <p:spPr>
            <a:xfrm>
              <a:off x="6945336" y="1936893"/>
              <a:ext cx="16849" cy="16849"/>
            </a:xfrm>
            <a:prstGeom prst="ellipse">
              <a:avLst/>
            </a:prstGeom>
            <a:solidFill>
              <a:srgbClr val="999999">
                <a:alpha val="5882"/>
              </a:srgbClr>
            </a:solidFill>
            <a:ln w="7363" cap="rnd">
              <a:solidFill>
                <a:srgbClr val="999999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9" name="pl39869"/>
            <p:cNvSpPr/>
            <p:nvPr/>
          </p:nvSpPr>
          <p:spPr>
            <a:xfrm>
              <a:off x="6352948" y="1472284"/>
              <a:ext cx="1702597" cy="1013265"/>
            </a:xfrm>
            <a:custGeom>
              <a:avLst/>
              <a:pathLst>
                <a:path w="1702597" h="1013265">
                  <a:moveTo>
                    <a:pt x="0" y="105819"/>
                  </a:moveTo>
                  <a:lnTo>
                    <a:pt x="21551" y="153551"/>
                  </a:lnTo>
                  <a:lnTo>
                    <a:pt x="43103" y="201016"/>
                  </a:lnTo>
                  <a:lnTo>
                    <a:pt x="64655" y="247947"/>
                  </a:lnTo>
                  <a:lnTo>
                    <a:pt x="86207" y="294077"/>
                  </a:lnTo>
                  <a:lnTo>
                    <a:pt x="107759" y="339139"/>
                  </a:lnTo>
                  <a:lnTo>
                    <a:pt x="129311" y="382867"/>
                  </a:lnTo>
                  <a:lnTo>
                    <a:pt x="150863" y="424993"/>
                  </a:lnTo>
                  <a:lnTo>
                    <a:pt x="172414" y="465250"/>
                  </a:lnTo>
                  <a:lnTo>
                    <a:pt x="193966" y="503372"/>
                  </a:lnTo>
                  <a:lnTo>
                    <a:pt x="215518" y="539091"/>
                  </a:lnTo>
                  <a:lnTo>
                    <a:pt x="237070" y="572141"/>
                  </a:lnTo>
                  <a:lnTo>
                    <a:pt x="258622" y="602254"/>
                  </a:lnTo>
                  <a:lnTo>
                    <a:pt x="280174" y="629164"/>
                  </a:lnTo>
                  <a:lnTo>
                    <a:pt x="301726" y="652604"/>
                  </a:lnTo>
                  <a:lnTo>
                    <a:pt x="323278" y="672306"/>
                  </a:lnTo>
                  <a:lnTo>
                    <a:pt x="344829" y="688004"/>
                  </a:lnTo>
                  <a:lnTo>
                    <a:pt x="366381" y="699432"/>
                  </a:lnTo>
                  <a:lnTo>
                    <a:pt x="387933" y="706320"/>
                  </a:lnTo>
                  <a:lnTo>
                    <a:pt x="409485" y="708404"/>
                  </a:lnTo>
                  <a:lnTo>
                    <a:pt x="431037" y="705416"/>
                  </a:lnTo>
                  <a:lnTo>
                    <a:pt x="452589" y="697089"/>
                  </a:lnTo>
                  <a:lnTo>
                    <a:pt x="474141" y="683156"/>
                  </a:lnTo>
                  <a:lnTo>
                    <a:pt x="495693" y="663350"/>
                  </a:lnTo>
                  <a:lnTo>
                    <a:pt x="517244" y="637405"/>
                  </a:lnTo>
                  <a:lnTo>
                    <a:pt x="538796" y="605053"/>
                  </a:lnTo>
                  <a:lnTo>
                    <a:pt x="560348" y="567227"/>
                  </a:lnTo>
                  <a:lnTo>
                    <a:pt x="581900" y="533021"/>
                  </a:lnTo>
                  <a:lnTo>
                    <a:pt x="603452" y="514926"/>
                  </a:lnTo>
                  <a:lnTo>
                    <a:pt x="625004" y="525444"/>
                  </a:lnTo>
                  <a:lnTo>
                    <a:pt x="646556" y="573817"/>
                  </a:lnTo>
                  <a:lnTo>
                    <a:pt x="668108" y="640997"/>
                  </a:lnTo>
                  <a:lnTo>
                    <a:pt x="689659" y="693433"/>
                  </a:lnTo>
                  <a:lnTo>
                    <a:pt x="711211" y="706758"/>
                  </a:lnTo>
                  <a:lnTo>
                    <a:pt x="732763" y="679499"/>
                  </a:lnTo>
                  <a:lnTo>
                    <a:pt x="754315" y="635959"/>
                  </a:lnTo>
                  <a:lnTo>
                    <a:pt x="775867" y="633379"/>
                  </a:lnTo>
                  <a:lnTo>
                    <a:pt x="797419" y="659128"/>
                  </a:lnTo>
                  <a:lnTo>
                    <a:pt x="818971" y="638935"/>
                  </a:lnTo>
                  <a:lnTo>
                    <a:pt x="840523" y="573799"/>
                  </a:lnTo>
                  <a:lnTo>
                    <a:pt x="862074" y="522891"/>
                  </a:lnTo>
                  <a:lnTo>
                    <a:pt x="883626" y="525510"/>
                  </a:lnTo>
                  <a:lnTo>
                    <a:pt x="905178" y="569349"/>
                  </a:lnTo>
                  <a:lnTo>
                    <a:pt x="926730" y="634434"/>
                  </a:lnTo>
                  <a:lnTo>
                    <a:pt x="948282" y="701417"/>
                  </a:lnTo>
                  <a:lnTo>
                    <a:pt x="969834" y="761493"/>
                  </a:lnTo>
                  <a:lnTo>
                    <a:pt x="991386" y="814602"/>
                  </a:lnTo>
                  <a:lnTo>
                    <a:pt x="1012938" y="860950"/>
                  </a:lnTo>
                  <a:lnTo>
                    <a:pt x="1034489" y="900740"/>
                  </a:lnTo>
                  <a:lnTo>
                    <a:pt x="1056041" y="934179"/>
                  </a:lnTo>
                  <a:lnTo>
                    <a:pt x="1077593" y="961470"/>
                  </a:lnTo>
                  <a:lnTo>
                    <a:pt x="1099145" y="982820"/>
                  </a:lnTo>
                  <a:lnTo>
                    <a:pt x="1120697" y="998432"/>
                  </a:lnTo>
                  <a:lnTo>
                    <a:pt x="1142249" y="1008512"/>
                  </a:lnTo>
                  <a:lnTo>
                    <a:pt x="1163801" y="1013265"/>
                  </a:lnTo>
                  <a:lnTo>
                    <a:pt x="1185353" y="1012895"/>
                  </a:lnTo>
                  <a:lnTo>
                    <a:pt x="1206904" y="1007607"/>
                  </a:lnTo>
                  <a:lnTo>
                    <a:pt x="1228456" y="997607"/>
                  </a:lnTo>
                  <a:lnTo>
                    <a:pt x="1250008" y="983098"/>
                  </a:lnTo>
                  <a:lnTo>
                    <a:pt x="1271560" y="964287"/>
                  </a:lnTo>
                  <a:lnTo>
                    <a:pt x="1293112" y="941378"/>
                  </a:lnTo>
                  <a:lnTo>
                    <a:pt x="1314664" y="914576"/>
                  </a:lnTo>
                  <a:lnTo>
                    <a:pt x="1336216" y="884085"/>
                  </a:lnTo>
                  <a:lnTo>
                    <a:pt x="1357768" y="850112"/>
                  </a:lnTo>
                  <a:lnTo>
                    <a:pt x="1379319" y="812859"/>
                  </a:lnTo>
                  <a:lnTo>
                    <a:pt x="1400871" y="772534"/>
                  </a:lnTo>
                  <a:lnTo>
                    <a:pt x="1422423" y="729339"/>
                  </a:lnTo>
                  <a:lnTo>
                    <a:pt x="1443975" y="683481"/>
                  </a:lnTo>
                  <a:lnTo>
                    <a:pt x="1465527" y="635165"/>
                  </a:lnTo>
                  <a:lnTo>
                    <a:pt x="1487079" y="584594"/>
                  </a:lnTo>
                  <a:lnTo>
                    <a:pt x="1508631" y="531974"/>
                  </a:lnTo>
                  <a:lnTo>
                    <a:pt x="1530183" y="477510"/>
                  </a:lnTo>
                  <a:lnTo>
                    <a:pt x="1551734" y="421407"/>
                  </a:lnTo>
                  <a:lnTo>
                    <a:pt x="1573286" y="363870"/>
                  </a:lnTo>
                  <a:lnTo>
                    <a:pt x="1594838" y="305103"/>
                  </a:lnTo>
                  <a:lnTo>
                    <a:pt x="1616390" y="245312"/>
                  </a:lnTo>
                  <a:lnTo>
                    <a:pt x="1637942" y="184701"/>
                  </a:lnTo>
                  <a:lnTo>
                    <a:pt x="1659494" y="123475"/>
                  </a:lnTo>
                  <a:lnTo>
                    <a:pt x="1681046" y="61840"/>
                  </a:lnTo>
                  <a:lnTo>
                    <a:pt x="1702597" y="0"/>
                  </a:lnTo>
                </a:path>
              </a:pathLst>
            </a:custGeom>
            <a:ln w="1897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0" name="rc39870"/>
            <p:cNvSpPr/>
            <p:nvPr/>
          </p:nvSpPr>
          <p:spPr>
            <a:xfrm>
              <a:off x="8197612" y="994304"/>
              <a:ext cx="1872857" cy="22477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71" name="pl39871"/>
            <p:cNvSpPr/>
            <p:nvPr/>
          </p:nvSpPr>
          <p:spPr>
            <a:xfrm>
              <a:off x="8197612" y="3175208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2" name="pl39872"/>
            <p:cNvSpPr/>
            <p:nvPr/>
          </p:nvSpPr>
          <p:spPr>
            <a:xfrm>
              <a:off x="8197612" y="2629100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3" name="pl39873"/>
            <p:cNvSpPr/>
            <p:nvPr/>
          </p:nvSpPr>
          <p:spPr>
            <a:xfrm>
              <a:off x="8197612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4" name="pl39874"/>
            <p:cNvSpPr/>
            <p:nvPr/>
          </p:nvSpPr>
          <p:spPr>
            <a:xfrm>
              <a:off x="8197612" y="1536882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5" name="pl39875"/>
            <p:cNvSpPr/>
            <p:nvPr/>
          </p:nvSpPr>
          <p:spPr>
            <a:xfrm>
              <a:off x="8197612" y="2082991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  <a:lnTo>
                    <a:pt x="1872857" y="0"/>
                  </a:lnTo>
                </a:path>
              </a:pathLst>
            </a:custGeom>
            <a:ln w="813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6" name="pt39876"/>
            <p:cNvSpPr/>
            <p:nvPr/>
          </p:nvSpPr>
          <p:spPr>
            <a:xfrm>
              <a:off x="9103999" y="2127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7" name="pt39877"/>
            <p:cNvSpPr/>
            <p:nvPr/>
          </p:nvSpPr>
          <p:spPr>
            <a:xfrm>
              <a:off x="9442137" y="1834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8" name="pt39878"/>
            <p:cNvSpPr/>
            <p:nvPr/>
          </p:nvSpPr>
          <p:spPr>
            <a:xfrm>
              <a:off x="9187265" y="2222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9" name="pt39879"/>
            <p:cNvSpPr/>
            <p:nvPr/>
          </p:nvSpPr>
          <p:spPr>
            <a:xfrm>
              <a:off x="9096734" y="1625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0" name="pt39880"/>
            <p:cNvSpPr/>
            <p:nvPr/>
          </p:nvSpPr>
          <p:spPr>
            <a:xfrm>
              <a:off x="8398928" y="2546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1" name="pt39881"/>
            <p:cNvSpPr/>
            <p:nvPr/>
          </p:nvSpPr>
          <p:spPr>
            <a:xfrm>
              <a:off x="8398928" y="2400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2" name="pt39882"/>
            <p:cNvSpPr/>
            <p:nvPr/>
          </p:nvSpPr>
          <p:spPr>
            <a:xfrm>
              <a:off x="9182728" y="1974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3" name="pt39883"/>
            <p:cNvSpPr/>
            <p:nvPr/>
          </p:nvSpPr>
          <p:spPr>
            <a:xfrm>
              <a:off x="8735430" y="2035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4" name="pt39884"/>
            <p:cNvSpPr/>
            <p:nvPr/>
          </p:nvSpPr>
          <p:spPr>
            <a:xfrm>
              <a:off x="9331236" y="2147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5" name="pt39885"/>
            <p:cNvSpPr/>
            <p:nvPr/>
          </p:nvSpPr>
          <p:spPr>
            <a:xfrm>
              <a:off x="9273294" y="1729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6" name="pt39886"/>
            <p:cNvSpPr/>
            <p:nvPr/>
          </p:nvSpPr>
          <p:spPr>
            <a:xfrm>
              <a:off x="9075096" y="1879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7" name="pt39887"/>
            <p:cNvSpPr/>
            <p:nvPr/>
          </p:nvSpPr>
          <p:spPr>
            <a:xfrm>
              <a:off x="9212805" y="1778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8" name="pt39888"/>
            <p:cNvSpPr/>
            <p:nvPr/>
          </p:nvSpPr>
          <p:spPr>
            <a:xfrm>
              <a:off x="9157488" y="1843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9" name="pt39889"/>
            <p:cNvSpPr/>
            <p:nvPr/>
          </p:nvSpPr>
          <p:spPr>
            <a:xfrm>
              <a:off x="9160112" y="1976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0" name="pt39890"/>
            <p:cNvSpPr/>
            <p:nvPr/>
          </p:nvSpPr>
          <p:spPr>
            <a:xfrm>
              <a:off x="8648148" y="2452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1" name="pt39891"/>
            <p:cNvSpPr/>
            <p:nvPr/>
          </p:nvSpPr>
          <p:spPr>
            <a:xfrm>
              <a:off x="8499532" y="2541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2" name="pt39892"/>
            <p:cNvSpPr/>
            <p:nvPr/>
          </p:nvSpPr>
          <p:spPr>
            <a:xfrm>
              <a:off x="8778290" y="2333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3" name="pt39893"/>
            <p:cNvSpPr/>
            <p:nvPr/>
          </p:nvSpPr>
          <p:spPr>
            <a:xfrm>
              <a:off x="8523538" y="2516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4" name="pt39894"/>
            <p:cNvSpPr/>
            <p:nvPr/>
          </p:nvSpPr>
          <p:spPr>
            <a:xfrm>
              <a:off x="8398928" y="2382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5" name="pt39895"/>
            <p:cNvSpPr/>
            <p:nvPr/>
          </p:nvSpPr>
          <p:spPr>
            <a:xfrm>
              <a:off x="9005825" y="1648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6" name="pt39896"/>
            <p:cNvSpPr/>
            <p:nvPr/>
          </p:nvSpPr>
          <p:spPr>
            <a:xfrm>
              <a:off x="8981160" y="2054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7" name="pt39897"/>
            <p:cNvSpPr/>
            <p:nvPr/>
          </p:nvSpPr>
          <p:spPr>
            <a:xfrm>
              <a:off x="8882745" y="1515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8" name="pt39898"/>
            <p:cNvSpPr/>
            <p:nvPr/>
          </p:nvSpPr>
          <p:spPr>
            <a:xfrm>
              <a:off x="9034195" y="1702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9" name="pt39899"/>
            <p:cNvSpPr/>
            <p:nvPr/>
          </p:nvSpPr>
          <p:spPr>
            <a:xfrm>
              <a:off x="9176891" y="1933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0" name="pt39900"/>
            <p:cNvSpPr/>
            <p:nvPr/>
          </p:nvSpPr>
          <p:spPr>
            <a:xfrm>
              <a:off x="9171470" y="1825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1" name="pt39901"/>
            <p:cNvSpPr/>
            <p:nvPr/>
          </p:nvSpPr>
          <p:spPr>
            <a:xfrm>
              <a:off x="8798858" y="1974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2" name="pt39902"/>
            <p:cNvSpPr/>
            <p:nvPr/>
          </p:nvSpPr>
          <p:spPr>
            <a:xfrm>
              <a:off x="9103999" y="2293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3" name="pt39903"/>
            <p:cNvSpPr/>
            <p:nvPr/>
          </p:nvSpPr>
          <p:spPr>
            <a:xfrm>
              <a:off x="9442137" y="1914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4" name="pt39904"/>
            <p:cNvSpPr/>
            <p:nvPr/>
          </p:nvSpPr>
          <p:spPr>
            <a:xfrm>
              <a:off x="9040639" y="1728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5" name="pt39905"/>
            <p:cNvSpPr/>
            <p:nvPr/>
          </p:nvSpPr>
          <p:spPr>
            <a:xfrm>
              <a:off x="9806800" y="2397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6" name="pt39906"/>
            <p:cNvSpPr/>
            <p:nvPr/>
          </p:nvSpPr>
          <p:spPr>
            <a:xfrm>
              <a:off x="8688264" y="2337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7" name="pt39907"/>
            <p:cNvSpPr/>
            <p:nvPr/>
          </p:nvSpPr>
          <p:spPr>
            <a:xfrm>
              <a:off x="8398928" y="231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8" name="pt39908"/>
            <p:cNvSpPr/>
            <p:nvPr/>
          </p:nvSpPr>
          <p:spPr>
            <a:xfrm>
              <a:off x="8721041" y="2021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9" name="pt39909"/>
            <p:cNvSpPr/>
            <p:nvPr/>
          </p:nvSpPr>
          <p:spPr>
            <a:xfrm>
              <a:off x="9218071" y="1844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0" name="pt39910"/>
            <p:cNvSpPr/>
            <p:nvPr/>
          </p:nvSpPr>
          <p:spPr>
            <a:xfrm>
              <a:off x="8705398" y="2099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1" name="pt39911"/>
            <p:cNvSpPr/>
            <p:nvPr/>
          </p:nvSpPr>
          <p:spPr>
            <a:xfrm>
              <a:off x="8910892" y="2044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2" name="pt39912"/>
            <p:cNvSpPr/>
            <p:nvPr/>
          </p:nvSpPr>
          <p:spPr>
            <a:xfrm>
              <a:off x="9717541" y="2194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3" name="pt39913"/>
            <p:cNvSpPr/>
            <p:nvPr/>
          </p:nvSpPr>
          <p:spPr>
            <a:xfrm>
              <a:off x="9317391" y="2185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4" name="pt39914"/>
            <p:cNvSpPr/>
            <p:nvPr/>
          </p:nvSpPr>
          <p:spPr>
            <a:xfrm>
              <a:off x="8563654" y="2412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5" name="pt39915"/>
            <p:cNvSpPr/>
            <p:nvPr/>
          </p:nvSpPr>
          <p:spPr>
            <a:xfrm>
              <a:off x="8580788" y="2290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6" name="pt39916"/>
            <p:cNvSpPr/>
            <p:nvPr/>
          </p:nvSpPr>
          <p:spPr>
            <a:xfrm>
              <a:off x="8932933" y="1886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7" name="pt39917"/>
            <p:cNvSpPr/>
            <p:nvPr/>
          </p:nvSpPr>
          <p:spPr>
            <a:xfrm>
              <a:off x="8648148" y="2313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8" name="pt39918"/>
            <p:cNvSpPr/>
            <p:nvPr/>
          </p:nvSpPr>
          <p:spPr>
            <a:xfrm>
              <a:off x="9103999" y="2136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9" name="pt39919"/>
            <p:cNvSpPr/>
            <p:nvPr/>
          </p:nvSpPr>
          <p:spPr>
            <a:xfrm>
              <a:off x="8347210" y="2361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0" name="pt39920"/>
            <p:cNvSpPr/>
            <p:nvPr/>
          </p:nvSpPr>
          <p:spPr>
            <a:xfrm>
              <a:off x="9639141" y="2066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1" name="pt39921"/>
            <p:cNvSpPr/>
            <p:nvPr/>
          </p:nvSpPr>
          <p:spPr>
            <a:xfrm>
              <a:off x="8873363" y="2050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2" name="pt39922"/>
            <p:cNvSpPr/>
            <p:nvPr/>
          </p:nvSpPr>
          <p:spPr>
            <a:xfrm>
              <a:off x="8767051" y="2138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3" name="pt39923"/>
            <p:cNvSpPr/>
            <p:nvPr/>
          </p:nvSpPr>
          <p:spPr>
            <a:xfrm>
              <a:off x="9525526" y="1641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4" name="pt39924"/>
            <p:cNvSpPr/>
            <p:nvPr/>
          </p:nvSpPr>
          <p:spPr>
            <a:xfrm>
              <a:off x="9027511" y="1807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5" name="pt39925"/>
            <p:cNvSpPr/>
            <p:nvPr/>
          </p:nvSpPr>
          <p:spPr>
            <a:xfrm>
              <a:off x="8688264" y="2293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6" name="pt39926"/>
            <p:cNvSpPr/>
            <p:nvPr/>
          </p:nvSpPr>
          <p:spPr>
            <a:xfrm>
              <a:off x="9336196" y="2222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7" name="pt39927"/>
            <p:cNvSpPr/>
            <p:nvPr/>
          </p:nvSpPr>
          <p:spPr>
            <a:xfrm>
              <a:off x="8471820" y="2304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8" name="pt39928"/>
            <p:cNvSpPr/>
            <p:nvPr/>
          </p:nvSpPr>
          <p:spPr>
            <a:xfrm>
              <a:off x="9083269" y="2031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9" name="pt39929"/>
            <p:cNvSpPr/>
            <p:nvPr/>
          </p:nvSpPr>
          <p:spPr>
            <a:xfrm>
              <a:off x="8274318" y="2534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0" name="pt39930"/>
            <p:cNvSpPr/>
            <p:nvPr/>
          </p:nvSpPr>
          <p:spPr>
            <a:xfrm>
              <a:off x="8803653" y="1985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1" name="pt39931"/>
            <p:cNvSpPr/>
            <p:nvPr/>
          </p:nvSpPr>
          <p:spPr>
            <a:xfrm>
              <a:off x="9187265" y="2314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2" name="pt39932"/>
            <p:cNvSpPr/>
            <p:nvPr/>
          </p:nvSpPr>
          <p:spPr>
            <a:xfrm>
              <a:off x="8274318" y="2566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3" name="pt39933"/>
            <p:cNvSpPr/>
            <p:nvPr/>
          </p:nvSpPr>
          <p:spPr>
            <a:xfrm>
              <a:off x="8973968" y="1963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4" name="pt39934"/>
            <p:cNvSpPr/>
            <p:nvPr/>
          </p:nvSpPr>
          <p:spPr>
            <a:xfrm>
              <a:off x="9719466" y="2104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5" name="pt39935"/>
            <p:cNvSpPr/>
            <p:nvPr/>
          </p:nvSpPr>
          <p:spPr>
            <a:xfrm>
              <a:off x="9108394" y="1896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6" name="pt39936"/>
            <p:cNvSpPr/>
            <p:nvPr/>
          </p:nvSpPr>
          <p:spPr>
            <a:xfrm>
              <a:off x="9273294" y="1734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7" name="pt39937"/>
            <p:cNvSpPr/>
            <p:nvPr/>
          </p:nvSpPr>
          <p:spPr>
            <a:xfrm>
              <a:off x="8981160" y="1960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8" name="pt39938"/>
            <p:cNvSpPr/>
            <p:nvPr/>
          </p:nvSpPr>
          <p:spPr>
            <a:xfrm>
              <a:off x="8398928" y="2117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9" name="pt39939"/>
            <p:cNvSpPr/>
            <p:nvPr/>
          </p:nvSpPr>
          <p:spPr>
            <a:xfrm>
              <a:off x="8923469" y="1916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0" name="pt39940"/>
            <p:cNvSpPr/>
            <p:nvPr/>
          </p:nvSpPr>
          <p:spPr>
            <a:xfrm>
              <a:off x="8856549" y="2188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1" name="pt39941"/>
            <p:cNvSpPr/>
            <p:nvPr/>
          </p:nvSpPr>
          <p:spPr>
            <a:xfrm>
              <a:off x="8347210" y="203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2" name="pt39942"/>
            <p:cNvSpPr/>
            <p:nvPr/>
          </p:nvSpPr>
          <p:spPr>
            <a:xfrm>
              <a:off x="9689893" y="1649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3" name="pt39943"/>
            <p:cNvSpPr/>
            <p:nvPr/>
          </p:nvSpPr>
          <p:spPr>
            <a:xfrm>
              <a:off x="9054052" y="2328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4" name="pt39944"/>
            <p:cNvSpPr/>
            <p:nvPr/>
          </p:nvSpPr>
          <p:spPr>
            <a:xfrm>
              <a:off x="8873363" y="2117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5" name="pt39945"/>
            <p:cNvSpPr/>
            <p:nvPr/>
          </p:nvSpPr>
          <p:spPr>
            <a:xfrm>
              <a:off x="9171470" y="1860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6" name="pt39946"/>
            <p:cNvSpPr/>
            <p:nvPr/>
          </p:nvSpPr>
          <p:spPr>
            <a:xfrm>
              <a:off x="9049289" y="2179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7" name="pt39947"/>
            <p:cNvSpPr/>
            <p:nvPr/>
          </p:nvSpPr>
          <p:spPr>
            <a:xfrm>
              <a:off x="8563654" y="2244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8" name="pt39948"/>
            <p:cNvSpPr/>
            <p:nvPr/>
          </p:nvSpPr>
          <p:spPr>
            <a:xfrm>
              <a:off x="8659047" y="2373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9" name="pt39949"/>
            <p:cNvSpPr/>
            <p:nvPr/>
          </p:nvSpPr>
          <p:spPr>
            <a:xfrm>
              <a:off x="8834048" y="1823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0" name="pt39950"/>
            <p:cNvSpPr/>
            <p:nvPr/>
          </p:nvSpPr>
          <p:spPr>
            <a:xfrm>
              <a:off x="8679043" y="2054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1" name="pt39951"/>
            <p:cNvSpPr/>
            <p:nvPr/>
          </p:nvSpPr>
          <p:spPr>
            <a:xfrm>
              <a:off x="9792213" y="2546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2" name="pt39952"/>
            <p:cNvSpPr/>
            <p:nvPr/>
          </p:nvSpPr>
          <p:spPr>
            <a:xfrm>
              <a:off x="8845651" y="2018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3" name="pt39953"/>
            <p:cNvSpPr/>
            <p:nvPr/>
          </p:nvSpPr>
          <p:spPr>
            <a:xfrm>
              <a:off x="9553956" y="2413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4" name="pt39954"/>
            <p:cNvSpPr/>
            <p:nvPr/>
          </p:nvSpPr>
          <p:spPr>
            <a:xfrm>
              <a:off x="8879672" y="2121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5" name="pt39955"/>
            <p:cNvSpPr/>
            <p:nvPr/>
          </p:nvSpPr>
          <p:spPr>
            <a:xfrm>
              <a:off x="9308769" y="2191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6" name="pt39956"/>
            <p:cNvSpPr/>
            <p:nvPr/>
          </p:nvSpPr>
          <p:spPr>
            <a:xfrm>
              <a:off x="8439043" y="2282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7" name="pt39957"/>
            <p:cNvSpPr/>
            <p:nvPr/>
          </p:nvSpPr>
          <p:spPr>
            <a:xfrm>
              <a:off x="9488519" y="2544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8" name="pt39958"/>
            <p:cNvSpPr/>
            <p:nvPr/>
          </p:nvSpPr>
          <p:spPr>
            <a:xfrm>
              <a:off x="9258470" y="1934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9" name="pt39959"/>
            <p:cNvSpPr/>
            <p:nvPr/>
          </p:nvSpPr>
          <p:spPr>
            <a:xfrm>
              <a:off x="9497514" y="2470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0" name="pt39960"/>
            <p:cNvSpPr/>
            <p:nvPr/>
          </p:nvSpPr>
          <p:spPr>
            <a:xfrm>
              <a:off x="8669323" y="2451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1" name="pt39961"/>
            <p:cNvSpPr/>
            <p:nvPr/>
          </p:nvSpPr>
          <p:spPr>
            <a:xfrm>
              <a:off x="8398928" y="2439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2" name="pt39962"/>
            <p:cNvSpPr/>
            <p:nvPr/>
          </p:nvSpPr>
          <p:spPr>
            <a:xfrm>
              <a:off x="8523538" y="2482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3" name="pt39963"/>
            <p:cNvSpPr/>
            <p:nvPr/>
          </p:nvSpPr>
          <p:spPr>
            <a:xfrm>
              <a:off x="9227269" y="2098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4" name="pt39964"/>
            <p:cNvSpPr/>
            <p:nvPr/>
          </p:nvSpPr>
          <p:spPr>
            <a:xfrm>
              <a:off x="8596430" y="2164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5" name="pt39965"/>
            <p:cNvSpPr/>
            <p:nvPr/>
          </p:nvSpPr>
          <p:spPr>
            <a:xfrm>
              <a:off x="8659047" y="2334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6" name="pt39966"/>
            <p:cNvSpPr/>
            <p:nvPr/>
          </p:nvSpPr>
          <p:spPr>
            <a:xfrm>
              <a:off x="8648148" y="229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7" name="pt39967"/>
            <p:cNvSpPr/>
            <p:nvPr/>
          </p:nvSpPr>
          <p:spPr>
            <a:xfrm>
              <a:off x="9313825" y="2022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8" name="pt39968"/>
            <p:cNvSpPr/>
            <p:nvPr/>
          </p:nvSpPr>
          <p:spPr>
            <a:xfrm>
              <a:off x="8954618" y="2250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9" name="pt39969"/>
            <p:cNvSpPr/>
            <p:nvPr/>
          </p:nvSpPr>
          <p:spPr>
            <a:xfrm>
              <a:off x="9247994" y="1914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0" name="pt39970"/>
            <p:cNvSpPr/>
            <p:nvPr/>
          </p:nvSpPr>
          <p:spPr>
            <a:xfrm>
              <a:off x="8274318" y="2386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1" name="pt39971"/>
            <p:cNvSpPr/>
            <p:nvPr/>
          </p:nvSpPr>
          <p:spPr>
            <a:xfrm>
              <a:off x="8398928" y="2539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2" name="pt39972"/>
            <p:cNvSpPr/>
            <p:nvPr/>
          </p:nvSpPr>
          <p:spPr>
            <a:xfrm>
              <a:off x="9101309" y="2043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3" name="pt39973"/>
            <p:cNvSpPr/>
            <p:nvPr/>
          </p:nvSpPr>
          <p:spPr>
            <a:xfrm>
              <a:off x="9332489" y="2212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4" name="pt39974"/>
            <p:cNvSpPr/>
            <p:nvPr/>
          </p:nvSpPr>
          <p:spPr>
            <a:xfrm>
              <a:off x="9334969" y="2086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5" name="pt39975"/>
            <p:cNvSpPr/>
            <p:nvPr/>
          </p:nvSpPr>
          <p:spPr>
            <a:xfrm>
              <a:off x="8471820" y="2375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6" name="pt39976"/>
            <p:cNvSpPr/>
            <p:nvPr/>
          </p:nvSpPr>
          <p:spPr>
            <a:xfrm>
              <a:off x="9211830" y="1850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7" name="pt39977"/>
            <p:cNvSpPr/>
            <p:nvPr/>
          </p:nvSpPr>
          <p:spPr>
            <a:xfrm>
              <a:off x="8471820" y="2386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8" name="pt39978"/>
            <p:cNvSpPr/>
            <p:nvPr/>
          </p:nvSpPr>
          <p:spPr>
            <a:xfrm>
              <a:off x="8596430" y="2108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9" name="pt39979"/>
            <p:cNvSpPr/>
            <p:nvPr/>
          </p:nvSpPr>
          <p:spPr>
            <a:xfrm>
              <a:off x="9200748" y="1827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0" name="pt39980"/>
            <p:cNvSpPr/>
            <p:nvPr/>
          </p:nvSpPr>
          <p:spPr>
            <a:xfrm>
              <a:off x="8932933" y="1897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1" name="pt39981"/>
            <p:cNvSpPr/>
            <p:nvPr/>
          </p:nvSpPr>
          <p:spPr>
            <a:xfrm>
              <a:off x="9468702" y="2023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2" name="pt39982"/>
            <p:cNvSpPr/>
            <p:nvPr/>
          </p:nvSpPr>
          <p:spPr>
            <a:xfrm>
              <a:off x="9066533" y="1761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3" name="pt39983"/>
            <p:cNvSpPr/>
            <p:nvPr/>
          </p:nvSpPr>
          <p:spPr>
            <a:xfrm>
              <a:off x="9045633" y="2309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4" name="pt39984"/>
            <p:cNvSpPr/>
            <p:nvPr/>
          </p:nvSpPr>
          <p:spPr>
            <a:xfrm>
              <a:off x="8742215" y="2076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5" name="pt39985"/>
            <p:cNvSpPr/>
            <p:nvPr/>
          </p:nvSpPr>
          <p:spPr>
            <a:xfrm>
              <a:off x="9211830" y="1800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6" name="pt39986"/>
            <p:cNvSpPr/>
            <p:nvPr/>
          </p:nvSpPr>
          <p:spPr>
            <a:xfrm>
              <a:off x="8830008" y="2005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7" name="pt39987"/>
            <p:cNvSpPr/>
            <p:nvPr/>
          </p:nvSpPr>
          <p:spPr>
            <a:xfrm>
              <a:off x="8981160" y="1977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8" name="pt39988"/>
            <p:cNvSpPr/>
            <p:nvPr/>
          </p:nvSpPr>
          <p:spPr>
            <a:xfrm>
              <a:off x="8713389" y="2165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9" name="pt39989"/>
            <p:cNvSpPr/>
            <p:nvPr/>
          </p:nvSpPr>
          <p:spPr>
            <a:xfrm>
              <a:off x="9203327" y="1716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0" name="pt39990"/>
            <p:cNvSpPr/>
            <p:nvPr/>
          </p:nvSpPr>
          <p:spPr>
            <a:xfrm>
              <a:off x="8956650" y="2287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1" name="pt39991"/>
            <p:cNvSpPr/>
            <p:nvPr/>
          </p:nvSpPr>
          <p:spPr>
            <a:xfrm>
              <a:off x="9351205" y="2073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2" name="pt39992"/>
            <p:cNvSpPr/>
            <p:nvPr/>
          </p:nvSpPr>
          <p:spPr>
            <a:xfrm>
              <a:off x="9086240" y="1877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3" name="pt39993"/>
            <p:cNvSpPr/>
            <p:nvPr/>
          </p:nvSpPr>
          <p:spPr>
            <a:xfrm>
              <a:off x="8471820" y="2364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4" name="pt39994"/>
            <p:cNvSpPr/>
            <p:nvPr/>
          </p:nvSpPr>
          <p:spPr>
            <a:xfrm>
              <a:off x="9780125" y="2662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5" name="pt39995"/>
            <p:cNvSpPr/>
            <p:nvPr/>
          </p:nvSpPr>
          <p:spPr>
            <a:xfrm>
              <a:off x="8932933" y="1823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6" name="pt39996"/>
            <p:cNvSpPr/>
            <p:nvPr/>
          </p:nvSpPr>
          <p:spPr>
            <a:xfrm>
              <a:off x="9269435" y="1742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7" name="pt39997"/>
            <p:cNvSpPr/>
            <p:nvPr/>
          </p:nvSpPr>
          <p:spPr>
            <a:xfrm>
              <a:off x="8755061" y="2309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8" name="pt39998"/>
            <p:cNvSpPr/>
            <p:nvPr/>
          </p:nvSpPr>
          <p:spPr>
            <a:xfrm>
              <a:off x="8471820" y="2319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9" name="pt39999"/>
            <p:cNvSpPr/>
            <p:nvPr/>
          </p:nvSpPr>
          <p:spPr>
            <a:xfrm>
              <a:off x="9356962" y="2044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0" name="pt40000"/>
            <p:cNvSpPr/>
            <p:nvPr/>
          </p:nvSpPr>
          <p:spPr>
            <a:xfrm>
              <a:off x="9265854" y="2120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1" name="pt40001"/>
            <p:cNvSpPr/>
            <p:nvPr/>
          </p:nvSpPr>
          <p:spPr>
            <a:xfrm>
              <a:off x="8648148" y="2308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2" name="pt40002"/>
            <p:cNvSpPr/>
            <p:nvPr/>
          </p:nvSpPr>
          <p:spPr>
            <a:xfrm>
              <a:off x="9419155" y="2036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3" name="pt40003"/>
            <p:cNvSpPr/>
            <p:nvPr/>
          </p:nvSpPr>
          <p:spPr>
            <a:xfrm>
              <a:off x="9075096" y="1967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4" name="pt40004"/>
            <p:cNvSpPr/>
            <p:nvPr/>
          </p:nvSpPr>
          <p:spPr>
            <a:xfrm>
              <a:off x="9336196" y="2161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5" name="pt40005"/>
            <p:cNvSpPr/>
            <p:nvPr/>
          </p:nvSpPr>
          <p:spPr>
            <a:xfrm>
              <a:off x="9262568" y="2052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6" name="pt40006"/>
            <p:cNvSpPr/>
            <p:nvPr/>
          </p:nvSpPr>
          <p:spPr>
            <a:xfrm>
              <a:off x="8697035" y="2237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7" name="pt40007"/>
            <p:cNvSpPr/>
            <p:nvPr/>
          </p:nvSpPr>
          <p:spPr>
            <a:xfrm>
              <a:off x="9059833" y="1889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8" name="pt40008"/>
            <p:cNvSpPr/>
            <p:nvPr/>
          </p:nvSpPr>
          <p:spPr>
            <a:xfrm>
              <a:off x="8788868" y="2113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9" name="pt40009"/>
            <p:cNvSpPr/>
            <p:nvPr/>
          </p:nvSpPr>
          <p:spPr>
            <a:xfrm>
              <a:off x="8721041" y="1987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0" name="pt40010"/>
            <p:cNvSpPr/>
            <p:nvPr/>
          </p:nvSpPr>
          <p:spPr>
            <a:xfrm>
              <a:off x="8897369" y="1893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1" name="pt40011"/>
            <p:cNvSpPr/>
            <p:nvPr/>
          </p:nvSpPr>
          <p:spPr>
            <a:xfrm>
              <a:off x="9231697" y="2139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2" name="pt40012"/>
            <p:cNvSpPr/>
            <p:nvPr/>
          </p:nvSpPr>
          <p:spPr>
            <a:xfrm>
              <a:off x="9188382" y="2056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3" name="pt40013"/>
            <p:cNvSpPr/>
            <p:nvPr/>
          </p:nvSpPr>
          <p:spPr>
            <a:xfrm>
              <a:off x="9040639" y="1797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4" name="pt40014"/>
            <p:cNvSpPr/>
            <p:nvPr/>
          </p:nvSpPr>
          <p:spPr>
            <a:xfrm>
              <a:off x="8735430" y="2163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5" name="pt40015"/>
            <p:cNvSpPr/>
            <p:nvPr/>
          </p:nvSpPr>
          <p:spPr>
            <a:xfrm>
              <a:off x="9253114" y="1954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6" name="pt40016"/>
            <p:cNvSpPr/>
            <p:nvPr/>
          </p:nvSpPr>
          <p:spPr>
            <a:xfrm>
              <a:off x="8610820" y="2307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7" name="pt40017"/>
            <p:cNvSpPr/>
            <p:nvPr/>
          </p:nvSpPr>
          <p:spPr>
            <a:xfrm>
              <a:off x="8798858" y="2097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8" name="pt40018"/>
            <p:cNvSpPr/>
            <p:nvPr/>
          </p:nvSpPr>
          <p:spPr>
            <a:xfrm>
              <a:off x="9332489" y="2086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9" name="pt40019"/>
            <p:cNvSpPr/>
            <p:nvPr/>
          </p:nvSpPr>
          <p:spPr>
            <a:xfrm>
              <a:off x="9356962" y="2107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0" name="pt40020"/>
            <p:cNvSpPr/>
            <p:nvPr/>
          </p:nvSpPr>
          <p:spPr>
            <a:xfrm>
              <a:off x="8713389" y="2254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1" name="pt40021"/>
            <p:cNvSpPr/>
            <p:nvPr/>
          </p:nvSpPr>
          <p:spPr>
            <a:xfrm>
              <a:off x="9761216" y="2554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2" name="pt40022"/>
            <p:cNvSpPr/>
            <p:nvPr/>
          </p:nvSpPr>
          <p:spPr>
            <a:xfrm>
              <a:off x="8596430" y="2203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3" name="pt40023"/>
            <p:cNvSpPr/>
            <p:nvPr/>
          </p:nvSpPr>
          <p:spPr>
            <a:xfrm>
              <a:off x="9468702" y="2165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4" name="pt40024"/>
            <p:cNvSpPr/>
            <p:nvPr/>
          </p:nvSpPr>
          <p:spPr>
            <a:xfrm>
              <a:off x="9013348" y="1197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5" name="pt40025"/>
            <p:cNvSpPr/>
            <p:nvPr/>
          </p:nvSpPr>
          <p:spPr>
            <a:xfrm>
              <a:off x="8761156" y="2288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6" name="pt40026"/>
            <p:cNvSpPr/>
            <p:nvPr/>
          </p:nvSpPr>
          <p:spPr>
            <a:xfrm>
              <a:off x="8688264" y="2395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7" name="pt40027"/>
            <p:cNvSpPr/>
            <p:nvPr/>
          </p:nvSpPr>
          <p:spPr>
            <a:xfrm>
              <a:off x="8580788" y="2377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8" name="pt40028"/>
            <p:cNvSpPr/>
            <p:nvPr/>
          </p:nvSpPr>
          <p:spPr>
            <a:xfrm>
              <a:off x="9065434" y="1754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9" name="pt40029"/>
            <p:cNvSpPr/>
            <p:nvPr/>
          </p:nvSpPr>
          <p:spPr>
            <a:xfrm>
              <a:off x="8821645" y="2059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0" name="pt40030"/>
            <p:cNvSpPr/>
            <p:nvPr/>
          </p:nvSpPr>
          <p:spPr>
            <a:xfrm>
              <a:off x="8563654" y="2015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1" name="pt40031"/>
            <p:cNvSpPr/>
            <p:nvPr/>
          </p:nvSpPr>
          <p:spPr>
            <a:xfrm>
              <a:off x="8856549" y="2282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2" name="pt40032"/>
            <p:cNvSpPr/>
            <p:nvPr/>
          </p:nvSpPr>
          <p:spPr>
            <a:xfrm>
              <a:off x="9066533" y="1751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3" name="pt40033"/>
            <p:cNvSpPr/>
            <p:nvPr/>
          </p:nvSpPr>
          <p:spPr>
            <a:xfrm>
              <a:off x="8870124" y="2253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4" name="pt40034"/>
            <p:cNvSpPr/>
            <p:nvPr/>
          </p:nvSpPr>
          <p:spPr>
            <a:xfrm>
              <a:off x="8798858" y="1945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5" name="pt40035"/>
            <p:cNvSpPr/>
            <p:nvPr/>
          </p:nvSpPr>
          <p:spPr>
            <a:xfrm>
              <a:off x="8954618" y="2280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6" name="pt40036"/>
            <p:cNvSpPr/>
            <p:nvPr/>
          </p:nvSpPr>
          <p:spPr>
            <a:xfrm>
              <a:off x="8580788" y="2220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7" name="pt40037"/>
            <p:cNvSpPr/>
            <p:nvPr/>
          </p:nvSpPr>
          <p:spPr>
            <a:xfrm>
              <a:off x="8398928" y="2293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8" name="pt40038"/>
            <p:cNvSpPr/>
            <p:nvPr/>
          </p:nvSpPr>
          <p:spPr>
            <a:xfrm>
              <a:off x="9075096" y="1842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9" name="pt40039"/>
            <p:cNvSpPr/>
            <p:nvPr/>
          </p:nvSpPr>
          <p:spPr>
            <a:xfrm>
              <a:off x="9499399" y="2390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0" name="pt40040"/>
            <p:cNvSpPr/>
            <p:nvPr/>
          </p:nvSpPr>
          <p:spPr>
            <a:xfrm>
              <a:off x="8950486" y="2141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1" name="pt40041"/>
            <p:cNvSpPr/>
            <p:nvPr/>
          </p:nvSpPr>
          <p:spPr>
            <a:xfrm>
              <a:off x="8948383" y="2103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2" name="pt40042"/>
            <p:cNvSpPr/>
            <p:nvPr/>
          </p:nvSpPr>
          <p:spPr>
            <a:xfrm>
              <a:off x="8688264" y="2257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3" name="pt40043"/>
            <p:cNvSpPr/>
            <p:nvPr/>
          </p:nvSpPr>
          <p:spPr>
            <a:xfrm>
              <a:off x="9023378" y="176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4" name="pt40044"/>
            <p:cNvSpPr/>
            <p:nvPr/>
          </p:nvSpPr>
          <p:spPr>
            <a:xfrm>
              <a:off x="8918543" y="1793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5" name="pt40045"/>
            <p:cNvSpPr/>
            <p:nvPr/>
          </p:nvSpPr>
          <p:spPr>
            <a:xfrm>
              <a:off x="9189492" y="2094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6" name="pt40046"/>
            <p:cNvSpPr/>
            <p:nvPr/>
          </p:nvSpPr>
          <p:spPr>
            <a:xfrm>
              <a:off x="8879672" y="1955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7" name="pt40047"/>
            <p:cNvSpPr/>
            <p:nvPr/>
          </p:nvSpPr>
          <p:spPr>
            <a:xfrm>
              <a:off x="9707347" y="1935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8" name="pt40048"/>
            <p:cNvSpPr/>
            <p:nvPr/>
          </p:nvSpPr>
          <p:spPr>
            <a:xfrm>
              <a:off x="8439043" y="2200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9" name="pt40049"/>
            <p:cNvSpPr/>
            <p:nvPr/>
          </p:nvSpPr>
          <p:spPr>
            <a:xfrm>
              <a:off x="8962610" y="2236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0" name="pt40050"/>
            <p:cNvSpPr/>
            <p:nvPr/>
          </p:nvSpPr>
          <p:spPr>
            <a:xfrm>
              <a:off x="9420231" y="1771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1" name="pt40051"/>
            <p:cNvSpPr/>
            <p:nvPr/>
          </p:nvSpPr>
          <p:spPr>
            <a:xfrm>
              <a:off x="8471820" y="2426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2" name="pt40052"/>
            <p:cNvSpPr/>
            <p:nvPr/>
          </p:nvSpPr>
          <p:spPr>
            <a:xfrm>
              <a:off x="9046860" y="2126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3" name="pt40053"/>
            <p:cNvSpPr/>
            <p:nvPr/>
          </p:nvSpPr>
          <p:spPr>
            <a:xfrm>
              <a:off x="9059833" y="1738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4" name="pt40054"/>
            <p:cNvSpPr/>
            <p:nvPr/>
          </p:nvSpPr>
          <p:spPr>
            <a:xfrm>
              <a:off x="9294853" y="1855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5" name="pt40055"/>
            <p:cNvSpPr/>
            <p:nvPr/>
          </p:nvSpPr>
          <p:spPr>
            <a:xfrm>
              <a:off x="8986371" y="1842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6" name="pt40056"/>
            <p:cNvSpPr/>
            <p:nvPr/>
          </p:nvSpPr>
          <p:spPr>
            <a:xfrm>
              <a:off x="8523538" y="2332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7" name="pt40057"/>
            <p:cNvSpPr/>
            <p:nvPr/>
          </p:nvSpPr>
          <p:spPr>
            <a:xfrm>
              <a:off x="8544712" y="2354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8" name="pt40058"/>
            <p:cNvSpPr/>
            <p:nvPr/>
          </p:nvSpPr>
          <p:spPr>
            <a:xfrm>
              <a:off x="9005825" y="1645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9" name="pt40059"/>
            <p:cNvSpPr/>
            <p:nvPr/>
          </p:nvSpPr>
          <p:spPr>
            <a:xfrm>
              <a:off x="9147988" y="2028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0" name="pt40060"/>
            <p:cNvSpPr/>
            <p:nvPr/>
          </p:nvSpPr>
          <p:spPr>
            <a:xfrm>
              <a:off x="8544712" y="2424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1" name="pt40061"/>
            <p:cNvSpPr/>
            <p:nvPr/>
          </p:nvSpPr>
          <p:spPr>
            <a:xfrm>
              <a:off x="9190595" y="2102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2" name="pt40062"/>
            <p:cNvSpPr/>
            <p:nvPr/>
          </p:nvSpPr>
          <p:spPr>
            <a:xfrm>
              <a:off x="9055223" y="2147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3" name="pt40063"/>
            <p:cNvSpPr/>
            <p:nvPr/>
          </p:nvSpPr>
          <p:spPr>
            <a:xfrm>
              <a:off x="8398928" y="2356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4" name="pt40064"/>
            <p:cNvSpPr/>
            <p:nvPr/>
          </p:nvSpPr>
          <p:spPr>
            <a:xfrm>
              <a:off x="8471820" y="2344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5" name="pt40065"/>
            <p:cNvSpPr/>
            <p:nvPr/>
          </p:nvSpPr>
          <p:spPr>
            <a:xfrm>
              <a:off x="8830008" y="2129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6" name="pt40066"/>
            <p:cNvSpPr/>
            <p:nvPr/>
          </p:nvSpPr>
          <p:spPr>
            <a:xfrm>
              <a:off x="9537091" y="1805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7" name="pt40067"/>
            <p:cNvSpPr/>
            <p:nvPr/>
          </p:nvSpPr>
          <p:spPr>
            <a:xfrm>
              <a:off x="9089164" y="1734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8" name="pt40068"/>
            <p:cNvSpPr/>
            <p:nvPr/>
          </p:nvSpPr>
          <p:spPr>
            <a:xfrm>
              <a:off x="8798858" y="2016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9" name="pt40069"/>
            <p:cNvSpPr/>
            <p:nvPr/>
          </p:nvSpPr>
          <p:spPr>
            <a:xfrm>
              <a:off x="9497514" y="2413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0" name="pt40070"/>
            <p:cNvSpPr/>
            <p:nvPr/>
          </p:nvSpPr>
          <p:spPr>
            <a:xfrm>
              <a:off x="8544712" y="2396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1" name="pt40071"/>
            <p:cNvSpPr/>
            <p:nvPr/>
          </p:nvSpPr>
          <p:spPr>
            <a:xfrm>
              <a:off x="9806800" y="2375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2" name="pt40072"/>
            <p:cNvSpPr/>
            <p:nvPr/>
          </p:nvSpPr>
          <p:spPr>
            <a:xfrm>
              <a:off x="8347210" y="2258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3" name="pt40073"/>
            <p:cNvSpPr/>
            <p:nvPr/>
          </p:nvSpPr>
          <p:spPr>
            <a:xfrm>
              <a:off x="8803653" y="2112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4" name="pt40074"/>
            <p:cNvSpPr/>
            <p:nvPr/>
          </p:nvSpPr>
          <p:spPr>
            <a:xfrm>
              <a:off x="8834048" y="1823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5" name="pt40075"/>
            <p:cNvSpPr/>
            <p:nvPr/>
          </p:nvSpPr>
          <p:spPr>
            <a:xfrm>
              <a:off x="9074048" y="1800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6" name="pt40076"/>
            <p:cNvSpPr/>
            <p:nvPr/>
          </p:nvSpPr>
          <p:spPr>
            <a:xfrm>
              <a:off x="9401001" y="2200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7" name="pt40077"/>
            <p:cNvSpPr/>
            <p:nvPr/>
          </p:nvSpPr>
          <p:spPr>
            <a:xfrm>
              <a:off x="9368156" y="2073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8" name="pt40078"/>
            <p:cNvSpPr/>
            <p:nvPr/>
          </p:nvSpPr>
          <p:spPr>
            <a:xfrm>
              <a:off x="9035502" y="1695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9" name="pt40079"/>
            <p:cNvSpPr/>
            <p:nvPr/>
          </p:nvSpPr>
          <p:spPr>
            <a:xfrm>
              <a:off x="8923469" y="2036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0" name="pt40080"/>
            <p:cNvSpPr/>
            <p:nvPr/>
          </p:nvSpPr>
          <p:spPr>
            <a:xfrm>
              <a:off x="8778290" y="2062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1" name="pt40081"/>
            <p:cNvSpPr/>
            <p:nvPr/>
          </p:nvSpPr>
          <p:spPr>
            <a:xfrm>
              <a:off x="8748753" y="2022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2" name="pt40082"/>
            <p:cNvSpPr/>
            <p:nvPr/>
          </p:nvSpPr>
          <p:spPr>
            <a:xfrm>
              <a:off x="9074048" y="1850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3" name="pt40083"/>
            <p:cNvSpPr/>
            <p:nvPr/>
          </p:nvSpPr>
          <p:spPr>
            <a:xfrm>
              <a:off x="9719466" y="1968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4" name="pt40084"/>
            <p:cNvSpPr/>
            <p:nvPr/>
          </p:nvSpPr>
          <p:spPr>
            <a:xfrm>
              <a:off x="8471820" y="2380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5" name="pt40085"/>
            <p:cNvSpPr/>
            <p:nvPr/>
          </p:nvSpPr>
          <p:spPr>
            <a:xfrm>
              <a:off x="8544712" y="2339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6" name="pt40086"/>
            <p:cNvSpPr/>
            <p:nvPr/>
          </p:nvSpPr>
          <p:spPr>
            <a:xfrm>
              <a:off x="9325618" y="2197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7" name="pt40087"/>
            <p:cNvSpPr/>
            <p:nvPr/>
          </p:nvSpPr>
          <p:spPr>
            <a:xfrm>
              <a:off x="9417918" y="1807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8" name="pt40088"/>
            <p:cNvSpPr/>
            <p:nvPr/>
          </p:nvSpPr>
          <p:spPr>
            <a:xfrm>
              <a:off x="8748753" y="2048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9" name="pt40089"/>
            <p:cNvSpPr/>
            <p:nvPr/>
          </p:nvSpPr>
          <p:spPr>
            <a:xfrm>
              <a:off x="8888738" y="2398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0" name="pt40090"/>
            <p:cNvSpPr/>
            <p:nvPr/>
          </p:nvSpPr>
          <p:spPr>
            <a:xfrm>
              <a:off x="8624143" y="2510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1" name="pt40091"/>
            <p:cNvSpPr/>
            <p:nvPr/>
          </p:nvSpPr>
          <p:spPr>
            <a:xfrm>
              <a:off x="9116046" y="194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2" name="pt40092"/>
            <p:cNvSpPr/>
            <p:nvPr/>
          </p:nvSpPr>
          <p:spPr>
            <a:xfrm>
              <a:off x="9253114" y="1956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3" name="pt40093"/>
            <p:cNvSpPr/>
            <p:nvPr/>
          </p:nvSpPr>
          <p:spPr>
            <a:xfrm>
              <a:off x="9171470" y="2007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4" name="pt40094"/>
            <p:cNvSpPr/>
            <p:nvPr/>
          </p:nvSpPr>
          <p:spPr>
            <a:xfrm>
              <a:off x="9275707" y="1875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5" name="pt40095"/>
            <p:cNvSpPr/>
            <p:nvPr/>
          </p:nvSpPr>
          <p:spPr>
            <a:xfrm>
              <a:off x="8688264" y="1990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6" name="pt40096"/>
            <p:cNvSpPr/>
            <p:nvPr/>
          </p:nvSpPr>
          <p:spPr>
            <a:xfrm>
              <a:off x="8659047" y="2230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7" name="pt40097"/>
            <p:cNvSpPr/>
            <p:nvPr/>
          </p:nvSpPr>
          <p:spPr>
            <a:xfrm>
              <a:off x="9602828" y="2418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8" name="pt40098"/>
            <p:cNvSpPr/>
            <p:nvPr/>
          </p:nvSpPr>
          <p:spPr>
            <a:xfrm>
              <a:off x="8596430" y="2181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9" name="pt40099"/>
            <p:cNvSpPr/>
            <p:nvPr/>
          </p:nvSpPr>
          <p:spPr>
            <a:xfrm>
              <a:off x="8697035" y="2191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0" name="pt40100"/>
            <p:cNvSpPr/>
            <p:nvPr/>
          </p:nvSpPr>
          <p:spPr>
            <a:xfrm>
              <a:off x="8748753" y="1985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1" name="pt40101"/>
            <p:cNvSpPr/>
            <p:nvPr/>
          </p:nvSpPr>
          <p:spPr>
            <a:xfrm>
              <a:off x="9281436" y="1960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2" name="pt40102"/>
            <p:cNvSpPr/>
            <p:nvPr/>
          </p:nvSpPr>
          <p:spPr>
            <a:xfrm>
              <a:off x="8873363" y="2037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3" name="pt40103"/>
            <p:cNvSpPr/>
            <p:nvPr/>
          </p:nvSpPr>
          <p:spPr>
            <a:xfrm>
              <a:off x="8879672" y="1916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4" name="pt40104"/>
            <p:cNvSpPr/>
            <p:nvPr/>
          </p:nvSpPr>
          <p:spPr>
            <a:xfrm>
              <a:off x="9334476" y="2039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5" name="pt40105"/>
            <p:cNvSpPr/>
            <p:nvPr/>
          </p:nvSpPr>
          <p:spPr>
            <a:xfrm>
              <a:off x="9336196" y="2118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6" name="pt40106"/>
            <p:cNvSpPr/>
            <p:nvPr/>
          </p:nvSpPr>
          <p:spPr>
            <a:xfrm>
              <a:off x="9296080" y="1923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7" name="pt40107"/>
            <p:cNvSpPr/>
            <p:nvPr/>
          </p:nvSpPr>
          <p:spPr>
            <a:xfrm>
              <a:off x="8347210" y="2382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8" name="pt40108"/>
            <p:cNvSpPr/>
            <p:nvPr/>
          </p:nvSpPr>
          <p:spPr>
            <a:xfrm>
              <a:off x="9147988" y="2027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9" name="pt40109"/>
            <p:cNvSpPr/>
            <p:nvPr/>
          </p:nvSpPr>
          <p:spPr>
            <a:xfrm>
              <a:off x="8563654" y="2067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0" name="pt40110"/>
            <p:cNvSpPr/>
            <p:nvPr/>
          </p:nvSpPr>
          <p:spPr>
            <a:xfrm>
              <a:off x="8523538" y="2449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1" name="pt40111"/>
            <p:cNvSpPr/>
            <p:nvPr/>
          </p:nvSpPr>
          <p:spPr>
            <a:xfrm>
              <a:off x="9381946" y="2005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2" name="pt40112"/>
            <p:cNvSpPr/>
            <p:nvPr/>
          </p:nvSpPr>
          <p:spPr>
            <a:xfrm>
              <a:off x="8697035" y="2228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3" name="pt40113"/>
            <p:cNvSpPr/>
            <p:nvPr/>
          </p:nvSpPr>
          <p:spPr>
            <a:xfrm>
              <a:off x="9196543" y="2020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4" name="pt40114"/>
            <p:cNvSpPr/>
            <p:nvPr/>
          </p:nvSpPr>
          <p:spPr>
            <a:xfrm>
              <a:off x="9302684" y="1790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5" name="pt40115"/>
            <p:cNvSpPr/>
            <p:nvPr/>
          </p:nvSpPr>
          <p:spPr>
            <a:xfrm>
              <a:off x="9563530" y="2146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6" name="pt40116"/>
            <p:cNvSpPr/>
            <p:nvPr/>
          </p:nvSpPr>
          <p:spPr>
            <a:xfrm>
              <a:off x="8713389" y="2229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7" name="pt40117"/>
            <p:cNvSpPr/>
            <p:nvPr/>
          </p:nvSpPr>
          <p:spPr>
            <a:xfrm>
              <a:off x="9097658" y="2107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8" name="pt40118"/>
            <p:cNvSpPr/>
            <p:nvPr/>
          </p:nvSpPr>
          <p:spPr>
            <a:xfrm>
              <a:off x="8636546" y="236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9" name="pt40119"/>
            <p:cNvSpPr/>
            <p:nvPr/>
          </p:nvSpPr>
          <p:spPr>
            <a:xfrm>
              <a:off x="8523538" y="2401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0" name="pt40120"/>
            <p:cNvSpPr/>
            <p:nvPr/>
          </p:nvSpPr>
          <p:spPr>
            <a:xfrm>
              <a:off x="9030214" y="1826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1" name="pt40121"/>
            <p:cNvSpPr/>
            <p:nvPr/>
          </p:nvSpPr>
          <p:spPr>
            <a:xfrm>
              <a:off x="8721041" y="1524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2" name="pt40122"/>
            <p:cNvSpPr/>
            <p:nvPr/>
          </p:nvSpPr>
          <p:spPr>
            <a:xfrm>
              <a:off x="9048079" y="2174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3" name="pt40123"/>
            <p:cNvSpPr/>
            <p:nvPr/>
          </p:nvSpPr>
          <p:spPr>
            <a:xfrm>
              <a:off x="8783657" y="2044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4" name="pt40124"/>
            <p:cNvSpPr/>
            <p:nvPr/>
          </p:nvSpPr>
          <p:spPr>
            <a:xfrm>
              <a:off x="8876545" y="175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5" name="pt40125"/>
            <p:cNvSpPr/>
            <p:nvPr/>
          </p:nvSpPr>
          <p:spPr>
            <a:xfrm>
              <a:off x="8523538" y="2442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6" name="pt40126"/>
            <p:cNvSpPr/>
            <p:nvPr/>
          </p:nvSpPr>
          <p:spPr>
            <a:xfrm>
              <a:off x="8563654" y="2289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7" name="pt40127"/>
            <p:cNvSpPr/>
            <p:nvPr/>
          </p:nvSpPr>
          <p:spPr>
            <a:xfrm>
              <a:off x="9191144" y="2062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8" name="pt40128"/>
            <p:cNvSpPr/>
            <p:nvPr/>
          </p:nvSpPr>
          <p:spPr>
            <a:xfrm>
              <a:off x="8439043" y="2081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9" name="pt40129"/>
            <p:cNvSpPr/>
            <p:nvPr/>
          </p:nvSpPr>
          <p:spPr>
            <a:xfrm>
              <a:off x="8956650" y="2290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0" name="pt40130"/>
            <p:cNvSpPr/>
            <p:nvPr/>
          </p:nvSpPr>
          <p:spPr>
            <a:xfrm>
              <a:off x="9101309" y="2284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1" name="pt40131"/>
            <p:cNvSpPr/>
            <p:nvPr/>
          </p:nvSpPr>
          <p:spPr>
            <a:xfrm>
              <a:off x="9488519" y="2367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2" name="pt40132"/>
            <p:cNvSpPr/>
            <p:nvPr/>
          </p:nvSpPr>
          <p:spPr>
            <a:xfrm>
              <a:off x="8981160" y="1877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3" name="pt40133"/>
            <p:cNvSpPr/>
            <p:nvPr/>
          </p:nvSpPr>
          <p:spPr>
            <a:xfrm>
              <a:off x="8958659" y="2316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4" name="pt40134"/>
            <p:cNvSpPr/>
            <p:nvPr/>
          </p:nvSpPr>
          <p:spPr>
            <a:xfrm>
              <a:off x="8981160" y="2008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5" name="pt40135"/>
            <p:cNvSpPr/>
            <p:nvPr/>
          </p:nvSpPr>
          <p:spPr>
            <a:xfrm>
              <a:off x="8830008" y="2260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6" name="pt40136"/>
            <p:cNvSpPr/>
            <p:nvPr/>
          </p:nvSpPr>
          <p:spPr>
            <a:xfrm>
              <a:off x="8973968" y="2017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7" name="pt40137"/>
            <p:cNvSpPr/>
            <p:nvPr/>
          </p:nvSpPr>
          <p:spPr>
            <a:xfrm>
              <a:off x="8873363" y="1912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8" name="pt40138"/>
            <p:cNvSpPr/>
            <p:nvPr/>
          </p:nvSpPr>
          <p:spPr>
            <a:xfrm>
              <a:off x="8439043" y="227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9" name="pt40139"/>
            <p:cNvSpPr/>
            <p:nvPr/>
          </p:nvSpPr>
          <p:spPr>
            <a:xfrm>
              <a:off x="8954618" y="2290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0" name="pt40140"/>
            <p:cNvSpPr/>
            <p:nvPr/>
          </p:nvSpPr>
          <p:spPr>
            <a:xfrm>
              <a:off x="8923469" y="1937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1" name="pt40141"/>
            <p:cNvSpPr/>
            <p:nvPr/>
          </p:nvSpPr>
          <p:spPr>
            <a:xfrm>
              <a:off x="9182728" y="1988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2" name="pt40142"/>
            <p:cNvSpPr/>
            <p:nvPr/>
          </p:nvSpPr>
          <p:spPr>
            <a:xfrm>
              <a:off x="8830008" y="2134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3" name="pt40143"/>
            <p:cNvSpPr/>
            <p:nvPr/>
          </p:nvSpPr>
          <p:spPr>
            <a:xfrm>
              <a:off x="9285373" y="1817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4" name="pt40144"/>
            <p:cNvSpPr/>
            <p:nvPr/>
          </p:nvSpPr>
          <p:spPr>
            <a:xfrm>
              <a:off x="9614018" y="2395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5" name="pt40145"/>
            <p:cNvSpPr/>
            <p:nvPr/>
          </p:nvSpPr>
          <p:spPr>
            <a:xfrm>
              <a:off x="8624143" y="2309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6" name="pt40146"/>
            <p:cNvSpPr/>
            <p:nvPr/>
          </p:nvSpPr>
          <p:spPr>
            <a:xfrm>
              <a:off x="8274318" y="2410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7" name="pt40147"/>
            <p:cNvSpPr/>
            <p:nvPr/>
          </p:nvSpPr>
          <p:spPr>
            <a:xfrm>
              <a:off x="8705398" y="2271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8" name="pt40148"/>
            <p:cNvSpPr/>
            <p:nvPr/>
          </p:nvSpPr>
          <p:spPr>
            <a:xfrm>
              <a:off x="9171470" y="1933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9" name="pt40149"/>
            <p:cNvSpPr/>
            <p:nvPr/>
          </p:nvSpPr>
          <p:spPr>
            <a:xfrm>
              <a:off x="8398928" y="2408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0" name="pt40150"/>
            <p:cNvSpPr/>
            <p:nvPr/>
          </p:nvSpPr>
          <p:spPr>
            <a:xfrm>
              <a:off x="8398928" y="246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1" name="pt40151"/>
            <p:cNvSpPr/>
            <p:nvPr/>
          </p:nvSpPr>
          <p:spPr>
            <a:xfrm>
              <a:off x="9057543" y="1748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2" name="pt40152"/>
            <p:cNvSpPr/>
            <p:nvPr/>
          </p:nvSpPr>
          <p:spPr>
            <a:xfrm>
              <a:off x="8471820" y="2569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3" name="pt40153"/>
            <p:cNvSpPr/>
            <p:nvPr/>
          </p:nvSpPr>
          <p:spPr>
            <a:xfrm>
              <a:off x="8999571" y="166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4" name="pt40154"/>
            <p:cNvSpPr/>
            <p:nvPr/>
          </p:nvSpPr>
          <p:spPr>
            <a:xfrm>
              <a:off x="8679043" y="2045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5" name="pt40155"/>
            <p:cNvSpPr/>
            <p:nvPr/>
          </p:nvSpPr>
          <p:spPr>
            <a:xfrm>
              <a:off x="8274318" y="2374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6" name="pt40156"/>
            <p:cNvSpPr/>
            <p:nvPr/>
          </p:nvSpPr>
          <p:spPr>
            <a:xfrm>
              <a:off x="8856549" y="2179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7" name="pt40157"/>
            <p:cNvSpPr/>
            <p:nvPr/>
          </p:nvSpPr>
          <p:spPr>
            <a:xfrm>
              <a:off x="8705398" y="2189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8" name="pt40158"/>
            <p:cNvSpPr/>
            <p:nvPr/>
          </p:nvSpPr>
          <p:spPr>
            <a:xfrm>
              <a:off x="8563654" y="2269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9" name="pt40159"/>
            <p:cNvSpPr/>
            <p:nvPr/>
          </p:nvSpPr>
          <p:spPr>
            <a:xfrm>
              <a:off x="8735430" y="2248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0" name="pt40160"/>
            <p:cNvSpPr/>
            <p:nvPr/>
          </p:nvSpPr>
          <p:spPr>
            <a:xfrm>
              <a:off x="8845651" y="1945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1" name="pt40161"/>
            <p:cNvSpPr/>
            <p:nvPr/>
          </p:nvSpPr>
          <p:spPr>
            <a:xfrm>
              <a:off x="9077174" y="1975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2" name="pt40162"/>
            <p:cNvSpPr/>
            <p:nvPr/>
          </p:nvSpPr>
          <p:spPr>
            <a:xfrm>
              <a:off x="8563654" y="2134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3" name="pt40163"/>
            <p:cNvSpPr/>
            <p:nvPr/>
          </p:nvSpPr>
          <p:spPr>
            <a:xfrm>
              <a:off x="8873363" y="2144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4" name="pt40164"/>
            <p:cNvSpPr/>
            <p:nvPr/>
          </p:nvSpPr>
          <p:spPr>
            <a:xfrm>
              <a:off x="8398928" y="2443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5" name="pt40165"/>
            <p:cNvSpPr/>
            <p:nvPr/>
          </p:nvSpPr>
          <p:spPr>
            <a:xfrm>
              <a:off x="9023378" y="1961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6" name="pt40166"/>
            <p:cNvSpPr/>
            <p:nvPr/>
          </p:nvSpPr>
          <p:spPr>
            <a:xfrm>
              <a:off x="9044397" y="1984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7" name="pt40167"/>
            <p:cNvSpPr/>
            <p:nvPr/>
          </p:nvSpPr>
          <p:spPr>
            <a:xfrm>
              <a:off x="8648148" y="2418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8" name="pt40168"/>
            <p:cNvSpPr/>
            <p:nvPr/>
          </p:nvSpPr>
          <p:spPr>
            <a:xfrm>
              <a:off x="9227269" y="2072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9" name="pt40169"/>
            <p:cNvSpPr/>
            <p:nvPr/>
          </p:nvSpPr>
          <p:spPr>
            <a:xfrm>
              <a:off x="8580788" y="2194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0" name="pt40170"/>
            <p:cNvSpPr/>
            <p:nvPr/>
          </p:nvSpPr>
          <p:spPr>
            <a:xfrm>
              <a:off x="8471820" y="2631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1" name="pt40171"/>
            <p:cNvSpPr/>
            <p:nvPr/>
          </p:nvSpPr>
          <p:spPr>
            <a:xfrm>
              <a:off x="8772758" y="2160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2" name="pt40172"/>
            <p:cNvSpPr/>
            <p:nvPr/>
          </p:nvSpPr>
          <p:spPr>
            <a:xfrm>
              <a:off x="8523538" y="2377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3" name="pt40173"/>
            <p:cNvSpPr/>
            <p:nvPr/>
          </p:nvSpPr>
          <p:spPr>
            <a:xfrm>
              <a:off x="9645731" y="2218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4" name="pt40174"/>
            <p:cNvSpPr/>
            <p:nvPr/>
          </p:nvSpPr>
          <p:spPr>
            <a:xfrm>
              <a:off x="8688264" y="2374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5" name="pt40175"/>
            <p:cNvSpPr/>
            <p:nvPr/>
          </p:nvSpPr>
          <p:spPr>
            <a:xfrm>
              <a:off x="9087220" y="2020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6" name="pt40176"/>
            <p:cNvSpPr/>
            <p:nvPr/>
          </p:nvSpPr>
          <p:spPr>
            <a:xfrm>
              <a:off x="8398928" y="250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7" name="pt40177"/>
            <p:cNvSpPr/>
            <p:nvPr/>
          </p:nvSpPr>
          <p:spPr>
            <a:xfrm>
              <a:off x="8659047" y="2190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8" name="pt40178"/>
            <p:cNvSpPr/>
            <p:nvPr/>
          </p:nvSpPr>
          <p:spPr>
            <a:xfrm>
              <a:off x="8471820" y="2521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9" name="pt40179"/>
            <p:cNvSpPr/>
            <p:nvPr/>
          </p:nvSpPr>
          <p:spPr>
            <a:xfrm>
              <a:off x="9614018" y="2248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0" name="pt40180"/>
            <p:cNvSpPr/>
            <p:nvPr/>
          </p:nvSpPr>
          <p:spPr>
            <a:xfrm>
              <a:off x="8636546" y="2365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1" name="pt40181"/>
            <p:cNvSpPr/>
            <p:nvPr/>
          </p:nvSpPr>
          <p:spPr>
            <a:xfrm>
              <a:off x="8772758" y="2027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2" name="pt40182"/>
            <p:cNvSpPr/>
            <p:nvPr/>
          </p:nvSpPr>
          <p:spPr>
            <a:xfrm>
              <a:off x="9218071" y="1846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3" name="pt40183"/>
            <p:cNvSpPr/>
            <p:nvPr/>
          </p:nvSpPr>
          <p:spPr>
            <a:xfrm>
              <a:off x="9040639" y="1711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4" name="pt40184"/>
            <p:cNvSpPr/>
            <p:nvPr/>
          </p:nvSpPr>
          <p:spPr>
            <a:xfrm>
              <a:off x="8830008" y="211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5" name="pt40185"/>
            <p:cNvSpPr/>
            <p:nvPr/>
          </p:nvSpPr>
          <p:spPr>
            <a:xfrm>
              <a:off x="8624143" y="2539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6" name="pt40186"/>
            <p:cNvSpPr/>
            <p:nvPr/>
          </p:nvSpPr>
          <p:spPr>
            <a:xfrm>
              <a:off x="8821645" y="2041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7" name="pt40187"/>
            <p:cNvSpPr/>
            <p:nvPr/>
          </p:nvSpPr>
          <p:spPr>
            <a:xfrm>
              <a:off x="9707347" y="1732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8" name="pt40188"/>
            <p:cNvSpPr/>
            <p:nvPr/>
          </p:nvSpPr>
          <p:spPr>
            <a:xfrm>
              <a:off x="9334476" y="2075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9" name="pt40189"/>
            <p:cNvSpPr/>
            <p:nvPr/>
          </p:nvSpPr>
          <p:spPr>
            <a:xfrm>
              <a:off x="8439043" y="2152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0" name="pt40190"/>
            <p:cNvSpPr/>
            <p:nvPr/>
          </p:nvSpPr>
          <p:spPr>
            <a:xfrm>
              <a:off x="9210359" y="1703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1" name="pt40191"/>
            <p:cNvSpPr/>
            <p:nvPr/>
          </p:nvSpPr>
          <p:spPr>
            <a:xfrm>
              <a:off x="8523538" y="2480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2" name="pt40192"/>
            <p:cNvSpPr/>
            <p:nvPr/>
          </p:nvSpPr>
          <p:spPr>
            <a:xfrm>
              <a:off x="8439043" y="2346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3" name="pt40193"/>
            <p:cNvSpPr/>
            <p:nvPr/>
          </p:nvSpPr>
          <p:spPr>
            <a:xfrm>
              <a:off x="9226820" y="1980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4" name="pt40194"/>
            <p:cNvSpPr/>
            <p:nvPr/>
          </p:nvSpPr>
          <p:spPr>
            <a:xfrm>
              <a:off x="9059833" y="1794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5" name="pt40195"/>
            <p:cNvSpPr/>
            <p:nvPr/>
          </p:nvSpPr>
          <p:spPr>
            <a:xfrm>
              <a:off x="8778290" y="2044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6" name="pt40196"/>
            <p:cNvSpPr/>
            <p:nvPr/>
          </p:nvSpPr>
          <p:spPr>
            <a:xfrm>
              <a:off x="8812874" y="2101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7" name="pt40197"/>
            <p:cNvSpPr/>
            <p:nvPr/>
          </p:nvSpPr>
          <p:spPr>
            <a:xfrm>
              <a:off x="9044397" y="201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8" name="pt40198"/>
            <p:cNvSpPr/>
            <p:nvPr/>
          </p:nvSpPr>
          <p:spPr>
            <a:xfrm>
              <a:off x="8563654" y="2355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9" name="pt40199"/>
            <p:cNvSpPr/>
            <p:nvPr/>
          </p:nvSpPr>
          <p:spPr>
            <a:xfrm>
              <a:off x="9877988" y="2716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0" name="pt40200"/>
            <p:cNvSpPr/>
            <p:nvPr/>
          </p:nvSpPr>
          <p:spPr>
            <a:xfrm>
              <a:off x="9142325" y="2104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1" name="pt40201"/>
            <p:cNvSpPr/>
            <p:nvPr/>
          </p:nvSpPr>
          <p:spPr>
            <a:xfrm>
              <a:off x="9023378" y="1688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2" name="pt40202"/>
            <p:cNvSpPr/>
            <p:nvPr/>
          </p:nvSpPr>
          <p:spPr>
            <a:xfrm>
              <a:off x="8981160" y="1953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3" name="pt40203"/>
            <p:cNvSpPr/>
            <p:nvPr/>
          </p:nvSpPr>
          <p:spPr>
            <a:xfrm>
              <a:off x="8866825" y="2047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4" name="pt40204"/>
            <p:cNvSpPr/>
            <p:nvPr/>
          </p:nvSpPr>
          <p:spPr>
            <a:xfrm>
              <a:off x="9089164" y="1901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5" name="pt40205"/>
            <p:cNvSpPr/>
            <p:nvPr/>
          </p:nvSpPr>
          <p:spPr>
            <a:xfrm>
              <a:off x="8274318" y="2473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6" name="pt40206"/>
            <p:cNvSpPr/>
            <p:nvPr/>
          </p:nvSpPr>
          <p:spPr>
            <a:xfrm>
              <a:off x="8721041" y="2349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7" name="pt40207"/>
            <p:cNvSpPr/>
            <p:nvPr/>
          </p:nvSpPr>
          <p:spPr>
            <a:xfrm>
              <a:off x="8624143" y="2524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8" name="pt40208"/>
            <p:cNvSpPr/>
            <p:nvPr/>
          </p:nvSpPr>
          <p:spPr>
            <a:xfrm>
              <a:off x="9066533" y="1898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9" name="pt40209"/>
            <p:cNvSpPr/>
            <p:nvPr/>
          </p:nvSpPr>
          <p:spPr>
            <a:xfrm>
              <a:off x="8679043" y="2213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0" name="pt40210"/>
            <p:cNvSpPr/>
            <p:nvPr/>
          </p:nvSpPr>
          <p:spPr>
            <a:xfrm>
              <a:off x="9034195" y="1590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1" name="pt40211"/>
            <p:cNvSpPr/>
            <p:nvPr/>
          </p:nvSpPr>
          <p:spPr>
            <a:xfrm>
              <a:off x="9199183" y="2047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2" name="pt40212"/>
            <p:cNvSpPr/>
            <p:nvPr/>
          </p:nvSpPr>
          <p:spPr>
            <a:xfrm>
              <a:off x="9439815" y="1889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3" name="pt40213"/>
            <p:cNvSpPr/>
            <p:nvPr/>
          </p:nvSpPr>
          <p:spPr>
            <a:xfrm>
              <a:off x="8610820" y="2058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4" name="pt40214"/>
            <p:cNvSpPr/>
            <p:nvPr/>
          </p:nvSpPr>
          <p:spPr>
            <a:xfrm>
              <a:off x="9182728" y="1981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5" name="pt40215"/>
            <p:cNvSpPr/>
            <p:nvPr/>
          </p:nvSpPr>
          <p:spPr>
            <a:xfrm>
              <a:off x="8274318" y="2393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6" name="pt40216"/>
            <p:cNvSpPr/>
            <p:nvPr/>
          </p:nvSpPr>
          <p:spPr>
            <a:xfrm>
              <a:off x="8523538" y="2564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7" name="pt40217"/>
            <p:cNvSpPr/>
            <p:nvPr/>
          </p:nvSpPr>
          <p:spPr>
            <a:xfrm>
              <a:off x="9110981" y="2051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8" name="pt40218"/>
            <p:cNvSpPr/>
            <p:nvPr/>
          </p:nvSpPr>
          <p:spPr>
            <a:xfrm>
              <a:off x="8398928" y="2461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9" name="pt40219"/>
            <p:cNvSpPr/>
            <p:nvPr/>
          </p:nvSpPr>
          <p:spPr>
            <a:xfrm>
              <a:off x="9527393" y="1720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0" name="pt40220"/>
            <p:cNvSpPr/>
            <p:nvPr/>
          </p:nvSpPr>
          <p:spPr>
            <a:xfrm>
              <a:off x="8973968" y="2018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1" name="pt40221"/>
            <p:cNvSpPr/>
            <p:nvPr/>
          </p:nvSpPr>
          <p:spPr>
            <a:xfrm>
              <a:off x="8347210" y="2413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2" name="pt40222"/>
            <p:cNvSpPr/>
            <p:nvPr/>
          </p:nvSpPr>
          <p:spPr>
            <a:xfrm>
              <a:off x="8830008" y="2125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3" name="pt40223"/>
            <p:cNvSpPr/>
            <p:nvPr/>
          </p:nvSpPr>
          <p:spPr>
            <a:xfrm>
              <a:off x="8908267" y="1945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4" name="pt40224"/>
            <p:cNvSpPr/>
            <p:nvPr/>
          </p:nvSpPr>
          <p:spPr>
            <a:xfrm>
              <a:off x="8544712" y="2397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5" name="pt40225"/>
            <p:cNvSpPr/>
            <p:nvPr/>
          </p:nvSpPr>
          <p:spPr>
            <a:xfrm>
              <a:off x="9285697" y="1772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6" name="pt40226"/>
            <p:cNvSpPr/>
            <p:nvPr/>
          </p:nvSpPr>
          <p:spPr>
            <a:xfrm>
              <a:off x="8471820" y="2492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7" name="pt40227"/>
            <p:cNvSpPr/>
            <p:nvPr/>
          </p:nvSpPr>
          <p:spPr>
            <a:xfrm>
              <a:off x="9645731" y="2314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8" name="pt40228"/>
            <p:cNvSpPr/>
            <p:nvPr/>
          </p:nvSpPr>
          <p:spPr>
            <a:xfrm>
              <a:off x="9806800" y="2268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9" name="pt40229"/>
            <p:cNvSpPr/>
            <p:nvPr/>
          </p:nvSpPr>
          <p:spPr>
            <a:xfrm>
              <a:off x="8563654" y="2226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0" name="pt40230"/>
            <p:cNvSpPr/>
            <p:nvPr/>
          </p:nvSpPr>
          <p:spPr>
            <a:xfrm>
              <a:off x="8873363" y="2129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1" name="pt40231"/>
            <p:cNvSpPr/>
            <p:nvPr/>
          </p:nvSpPr>
          <p:spPr>
            <a:xfrm>
              <a:off x="8888738" y="2255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2" name="pt40232"/>
            <p:cNvSpPr/>
            <p:nvPr/>
          </p:nvSpPr>
          <p:spPr>
            <a:xfrm>
              <a:off x="8830008" y="1944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3" name="pt40233"/>
            <p:cNvSpPr/>
            <p:nvPr/>
          </p:nvSpPr>
          <p:spPr>
            <a:xfrm>
              <a:off x="9334476" y="2213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4" name="pt40234"/>
            <p:cNvSpPr/>
            <p:nvPr/>
          </p:nvSpPr>
          <p:spPr>
            <a:xfrm>
              <a:off x="9294853" y="2024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5" name="pt40235"/>
            <p:cNvSpPr/>
            <p:nvPr/>
          </p:nvSpPr>
          <p:spPr>
            <a:xfrm>
              <a:off x="8735430" y="2127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6" name="pt40236"/>
            <p:cNvSpPr/>
            <p:nvPr/>
          </p:nvSpPr>
          <p:spPr>
            <a:xfrm>
              <a:off x="8852989" y="1973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7" name="pt40237"/>
            <p:cNvSpPr/>
            <p:nvPr/>
          </p:nvSpPr>
          <p:spPr>
            <a:xfrm>
              <a:off x="8958659" y="2249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8" name="pt40238"/>
            <p:cNvSpPr/>
            <p:nvPr/>
          </p:nvSpPr>
          <p:spPr>
            <a:xfrm>
              <a:off x="9500971" y="2472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9" name="pt40239"/>
            <p:cNvSpPr/>
            <p:nvPr/>
          </p:nvSpPr>
          <p:spPr>
            <a:xfrm>
              <a:off x="8876545" y="1859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0" name="pt40240"/>
            <p:cNvSpPr/>
            <p:nvPr/>
          </p:nvSpPr>
          <p:spPr>
            <a:xfrm>
              <a:off x="8783657" y="2181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1" name="pt40241"/>
            <p:cNvSpPr/>
            <p:nvPr/>
          </p:nvSpPr>
          <p:spPr>
            <a:xfrm>
              <a:off x="8728379" y="1970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2" name="pt40242"/>
            <p:cNvSpPr/>
            <p:nvPr/>
          </p:nvSpPr>
          <p:spPr>
            <a:xfrm>
              <a:off x="9049289" y="2246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3" name="pt40243"/>
            <p:cNvSpPr/>
            <p:nvPr/>
          </p:nvSpPr>
          <p:spPr>
            <a:xfrm>
              <a:off x="8580788" y="2343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4" name="pt40244"/>
            <p:cNvSpPr/>
            <p:nvPr/>
          </p:nvSpPr>
          <p:spPr>
            <a:xfrm>
              <a:off x="8932933" y="1928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5" name="pt40245"/>
            <p:cNvSpPr/>
            <p:nvPr/>
          </p:nvSpPr>
          <p:spPr>
            <a:xfrm>
              <a:off x="9030214" y="1742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6" name="pt40246"/>
            <p:cNvSpPr/>
            <p:nvPr/>
          </p:nvSpPr>
          <p:spPr>
            <a:xfrm>
              <a:off x="8876545" y="1819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7" name="pt40247"/>
            <p:cNvSpPr/>
            <p:nvPr/>
          </p:nvSpPr>
          <p:spPr>
            <a:xfrm>
              <a:off x="9103999" y="1974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8" name="pt40248"/>
            <p:cNvSpPr/>
            <p:nvPr/>
          </p:nvSpPr>
          <p:spPr>
            <a:xfrm>
              <a:off x="9005825" y="1658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9" name="pt40249"/>
            <p:cNvSpPr/>
            <p:nvPr/>
          </p:nvSpPr>
          <p:spPr>
            <a:xfrm>
              <a:off x="8648148" y="2334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0" name="pt40250"/>
            <p:cNvSpPr/>
            <p:nvPr/>
          </p:nvSpPr>
          <p:spPr>
            <a:xfrm>
              <a:off x="9074048" y="1815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1" name="pt40251"/>
            <p:cNvSpPr/>
            <p:nvPr/>
          </p:nvSpPr>
          <p:spPr>
            <a:xfrm>
              <a:off x="9077174" y="1963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2" name="pt40252"/>
            <p:cNvSpPr/>
            <p:nvPr/>
          </p:nvSpPr>
          <p:spPr>
            <a:xfrm>
              <a:off x="9075096" y="189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3" name="pt40253"/>
            <p:cNvSpPr/>
            <p:nvPr/>
          </p:nvSpPr>
          <p:spPr>
            <a:xfrm>
              <a:off x="8879672" y="1950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4" name="pt40254"/>
            <p:cNvSpPr/>
            <p:nvPr/>
          </p:nvSpPr>
          <p:spPr>
            <a:xfrm>
              <a:off x="8499532" y="2312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5" name="pt40255"/>
            <p:cNvSpPr/>
            <p:nvPr/>
          </p:nvSpPr>
          <p:spPr>
            <a:xfrm>
              <a:off x="9023378" y="1919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6" name="pt40256"/>
            <p:cNvSpPr/>
            <p:nvPr/>
          </p:nvSpPr>
          <p:spPr>
            <a:xfrm>
              <a:off x="8705398" y="2087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7" name="pt40257"/>
            <p:cNvSpPr/>
            <p:nvPr/>
          </p:nvSpPr>
          <p:spPr>
            <a:xfrm>
              <a:off x="8973968" y="1955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8" name="pt40258"/>
            <p:cNvSpPr/>
            <p:nvPr/>
          </p:nvSpPr>
          <p:spPr>
            <a:xfrm>
              <a:off x="9361481" y="2049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9" name="pt40259"/>
            <p:cNvSpPr/>
            <p:nvPr/>
          </p:nvSpPr>
          <p:spPr>
            <a:xfrm>
              <a:off x="8636546" y="2356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0" name="pt40260"/>
            <p:cNvSpPr/>
            <p:nvPr/>
          </p:nvSpPr>
          <p:spPr>
            <a:xfrm>
              <a:off x="8755061" y="2262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1" name="pt40261"/>
            <p:cNvSpPr/>
            <p:nvPr/>
          </p:nvSpPr>
          <p:spPr>
            <a:xfrm>
              <a:off x="8580788" y="2328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2" name="pt40262"/>
            <p:cNvSpPr/>
            <p:nvPr/>
          </p:nvSpPr>
          <p:spPr>
            <a:xfrm>
              <a:off x="8274318" y="2385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3" name="pt40263"/>
            <p:cNvSpPr/>
            <p:nvPr/>
          </p:nvSpPr>
          <p:spPr>
            <a:xfrm>
              <a:off x="9103999" y="1956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4" name="pt40264"/>
            <p:cNvSpPr/>
            <p:nvPr/>
          </p:nvSpPr>
          <p:spPr>
            <a:xfrm>
              <a:off x="8897369" y="2090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5" name="pt40265"/>
            <p:cNvSpPr/>
            <p:nvPr/>
          </p:nvSpPr>
          <p:spPr>
            <a:xfrm>
              <a:off x="8975793" y="1927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6" name="pt40266"/>
            <p:cNvSpPr/>
            <p:nvPr/>
          </p:nvSpPr>
          <p:spPr>
            <a:xfrm>
              <a:off x="9160112" y="1732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7" name="pt40267"/>
            <p:cNvSpPr/>
            <p:nvPr/>
          </p:nvSpPr>
          <p:spPr>
            <a:xfrm>
              <a:off x="8610820" y="2083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8" name="pt40268"/>
            <p:cNvSpPr/>
            <p:nvPr/>
          </p:nvSpPr>
          <p:spPr>
            <a:xfrm>
              <a:off x="8648148" y="2293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9" name="pt40269"/>
            <p:cNvSpPr/>
            <p:nvPr/>
          </p:nvSpPr>
          <p:spPr>
            <a:xfrm>
              <a:off x="8624143" y="2316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0" name="pt40270"/>
            <p:cNvSpPr/>
            <p:nvPr/>
          </p:nvSpPr>
          <p:spPr>
            <a:xfrm>
              <a:off x="8523538" y="2425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1" name="pt40271"/>
            <p:cNvSpPr/>
            <p:nvPr/>
          </p:nvSpPr>
          <p:spPr>
            <a:xfrm>
              <a:off x="8941923" y="2064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2" name="pt40272"/>
            <p:cNvSpPr/>
            <p:nvPr/>
          </p:nvSpPr>
          <p:spPr>
            <a:xfrm>
              <a:off x="8596430" y="2259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3" name="pt40273"/>
            <p:cNvSpPr/>
            <p:nvPr/>
          </p:nvSpPr>
          <p:spPr>
            <a:xfrm>
              <a:off x="9334476" y="2125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4" name="pt40274"/>
            <p:cNvSpPr/>
            <p:nvPr/>
          </p:nvSpPr>
          <p:spPr>
            <a:xfrm>
              <a:off x="9330228" y="2156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5" name="pt40275"/>
            <p:cNvSpPr/>
            <p:nvPr/>
          </p:nvSpPr>
          <p:spPr>
            <a:xfrm>
              <a:off x="9477272" y="243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6" name="pt40276"/>
            <p:cNvSpPr/>
            <p:nvPr/>
          </p:nvSpPr>
          <p:spPr>
            <a:xfrm>
              <a:off x="9039368" y="1684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7" name="pt40277"/>
            <p:cNvSpPr/>
            <p:nvPr/>
          </p:nvSpPr>
          <p:spPr>
            <a:xfrm>
              <a:off x="9040639" y="1633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8" name="pt40278"/>
            <p:cNvSpPr/>
            <p:nvPr/>
          </p:nvSpPr>
          <p:spPr>
            <a:xfrm>
              <a:off x="8544712" y="2268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9" name="pt40279"/>
            <p:cNvSpPr/>
            <p:nvPr/>
          </p:nvSpPr>
          <p:spPr>
            <a:xfrm>
              <a:off x="8849358" y="1958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0" name="pt40280"/>
            <p:cNvSpPr/>
            <p:nvPr/>
          </p:nvSpPr>
          <p:spPr>
            <a:xfrm>
              <a:off x="9334476" y="2093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1" name="pt40281"/>
            <p:cNvSpPr/>
            <p:nvPr/>
          </p:nvSpPr>
          <p:spPr>
            <a:xfrm>
              <a:off x="8610820" y="2059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2" name="pt40282"/>
            <p:cNvSpPr/>
            <p:nvPr/>
          </p:nvSpPr>
          <p:spPr>
            <a:xfrm>
              <a:off x="9126552" y="2006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3" name="pt40283"/>
            <p:cNvSpPr/>
            <p:nvPr/>
          </p:nvSpPr>
          <p:spPr>
            <a:xfrm>
              <a:off x="9075096" y="1851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4" name="pt40284"/>
            <p:cNvSpPr/>
            <p:nvPr/>
          </p:nvSpPr>
          <p:spPr>
            <a:xfrm>
              <a:off x="8610820" y="2112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5" name="pt40285"/>
            <p:cNvSpPr/>
            <p:nvPr/>
          </p:nvSpPr>
          <p:spPr>
            <a:xfrm>
              <a:off x="9028868" y="1903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6" name="pt40286"/>
            <p:cNvSpPr/>
            <p:nvPr/>
          </p:nvSpPr>
          <p:spPr>
            <a:xfrm>
              <a:off x="8471820" y="2463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7" name="pt40287"/>
            <p:cNvSpPr/>
            <p:nvPr/>
          </p:nvSpPr>
          <p:spPr>
            <a:xfrm>
              <a:off x="9028868" y="1888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8" name="pt40288"/>
            <p:cNvSpPr/>
            <p:nvPr/>
          </p:nvSpPr>
          <p:spPr>
            <a:xfrm>
              <a:off x="9065434" y="1745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9" name="pt40289"/>
            <p:cNvSpPr/>
            <p:nvPr/>
          </p:nvSpPr>
          <p:spPr>
            <a:xfrm>
              <a:off x="9351205" y="212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0" name="pt40290"/>
            <p:cNvSpPr/>
            <p:nvPr/>
          </p:nvSpPr>
          <p:spPr>
            <a:xfrm>
              <a:off x="8783657" y="2158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1" name="pt40291"/>
            <p:cNvSpPr/>
            <p:nvPr/>
          </p:nvSpPr>
          <p:spPr>
            <a:xfrm>
              <a:off x="8398928" y="2591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2" name="pt40292"/>
            <p:cNvSpPr/>
            <p:nvPr/>
          </p:nvSpPr>
          <p:spPr>
            <a:xfrm>
              <a:off x="8856549" y="2170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3" name="pt40293"/>
            <p:cNvSpPr/>
            <p:nvPr/>
          </p:nvSpPr>
          <p:spPr>
            <a:xfrm>
              <a:off x="9363383" y="1871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4" name="pt40294"/>
            <p:cNvSpPr/>
            <p:nvPr/>
          </p:nvSpPr>
          <p:spPr>
            <a:xfrm>
              <a:off x="9519098" y="2432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5" name="pt40295"/>
            <p:cNvSpPr/>
            <p:nvPr/>
          </p:nvSpPr>
          <p:spPr>
            <a:xfrm>
              <a:off x="8982914" y="1776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6" name="pt40296"/>
            <p:cNvSpPr/>
            <p:nvPr/>
          </p:nvSpPr>
          <p:spPr>
            <a:xfrm>
              <a:off x="9189492" y="2162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7" name="pt40297"/>
            <p:cNvSpPr/>
            <p:nvPr/>
          </p:nvSpPr>
          <p:spPr>
            <a:xfrm>
              <a:off x="9062094" y="1620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8" name="pt40298"/>
            <p:cNvSpPr/>
            <p:nvPr/>
          </p:nvSpPr>
          <p:spPr>
            <a:xfrm>
              <a:off x="8610820" y="1962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9" name="pt40299"/>
            <p:cNvSpPr/>
            <p:nvPr/>
          </p:nvSpPr>
          <p:spPr>
            <a:xfrm>
              <a:off x="9486197" y="2356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0" name="pt40300"/>
            <p:cNvSpPr/>
            <p:nvPr/>
          </p:nvSpPr>
          <p:spPr>
            <a:xfrm>
              <a:off x="8648148" y="2366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1" name="pt40301"/>
            <p:cNvSpPr/>
            <p:nvPr/>
          </p:nvSpPr>
          <p:spPr>
            <a:xfrm>
              <a:off x="8742215" y="2141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2" name="pt40302"/>
            <p:cNvSpPr/>
            <p:nvPr/>
          </p:nvSpPr>
          <p:spPr>
            <a:xfrm>
              <a:off x="9258470" y="2093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3" name="pt40303"/>
            <p:cNvSpPr/>
            <p:nvPr/>
          </p:nvSpPr>
          <p:spPr>
            <a:xfrm>
              <a:off x="8563654" y="222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4" name="pt40304"/>
            <p:cNvSpPr/>
            <p:nvPr/>
          </p:nvSpPr>
          <p:spPr>
            <a:xfrm>
              <a:off x="9538128" y="1619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5" name="pt40305"/>
            <p:cNvSpPr/>
            <p:nvPr/>
          </p:nvSpPr>
          <p:spPr>
            <a:xfrm>
              <a:off x="8954618" y="2368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6" name="pt40306"/>
            <p:cNvSpPr/>
            <p:nvPr/>
          </p:nvSpPr>
          <p:spPr>
            <a:xfrm>
              <a:off x="9127336" y="202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7" name="pt40307"/>
            <p:cNvSpPr/>
            <p:nvPr/>
          </p:nvSpPr>
          <p:spPr>
            <a:xfrm>
              <a:off x="8523538" y="263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8" name="pt40308"/>
            <p:cNvSpPr/>
            <p:nvPr/>
          </p:nvSpPr>
          <p:spPr>
            <a:xfrm>
              <a:off x="9334476" y="2145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9" name="pt40309"/>
            <p:cNvSpPr/>
            <p:nvPr/>
          </p:nvSpPr>
          <p:spPr>
            <a:xfrm>
              <a:off x="9115211" y="2014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0" name="pt40310"/>
            <p:cNvSpPr/>
            <p:nvPr/>
          </p:nvSpPr>
          <p:spPr>
            <a:xfrm>
              <a:off x="8610820" y="1939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1" name="pt40311"/>
            <p:cNvSpPr/>
            <p:nvPr/>
          </p:nvSpPr>
          <p:spPr>
            <a:xfrm>
              <a:off x="9490707" y="2317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2" name="pt40312"/>
            <p:cNvSpPr/>
            <p:nvPr/>
          </p:nvSpPr>
          <p:spPr>
            <a:xfrm>
              <a:off x="9048079" y="2159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3" name="pt40313"/>
            <p:cNvSpPr/>
            <p:nvPr/>
          </p:nvSpPr>
          <p:spPr>
            <a:xfrm>
              <a:off x="8812874" y="2090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4" name="pt40314"/>
            <p:cNvSpPr/>
            <p:nvPr/>
          </p:nvSpPr>
          <p:spPr>
            <a:xfrm>
              <a:off x="8697035" y="2244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5" name="pt40315"/>
            <p:cNvSpPr/>
            <p:nvPr/>
          </p:nvSpPr>
          <p:spPr>
            <a:xfrm>
              <a:off x="9336196" y="2149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6" name="pt40316"/>
            <p:cNvSpPr/>
            <p:nvPr/>
          </p:nvSpPr>
          <p:spPr>
            <a:xfrm>
              <a:off x="8748753" y="1957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7" name="pt40317"/>
            <p:cNvSpPr/>
            <p:nvPr/>
          </p:nvSpPr>
          <p:spPr>
            <a:xfrm>
              <a:off x="8596430" y="2114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8" name="pt40318"/>
            <p:cNvSpPr/>
            <p:nvPr/>
          </p:nvSpPr>
          <p:spPr>
            <a:xfrm>
              <a:off x="9066533" y="185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9" name="pt40319"/>
            <p:cNvSpPr/>
            <p:nvPr/>
          </p:nvSpPr>
          <p:spPr>
            <a:xfrm>
              <a:off x="8274318" y="2472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0" name="pt40320"/>
            <p:cNvSpPr/>
            <p:nvPr/>
          </p:nvSpPr>
          <p:spPr>
            <a:xfrm>
              <a:off x="9005825" y="1560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1" name="pt40321"/>
            <p:cNvSpPr/>
            <p:nvPr/>
          </p:nvSpPr>
          <p:spPr>
            <a:xfrm>
              <a:off x="8870124" y="2219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2" name="pt40322"/>
            <p:cNvSpPr/>
            <p:nvPr/>
          </p:nvSpPr>
          <p:spPr>
            <a:xfrm>
              <a:off x="8471820" y="2548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3" name="pt40323"/>
            <p:cNvSpPr/>
            <p:nvPr/>
          </p:nvSpPr>
          <p:spPr>
            <a:xfrm>
              <a:off x="9179833" y="2007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4" name="pt40324"/>
            <p:cNvSpPr/>
            <p:nvPr/>
          </p:nvSpPr>
          <p:spPr>
            <a:xfrm>
              <a:off x="9497514" y="2399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5" name="pt40325"/>
            <p:cNvSpPr/>
            <p:nvPr/>
          </p:nvSpPr>
          <p:spPr>
            <a:xfrm>
              <a:off x="8728379" y="1868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6" name="pt40326"/>
            <p:cNvSpPr/>
            <p:nvPr/>
          </p:nvSpPr>
          <p:spPr>
            <a:xfrm>
              <a:off x="8952564" y="2144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7" name="pt40327"/>
            <p:cNvSpPr/>
            <p:nvPr/>
          </p:nvSpPr>
          <p:spPr>
            <a:xfrm>
              <a:off x="8563654" y="2201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8" name="pt40328"/>
            <p:cNvSpPr/>
            <p:nvPr/>
          </p:nvSpPr>
          <p:spPr>
            <a:xfrm>
              <a:off x="8596430" y="2183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9" name="pt40329"/>
            <p:cNvSpPr/>
            <p:nvPr/>
          </p:nvSpPr>
          <p:spPr>
            <a:xfrm>
              <a:off x="8471820" y="2461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0" name="pt40330"/>
            <p:cNvSpPr/>
            <p:nvPr/>
          </p:nvSpPr>
          <p:spPr>
            <a:xfrm>
              <a:off x="9110981" y="2021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1" name="pt40331"/>
            <p:cNvSpPr/>
            <p:nvPr/>
          </p:nvSpPr>
          <p:spPr>
            <a:xfrm>
              <a:off x="8563654" y="2022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2" name="pt40332"/>
            <p:cNvSpPr/>
            <p:nvPr/>
          </p:nvSpPr>
          <p:spPr>
            <a:xfrm>
              <a:off x="8347210" y="2396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3" name="pt40333"/>
            <p:cNvSpPr/>
            <p:nvPr/>
          </p:nvSpPr>
          <p:spPr>
            <a:xfrm>
              <a:off x="9090127" y="1733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4" name="pt40334"/>
            <p:cNvSpPr/>
            <p:nvPr/>
          </p:nvSpPr>
          <p:spPr>
            <a:xfrm>
              <a:off x="8697035" y="2264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5" name="pt40335"/>
            <p:cNvSpPr/>
            <p:nvPr/>
          </p:nvSpPr>
          <p:spPr>
            <a:xfrm>
              <a:off x="8923469" y="1931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6" name="pt40336"/>
            <p:cNvSpPr/>
            <p:nvPr/>
          </p:nvSpPr>
          <p:spPr>
            <a:xfrm>
              <a:off x="8659047" y="2325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7" name="pt40337"/>
            <p:cNvSpPr/>
            <p:nvPr/>
          </p:nvSpPr>
          <p:spPr>
            <a:xfrm>
              <a:off x="8841866" y="1872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8" name="pt40338"/>
            <p:cNvSpPr/>
            <p:nvPr/>
          </p:nvSpPr>
          <p:spPr>
            <a:xfrm>
              <a:off x="8471820" y="2350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9" name="pt40339"/>
            <p:cNvSpPr/>
            <p:nvPr/>
          </p:nvSpPr>
          <p:spPr>
            <a:xfrm>
              <a:off x="9743490" y="2016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0" name="pt40340"/>
            <p:cNvSpPr/>
            <p:nvPr/>
          </p:nvSpPr>
          <p:spPr>
            <a:xfrm>
              <a:off x="8471820" y="2643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1" name="pt40341"/>
            <p:cNvSpPr/>
            <p:nvPr/>
          </p:nvSpPr>
          <p:spPr>
            <a:xfrm>
              <a:off x="8659047" y="2473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2" name="pt40342"/>
            <p:cNvSpPr/>
            <p:nvPr/>
          </p:nvSpPr>
          <p:spPr>
            <a:xfrm>
              <a:off x="9535645" y="1893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3" name="pt40343"/>
            <p:cNvSpPr/>
            <p:nvPr/>
          </p:nvSpPr>
          <p:spPr>
            <a:xfrm>
              <a:off x="8870124" y="2097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4" name="pt40344"/>
            <p:cNvSpPr/>
            <p:nvPr/>
          </p:nvSpPr>
          <p:spPr>
            <a:xfrm>
              <a:off x="8274318" y="2167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5" name="pt40345"/>
            <p:cNvSpPr/>
            <p:nvPr/>
          </p:nvSpPr>
          <p:spPr>
            <a:xfrm>
              <a:off x="8964553" y="2207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6" name="pt40346"/>
            <p:cNvSpPr/>
            <p:nvPr/>
          </p:nvSpPr>
          <p:spPr>
            <a:xfrm>
              <a:off x="8721041" y="1536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7" name="pt40347"/>
            <p:cNvSpPr/>
            <p:nvPr/>
          </p:nvSpPr>
          <p:spPr>
            <a:xfrm>
              <a:off x="9059833" y="1995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8" name="pt40348"/>
            <p:cNvSpPr/>
            <p:nvPr/>
          </p:nvSpPr>
          <p:spPr>
            <a:xfrm>
              <a:off x="9124975" y="2088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9" name="pt40349"/>
            <p:cNvSpPr/>
            <p:nvPr/>
          </p:nvSpPr>
          <p:spPr>
            <a:xfrm>
              <a:off x="8688264" y="2256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0" name="pt40350"/>
            <p:cNvSpPr/>
            <p:nvPr/>
          </p:nvSpPr>
          <p:spPr>
            <a:xfrm>
              <a:off x="8347210" y="2210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1" name="pt40351"/>
            <p:cNvSpPr/>
            <p:nvPr/>
          </p:nvSpPr>
          <p:spPr>
            <a:xfrm>
              <a:off x="8274318" y="2351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2" name="pt40352"/>
            <p:cNvSpPr/>
            <p:nvPr/>
          </p:nvSpPr>
          <p:spPr>
            <a:xfrm>
              <a:off x="8735430" y="2132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3" name="pt40353"/>
            <p:cNvSpPr/>
            <p:nvPr/>
          </p:nvSpPr>
          <p:spPr>
            <a:xfrm>
              <a:off x="9743490" y="2268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4" name="pt40354"/>
            <p:cNvSpPr/>
            <p:nvPr/>
          </p:nvSpPr>
          <p:spPr>
            <a:xfrm>
              <a:off x="8735430" y="2140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5" name="pt40355"/>
            <p:cNvSpPr/>
            <p:nvPr/>
          </p:nvSpPr>
          <p:spPr>
            <a:xfrm>
              <a:off x="9039368" y="1734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6" name="pt40356"/>
            <p:cNvSpPr/>
            <p:nvPr/>
          </p:nvSpPr>
          <p:spPr>
            <a:xfrm>
              <a:off x="8849358" y="2017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7" name="pt40357"/>
            <p:cNvSpPr/>
            <p:nvPr/>
          </p:nvSpPr>
          <p:spPr>
            <a:xfrm>
              <a:off x="8648148" y="2395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8" name="pt40358"/>
            <p:cNvSpPr/>
            <p:nvPr/>
          </p:nvSpPr>
          <p:spPr>
            <a:xfrm>
              <a:off x="8863465" y="2122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9" name="pt40359"/>
            <p:cNvSpPr/>
            <p:nvPr/>
          </p:nvSpPr>
          <p:spPr>
            <a:xfrm>
              <a:off x="8523538" y="2712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0" name="pt40360"/>
            <p:cNvSpPr/>
            <p:nvPr/>
          </p:nvSpPr>
          <p:spPr>
            <a:xfrm>
              <a:off x="9196543" y="1980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1" name="pt40361"/>
            <p:cNvSpPr/>
            <p:nvPr/>
          </p:nvSpPr>
          <p:spPr>
            <a:xfrm>
              <a:off x="8958659" y="2255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2" name="pt40362"/>
            <p:cNvSpPr/>
            <p:nvPr/>
          </p:nvSpPr>
          <p:spPr>
            <a:xfrm>
              <a:off x="8471820" y="2544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3" name="pt40363"/>
            <p:cNvSpPr/>
            <p:nvPr/>
          </p:nvSpPr>
          <p:spPr>
            <a:xfrm>
              <a:off x="9368156" y="2018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4" name="pt40364"/>
            <p:cNvSpPr/>
            <p:nvPr/>
          </p:nvSpPr>
          <p:spPr>
            <a:xfrm>
              <a:off x="8610820" y="1983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5" name="pt40365"/>
            <p:cNvSpPr/>
            <p:nvPr/>
          </p:nvSpPr>
          <p:spPr>
            <a:xfrm>
              <a:off x="8659047" y="2528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6" name="pt40366"/>
            <p:cNvSpPr/>
            <p:nvPr/>
          </p:nvSpPr>
          <p:spPr>
            <a:xfrm>
              <a:off x="8471820" y="2338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7" name="pt40367"/>
            <p:cNvSpPr/>
            <p:nvPr/>
          </p:nvSpPr>
          <p:spPr>
            <a:xfrm>
              <a:off x="9196543" y="1992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8" name="pt40368"/>
            <p:cNvSpPr/>
            <p:nvPr/>
          </p:nvSpPr>
          <p:spPr>
            <a:xfrm>
              <a:off x="9070866" y="1857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9" name="pt40369"/>
            <p:cNvSpPr/>
            <p:nvPr/>
          </p:nvSpPr>
          <p:spPr>
            <a:xfrm>
              <a:off x="9108394" y="2042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0" name="pt40370"/>
            <p:cNvSpPr/>
            <p:nvPr/>
          </p:nvSpPr>
          <p:spPr>
            <a:xfrm>
              <a:off x="8688264" y="229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1" name="pt40371"/>
            <p:cNvSpPr/>
            <p:nvPr/>
          </p:nvSpPr>
          <p:spPr>
            <a:xfrm>
              <a:off x="9568569" y="2379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2" name="pt40372"/>
            <p:cNvSpPr/>
            <p:nvPr/>
          </p:nvSpPr>
          <p:spPr>
            <a:xfrm>
              <a:off x="8939717" y="1973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3" name="pt40373"/>
            <p:cNvSpPr/>
            <p:nvPr/>
          </p:nvSpPr>
          <p:spPr>
            <a:xfrm>
              <a:off x="8688264" y="232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4" name="pt40374"/>
            <p:cNvSpPr/>
            <p:nvPr/>
          </p:nvSpPr>
          <p:spPr>
            <a:xfrm>
              <a:off x="9681061" y="2344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5" name="pt40375"/>
            <p:cNvSpPr/>
            <p:nvPr/>
          </p:nvSpPr>
          <p:spPr>
            <a:xfrm>
              <a:off x="8973968" y="1909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6" name="pt40376"/>
            <p:cNvSpPr/>
            <p:nvPr/>
          </p:nvSpPr>
          <p:spPr>
            <a:xfrm>
              <a:off x="8439043" y="2228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7" name="pt40377"/>
            <p:cNvSpPr/>
            <p:nvPr/>
          </p:nvSpPr>
          <p:spPr>
            <a:xfrm>
              <a:off x="8596430" y="2318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8" name="pt40378"/>
            <p:cNvSpPr/>
            <p:nvPr/>
          </p:nvSpPr>
          <p:spPr>
            <a:xfrm>
              <a:off x="9334476" y="2244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9" name="pt40379"/>
            <p:cNvSpPr/>
            <p:nvPr/>
          </p:nvSpPr>
          <p:spPr>
            <a:xfrm>
              <a:off x="9253114" y="1993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0" name="pt40380"/>
            <p:cNvSpPr/>
            <p:nvPr/>
          </p:nvSpPr>
          <p:spPr>
            <a:xfrm>
              <a:off x="9049289" y="2142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1" name="pt40381"/>
            <p:cNvSpPr/>
            <p:nvPr/>
          </p:nvSpPr>
          <p:spPr>
            <a:xfrm>
              <a:off x="8471820" y="228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2" name="pt40382"/>
            <p:cNvSpPr/>
            <p:nvPr/>
          </p:nvSpPr>
          <p:spPr>
            <a:xfrm>
              <a:off x="8870124" y="2387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3" name="pt40383"/>
            <p:cNvSpPr/>
            <p:nvPr/>
          </p:nvSpPr>
          <p:spPr>
            <a:xfrm>
              <a:off x="9005825" y="157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4" name="pt40384"/>
            <p:cNvSpPr/>
            <p:nvPr/>
          </p:nvSpPr>
          <p:spPr>
            <a:xfrm>
              <a:off x="9295774" y="1916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5" name="pt40385"/>
            <p:cNvSpPr/>
            <p:nvPr/>
          </p:nvSpPr>
          <p:spPr>
            <a:xfrm>
              <a:off x="8610820" y="1970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6" name="pt40386"/>
            <p:cNvSpPr/>
            <p:nvPr/>
          </p:nvSpPr>
          <p:spPr>
            <a:xfrm>
              <a:off x="9110123" y="2162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7" name="pt40387"/>
            <p:cNvSpPr/>
            <p:nvPr/>
          </p:nvSpPr>
          <p:spPr>
            <a:xfrm>
              <a:off x="8932933" y="1759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8" name="pt40388"/>
            <p:cNvSpPr/>
            <p:nvPr/>
          </p:nvSpPr>
          <p:spPr>
            <a:xfrm>
              <a:off x="9200748" y="1720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9" name="pt40389"/>
            <p:cNvSpPr/>
            <p:nvPr/>
          </p:nvSpPr>
          <p:spPr>
            <a:xfrm>
              <a:off x="8439043" y="2338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0" name="pt40390"/>
            <p:cNvSpPr/>
            <p:nvPr/>
          </p:nvSpPr>
          <p:spPr>
            <a:xfrm>
              <a:off x="9083269" y="1968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1" name="pt40391"/>
            <p:cNvSpPr/>
            <p:nvPr/>
          </p:nvSpPr>
          <p:spPr>
            <a:xfrm>
              <a:off x="8841866" y="2020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2" name="pt40392"/>
            <p:cNvSpPr/>
            <p:nvPr/>
          </p:nvSpPr>
          <p:spPr>
            <a:xfrm>
              <a:off x="8439043" y="2216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3" name="pt40393"/>
            <p:cNvSpPr/>
            <p:nvPr/>
          </p:nvSpPr>
          <p:spPr>
            <a:xfrm>
              <a:off x="9054052" y="232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4" name="pt40394"/>
            <p:cNvSpPr/>
            <p:nvPr/>
          </p:nvSpPr>
          <p:spPr>
            <a:xfrm>
              <a:off x="8659047" y="2471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5" name="pt40395"/>
            <p:cNvSpPr/>
            <p:nvPr/>
          </p:nvSpPr>
          <p:spPr>
            <a:xfrm>
              <a:off x="9124182" y="1975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6" name="pt40396"/>
            <p:cNvSpPr/>
            <p:nvPr/>
          </p:nvSpPr>
          <p:spPr>
            <a:xfrm>
              <a:off x="8962610" y="2219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7" name="pt40397"/>
            <p:cNvSpPr/>
            <p:nvPr/>
          </p:nvSpPr>
          <p:spPr>
            <a:xfrm>
              <a:off x="8347210" y="2439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8" name="pt40398"/>
            <p:cNvSpPr/>
            <p:nvPr/>
          </p:nvSpPr>
          <p:spPr>
            <a:xfrm>
              <a:off x="8347210" y="2297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9" name="pt40399"/>
            <p:cNvSpPr/>
            <p:nvPr/>
          </p:nvSpPr>
          <p:spPr>
            <a:xfrm>
              <a:off x="8596430" y="2188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0" name="pt40400"/>
            <p:cNvSpPr/>
            <p:nvPr/>
          </p:nvSpPr>
          <p:spPr>
            <a:xfrm>
              <a:off x="8471820" y="2207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1" name="pt40401"/>
            <p:cNvSpPr/>
            <p:nvPr/>
          </p:nvSpPr>
          <p:spPr>
            <a:xfrm>
              <a:off x="9143758" y="2169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2" name="pt40402"/>
            <p:cNvSpPr/>
            <p:nvPr/>
          </p:nvSpPr>
          <p:spPr>
            <a:xfrm>
              <a:off x="9568569" y="2219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3" name="pt40403"/>
            <p:cNvSpPr/>
            <p:nvPr/>
          </p:nvSpPr>
          <p:spPr>
            <a:xfrm>
              <a:off x="8596430" y="2350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4" name="pt40404"/>
            <p:cNvSpPr/>
            <p:nvPr/>
          </p:nvSpPr>
          <p:spPr>
            <a:xfrm>
              <a:off x="8347210" y="2326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5" name="pt40405"/>
            <p:cNvSpPr/>
            <p:nvPr/>
          </p:nvSpPr>
          <p:spPr>
            <a:xfrm>
              <a:off x="8610820" y="2122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6" name="pt40406"/>
            <p:cNvSpPr/>
            <p:nvPr/>
          </p:nvSpPr>
          <p:spPr>
            <a:xfrm>
              <a:off x="9126552" y="196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7" name="pt40407"/>
            <p:cNvSpPr/>
            <p:nvPr/>
          </p:nvSpPr>
          <p:spPr>
            <a:xfrm>
              <a:off x="8471820" y="2614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8" name="pt40408"/>
            <p:cNvSpPr/>
            <p:nvPr/>
          </p:nvSpPr>
          <p:spPr>
            <a:xfrm>
              <a:off x="9421909" y="1892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9" name="pt40409"/>
            <p:cNvSpPr/>
            <p:nvPr/>
          </p:nvSpPr>
          <p:spPr>
            <a:xfrm>
              <a:off x="8659047" y="2403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0" name="pt40410"/>
            <p:cNvSpPr/>
            <p:nvPr/>
          </p:nvSpPr>
          <p:spPr>
            <a:xfrm>
              <a:off x="8274318" y="2632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1" name="pt40411"/>
            <p:cNvSpPr/>
            <p:nvPr/>
          </p:nvSpPr>
          <p:spPr>
            <a:xfrm>
              <a:off x="8471820" y="2498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2" name="pt40412"/>
            <p:cNvSpPr/>
            <p:nvPr/>
          </p:nvSpPr>
          <p:spPr>
            <a:xfrm>
              <a:off x="8721041" y="2124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3" name="pt40413"/>
            <p:cNvSpPr/>
            <p:nvPr/>
          </p:nvSpPr>
          <p:spPr>
            <a:xfrm>
              <a:off x="9005825" y="1850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4" name="pt40414"/>
            <p:cNvSpPr/>
            <p:nvPr/>
          </p:nvSpPr>
          <p:spPr>
            <a:xfrm>
              <a:off x="9442137" y="2006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5" name="pt40415"/>
            <p:cNvSpPr/>
            <p:nvPr/>
          </p:nvSpPr>
          <p:spPr>
            <a:xfrm>
              <a:off x="8923469" y="1975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6" name="pt40416"/>
            <p:cNvSpPr/>
            <p:nvPr/>
          </p:nvSpPr>
          <p:spPr>
            <a:xfrm>
              <a:off x="8610820" y="2102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7" name="pt40417"/>
            <p:cNvSpPr/>
            <p:nvPr/>
          </p:nvSpPr>
          <p:spPr>
            <a:xfrm>
              <a:off x="9302684" y="1742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8" name="pt40418"/>
            <p:cNvSpPr/>
            <p:nvPr/>
          </p:nvSpPr>
          <p:spPr>
            <a:xfrm>
              <a:off x="9097658" y="1990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9" name="pt40419"/>
            <p:cNvSpPr/>
            <p:nvPr/>
          </p:nvSpPr>
          <p:spPr>
            <a:xfrm>
              <a:off x="9066533" y="1860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0" name="pt40420"/>
            <p:cNvSpPr/>
            <p:nvPr/>
          </p:nvSpPr>
          <p:spPr>
            <a:xfrm>
              <a:off x="8659047" y="2147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1" name="pt40421"/>
            <p:cNvSpPr/>
            <p:nvPr/>
          </p:nvSpPr>
          <p:spPr>
            <a:xfrm>
              <a:off x="9147988" y="2174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2" name="pt40422"/>
            <p:cNvSpPr/>
            <p:nvPr/>
          </p:nvSpPr>
          <p:spPr>
            <a:xfrm>
              <a:off x="8852989" y="1850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3" name="pt40423"/>
            <p:cNvSpPr/>
            <p:nvPr/>
          </p:nvSpPr>
          <p:spPr>
            <a:xfrm>
              <a:off x="8471820" y="2523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4" name="pt40424"/>
            <p:cNvSpPr/>
            <p:nvPr/>
          </p:nvSpPr>
          <p:spPr>
            <a:xfrm>
              <a:off x="8798858" y="2037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5" name="pt40425"/>
            <p:cNvSpPr/>
            <p:nvPr/>
          </p:nvSpPr>
          <p:spPr>
            <a:xfrm>
              <a:off x="8544712" y="2529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6" name="pt40426"/>
            <p:cNvSpPr/>
            <p:nvPr/>
          </p:nvSpPr>
          <p:spPr>
            <a:xfrm>
              <a:off x="9002725" y="1910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7" name="pt40427"/>
            <p:cNvSpPr/>
            <p:nvPr/>
          </p:nvSpPr>
          <p:spPr>
            <a:xfrm>
              <a:off x="8347210" y="2305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8" name="pt40428"/>
            <p:cNvSpPr/>
            <p:nvPr/>
          </p:nvSpPr>
          <p:spPr>
            <a:xfrm>
              <a:off x="8659047" y="2374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9" name="pt40429"/>
            <p:cNvSpPr/>
            <p:nvPr/>
          </p:nvSpPr>
          <p:spPr>
            <a:xfrm>
              <a:off x="8705398" y="2276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0" name="pt40430"/>
            <p:cNvSpPr/>
            <p:nvPr/>
          </p:nvSpPr>
          <p:spPr>
            <a:xfrm>
              <a:off x="9258470" y="2092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1" name="pt40431"/>
            <p:cNvSpPr/>
            <p:nvPr/>
          </p:nvSpPr>
          <p:spPr>
            <a:xfrm>
              <a:off x="8879672" y="1835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2" name="pt40432"/>
            <p:cNvSpPr/>
            <p:nvPr/>
          </p:nvSpPr>
          <p:spPr>
            <a:xfrm>
              <a:off x="9657982" y="1889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3" name="pt40433"/>
            <p:cNvSpPr/>
            <p:nvPr/>
          </p:nvSpPr>
          <p:spPr>
            <a:xfrm>
              <a:off x="8952564" y="2170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4" name="pt40434"/>
            <p:cNvSpPr/>
            <p:nvPr/>
          </p:nvSpPr>
          <p:spPr>
            <a:xfrm>
              <a:off x="8845651" y="180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5" name="pt40435"/>
            <p:cNvSpPr/>
            <p:nvPr/>
          </p:nvSpPr>
          <p:spPr>
            <a:xfrm>
              <a:off x="8982914" y="175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6" name="pt40436"/>
            <p:cNvSpPr/>
            <p:nvPr/>
          </p:nvSpPr>
          <p:spPr>
            <a:xfrm>
              <a:off x="9096734" y="1714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7" name="pt40437"/>
            <p:cNvSpPr/>
            <p:nvPr/>
          </p:nvSpPr>
          <p:spPr>
            <a:xfrm>
              <a:off x="8596430" y="2283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8" name="pt40438"/>
            <p:cNvSpPr/>
            <p:nvPr/>
          </p:nvSpPr>
          <p:spPr>
            <a:xfrm>
              <a:off x="8471820" y="254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9" name="pt40439"/>
            <p:cNvSpPr/>
            <p:nvPr/>
          </p:nvSpPr>
          <p:spPr>
            <a:xfrm>
              <a:off x="9118525" y="2229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0" name="pt40440"/>
            <p:cNvSpPr/>
            <p:nvPr/>
          </p:nvSpPr>
          <p:spPr>
            <a:xfrm>
              <a:off x="9124182" y="1950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1" name="pt40441"/>
            <p:cNvSpPr/>
            <p:nvPr/>
          </p:nvSpPr>
          <p:spPr>
            <a:xfrm>
              <a:off x="9095805" y="1722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2" name="pt40442"/>
            <p:cNvSpPr/>
            <p:nvPr/>
          </p:nvSpPr>
          <p:spPr>
            <a:xfrm>
              <a:off x="8834048" y="1989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3" name="pt40443"/>
            <p:cNvSpPr/>
            <p:nvPr/>
          </p:nvSpPr>
          <p:spPr>
            <a:xfrm>
              <a:off x="9262568" y="2160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4" name="pt40444"/>
            <p:cNvSpPr/>
            <p:nvPr/>
          </p:nvSpPr>
          <p:spPr>
            <a:xfrm>
              <a:off x="8697035" y="2047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5" name="pt40445"/>
            <p:cNvSpPr/>
            <p:nvPr/>
          </p:nvSpPr>
          <p:spPr>
            <a:xfrm>
              <a:off x="9199706" y="2046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6" name="pt40446"/>
            <p:cNvSpPr/>
            <p:nvPr/>
          </p:nvSpPr>
          <p:spPr>
            <a:xfrm>
              <a:off x="9294853" y="1814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7" name="pt40447"/>
            <p:cNvSpPr/>
            <p:nvPr/>
          </p:nvSpPr>
          <p:spPr>
            <a:xfrm>
              <a:off x="8610820" y="2197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8" name="pt40448"/>
            <p:cNvSpPr/>
            <p:nvPr/>
          </p:nvSpPr>
          <p:spPr>
            <a:xfrm>
              <a:off x="8958659" y="2316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9" name="pt40449"/>
            <p:cNvSpPr/>
            <p:nvPr/>
          </p:nvSpPr>
          <p:spPr>
            <a:xfrm>
              <a:off x="9285373" y="1921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0" name="pt40450"/>
            <p:cNvSpPr/>
            <p:nvPr/>
          </p:nvSpPr>
          <p:spPr>
            <a:xfrm>
              <a:off x="9285697" y="1787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1" name="pt40451"/>
            <p:cNvSpPr/>
            <p:nvPr/>
          </p:nvSpPr>
          <p:spPr>
            <a:xfrm>
              <a:off x="8398928" y="2538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2" name="pt40452"/>
            <p:cNvSpPr/>
            <p:nvPr/>
          </p:nvSpPr>
          <p:spPr>
            <a:xfrm>
              <a:off x="8735430" y="2261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3" name="pt40453"/>
            <p:cNvSpPr/>
            <p:nvPr/>
          </p:nvSpPr>
          <p:spPr>
            <a:xfrm>
              <a:off x="8471820" y="2440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4" name="pt40454"/>
            <p:cNvSpPr/>
            <p:nvPr/>
          </p:nvSpPr>
          <p:spPr>
            <a:xfrm>
              <a:off x="8973968" y="2115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5" name="pt40455"/>
            <p:cNvSpPr/>
            <p:nvPr/>
          </p:nvSpPr>
          <p:spPr>
            <a:xfrm>
              <a:off x="8923469" y="1975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6" name="pt40456"/>
            <p:cNvSpPr/>
            <p:nvPr/>
          </p:nvSpPr>
          <p:spPr>
            <a:xfrm>
              <a:off x="8523538" y="2562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7" name="pt40457"/>
            <p:cNvSpPr/>
            <p:nvPr/>
          </p:nvSpPr>
          <p:spPr>
            <a:xfrm>
              <a:off x="8274318" y="2410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8" name="pt40458"/>
            <p:cNvSpPr/>
            <p:nvPr/>
          </p:nvSpPr>
          <p:spPr>
            <a:xfrm>
              <a:off x="9370394" y="2157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9" name="pt40459"/>
            <p:cNvSpPr/>
            <p:nvPr/>
          </p:nvSpPr>
          <p:spPr>
            <a:xfrm>
              <a:off x="8697035" y="2193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0" name="pt40460"/>
            <p:cNvSpPr/>
            <p:nvPr/>
          </p:nvSpPr>
          <p:spPr>
            <a:xfrm>
              <a:off x="8856549" y="2251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1" name="pt40461"/>
            <p:cNvSpPr/>
            <p:nvPr/>
          </p:nvSpPr>
          <p:spPr>
            <a:xfrm>
              <a:off x="9083269" y="1879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2" name="pt40462"/>
            <p:cNvSpPr/>
            <p:nvPr/>
          </p:nvSpPr>
          <p:spPr>
            <a:xfrm>
              <a:off x="8981160" y="1983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3" name="pt40463"/>
            <p:cNvSpPr/>
            <p:nvPr/>
          </p:nvSpPr>
          <p:spPr>
            <a:xfrm>
              <a:off x="8274318" y="2419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4" name="pt40464"/>
            <p:cNvSpPr/>
            <p:nvPr/>
          </p:nvSpPr>
          <p:spPr>
            <a:xfrm>
              <a:off x="8499532" y="242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5" name="pt40465"/>
            <p:cNvSpPr/>
            <p:nvPr/>
          </p:nvSpPr>
          <p:spPr>
            <a:xfrm>
              <a:off x="9077174" y="1942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6" name="pt40466"/>
            <p:cNvSpPr/>
            <p:nvPr/>
          </p:nvSpPr>
          <p:spPr>
            <a:xfrm>
              <a:off x="9236019" y="2017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7" name="pt40467"/>
            <p:cNvSpPr/>
            <p:nvPr/>
          </p:nvSpPr>
          <p:spPr>
            <a:xfrm>
              <a:off x="8398928" y="2370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8" name="pt40468"/>
            <p:cNvSpPr/>
            <p:nvPr/>
          </p:nvSpPr>
          <p:spPr>
            <a:xfrm>
              <a:off x="9043153" y="1823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9" name="pt40469"/>
            <p:cNvSpPr/>
            <p:nvPr/>
          </p:nvSpPr>
          <p:spPr>
            <a:xfrm>
              <a:off x="8742215" y="2212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0" name="pt40470"/>
            <p:cNvSpPr/>
            <p:nvPr/>
          </p:nvSpPr>
          <p:spPr>
            <a:xfrm>
              <a:off x="9513165" y="2456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1" name="pt40471"/>
            <p:cNvSpPr/>
            <p:nvPr/>
          </p:nvSpPr>
          <p:spPr>
            <a:xfrm>
              <a:off x="8783657" y="2293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2" name="pt40472"/>
            <p:cNvSpPr/>
            <p:nvPr/>
          </p:nvSpPr>
          <p:spPr>
            <a:xfrm>
              <a:off x="8954618" y="2238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3" name="pt40473"/>
            <p:cNvSpPr/>
            <p:nvPr/>
          </p:nvSpPr>
          <p:spPr>
            <a:xfrm>
              <a:off x="8471820" y="2469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4" name="pt40474"/>
            <p:cNvSpPr/>
            <p:nvPr/>
          </p:nvSpPr>
          <p:spPr>
            <a:xfrm>
              <a:off x="9497514" y="2215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5" name="pt40475"/>
            <p:cNvSpPr/>
            <p:nvPr/>
          </p:nvSpPr>
          <p:spPr>
            <a:xfrm>
              <a:off x="8580788" y="2447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6" name="pt40476"/>
            <p:cNvSpPr/>
            <p:nvPr/>
          </p:nvSpPr>
          <p:spPr>
            <a:xfrm>
              <a:off x="8812874" y="2111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7" name="pt40477"/>
            <p:cNvSpPr/>
            <p:nvPr/>
          </p:nvSpPr>
          <p:spPr>
            <a:xfrm>
              <a:off x="9519098" y="2461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8" name="pt40478"/>
            <p:cNvSpPr/>
            <p:nvPr/>
          </p:nvSpPr>
          <p:spPr>
            <a:xfrm>
              <a:off x="9370394" y="2031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9" name="pt40479"/>
            <p:cNvSpPr/>
            <p:nvPr/>
          </p:nvSpPr>
          <p:spPr>
            <a:xfrm>
              <a:off x="8849358" y="2118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0" name="pt40480"/>
            <p:cNvSpPr/>
            <p:nvPr/>
          </p:nvSpPr>
          <p:spPr>
            <a:xfrm>
              <a:off x="9537091" y="1603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1" name="pt40481"/>
            <p:cNvSpPr/>
            <p:nvPr/>
          </p:nvSpPr>
          <p:spPr>
            <a:xfrm>
              <a:off x="8964553" y="2106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2" name="pt40482"/>
            <p:cNvSpPr/>
            <p:nvPr/>
          </p:nvSpPr>
          <p:spPr>
            <a:xfrm>
              <a:off x="8636546" y="2280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3" name="pt40483"/>
            <p:cNvSpPr/>
            <p:nvPr/>
          </p:nvSpPr>
          <p:spPr>
            <a:xfrm>
              <a:off x="8735430" y="2071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4" name="pt40484"/>
            <p:cNvSpPr/>
            <p:nvPr/>
          </p:nvSpPr>
          <p:spPr>
            <a:xfrm>
              <a:off x="9179833" y="2054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5" name="pt40485"/>
            <p:cNvSpPr/>
            <p:nvPr/>
          </p:nvSpPr>
          <p:spPr>
            <a:xfrm>
              <a:off x="9218071" y="1750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6" name="pt40486"/>
            <p:cNvSpPr/>
            <p:nvPr/>
          </p:nvSpPr>
          <p:spPr>
            <a:xfrm>
              <a:off x="8830008" y="2184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7" name="pt40487"/>
            <p:cNvSpPr/>
            <p:nvPr/>
          </p:nvSpPr>
          <p:spPr>
            <a:xfrm>
              <a:off x="9108394" y="2008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8" name="pt40488"/>
            <p:cNvSpPr/>
            <p:nvPr/>
          </p:nvSpPr>
          <p:spPr>
            <a:xfrm>
              <a:off x="9247994" y="2022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9" name="pt40489"/>
            <p:cNvSpPr/>
            <p:nvPr/>
          </p:nvSpPr>
          <p:spPr>
            <a:xfrm>
              <a:off x="8999571" y="1723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0" name="pt40490"/>
            <p:cNvSpPr/>
            <p:nvPr/>
          </p:nvSpPr>
          <p:spPr>
            <a:xfrm>
              <a:off x="8544712" y="2395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1" name="pt40491"/>
            <p:cNvSpPr/>
            <p:nvPr/>
          </p:nvSpPr>
          <p:spPr>
            <a:xfrm>
              <a:off x="8610820" y="1926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2" name="pt40492"/>
            <p:cNvSpPr/>
            <p:nvPr/>
          </p:nvSpPr>
          <p:spPr>
            <a:xfrm>
              <a:off x="8879672" y="2111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3" name="pt40493"/>
            <p:cNvSpPr/>
            <p:nvPr/>
          </p:nvSpPr>
          <p:spPr>
            <a:xfrm>
              <a:off x="8274318" y="2566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4" name="pt40494"/>
            <p:cNvSpPr/>
            <p:nvPr/>
          </p:nvSpPr>
          <p:spPr>
            <a:xfrm>
              <a:off x="8523538" y="2382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5" name="pt40495"/>
            <p:cNvSpPr/>
            <p:nvPr/>
          </p:nvSpPr>
          <p:spPr>
            <a:xfrm>
              <a:off x="9211830" y="1854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6" name="pt40496"/>
            <p:cNvSpPr/>
            <p:nvPr/>
          </p:nvSpPr>
          <p:spPr>
            <a:xfrm>
              <a:off x="9200228" y="1858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7" name="pt40497"/>
            <p:cNvSpPr/>
            <p:nvPr/>
          </p:nvSpPr>
          <p:spPr>
            <a:xfrm>
              <a:off x="8798858" y="1975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8" name="pt40498"/>
            <p:cNvSpPr/>
            <p:nvPr/>
          </p:nvSpPr>
          <p:spPr>
            <a:xfrm>
              <a:off x="9027511" y="1857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9" name="pt40499"/>
            <p:cNvSpPr/>
            <p:nvPr/>
          </p:nvSpPr>
          <p:spPr>
            <a:xfrm>
              <a:off x="8347210" y="2501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0" name="pt40500"/>
            <p:cNvSpPr/>
            <p:nvPr/>
          </p:nvSpPr>
          <p:spPr>
            <a:xfrm>
              <a:off x="9356962" y="2079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1" name="pt40501"/>
            <p:cNvSpPr/>
            <p:nvPr/>
          </p:nvSpPr>
          <p:spPr>
            <a:xfrm>
              <a:off x="8580788" y="2398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2" name="pt40502"/>
            <p:cNvSpPr/>
            <p:nvPr/>
          </p:nvSpPr>
          <p:spPr>
            <a:xfrm>
              <a:off x="9095805" y="1861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3" name="pt40503"/>
            <p:cNvSpPr/>
            <p:nvPr/>
          </p:nvSpPr>
          <p:spPr>
            <a:xfrm>
              <a:off x="8841866" y="1845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4" name="pt40504"/>
            <p:cNvSpPr/>
            <p:nvPr/>
          </p:nvSpPr>
          <p:spPr>
            <a:xfrm>
              <a:off x="9296080" y="1781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5" name="pt40505"/>
            <p:cNvSpPr/>
            <p:nvPr/>
          </p:nvSpPr>
          <p:spPr>
            <a:xfrm>
              <a:off x="9537091" y="1613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6" name="pt40506"/>
            <p:cNvSpPr/>
            <p:nvPr/>
          </p:nvSpPr>
          <p:spPr>
            <a:xfrm>
              <a:off x="8948383" y="2029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7" name="pt40507"/>
            <p:cNvSpPr/>
            <p:nvPr/>
          </p:nvSpPr>
          <p:spPr>
            <a:xfrm>
              <a:off x="9203327" y="2025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8" name="pt40508"/>
            <p:cNvSpPr/>
            <p:nvPr/>
          </p:nvSpPr>
          <p:spPr>
            <a:xfrm>
              <a:off x="8849358" y="1994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9" name="pt40509"/>
            <p:cNvSpPr/>
            <p:nvPr/>
          </p:nvSpPr>
          <p:spPr>
            <a:xfrm>
              <a:off x="8636546" y="2452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0" name="pt40510"/>
            <p:cNvSpPr/>
            <p:nvPr/>
          </p:nvSpPr>
          <p:spPr>
            <a:xfrm>
              <a:off x="8669323" y="233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1" name="pt40511"/>
            <p:cNvSpPr/>
            <p:nvPr/>
          </p:nvSpPr>
          <p:spPr>
            <a:xfrm>
              <a:off x="8997973" y="1819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2" name="pt40512"/>
            <p:cNvSpPr/>
            <p:nvPr/>
          </p:nvSpPr>
          <p:spPr>
            <a:xfrm>
              <a:off x="9644546" y="254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3" name="pt40513"/>
            <p:cNvSpPr/>
            <p:nvPr/>
          </p:nvSpPr>
          <p:spPr>
            <a:xfrm>
              <a:off x="8973968" y="1960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4" name="pt40514"/>
            <p:cNvSpPr/>
            <p:nvPr/>
          </p:nvSpPr>
          <p:spPr>
            <a:xfrm>
              <a:off x="9231697" y="2060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5" name="pt40515"/>
            <p:cNvSpPr/>
            <p:nvPr/>
          </p:nvSpPr>
          <p:spPr>
            <a:xfrm>
              <a:off x="8948383" y="2065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6" name="pt40516"/>
            <p:cNvSpPr/>
            <p:nvPr/>
          </p:nvSpPr>
          <p:spPr>
            <a:xfrm>
              <a:off x="9296080" y="1862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7" name="pt40517"/>
            <p:cNvSpPr/>
            <p:nvPr/>
          </p:nvSpPr>
          <p:spPr>
            <a:xfrm>
              <a:off x="9054052" y="2193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8" name="pt40518"/>
            <p:cNvSpPr/>
            <p:nvPr/>
          </p:nvSpPr>
          <p:spPr>
            <a:xfrm>
              <a:off x="8347210" y="233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9" name="pt40519"/>
            <p:cNvSpPr/>
            <p:nvPr/>
          </p:nvSpPr>
          <p:spPr>
            <a:xfrm>
              <a:off x="9190595" y="2111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0" name="pt40520"/>
            <p:cNvSpPr/>
            <p:nvPr/>
          </p:nvSpPr>
          <p:spPr>
            <a:xfrm>
              <a:off x="8705398" y="2273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1" name="pt40521"/>
            <p:cNvSpPr/>
            <p:nvPr/>
          </p:nvSpPr>
          <p:spPr>
            <a:xfrm>
              <a:off x="8439043" y="2429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2" name="pt40522"/>
            <p:cNvSpPr/>
            <p:nvPr/>
          </p:nvSpPr>
          <p:spPr>
            <a:xfrm>
              <a:off x="8856549" y="2258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3" name="pt40523"/>
            <p:cNvSpPr/>
            <p:nvPr/>
          </p:nvSpPr>
          <p:spPr>
            <a:xfrm>
              <a:off x="8523538" y="2450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4" name="pt40524"/>
            <p:cNvSpPr/>
            <p:nvPr/>
          </p:nvSpPr>
          <p:spPr>
            <a:xfrm>
              <a:off x="8812874" y="2026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5" name="pt40525"/>
            <p:cNvSpPr/>
            <p:nvPr/>
          </p:nvSpPr>
          <p:spPr>
            <a:xfrm>
              <a:off x="8439043" y="2358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6" name="pt40526"/>
            <p:cNvSpPr/>
            <p:nvPr/>
          </p:nvSpPr>
          <p:spPr>
            <a:xfrm>
              <a:off x="9567694" y="2475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7" name="pt40527"/>
            <p:cNvSpPr/>
            <p:nvPr/>
          </p:nvSpPr>
          <p:spPr>
            <a:xfrm>
              <a:off x="9328959" y="2077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8" name="pt40528"/>
            <p:cNvSpPr/>
            <p:nvPr/>
          </p:nvSpPr>
          <p:spPr>
            <a:xfrm>
              <a:off x="8274318" y="2426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9" name="pt40529"/>
            <p:cNvSpPr/>
            <p:nvPr/>
          </p:nvSpPr>
          <p:spPr>
            <a:xfrm>
              <a:off x="9005825" y="1469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0" name="pt40530"/>
            <p:cNvSpPr/>
            <p:nvPr/>
          </p:nvSpPr>
          <p:spPr>
            <a:xfrm>
              <a:off x="8596430" y="2468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1" name="pt40531"/>
            <p:cNvSpPr/>
            <p:nvPr/>
          </p:nvSpPr>
          <p:spPr>
            <a:xfrm>
              <a:off x="9243545" y="2146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2" name="pt40532"/>
            <p:cNvSpPr/>
            <p:nvPr/>
          </p:nvSpPr>
          <p:spPr>
            <a:xfrm>
              <a:off x="8439043" y="2268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3" name="pt40533"/>
            <p:cNvSpPr/>
            <p:nvPr/>
          </p:nvSpPr>
          <p:spPr>
            <a:xfrm>
              <a:off x="9074048" y="181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4" name="pt40534"/>
            <p:cNvSpPr/>
            <p:nvPr/>
          </p:nvSpPr>
          <p:spPr>
            <a:xfrm>
              <a:off x="9627091" y="260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5" name="pt40535"/>
            <p:cNvSpPr/>
            <p:nvPr/>
          </p:nvSpPr>
          <p:spPr>
            <a:xfrm>
              <a:off x="9101309" y="205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6" name="pt40536"/>
            <p:cNvSpPr/>
            <p:nvPr/>
          </p:nvSpPr>
          <p:spPr>
            <a:xfrm>
              <a:off x="9045633" y="2286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7" name="pt40537"/>
            <p:cNvSpPr/>
            <p:nvPr/>
          </p:nvSpPr>
          <p:spPr>
            <a:xfrm>
              <a:off x="9023378" y="2092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8" name="pt40538"/>
            <p:cNvSpPr/>
            <p:nvPr/>
          </p:nvSpPr>
          <p:spPr>
            <a:xfrm>
              <a:off x="8761156" y="2236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9" name="pt40539"/>
            <p:cNvSpPr/>
            <p:nvPr/>
          </p:nvSpPr>
          <p:spPr>
            <a:xfrm>
              <a:off x="9101309" y="2300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0" name="pt40540"/>
            <p:cNvSpPr/>
            <p:nvPr/>
          </p:nvSpPr>
          <p:spPr>
            <a:xfrm>
              <a:off x="8523538" y="2351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1" name="pt40541"/>
            <p:cNvSpPr/>
            <p:nvPr/>
          </p:nvSpPr>
          <p:spPr>
            <a:xfrm>
              <a:off x="9103999" y="2061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2" name="pt40542"/>
            <p:cNvSpPr/>
            <p:nvPr/>
          </p:nvSpPr>
          <p:spPr>
            <a:xfrm>
              <a:off x="8523538" y="2412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3" name="pt40543"/>
            <p:cNvSpPr/>
            <p:nvPr/>
          </p:nvSpPr>
          <p:spPr>
            <a:xfrm>
              <a:off x="8803653" y="2093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4" name="pt40544"/>
            <p:cNvSpPr/>
            <p:nvPr/>
          </p:nvSpPr>
          <p:spPr>
            <a:xfrm>
              <a:off x="9196543" y="2060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5" name="pt40545"/>
            <p:cNvSpPr/>
            <p:nvPr/>
          </p:nvSpPr>
          <p:spPr>
            <a:xfrm>
              <a:off x="8735430" y="2035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6" name="pt40546"/>
            <p:cNvSpPr/>
            <p:nvPr/>
          </p:nvSpPr>
          <p:spPr>
            <a:xfrm>
              <a:off x="8471820" y="2384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7" name="pt40547"/>
            <p:cNvSpPr/>
            <p:nvPr/>
          </p:nvSpPr>
          <p:spPr>
            <a:xfrm>
              <a:off x="8930613" y="1829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8" name="pt40548"/>
            <p:cNvSpPr/>
            <p:nvPr/>
          </p:nvSpPr>
          <p:spPr>
            <a:xfrm>
              <a:off x="8648148" y="2493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9" name="pt40549"/>
            <p:cNvSpPr/>
            <p:nvPr/>
          </p:nvSpPr>
          <p:spPr>
            <a:xfrm>
              <a:off x="9258470" y="1956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0" name="pt40550"/>
            <p:cNvSpPr/>
            <p:nvPr/>
          </p:nvSpPr>
          <p:spPr>
            <a:xfrm>
              <a:off x="8471820" y="2370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1" name="pt40551"/>
            <p:cNvSpPr/>
            <p:nvPr/>
          </p:nvSpPr>
          <p:spPr>
            <a:xfrm>
              <a:off x="8688264" y="2300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2" name="pt40552"/>
            <p:cNvSpPr/>
            <p:nvPr/>
          </p:nvSpPr>
          <p:spPr>
            <a:xfrm>
              <a:off x="9780125" y="2555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3" name="pt40553"/>
            <p:cNvSpPr/>
            <p:nvPr/>
          </p:nvSpPr>
          <p:spPr>
            <a:xfrm>
              <a:off x="8274318" y="2528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4" name="pt40554"/>
            <p:cNvSpPr/>
            <p:nvPr/>
          </p:nvSpPr>
          <p:spPr>
            <a:xfrm>
              <a:off x="8761156" y="2218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5" name="pt40555"/>
            <p:cNvSpPr/>
            <p:nvPr/>
          </p:nvSpPr>
          <p:spPr>
            <a:xfrm>
              <a:off x="8471820" y="2402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6" name="pt40556"/>
            <p:cNvSpPr/>
            <p:nvPr/>
          </p:nvSpPr>
          <p:spPr>
            <a:xfrm>
              <a:off x="8439043" y="2407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7" name="pt40557"/>
            <p:cNvSpPr/>
            <p:nvPr/>
          </p:nvSpPr>
          <p:spPr>
            <a:xfrm>
              <a:off x="8788868" y="2045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8" name="pt40558"/>
            <p:cNvSpPr/>
            <p:nvPr/>
          </p:nvSpPr>
          <p:spPr>
            <a:xfrm>
              <a:off x="8563654" y="2065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9" name="pt40559"/>
            <p:cNvSpPr/>
            <p:nvPr/>
          </p:nvSpPr>
          <p:spPr>
            <a:xfrm>
              <a:off x="8596430" y="2249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0" name="pt40560"/>
            <p:cNvSpPr/>
            <p:nvPr/>
          </p:nvSpPr>
          <p:spPr>
            <a:xfrm>
              <a:off x="9558274" y="2528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1" name="pt40561"/>
            <p:cNvSpPr/>
            <p:nvPr/>
          </p:nvSpPr>
          <p:spPr>
            <a:xfrm>
              <a:off x="9045633" y="2157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2" name="pt40562"/>
            <p:cNvSpPr/>
            <p:nvPr/>
          </p:nvSpPr>
          <p:spPr>
            <a:xfrm>
              <a:off x="8697035" y="2243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3" name="pt40563"/>
            <p:cNvSpPr/>
            <p:nvPr/>
          </p:nvSpPr>
          <p:spPr>
            <a:xfrm>
              <a:off x="8975793" y="1993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4" name="pt40564"/>
            <p:cNvSpPr/>
            <p:nvPr/>
          </p:nvSpPr>
          <p:spPr>
            <a:xfrm>
              <a:off x="8610820" y="1995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5" name="pt40565"/>
            <p:cNvSpPr/>
            <p:nvPr/>
          </p:nvSpPr>
          <p:spPr>
            <a:xfrm>
              <a:off x="8852989" y="2013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6" name="pt40566"/>
            <p:cNvSpPr/>
            <p:nvPr/>
          </p:nvSpPr>
          <p:spPr>
            <a:xfrm>
              <a:off x="8398928" y="2346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7" name="pt40567"/>
            <p:cNvSpPr/>
            <p:nvPr/>
          </p:nvSpPr>
          <p:spPr>
            <a:xfrm>
              <a:off x="8274318" y="2509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8" name="pt40568"/>
            <p:cNvSpPr/>
            <p:nvPr/>
          </p:nvSpPr>
          <p:spPr>
            <a:xfrm>
              <a:off x="8274318" y="2420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9" name="pt40569"/>
            <p:cNvSpPr/>
            <p:nvPr/>
          </p:nvSpPr>
          <p:spPr>
            <a:xfrm>
              <a:off x="8735430" y="2339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0" name="pt40570"/>
            <p:cNvSpPr/>
            <p:nvPr/>
          </p:nvSpPr>
          <p:spPr>
            <a:xfrm>
              <a:off x="9203327" y="1803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1" name="pt40571"/>
            <p:cNvSpPr/>
            <p:nvPr/>
          </p:nvSpPr>
          <p:spPr>
            <a:xfrm>
              <a:off x="8948383" y="2106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2" name="pt40572"/>
            <p:cNvSpPr/>
            <p:nvPr/>
          </p:nvSpPr>
          <p:spPr>
            <a:xfrm>
              <a:off x="8679043" y="248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3" name="pt40573"/>
            <p:cNvSpPr/>
            <p:nvPr/>
          </p:nvSpPr>
          <p:spPr>
            <a:xfrm>
              <a:off x="9247994" y="2121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4" name="pt40574"/>
            <p:cNvSpPr/>
            <p:nvPr/>
          </p:nvSpPr>
          <p:spPr>
            <a:xfrm>
              <a:off x="9171470" y="1903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5" name="pt40575"/>
            <p:cNvSpPr/>
            <p:nvPr/>
          </p:nvSpPr>
          <p:spPr>
            <a:xfrm>
              <a:off x="9356962" y="2196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6" name="pt40576"/>
            <p:cNvSpPr/>
            <p:nvPr/>
          </p:nvSpPr>
          <p:spPr>
            <a:xfrm>
              <a:off x="8879672" y="2114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7" name="pt40577"/>
            <p:cNvSpPr/>
            <p:nvPr/>
          </p:nvSpPr>
          <p:spPr>
            <a:xfrm>
              <a:off x="9792213" y="2531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8" name="pt40578"/>
            <p:cNvSpPr/>
            <p:nvPr/>
          </p:nvSpPr>
          <p:spPr>
            <a:xfrm>
              <a:off x="8882745" y="1907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9" name="pt40579"/>
            <p:cNvSpPr/>
            <p:nvPr/>
          </p:nvSpPr>
          <p:spPr>
            <a:xfrm>
              <a:off x="8688264" y="2284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0" name="pt40580"/>
            <p:cNvSpPr/>
            <p:nvPr/>
          </p:nvSpPr>
          <p:spPr>
            <a:xfrm>
              <a:off x="8954618" y="2339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1" name="pt40581"/>
            <p:cNvSpPr/>
            <p:nvPr/>
          </p:nvSpPr>
          <p:spPr>
            <a:xfrm>
              <a:off x="9562976" y="223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2" name="pt40582"/>
            <p:cNvSpPr/>
            <p:nvPr/>
          </p:nvSpPr>
          <p:spPr>
            <a:xfrm>
              <a:off x="9116046" y="1989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3" name="pt40583"/>
            <p:cNvSpPr/>
            <p:nvPr/>
          </p:nvSpPr>
          <p:spPr>
            <a:xfrm>
              <a:off x="9103999" y="2085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4" name="pt40584"/>
            <p:cNvSpPr/>
            <p:nvPr/>
          </p:nvSpPr>
          <p:spPr>
            <a:xfrm>
              <a:off x="8697035" y="2165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5" name="pt40585"/>
            <p:cNvSpPr/>
            <p:nvPr/>
          </p:nvSpPr>
          <p:spPr>
            <a:xfrm>
              <a:off x="9407038" y="2129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6" name="pt40586"/>
            <p:cNvSpPr/>
            <p:nvPr/>
          </p:nvSpPr>
          <p:spPr>
            <a:xfrm>
              <a:off x="8439043" y="2389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7" name="pt40587"/>
            <p:cNvSpPr/>
            <p:nvPr/>
          </p:nvSpPr>
          <p:spPr>
            <a:xfrm>
              <a:off x="8803653" y="2119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8" name="pt40588"/>
            <p:cNvSpPr/>
            <p:nvPr/>
          </p:nvSpPr>
          <p:spPr>
            <a:xfrm>
              <a:off x="8669323" y="2443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9" name="pt40589"/>
            <p:cNvSpPr/>
            <p:nvPr/>
          </p:nvSpPr>
          <p:spPr>
            <a:xfrm>
              <a:off x="8975793" y="2023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0" name="pt40590"/>
            <p:cNvSpPr/>
            <p:nvPr/>
          </p:nvSpPr>
          <p:spPr>
            <a:xfrm>
              <a:off x="8713389" y="2225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1" name="pt40591"/>
            <p:cNvSpPr/>
            <p:nvPr/>
          </p:nvSpPr>
          <p:spPr>
            <a:xfrm>
              <a:off x="8705398" y="2203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2" name="pt40592"/>
            <p:cNvSpPr/>
            <p:nvPr/>
          </p:nvSpPr>
          <p:spPr>
            <a:xfrm>
              <a:off x="8742215" y="2310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3" name="pt40593"/>
            <p:cNvSpPr/>
            <p:nvPr/>
          </p:nvSpPr>
          <p:spPr>
            <a:xfrm>
              <a:off x="8735430" y="2265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4" name="pt40594"/>
            <p:cNvSpPr/>
            <p:nvPr/>
          </p:nvSpPr>
          <p:spPr>
            <a:xfrm>
              <a:off x="9427147" y="1887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5" name="pt40595"/>
            <p:cNvSpPr/>
            <p:nvPr/>
          </p:nvSpPr>
          <p:spPr>
            <a:xfrm>
              <a:off x="8580788" y="2393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6" name="pt40596"/>
            <p:cNvSpPr/>
            <p:nvPr/>
          </p:nvSpPr>
          <p:spPr>
            <a:xfrm>
              <a:off x="8274318" y="2619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7" name="pt40597"/>
            <p:cNvSpPr/>
            <p:nvPr/>
          </p:nvSpPr>
          <p:spPr>
            <a:xfrm>
              <a:off x="9005825" y="1648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8" name="pt40598"/>
            <p:cNvSpPr/>
            <p:nvPr/>
          </p:nvSpPr>
          <p:spPr>
            <a:xfrm>
              <a:off x="8398928" y="2355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9" name="pt40599"/>
            <p:cNvSpPr/>
            <p:nvPr/>
          </p:nvSpPr>
          <p:spPr>
            <a:xfrm>
              <a:off x="8808322" y="2214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0" name="pt40600"/>
            <p:cNvSpPr/>
            <p:nvPr/>
          </p:nvSpPr>
          <p:spPr>
            <a:xfrm>
              <a:off x="9247994" y="2070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1" name="pt40601"/>
            <p:cNvSpPr/>
            <p:nvPr/>
          </p:nvSpPr>
          <p:spPr>
            <a:xfrm>
              <a:off x="8870124" y="2203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2" name="pt40602"/>
            <p:cNvSpPr/>
            <p:nvPr/>
          </p:nvSpPr>
          <p:spPr>
            <a:xfrm>
              <a:off x="9087220" y="192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3" name="pt40603"/>
            <p:cNvSpPr/>
            <p:nvPr/>
          </p:nvSpPr>
          <p:spPr>
            <a:xfrm>
              <a:off x="8783657" y="2172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4" name="pt40604"/>
            <p:cNvSpPr/>
            <p:nvPr/>
          </p:nvSpPr>
          <p:spPr>
            <a:xfrm>
              <a:off x="8863465" y="2124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5" name="pt40605"/>
            <p:cNvSpPr/>
            <p:nvPr/>
          </p:nvSpPr>
          <p:spPr>
            <a:xfrm>
              <a:off x="8688264" y="2369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6" name="pt40606"/>
            <p:cNvSpPr/>
            <p:nvPr/>
          </p:nvSpPr>
          <p:spPr>
            <a:xfrm>
              <a:off x="8761156" y="2209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7" name="pt40607"/>
            <p:cNvSpPr/>
            <p:nvPr/>
          </p:nvSpPr>
          <p:spPr>
            <a:xfrm>
              <a:off x="9043153" y="1745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8" name="pt40608"/>
            <p:cNvSpPr/>
            <p:nvPr/>
          </p:nvSpPr>
          <p:spPr>
            <a:xfrm>
              <a:off x="9140881" y="2211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9" name="pt40609"/>
            <p:cNvSpPr/>
            <p:nvPr/>
          </p:nvSpPr>
          <p:spPr>
            <a:xfrm>
              <a:off x="8742215" y="2163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0" name="pt40610"/>
            <p:cNvSpPr/>
            <p:nvPr/>
          </p:nvSpPr>
          <p:spPr>
            <a:xfrm>
              <a:off x="8347210" y="2263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1" name="pt40611"/>
            <p:cNvSpPr/>
            <p:nvPr/>
          </p:nvSpPr>
          <p:spPr>
            <a:xfrm>
              <a:off x="8834048" y="198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2" name="pt40612"/>
            <p:cNvSpPr/>
            <p:nvPr/>
          </p:nvSpPr>
          <p:spPr>
            <a:xfrm>
              <a:off x="8812874" y="2096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3" name="pt40613"/>
            <p:cNvSpPr/>
            <p:nvPr/>
          </p:nvSpPr>
          <p:spPr>
            <a:xfrm>
              <a:off x="8952564" y="2206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4" name="pt40614"/>
            <p:cNvSpPr/>
            <p:nvPr/>
          </p:nvSpPr>
          <p:spPr>
            <a:xfrm>
              <a:off x="9083269" y="1934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5" name="pt40615"/>
            <p:cNvSpPr/>
            <p:nvPr/>
          </p:nvSpPr>
          <p:spPr>
            <a:xfrm>
              <a:off x="9110981" y="2115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6" name="pt40616"/>
            <p:cNvSpPr/>
            <p:nvPr/>
          </p:nvSpPr>
          <p:spPr>
            <a:xfrm>
              <a:off x="8659047" y="2343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7" name="pt40617"/>
            <p:cNvSpPr/>
            <p:nvPr/>
          </p:nvSpPr>
          <p:spPr>
            <a:xfrm>
              <a:off x="9188382" y="1978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8" name="pt40618"/>
            <p:cNvSpPr/>
            <p:nvPr/>
          </p:nvSpPr>
          <p:spPr>
            <a:xfrm>
              <a:off x="9087220" y="1925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9" name="pt40619"/>
            <p:cNvSpPr/>
            <p:nvPr/>
          </p:nvSpPr>
          <p:spPr>
            <a:xfrm>
              <a:off x="9187265" y="2032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0" name="pt40620"/>
            <p:cNvSpPr/>
            <p:nvPr/>
          </p:nvSpPr>
          <p:spPr>
            <a:xfrm>
              <a:off x="8873363" y="2067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1" name="pt40621"/>
            <p:cNvSpPr/>
            <p:nvPr/>
          </p:nvSpPr>
          <p:spPr>
            <a:xfrm>
              <a:off x="9190595" y="2154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2" name="pt40622"/>
            <p:cNvSpPr/>
            <p:nvPr/>
          </p:nvSpPr>
          <p:spPr>
            <a:xfrm>
              <a:off x="8610820" y="1951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3" name="pt40623"/>
            <p:cNvSpPr/>
            <p:nvPr/>
          </p:nvSpPr>
          <p:spPr>
            <a:xfrm>
              <a:off x="8817313" y="1961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4" name="pt40624"/>
            <p:cNvSpPr/>
            <p:nvPr/>
          </p:nvSpPr>
          <p:spPr>
            <a:xfrm>
              <a:off x="9525526" y="1864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5" name="pt40625"/>
            <p:cNvSpPr/>
            <p:nvPr/>
          </p:nvSpPr>
          <p:spPr>
            <a:xfrm>
              <a:off x="9437742" y="1755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6" name="pt40626"/>
            <p:cNvSpPr/>
            <p:nvPr/>
          </p:nvSpPr>
          <p:spPr>
            <a:xfrm>
              <a:off x="9693515" y="1723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7" name="pt40627"/>
            <p:cNvSpPr/>
            <p:nvPr/>
          </p:nvSpPr>
          <p:spPr>
            <a:xfrm>
              <a:off x="8636546" y="2423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8" name="pt40628"/>
            <p:cNvSpPr/>
            <p:nvPr/>
          </p:nvSpPr>
          <p:spPr>
            <a:xfrm>
              <a:off x="8471820" y="2427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9" name="pt40629"/>
            <p:cNvSpPr/>
            <p:nvPr/>
          </p:nvSpPr>
          <p:spPr>
            <a:xfrm>
              <a:off x="8808322" y="2231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0" name="pt40630"/>
            <p:cNvSpPr/>
            <p:nvPr/>
          </p:nvSpPr>
          <p:spPr>
            <a:xfrm>
              <a:off x="9210359" y="1725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1" name="pt40631"/>
            <p:cNvSpPr/>
            <p:nvPr/>
          </p:nvSpPr>
          <p:spPr>
            <a:xfrm>
              <a:off x="9066533" y="1705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2" name="pt40632"/>
            <p:cNvSpPr/>
            <p:nvPr/>
          </p:nvSpPr>
          <p:spPr>
            <a:xfrm>
              <a:off x="9655598" y="2519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3" name="pt40633"/>
            <p:cNvSpPr/>
            <p:nvPr/>
          </p:nvSpPr>
          <p:spPr>
            <a:xfrm>
              <a:off x="9180997" y="1964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4" name="pt40634"/>
            <p:cNvSpPr/>
            <p:nvPr/>
          </p:nvSpPr>
          <p:spPr>
            <a:xfrm>
              <a:off x="9792213" y="2585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5" name="pt40635"/>
            <p:cNvSpPr/>
            <p:nvPr/>
          </p:nvSpPr>
          <p:spPr>
            <a:xfrm>
              <a:off x="8471820" y="2454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6" name="pt40636"/>
            <p:cNvSpPr/>
            <p:nvPr/>
          </p:nvSpPr>
          <p:spPr>
            <a:xfrm>
              <a:off x="8274318" y="2392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7" name="pt40637"/>
            <p:cNvSpPr/>
            <p:nvPr/>
          </p:nvSpPr>
          <p:spPr>
            <a:xfrm>
              <a:off x="8274318" y="2484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8" name="pt40638"/>
            <p:cNvSpPr/>
            <p:nvPr/>
          </p:nvSpPr>
          <p:spPr>
            <a:xfrm>
              <a:off x="8398928" y="2392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9" name="pt40639"/>
            <p:cNvSpPr/>
            <p:nvPr/>
          </p:nvSpPr>
          <p:spPr>
            <a:xfrm>
              <a:off x="8274318" y="2415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0" name="pt40640"/>
            <p:cNvSpPr/>
            <p:nvPr/>
          </p:nvSpPr>
          <p:spPr>
            <a:xfrm>
              <a:off x="8930613" y="1936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1" name="pt40641"/>
            <p:cNvSpPr/>
            <p:nvPr/>
          </p:nvSpPr>
          <p:spPr>
            <a:xfrm>
              <a:off x="9190595" y="2029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2" name="pt40642"/>
            <p:cNvSpPr/>
            <p:nvPr/>
          </p:nvSpPr>
          <p:spPr>
            <a:xfrm>
              <a:off x="9108394" y="2113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3" name="pt40643"/>
            <p:cNvSpPr/>
            <p:nvPr/>
          </p:nvSpPr>
          <p:spPr>
            <a:xfrm>
              <a:off x="9761170" y="2409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4" name="pt40644"/>
            <p:cNvSpPr/>
            <p:nvPr/>
          </p:nvSpPr>
          <p:spPr>
            <a:xfrm>
              <a:off x="8596430" y="2183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5" name="pt40645"/>
            <p:cNvSpPr/>
            <p:nvPr/>
          </p:nvSpPr>
          <p:spPr>
            <a:xfrm>
              <a:off x="8274318" y="2248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6" name="pt40646"/>
            <p:cNvSpPr/>
            <p:nvPr/>
          </p:nvSpPr>
          <p:spPr>
            <a:xfrm>
              <a:off x="8471820" y="2425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7" name="pt40647"/>
            <p:cNvSpPr/>
            <p:nvPr/>
          </p:nvSpPr>
          <p:spPr>
            <a:xfrm>
              <a:off x="8648148" y="2335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8" name="pt40648"/>
            <p:cNvSpPr/>
            <p:nvPr/>
          </p:nvSpPr>
          <p:spPr>
            <a:xfrm>
              <a:off x="9499399" y="2515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9" name="pt40649"/>
            <p:cNvSpPr/>
            <p:nvPr/>
          </p:nvSpPr>
          <p:spPr>
            <a:xfrm>
              <a:off x="9258470" y="2012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0" name="pt40650"/>
            <p:cNvSpPr/>
            <p:nvPr/>
          </p:nvSpPr>
          <p:spPr>
            <a:xfrm>
              <a:off x="9034195" y="1872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1" name="pt40651"/>
            <p:cNvSpPr/>
            <p:nvPr/>
          </p:nvSpPr>
          <p:spPr>
            <a:xfrm>
              <a:off x="9031551" y="1650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2" name="pt40652"/>
            <p:cNvSpPr/>
            <p:nvPr/>
          </p:nvSpPr>
          <p:spPr>
            <a:xfrm>
              <a:off x="9294237" y="1939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3" name="pt40653"/>
            <p:cNvSpPr/>
            <p:nvPr/>
          </p:nvSpPr>
          <p:spPr>
            <a:xfrm>
              <a:off x="9148684" y="2096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4" name="pt40654"/>
            <p:cNvSpPr/>
            <p:nvPr/>
          </p:nvSpPr>
          <p:spPr>
            <a:xfrm>
              <a:off x="8439043" y="2356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5" name="pt40655"/>
            <p:cNvSpPr/>
            <p:nvPr/>
          </p:nvSpPr>
          <p:spPr>
            <a:xfrm>
              <a:off x="8274318" y="2402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6" name="pt40656"/>
            <p:cNvSpPr/>
            <p:nvPr/>
          </p:nvSpPr>
          <p:spPr>
            <a:xfrm>
              <a:off x="9693515" y="1726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7" name="pt40657"/>
            <p:cNvSpPr/>
            <p:nvPr/>
          </p:nvSpPr>
          <p:spPr>
            <a:xfrm>
              <a:off x="8772758" y="2168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8" name="pt40658"/>
            <p:cNvSpPr/>
            <p:nvPr/>
          </p:nvSpPr>
          <p:spPr>
            <a:xfrm>
              <a:off x="9002725" y="1911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9" name="pt40659"/>
            <p:cNvSpPr/>
            <p:nvPr/>
          </p:nvSpPr>
          <p:spPr>
            <a:xfrm>
              <a:off x="8879672" y="196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0" name="pt40660"/>
            <p:cNvSpPr/>
            <p:nvPr/>
          </p:nvSpPr>
          <p:spPr>
            <a:xfrm>
              <a:off x="9140881" y="2100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1" name="pt40661"/>
            <p:cNvSpPr/>
            <p:nvPr/>
          </p:nvSpPr>
          <p:spPr>
            <a:xfrm>
              <a:off x="9296080" y="1821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2" name="pt40662"/>
            <p:cNvSpPr/>
            <p:nvPr/>
          </p:nvSpPr>
          <p:spPr>
            <a:xfrm>
              <a:off x="8783657" y="2156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3" name="pt40663"/>
            <p:cNvSpPr/>
            <p:nvPr/>
          </p:nvSpPr>
          <p:spPr>
            <a:xfrm>
              <a:off x="9110123" y="2193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4" name="pt40664"/>
            <p:cNvSpPr/>
            <p:nvPr/>
          </p:nvSpPr>
          <p:spPr>
            <a:xfrm>
              <a:off x="8347210" y="2228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5" name="pt40665"/>
            <p:cNvSpPr/>
            <p:nvPr/>
          </p:nvSpPr>
          <p:spPr>
            <a:xfrm>
              <a:off x="9040639" y="1670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6" name="pt40666"/>
            <p:cNvSpPr/>
            <p:nvPr/>
          </p:nvSpPr>
          <p:spPr>
            <a:xfrm>
              <a:off x="8948383" y="2113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7" name="pt40667"/>
            <p:cNvSpPr/>
            <p:nvPr/>
          </p:nvSpPr>
          <p:spPr>
            <a:xfrm>
              <a:off x="9223646" y="1873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8" name="pt40668"/>
            <p:cNvSpPr/>
            <p:nvPr/>
          </p:nvSpPr>
          <p:spPr>
            <a:xfrm>
              <a:off x="8713389" y="2301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9" name="pt40669"/>
            <p:cNvSpPr/>
            <p:nvPr/>
          </p:nvSpPr>
          <p:spPr>
            <a:xfrm>
              <a:off x="8471820" y="235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0" name="pt40670"/>
            <p:cNvSpPr/>
            <p:nvPr/>
          </p:nvSpPr>
          <p:spPr>
            <a:xfrm>
              <a:off x="8948383" y="2015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1" name="pt40671"/>
            <p:cNvSpPr/>
            <p:nvPr/>
          </p:nvSpPr>
          <p:spPr>
            <a:xfrm>
              <a:off x="9237295" y="213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2" name="pt40672"/>
            <p:cNvSpPr/>
            <p:nvPr/>
          </p:nvSpPr>
          <p:spPr>
            <a:xfrm>
              <a:off x="8274318" y="2335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3" name="pt40673"/>
            <p:cNvSpPr/>
            <p:nvPr/>
          </p:nvSpPr>
          <p:spPr>
            <a:xfrm>
              <a:off x="9182728" y="2008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4" name="pt40674"/>
            <p:cNvSpPr/>
            <p:nvPr/>
          </p:nvSpPr>
          <p:spPr>
            <a:xfrm>
              <a:off x="8274318" y="2254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5" name="pt40675"/>
            <p:cNvSpPr/>
            <p:nvPr/>
          </p:nvSpPr>
          <p:spPr>
            <a:xfrm>
              <a:off x="8986371" y="1870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6" name="pt40676"/>
            <p:cNvSpPr/>
            <p:nvPr/>
          </p:nvSpPr>
          <p:spPr>
            <a:xfrm>
              <a:off x="8973968" y="1937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7" name="pt40677"/>
            <p:cNvSpPr/>
            <p:nvPr/>
          </p:nvSpPr>
          <p:spPr>
            <a:xfrm>
              <a:off x="9160112" y="1629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8" name="pt40678"/>
            <p:cNvSpPr/>
            <p:nvPr/>
          </p:nvSpPr>
          <p:spPr>
            <a:xfrm>
              <a:off x="8688264" y="2293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9" name="pt40679"/>
            <p:cNvSpPr/>
            <p:nvPr/>
          </p:nvSpPr>
          <p:spPr>
            <a:xfrm>
              <a:off x="8580788" y="2332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0" name="pt40680"/>
            <p:cNvSpPr/>
            <p:nvPr/>
          </p:nvSpPr>
          <p:spPr>
            <a:xfrm>
              <a:off x="8439043" y="2340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1" name="pt40681"/>
            <p:cNvSpPr/>
            <p:nvPr/>
          </p:nvSpPr>
          <p:spPr>
            <a:xfrm>
              <a:off x="8849358" y="2251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2" name="pt40682"/>
            <p:cNvSpPr/>
            <p:nvPr/>
          </p:nvSpPr>
          <p:spPr>
            <a:xfrm>
              <a:off x="9233005" y="2183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3" name="pt40683"/>
            <p:cNvSpPr/>
            <p:nvPr/>
          </p:nvSpPr>
          <p:spPr>
            <a:xfrm>
              <a:off x="8856549" y="2131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4" name="pt40684"/>
            <p:cNvSpPr/>
            <p:nvPr/>
          </p:nvSpPr>
          <p:spPr>
            <a:xfrm>
              <a:off x="8347210" y="2148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5" name="pt40685"/>
            <p:cNvSpPr/>
            <p:nvPr/>
          </p:nvSpPr>
          <p:spPr>
            <a:xfrm>
              <a:off x="9681061" y="2508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6" name="pt40686"/>
            <p:cNvSpPr/>
            <p:nvPr/>
          </p:nvSpPr>
          <p:spPr>
            <a:xfrm>
              <a:off x="8398928" y="2535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7" name="pt40687"/>
            <p:cNvSpPr/>
            <p:nvPr/>
          </p:nvSpPr>
          <p:spPr>
            <a:xfrm>
              <a:off x="9055223" y="2096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8" name="pt40688"/>
            <p:cNvSpPr/>
            <p:nvPr/>
          </p:nvSpPr>
          <p:spPr>
            <a:xfrm>
              <a:off x="8713389" y="2341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9" name="pt40689"/>
            <p:cNvSpPr/>
            <p:nvPr/>
          </p:nvSpPr>
          <p:spPr>
            <a:xfrm>
              <a:off x="8544712" y="2392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0" name="pt40690"/>
            <p:cNvSpPr/>
            <p:nvPr/>
          </p:nvSpPr>
          <p:spPr>
            <a:xfrm>
              <a:off x="9074048" y="1810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1" name="pt40691"/>
            <p:cNvSpPr/>
            <p:nvPr/>
          </p:nvSpPr>
          <p:spPr>
            <a:xfrm>
              <a:off x="8966476" y="2126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2" name="pt40692"/>
            <p:cNvSpPr/>
            <p:nvPr/>
          </p:nvSpPr>
          <p:spPr>
            <a:xfrm>
              <a:off x="8669323" y="2337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3" name="pt40693"/>
            <p:cNvSpPr/>
            <p:nvPr/>
          </p:nvSpPr>
          <p:spPr>
            <a:xfrm>
              <a:off x="8398928" y="2304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4" name="pt40694"/>
            <p:cNvSpPr/>
            <p:nvPr/>
          </p:nvSpPr>
          <p:spPr>
            <a:xfrm>
              <a:off x="8347210" y="2462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5" name="pt40695"/>
            <p:cNvSpPr/>
            <p:nvPr/>
          </p:nvSpPr>
          <p:spPr>
            <a:xfrm>
              <a:off x="8783657" y="2040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6" name="pt40696"/>
            <p:cNvSpPr/>
            <p:nvPr/>
          </p:nvSpPr>
          <p:spPr>
            <a:xfrm>
              <a:off x="9422061" y="1886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7" name="pt40697"/>
            <p:cNvSpPr/>
            <p:nvPr/>
          </p:nvSpPr>
          <p:spPr>
            <a:xfrm>
              <a:off x="8930613" y="1826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8" name="pt40698"/>
            <p:cNvSpPr/>
            <p:nvPr/>
          </p:nvSpPr>
          <p:spPr>
            <a:xfrm>
              <a:off x="9075096" y="1831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9" name="pt40699"/>
            <p:cNvSpPr/>
            <p:nvPr/>
          </p:nvSpPr>
          <p:spPr>
            <a:xfrm>
              <a:off x="9203327" y="1793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0" name="pt40700"/>
            <p:cNvSpPr/>
            <p:nvPr/>
          </p:nvSpPr>
          <p:spPr>
            <a:xfrm>
              <a:off x="9564013" y="2285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1" name="pt40701"/>
            <p:cNvSpPr/>
            <p:nvPr/>
          </p:nvSpPr>
          <p:spPr>
            <a:xfrm>
              <a:off x="9201267" y="1814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2" name="pt40702"/>
            <p:cNvSpPr/>
            <p:nvPr/>
          </p:nvSpPr>
          <p:spPr>
            <a:xfrm>
              <a:off x="9594013" y="2126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3" name="pt40703"/>
            <p:cNvSpPr/>
            <p:nvPr/>
          </p:nvSpPr>
          <p:spPr>
            <a:xfrm>
              <a:off x="8596430" y="2554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4" name="pt40704"/>
            <p:cNvSpPr/>
            <p:nvPr/>
          </p:nvSpPr>
          <p:spPr>
            <a:xfrm>
              <a:off x="8499532" y="2557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5" name="pt40705"/>
            <p:cNvSpPr/>
            <p:nvPr/>
          </p:nvSpPr>
          <p:spPr>
            <a:xfrm>
              <a:off x="8274318" y="2539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6" name="pt40706"/>
            <p:cNvSpPr/>
            <p:nvPr/>
          </p:nvSpPr>
          <p:spPr>
            <a:xfrm>
              <a:off x="8610820" y="1927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7" name="pt40707"/>
            <p:cNvSpPr/>
            <p:nvPr/>
          </p:nvSpPr>
          <p:spPr>
            <a:xfrm>
              <a:off x="8471820" y="2574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8" name="pt40708"/>
            <p:cNvSpPr/>
            <p:nvPr/>
          </p:nvSpPr>
          <p:spPr>
            <a:xfrm>
              <a:off x="9413835" y="2005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9" name="pt40709"/>
            <p:cNvSpPr/>
            <p:nvPr/>
          </p:nvSpPr>
          <p:spPr>
            <a:xfrm>
              <a:off x="8274318" y="2382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0" name="pt40710"/>
            <p:cNvSpPr/>
            <p:nvPr/>
          </p:nvSpPr>
          <p:spPr>
            <a:xfrm>
              <a:off x="8439043" y="2168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1" name="pt40711"/>
            <p:cNvSpPr/>
            <p:nvPr/>
          </p:nvSpPr>
          <p:spPr>
            <a:xfrm>
              <a:off x="8964553" y="2161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2" name="pt40712"/>
            <p:cNvSpPr/>
            <p:nvPr/>
          </p:nvSpPr>
          <p:spPr>
            <a:xfrm>
              <a:off x="9693515" y="1732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3" name="pt40713"/>
            <p:cNvSpPr/>
            <p:nvPr/>
          </p:nvSpPr>
          <p:spPr>
            <a:xfrm>
              <a:off x="9077174" y="2032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4" name="pt40714"/>
            <p:cNvSpPr/>
            <p:nvPr/>
          </p:nvSpPr>
          <p:spPr>
            <a:xfrm>
              <a:off x="9157488" y="1771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5" name="pt40715"/>
            <p:cNvSpPr/>
            <p:nvPr/>
          </p:nvSpPr>
          <p:spPr>
            <a:xfrm>
              <a:off x="9317391" y="2223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6" name="pt40716"/>
            <p:cNvSpPr/>
            <p:nvPr/>
          </p:nvSpPr>
          <p:spPr>
            <a:xfrm>
              <a:off x="8954618" y="2292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7" name="pt40717"/>
            <p:cNvSpPr/>
            <p:nvPr/>
          </p:nvSpPr>
          <p:spPr>
            <a:xfrm>
              <a:off x="9500971" y="2325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8" name="pt40718"/>
            <p:cNvSpPr/>
            <p:nvPr/>
          </p:nvSpPr>
          <p:spPr>
            <a:xfrm>
              <a:off x="9334476" y="209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9" name="pt40719"/>
            <p:cNvSpPr/>
            <p:nvPr/>
          </p:nvSpPr>
          <p:spPr>
            <a:xfrm>
              <a:off x="8834048" y="1871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0" name="pt40720"/>
            <p:cNvSpPr/>
            <p:nvPr/>
          </p:nvSpPr>
          <p:spPr>
            <a:xfrm>
              <a:off x="9448796" y="209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1" name="pt40721"/>
            <p:cNvSpPr/>
            <p:nvPr/>
          </p:nvSpPr>
          <p:spPr>
            <a:xfrm>
              <a:off x="9541125" y="1899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2" name="pt40722"/>
            <p:cNvSpPr/>
            <p:nvPr/>
          </p:nvSpPr>
          <p:spPr>
            <a:xfrm>
              <a:off x="8580788" y="2288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3" name="pt40723"/>
            <p:cNvSpPr/>
            <p:nvPr/>
          </p:nvSpPr>
          <p:spPr>
            <a:xfrm>
              <a:off x="9394753" y="2060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4" name="pt40724"/>
            <p:cNvSpPr/>
            <p:nvPr/>
          </p:nvSpPr>
          <p:spPr>
            <a:xfrm>
              <a:off x="9040639" y="1704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5" name="pt40725"/>
            <p:cNvSpPr/>
            <p:nvPr/>
          </p:nvSpPr>
          <p:spPr>
            <a:xfrm>
              <a:off x="9182728" y="1926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6" name="pt40726"/>
            <p:cNvSpPr/>
            <p:nvPr/>
          </p:nvSpPr>
          <p:spPr>
            <a:xfrm>
              <a:off x="8274318" y="2450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7" name="pt40727"/>
            <p:cNvSpPr/>
            <p:nvPr/>
          </p:nvSpPr>
          <p:spPr>
            <a:xfrm>
              <a:off x="8742215" y="1985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8" name="pt40728"/>
            <p:cNvSpPr/>
            <p:nvPr/>
          </p:nvSpPr>
          <p:spPr>
            <a:xfrm>
              <a:off x="9040639" y="1753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9" name="pt40729"/>
            <p:cNvSpPr/>
            <p:nvPr/>
          </p:nvSpPr>
          <p:spPr>
            <a:xfrm>
              <a:off x="8958659" y="2256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0" name="pt40730"/>
            <p:cNvSpPr/>
            <p:nvPr/>
          </p:nvSpPr>
          <p:spPr>
            <a:xfrm>
              <a:off x="8398928" y="2409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1" name="pt40731"/>
            <p:cNvSpPr/>
            <p:nvPr/>
          </p:nvSpPr>
          <p:spPr>
            <a:xfrm>
              <a:off x="8610820" y="2012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2" name="pt40732"/>
            <p:cNvSpPr/>
            <p:nvPr/>
          </p:nvSpPr>
          <p:spPr>
            <a:xfrm>
              <a:off x="9090127" y="1734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3" name="pt40733"/>
            <p:cNvSpPr/>
            <p:nvPr/>
          </p:nvSpPr>
          <p:spPr>
            <a:xfrm>
              <a:off x="8841866" y="1984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4" name="pt40734"/>
            <p:cNvSpPr/>
            <p:nvPr/>
          </p:nvSpPr>
          <p:spPr>
            <a:xfrm>
              <a:off x="8793933" y="2190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5" name="pt40735"/>
            <p:cNvSpPr/>
            <p:nvPr/>
          </p:nvSpPr>
          <p:spPr>
            <a:xfrm>
              <a:off x="8563654" y="2135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6" name="pt40736"/>
            <p:cNvSpPr/>
            <p:nvPr/>
          </p:nvSpPr>
          <p:spPr>
            <a:xfrm>
              <a:off x="8932933" y="1937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7" name="pt40737"/>
            <p:cNvSpPr/>
            <p:nvPr/>
          </p:nvSpPr>
          <p:spPr>
            <a:xfrm>
              <a:off x="8580788" y="2369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8" name="pt40738"/>
            <p:cNvSpPr/>
            <p:nvPr/>
          </p:nvSpPr>
          <p:spPr>
            <a:xfrm>
              <a:off x="8398928" y="2249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9" name="pt40739"/>
            <p:cNvSpPr/>
            <p:nvPr/>
          </p:nvSpPr>
          <p:spPr>
            <a:xfrm>
              <a:off x="9563530" y="2516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0" name="pt40740"/>
            <p:cNvSpPr/>
            <p:nvPr/>
          </p:nvSpPr>
          <p:spPr>
            <a:xfrm>
              <a:off x="9553956" y="230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1" name="pt40741"/>
            <p:cNvSpPr/>
            <p:nvPr/>
          </p:nvSpPr>
          <p:spPr>
            <a:xfrm>
              <a:off x="8742215" y="2103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2" name="pt40742"/>
            <p:cNvSpPr/>
            <p:nvPr/>
          </p:nvSpPr>
          <p:spPr>
            <a:xfrm>
              <a:off x="9265854" y="205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3" name="pt40743"/>
            <p:cNvSpPr/>
            <p:nvPr/>
          </p:nvSpPr>
          <p:spPr>
            <a:xfrm>
              <a:off x="8761156" y="2352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4" name="pt40744"/>
            <p:cNvSpPr/>
            <p:nvPr/>
          </p:nvSpPr>
          <p:spPr>
            <a:xfrm>
              <a:off x="8767051" y="2016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5" name="pt40745"/>
            <p:cNvSpPr/>
            <p:nvPr/>
          </p:nvSpPr>
          <p:spPr>
            <a:xfrm>
              <a:off x="8679043" y="2303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6" name="pt40746"/>
            <p:cNvSpPr/>
            <p:nvPr/>
          </p:nvSpPr>
          <p:spPr>
            <a:xfrm>
              <a:off x="8713389" y="2113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7" name="pt40747"/>
            <p:cNvSpPr/>
            <p:nvPr/>
          </p:nvSpPr>
          <p:spPr>
            <a:xfrm>
              <a:off x="9023378" y="1895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8" name="pt40748"/>
            <p:cNvSpPr/>
            <p:nvPr/>
          </p:nvSpPr>
          <p:spPr>
            <a:xfrm>
              <a:off x="9097658" y="2100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9" name="pt40749"/>
            <p:cNvSpPr/>
            <p:nvPr/>
          </p:nvSpPr>
          <p:spPr>
            <a:xfrm>
              <a:off x="8347210" y="241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0" name="pt40750"/>
            <p:cNvSpPr/>
            <p:nvPr/>
          </p:nvSpPr>
          <p:spPr>
            <a:xfrm>
              <a:off x="8610820" y="2165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1" name="pt40751"/>
            <p:cNvSpPr/>
            <p:nvPr/>
          </p:nvSpPr>
          <p:spPr>
            <a:xfrm>
              <a:off x="8679043" y="2378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2" name="pt40752"/>
            <p:cNvSpPr/>
            <p:nvPr/>
          </p:nvSpPr>
          <p:spPr>
            <a:xfrm>
              <a:off x="9568569" y="2407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3" name="pt40753"/>
            <p:cNvSpPr/>
            <p:nvPr/>
          </p:nvSpPr>
          <p:spPr>
            <a:xfrm>
              <a:off x="8471820" y="2463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4" name="pt40754"/>
            <p:cNvSpPr/>
            <p:nvPr/>
          </p:nvSpPr>
          <p:spPr>
            <a:xfrm>
              <a:off x="9200748" y="1810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5" name="pt40755"/>
            <p:cNvSpPr/>
            <p:nvPr/>
          </p:nvSpPr>
          <p:spPr>
            <a:xfrm>
              <a:off x="9103999" y="198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6" name="pt40756"/>
            <p:cNvSpPr/>
            <p:nvPr/>
          </p:nvSpPr>
          <p:spPr>
            <a:xfrm>
              <a:off x="9296080" y="1794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7" name="pt40757"/>
            <p:cNvSpPr/>
            <p:nvPr/>
          </p:nvSpPr>
          <p:spPr>
            <a:xfrm>
              <a:off x="9086240" y="191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8" name="pt40758"/>
            <p:cNvSpPr/>
            <p:nvPr/>
          </p:nvSpPr>
          <p:spPr>
            <a:xfrm>
              <a:off x="9002725" y="1835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9" name="pt40759"/>
            <p:cNvSpPr/>
            <p:nvPr/>
          </p:nvSpPr>
          <p:spPr>
            <a:xfrm>
              <a:off x="8523538" y="2324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0" name="pt40760"/>
            <p:cNvSpPr/>
            <p:nvPr/>
          </p:nvSpPr>
          <p:spPr>
            <a:xfrm>
              <a:off x="8954618" y="2226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1" name="pt40761"/>
            <p:cNvSpPr/>
            <p:nvPr/>
          </p:nvSpPr>
          <p:spPr>
            <a:xfrm>
              <a:off x="9026144" y="1775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2" name="pt40762"/>
            <p:cNvSpPr/>
            <p:nvPr/>
          </p:nvSpPr>
          <p:spPr>
            <a:xfrm>
              <a:off x="9005825" y="1830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3" name="pt40763"/>
            <p:cNvSpPr/>
            <p:nvPr/>
          </p:nvSpPr>
          <p:spPr>
            <a:xfrm>
              <a:off x="8999571" y="1806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4" name="pt40764"/>
            <p:cNvSpPr/>
            <p:nvPr/>
          </p:nvSpPr>
          <p:spPr>
            <a:xfrm>
              <a:off x="8398928" y="2420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5" name="pt40765"/>
            <p:cNvSpPr/>
            <p:nvPr/>
          </p:nvSpPr>
          <p:spPr>
            <a:xfrm>
              <a:off x="9334476" y="2074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6" name="pt40766"/>
            <p:cNvSpPr/>
            <p:nvPr/>
          </p:nvSpPr>
          <p:spPr>
            <a:xfrm>
              <a:off x="8563654" y="2207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7" name="pt40767"/>
            <p:cNvSpPr/>
            <p:nvPr/>
          </p:nvSpPr>
          <p:spPr>
            <a:xfrm>
              <a:off x="9258470" y="1994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8" name="pt40768"/>
            <p:cNvSpPr/>
            <p:nvPr/>
          </p:nvSpPr>
          <p:spPr>
            <a:xfrm>
              <a:off x="8803653" y="2020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9" name="pt40769"/>
            <p:cNvSpPr/>
            <p:nvPr/>
          </p:nvSpPr>
          <p:spPr>
            <a:xfrm>
              <a:off x="8902901" y="2078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0" name="pt40770"/>
            <p:cNvSpPr/>
            <p:nvPr/>
          </p:nvSpPr>
          <p:spPr>
            <a:xfrm>
              <a:off x="8821645" y="2019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1" name="pt40771"/>
            <p:cNvSpPr/>
            <p:nvPr/>
          </p:nvSpPr>
          <p:spPr>
            <a:xfrm>
              <a:off x="9201267" y="187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2" name="pt40772"/>
            <p:cNvSpPr/>
            <p:nvPr/>
          </p:nvSpPr>
          <p:spPr>
            <a:xfrm>
              <a:off x="9046860" y="2202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3" name="pt40773"/>
            <p:cNvSpPr/>
            <p:nvPr/>
          </p:nvSpPr>
          <p:spPr>
            <a:xfrm>
              <a:off x="8761156" y="2214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4" name="pt40774"/>
            <p:cNvSpPr/>
            <p:nvPr/>
          </p:nvSpPr>
          <p:spPr>
            <a:xfrm>
              <a:off x="8610820" y="1995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5" name="pt40775"/>
            <p:cNvSpPr/>
            <p:nvPr/>
          </p:nvSpPr>
          <p:spPr>
            <a:xfrm>
              <a:off x="9513165" y="2436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6" name="pt40776"/>
            <p:cNvSpPr/>
            <p:nvPr/>
          </p:nvSpPr>
          <p:spPr>
            <a:xfrm>
              <a:off x="9558274" y="2334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7" name="pt40777"/>
            <p:cNvSpPr/>
            <p:nvPr/>
          </p:nvSpPr>
          <p:spPr>
            <a:xfrm>
              <a:off x="9519098" y="2375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8" name="pt40778"/>
            <p:cNvSpPr/>
            <p:nvPr/>
          </p:nvSpPr>
          <p:spPr>
            <a:xfrm>
              <a:off x="8939717" y="2013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9" name="pt40779"/>
            <p:cNvSpPr/>
            <p:nvPr/>
          </p:nvSpPr>
          <p:spPr>
            <a:xfrm>
              <a:off x="9002725" y="1939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0" name="pt40780"/>
            <p:cNvSpPr/>
            <p:nvPr/>
          </p:nvSpPr>
          <p:spPr>
            <a:xfrm>
              <a:off x="9331236" y="2223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1" name="pt40781"/>
            <p:cNvSpPr/>
            <p:nvPr/>
          </p:nvSpPr>
          <p:spPr>
            <a:xfrm>
              <a:off x="8439043" y="242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2" name="pt40782"/>
            <p:cNvSpPr/>
            <p:nvPr/>
          </p:nvSpPr>
          <p:spPr>
            <a:xfrm>
              <a:off x="8563654" y="2247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3" name="pt40783"/>
            <p:cNvSpPr/>
            <p:nvPr/>
          </p:nvSpPr>
          <p:spPr>
            <a:xfrm>
              <a:off x="8821645" y="2063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4" name="pt40784"/>
            <p:cNvSpPr/>
            <p:nvPr/>
          </p:nvSpPr>
          <p:spPr>
            <a:xfrm>
              <a:off x="8973968" y="1961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5" name="pt40785"/>
            <p:cNvSpPr/>
            <p:nvPr/>
          </p:nvSpPr>
          <p:spPr>
            <a:xfrm>
              <a:off x="9075096" y="1831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6" name="pt40786"/>
            <p:cNvSpPr/>
            <p:nvPr/>
          </p:nvSpPr>
          <p:spPr>
            <a:xfrm>
              <a:off x="8439043" y="2275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7" name="pt40787"/>
            <p:cNvSpPr/>
            <p:nvPr/>
          </p:nvSpPr>
          <p:spPr>
            <a:xfrm>
              <a:off x="8913479" y="1994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8" name="pt40788"/>
            <p:cNvSpPr/>
            <p:nvPr/>
          </p:nvSpPr>
          <p:spPr>
            <a:xfrm>
              <a:off x="8347210" y="2526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9" name="pt40789"/>
            <p:cNvSpPr/>
            <p:nvPr/>
          </p:nvSpPr>
          <p:spPr>
            <a:xfrm>
              <a:off x="9157488" y="1762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0" name="pt40790"/>
            <p:cNvSpPr/>
            <p:nvPr/>
          </p:nvSpPr>
          <p:spPr>
            <a:xfrm>
              <a:off x="8688264" y="2299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1" name="pt40791"/>
            <p:cNvSpPr/>
            <p:nvPr/>
          </p:nvSpPr>
          <p:spPr>
            <a:xfrm>
              <a:off x="8838000" y="1983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2" name="pt40792"/>
            <p:cNvSpPr/>
            <p:nvPr/>
          </p:nvSpPr>
          <p:spPr>
            <a:xfrm>
              <a:off x="8347210" y="2100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3" name="pt40793"/>
            <p:cNvSpPr/>
            <p:nvPr/>
          </p:nvSpPr>
          <p:spPr>
            <a:xfrm>
              <a:off x="8783657" y="2014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4" name="pt40794"/>
            <p:cNvSpPr/>
            <p:nvPr/>
          </p:nvSpPr>
          <p:spPr>
            <a:xfrm>
              <a:off x="8812874" y="2116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5" name="pt40795"/>
            <p:cNvSpPr/>
            <p:nvPr/>
          </p:nvSpPr>
          <p:spPr>
            <a:xfrm>
              <a:off x="8882745" y="1619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6" name="pt40796"/>
            <p:cNvSpPr/>
            <p:nvPr/>
          </p:nvSpPr>
          <p:spPr>
            <a:xfrm>
              <a:off x="9002725" y="2107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7" name="pt40797"/>
            <p:cNvSpPr/>
            <p:nvPr/>
          </p:nvSpPr>
          <p:spPr>
            <a:xfrm>
              <a:off x="9005825" y="1507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8" name="pt40798"/>
            <p:cNvSpPr/>
            <p:nvPr/>
          </p:nvSpPr>
          <p:spPr>
            <a:xfrm>
              <a:off x="9074048" y="1804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9" name="pt40799"/>
            <p:cNvSpPr/>
            <p:nvPr/>
          </p:nvSpPr>
          <p:spPr>
            <a:xfrm>
              <a:off x="8398928" y="225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0" name="pt40800"/>
            <p:cNvSpPr/>
            <p:nvPr/>
          </p:nvSpPr>
          <p:spPr>
            <a:xfrm>
              <a:off x="8705398" y="2200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1" name="pt40801"/>
            <p:cNvSpPr/>
            <p:nvPr/>
          </p:nvSpPr>
          <p:spPr>
            <a:xfrm>
              <a:off x="9180997" y="2007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2" name="pt40802"/>
            <p:cNvSpPr/>
            <p:nvPr/>
          </p:nvSpPr>
          <p:spPr>
            <a:xfrm>
              <a:off x="8897369" y="207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3" name="pt40803"/>
            <p:cNvSpPr/>
            <p:nvPr/>
          </p:nvSpPr>
          <p:spPr>
            <a:xfrm>
              <a:off x="8439043" y="2315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4" name="pt40804"/>
            <p:cNvSpPr/>
            <p:nvPr/>
          </p:nvSpPr>
          <p:spPr>
            <a:xfrm>
              <a:off x="9116046" y="1976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5" name="pt40805"/>
            <p:cNvSpPr/>
            <p:nvPr/>
          </p:nvSpPr>
          <p:spPr>
            <a:xfrm>
              <a:off x="9282758" y="2044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6" name="pt40806"/>
            <p:cNvSpPr/>
            <p:nvPr/>
          </p:nvSpPr>
          <p:spPr>
            <a:xfrm>
              <a:off x="9101309" y="2004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7" name="pt40807"/>
            <p:cNvSpPr/>
            <p:nvPr/>
          </p:nvSpPr>
          <p:spPr>
            <a:xfrm>
              <a:off x="8471820" y="2335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8" name="pt40808"/>
            <p:cNvSpPr/>
            <p:nvPr/>
          </p:nvSpPr>
          <p:spPr>
            <a:xfrm>
              <a:off x="8471820" y="2372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9" name="pt40809"/>
            <p:cNvSpPr/>
            <p:nvPr/>
          </p:nvSpPr>
          <p:spPr>
            <a:xfrm>
              <a:off x="8471820" y="2424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0" name="pt40810"/>
            <p:cNvSpPr/>
            <p:nvPr/>
          </p:nvSpPr>
          <p:spPr>
            <a:xfrm>
              <a:off x="9761216" y="2296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1" name="pt40811"/>
            <p:cNvSpPr/>
            <p:nvPr/>
          </p:nvSpPr>
          <p:spPr>
            <a:xfrm>
              <a:off x="9302684" y="1902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2" name="pt40812"/>
            <p:cNvSpPr/>
            <p:nvPr/>
          </p:nvSpPr>
          <p:spPr>
            <a:xfrm>
              <a:off x="9030214" y="1720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3" name="pt40813"/>
            <p:cNvSpPr/>
            <p:nvPr/>
          </p:nvSpPr>
          <p:spPr>
            <a:xfrm>
              <a:off x="8952564" y="213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4" name="pt40814"/>
            <p:cNvSpPr/>
            <p:nvPr/>
          </p:nvSpPr>
          <p:spPr>
            <a:xfrm>
              <a:off x="8610820" y="2003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5" name="pt40815"/>
            <p:cNvSpPr/>
            <p:nvPr/>
          </p:nvSpPr>
          <p:spPr>
            <a:xfrm>
              <a:off x="8274318" y="2597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6" name="pt40816"/>
            <p:cNvSpPr/>
            <p:nvPr/>
          </p:nvSpPr>
          <p:spPr>
            <a:xfrm>
              <a:off x="9437742" y="2004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7" name="pt40817"/>
            <p:cNvSpPr/>
            <p:nvPr/>
          </p:nvSpPr>
          <p:spPr>
            <a:xfrm>
              <a:off x="8659047" y="2492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8" name="pt40818"/>
            <p:cNvSpPr/>
            <p:nvPr/>
          </p:nvSpPr>
          <p:spPr>
            <a:xfrm>
              <a:off x="8830008" y="1980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9" name="pt40819"/>
            <p:cNvSpPr/>
            <p:nvPr/>
          </p:nvSpPr>
          <p:spPr>
            <a:xfrm>
              <a:off x="8580788" y="2149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0" name="pt40820"/>
            <p:cNvSpPr/>
            <p:nvPr/>
          </p:nvSpPr>
          <p:spPr>
            <a:xfrm>
              <a:off x="8930613" y="1773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1" name="pt40821"/>
            <p:cNvSpPr/>
            <p:nvPr/>
          </p:nvSpPr>
          <p:spPr>
            <a:xfrm>
              <a:off x="9602828" y="2295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2" name="pt40822"/>
            <p:cNvSpPr/>
            <p:nvPr/>
          </p:nvSpPr>
          <p:spPr>
            <a:xfrm>
              <a:off x="9657982" y="2045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3" name="pt40823"/>
            <p:cNvSpPr/>
            <p:nvPr/>
          </p:nvSpPr>
          <p:spPr>
            <a:xfrm>
              <a:off x="9407038" y="2115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4" name="pt40824"/>
            <p:cNvSpPr/>
            <p:nvPr/>
          </p:nvSpPr>
          <p:spPr>
            <a:xfrm>
              <a:off x="8767051" y="2189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5" name="pt40825"/>
            <p:cNvSpPr/>
            <p:nvPr/>
          </p:nvSpPr>
          <p:spPr>
            <a:xfrm>
              <a:off x="9792213" y="2541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6" name="pt40826"/>
            <p:cNvSpPr/>
            <p:nvPr/>
          </p:nvSpPr>
          <p:spPr>
            <a:xfrm>
              <a:off x="8783657" y="2132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7" name="pt40827"/>
            <p:cNvSpPr/>
            <p:nvPr/>
          </p:nvSpPr>
          <p:spPr>
            <a:xfrm>
              <a:off x="8817313" y="1925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8" name="pt40828"/>
            <p:cNvSpPr/>
            <p:nvPr/>
          </p:nvSpPr>
          <p:spPr>
            <a:xfrm>
              <a:off x="9030214" y="174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9" name="pt40829"/>
            <p:cNvSpPr/>
            <p:nvPr/>
          </p:nvSpPr>
          <p:spPr>
            <a:xfrm>
              <a:off x="8471820" y="2390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0" name="pt40830"/>
            <p:cNvSpPr/>
            <p:nvPr/>
          </p:nvSpPr>
          <p:spPr>
            <a:xfrm>
              <a:off x="8798858" y="1947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1" name="pt40831"/>
            <p:cNvSpPr/>
            <p:nvPr/>
          </p:nvSpPr>
          <p:spPr>
            <a:xfrm>
              <a:off x="8841866" y="2087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2" name="pt40832"/>
            <p:cNvSpPr/>
            <p:nvPr/>
          </p:nvSpPr>
          <p:spPr>
            <a:xfrm>
              <a:off x="9681061" y="2389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3" name="pt40833"/>
            <p:cNvSpPr/>
            <p:nvPr/>
          </p:nvSpPr>
          <p:spPr>
            <a:xfrm>
              <a:off x="8954618" y="2294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4" name="pt40834"/>
            <p:cNvSpPr/>
            <p:nvPr/>
          </p:nvSpPr>
          <p:spPr>
            <a:xfrm>
              <a:off x="9189492" y="2061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5" name="pt40835"/>
            <p:cNvSpPr/>
            <p:nvPr/>
          </p:nvSpPr>
          <p:spPr>
            <a:xfrm>
              <a:off x="8648148" y="2369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6" name="pt40836"/>
            <p:cNvSpPr/>
            <p:nvPr/>
          </p:nvSpPr>
          <p:spPr>
            <a:xfrm>
              <a:off x="8742215" y="2118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7" name="pt40837"/>
            <p:cNvSpPr/>
            <p:nvPr/>
          </p:nvSpPr>
          <p:spPr>
            <a:xfrm>
              <a:off x="8973968" y="1991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8" name="pt40838"/>
            <p:cNvSpPr/>
            <p:nvPr/>
          </p:nvSpPr>
          <p:spPr>
            <a:xfrm>
              <a:off x="9074048" y="2015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9" name="pt40839"/>
            <p:cNvSpPr/>
            <p:nvPr/>
          </p:nvSpPr>
          <p:spPr>
            <a:xfrm>
              <a:off x="8876545" y="1684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0" name="pt40840"/>
            <p:cNvSpPr/>
            <p:nvPr/>
          </p:nvSpPr>
          <p:spPr>
            <a:xfrm>
              <a:off x="8648148" y="2395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1" name="pt40841"/>
            <p:cNvSpPr/>
            <p:nvPr/>
          </p:nvSpPr>
          <p:spPr>
            <a:xfrm>
              <a:off x="8648148" y="2367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2" name="pt40842"/>
            <p:cNvSpPr/>
            <p:nvPr/>
          </p:nvSpPr>
          <p:spPr>
            <a:xfrm>
              <a:off x="9413835" y="2045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3" name="pt40843"/>
            <p:cNvSpPr/>
            <p:nvPr/>
          </p:nvSpPr>
          <p:spPr>
            <a:xfrm>
              <a:off x="8659047" y="2451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4" name="pt40844"/>
            <p:cNvSpPr/>
            <p:nvPr/>
          </p:nvSpPr>
          <p:spPr>
            <a:xfrm>
              <a:off x="9049289" y="2123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5" name="pt40845"/>
            <p:cNvSpPr/>
            <p:nvPr/>
          </p:nvSpPr>
          <p:spPr>
            <a:xfrm>
              <a:off x="9035502" y="1647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6" name="pt40846"/>
            <p:cNvSpPr/>
            <p:nvPr/>
          </p:nvSpPr>
          <p:spPr>
            <a:xfrm>
              <a:off x="8580788" y="2176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7" name="pt40847"/>
            <p:cNvSpPr/>
            <p:nvPr/>
          </p:nvSpPr>
          <p:spPr>
            <a:xfrm>
              <a:off x="8721041" y="2321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8" name="pt40848"/>
            <p:cNvSpPr/>
            <p:nvPr/>
          </p:nvSpPr>
          <p:spPr>
            <a:xfrm>
              <a:off x="8439043" y="2416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9" name="pt40849"/>
            <p:cNvSpPr/>
            <p:nvPr/>
          </p:nvSpPr>
          <p:spPr>
            <a:xfrm>
              <a:off x="8347210" y="2273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0" name="pt40850"/>
            <p:cNvSpPr/>
            <p:nvPr/>
          </p:nvSpPr>
          <p:spPr>
            <a:xfrm>
              <a:off x="8610820" y="2082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1" name="pt40851"/>
            <p:cNvSpPr/>
            <p:nvPr/>
          </p:nvSpPr>
          <p:spPr>
            <a:xfrm>
              <a:off x="8596430" y="2343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2" name="pt40852"/>
            <p:cNvSpPr/>
            <p:nvPr/>
          </p:nvSpPr>
          <p:spPr>
            <a:xfrm>
              <a:off x="9285373" y="1937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3" name="pt40853"/>
            <p:cNvSpPr/>
            <p:nvPr/>
          </p:nvSpPr>
          <p:spPr>
            <a:xfrm>
              <a:off x="9247994" y="2002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4" name="pt40854"/>
            <p:cNvSpPr/>
            <p:nvPr/>
          </p:nvSpPr>
          <p:spPr>
            <a:xfrm>
              <a:off x="9115211" y="1972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5" name="pt40855"/>
            <p:cNvSpPr/>
            <p:nvPr/>
          </p:nvSpPr>
          <p:spPr>
            <a:xfrm>
              <a:off x="9368156" y="2135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6" name="pt40856"/>
            <p:cNvSpPr/>
            <p:nvPr/>
          </p:nvSpPr>
          <p:spPr>
            <a:xfrm>
              <a:off x="9223646" y="1839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7" name="pt40857"/>
            <p:cNvSpPr/>
            <p:nvPr/>
          </p:nvSpPr>
          <p:spPr>
            <a:xfrm>
              <a:off x="9193323" y="2137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8" name="pt40858"/>
            <p:cNvSpPr/>
            <p:nvPr/>
          </p:nvSpPr>
          <p:spPr>
            <a:xfrm>
              <a:off x="8742215" y="2220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9" name="pt40859"/>
            <p:cNvSpPr/>
            <p:nvPr/>
          </p:nvSpPr>
          <p:spPr>
            <a:xfrm>
              <a:off x="8648148" y="2421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0" name="pt40860"/>
            <p:cNvSpPr/>
            <p:nvPr/>
          </p:nvSpPr>
          <p:spPr>
            <a:xfrm>
              <a:off x="9567694" y="2681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1" name="pt40861"/>
            <p:cNvSpPr/>
            <p:nvPr/>
          </p:nvSpPr>
          <p:spPr>
            <a:xfrm>
              <a:off x="9124975" y="1989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2" name="pt40862"/>
            <p:cNvSpPr/>
            <p:nvPr/>
          </p:nvSpPr>
          <p:spPr>
            <a:xfrm>
              <a:off x="9143758" y="2102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3" name="pt40863"/>
            <p:cNvSpPr/>
            <p:nvPr/>
          </p:nvSpPr>
          <p:spPr>
            <a:xfrm>
              <a:off x="9028868" y="1841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4" name="pt40864"/>
            <p:cNvSpPr/>
            <p:nvPr/>
          </p:nvSpPr>
          <p:spPr>
            <a:xfrm>
              <a:off x="8688264" y="2384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5" name="pt40865"/>
            <p:cNvSpPr/>
            <p:nvPr/>
          </p:nvSpPr>
          <p:spPr>
            <a:xfrm>
              <a:off x="8748753" y="2063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6" name="pt40866"/>
            <p:cNvSpPr/>
            <p:nvPr/>
          </p:nvSpPr>
          <p:spPr>
            <a:xfrm>
              <a:off x="9030214" y="1788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7" name="pt40867"/>
            <p:cNvSpPr/>
            <p:nvPr/>
          </p:nvSpPr>
          <p:spPr>
            <a:xfrm>
              <a:off x="8981160" y="1982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8" name="pt40868"/>
            <p:cNvSpPr/>
            <p:nvPr/>
          </p:nvSpPr>
          <p:spPr>
            <a:xfrm>
              <a:off x="8954618" y="2275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9" name="pt40869"/>
            <p:cNvSpPr/>
            <p:nvPr/>
          </p:nvSpPr>
          <p:spPr>
            <a:xfrm>
              <a:off x="8902901" y="1950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0" name="pt40870"/>
            <p:cNvSpPr/>
            <p:nvPr/>
          </p:nvSpPr>
          <p:spPr>
            <a:xfrm>
              <a:off x="9247994" y="2041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1" name="pt40871"/>
            <p:cNvSpPr/>
            <p:nvPr/>
          </p:nvSpPr>
          <p:spPr>
            <a:xfrm>
              <a:off x="9553956" y="2210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2" name="pt40872"/>
            <p:cNvSpPr/>
            <p:nvPr/>
          </p:nvSpPr>
          <p:spPr>
            <a:xfrm>
              <a:off x="9761216" y="2386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3" name="pt40873"/>
            <p:cNvSpPr/>
            <p:nvPr/>
          </p:nvSpPr>
          <p:spPr>
            <a:xfrm>
              <a:off x="9116046" y="1941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4" name="pt40874"/>
            <p:cNvSpPr/>
            <p:nvPr/>
          </p:nvSpPr>
          <p:spPr>
            <a:xfrm>
              <a:off x="8596430" y="2218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5" name="pt40875"/>
            <p:cNvSpPr/>
            <p:nvPr/>
          </p:nvSpPr>
          <p:spPr>
            <a:xfrm>
              <a:off x="9043153" y="1684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6" name="pt40876"/>
            <p:cNvSpPr/>
            <p:nvPr/>
          </p:nvSpPr>
          <p:spPr>
            <a:xfrm>
              <a:off x="9296080" y="1899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7" name="pt40877"/>
            <p:cNvSpPr/>
            <p:nvPr/>
          </p:nvSpPr>
          <p:spPr>
            <a:xfrm>
              <a:off x="8849358" y="1942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8" name="pt40878"/>
            <p:cNvSpPr/>
            <p:nvPr/>
          </p:nvSpPr>
          <p:spPr>
            <a:xfrm>
              <a:off x="8347210" y="2479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9" name="pt40879"/>
            <p:cNvSpPr/>
            <p:nvPr/>
          </p:nvSpPr>
          <p:spPr>
            <a:xfrm>
              <a:off x="8755061" y="2294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0" name="pt40880"/>
            <p:cNvSpPr/>
            <p:nvPr/>
          </p:nvSpPr>
          <p:spPr>
            <a:xfrm>
              <a:off x="9124975" y="2002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1" name="pt40881"/>
            <p:cNvSpPr/>
            <p:nvPr/>
          </p:nvSpPr>
          <p:spPr>
            <a:xfrm>
              <a:off x="9136479" y="2050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2" name="pt40882"/>
            <p:cNvSpPr/>
            <p:nvPr/>
          </p:nvSpPr>
          <p:spPr>
            <a:xfrm>
              <a:off x="9044397" y="200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3" name="pt40883"/>
            <p:cNvSpPr/>
            <p:nvPr/>
          </p:nvSpPr>
          <p:spPr>
            <a:xfrm>
              <a:off x="9331236" y="2213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4" name="pt40884"/>
            <p:cNvSpPr/>
            <p:nvPr/>
          </p:nvSpPr>
          <p:spPr>
            <a:xfrm>
              <a:off x="8798858" y="2024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5" name="pt40885"/>
            <p:cNvSpPr/>
            <p:nvPr/>
          </p:nvSpPr>
          <p:spPr>
            <a:xfrm>
              <a:off x="9266215" y="2074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6" name="pt40886"/>
            <p:cNvSpPr/>
            <p:nvPr/>
          </p:nvSpPr>
          <p:spPr>
            <a:xfrm>
              <a:off x="8849358" y="1951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7" name="pt40887"/>
            <p:cNvSpPr/>
            <p:nvPr/>
          </p:nvSpPr>
          <p:spPr>
            <a:xfrm>
              <a:off x="8742215" y="2046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8" name="pt40888"/>
            <p:cNvSpPr/>
            <p:nvPr/>
          </p:nvSpPr>
          <p:spPr>
            <a:xfrm>
              <a:off x="9212805" y="1718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9" name="pt40889"/>
            <p:cNvSpPr/>
            <p:nvPr/>
          </p:nvSpPr>
          <p:spPr>
            <a:xfrm>
              <a:off x="8841866" y="2011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0" name="pt40890"/>
            <p:cNvSpPr/>
            <p:nvPr/>
          </p:nvSpPr>
          <p:spPr>
            <a:xfrm>
              <a:off x="8952564" y="2216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1" name="pt40891"/>
            <p:cNvSpPr/>
            <p:nvPr/>
          </p:nvSpPr>
          <p:spPr>
            <a:xfrm>
              <a:off x="9086240" y="2025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2" name="pt40892"/>
            <p:cNvSpPr/>
            <p:nvPr/>
          </p:nvSpPr>
          <p:spPr>
            <a:xfrm>
              <a:off x="9044397" y="2048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3" name="pt40893"/>
            <p:cNvSpPr/>
            <p:nvPr/>
          </p:nvSpPr>
          <p:spPr>
            <a:xfrm>
              <a:off x="8688264" y="2302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4" name="pt40894"/>
            <p:cNvSpPr/>
            <p:nvPr/>
          </p:nvSpPr>
          <p:spPr>
            <a:xfrm>
              <a:off x="9023378" y="1825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5" name="pt40895"/>
            <p:cNvSpPr/>
            <p:nvPr/>
          </p:nvSpPr>
          <p:spPr>
            <a:xfrm>
              <a:off x="8347210" y="2567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6" name="pt40896"/>
            <p:cNvSpPr/>
            <p:nvPr/>
          </p:nvSpPr>
          <p:spPr>
            <a:xfrm>
              <a:off x="8742215" y="2150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7" name="pt40897"/>
            <p:cNvSpPr/>
            <p:nvPr/>
          </p:nvSpPr>
          <p:spPr>
            <a:xfrm>
              <a:off x="9422061" y="1717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8" name="pt40898"/>
            <p:cNvSpPr/>
            <p:nvPr/>
          </p:nvSpPr>
          <p:spPr>
            <a:xfrm>
              <a:off x="9097658" y="2053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9" name="pt40899"/>
            <p:cNvSpPr/>
            <p:nvPr/>
          </p:nvSpPr>
          <p:spPr>
            <a:xfrm>
              <a:off x="8624143" y="245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0" name="pt40900"/>
            <p:cNvSpPr/>
            <p:nvPr/>
          </p:nvSpPr>
          <p:spPr>
            <a:xfrm>
              <a:off x="8697035" y="2080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1" name="pt40901"/>
            <p:cNvSpPr/>
            <p:nvPr/>
          </p:nvSpPr>
          <p:spPr>
            <a:xfrm>
              <a:off x="9401682" y="2139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2" name="pt40902"/>
            <p:cNvSpPr/>
            <p:nvPr/>
          </p:nvSpPr>
          <p:spPr>
            <a:xfrm>
              <a:off x="9296080" y="2074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3" name="pt40903"/>
            <p:cNvSpPr/>
            <p:nvPr/>
          </p:nvSpPr>
          <p:spPr>
            <a:xfrm>
              <a:off x="8398928" y="2195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4" name="pt40904"/>
            <p:cNvSpPr/>
            <p:nvPr/>
          </p:nvSpPr>
          <p:spPr>
            <a:xfrm>
              <a:off x="8941923" y="202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5" name="pt40905"/>
            <p:cNvSpPr/>
            <p:nvPr/>
          </p:nvSpPr>
          <p:spPr>
            <a:xfrm>
              <a:off x="9034195" y="1803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6" name="pt40906"/>
            <p:cNvSpPr/>
            <p:nvPr/>
          </p:nvSpPr>
          <p:spPr>
            <a:xfrm>
              <a:off x="8347210" y="2451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7" name="pt40907"/>
            <p:cNvSpPr/>
            <p:nvPr/>
          </p:nvSpPr>
          <p:spPr>
            <a:xfrm>
              <a:off x="8398928" y="2281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8" name="pt40908"/>
            <p:cNvSpPr/>
            <p:nvPr/>
          </p:nvSpPr>
          <p:spPr>
            <a:xfrm>
              <a:off x="8713389" y="2356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9" name="pt40909"/>
            <p:cNvSpPr/>
            <p:nvPr/>
          </p:nvSpPr>
          <p:spPr>
            <a:xfrm>
              <a:off x="9296080" y="184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0" name="pt40910"/>
            <p:cNvSpPr/>
            <p:nvPr/>
          </p:nvSpPr>
          <p:spPr>
            <a:xfrm>
              <a:off x="8659047" y="2379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1" name="pt40911"/>
            <p:cNvSpPr/>
            <p:nvPr/>
          </p:nvSpPr>
          <p:spPr>
            <a:xfrm>
              <a:off x="8274318" y="2388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2" name="pt40912"/>
            <p:cNvSpPr/>
            <p:nvPr/>
          </p:nvSpPr>
          <p:spPr>
            <a:xfrm>
              <a:off x="9030214" y="1566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3" name="pt40913"/>
            <p:cNvSpPr/>
            <p:nvPr/>
          </p:nvSpPr>
          <p:spPr>
            <a:xfrm>
              <a:off x="8713389" y="2132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4" name="pt40914"/>
            <p:cNvSpPr/>
            <p:nvPr/>
          </p:nvSpPr>
          <p:spPr>
            <a:xfrm>
              <a:off x="9419155" y="2012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5" name="pt40915"/>
            <p:cNvSpPr/>
            <p:nvPr/>
          </p:nvSpPr>
          <p:spPr>
            <a:xfrm>
              <a:off x="9490707" y="2429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6" name="pt40916"/>
            <p:cNvSpPr/>
            <p:nvPr/>
          </p:nvSpPr>
          <p:spPr>
            <a:xfrm>
              <a:off x="8999571" y="1615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7" name="pt40917"/>
            <p:cNvSpPr/>
            <p:nvPr/>
          </p:nvSpPr>
          <p:spPr>
            <a:xfrm>
              <a:off x="8347210" y="2289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8" name="pt40918"/>
            <p:cNvSpPr/>
            <p:nvPr/>
          </p:nvSpPr>
          <p:spPr>
            <a:xfrm>
              <a:off x="8648148" y="2322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9" name="pt40919"/>
            <p:cNvSpPr/>
            <p:nvPr/>
          </p:nvSpPr>
          <p:spPr>
            <a:xfrm>
              <a:off x="9057543" y="1952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0" name="pt40920"/>
            <p:cNvSpPr/>
            <p:nvPr/>
          </p:nvSpPr>
          <p:spPr>
            <a:xfrm>
              <a:off x="8580788" y="2389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1" name="pt40921"/>
            <p:cNvSpPr/>
            <p:nvPr/>
          </p:nvSpPr>
          <p:spPr>
            <a:xfrm>
              <a:off x="9237295" y="2103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2" name="pt40922"/>
            <p:cNvSpPr/>
            <p:nvPr/>
          </p:nvSpPr>
          <p:spPr>
            <a:xfrm>
              <a:off x="9237719" y="2147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3" name="pt40923"/>
            <p:cNvSpPr/>
            <p:nvPr/>
          </p:nvSpPr>
          <p:spPr>
            <a:xfrm>
              <a:off x="8937484" y="2077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4" name="pt40924"/>
            <p:cNvSpPr/>
            <p:nvPr/>
          </p:nvSpPr>
          <p:spPr>
            <a:xfrm>
              <a:off x="9644546" y="2391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5" name="pt40925"/>
            <p:cNvSpPr/>
            <p:nvPr/>
          </p:nvSpPr>
          <p:spPr>
            <a:xfrm>
              <a:off x="8913479" y="1841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6" name="pt40926"/>
            <p:cNvSpPr/>
            <p:nvPr/>
          </p:nvSpPr>
          <p:spPr>
            <a:xfrm>
              <a:off x="9413835" y="1923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7" name="pt40927"/>
            <p:cNvSpPr/>
            <p:nvPr/>
          </p:nvSpPr>
          <p:spPr>
            <a:xfrm>
              <a:off x="8398928" y="2381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8" name="pt40928"/>
            <p:cNvSpPr/>
            <p:nvPr/>
          </p:nvSpPr>
          <p:spPr>
            <a:xfrm>
              <a:off x="8563654" y="2189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9" name="pt40929"/>
            <p:cNvSpPr/>
            <p:nvPr/>
          </p:nvSpPr>
          <p:spPr>
            <a:xfrm>
              <a:off x="9295774" y="1887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0" name="pt40930"/>
            <p:cNvSpPr/>
            <p:nvPr/>
          </p:nvSpPr>
          <p:spPr>
            <a:xfrm>
              <a:off x="9693515" y="1681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1" name="pt40931"/>
            <p:cNvSpPr/>
            <p:nvPr/>
          </p:nvSpPr>
          <p:spPr>
            <a:xfrm>
              <a:off x="8439043" y="2476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2" name="pt40932"/>
            <p:cNvSpPr/>
            <p:nvPr/>
          </p:nvSpPr>
          <p:spPr>
            <a:xfrm>
              <a:off x="8274318" y="2355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3" name="pt40933"/>
            <p:cNvSpPr/>
            <p:nvPr/>
          </p:nvSpPr>
          <p:spPr>
            <a:xfrm>
              <a:off x="8659047" y="2528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4" name="pt40934"/>
            <p:cNvSpPr/>
            <p:nvPr/>
          </p:nvSpPr>
          <p:spPr>
            <a:xfrm>
              <a:off x="9086240" y="1909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5" name="pt40935"/>
            <p:cNvSpPr/>
            <p:nvPr/>
          </p:nvSpPr>
          <p:spPr>
            <a:xfrm>
              <a:off x="9761170" y="2472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6" name="pt40936"/>
            <p:cNvSpPr/>
            <p:nvPr/>
          </p:nvSpPr>
          <p:spPr>
            <a:xfrm>
              <a:off x="9188382" y="1999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7" name="pt40937"/>
            <p:cNvSpPr/>
            <p:nvPr/>
          </p:nvSpPr>
          <p:spPr>
            <a:xfrm>
              <a:off x="8274318" y="2523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8" name="pt40938"/>
            <p:cNvSpPr/>
            <p:nvPr/>
          </p:nvSpPr>
          <p:spPr>
            <a:xfrm>
              <a:off x="9644546" y="2609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9" name="pt40939"/>
            <p:cNvSpPr/>
            <p:nvPr/>
          </p:nvSpPr>
          <p:spPr>
            <a:xfrm>
              <a:off x="8891661" y="2094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0" name="pt40940"/>
            <p:cNvSpPr/>
            <p:nvPr/>
          </p:nvSpPr>
          <p:spPr>
            <a:xfrm>
              <a:off x="9681061" y="213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1" name="pt40941"/>
            <p:cNvSpPr/>
            <p:nvPr/>
          </p:nvSpPr>
          <p:spPr>
            <a:xfrm>
              <a:off x="8274318" y="242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2" name="pt40942"/>
            <p:cNvSpPr/>
            <p:nvPr/>
          </p:nvSpPr>
          <p:spPr>
            <a:xfrm>
              <a:off x="8471820" y="2526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3" name="pt40943"/>
            <p:cNvSpPr/>
            <p:nvPr/>
          </p:nvSpPr>
          <p:spPr>
            <a:xfrm>
              <a:off x="9099493" y="200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4" name="pt40944"/>
            <p:cNvSpPr/>
            <p:nvPr/>
          </p:nvSpPr>
          <p:spPr>
            <a:xfrm>
              <a:off x="9030214" y="1807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5" name="pt40945"/>
            <p:cNvSpPr/>
            <p:nvPr/>
          </p:nvSpPr>
          <p:spPr>
            <a:xfrm>
              <a:off x="9381946" y="2114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6" name="pt40946"/>
            <p:cNvSpPr/>
            <p:nvPr/>
          </p:nvSpPr>
          <p:spPr>
            <a:xfrm>
              <a:off x="9087220" y="1907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7" name="pt40947"/>
            <p:cNvSpPr/>
            <p:nvPr/>
          </p:nvSpPr>
          <p:spPr>
            <a:xfrm>
              <a:off x="9363383" y="2064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8" name="pt40948"/>
            <p:cNvSpPr/>
            <p:nvPr/>
          </p:nvSpPr>
          <p:spPr>
            <a:xfrm>
              <a:off x="9286988" y="1953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9" name="pt40949"/>
            <p:cNvSpPr/>
            <p:nvPr/>
          </p:nvSpPr>
          <p:spPr>
            <a:xfrm>
              <a:off x="9334969" y="2069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0" name="pt40950"/>
            <p:cNvSpPr/>
            <p:nvPr/>
          </p:nvSpPr>
          <p:spPr>
            <a:xfrm>
              <a:off x="8783657" y="2160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1" name="pt40951"/>
            <p:cNvSpPr/>
            <p:nvPr/>
          </p:nvSpPr>
          <p:spPr>
            <a:xfrm>
              <a:off x="8838000" y="1910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2" name="pt40952"/>
            <p:cNvSpPr/>
            <p:nvPr/>
          </p:nvSpPr>
          <p:spPr>
            <a:xfrm>
              <a:off x="9265854" y="2113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3" name="pt40953"/>
            <p:cNvSpPr/>
            <p:nvPr/>
          </p:nvSpPr>
          <p:spPr>
            <a:xfrm>
              <a:off x="8888738" y="2255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4" name="pt40954"/>
            <p:cNvSpPr/>
            <p:nvPr/>
          </p:nvSpPr>
          <p:spPr>
            <a:xfrm>
              <a:off x="8798858" y="2005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5" name="pt40955"/>
            <p:cNvSpPr/>
            <p:nvPr/>
          </p:nvSpPr>
          <p:spPr>
            <a:xfrm>
              <a:off x="9435925" y="2188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6" name="pt40956"/>
            <p:cNvSpPr/>
            <p:nvPr/>
          </p:nvSpPr>
          <p:spPr>
            <a:xfrm>
              <a:off x="9171470" y="1947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7" name="pt40957"/>
            <p:cNvSpPr/>
            <p:nvPr/>
          </p:nvSpPr>
          <p:spPr>
            <a:xfrm>
              <a:off x="9074048" y="1850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8" name="pt40958"/>
            <p:cNvSpPr/>
            <p:nvPr/>
          </p:nvSpPr>
          <p:spPr>
            <a:xfrm>
              <a:off x="8347210" y="2463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9" name="pt40959"/>
            <p:cNvSpPr/>
            <p:nvPr/>
          </p:nvSpPr>
          <p:spPr>
            <a:xfrm>
              <a:off x="9285697" y="1726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0" name="pt40960"/>
            <p:cNvSpPr/>
            <p:nvPr/>
          </p:nvSpPr>
          <p:spPr>
            <a:xfrm>
              <a:off x="8849358" y="1926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1" name="pt40961"/>
            <p:cNvSpPr/>
            <p:nvPr/>
          </p:nvSpPr>
          <p:spPr>
            <a:xfrm>
              <a:off x="9719466" y="2159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2" name="pt40962"/>
            <p:cNvSpPr/>
            <p:nvPr/>
          </p:nvSpPr>
          <p:spPr>
            <a:xfrm>
              <a:off x="9043153" y="1726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3" name="pt40963"/>
            <p:cNvSpPr/>
            <p:nvPr/>
          </p:nvSpPr>
          <p:spPr>
            <a:xfrm>
              <a:off x="9627091" y="2459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4" name="pt40964"/>
            <p:cNvSpPr/>
            <p:nvPr/>
          </p:nvSpPr>
          <p:spPr>
            <a:xfrm>
              <a:off x="8679043" y="2312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5" name="pt40965"/>
            <p:cNvSpPr/>
            <p:nvPr/>
          </p:nvSpPr>
          <p:spPr>
            <a:xfrm>
              <a:off x="8563654" y="2197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6" name="pt40966"/>
            <p:cNvSpPr/>
            <p:nvPr/>
          </p:nvSpPr>
          <p:spPr>
            <a:xfrm>
              <a:off x="9110981" y="2055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7" name="pt40967"/>
            <p:cNvSpPr/>
            <p:nvPr/>
          </p:nvSpPr>
          <p:spPr>
            <a:xfrm>
              <a:off x="9482767" y="2394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8" name="pt40968"/>
            <p:cNvSpPr/>
            <p:nvPr/>
          </p:nvSpPr>
          <p:spPr>
            <a:xfrm>
              <a:off x="9005825" y="1721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9" name="pt40969"/>
            <p:cNvSpPr/>
            <p:nvPr/>
          </p:nvSpPr>
          <p:spPr>
            <a:xfrm>
              <a:off x="8439043" y="2226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0" name="pt40970"/>
            <p:cNvSpPr/>
            <p:nvPr/>
          </p:nvSpPr>
          <p:spPr>
            <a:xfrm>
              <a:off x="8876545" y="1764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1" name="pt40971"/>
            <p:cNvSpPr/>
            <p:nvPr/>
          </p:nvSpPr>
          <p:spPr>
            <a:xfrm>
              <a:off x="8812874" y="2111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2" name="pt40972"/>
            <p:cNvSpPr/>
            <p:nvPr/>
          </p:nvSpPr>
          <p:spPr>
            <a:xfrm>
              <a:off x="8471820" y="2545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3" name="pt40973"/>
            <p:cNvSpPr/>
            <p:nvPr/>
          </p:nvSpPr>
          <p:spPr>
            <a:xfrm>
              <a:off x="8783657" y="2175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4" name="pt40974"/>
            <p:cNvSpPr/>
            <p:nvPr/>
          </p:nvSpPr>
          <p:spPr>
            <a:xfrm>
              <a:off x="8778290" y="2065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5" name="pt40975"/>
            <p:cNvSpPr/>
            <p:nvPr/>
          </p:nvSpPr>
          <p:spPr>
            <a:xfrm>
              <a:off x="9644062" y="2269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6" name="pt40976"/>
            <p:cNvSpPr/>
            <p:nvPr/>
          </p:nvSpPr>
          <p:spPr>
            <a:xfrm>
              <a:off x="9655598" y="2521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7" name="pt40977"/>
            <p:cNvSpPr/>
            <p:nvPr/>
          </p:nvSpPr>
          <p:spPr>
            <a:xfrm>
              <a:off x="8471820" y="2338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8" name="pt40978"/>
            <p:cNvSpPr/>
            <p:nvPr/>
          </p:nvSpPr>
          <p:spPr>
            <a:xfrm>
              <a:off x="8856549" y="2308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9" name="pt40979"/>
            <p:cNvSpPr/>
            <p:nvPr/>
          </p:nvSpPr>
          <p:spPr>
            <a:xfrm>
              <a:off x="9043153" y="1713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0" name="pt40980"/>
            <p:cNvSpPr/>
            <p:nvPr/>
          </p:nvSpPr>
          <p:spPr>
            <a:xfrm>
              <a:off x="8873363" y="2132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1" name="pt40981"/>
            <p:cNvSpPr/>
            <p:nvPr/>
          </p:nvSpPr>
          <p:spPr>
            <a:xfrm>
              <a:off x="9707347" y="1596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2" name="pt40982"/>
            <p:cNvSpPr/>
            <p:nvPr/>
          </p:nvSpPr>
          <p:spPr>
            <a:xfrm>
              <a:off x="9417918" y="1932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3" name="pt40983"/>
            <p:cNvSpPr/>
            <p:nvPr/>
          </p:nvSpPr>
          <p:spPr>
            <a:xfrm>
              <a:off x="8817313" y="2090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4" name="pt40984"/>
            <p:cNvSpPr/>
            <p:nvPr/>
          </p:nvSpPr>
          <p:spPr>
            <a:xfrm>
              <a:off x="9394753" y="2041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5" name="pt40985"/>
            <p:cNvSpPr/>
            <p:nvPr/>
          </p:nvSpPr>
          <p:spPr>
            <a:xfrm>
              <a:off x="8439043" y="2291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6" name="pt40986"/>
            <p:cNvSpPr/>
            <p:nvPr/>
          </p:nvSpPr>
          <p:spPr>
            <a:xfrm>
              <a:off x="8347210" y="2425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7" name="pt40987"/>
            <p:cNvSpPr/>
            <p:nvPr/>
          </p:nvSpPr>
          <p:spPr>
            <a:xfrm>
              <a:off x="8876545" y="1733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8" name="pt40988"/>
            <p:cNvSpPr/>
            <p:nvPr/>
          </p:nvSpPr>
          <p:spPr>
            <a:xfrm>
              <a:off x="8834048" y="2020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9" name="pt40989"/>
            <p:cNvSpPr/>
            <p:nvPr/>
          </p:nvSpPr>
          <p:spPr>
            <a:xfrm>
              <a:off x="9499399" y="2307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0" name="pt40990"/>
            <p:cNvSpPr/>
            <p:nvPr/>
          </p:nvSpPr>
          <p:spPr>
            <a:xfrm>
              <a:off x="9200748" y="1824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1" name="pt40991"/>
            <p:cNvSpPr/>
            <p:nvPr/>
          </p:nvSpPr>
          <p:spPr>
            <a:xfrm>
              <a:off x="8713389" y="1939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2" name="pt40992"/>
            <p:cNvSpPr/>
            <p:nvPr/>
          </p:nvSpPr>
          <p:spPr>
            <a:xfrm>
              <a:off x="8439043" y="2183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3" name="pt40993"/>
            <p:cNvSpPr/>
            <p:nvPr/>
          </p:nvSpPr>
          <p:spPr>
            <a:xfrm>
              <a:off x="9110123" y="2173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4" name="pt40994"/>
            <p:cNvSpPr/>
            <p:nvPr/>
          </p:nvSpPr>
          <p:spPr>
            <a:xfrm>
              <a:off x="8398928" y="2442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5" name="pt40995"/>
            <p:cNvSpPr/>
            <p:nvPr/>
          </p:nvSpPr>
          <p:spPr>
            <a:xfrm>
              <a:off x="8882745" y="1840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6" name="pt40996"/>
            <p:cNvSpPr/>
            <p:nvPr/>
          </p:nvSpPr>
          <p:spPr>
            <a:xfrm>
              <a:off x="8999571" y="1749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7" name="pt40997"/>
            <p:cNvSpPr/>
            <p:nvPr/>
          </p:nvSpPr>
          <p:spPr>
            <a:xfrm>
              <a:off x="8767051" y="2191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8" name="pt40998"/>
            <p:cNvSpPr/>
            <p:nvPr/>
          </p:nvSpPr>
          <p:spPr>
            <a:xfrm>
              <a:off x="9332489" y="2174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9" name="pt40999"/>
            <p:cNvSpPr/>
            <p:nvPr/>
          </p:nvSpPr>
          <p:spPr>
            <a:xfrm>
              <a:off x="9152801" y="2107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0" name="pt41000"/>
            <p:cNvSpPr/>
            <p:nvPr/>
          </p:nvSpPr>
          <p:spPr>
            <a:xfrm>
              <a:off x="9096734" y="1762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1" name="pt41001"/>
            <p:cNvSpPr/>
            <p:nvPr/>
          </p:nvSpPr>
          <p:spPr>
            <a:xfrm>
              <a:off x="8274318" y="2535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2" name="pt41002"/>
            <p:cNvSpPr/>
            <p:nvPr/>
          </p:nvSpPr>
          <p:spPr>
            <a:xfrm>
              <a:off x="9066533" y="1770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3" name="pt41003"/>
            <p:cNvSpPr/>
            <p:nvPr/>
          </p:nvSpPr>
          <p:spPr>
            <a:xfrm>
              <a:off x="8778290" y="2224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4" name="pt41004"/>
            <p:cNvSpPr/>
            <p:nvPr/>
          </p:nvSpPr>
          <p:spPr>
            <a:xfrm>
              <a:off x="9395106" y="2074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5" name="pt41005"/>
            <p:cNvSpPr/>
            <p:nvPr/>
          </p:nvSpPr>
          <p:spPr>
            <a:xfrm>
              <a:off x="8471820" y="2267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6" name="pt41006"/>
            <p:cNvSpPr/>
            <p:nvPr/>
          </p:nvSpPr>
          <p:spPr>
            <a:xfrm>
              <a:off x="9644062" y="2229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7" name="pt41007"/>
            <p:cNvSpPr/>
            <p:nvPr/>
          </p:nvSpPr>
          <p:spPr>
            <a:xfrm>
              <a:off x="8398928" y="2519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8" name="pt41008"/>
            <p:cNvSpPr/>
            <p:nvPr/>
          </p:nvSpPr>
          <p:spPr>
            <a:xfrm>
              <a:off x="9110981" y="2069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9" name="pt41009"/>
            <p:cNvSpPr/>
            <p:nvPr/>
          </p:nvSpPr>
          <p:spPr>
            <a:xfrm>
              <a:off x="8596430" y="2334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0" name="pt41010"/>
            <p:cNvSpPr/>
            <p:nvPr/>
          </p:nvSpPr>
          <p:spPr>
            <a:xfrm>
              <a:off x="8973968" y="1973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1" name="pt41011"/>
            <p:cNvSpPr/>
            <p:nvPr/>
          </p:nvSpPr>
          <p:spPr>
            <a:xfrm>
              <a:off x="8636546" y="2342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2" name="pt41012"/>
            <p:cNvSpPr/>
            <p:nvPr/>
          </p:nvSpPr>
          <p:spPr>
            <a:xfrm>
              <a:off x="9160112" y="1942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3" name="pt41013"/>
            <p:cNvSpPr/>
            <p:nvPr/>
          </p:nvSpPr>
          <p:spPr>
            <a:xfrm>
              <a:off x="8932933" y="1847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4" name="pt41014"/>
            <p:cNvSpPr/>
            <p:nvPr/>
          </p:nvSpPr>
          <p:spPr>
            <a:xfrm>
              <a:off x="8274318" y="2532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5" name="pt41015"/>
            <p:cNvSpPr/>
            <p:nvPr/>
          </p:nvSpPr>
          <p:spPr>
            <a:xfrm>
              <a:off x="8659047" y="2323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6" name="pt41016"/>
            <p:cNvSpPr/>
            <p:nvPr/>
          </p:nvSpPr>
          <p:spPr>
            <a:xfrm>
              <a:off x="8742215" y="209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7" name="pt41017"/>
            <p:cNvSpPr/>
            <p:nvPr/>
          </p:nvSpPr>
          <p:spPr>
            <a:xfrm>
              <a:off x="8347210" y="2460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8" name="pt41018"/>
            <p:cNvSpPr/>
            <p:nvPr/>
          </p:nvSpPr>
          <p:spPr>
            <a:xfrm>
              <a:off x="8347210" y="2147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9" name="pt41019"/>
            <p:cNvSpPr/>
            <p:nvPr/>
          </p:nvSpPr>
          <p:spPr>
            <a:xfrm>
              <a:off x="9564013" y="2357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0" name="pt41020"/>
            <p:cNvSpPr/>
            <p:nvPr/>
          </p:nvSpPr>
          <p:spPr>
            <a:xfrm>
              <a:off x="9077174" y="1982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1" name="pt41021"/>
            <p:cNvSpPr/>
            <p:nvPr/>
          </p:nvSpPr>
          <p:spPr>
            <a:xfrm>
              <a:off x="8648148" y="2220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2" name="pt41022"/>
            <p:cNvSpPr/>
            <p:nvPr/>
          </p:nvSpPr>
          <p:spPr>
            <a:xfrm>
              <a:off x="8347210" y="2226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3" name="pt41023"/>
            <p:cNvSpPr/>
            <p:nvPr/>
          </p:nvSpPr>
          <p:spPr>
            <a:xfrm>
              <a:off x="8347210" y="2237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4" name="pt41024"/>
            <p:cNvSpPr/>
            <p:nvPr/>
          </p:nvSpPr>
          <p:spPr>
            <a:xfrm>
              <a:off x="9048079" y="2215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5" name="pt41025"/>
            <p:cNvSpPr/>
            <p:nvPr/>
          </p:nvSpPr>
          <p:spPr>
            <a:xfrm>
              <a:off x="8347210" y="2233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6" name="pt41026"/>
            <p:cNvSpPr/>
            <p:nvPr/>
          </p:nvSpPr>
          <p:spPr>
            <a:xfrm>
              <a:off x="8580788" y="2288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7" name="pt41027"/>
            <p:cNvSpPr/>
            <p:nvPr/>
          </p:nvSpPr>
          <p:spPr>
            <a:xfrm>
              <a:off x="8830008" y="2004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8" name="pt41028"/>
            <p:cNvSpPr/>
            <p:nvPr/>
          </p:nvSpPr>
          <p:spPr>
            <a:xfrm>
              <a:off x="9002725" y="2090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9" name="pt41029"/>
            <p:cNvSpPr/>
            <p:nvPr/>
          </p:nvSpPr>
          <p:spPr>
            <a:xfrm>
              <a:off x="8821645" y="2008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0" name="pt41030"/>
            <p:cNvSpPr/>
            <p:nvPr/>
          </p:nvSpPr>
          <p:spPr>
            <a:xfrm>
              <a:off x="9421909" y="1975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1" name="pt41031"/>
            <p:cNvSpPr/>
            <p:nvPr/>
          </p:nvSpPr>
          <p:spPr>
            <a:xfrm>
              <a:off x="9002725" y="1874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2" name="pt41032"/>
            <p:cNvSpPr/>
            <p:nvPr/>
          </p:nvSpPr>
          <p:spPr>
            <a:xfrm>
              <a:off x="8891661" y="2064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3" name="pt41033"/>
            <p:cNvSpPr/>
            <p:nvPr/>
          </p:nvSpPr>
          <p:spPr>
            <a:xfrm>
              <a:off x="9294853" y="1863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4" name="pt41034"/>
            <p:cNvSpPr/>
            <p:nvPr/>
          </p:nvSpPr>
          <p:spPr>
            <a:xfrm>
              <a:off x="8471820" y="2492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5" name="pt41035"/>
            <p:cNvSpPr/>
            <p:nvPr/>
          </p:nvSpPr>
          <p:spPr>
            <a:xfrm>
              <a:off x="8659047" y="2492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6" name="pt41036"/>
            <p:cNvSpPr/>
            <p:nvPr/>
          </p:nvSpPr>
          <p:spPr>
            <a:xfrm>
              <a:off x="8563654" y="2270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7" name="pt41037"/>
            <p:cNvSpPr/>
            <p:nvPr/>
          </p:nvSpPr>
          <p:spPr>
            <a:xfrm>
              <a:off x="8735430" y="2316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8" name="pt41038"/>
            <p:cNvSpPr/>
            <p:nvPr/>
          </p:nvSpPr>
          <p:spPr>
            <a:xfrm>
              <a:off x="9027511" y="1845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9" name="pt41039"/>
            <p:cNvSpPr/>
            <p:nvPr/>
          </p:nvSpPr>
          <p:spPr>
            <a:xfrm>
              <a:off x="8610820" y="1963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0" name="pt41040"/>
            <p:cNvSpPr/>
            <p:nvPr/>
          </p:nvSpPr>
          <p:spPr>
            <a:xfrm>
              <a:off x="9563530" y="2378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1" name="pt41041"/>
            <p:cNvSpPr/>
            <p:nvPr/>
          </p:nvSpPr>
          <p:spPr>
            <a:xfrm>
              <a:off x="8610820" y="2049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2" name="pt41042"/>
            <p:cNvSpPr/>
            <p:nvPr/>
          </p:nvSpPr>
          <p:spPr>
            <a:xfrm>
              <a:off x="9332489" y="2167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3" name="pt41043"/>
            <p:cNvSpPr/>
            <p:nvPr/>
          </p:nvSpPr>
          <p:spPr>
            <a:xfrm>
              <a:off x="9395106" y="2158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4" name="pt41044"/>
            <p:cNvSpPr/>
            <p:nvPr/>
          </p:nvSpPr>
          <p:spPr>
            <a:xfrm>
              <a:off x="8821645" y="2040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5" name="pt41045"/>
            <p:cNvSpPr/>
            <p:nvPr/>
          </p:nvSpPr>
          <p:spPr>
            <a:xfrm>
              <a:off x="9265854" y="2139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6" name="pt41046"/>
            <p:cNvSpPr/>
            <p:nvPr/>
          </p:nvSpPr>
          <p:spPr>
            <a:xfrm>
              <a:off x="8986371" y="1853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7" name="pt41047"/>
            <p:cNvSpPr/>
            <p:nvPr/>
          </p:nvSpPr>
          <p:spPr>
            <a:xfrm>
              <a:off x="8648148" y="2301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8" name="pt41048"/>
            <p:cNvSpPr/>
            <p:nvPr/>
          </p:nvSpPr>
          <p:spPr>
            <a:xfrm>
              <a:off x="8596430" y="2348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9" name="pt41049"/>
            <p:cNvSpPr/>
            <p:nvPr/>
          </p:nvSpPr>
          <p:spPr>
            <a:xfrm>
              <a:off x="8274318" y="266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0" name="pt41050"/>
            <p:cNvSpPr/>
            <p:nvPr/>
          </p:nvSpPr>
          <p:spPr>
            <a:xfrm>
              <a:off x="9639141" y="2036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1" name="pt41051"/>
            <p:cNvSpPr/>
            <p:nvPr/>
          </p:nvSpPr>
          <p:spPr>
            <a:xfrm>
              <a:off x="8471820" y="2518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2" name="pt41052"/>
            <p:cNvSpPr/>
            <p:nvPr/>
          </p:nvSpPr>
          <p:spPr>
            <a:xfrm>
              <a:off x="9368156" y="2030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3" name="pt41053"/>
            <p:cNvSpPr/>
            <p:nvPr/>
          </p:nvSpPr>
          <p:spPr>
            <a:xfrm>
              <a:off x="9087220" y="188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4" name="pt41054"/>
            <p:cNvSpPr/>
            <p:nvPr/>
          </p:nvSpPr>
          <p:spPr>
            <a:xfrm>
              <a:off x="8610820" y="1953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5" name="pt41055"/>
            <p:cNvSpPr/>
            <p:nvPr/>
          </p:nvSpPr>
          <p:spPr>
            <a:xfrm>
              <a:off x="9437742" y="1923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6" name="pt41056"/>
            <p:cNvSpPr/>
            <p:nvPr/>
          </p:nvSpPr>
          <p:spPr>
            <a:xfrm>
              <a:off x="8735430" y="2241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7" name="pt41057"/>
            <p:cNvSpPr/>
            <p:nvPr/>
          </p:nvSpPr>
          <p:spPr>
            <a:xfrm>
              <a:off x="8648148" y="1976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8" name="pt41058"/>
            <p:cNvSpPr/>
            <p:nvPr/>
          </p:nvSpPr>
          <p:spPr>
            <a:xfrm>
              <a:off x="9422061" y="2028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9" name="pt41059"/>
            <p:cNvSpPr/>
            <p:nvPr/>
          </p:nvSpPr>
          <p:spPr>
            <a:xfrm>
              <a:off x="8932933" y="1839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0" name="pt41060"/>
            <p:cNvSpPr/>
            <p:nvPr/>
          </p:nvSpPr>
          <p:spPr>
            <a:xfrm>
              <a:off x="8783657" y="2170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1" name="pt41061"/>
            <p:cNvSpPr/>
            <p:nvPr/>
          </p:nvSpPr>
          <p:spPr>
            <a:xfrm>
              <a:off x="8688264" y="2280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2" name="pt41062"/>
            <p:cNvSpPr/>
            <p:nvPr/>
          </p:nvSpPr>
          <p:spPr>
            <a:xfrm>
              <a:off x="8274318" y="2416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3" name="pt41063"/>
            <p:cNvSpPr/>
            <p:nvPr/>
          </p:nvSpPr>
          <p:spPr>
            <a:xfrm>
              <a:off x="8863465" y="2193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4" name="pt41064"/>
            <p:cNvSpPr/>
            <p:nvPr/>
          </p:nvSpPr>
          <p:spPr>
            <a:xfrm>
              <a:off x="8908267" y="2070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5" name="pt41065"/>
            <p:cNvSpPr/>
            <p:nvPr/>
          </p:nvSpPr>
          <p:spPr>
            <a:xfrm>
              <a:off x="8439043" y="2409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6" name="pt41066"/>
            <p:cNvSpPr/>
            <p:nvPr/>
          </p:nvSpPr>
          <p:spPr>
            <a:xfrm>
              <a:off x="8610820" y="2010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7" name="pt41067"/>
            <p:cNvSpPr/>
            <p:nvPr/>
          </p:nvSpPr>
          <p:spPr>
            <a:xfrm>
              <a:off x="8721041" y="2131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8" name="pt41068"/>
            <p:cNvSpPr/>
            <p:nvPr/>
          </p:nvSpPr>
          <p:spPr>
            <a:xfrm>
              <a:off x="9124182" y="2135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9" name="pt41069"/>
            <p:cNvSpPr/>
            <p:nvPr/>
          </p:nvSpPr>
          <p:spPr>
            <a:xfrm>
              <a:off x="8910892" y="2075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0" name="pt41070"/>
            <p:cNvSpPr/>
            <p:nvPr/>
          </p:nvSpPr>
          <p:spPr>
            <a:xfrm>
              <a:off x="9562976" y="2275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1" name="pt41071"/>
            <p:cNvSpPr/>
            <p:nvPr/>
          </p:nvSpPr>
          <p:spPr>
            <a:xfrm>
              <a:off x="8849358" y="2043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2" name="pt41072"/>
            <p:cNvSpPr/>
            <p:nvPr/>
          </p:nvSpPr>
          <p:spPr>
            <a:xfrm>
              <a:off x="9212805" y="1797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3" name="pt41073"/>
            <p:cNvSpPr/>
            <p:nvPr/>
          </p:nvSpPr>
          <p:spPr>
            <a:xfrm>
              <a:off x="8783657" y="1971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4" name="pt41074"/>
            <p:cNvSpPr/>
            <p:nvPr/>
          </p:nvSpPr>
          <p:spPr>
            <a:xfrm>
              <a:off x="9336196" y="2161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5" name="pt41075"/>
            <p:cNvSpPr/>
            <p:nvPr/>
          </p:nvSpPr>
          <p:spPr>
            <a:xfrm>
              <a:off x="9077174" y="2039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6" name="pt41076"/>
            <p:cNvSpPr/>
            <p:nvPr/>
          </p:nvSpPr>
          <p:spPr>
            <a:xfrm>
              <a:off x="8659047" y="2411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7" name="pt41077"/>
            <p:cNvSpPr/>
            <p:nvPr/>
          </p:nvSpPr>
          <p:spPr>
            <a:xfrm>
              <a:off x="9103999" y="1959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8" name="pt41078"/>
            <p:cNvSpPr/>
            <p:nvPr/>
          </p:nvSpPr>
          <p:spPr>
            <a:xfrm>
              <a:off x="8439043" y="2183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9" name="pt41079"/>
            <p:cNvSpPr/>
            <p:nvPr/>
          </p:nvSpPr>
          <p:spPr>
            <a:xfrm>
              <a:off x="8748753" y="1973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0" name="pt41080"/>
            <p:cNvSpPr/>
            <p:nvPr/>
          </p:nvSpPr>
          <p:spPr>
            <a:xfrm>
              <a:off x="8910892" y="2129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1" name="pt41081"/>
            <p:cNvSpPr/>
            <p:nvPr/>
          </p:nvSpPr>
          <p:spPr>
            <a:xfrm>
              <a:off x="9189492" y="1987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2" name="pt41082"/>
            <p:cNvSpPr/>
            <p:nvPr/>
          </p:nvSpPr>
          <p:spPr>
            <a:xfrm>
              <a:off x="9044397" y="1953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3" name="pt41083"/>
            <p:cNvSpPr/>
            <p:nvPr/>
          </p:nvSpPr>
          <p:spPr>
            <a:xfrm>
              <a:off x="8705398" y="2071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4" name="pt41084"/>
            <p:cNvSpPr/>
            <p:nvPr/>
          </p:nvSpPr>
          <p:spPr>
            <a:xfrm>
              <a:off x="9120160" y="2105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5" name="pt41085"/>
            <p:cNvSpPr/>
            <p:nvPr/>
          </p:nvSpPr>
          <p:spPr>
            <a:xfrm>
              <a:off x="8688264" y="2367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6" name="pt41086"/>
            <p:cNvSpPr/>
            <p:nvPr/>
          </p:nvSpPr>
          <p:spPr>
            <a:xfrm>
              <a:off x="8879672" y="2054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7" name="pt41087"/>
            <p:cNvSpPr/>
            <p:nvPr/>
          </p:nvSpPr>
          <p:spPr>
            <a:xfrm>
              <a:off x="8761156" y="2234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8" name="pt41088"/>
            <p:cNvSpPr/>
            <p:nvPr/>
          </p:nvSpPr>
          <p:spPr>
            <a:xfrm>
              <a:off x="8879672" y="208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9" name="pt41089"/>
            <p:cNvSpPr/>
            <p:nvPr/>
          </p:nvSpPr>
          <p:spPr>
            <a:xfrm>
              <a:off x="8398928" y="2279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0" name="pt41090"/>
            <p:cNvSpPr/>
            <p:nvPr/>
          </p:nvSpPr>
          <p:spPr>
            <a:xfrm>
              <a:off x="9535645" y="1797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1" name="pt41091"/>
            <p:cNvSpPr/>
            <p:nvPr/>
          </p:nvSpPr>
          <p:spPr>
            <a:xfrm>
              <a:off x="8439043" y="2442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2" name="pt41092"/>
            <p:cNvSpPr/>
            <p:nvPr/>
          </p:nvSpPr>
          <p:spPr>
            <a:xfrm>
              <a:off x="9273294" y="1691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3" name="pt41093"/>
            <p:cNvSpPr/>
            <p:nvPr/>
          </p:nvSpPr>
          <p:spPr>
            <a:xfrm>
              <a:off x="8972124" y="2116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4" name="pt41094"/>
            <p:cNvSpPr/>
            <p:nvPr/>
          </p:nvSpPr>
          <p:spPr>
            <a:xfrm>
              <a:off x="8563654" y="2161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5" name="pt41095"/>
            <p:cNvSpPr/>
            <p:nvPr/>
          </p:nvSpPr>
          <p:spPr>
            <a:xfrm>
              <a:off x="9110981" y="2080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6" name="pt41096"/>
            <p:cNvSpPr/>
            <p:nvPr/>
          </p:nvSpPr>
          <p:spPr>
            <a:xfrm>
              <a:off x="8347210" y="235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7" name="pt41097"/>
            <p:cNvSpPr/>
            <p:nvPr/>
          </p:nvSpPr>
          <p:spPr>
            <a:xfrm>
              <a:off x="9212805" y="1793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8" name="pt41098"/>
            <p:cNvSpPr/>
            <p:nvPr/>
          </p:nvSpPr>
          <p:spPr>
            <a:xfrm>
              <a:off x="8471820" y="2447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9" name="pt41099"/>
            <p:cNvSpPr/>
            <p:nvPr/>
          </p:nvSpPr>
          <p:spPr>
            <a:xfrm>
              <a:off x="8728379" y="1998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0" name="pt41100"/>
            <p:cNvSpPr/>
            <p:nvPr/>
          </p:nvSpPr>
          <p:spPr>
            <a:xfrm>
              <a:off x="9877988" y="2496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1" name="pt41101"/>
            <p:cNvSpPr/>
            <p:nvPr/>
          </p:nvSpPr>
          <p:spPr>
            <a:xfrm>
              <a:off x="8580788" y="1952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2" name="pt41102"/>
            <p:cNvSpPr/>
            <p:nvPr/>
          </p:nvSpPr>
          <p:spPr>
            <a:xfrm>
              <a:off x="9057543" y="1785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3" name="pt41103"/>
            <p:cNvSpPr/>
            <p:nvPr/>
          </p:nvSpPr>
          <p:spPr>
            <a:xfrm>
              <a:off x="9439815" y="1893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4" name="pt41104"/>
            <p:cNvSpPr/>
            <p:nvPr/>
          </p:nvSpPr>
          <p:spPr>
            <a:xfrm>
              <a:off x="9035502" y="1843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5" name="pt41105"/>
            <p:cNvSpPr/>
            <p:nvPr/>
          </p:nvSpPr>
          <p:spPr>
            <a:xfrm>
              <a:off x="8544712" y="2321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6" name="pt41106"/>
            <p:cNvSpPr/>
            <p:nvPr/>
          </p:nvSpPr>
          <p:spPr>
            <a:xfrm>
              <a:off x="8897369" y="1938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7" name="pt41107"/>
            <p:cNvSpPr/>
            <p:nvPr/>
          </p:nvSpPr>
          <p:spPr>
            <a:xfrm>
              <a:off x="8821645" y="2178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8" name="pt41108"/>
            <p:cNvSpPr/>
            <p:nvPr/>
          </p:nvSpPr>
          <p:spPr>
            <a:xfrm>
              <a:off x="8471820" y="2362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9" name="pt41109"/>
            <p:cNvSpPr/>
            <p:nvPr/>
          </p:nvSpPr>
          <p:spPr>
            <a:xfrm>
              <a:off x="8688264" y="199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0" name="pt41110"/>
            <p:cNvSpPr/>
            <p:nvPr/>
          </p:nvSpPr>
          <p:spPr>
            <a:xfrm>
              <a:off x="9370394" y="2105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1" name="pt41111"/>
            <p:cNvSpPr/>
            <p:nvPr/>
          </p:nvSpPr>
          <p:spPr>
            <a:xfrm>
              <a:off x="9310188" y="214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2" name="pt41112"/>
            <p:cNvSpPr/>
            <p:nvPr/>
          </p:nvSpPr>
          <p:spPr>
            <a:xfrm>
              <a:off x="9780125" y="2640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3" name="pt41113"/>
            <p:cNvSpPr/>
            <p:nvPr/>
          </p:nvSpPr>
          <p:spPr>
            <a:xfrm>
              <a:off x="8888738" y="2119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4" name="pt41114"/>
            <p:cNvSpPr/>
            <p:nvPr/>
          </p:nvSpPr>
          <p:spPr>
            <a:xfrm>
              <a:off x="8821645" y="2036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5" name="pt41115"/>
            <p:cNvSpPr/>
            <p:nvPr/>
          </p:nvSpPr>
          <p:spPr>
            <a:xfrm>
              <a:off x="9097658" y="2143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6" name="pt41116"/>
            <p:cNvSpPr/>
            <p:nvPr/>
          </p:nvSpPr>
          <p:spPr>
            <a:xfrm>
              <a:off x="8721041" y="1991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7" name="pt41117"/>
            <p:cNvSpPr/>
            <p:nvPr/>
          </p:nvSpPr>
          <p:spPr>
            <a:xfrm>
              <a:off x="9149376" y="2077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8" name="pt41118"/>
            <p:cNvSpPr/>
            <p:nvPr/>
          </p:nvSpPr>
          <p:spPr>
            <a:xfrm>
              <a:off x="8471820" y="2340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9" name="pt41119"/>
            <p:cNvSpPr/>
            <p:nvPr/>
          </p:nvSpPr>
          <p:spPr>
            <a:xfrm>
              <a:off x="9203327" y="1804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0" name="pt41120"/>
            <p:cNvSpPr/>
            <p:nvPr/>
          </p:nvSpPr>
          <p:spPr>
            <a:xfrm>
              <a:off x="8398928" y="2269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1" name="pt41121"/>
            <p:cNvSpPr/>
            <p:nvPr/>
          </p:nvSpPr>
          <p:spPr>
            <a:xfrm>
              <a:off x="9639141" y="2091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2" name="pt41122"/>
            <p:cNvSpPr/>
            <p:nvPr/>
          </p:nvSpPr>
          <p:spPr>
            <a:xfrm>
              <a:off x="9236019" y="2082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3" name="pt41123"/>
            <p:cNvSpPr/>
            <p:nvPr/>
          </p:nvSpPr>
          <p:spPr>
            <a:xfrm>
              <a:off x="9541125" y="1586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4" name="pt41124"/>
            <p:cNvSpPr/>
            <p:nvPr/>
          </p:nvSpPr>
          <p:spPr>
            <a:xfrm>
              <a:off x="8798858" y="1964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5" name="pt41125"/>
            <p:cNvSpPr/>
            <p:nvPr/>
          </p:nvSpPr>
          <p:spPr>
            <a:xfrm>
              <a:off x="9124182" y="1947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6" name="pt41126"/>
            <p:cNvSpPr/>
            <p:nvPr/>
          </p:nvSpPr>
          <p:spPr>
            <a:xfrm>
              <a:off x="9127336" y="2020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7" name="pt41127"/>
            <p:cNvSpPr/>
            <p:nvPr/>
          </p:nvSpPr>
          <p:spPr>
            <a:xfrm>
              <a:off x="8783657" y="2246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8" name="pt41128"/>
            <p:cNvSpPr/>
            <p:nvPr/>
          </p:nvSpPr>
          <p:spPr>
            <a:xfrm>
              <a:off x="8958659" y="2248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9" name="pt41129"/>
            <p:cNvSpPr/>
            <p:nvPr/>
          </p:nvSpPr>
          <p:spPr>
            <a:xfrm>
              <a:off x="8778290" y="1985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0" name="pt41130"/>
            <p:cNvSpPr/>
            <p:nvPr/>
          </p:nvSpPr>
          <p:spPr>
            <a:xfrm>
              <a:off x="8648148" y="2376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1" name="pt41131"/>
            <p:cNvSpPr/>
            <p:nvPr/>
          </p:nvSpPr>
          <p:spPr>
            <a:xfrm>
              <a:off x="9439815" y="2014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2" name="pt41132"/>
            <p:cNvSpPr/>
            <p:nvPr/>
          </p:nvSpPr>
          <p:spPr>
            <a:xfrm>
              <a:off x="9427147" y="1888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3" name="pt41133"/>
            <p:cNvSpPr/>
            <p:nvPr/>
          </p:nvSpPr>
          <p:spPr>
            <a:xfrm>
              <a:off x="8705398" y="2225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4" name="pt41134"/>
            <p:cNvSpPr/>
            <p:nvPr/>
          </p:nvSpPr>
          <p:spPr>
            <a:xfrm>
              <a:off x="8705398" y="2351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5" name="pt41135"/>
            <p:cNvSpPr/>
            <p:nvPr/>
          </p:nvSpPr>
          <p:spPr>
            <a:xfrm>
              <a:off x="9282758" y="1909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6" name="pt41136"/>
            <p:cNvSpPr/>
            <p:nvPr/>
          </p:nvSpPr>
          <p:spPr>
            <a:xfrm>
              <a:off x="8347210" y="2372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7" name="pt41137"/>
            <p:cNvSpPr/>
            <p:nvPr/>
          </p:nvSpPr>
          <p:spPr>
            <a:xfrm>
              <a:off x="8471820" y="2317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8" name="pt41138"/>
            <p:cNvSpPr/>
            <p:nvPr/>
          </p:nvSpPr>
          <p:spPr>
            <a:xfrm>
              <a:off x="8624143" y="2439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9" name="pt41139"/>
            <p:cNvSpPr/>
            <p:nvPr/>
          </p:nvSpPr>
          <p:spPr>
            <a:xfrm>
              <a:off x="8863465" y="2207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0" name="pt41140"/>
            <p:cNvSpPr/>
            <p:nvPr/>
          </p:nvSpPr>
          <p:spPr>
            <a:xfrm>
              <a:off x="9497514" y="2588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1" name="pt41141"/>
            <p:cNvSpPr/>
            <p:nvPr/>
          </p:nvSpPr>
          <p:spPr>
            <a:xfrm>
              <a:off x="8930613" y="1868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2" name="pt41142"/>
            <p:cNvSpPr/>
            <p:nvPr/>
          </p:nvSpPr>
          <p:spPr>
            <a:xfrm>
              <a:off x="8659047" y="2356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3" name="pt41143"/>
            <p:cNvSpPr/>
            <p:nvPr/>
          </p:nvSpPr>
          <p:spPr>
            <a:xfrm>
              <a:off x="8471820" y="2489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4" name="pt41144"/>
            <p:cNvSpPr/>
            <p:nvPr/>
          </p:nvSpPr>
          <p:spPr>
            <a:xfrm>
              <a:off x="9026144" y="1966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5" name="pt41145"/>
            <p:cNvSpPr/>
            <p:nvPr/>
          </p:nvSpPr>
          <p:spPr>
            <a:xfrm>
              <a:off x="9002725" y="1879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6" name="pt41146"/>
            <p:cNvSpPr/>
            <p:nvPr/>
          </p:nvSpPr>
          <p:spPr>
            <a:xfrm>
              <a:off x="8347210" y="2041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7" name="pt41147"/>
            <p:cNvSpPr/>
            <p:nvPr/>
          </p:nvSpPr>
          <p:spPr>
            <a:xfrm>
              <a:off x="8398928" y="2379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8" name="pt41148"/>
            <p:cNvSpPr/>
            <p:nvPr/>
          </p:nvSpPr>
          <p:spPr>
            <a:xfrm>
              <a:off x="8910892" y="2115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9" name="pt41149"/>
            <p:cNvSpPr/>
            <p:nvPr/>
          </p:nvSpPr>
          <p:spPr>
            <a:xfrm>
              <a:off x="8834048" y="1970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0" name="pt41150"/>
            <p:cNvSpPr/>
            <p:nvPr/>
          </p:nvSpPr>
          <p:spPr>
            <a:xfrm>
              <a:off x="9325618" y="2036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1" name="pt41151"/>
            <p:cNvSpPr/>
            <p:nvPr/>
          </p:nvSpPr>
          <p:spPr>
            <a:xfrm>
              <a:off x="8688264" y="218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2" name="pt41152"/>
            <p:cNvSpPr/>
            <p:nvPr/>
          </p:nvSpPr>
          <p:spPr>
            <a:xfrm>
              <a:off x="8748753" y="2074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3" name="pt41153"/>
            <p:cNvSpPr/>
            <p:nvPr/>
          </p:nvSpPr>
          <p:spPr>
            <a:xfrm>
              <a:off x="8274318" y="2329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4" name="pt41154"/>
            <p:cNvSpPr/>
            <p:nvPr/>
          </p:nvSpPr>
          <p:spPr>
            <a:xfrm>
              <a:off x="8788868" y="1952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5" name="pt41155"/>
            <p:cNvSpPr/>
            <p:nvPr/>
          </p:nvSpPr>
          <p:spPr>
            <a:xfrm>
              <a:off x="8563654" y="2236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6" name="pt41156"/>
            <p:cNvSpPr/>
            <p:nvPr/>
          </p:nvSpPr>
          <p:spPr>
            <a:xfrm>
              <a:off x="9367540" y="2104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7" name="pt41157"/>
            <p:cNvSpPr/>
            <p:nvPr/>
          </p:nvSpPr>
          <p:spPr>
            <a:xfrm>
              <a:off x="9191144" y="2118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8" name="pt41158"/>
            <p:cNvSpPr/>
            <p:nvPr/>
          </p:nvSpPr>
          <p:spPr>
            <a:xfrm>
              <a:off x="8954618" y="2319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9" name="pt41159"/>
            <p:cNvSpPr/>
            <p:nvPr/>
          </p:nvSpPr>
          <p:spPr>
            <a:xfrm>
              <a:off x="9136479" y="1975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0" name="pt41160"/>
            <p:cNvSpPr/>
            <p:nvPr/>
          </p:nvSpPr>
          <p:spPr>
            <a:xfrm>
              <a:off x="9363383" y="1998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1" name="pt41161"/>
            <p:cNvSpPr/>
            <p:nvPr/>
          </p:nvSpPr>
          <p:spPr>
            <a:xfrm>
              <a:off x="8439043" y="2310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2" name="pt41162"/>
            <p:cNvSpPr/>
            <p:nvPr/>
          </p:nvSpPr>
          <p:spPr>
            <a:xfrm>
              <a:off x="8610820" y="2219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3" name="pt41163"/>
            <p:cNvSpPr/>
            <p:nvPr/>
          </p:nvSpPr>
          <p:spPr>
            <a:xfrm>
              <a:off x="9363803" y="196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4" name="pt41164"/>
            <p:cNvSpPr/>
            <p:nvPr/>
          </p:nvSpPr>
          <p:spPr>
            <a:xfrm>
              <a:off x="8439043" y="2103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5" name="pt41165"/>
            <p:cNvSpPr/>
            <p:nvPr/>
          </p:nvSpPr>
          <p:spPr>
            <a:xfrm>
              <a:off x="9395106" y="2190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6" name="pt41166"/>
            <p:cNvSpPr/>
            <p:nvPr/>
          </p:nvSpPr>
          <p:spPr>
            <a:xfrm>
              <a:off x="9066533" y="1792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7" name="pt41167"/>
            <p:cNvSpPr/>
            <p:nvPr/>
          </p:nvSpPr>
          <p:spPr>
            <a:xfrm>
              <a:off x="9247994" y="1883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8" name="pt41168"/>
            <p:cNvSpPr/>
            <p:nvPr/>
          </p:nvSpPr>
          <p:spPr>
            <a:xfrm>
              <a:off x="8347210" y="2449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9" name="pt41169"/>
            <p:cNvSpPr/>
            <p:nvPr/>
          </p:nvSpPr>
          <p:spPr>
            <a:xfrm>
              <a:off x="9482767" y="2568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0" name="pt41170"/>
            <p:cNvSpPr/>
            <p:nvPr/>
          </p:nvSpPr>
          <p:spPr>
            <a:xfrm>
              <a:off x="8439043" y="2251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1" name="pt41171"/>
            <p:cNvSpPr/>
            <p:nvPr/>
          </p:nvSpPr>
          <p:spPr>
            <a:xfrm>
              <a:off x="9110981" y="1929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2" name="pt41172"/>
            <p:cNvSpPr/>
            <p:nvPr/>
          </p:nvSpPr>
          <p:spPr>
            <a:xfrm>
              <a:off x="8821645" y="2040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3" name="pt41173"/>
            <p:cNvSpPr/>
            <p:nvPr/>
          </p:nvSpPr>
          <p:spPr>
            <a:xfrm>
              <a:off x="8439043" y="2136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4" name="pt41174"/>
            <p:cNvSpPr/>
            <p:nvPr/>
          </p:nvSpPr>
          <p:spPr>
            <a:xfrm>
              <a:off x="9497514" y="2608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5" name="pt41175"/>
            <p:cNvSpPr/>
            <p:nvPr/>
          </p:nvSpPr>
          <p:spPr>
            <a:xfrm>
              <a:off x="8274318" y="2366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6" name="pt41176"/>
            <p:cNvSpPr/>
            <p:nvPr/>
          </p:nvSpPr>
          <p:spPr>
            <a:xfrm>
              <a:off x="8636546" y="2532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7" name="pt41177"/>
            <p:cNvSpPr/>
            <p:nvPr/>
          </p:nvSpPr>
          <p:spPr>
            <a:xfrm>
              <a:off x="9427147" y="1793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8" name="pt41178"/>
            <p:cNvSpPr/>
            <p:nvPr/>
          </p:nvSpPr>
          <p:spPr>
            <a:xfrm>
              <a:off x="8523538" y="2392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9" name="pt41179"/>
            <p:cNvSpPr/>
            <p:nvPr/>
          </p:nvSpPr>
          <p:spPr>
            <a:xfrm>
              <a:off x="8471820" y="2440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0" name="pt41180"/>
            <p:cNvSpPr/>
            <p:nvPr/>
          </p:nvSpPr>
          <p:spPr>
            <a:xfrm>
              <a:off x="8761156" y="2214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1" name="pt41181"/>
            <p:cNvSpPr/>
            <p:nvPr/>
          </p:nvSpPr>
          <p:spPr>
            <a:xfrm>
              <a:off x="8274318" y="2337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2" name="pt41182"/>
            <p:cNvSpPr/>
            <p:nvPr/>
          </p:nvSpPr>
          <p:spPr>
            <a:xfrm>
              <a:off x="8930613" y="1879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3" name="pt41183"/>
            <p:cNvSpPr/>
            <p:nvPr/>
          </p:nvSpPr>
          <p:spPr>
            <a:xfrm>
              <a:off x="8648148" y="2356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4" name="pt41184"/>
            <p:cNvSpPr/>
            <p:nvPr/>
          </p:nvSpPr>
          <p:spPr>
            <a:xfrm>
              <a:off x="9039368" y="1741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5" name="pt41185"/>
            <p:cNvSpPr/>
            <p:nvPr/>
          </p:nvSpPr>
          <p:spPr>
            <a:xfrm>
              <a:off x="9233005" y="2303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6" name="pt41186"/>
            <p:cNvSpPr/>
            <p:nvPr/>
          </p:nvSpPr>
          <p:spPr>
            <a:xfrm>
              <a:off x="9005825" y="1663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7" name="pt41187"/>
            <p:cNvSpPr/>
            <p:nvPr/>
          </p:nvSpPr>
          <p:spPr>
            <a:xfrm>
              <a:off x="8523538" y="2485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8" name="pt41188"/>
            <p:cNvSpPr/>
            <p:nvPr/>
          </p:nvSpPr>
          <p:spPr>
            <a:xfrm>
              <a:off x="9597877" y="2287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9" name="pt41189"/>
            <p:cNvSpPr/>
            <p:nvPr/>
          </p:nvSpPr>
          <p:spPr>
            <a:xfrm>
              <a:off x="8772758" y="2204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0" name="pt41190"/>
            <p:cNvSpPr/>
            <p:nvPr/>
          </p:nvSpPr>
          <p:spPr>
            <a:xfrm>
              <a:off x="8721041" y="2116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1" name="pt41191"/>
            <p:cNvSpPr/>
            <p:nvPr/>
          </p:nvSpPr>
          <p:spPr>
            <a:xfrm>
              <a:off x="8964553" y="2275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2" name="pt41192"/>
            <p:cNvSpPr/>
            <p:nvPr/>
          </p:nvSpPr>
          <p:spPr>
            <a:xfrm>
              <a:off x="9143758" y="2139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3" name="pt41193"/>
            <p:cNvSpPr/>
            <p:nvPr/>
          </p:nvSpPr>
          <p:spPr>
            <a:xfrm>
              <a:off x="8954618" y="2346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4" name="pt41194"/>
            <p:cNvSpPr/>
            <p:nvPr/>
          </p:nvSpPr>
          <p:spPr>
            <a:xfrm>
              <a:off x="9563530" y="2500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5" name="pt41195"/>
            <p:cNvSpPr/>
            <p:nvPr/>
          </p:nvSpPr>
          <p:spPr>
            <a:xfrm>
              <a:off x="9537091" y="1654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6" name="pt41196"/>
            <p:cNvSpPr/>
            <p:nvPr/>
          </p:nvSpPr>
          <p:spPr>
            <a:xfrm>
              <a:off x="8659047" y="2343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7" name="pt41197"/>
            <p:cNvSpPr/>
            <p:nvPr/>
          </p:nvSpPr>
          <p:spPr>
            <a:xfrm>
              <a:off x="8274318" y="2447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8" name="pt41198"/>
            <p:cNvSpPr/>
            <p:nvPr/>
          </p:nvSpPr>
          <p:spPr>
            <a:xfrm>
              <a:off x="9223646" y="1947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9" name="pt41199"/>
            <p:cNvSpPr/>
            <p:nvPr/>
          </p:nvSpPr>
          <p:spPr>
            <a:xfrm>
              <a:off x="8834048" y="1998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0" name="pt41200"/>
            <p:cNvSpPr/>
            <p:nvPr/>
          </p:nvSpPr>
          <p:spPr>
            <a:xfrm>
              <a:off x="9110981" y="2044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1" name="pt41201"/>
            <p:cNvSpPr/>
            <p:nvPr/>
          </p:nvSpPr>
          <p:spPr>
            <a:xfrm>
              <a:off x="9116046" y="2045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2" name="pt41202"/>
            <p:cNvSpPr/>
            <p:nvPr/>
          </p:nvSpPr>
          <p:spPr>
            <a:xfrm>
              <a:off x="9077174" y="1961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3" name="pt41203"/>
            <p:cNvSpPr/>
            <p:nvPr/>
          </p:nvSpPr>
          <p:spPr>
            <a:xfrm>
              <a:off x="9313270" y="2126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4" name="pt41204"/>
            <p:cNvSpPr/>
            <p:nvPr/>
          </p:nvSpPr>
          <p:spPr>
            <a:xfrm>
              <a:off x="9044397" y="2174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5" name="pt41205"/>
            <p:cNvSpPr/>
            <p:nvPr/>
          </p:nvSpPr>
          <p:spPr>
            <a:xfrm>
              <a:off x="8398928" y="2485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6" name="pt41206"/>
            <p:cNvSpPr/>
            <p:nvPr/>
          </p:nvSpPr>
          <p:spPr>
            <a:xfrm>
              <a:off x="8954618" y="233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7" name="pt41207"/>
            <p:cNvSpPr/>
            <p:nvPr/>
          </p:nvSpPr>
          <p:spPr>
            <a:xfrm>
              <a:off x="8636546" y="2397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8" name="pt41208"/>
            <p:cNvSpPr/>
            <p:nvPr/>
          </p:nvSpPr>
          <p:spPr>
            <a:xfrm>
              <a:off x="8821645" y="2060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9" name="pt41209"/>
            <p:cNvSpPr/>
            <p:nvPr/>
          </p:nvSpPr>
          <p:spPr>
            <a:xfrm>
              <a:off x="8735430" y="210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0" name="pt41210"/>
            <p:cNvSpPr/>
            <p:nvPr/>
          </p:nvSpPr>
          <p:spPr>
            <a:xfrm>
              <a:off x="8471820" y="2478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1" name="pt41211"/>
            <p:cNvSpPr/>
            <p:nvPr/>
          </p:nvSpPr>
          <p:spPr>
            <a:xfrm>
              <a:off x="9005825" y="1708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2" name="pt41212"/>
            <p:cNvSpPr/>
            <p:nvPr/>
          </p:nvSpPr>
          <p:spPr>
            <a:xfrm>
              <a:off x="8659047" y="2328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3" name="pt41213"/>
            <p:cNvSpPr/>
            <p:nvPr/>
          </p:nvSpPr>
          <p:spPr>
            <a:xfrm>
              <a:off x="9030214" y="173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4" name="pt41214"/>
            <p:cNvSpPr/>
            <p:nvPr/>
          </p:nvSpPr>
          <p:spPr>
            <a:xfrm>
              <a:off x="8398928" y="2471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5" name="pt41215"/>
            <p:cNvSpPr/>
            <p:nvPr/>
          </p:nvSpPr>
          <p:spPr>
            <a:xfrm>
              <a:off x="8679043" y="2303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6" name="pt41216"/>
            <p:cNvSpPr/>
            <p:nvPr/>
          </p:nvSpPr>
          <p:spPr>
            <a:xfrm>
              <a:off x="9317391" y="2163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7" name="pt41217"/>
            <p:cNvSpPr/>
            <p:nvPr/>
          </p:nvSpPr>
          <p:spPr>
            <a:xfrm>
              <a:off x="8398928" y="2468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8" name="pt41218"/>
            <p:cNvSpPr/>
            <p:nvPr/>
          </p:nvSpPr>
          <p:spPr>
            <a:xfrm>
              <a:off x="8398928" y="2438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9" name="pt41219"/>
            <p:cNvSpPr/>
            <p:nvPr/>
          </p:nvSpPr>
          <p:spPr>
            <a:xfrm>
              <a:off x="8439043" y="2563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0" name="pt41220"/>
            <p:cNvSpPr/>
            <p:nvPr/>
          </p:nvSpPr>
          <p:spPr>
            <a:xfrm>
              <a:off x="9115211" y="2021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1" name="pt41221"/>
            <p:cNvSpPr/>
            <p:nvPr/>
          </p:nvSpPr>
          <p:spPr>
            <a:xfrm>
              <a:off x="8705398" y="2198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2" name="pt41222"/>
            <p:cNvSpPr/>
            <p:nvPr/>
          </p:nvSpPr>
          <p:spPr>
            <a:xfrm>
              <a:off x="9247994" y="1909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3" name="pt41223"/>
            <p:cNvSpPr/>
            <p:nvPr/>
          </p:nvSpPr>
          <p:spPr>
            <a:xfrm>
              <a:off x="9190595" y="2059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4" name="pt41224"/>
            <p:cNvSpPr/>
            <p:nvPr/>
          </p:nvSpPr>
          <p:spPr>
            <a:xfrm>
              <a:off x="8783657" y="2180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5" name="pt41225"/>
            <p:cNvSpPr/>
            <p:nvPr/>
          </p:nvSpPr>
          <p:spPr>
            <a:xfrm>
              <a:off x="8499532" y="2316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6" name="pt41226"/>
            <p:cNvSpPr/>
            <p:nvPr/>
          </p:nvSpPr>
          <p:spPr>
            <a:xfrm>
              <a:off x="9049289" y="2219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7" name="pt41227"/>
            <p:cNvSpPr/>
            <p:nvPr/>
          </p:nvSpPr>
          <p:spPr>
            <a:xfrm>
              <a:off x="9048079" y="2109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8" name="pt41228"/>
            <p:cNvSpPr/>
            <p:nvPr/>
          </p:nvSpPr>
          <p:spPr>
            <a:xfrm>
              <a:off x="8610820" y="1920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9" name="pt41229"/>
            <p:cNvSpPr/>
            <p:nvPr/>
          </p:nvSpPr>
          <p:spPr>
            <a:xfrm>
              <a:off x="8659047" y="2490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0" name="pt41230"/>
            <p:cNvSpPr/>
            <p:nvPr/>
          </p:nvSpPr>
          <p:spPr>
            <a:xfrm>
              <a:off x="8471820" y="2352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1" name="pt41231"/>
            <p:cNvSpPr/>
            <p:nvPr/>
          </p:nvSpPr>
          <p:spPr>
            <a:xfrm>
              <a:off x="9124182" y="1954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2" name="pt41232"/>
            <p:cNvSpPr/>
            <p:nvPr/>
          </p:nvSpPr>
          <p:spPr>
            <a:xfrm>
              <a:off x="8471820" y="261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3" name="pt41233"/>
            <p:cNvSpPr/>
            <p:nvPr/>
          </p:nvSpPr>
          <p:spPr>
            <a:xfrm>
              <a:off x="9490707" y="2349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4" name="pt41234"/>
            <p:cNvSpPr/>
            <p:nvPr/>
          </p:nvSpPr>
          <p:spPr>
            <a:xfrm>
              <a:off x="8274318" y="2626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5" name="pt41235"/>
            <p:cNvSpPr/>
            <p:nvPr/>
          </p:nvSpPr>
          <p:spPr>
            <a:xfrm>
              <a:off x="8821645" y="2020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6" name="pt41236"/>
            <p:cNvSpPr/>
            <p:nvPr/>
          </p:nvSpPr>
          <p:spPr>
            <a:xfrm>
              <a:off x="8439043" y="226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7" name="pt41237"/>
            <p:cNvSpPr/>
            <p:nvPr/>
          </p:nvSpPr>
          <p:spPr>
            <a:xfrm>
              <a:off x="9563530" y="2395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8" name="pt41238"/>
            <p:cNvSpPr/>
            <p:nvPr/>
          </p:nvSpPr>
          <p:spPr>
            <a:xfrm>
              <a:off x="9227269" y="2102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9" name="pt41239"/>
            <p:cNvSpPr/>
            <p:nvPr/>
          </p:nvSpPr>
          <p:spPr>
            <a:xfrm>
              <a:off x="9070866" y="2003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0" name="pt41240"/>
            <p:cNvSpPr/>
            <p:nvPr/>
          </p:nvSpPr>
          <p:spPr>
            <a:xfrm>
              <a:off x="9644546" y="2514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1" name="pt41241"/>
            <p:cNvSpPr/>
            <p:nvPr/>
          </p:nvSpPr>
          <p:spPr>
            <a:xfrm>
              <a:off x="8471820" y="2391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2" name="pt41242"/>
            <p:cNvSpPr/>
            <p:nvPr/>
          </p:nvSpPr>
          <p:spPr>
            <a:xfrm>
              <a:off x="8471820" y="2237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3" name="pt41243"/>
            <p:cNvSpPr/>
            <p:nvPr/>
          </p:nvSpPr>
          <p:spPr>
            <a:xfrm>
              <a:off x="8755061" y="2162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4" name="pt41244"/>
            <p:cNvSpPr/>
            <p:nvPr/>
          </p:nvSpPr>
          <p:spPr>
            <a:xfrm>
              <a:off x="8544712" y="238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5" name="pt41245"/>
            <p:cNvSpPr/>
            <p:nvPr/>
          </p:nvSpPr>
          <p:spPr>
            <a:xfrm>
              <a:off x="9086240" y="1920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6" name="pt41246"/>
            <p:cNvSpPr/>
            <p:nvPr/>
          </p:nvSpPr>
          <p:spPr>
            <a:xfrm>
              <a:off x="8544712" y="2346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7" name="pt41247"/>
            <p:cNvSpPr/>
            <p:nvPr/>
          </p:nvSpPr>
          <p:spPr>
            <a:xfrm>
              <a:off x="9707347" y="1660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8" name="pt41248"/>
            <p:cNvSpPr/>
            <p:nvPr/>
          </p:nvSpPr>
          <p:spPr>
            <a:xfrm>
              <a:off x="8274318" y="2328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9" name="pt41249"/>
            <p:cNvSpPr/>
            <p:nvPr/>
          </p:nvSpPr>
          <p:spPr>
            <a:xfrm>
              <a:off x="8471820" y="2326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0" name="pt41250"/>
            <p:cNvSpPr/>
            <p:nvPr/>
          </p:nvSpPr>
          <p:spPr>
            <a:xfrm>
              <a:off x="9040639" y="1770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1" name="pt41251"/>
            <p:cNvSpPr/>
            <p:nvPr/>
          </p:nvSpPr>
          <p:spPr>
            <a:xfrm>
              <a:off x="8398928" y="2407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2" name="pt41252"/>
            <p:cNvSpPr/>
            <p:nvPr/>
          </p:nvSpPr>
          <p:spPr>
            <a:xfrm>
              <a:off x="8563654" y="2289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3" name="pt41253"/>
            <p:cNvSpPr/>
            <p:nvPr/>
          </p:nvSpPr>
          <p:spPr>
            <a:xfrm>
              <a:off x="8705398" y="2013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4" name="pt41254"/>
            <p:cNvSpPr/>
            <p:nvPr/>
          </p:nvSpPr>
          <p:spPr>
            <a:xfrm>
              <a:off x="9049289" y="217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5" name="pt41255"/>
            <p:cNvSpPr/>
            <p:nvPr/>
          </p:nvSpPr>
          <p:spPr>
            <a:xfrm>
              <a:off x="8923469" y="1984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6" name="pt41256"/>
            <p:cNvSpPr/>
            <p:nvPr/>
          </p:nvSpPr>
          <p:spPr>
            <a:xfrm>
              <a:off x="9275707" y="1798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7" name="pt41257"/>
            <p:cNvSpPr/>
            <p:nvPr/>
          </p:nvSpPr>
          <p:spPr>
            <a:xfrm>
              <a:off x="8735430" y="2108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8" name="pt41258"/>
            <p:cNvSpPr/>
            <p:nvPr/>
          </p:nvSpPr>
          <p:spPr>
            <a:xfrm>
              <a:off x="8624143" y="2488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9" name="pt41259"/>
            <p:cNvSpPr/>
            <p:nvPr/>
          </p:nvSpPr>
          <p:spPr>
            <a:xfrm>
              <a:off x="8821645" y="2120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0" name="pt41260"/>
            <p:cNvSpPr/>
            <p:nvPr/>
          </p:nvSpPr>
          <p:spPr>
            <a:xfrm>
              <a:off x="9054052" y="2347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1" name="pt41261"/>
            <p:cNvSpPr/>
            <p:nvPr/>
          </p:nvSpPr>
          <p:spPr>
            <a:xfrm>
              <a:off x="9051686" y="2222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2" name="pt41262"/>
            <p:cNvSpPr/>
            <p:nvPr/>
          </p:nvSpPr>
          <p:spPr>
            <a:xfrm>
              <a:off x="9124182" y="2056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3" name="pt41263"/>
            <p:cNvSpPr/>
            <p:nvPr/>
          </p:nvSpPr>
          <p:spPr>
            <a:xfrm>
              <a:off x="8523538" y="2440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4" name="pt41264"/>
            <p:cNvSpPr/>
            <p:nvPr/>
          </p:nvSpPr>
          <p:spPr>
            <a:xfrm>
              <a:off x="8610820" y="2164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5" name="pt41265"/>
            <p:cNvSpPr/>
            <p:nvPr/>
          </p:nvSpPr>
          <p:spPr>
            <a:xfrm>
              <a:off x="9199706" y="2087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6" name="pt41266"/>
            <p:cNvSpPr/>
            <p:nvPr/>
          </p:nvSpPr>
          <p:spPr>
            <a:xfrm>
              <a:off x="8954618" y="221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7" name="pt41267"/>
            <p:cNvSpPr/>
            <p:nvPr/>
          </p:nvSpPr>
          <p:spPr>
            <a:xfrm>
              <a:off x="8870124" y="2110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8" name="pt41268"/>
            <p:cNvSpPr/>
            <p:nvPr/>
          </p:nvSpPr>
          <p:spPr>
            <a:xfrm>
              <a:off x="8439043" y="2307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9" name="pt41269"/>
            <p:cNvSpPr/>
            <p:nvPr/>
          </p:nvSpPr>
          <p:spPr>
            <a:xfrm>
              <a:off x="8761156" y="2302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0" name="pt41270"/>
            <p:cNvSpPr/>
            <p:nvPr/>
          </p:nvSpPr>
          <p:spPr>
            <a:xfrm>
              <a:off x="8923469" y="1988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1" name="pt41271"/>
            <p:cNvSpPr/>
            <p:nvPr/>
          </p:nvSpPr>
          <p:spPr>
            <a:xfrm>
              <a:off x="8930613" y="1792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2" name="pt41272"/>
            <p:cNvSpPr/>
            <p:nvPr/>
          </p:nvSpPr>
          <p:spPr>
            <a:xfrm>
              <a:off x="8274318" y="2508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3" name="pt41273"/>
            <p:cNvSpPr/>
            <p:nvPr/>
          </p:nvSpPr>
          <p:spPr>
            <a:xfrm>
              <a:off x="8439043" y="2265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4" name="pt41274"/>
            <p:cNvSpPr/>
            <p:nvPr/>
          </p:nvSpPr>
          <p:spPr>
            <a:xfrm>
              <a:off x="9049289" y="2135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5" name="pt41275"/>
            <p:cNvSpPr/>
            <p:nvPr/>
          </p:nvSpPr>
          <p:spPr>
            <a:xfrm>
              <a:off x="9379078" y="1987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6" name="pt41276"/>
            <p:cNvSpPr/>
            <p:nvPr/>
          </p:nvSpPr>
          <p:spPr>
            <a:xfrm>
              <a:off x="8398928" y="2460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7" name="pt41277"/>
            <p:cNvSpPr/>
            <p:nvPr/>
          </p:nvSpPr>
          <p:spPr>
            <a:xfrm>
              <a:off x="9482767" y="2230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8" name="pt41278"/>
            <p:cNvSpPr/>
            <p:nvPr/>
          </p:nvSpPr>
          <p:spPr>
            <a:xfrm>
              <a:off x="9032878" y="1599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9" name="pt41279"/>
            <p:cNvSpPr/>
            <p:nvPr/>
          </p:nvSpPr>
          <p:spPr>
            <a:xfrm>
              <a:off x="9065434" y="1791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0" name="pt41280"/>
            <p:cNvSpPr/>
            <p:nvPr/>
          </p:nvSpPr>
          <p:spPr>
            <a:xfrm>
              <a:off x="9071933" y="1999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1" name="pt41281"/>
            <p:cNvSpPr/>
            <p:nvPr/>
          </p:nvSpPr>
          <p:spPr>
            <a:xfrm>
              <a:off x="9110981" y="2033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2" name="pt41282"/>
            <p:cNvSpPr/>
            <p:nvPr/>
          </p:nvSpPr>
          <p:spPr>
            <a:xfrm>
              <a:off x="9313825" y="2131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3" name="pt41283"/>
            <p:cNvSpPr/>
            <p:nvPr/>
          </p:nvSpPr>
          <p:spPr>
            <a:xfrm>
              <a:off x="8742215" y="2172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4" name="pt41284"/>
            <p:cNvSpPr/>
            <p:nvPr/>
          </p:nvSpPr>
          <p:spPr>
            <a:xfrm>
              <a:off x="9223188" y="1851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5" name="pt41285"/>
            <p:cNvSpPr/>
            <p:nvPr/>
          </p:nvSpPr>
          <p:spPr>
            <a:xfrm>
              <a:off x="9026144" y="1722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6" name="pt41286"/>
            <p:cNvSpPr/>
            <p:nvPr/>
          </p:nvSpPr>
          <p:spPr>
            <a:xfrm>
              <a:off x="8274318" y="2549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7" name="pt41287"/>
            <p:cNvSpPr/>
            <p:nvPr/>
          </p:nvSpPr>
          <p:spPr>
            <a:xfrm>
              <a:off x="9074048" y="1802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8" name="pt41288"/>
            <p:cNvSpPr/>
            <p:nvPr/>
          </p:nvSpPr>
          <p:spPr>
            <a:xfrm>
              <a:off x="9328959" y="2174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9" name="pt41289"/>
            <p:cNvSpPr/>
            <p:nvPr/>
          </p:nvSpPr>
          <p:spPr>
            <a:xfrm>
              <a:off x="9297299" y="1792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0" name="pt41290"/>
            <p:cNvSpPr/>
            <p:nvPr/>
          </p:nvSpPr>
          <p:spPr>
            <a:xfrm>
              <a:off x="9124975" y="2073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1" name="pt41291"/>
            <p:cNvSpPr/>
            <p:nvPr/>
          </p:nvSpPr>
          <p:spPr>
            <a:xfrm>
              <a:off x="8778290" y="2162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2" name="pt41292"/>
            <p:cNvSpPr/>
            <p:nvPr/>
          </p:nvSpPr>
          <p:spPr>
            <a:xfrm>
              <a:off x="8941923" y="2032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3" name="pt41293"/>
            <p:cNvSpPr/>
            <p:nvPr/>
          </p:nvSpPr>
          <p:spPr>
            <a:xfrm>
              <a:off x="8274318" y="2345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4" name="pt41294"/>
            <p:cNvSpPr/>
            <p:nvPr/>
          </p:nvSpPr>
          <p:spPr>
            <a:xfrm>
              <a:off x="9143758" y="2073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5" name="pt41295"/>
            <p:cNvSpPr/>
            <p:nvPr/>
          </p:nvSpPr>
          <p:spPr>
            <a:xfrm>
              <a:off x="9219949" y="1913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6" name="pt41296"/>
            <p:cNvSpPr/>
            <p:nvPr/>
          </p:nvSpPr>
          <p:spPr>
            <a:xfrm>
              <a:off x="8347210" y="2336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7" name="pt41297"/>
            <p:cNvSpPr/>
            <p:nvPr/>
          </p:nvSpPr>
          <p:spPr>
            <a:xfrm>
              <a:off x="9097658" y="2082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8" name="pt41298"/>
            <p:cNvSpPr/>
            <p:nvPr/>
          </p:nvSpPr>
          <p:spPr>
            <a:xfrm>
              <a:off x="8274318" y="2476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9" name="pt41299"/>
            <p:cNvSpPr/>
            <p:nvPr/>
          </p:nvSpPr>
          <p:spPr>
            <a:xfrm>
              <a:off x="8610820" y="1938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0" name="pt41300"/>
            <p:cNvSpPr/>
            <p:nvPr/>
          </p:nvSpPr>
          <p:spPr>
            <a:xfrm>
              <a:off x="8748753" y="2040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1" name="pt41301"/>
            <p:cNvSpPr/>
            <p:nvPr/>
          </p:nvSpPr>
          <p:spPr>
            <a:xfrm>
              <a:off x="8610820" y="2034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2" name="pt41302"/>
            <p:cNvSpPr/>
            <p:nvPr/>
          </p:nvSpPr>
          <p:spPr>
            <a:xfrm>
              <a:off x="8439043" y="2252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3" name="pt41303"/>
            <p:cNvSpPr/>
            <p:nvPr/>
          </p:nvSpPr>
          <p:spPr>
            <a:xfrm>
              <a:off x="8783657" y="2142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4" name="pt41304"/>
            <p:cNvSpPr/>
            <p:nvPr/>
          </p:nvSpPr>
          <p:spPr>
            <a:xfrm>
              <a:off x="9442137" y="1899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5" name="pt41305"/>
            <p:cNvSpPr/>
            <p:nvPr/>
          </p:nvSpPr>
          <p:spPr>
            <a:xfrm>
              <a:off x="8544712" y="2436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6" name="pt41306"/>
            <p:cNvSpPr/>
            <p:nvPr/>
          </p:nvSpPr>
          <p:spPr>
            <a:xfrm>
              <a:off x="9442137" y="1808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7" name="pt41307"/>
            <p:cNvSpPr/>
            <p:nvPr/>
          </p:nvSpPr>
          <p:spPr>
            <a:xfrm>
              <a:off x="8347210" y="2400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8" name="pt41308"/>
            <p:cNvSpPr/>
            <p:nvPr/>
          </p:nvSpPr>
          <p:spPr>
            <a:xfrm>
              <a:off x="8803653" y="2103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9" name="pt41309"/>
            <p:cNvSpPr/>
            <p:nvPr/>
          </p:nvSpPr>
          <p:spPr>
            <a:xfrm>
              <a:off x="8563654" y="2251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0" name="pt41310"/>
            <p:cNvSpPr/>
            <p:nvPr/>
          </p:nvSpPr>
          <p:spPr>
            <a:xfrm>
              <a:off x="8713389" y="2193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1" name="pt41311"/>
            <p:cNvSpPr/>
            <p:nvPr/>
          </p:nvSpPr>
          <p:spPr>
            <a:xfrm>
              <a:off x="8439043" y="2342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2" name="pt41312"/>
            <p:cNvSpPr/>
            <p:nvPr/>
          </p:nvSpPr>
          <p:spPr>
            <a:xfrm>
              <a:off x="9074048" y="1821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3" name="pt41313"/>
            <p:cNvSpPr/>
            <p:nvPr/>
          </p:nvSpPr>
          <p:spPr>
            <a:xfrm>
              <a:off x="9179833" y="2039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4" name="pt41314"/>
            <p:cNvSpPr/>
            <p:nvPr/>
          </p:nvSpPr>
          <p:spPr>
            <a:xfrm>
              <a:off x="8879672" y="1955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5" name="pt41315"/>
            <p:cNvSpPr/>
            <p:nvPr/>
          </p:nvSpPr>
          <p:spPr>
            <a:xfrm>
              <a:off x="9124975" y="1952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6" name="pt41316"/>
            <p:cNvSpPr/>
            <p:nvPr/>
          </p:nvSpPr>
          <p:spPr>
            <a:xfrm>
              <a:off x="8274318" y="268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7" name="pt41317"/>
            <p:cNvSpPr/>
            <p:nvPr/>
          </p:nvSpPr>
          <p:spPr>
            <a:xfrm>
              <a:off x="9265854" y="2117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8" name="pt41318"/>
            <p:cNvSpPr/>
            <p:nvPr/>
          </p:nvSpPr>
          <p:spPr>
            <a:xfrm>
              <a:off x="8772758" y="2320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9" name="pt41319"/>
            <p:cNvSpPr/>
            <p:nvPr/>
          </p:nvSpPr>
          <p:spPr>
            <a:xfrm>
              <a:off x="8274318" y="2535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0" name="pt41320"/>
            <p:cNvSpPr/>
            <p:nvPr/>
          </p:nvSpPr>
          <p:spPr>
            <a:xfrm>
              <a:off x="8783657" y="2229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1" name="pt41321"/>
            <p:cNvSpPr/>
            <p:nvPr/>
          </p:nvSpPr>
          <p:spPr>
            <a:xfrm>
              <a:off x="8964553" y="2210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2" name="pt41322"/>
            <p:cNvSpPr/>
            <p:nvPr/>
          </p:nvSpPr>
          <p:spPr>
            <a:xfrm>
              <a:off x="9310188" y="2144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3" name="pt41323"/>
            <p:cNvSpPr/>
            <p:nvPr/>
          </p:nvSpPr>
          <p:spPr>
            <a:xfrm>
              <a:off x="8735430" y="2010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4" name="pt41324"/>
            <p:cNvSpPr/>
            <p:nvPr/>
          </p:nvSpPr>
          <p:spPr>
            <a:xfrm>
              <a:off x="8817313" y="1958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5" name="pt41325"/>
            <p:cNvSpPr/>
            <p:nvPr/>
          </p:nvSpPr>
          <p:spPr>
            <a:xfrm>
              <a:off x="8882745" y="2135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6" name="pt41326"/>
            <p:cNvSpPr/>
            <p:nvPr/>
          </p:nvSpPr>
          <p:spPr>
            <a:xfrm>
              <a:off x="8610820" y="217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7" name="pt41327"/>
            <p:cNvSpPr/>
            <p:nvPr/>
          </p:nvSpPr>
          <p:spPr>
            <a:xfrm>
              <a:off x="8954618" y="2352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8" name="pt41328"/>
            <p:cNvSpPr/>
            <p:nvPr/>
          </p:nvSpPr>
          <p:spPr>
            <a:xfrm>
              <a:off x="8910892" y="2092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9" name="pt41329"/>
            <p:cNvSpPr/>
            <p:nvPr/>
          </p:nvSpPr>
          <p:spPr>
            <a:xfrm>
              <a:off x="8471820" y="2130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0" name="pt41330"/>
            <p:cNvSpPr/>
            <p:nvPr/>
          </p:nvSpPr>
          <p:spPr>
            <a:xfrm>
              <a:off x="8921023" y="1771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1" name="pt41331"/>
            <p:cNvSpPr/>
            <p:nvPr/>
          </p:nvSpPr>
          <p:spPr>
            <a:xfrm>
              <a:off x="8783657" y="2173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2" name="pt41332"/>
            <p:cNvSpPr/>
            <p:nvPr/>
          </p:nvSpPr>
          <p:spPr>
            <a:xfrm>
              <a:off x="9097658" y="2009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3" name="pt41333"/>
            <p:cNvSpPr/>
            <p:nvPr/>
          </p:nvSpPr>
          <p:spPr>
            <a:xfrm>
              <a:off x="9527393" y="1644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4" name="pt41334"/>
            <p:cNvSpPr/>
            <p:nvPr/>
          </p:nvSpPr>
          <p:spPr>
            <a:xfrm>
              <a:off x="9103999" y="2088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5" name="pt41335"/>
            <p:cNvSpPr/>
            <p:nvPr/>
          </p:nvSpPr>
          <p:spPr>
            <a:xfrm>
              <a:off x="8636546" y="2381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6" name="pt41336"/>
            <p:cNvSpPr/>
            <p:nvPr/>
          </p:nvSpPr>
          <p:spPr>
            <a:xfrm>
              <a:off x="9027511" y="1765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7" name="pt41337"/>
            <p:cNvSpPr/>
            <p:nvPr/>
          </p:nvSpPr>
          <p:spPr>
            <a:xfrm>
              <a:off x="8347210" y="2292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8" name="pt41338"/>
            <p:cNvSpPr/>
            <p:nvPr/>
          </p:nvSpPr>
          <p:spPr>
            <a:xfrm>
              <a:off x="8964553" y="223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9" name="pt41339"/>
            <p:cNvSpPr/>
            <p:nvPr/>
          </p:nvSpPr>
          <p:spPr>
            <a:xfrm>
              <a:off x="9097658" y="2044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0" name="pt41340"/>
            <p:cNvSpPr/>
            <p:nvPr/>
          </p:nvSpPr>
          <p:spPr>
            <a:xfrm>
              <a:off x="8888738" y="2147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1" name="pt41341"/>
            <p:cNvSpPr/>
            <p:nvPr/>
          </p:nvSpPr>
          <p:spPr>
            <a:xfrm>
              <a:off x="9525526" y="1697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2" name="pt41342"/>
            <p:cNvSpPr/>
            <p:nvPr/>
          </p:nvSpPr>
          <p:spPr>
            <a:xfrm>
              <a:off x="8523538" y="2451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3" name="pt41343"/>
            <p:cNvSpPr/>
            <p:nvPr/>
          </p:nvSpPr>
          <p:spPr>
            <a:xfrm>
              <a:off x="9285697" y="177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4" name="pt41344"/>
            <p:cNvSpPr/>
            <p:nvPr/>
          </p:nvSpPr>
          <p:spPr>
            <a:xfrm>
              <a:off x="9181576" y="2015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5" name="pt41345"/>
            <p:cNvSpPr/>
            <p:nvPr/>
          </p:nvSpPr>
          <p:spPr>
            <a:xfrm>
              <a:off x="9689893" y="1377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6" name="pt41346"/>
            <p:cNvSpPr/>
            <p:nvPr/>
          </p:nvSpPr>
          <p:spPr>
            <a:xfrm>
              <a:off x="8778290" y="2074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7" name="pt41347"/>
            <p:cNvSpPr/>
            <p:nvPr/>
          </p:nvSpPr>
          <p:spPr>
            <a:xfrm>
              <a:off x="8563654" y="2134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8" name="pt41348"/>
            <p:cNvSpPr/>
            <p:nvPr/>
          </p:nvSpPr>
          <p:spPr>
            <a:xfrm>
              <a:off x="9110981" y="2074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9" name="pt41349"/>
            <p:cNvSpPr/>
            <p:nvPr/>
          </p:nvSpPr>
          <p:spPr>
            <a:xfrm>
              <a:off x="8939717" y="2017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0" name="pt41350"/>
            <p:cNvSpPr/>
            <p:nvPr/>
          </p:nvSpPr>
          <p:spPr>
            <a:xfrm>
              <a:off x="8783657" y="2119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1" name="pt41351"/>
            <p:cNvSpPr/>
            <p:nvPr/>
          </p:nvSpPr>
          <p:spPr>
            <a:xfrm>
              <a:off x="9448796" y="1913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2" name="pt41352"/>
            <p:cNvSpPr/>
            <p:nvPr/>
          </p:nvSpPr>
          <p:spPr>
            <a:xfrm>
              <a:off x="9413835" y="1884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3" name="pt41353"/>
            <p:cNvSpPr/>
            <p:nvPr/>
          </p:nvSpPr>
          <p:spPr>
            <a:xfrm>
              <a:off x="9127336" y="1926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4" name="pt41354"/>
            <p:cNvSpPr/>
            <p:nvPr/>
          </p:nvSpPr>
          <p:spPr>
            <a:xfrm>
              <a:off x="8748753" y="2074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5" name="pt41355"/>
            <p:cNvSpPr/>
            <p:nvPr/>
          </p:nvSpPr>
          <p:spPr>
            <a:xfrm>
              <a:off x="9367540" y="1960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6" name="pt41356"/>
            <p:cNvSpPr/>
            <p:nvPr/>
          </p:nvSpPr>
          <p:spPr>
            <a:xfrm>
              <a:off x="9044397" y="1993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7" name="pt41357"/>
            <p:cNvSpPr/>
            <p:nvPr/>
          </p:nvSpPr>
          <p:spPr>
            <a:xfrm>
              <a:off x="8439043" y="2216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8" name="pt41358"/>
            <p:cNvSpPr/>
            <p:nvPr/>
          </p:nvSpPr>
          <p:spPr>
            <a:xfrm>
              <a:off x="8803653" y="2011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9" name="pt41359"/>
            <p:cNvSpPr/>
            <p:nvPr/>
          </p:nvSpPr>
          <p:spPr>
            <a:xfrm>
              <a:off x="8659047" y="2499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0" name="pt41360"/>
            <p:cNvSpPr/>
            <p:nvPr/>
          </p:nvSpPr>
          <p:spPr>
            <a:xfrm>
              <a:off x="8841866" y="2015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1" name="pt41361"/>
            <p:cNvSpPr/>
            <p:nvPr/>
          </p:nvSpPr>
          <p:spPr>
            <a:xfrm>
              <a:off x="8347210" y="2171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2" name="pt41362"/>
            <p:cNvSpPr/>
            <p:nvPr/>
          </p:nvSpPr>
          <p:spPr>
            <a:xfrm>
              <a:off x="9247994" y="1945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3" name="pt41363"/>
            <p:cNvSpPr/>
            <p:nvPr/>
          </p:nvSpPr>
          <p:spPr>
            <a:xfrm>
              <a:off x="8825875" y="2065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4" name="pt41364"/>
            <p:cNvSpPr/>
            <p:nvPr/>
          </p:nvSpPr>
          <p:spPr>
            <a:xfrm>
              <a:off x="8439043" y="2199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5" name="pt41365"/>
            <p:cNvSpPr/>
            <p:nvPr/>
          </p:nvSpPr>
          <p:spPr>
            <a:xfrm>
              <a:off x="8873363" y="2044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6" name="pt41366"/>
            <p:cNvSpPr/>
            <p:nvPr/>
          </p:nvSpPr>
          <p:spPr>
            <a:xfrm>
              <a:off x="8544712" y="2335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7" name="pt41367"/>
            <p:cNvSpPr/>
            <p:nvPr/>
          </p:nvSpPr>
          <p:spPr>
            <a:xfrm>
              <a:off x="9286988" y="2070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8" name="pt41368"/>
            <p:cNvSpPr/>
            <p:nvPr/>
          </p:nvSpPr>
          <p:spPr>
            <a:xfrm>
              <a:off x="8563654" y="2217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9" name="pt41369"/>
            <p:cNvSpPr/>
            <p:nvPr/>
          </p:nvSpPr>
          <p:spPr>
            <a:xfrm>
              <a:off x="8803653" y="1935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0" name="pt41370"/>
            <p:cNvSpPr/>
            <p:nvPr/>
          </p:nvSpPr>
          <p:spPr>
            <a:xfrm>
              <a:off x="9503592" y="2448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1" name="pt41371"/>
            <p:cNvSpPr/>
            <p:nvPr/>
          </p:nvSpPr>
          <p:spPr>
            <a:xfrm>
              <a:off x="8778290" y="2067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2" name="pt41372"/>
            <p:cNvSpPr/>
            <p:nvPr/>
          </p:nvSpPr>
          <p:spPr>
            <a:xfrm>
              <a:off x="8996361" y="2027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3" name="pt41373"/>
            <p:cNvSpPr/>
            <p:nvPr/>
          </p:nvSpPr>
          <p:spPr>
            <a:xfrm>
              <a:off x="8910892" y="2074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4" name="pt41374"/>
            <p:cNvSpPr/>
            <p:nvPr/>
          </p:nvSpPr>
          <p:spPr>
            <a:xfrm>
              <a:off x="8879672" y="2141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5" name="pt41375"/>
            <p:cNvSpPr/>
            <p:nvPr/>
          </p:nvSpPr>
          <p:spPr>
            <a:xfrm>
              <a:off x="9101309" y="2113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6" name="pt41376"/>
            <p:cNvSpPr/>
            <p:nvPr/>
          </p:nvSpPr>
          <p:spPr>
            <a:xfrm>
              <a:off x="8274318" y="2434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7" name="pt41377"/>
            <p:cNvSpPr/>
            <p:nvPr/>
          </p:nvSpPr>
          <p:spPr>
            <a:xfrm>
              <a:off x="8870124" y="2164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8" name="pt41378"/>
            <p:cNvSpPr/>
            <p:nvPr/>
          </p:nvSpPr>
          <p:spPr>
            <a:xfrm>
              <a:off x="9743490" y="2272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9" name="pt41379"/>
            <p:cNvSpPr/>
            <p:nvPr/>
          </p:nvSpPr>
          <p:spPr>
            <a:xfrm>
              <a:off x="8930613" y="1850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0" name="pt41380"/>
            <p:cNvSpPr/>
            <p:nvPr/>
          </p:nvSpPr>
          <p:spPr>
            <a:xfrm>
              <a:off x="8471820" y="2450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1" name="pt41381"/>
            <p:cNvSpPr/>
            <p:nvPr/>
          </p:nvSpPr>
          <p:spPr>
            <a:xfrm>
              <a:off x="8973968" y="1919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2" name="pt41382"/>
            <p:cNvSpPr/>
            <p:nvPr/>
          </p:nvSpPr>
          <p:spPr>
            <a:xfrm>
              <a:off x="8973968" y="1912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3" name="pt41383"/>
            <p:cNvSpPr/>
            <p:nvPr/>
          </p:nvSpPr>
          <p:spPr>
            <a:xfrm>
              <a:off x="8941923" y="2035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4" name="pt41384"/>
            <p:cNvSpPr/>
            <p:nvPr/>
          </p:nvSpPr>
          <p:spPr>
            <a:xfrm>
              <a:off x="8910892" y="2104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5" name="pt41385"/>
            <p:cNvSpPr/>
            <p:nvPr/>
          </p:nvSpPr>
          <p:spPr>
            <a:xfrm>
              <a:off x="8918543" y="1746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6" name="pt41386"/>
            <p:cNvSpPr/>
            <p:nvPr/>
          </p:nvSpPr>
          <p:spPr>
            <a:xfrm>
              <a:off x="8705398" y="2046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7" name="pt41387"/>
            <p:cNvSpPr/>
            <p:nvPr/>
          </p:nvSpPr>
          <p:spPr>
            <a:xfrm>
              <a:off x="9074048" y="1814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8" name="pt41388"/>
            <p:cNvSpPr/>
            <p:nvPr/>
          </p:nvSpPr>
          <p:spPr>
            <a:xfrm>
              <a:off x="8856549" y="2151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9" name="pt41389"/>
            <p:cNvSpPr/>
            <p:nvPr/>
          </p:nvSpPr>
          <p:spPr>
            <a:xfrm>
              <a:off x="9026144" y="1840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0" name="pt41390"/>
            <p:cNvSpPr/>
            <p:nvPr/>
          </p:nvSpPr>
          <p:spPr>
            <a:xfrm>
              <a:off x="8879672" y="1725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1" name="pt41391"/>
            <p:cNvSpPr/>
            <p:nvPr/>
          </p:nvSpPr>
          <p:spPr>
            <a:xfrm>
              <a:off x="9156826" y="2009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2" name="pt41392"/>
            <p:cNvSpPr/>
            <p:nvPr/>
          </p:nvSpPr>
          <p:spPr>
            <a:xfrm>
              <a:off x="8563654" y="2335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3" name="pt41393"/>
            <p:cNvSpPr/>
            <p:nvPr/>
          </p:nvSpPr>
          <p:spPr>
            <a:xfrm>
              <a:off x="9156826" y="1994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4" name="pt41394"/>
            <p:cNvSpPr/>
            <p:nvPr/>
          </p:nvSpPr>
          <p:spPr>
            <a:xfrm>
              <a:off x="8735430" y="2148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5" name="pt41395"/>
            <p:cNvSpPr/>
            <p:nvPr/>
          </p:nvSpPr>
          <p:spPr>
            <a:xfrm>
              <a:off x="8812874" y="2101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6" name="pt41396"/>
            <p:cNvSpPr/>
            <p:nvPr/>
          </p:nvSpPr>
          <p:spPr>
            <a:xfrm>
              <a:off x="9089164" y="1684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7" name="pt41397"/>
            <p:cNvSpPr/>
            <p:nvPr/>
          </p:nvSpPr>
          <p:spPr>
            <a:xfrm>
              <a:off x="9266215" y="2044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8" name="pt41398"/>
            <p:cNvSpPr/>
            <p:nvPr/>
          </p:nvSpPr>
          <p:spPr>
            <a:xfrm>
              <a:off x="8596430" y="209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9" name="pt41399"/>
            <p:cNvSpPr/>
            <p:nvPr/>
          </p:nvSpPr>
          <p:spPr>
            <a:xfrm>
              <a:off x="8274318" y="2196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0" name="pt41400"/>
            <p:cNvSpPr/>
            <p:nvPr/>
          </p:nvSpPr>
          <p:spPr>
            <a:xfrm>
              <a:off x="8398928" y="2293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1" name="pt41401"/>
            <p:cNvSpPr/>
            <p:nvPr/>
          </p:nvSpPr>
          <p:spPr>
            <a:xfrm>
              <a:off x="9488519" y="2577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2" name="pt41402"/>
            <p:cNvSpPr/>
            <p:nvPr/>
          </p:nvSpPr>
          <p:spPr>
            <a:xfrm>
              <a:off x="8563654" y="2148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3" name="pt41403"/>
            <p:cNvSpPr/>
            <p:nvPr/>
          </p:nvSpPr>
          <p:spPr>
            <a:xfrm>
              <a:off x="9005825" y="1546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4" name="pt41404"/>
            <p:cNvSpPr/>
            <p:nvPr/>
          </p:nvSpPr>
          <p:spPr>
            <a:xfrm>
              <a:off x="8876545" y="1754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5" name="pt41405"/>
            <p:cNvSpPr/>
            <p:nvPr/>
          </p:nvSpPr>
          <p:spPr>
            <a:xfrm>
              <a:off x="9040639" y="1702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6" name="pt41406"/>
            <p:cNvSpPr/>
            <p:nvPr/>
          </p:nvSpPr>
          <p:spPr>
            <a:xfrm>
              <a:off x="8721041" y="1683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7" name="pt41407"/>
            <p:cNvSpPr/>
            <p:nvPr/>
          </p:nvSpPr>
          <p:spPr>
            <a:xfrm>
              <a:off x="9761170" y="2545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8" name="pt41408"/>
            <p:cNvSpPr/>
            <p:nvPr/>
          </p:nvSpPr>
          <p:spPr>
            <a:xfrm>
              <a:off x="8742215" y="1960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9" name="pt41409"/>
            <p:cNvSpPr/>
            <p:nvPr/>
          </p:nvSpPr>
          <p:spPr>
            <a:xfrm>
              <a:off x="8830008" y="1907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0" name="pt41410"/>
            <p:cNvSpPr/>
            <p:nvPr/>
          </p:nvSpPr>
          <p:spPr>
            <a:xfrm>
              <a:off x="9223188" y="1846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1" name="pt41411"/>
            <p:cNvSpPr/>
            <p:nvPr/>
          </p:nvSpPr>
          <p:spPr>
            <a:xfrm>
              <a:off x="8923469" y="1909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2" name="pt41412"/>
            <p:cNvSpPr/>
            <p:nvPr/>
          </p:nvSpPr>
          <p:spPr>
            <a:xfrm>
              <a:off x="9182728" y="1967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3" name="pt41413"/>
            <p:cNvSpPr/>
            <p:nvPr/>
          </p:nvSpPr>
          <p:spPr>
            <a:xfrm>
              <a:off x="8610820" y="2100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4" name="pt41414"/>
            <p:cNvSpPr/>
            <p:nvPr/>
          </p:nvSpPr>
          <p:spPr>
            <a:xfrm>
              <a:off x="8659047" y="2376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5" name="pt41415"/>
            <p:cNvSpPr/>
            <p:nvPr/>
          </p:nvSpPr>
          <p:spPr>
            <a:xfrm>
              <a:off x="8523538" y="2420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6" name="pt41416"/>
            <p:cNvSpPr/>
            <p:nvPr/>
          </p:nvSpPr>
          <p:spPr>
            <a:xfrm>
              <a:off x="8563654" y="2181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7" name="pt41417"/>
            <p:cNvSpPr/>
            <p:nvPr/>
          </p:nvSpPr>
          <p:spPr>
            <a:xfrm>
              <a:off x="8274318" y="2193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8" name="pt41418"/>
            <p:cNvSpPr/>
            <p:nvPr/>
          </p:nvSpPr>
          <p:spPr>
            <a:xfrm>
              <a:off x="9717541" y="1937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9" name="pt41419"/>
            <p:cNvSpPr/>
            <p:nvPr/>
          </p:nvSpPr>
          <p:spPr>
            <a:xfrm>
              <a:off x="9116046" y="1992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0" name="pt41420"/>
            <p:cNvSpPr/>
            <p:nvPr/>
          </p:nvSpPr>
          <p:spPr>
            <a:xfrm>
              <a:off x="8918543" y="1865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1" name="pt41421"/>
            <p:cNvSpPr/>
            <p:nvPr/>
          </p:nvSpPr>
          <p:spPr>
            <a:xfrm>
              <a:off x="8563654" y="2278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2" name="pt41422"/>
            <p:cNvSpPr/>
            <p:nvPr/>
          </p:nvSpPr>
          <p:spPr>
            <a:xfrm>
              <a:off x="8523538" y="2380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3" name="pt41423"/>
            <p:cNvSpPr/>
            <p:nvPr/>
          </p:nvSpPr>
          <p:spPr>
            <a:xfrm>
              <a:off x="8856549" y="2204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4" name="pt41424"/>
            <p:cNvSpPr/>
            <p:nvPr/>
          </p:nvSpPr>
          <p:spPr>
            <a:xfrm>
              <a:off x="8610820" y="2205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5" name="pt41425"/>
            <p:cNvSpPr/>
            <p:nvPr/>
          </p:nvSpPr>
          <p:spPr>
            <a:xfrm>
              <a:off x="8544712" y="239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6" name="pt41426"/>
            <p:cNvSpPr/>
            <p:nvPr/>
          </p:nvSpPr>
          <p:spPr>
            <a:xfrm>
              <a:off x="8347210" y="2324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7" name="pt41427"/>
            <p:cNvSpPr/>
            <p:nvPr/>
          </p:nvSpPr>
          <p:spPr>
            <a:xfrm>
              <a:off x="9108394" y="2050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8" name="pt41428"/>
            <p:cNvSpPr/>
            <p:nvPr/>
          </p:nvSpPr>
          <p:spPr>
            <a:xfrm>
              <a:off x="8563654" y="2165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9" name="pt41429"/>
            <p:cNvSpPr/>
            <p:nvPr/>
          </p:nvSpPr>
          <p:spPr>
            <a:xfrm>
              <a:off x="9223188" y="1873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0" name="pt41430"/>
            <p:cNvSpPr/>
            <p:nvPr/>
          </p:nvSpPr>
          <p:spPr>
            <a:xfrm>
              <a:off x="9005825" y="1727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1" name="pt41431"/>
            <p:cNvSpPr/>
            <p:nvPr/>
          </p:nvSpPr>
          <p:spPr>
            <a:xfrm>
              <a:off x="9356962" y="2106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2" name="pt41432"/>
            <p:cNvSpPr/>
            <p:nvPr/>
          </p:nvSpPr>
          <p:spPr>
            <a:xfrm>
              <a:off x="8921023" y="1786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3" name="pt41433"/>
            <p:cNvSpPr/>
            <p:nvPr/>
          </p:nvSpPr>
          <p:spPr>
            <a:xfrm>
              <a:off x="8921023" y="1750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4" name="pt41434"/>
            <p:cNvSpPr/>
            <p:nvPr/>
          </p:nvSpPr>
          <p:spPr>
            <a:xfrm>
              <a:off x="9028868" y="1884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5" name="pt41435"/>
            <p:cNvSpPr/>
            <p:nvPr/>
          </p:nvSpPr>
          <p:spPr>
            <a:xfrm>
              <a:off x="8866825" y="2206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6" name="pt41436"/>
            <p:cNvSpPr/>
            <p:nvPr/>
          </p:nvSpPr>
          <p:spPr>
            <a:xfrm>
              <a:off x="9170243" y="1751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7" name="pt41437"/>
            <p:cNvSpPr/>
            <p:nvPr/>
          </p:nvSpPr>
          <p:spPr>
            <a:xfrm>
              <a:off x="8902901" y="2072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8" name="pt41438"/>
            <p:cNvSpPr/>
            <p:nvPr/>
          </p:nvSpPr>
          <p:spPr>
            <a:xfrm>
              <a:off x="8755061" y="2321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9" name="pt41439"/>
            <p:cNvSpPr/>
            <p:nvPr/>
          </p:nvSpPr>
          <p:spPr>
            <a:xfrm>
              <a:off x="9124975" y="2065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0" name="pt41440"/>
            <p:cNvSpPr/>
            <p:nvPr/>
          </p:nvSpPr>
          <p:spPr>
            <a:xfrm>
              <a:off x="9331236" y="213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1" name="pt41441"/>
            <p:cNvSpPr/>
            <p:nvPr/>
          </p:nvSpPr>
          <p:spPr>
            <a:xfrm>
              <a:off x="8882745" y="1910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2" name="pt41442"/>
            <p:cNvSpPr/>
            <p:nvPr/>
          </p:nvSpPr>
          <p:spPr>
            <a:xfrm>
              <a:off x="9074048" y="1839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3" name="pt41443"/>
            <p:cNvSpPr/>
            <p:nvPr/>
          </p:nvSpPr>
          <p:spPr>
            <a:xfrm>
              <a:off x="9422061" y="1845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4" name="pt41444"/>
            <p:cNvSpPr/>
            <p:nvPr/>
          </p:nvSpPr>
          <p:spPr>
            <a:xfrm>
              <a:off x="8761156" y="2202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5" name="pt41445"/>
            <p:cNvSpPr/>
            <p:nvPr/>
          </p:nvSpPr>
          <p:spPr>
            <a:xfrm>
              <a:off x="8783657" y="203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6" name="pt41446"/>
            <p:cNvSpPr/>
            <p:nvPr/>
          </p:nvSpPr>
          <p:spPr>
            <a:xfrm>
              <a:off x="9043153" y="1666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7" name="pt41447"/>
            <p:cNvSpPr/>
            <p:nvPr/>
          </p:nvSpPr>
          <p:spPr>
            <a:xfrm>
              <a:off x="8499532" y="2401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8" name="pt41448"/>
            <p:cNvSpPr/>
            <p:nvPr/>
          </p:nvSpPr>
          <p:spPr>
            <a:xfrm>
              <a:off x="8648148" y="2446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9" name="pt41449"/>
            <p:cNvSpPr/>
            <p:nvPr/>
          </p:nvSpPr>
          <p:spPr>
            <a:xfrm>
              <a:off x="9074048" y="1761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0" name="pt41450"/>
            <p:cNvSpPr/>
            <p:nvPr/>
          </p:nvSpPr>
          <p:spPr>
            <a:xfrm>
              <a:off x="9099493" y="1964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1" name="pt41451"/>
            <p:cNvSpPr/>
            <p:nvPr/>
          </p:nvSpPr>
          <p:spPr>
            <a:xfrm>
              <a:off x="9196543" y="2087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2" name="pt41452"/>
            <p:cNvSpPr/>
            <p:nvPr/>
          </p:nvSpPr>
          <p:spPr>
            <a:xfrm>
              <a:off x="8398928" y="2470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3" name="pt41453"/>
            <p:cNvSpPr/>
            <p:nvPr/>
          </p:nvSpPr>
          <p:spPr>
            <a:xfrm>
              <a:off x="9401001" y="2011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4" name="pt41454"/>
            <p:cNvSpPr/>
            <p:nvPr/>
          </p:nvSpPr>
          <p:spPr>
            <a:xfrm>
              <a:off x="9351205" y="2088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5" name="pt41455"/>
            <p:cNvSpPr/>
            <p:nvPr/>
          </p:nvSpPr>
          <p:spPr>
            <a:xfrm>
              <a:off x="9077174" y="1888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6" name="pt41456"/>
            <p:cNvSpPr/>
            <p:nvPr/>
          </p:nvSpPr>
          <p:spPr>
            <a:xfrm>
              <a:off x="9087220" y="1946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7" name="pt41457"/>
            <p:cNvSpPr/>
            <p:nvPr/>
          </p:nvSpPr>
          <p:spPr>
            <a:xfrm>
              <a:off x="9564013" y="2217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8" name="pt41458"/>
            <p:cNvSpPr/>
            <p:nvPr/>
          </p:nvSpPr>
          <p:spPr>
            <a:xfrm>
              <a:off x="9497514" y="2356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9" name="pt41459"/>
            <p:cNvSpPr/>
            <p:nvPr/>
          </p:nvSpPr>
          <p:spPr>
            <a:xfrm>
              <a:off x="8523538" y="2480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0" name="pt41460"/>
            <p:cNvSpPr/>
            <p:nvPr/>
          </p:nvSpPr>
          <p:spPr>
            <a:xfrm>
              <a:off x="9002725" y="1815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1" name="pt41461"/>
            <p:cNvSpPr/>
            <p:nvPr/>
          </p:nvSpPr>
          <p:spPr>
            <a:xfrm>
              <a:off x="8688264" y="222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2" name="pt41462"/>
            <p:cNvSpPr/>
            <p:nvPr/>
          </p:nvSpPr>
          <p:spPr>
            <a:xfrm>
              <a:off x="8948383" y="2097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3" name="pt41463"/>
            <p:cNvSpPr/>
            <p:nvPr/>
          </p:nvSpPr>
          <p:spPr>
            <a:xfrm>
              <a:off x="8952564" y="2144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4" name="pt41464"/>
            <p:cNvSpPr/>
            <p:nvPr/>
          </p:nvSpPr>
          <p:spPr>
            <a:xfrm>
              <a:off x="9002725" y="180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5" name="pt41465"/>
            <p:cNvSpPr/>
            <p:nvPr/>
          </p:nvSpPr>
          <p:spPr>
            <a:xfrm>
              <a:off x="9101309" y="2015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6" name="pt41466"/>
            <p:cNvSpPr/>
            <p:nvPr/>
          </p:nvSpPr>
          <p:spPr>
            <a:xfrm>
              <a:off x="8439043" y="2252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7" name="pt41467"/>
            <p:cNvSpPr/>
            <p:nvPr/>
          </p:nvSpPr>
          <p:spPr>
            <a:xfrm>
              <a:off x="8398928" y="2547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8" name="pt41468"/>
            <p:cNvSpPr/>
            <p:nvPr/>
          </p:nvSpPr>
          <p:spPr>
            <a:xfrm>
              <a:off x="9419155" y="2063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9" name="pt41469"/>
            <p:cNvSpPr/>
            <p:nvPr/>
          </p:nvSpPr>
          <p:spPr>
            <a:xfrm>
              <a:off x="8879672" y="1671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0" name="pt41470"/>
            <p:cNvSpPr/>
            <p:nvPr/>
          </p:nvSpPr>
          <p:spPr>
            <a:xfrm>
              <a:off x="9023378" y="1908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1" name="pt41471"/>
            <p:cNvSpPr/>
            <p:nvPr/>
          </p:nvSpPr>
          <p:spPr>
            <a:xfrm>
              <a:off x="8274318" y="2487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2" name="pt41472"/>
            <p:cNvSpPr/>
            <p:nvPr/>
          </p:nvSpPr>
          <p:spPr>
            <a:xfrm>
              <a:off x="9074048" y="1825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3" name="pt41473"/>
            <p:cNvSpPr/>
            <p:nvPr/>
          </p:nvSpPr>
          <p:spPr>
            <a:xfrm>
              <a:off x="8856549" y="2143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4" name="pt41474"/>
            <p:cNvSpPr/>
            <p:nvPr/>
          </p:nvSpPr>
          <p:spPr>
            <a:xfrm>
              <a:off x="9212805" y="1769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5" name="pt41475"/>
            <p:cNvSpPr/>
            <p:nvPr/>
          </p:nvSpPr>
          <p:spPr>
            <a:xfrm>
              <a:off x="8930613" y="1936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6" name="pt41476"/>
            <p:cNvSpPr/>
            <p:nvPr/>
          </p:nvSpPr>
          <p:spPr>
            <a:xfrm>
              <a:off x="8274318" y="2372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7" name="pt41477"/>
            <p:cNvSpPr/>
            <p:nvPr/>
          </p:nvSpPr>
          <p:spPr>
            <a:xfrm>
              <a:off x="8523538" y="248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8" name="pt41478"/>
            <p:cNvSpPr/>
            <p:nvPr/>
          </p:nvSpPr>
          <p:spPr>
            <a:xfrm>
              <a:off x="8761156" y="2158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9" name="pt41479"/>
            <p:cNvSpPr/>
            <p:nvPr/>
          </p:nvSpPr>
          <p:spPr>
            <a:xfrm>
              <a:off x="9005825" y="1729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0" name="pt41480"/>
            <p:cNvSpPr/>
            <p:nvPr/>
          </p:nvSpPr>
          <p:spPr>
            <a:xfrm>
              <a:off x="9451392" y="2022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1" name="pt41481"/>
            <p:cNvSpPr/>
            <p:nvPr/>
          </p:nvSpPr>
          <p:spPr>
            <a:xfrm>
              <a:off x="9295774" y="1998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2" name="pt41482"/>
            <p:cNvSpPr/>
            <p:nvPr/>
          </p:nvSpPr>
          <p:spPr>
            <a:xfrm>
              <a:off x="8636546" y="2214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3" name="pt41483"/>
            <p:cNvSpPr/>
            <p:nvPr/>
          </p:nvSpPr>
          <p:spPr>
            <a:xfrm>
              <a:off x="8636546" y="2278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4" name="pt41484"/>
            <p:cNvSpPr/>
            <p:nvPr/>
          </p:nvSpPr>
          <p:spPr>
            <a:xfrm>
              <a:off x="9028868" y="1901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5" name="pt41485"/>
            <p:cNvSpPr/>
            <p:nvPr/>
          </p:nvSpPr>
          <p:spPr>
            <a:xfrm>
              <a:off x="8798858" y="1958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6" name="pt41486"/>
            <p:cNvSpPr/>
            <p:nvPr/>
          </p:nvSpPr>
          <p:spPr>
            <a:xfrm>
              <a:off x="9525526" y="1636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7" name="pt41487"/>
            <p:cNvSpPr/>
            <p:nvPr/>
          </p:nvSpPr>
          <p:spPr>
            <a:xfrm>
              <a:off x="8873363" y="2026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8" name="pt41488"/>
            <p:cNvSpPr/>
            <p:nvPr/>
          </p:nvSpPr>
          <p:spPr>
            <a:xfrm>
              <a:off x="8767051" y="2277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9" name="pt41489"/>
            <p:cNvSpPr/>
            <p:nvPr/>
          </p:nvSpPr>
          <p:spPr>
            <a:xfrm>
              <a:off x="8841866" y="194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0" name="pt41490"/>
            <p:cNvSpPr/>
            <p:nvPr/>
          </p:nvSpPr>
          <p:spPr>
            <a:xfrm>
              <a:off x="9143758" y="2107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1" name="pt41491"/>
            <p:cNvSpPr/>
            <p:nvPr/>
          </p:nvSpPr>
          <p:spPr>
            <a:xfrm>
              <a:off x="9200228" y="203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2" name="pt41492"/>
            <p:cNvSpPr/>
            <p:nvPr/>
          </p:nvSpPr>
          <p:spPr>
            <a:xfrm>
              <a:off x="8973968" y="1962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3" name="pt41493"/>
            <p:cNvSpPr/>
            <p:nvPr/>
          </p:nvSpPr>
          <p:spPr>
            <a:xfrm>
              <a:off x="9054052" y="2201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4" name="pt41494"/>
            <p:cNvSpPr/>
            <p:nvPr/>
          </p:nvSpPr>
          <p:spPr>
            <a:xfrm>
              <a:off x="9030214" y="1784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5" name="pt41495"/>
            <p:cNvSpPr/>
            <p:nvPr/>
          </p:nvSpPr>
          <p:spPr>
            <a:xfrm>
              <a:off x="9096734" y="1769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6" name="pt41496"/>
            <p:cNvSpPr/>
            <p:nvPr/>
          </p:nvSpPr>
          <p:spPr>
            <a:xfrm>
              <a:off x="9401682" y="211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7" name="pt41497"/>
            <p:cNvSpPr/>
            <p:nvPr/>
          </p:nvSpPr>
          <p:spPr>
            <a:xfrm>
              <a:off x="9120160" y="2015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8" name="pt41498"/>
            <p:cNvSpPr/>
            <p:nvPr/>
          </p:nvSpPr>
          <p:spPr>
            <a:xfrm>
              <a:off x="8761156" y="2297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9" name="pt41499"/>
            <p:cNvSpPr/>
            <p:nvPr/>
          </p:nvSpPr>
          <p:spPr>
            <a:xfrm>
              <a:off x="8697035" y="2201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0" name="pt41500"/>
            <p:cNvSpPr/>
            <p:nvPr/>
          </p:nvSpPr>
          <p:spPr>
            <a:xfrm>
              <a:off x="9541125" y="1693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1" name="pt41501"/>
            <p:cNvSpPr/>
            <p:nvPr/>
          </p:nvSpPr>
          <p:spPr>
            <a:xfrm>
              <a:off x="9381946" y="2100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2" name="pt41502"/>
            <p:cNvSpPr/>
            <p:nvPr/>
          </p:nvSpPr>
          <p:spPr>
            <a:xfrm>
              <a:off x="9030214" y="1831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3" name="pt41503"/>
            <p:cNvSpPr/>
            <p:nvPr/>
          </p:nvSpPr>
          <p:spPr>
            <a:xfrm>
              <a:off x="8523538" y="2385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4" name="pt41504"/>
            <p:cNvSpPr/>
            <p:nvPr/>
          </p:nvSpPr>
          <p:spPr>
            <a:xfrm>
              <a:off x="8274318" y="2454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5" name="pt41505"/>
            <p:cNvSpPr/>
            <p:nvPr/>
          </p:nvSpPr>
          <p:spPr>
            <a:xfrm>
              <a:off x="8471820" y="2547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6" name="pt41506"/>
            <p:cNvSpPr/>
            <p:nvPr/>
          </p:nvSpPr>
          <p:spPr>
            <a:xfrm>
              <a:off x="8952564" y="2217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7" name="pt41507"/>
            <p:cNvSpPr/>
            <p:nvPr/>
          </p:nvSpPr>
          <p:spPr>
            <a:xfrm>
              <a:off x="9237295" y="2103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8" name="pt41508"/>
            <p:cNvSpPr/>
            <p:nvPr/>
          </p:nvSpPr>
          <p:spPr>
            <a:xfrm>
              <a:off x="8580788" y="2234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9" name="pt41509"/>
            <p:cNvSpPr/>
            <p:nvPr/>
          </p:nvSpPr>
          <p:spPr>
            <a:xfrm>
              <a:off x="9876105" y="2454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0" name="pt41510"/>
            <p:cNvSpPr/>
            <p:nvPr/>
          </p:nvSpPr>
          <p:spPr>
            <a:xfrm>
              <a:off x="9218071" y="1754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1" name="pt41511"/>
            <p:cNvSpPr/>
            <p:nvPr/>
          </p:nvSpPr>
          <p:spPr>
            <a:xfrm>
              <a:off x="8610820" y="1962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2" name="pt41512"/>
            <p:cNvSpPr/>
            <p:nvPr/>
          </p:nvSpPr>
          <p:spPr>
            <a:xfrm>
              <a:off x="8830008" y="2156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3" name="pt41513"/>
            <p:cNvSpPr/>
            <p:nvPr/>
          </p:nvSpPr>
          <p:spPr>
            <a:xfrm>
              <a:off x="8937484" y="2060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4" name="pt41514"/>
            <p:cNvSpPr/>
            <p:nvPr/>
          </p:nvSpPr>
          <p:spPr>
            <a:xfrm>
              <a:off x="9639141" y="2058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5" name="pt41515"/>
            <p:cNvSpPr/>
            <p:nvPr/>
          </p:nvSpPr>
          <p:spPr>
            <a:xfrm>
              <a:off x="9780125" y="2570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6" name="pt41516"/>
            <p:cNvSpPr/>
            <p:nvPr/>
          </p:nvSpPr>
          <p:spPr>
            <a:xfrm>
              <a:off x="8439043" y="2269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7" name="pt41517"/>
            <p:cNvSpPr/>
            <p:nvPr/>
          </p:nvSpPr>
          <p:spPr>
            <a:xfrm>
              <a:off x="8523538" y="2544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8" name="pt41518"/>
            <p:cNvSpPr/>
            <p:nvPr/>
          </p:nvSpPr>
          <p:spPr>
            <a:xfrm>
              <a:off x="9486197" y="2522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9" name="pt41519"/>
            <p:cNvSpPr/>
            <p:nvPr/>
          </p:nvSpPr>
          <p:spPr>
            <a:xfrm>
              <a:off x="8910892" y="2088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0" name="pt41520"/>
            <p:cNvSpPr/>
            <p:nvPr/>
          </p:nvSpPr>
          <p:spPr>
            <a:xfrm>
              <a:off x="8913479" y="1854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1" name="pt41521"/>
            <p:cNvSpPr/>
            <p:nvPr/>
          </p:nvSpPr>
          <p:spPr>
            <a:xfrm>
              <a:off x="8888738" y="217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2" name="pt41522"/>
            <p:cNvSpPr/>
            <p:nvPr/>
          </p:nvSpPr>
          <p:spPr>
            <a:xfrm>
              <a:off x="8918543" y="1954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3" name="pt41523"/>
            <p:cNvSpPr/>
            <p:nvPr/>
          </p:nvSpPr>
          <p:spPr>
            <a:xfrm>
              <a:off x="9568569" y="2305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4" name="pt41524"/>
            <p:cNvSpPr/>
            <p:nvPr/>
          </p:nvSpPr>
          <p:spPr>
            <a:xfrm>
              <a:off x="8648148" y="2214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5" name="pt41525"/>
            <p:cNvSpPr/>
            <p:nvPr/>
          </p:nvSpPr>
          <p:spPr>
            <a:xfrm>
              <a:off x="8697035" y="2296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6" name="pt41526"/>
            <p:cNvSpPr/>
            <p:nvPr/>
          </p:nvSpPr>
          <p:spPr>
            <a:xfrm>
              <a:off x="9199183" y="2113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7" name="pt41527"/>
            <p:cNvSpPr/>
            <p:nvPr/>
          </p:nvSpPr>
          <p:spPr>
            <a:xfrm>
              <a:off x="8988075" y="1890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8" name="pt41528"/>
            <p:cNvSpPr/>
            <p:nvPr/>
          </p:nvSpPr>
          <p:spPr>
            <a:xfrm>
              <a:off x="8544712" y="2366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9" name="pt41529"/>
            <p:cNvSpPr/>
            <p:nvPr/>
          </p:nvSpPr>
          <p:spPr>
            <a:xfrm>
              <a:off x="9220880" y="1873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0" name="pt41530"/>
            <p:cNvSpPr/>
            <p:nvPr/>
          </p:nvSpPr>
          <p:spPr>
            <a:xfrm>
              <a:off x="9265854" y="2141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1" name="pt41531"/>
            <p:cNvSpPr/>
            <p:nvPr/>
          </p:nvSpPr>
          <p:spPr>
            <a:xfrm>
              <a:off x="9124975" y="1955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2" name="pt41532"/>
            <p:cNvSpPr/>
            <p:nvPr/>
          </p:nvSpPr>
          <p:spPr>
            <a:xfrm>
              <a:off x="9156826" y="2045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3" name="pt41533"/>
            <p:cNvSpPr/>
            <p:nvPr/>
          </p:nvSpPr>
          <p:spPr>
            <a:xfrm>
              <a:off x="8274318" y="2214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4" name="pt41534"/>
            <p:cNvSpPr/>
            <p:nvPr/>
          </p:nvSpPr>
          <p:spPr>
            <a:xfrm>
              <a:off x="9142325" y="2035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5" name="pt41535"/>
            <p:cNvSpPr/>
            <p:nvPr/>
          </p:nvSpPr>
          <p:spPr>
            <a:xfrm>
              <a:off x="8841866" y="1927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6" name="pt41536"/>
            <p:cNvSpPr/>
            <p:nvPr/>
          </p:nvSpPr>
          <p:spPr>
            <a:xfrm>
              <a:off x="9124182" y="197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7" name="pt41537"/>
            <p:cNvSpPr/>
            <p:nvPr/>
          </p:nvSpPr>
          <p:spPr>
            <a:xfrm>
              <a:off x="9247994" y="1851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8" name="pt41538"/>
            <p:cNvSpPr/>
            <p:nvPr/>
          </p:nvSpPr>
          <p:spPr>
            <a:xfrm>
              <a:off x="8996361" y="1924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9" name="pt41539"/>
            <p:cNvSpPr/>
            <p:nvPr/>
          </p:nvSpPr>
          <p:spPr>
            <a:xfrm>
              <a:off x="8274318" y="253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0" name="pt41540"/>
            <p:cNvSpPr/>
            <p:nvPr/>
          </p:nvSpPr>
          <p:spPr>
            <a:xfrm>
              <a:off x="9188382" y="1992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1" name="pt41541"/>
            <p:cNvSpPr/>
            <p:nvPr/>
          </p:nvSpPr>
          <p:spPr>
            <a:xfrm>
              <a:off x="8941923" y="2052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2" name="pt41542"/>
            <p:cNvSpPr/>
            <p:nvPr/>
          </p:nvSpPr>
          <p:spPr>
            <a:xfrm>
              <a:off x="9187265" y="201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3" name="pt41543"/>
            <p:cNvSpPr/>
            <p:nvPr/>
          </p:nvSpPr>
          <p:spPr>
            <a:xfrm>
              <a:off x="9437742" y="1875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4" name="pt41544"/>
            <p:cNvSpPr/>
            <p:nvPr/>
          </p:nvSpPr>
          <p:spPr>
            <a:xfrm>
              <a:off x="9028868" y="1831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5" name="pt41545"/>
            <p:cNvSpPr/>
            <p:nvPr/>
          </p:nvSpPr>
          <p:spPr>
            <a:xfrm>
              <a:off x="9023378" y="1908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6" name="pt41546"/>
            <p:cNvSpPr/>
            <p:nvPr/>
          </p:nvSpPr>
          <p:spPr>
            <a:xfrm>
              <a:off x="8439043" y="2160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7" name="pt41547"/>
            <p:cNvSpPr/>
            <p:nvPr/>
          </p:nvSpPr>
          <p:spPr>
            <a:xfrm>
              <a:off x="9231697" y="209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8" name="pt41548"/>
            <p:cNvSpPr/>
            <p:nvPr/>
          </p:nvSpPr>
          <p:spPr>
            <a:xfrm>
              <a:off x="9030214" y="1748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9" name="pt41549"/>
            <p:cNvSpPr/>
            <p:nvPr/>
          </p:nvSpPr>
          <p:spPr>
            <a:xfrm>
              <a:off x="8721041" y="1828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0" name="pt41550"/>
            <p:cNvSpPr/>
            <p:nvPr/>
          </p:nvSpPr>
          <p:spPr>
            <a:xfrm>
              <a:off x="8636546" y="2352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1" name="pt41551"/>
            <p:cNvSpPr/>
            <p:nvPr/>
          </p:nvSpPr>
          <p:spPr>
            <a:xfrm>
              <a:off x="8471820" y="2330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2" name="pt41552"/>
            <p:cNvSpPr/>
            <p:nvPr/>
          </p:nvSpPr>
          <p:spPr>
            <a:xfrm>
              <a:off x="9420231" y="1475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3" name="pt41553"/>
            <p:cNvSpPr/>
            <p:nvPr/>
          </p:nvSpPr>
          <p:spPr>
            <a:xfrm>
              <a:off x="9189492" y="208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4" name="pt41554"/>
            <p:cNvSpPr/>
            <p:nvPr/>
          </p:nvSpPr>
          <p:spPr>
            <a:xfrm>
              <a:off x="9976916" y="2501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5" name="pt41555"/>
            <p:cNvSpPr/>
            <p:nvPr/>
          </p:nvSpPr>
          <p:spPr>
            <a:xfrm>
              <a:off x="8761156" y="2291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6" name="pt41556"/>
            <p:cNvSpPr/>
            <p:nvPr/>
          </p:nvSpPr>
          <p:spPr>
            <a:xfrm>
              <a:off x="9363383" y="2181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7" name="pt41557"/>
            <p:cNvSpPr/>
            <p:nvPr/>
          </p:nvSpPr>
          <p:spPr>
            <a:xfrm>
              <a:off x="8767051" y="2104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8" name="pt41558"/>
            <p:cNvSpPr/>
            <p:nvPr/>
          </p:nvSpPr>
          <p:spPr>
            <a:xfrm>
              <a:off x="8783657" y="215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9" name="pt41559"/>
            <p:cNvSpPr/>
            <p:nvPr/>
          </p:nvSpPr>
          <p:spPr>
            <a:xfrm>
              <a:off x="8817313" y="2114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0" name="pt41560"/>
            <p:cNvSpPr/>
            <p:nvPr/>
          </p:nvSpPr>
          <p:spPr>
            <a:xfrm>
              <a:off x="8659047" y="2378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1" name="pt41561"/>
            <p:cNvSpPr/>
            <p:nvPr/>
          </p:nvSpPr>
          <p:spPr>
            <a:xfrm>
              <a:off x="8274318" y="2030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2" name="pt41562"/>
            <p:cNvSpPr/>
            <p:nvPr/>
          </p:nvSpPr>
          <p:spPr>
            <a:xfrm>
              <a:off x="9099493" y="2046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3" name="pt41563"/>
            <p:cNvSpPr/>
            <p:nvPr/>
          </p:nvSpPr>
          <p:spPr>
            <a:xfrm>
              <a:off x="8879672" y="1936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4" name="pt41564"/>
            <p:cNvSpPr/>
            <p:nvPr/>
          </p:nvSpPr>
          <p:spPr>
            <a:xfrm>
              <a:off x="8761156" y="2316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5" name="pt41565"/>
            <p:cNvSpPr/>
            <p:nvPr/>
          </p:nvSpPr>
          <p:spPr>
            <a:xfrm>
              <a:off x="9294853" y="1929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6" name="pt41566"/>
            <p:cNvSpPr/>
            <p:nvPr/>
          </p:nvSpPr>
          <p:spPr>
            <a:xfrm>
              <a:off x="8439043" y="2190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7" name="pt41567"/>
            <p:cNvSpPr/>
            <p:nvPr/>
          </p:nvSpPr>
          <p:spPr>
            <a:xfrm>
              <a:off x="8544712" y="215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8" name="pt41568"/>
            <p:cNvSpPr/>
            <p:nvPr/>
          </p:nvSpPr>
          <p:spPr>
            <a:xfrm>
              <a:off x="8274318" y="2408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9" name="pt41569"/>
            <p:cNvSpPr/>
            <p:nvPr/>
          </p:nvSpPr>
          <p:spPr>
            <a:xfrm>
              <a:off x="9126552" y="2078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0" name="pt41570"/>
            <p:cNvSpPr/>
            <p:nvPr/>
          </p:nvSpPr>
          <p:spPr>
            <a:xfrm>
              <a:off x="8812874" y="2100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1" name="pt41571"/>
            <p:cNvSpPr/>
            <p:nvPr/>
          </p:nvSpPr>
          <p:spPr>
            <a:xfrm>
              <a:off x="9108394" y="2065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2" name="pt41572"/>
            <p:cNvSpPr/>
            <p:nvPr/>
          </p:nvSpPr>
          <p:spPr>
            <a:xfrm>
              <a:off x="8610820" y="2168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3" name="pt41573"/>
            <p:cNvSpPr/>
            <p:nvPr/>
          </p:nvSpPr>
          <p:spPr>
            <a:xfrm>
              <a:off x="8688264" y="213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4" name="pt41574"/>
            <p:cNvSpPr/>
            <p:nvPr/>
          </p:nvSpPr>
          <p:spPr>
            <a:xfrm>
              <a:off x="8873363" y="2069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5" name="pt41575"/>
            <p:cNvSpPr/>
            <p:nvPr/>
          </p:nvSpPr>
          <p:spPr>
            <a:xfrm>
              <a:off x="8659047" y="2517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6" name="pt41576"/>
            <p:cNvSpPr/>
            <p:nvPr/>
          </p:nvSpPr>
          <p:spPr>
            <a:xfrm>
              <a:off x="8439043" y="2512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7" name="pt41577"/>
            <p:cNvSpPr/>
            <p:nvPr/>
          </p:nvSpPr>
          <p:spPr>
            <a:xfrm>
              <a:off x="9237295" y="2157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8" name="pt41578"/>
            <p:cNvSpPr/>
            <p:nvPr/>
          </p:nvSpPr>
          <p:spPr>
            <a:xfrm>
              <a:off x="8439043" y="235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9" name="pt41579"/>
            <p:cNvSpPr/>
            <p:nvPr/>
          </p:nvSpPr>
          <p:spPr>
            <a:xfrm>
              <a:off x="9045633" y="2200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0" name="pt41580"/>
            <p:cNvSpPr/>
            <p:nvPr/>
          </p:nvSpPr>
          <p:spPr>
            <a:xfrm>
              <a:off x="9219949" y="201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1" name="pt41581"/>
            <p:cNvSpPr/>
            <p:nvPr/>
          </p:nvSpPr>
          <p:spPr>
            <a:xfrm>
              <a:off x="8274318" y="2452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2" name="pt41582"/>
            <p:cNvSpPr/>
            <p:nvPr/>
          </p:nvSpPr>
          <p:spPr>
            <a:xfrm>
              <a:off x="8610820" y="1996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3" name="pt41583"/>
            <p:cNvSpPr/>
            <p:nvPr/>
          </p:nvSpPr>
          <p:spPr>
            <a:xfrm>
              <a:off x="8788868" y="2046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4" name="pt41584"/>
            <p:cNvSpPr/>
            <p:nvPr/>
          </p:nvSpPr>
          <p:spPr>
            <a:xfrm>
              <a:off x="9247994" y="2012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5" name="pt41585"/>
            <p:cNvSpPr/>
            <p:nvPr/>
          </p:nvSpPr>
          <p:spPr>
            <a:xfrm>
              <a:off x="9030214" y="1750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6" name="pt41586"/>
            <p:cNvSpPr/>
            <p:nvPr/>
          </p:nvSpPr>
          <p:spPr>
            <a:xfrm>
              <a:off x="8610820" y="2147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7" name="pt41587"/>
            <p:cNvSpPr/>
            <p:nvPr/>
          </p:nvSpPr>
          <p:spPr>
            <a:xfrm>
              <a:off x="8274318" y="2588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8" name="pt41588"/>
            <p:cNvSpPr/>
            <p:nvPr/>
          </p:nvSpPr>
          <p:spPr>
            <a:xfrm>
              <a:off x="8688264" y="2257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9" name="pt41589"/>
            <p:cNvSpPr/>
            <p:nvPr/>
          </p:nvSpPr>
          <p:spPr>
            <a:xfrm>
              <a:off x="8721041" y="2247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0" name="pt41590"/>
            <p:cNvSpPr/>
            <p:nvPr/>
          </p:nvSpPr>
          <p:spPr>
            <a:xfrm>
              <a:off x="9339588" y="2233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1" name="pt41591"/>
            <p:cNvSpPr/>
            <p:nvPr/>
          </p:nvSpPr>
          <p:spPr>
            <a:xfrm>
              <a:off x="9035502" y="1825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2" name="pt41592"/>
            <p:cNvSpPr/>
            <p:nvPr/>
          </p:nvSpPr>
          <p:spPr>
            <a:xfrm>
              <a:off x="8636546" y="2358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3" name="pt41593"/>
            <p:cNvSpPr/>
            <p:nvPr/>
          </p:nvSpPr>
          <p:spPr>
            <a:xfrm>
              <a:off x="8610820" y="2035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4" name="pt41594"/>
            <p:cNvSpPr/>
            <p:nvPr/>
          </p:nvSpPr>
          <p:spPr>
            <a:xfrm>
              <a:off x="8767051" y="2097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5" name="pt41595"/>
            <p:cNvSpPr/>
            <p:nvPr/>
          </p:nvSpPr>
          <p:spPr>
            <a:xfrm>
              <a:off x="9099493" y="2159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6" name="pt41596"/>
            <p:cNvSpPr/>
            <p:nvPr/>
          </p:nvSpPr>
          <p:spPr>
            <a:xfrm>
              <a:off x="8728379" y="2150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7" name="pt41597"/>
            <p:cNvSpPr/>
            <p:nvPr/>
          </p:nvSpPr>
          <p:spPr>
            <a:xfrm>
              <a:off x="8347210" y="2535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8" name="pt41598"/>
            <p:cNvSpPr/>
            <p:nvPr/>
          </p:nvSpPr>
          <p:spPr>
            <a:xfrm>
              <a:off x="8879672" y="1655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9" name="pt41599"/>
            <p:cNvSpPr/>
            <p:nvPr/>
          </p:nvSpPr>
          <p:spPr>
            <a:xfrm>
              <a:off x="9051686" y="2122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0" name="pt41600"/>
            <p:cNvSpPr/>
            <p:nvPr/>
          </p:nvSpPr>
          <p:spPr>
            <a:xfrm>
              <a:off x="8347210" y="2226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1" name="pt41601"/>
            <p:cNvSpPr/>
            <p:nvPr/>
          </p:nvSpPr>
          <p:spPr>
            <a:xfrm>
              <a:off x="9054052" y="2237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2" name="pt41602"/>
            <p:cNvSpPr/>
            <p:nvPr/>
          </p:nvSpPr>
          <p:spPr>
            <a:xfrm>
              <a:off x="8728379" y="2135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3" name="pt41603"/>
            <p:cNvSpPr/>
            <p:nvPr/>
          </p:nvSpPr>
          <p:spPr>
            <a:xfrm>
              <a:off x="9040639" y="1711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4" name="pt41604"/>
            <p:cNvSpPr/>
            <p:nvPr/>
          </p:nvSpPr>
          <p:spPr>
            <a:xfrm>
              <a:off x="9563530" y="2294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5" name="pt41605"/>
            <p:cNvSpPr/>
            <p:nvPr/>
          </p:nvSpPr>
          <p:spPr>
            <a:xfrm>
              <a:off x="9160112" y="1903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6" name="pt41606"/>
            <p:cNvSpPr/>
            <p:nvPr/>
          </p:nvSpPr>
          <p:spPr>
            <a:xfrm>
              <a:off x="8636546" y="2366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7" name="pt41607"/>
            <p:cNvSpPr/>
            <p:nvPr/>
          </p:nvSpPr>
          <p:spPr>
            <a:xfrm>
              <a:off x="9597877" y="2124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8" name="pt41608"/>
            <p:cNvSpPr/>
            <p:nvPr/>
          </p:nvSpPr>
          <p:spPr>
            <a:xfrm>
              <a:off x="9031551" y="1683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9" name="pt41609"/>
            <p:cNvSpPr/>
            <p:nvPr/>
          </p:nvSpPr>
          <p:spPr>
            <a:xfrm>
              <a:off x="8499532" y="2344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0" name="pt41610"/>
            <p:cNvSpPr/>
            <p:nvPr/>
          </p:nvSpPr>
          <p:spPr>
            <a:xfrm>
              <a:off x="9286988" y="2066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1" name="pt41611"/>
            <p:cNvSpPr/>
            <p:nvPr/>
          </p:nvSpPr>
          <p:spPr>
            <a:xfrm>
              <a:off x="9057543" y="1655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2" name="pt41612"/>
            <p:cNvSpPr/>
            <p:nvPr/>
          </p:nvSpPr>
          <p:spPr>
            <a:xfrm>
              <a:off x="9285697" y="1887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3" name="pt41613"/>
            <p:cNvSpPr/>
            <p:nvPr/>
          </p:nvSpPr>
          <p:spPr>
            <a:xfrm>
              <a:off x="9034195" y="1680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4" name="pt41614"/>
            <p:cNvSpPr/>
            <p:nvPr/>
          </p:nvSpPr>
          <p:spPr>
            <a:xfrm>
              <a:off x="9032878" y="1670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5" name="pt41615"/>
            <p:cNvSpPr/>
            <p:nvPr/>
          </p:nvSpPr>
          <p:spPr>
            <a:xfrm>
              <a:off x="8888738" y="2143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6" name="pt41616"/>
            <p:cNvSpPr/>
            <p:nvPr/>
          </p:nvSpPr>
          <p:spPr>
            <a:xfrm>
              <a:off x="8964553" y="2291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7" name="pt41617"/>
            <p:cNvSpPr/>
            <p:nvPr/>
          </p:nvSpPr>
          <p:spPr>
            <a:xfrm>
              <a:off x="9266215" y="2091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8" name="pt41618"/>
            <p:cNvSpPr/>
            <p:nvPr/>
          </p:nvSpPr>
          <p:spPr>
            <a:xfrm>
              <a:off x="8439043" y="2276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9" name="pt41619"/>
            <p:cNvSpPr/>
            <p:nvPr/>
          </p:nvSpPr>
          <p:spPr>
            <a:xfrm>
              <a:off x="9285697" y="1802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0" name="pt41620"/>
            <p:cNvSpPr/>
            <p:nvPr/>
          </p:nvSpPr>
          <p:spPr>
            <a:xfrm>
              <a:off x="8471820" y="2558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1" name="pt41621"/>
            <p:cNvSpPr/>
            <p:nvPr/>
          </p:nvSpPr>
          <p:spPr>
            <a:xfrm>
              <a:off x="9328959" y="2048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2" name="pt41622"/>
            <p:cNvSpPr/>
            <p:nvPr/>
          </p:nvSpPr>
          <p:spPr>
            <a:xfrm>
              <a:off x="8439043" y="2560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3" name="pt41623"/>
            <p:cNvSpPr/>
            <p:nvPr/>
          </p:nvSpPr>
          <p:spPr>
            <a:xfrm>
              <a:off x="8735430" y="2056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4" name="pt41624"/>
            <p:cNvSpPr/>
            <p:nvPr/>
          </p:nvSpPr>
          <p:spPr>
            <a:xfrm>
              <a:off x="8610820" y="2029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5" name="pt41625"/>
            <p:cNvSpPr/>
            <p:nvPr/>
          </p:nvSpPr>
          <p:spPr>
            <a:xfrm>
              <a:off x="9110123" y="2037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6" name="pt41626"/>
            <p:cNvSpPr/>
            <p:nvPr/>
          </p:nvSpPr>
          <p:spPr>
            <a:xfrm>
              <a:off x="9513165" y="2464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7" name="pt41627"/>
            <p:cNvSpPr/>
            <p:nvPr/>
          </p:nvSpPr>
          <p:spPr>
            <a:xfrm>
              <a:off x="8563654" y="2291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8" name="pt41628"/>
            <p:cNvSpPr/>
            <p:nvPr/>
          </p:nvSpPr>
          <p:spPr>
            <a:xfrm>
              <a:off x="9124975" y="2048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9" name="pt41629"/>
            <p:cNvSpPr/>
            <p:nvPr/>
          </p:nvSpPr>
          <p:spPr>
            <a:xfrm>
              <a:off x="9152801" y="2078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0" name="pt41630"/>
            <p:cNvSpPr/>
            <p:nvPr/>
          </p:nvSpPr>
          <p:spPr>
            <a:xfrm>
              <a:off x="8713389" y="2156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1" name="pt41631"/>
            <p:cNvSpPr/>
            <p:nvPr/>
          </p:nvSpPr>
          <p:spPr>
            <a:xfrm>
              <a:off x="9339588" y="2188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2" name="pt41632"/>
            <p:cNvSpPr/>
            <p:nvPr/>
          </p:nvSpPr>
          <p:spPr>
            <a:xfrm>
              <a:off x="9103999" y="2059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3" name="pt41633"/>
            <p:cNvSpPr/>
            <p:nvPr/>
          </p:nvSpPr>
          <p:spPr>
            <a:xfrm>
              <a:off x="8471820" y="2444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4" name="pt41634"/>
            <p:cNvSpPr/>
            <p:nvPr/>
          </p:nvSpPr>
          <p:spPr>
            <a:xfrm>
              <a:off x="8563654" y="2266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5" name="pt41635"/>
            <p:cNvSpPr/>
            <p:nvPr/>
          </p:nvSpPr>
          <p:spPr>
            <a:xfrm>
              <a:off x="8954618" y="2340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6" name="pt41636"/>
            <p:cNvSpPr/>
            <p:nvPr/>
          </p:nvSpPr>
          <p:spPr>
            <a:xfrm>
              <a:off x="8910892" y="2139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7" name="pt41637"/>
            <p:cNvSpPr/>
            <p:nvPr/>
          </p:nvSpPr>
          <p:spPr>
            <a:xfrm>
              <a:off x="8845651" y="1874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8" name="pt41638"/>
            <p:cNvSpPr/>
            <p:nvPr/>
          </p:nvSpPr>
          <p:spPr>
            <a:xfrm>
              <a:off x="9034195" y="1655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9" name="pt41639"/>
            <p:cNvSpPr/>
            <p:nvPr/>
          </p:nvSpPr>
          <p:spPr>
            <a:xfrm>
              <a:off x="8870124" y="2317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0" name="pt41640"/>
            <p:cNvSpPr/>
            <p:nvPr/>
          </p:nvSpPr>
          <p:spPr>
            <a:xfrm>
              <a:off x="9538128" y="1574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1" name="pt41641"/>
            <p:cNvSpPr/>
            <p:nvPr/>
          </p:nvSpPr>
          <p:spPr>
            <a:xfrm>
              <a:off x="8999571" y="1799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2" name="pt41642"/>
            <p:cNvSpPr/>
            <p:nvPr/>
          </p:nvSpPr>
          <p:spPr>
            <a:xfrm>
              <a:off x="9181576" y="2019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3" name="pt41643"/>
            <p:cNvSpPr/>
            <p:nvPr/>
          </p:nvSpPr>
          <p:spPr>
            <a:xfrm>
              <a:off x="8596430" y="2214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4" name="pt41644"/>
            <p:cNvSpPr/>
            <p:nvPr/>
          </p:nvSpPr>
          <p:spPr>
            <a:xfrm>
              <a:off x="9040639" y="1800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5" name="pt41645"/>
            <p:cNvSpPr/>
            <p:nvPr/>
          </p:nvSpPr>
          <p:spPr>
            <a:xfrm>
              <a:off x="8563654" y="2307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6" name="pt41646"/>
            <p:cNvSpPr/>
            <p:nvPr/>
          </p:nvSpPr>
          <p:spPr>
            <a:xfrm>
              <a:off x="8783657" y="204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7" name="pt41647"/>
            <p:cNvSpPr/>
            <p:nvPr/>
          </p:nvSpPr>
          <p:spPr>
            <a:xfrm>
              <a:off x="9332489" y="2105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8" name="pt41648"/>
            <p:cNvSpPr/>
            <p:nvPr/>
          </p:nvSpPr>
          <p:spPr>
            <a:xfrm>
              <a:off x="9057543" y="1746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9" name="pt41649"/>
            <p:cNvSpPr/>
            <p:nvPr/>
          </p:nvSpPr>
          <p:spPr>
            <a:xfrm>
              <a:off x="9537091" y="1918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0" name="pt41650"/>
            <p:cNvSpPr/>
            <p:nvPr/>
          </p:nvSpPr>
          <p:spPr>
            <a:xfrm>
              <a:off x="9336196" y="2132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1" name="pt41651"/>
            <p:cNvSpPr/>
            <p:nvPr/>
          </p:nvSpPr>
          <p:spPr>
            <a:xfrm>
              <a:off x="8398928" y="2280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2" name="pt41652"/>
            <p:cNvSpPr/>
            <p:nvPr/>
          </p:nvSpPr>
          <p:spPr>
            <a:xfrm>
              <a:off x="8964553" y="2270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3" name="pt41653"/>
            <p:cNvSpPr/>
            <p:nvPr/>
          </p:nvSpPr>
          <p:spPr>
            <a:xfrm>
              <a:off x="8439043" y="225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4" name="pt41654"/>
            <p:cNvSpPr/>
            <p:nvPr/>
          </p:nvSpPr>
          <p:spPr>
            <a:xfrm>
              <a:off x="8347210" y="2343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5" name="pt41655"/>
            <p:cNvSpPr/>
            <p:nvPr/>
          </p:nvSpPr>
          <p:spPr>
            <a:xfrm>
              <a:off x="8274318" y="225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6" name="pt41656"/>
            <p:cNvSpPr/>
            <p:nvPr/>
          </p:nvSpPr>
          <p:spPr>
            <a:xfrm>
              <a:off x="8648148" y="2465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7" name="pt41657"/>
            <p:cNvSpPr/>
            <p:nvPr/>
          </p:nvSpPr>
          <p:spPr>
            <a:xfrm>
              <a:off x="9395106" y="2172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8" name="pt41658"/>
            <p:cNvSpPr/>
            <p:nvPr/>
          </p:nvSpPr>
          <p:spPr>
            <a:xfrm>
              <a:off x="8648148" y="2279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9" name="pt41659"/>
            <p:cNvSpPr/>
            <p:nvPr/>
          </p:nvSpPr>
          <p:spPr>
            <a:xfrm>
              <a:off x="8876545" y="1881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0" name="pt41660"/>
            <p:cNvSpPr/>
            <p:nvPr/>
          </p:nvSpPr>
          <p:spPr>
            <a:xfrm>
              <a:off x="8975793" y="1962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1" name="pt41661"/>
            <p:cNvSpPr/>
            <p:nvPr/>
          </p:nvSpPr>
          <p:spPr>
            <a:xfrm>
              <a:off x="8748753" y="1960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2" name="pt41662"/>
            <p:cNvSpPr/>
            <p:nvPr/>
          </p:nvSpPr>
          <p:spPr>
            <a:xfrm>
              <a:off x="8721041" y="1860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3" name="pt41663"/>
            <p:cNvSpPr/>
            <p:nvPr/>
          </p:nvSpPr>
          <p:spPr>
            <a:xfrm>
              <a:off x="9220880" y="1940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4" name="pt41664"/>
            <p:cNvSpPr/>
            <p:nvPr/>
          </p:nvSpPr>
          <p:spPr>
            <a:xfrm>
              <a:off x="8347210" y="2347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5" name="pt41665"/>
            <p:cNvSpPr/>
            <p:nvPr/>
          </p:nvSpPr>
          <p:spPr>
            <a:xfrm>
              <a:off x="9181576" y="1933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6" name="pt41666"/>
            <p:cNvSpPr/>
            <p:nvPr/>
          </p:nvSpPr>
          <p:spPr>
            <a:xfrm>
              <a:off x="8849358" y="2070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7" name="pt41667"/>
            <p:cNvSpPr/>
            <p:nvPr/>
          </p:nvSpPr>
          <p:spPr>
            <a:xfrm>
              <a:off x="8274318" y="2494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8" name="pt41668"/>
            <p:cNvSpPr/>
            <p:nvPr/>
          </p:nvSpPr>
          <p:spPr>
            <a:xfrm>
              <a:off x="8930613" y="1873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9" name="pt41669"/>
            <p:cNvSpPr/>
            <p:nvPr/>
          </p:nvSpPr>
          <p:spPr>
            <a:xfrm>
              <a:off x="8798858" y="199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0" name="pt41670"/>
            <p:cNvSpPr/>
            <p:nvPr/>
          </p:nvSpPr>
          <p:spPr>
            <a:xfrm>
              <a:off x="9719466" y="2087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1" name="pt41671"/>
            <p:cNvSpPr/>
            <p:nvPr/>
          </p:nvSpPr>
          <p:spPr>
            <a:xfrm>
              <a:off x="9016271" y="165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2" name="pt41672"/>
            <p:cNvSpPr/>
            <p:nvPr/>
          </p:nvSpPr>
          <p:spPr>
            <a:xfrm>
              <a:off x="9171470" y="1885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3" name="pt41673"/>
            <p:cNvSpPr/>
            <p:nvPr/>
          </p:nvSpPr>
          <p:spPr>
            <a:xfrm>
              <a:off x="9439678" y="1960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4" name="pt41674"/>
            <p:cNvSpPr/>
            <p:nvPr/>
          </p:nvSpPr>
          <p:spPr>
            <a:xfrm>
              <a:off x="8471820" y="2441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5" name="pt41675"/>
            <p:cNvSpPr/>
            <p:nvPr/>
          </p:nvSpPr>
          <p:spPr>
            <a:xfrm>
              <a:off x="8856549" y="2224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6" name="pt41676"/>
            <p:cNvSpPr/>
            <p:nvPr/>
          </p:nvSpPr>
          <p:spPr>
            <a:xfrm>
              <a:off x="8648148" y="2333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7" name="pt41677"/>
            <p:cNvSpPr/>
            <p:nvPr/>
          </p:nvSpPr>
          <p:spPr>
            <a:xfrm>
              <a:off x="8788868" y="2033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8" name="pt41678"/>
            <p:cNvSpPr/>
            <p:nvPr/>
          </p:nvSpPr>
          <p:spPr>
            <a:xfrm>
              <a:off x="8398928" y="2540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9" name="pt41679"/>
            <p:cNvSpPr/>
            <p:nvPr/>
          </p:nvSpPr>
          <p:spPr>
            <a:xfrm>
              <a:off x="8894537" y="2349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0" name="pt41680"/>
            <p:cNvSpPr/>
            <p:nvPr/>
          </p:nvSpPr>
          <p:spPr>
            <a:xfrm>
              <a:off x="9043153" y="1733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1" name="pt41681"/>
            <p:cNvSpPr/>
            <p:nvPr/>
          </p:nvSpPr>
          <p:spPr>
            <a:xfrm>
              <a:off x="9002725" y="2104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2" name="pt41682"/>
            <p:cNvSpPr/>
            <p:nvPr/>
          </p:nvSpPr>
          <p:spPr>
            <a:xfrm>
              <a:off x="8973968" y="1996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3" name="pt41683"/>
            <p:cNvSpPr/>
            <p:nvPr/>
          </p:nvSpPr>
          <p:spPr>
            <a:xfrm>
              <a:off x="9363383" y="2083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4" name="pt41684"/>
            <p:cNvSpPr/>
            <p:nvPr/>
          </p:nvSpPr>
          <p:spPr>
            <a:xfrm>
              <a:off x="9655598" y="2632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5" name="pt41685"/>
            <p:cNvSpPr/>
            <p:nvPr/>
          </p:nvSpPr>
          <p:spPr>
            <a:xfrm>
              <a:off x="8274318" y="2428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6" name="pt41686"/>
            <p:cNvSpPr/>
            <p:nvPr/>
          </p:nvSpPr>
          <p:spPr>
            <a:xfrm>
              <a:off x="8954618" y="2340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7" name="pt41687"/>
            <p:cNvSpPr/>
            <p:nvPr/>
          </p:nvSpPr>
          <p:spPr>
            <a:xfrm>
              <a:off x="8908267" y="1991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8" name="pt41688"/>
            <p:cNvSpPr/>
            <p:nvPr/>
          </p:nvSpPr>
          <p:spPr>
            <a:xfrm>
              <a:off x="8398928" y="2402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9" name="pt41689"/>
            <p:cNvSpPr/>
            <p:nvPr/>
          </p:nvSpPr>
          <p:spPr>
            <a:xfrm>
              <a:off x="8688264" y="2333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0" name="pt41690"/>
            <p:cNvSpPr/>
            <p:nvPr/>
          </p:nvSpPr>
          <p:spPr>
            <a:xfrm>
              <a:off x="8499532" y="2394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1" name="pt41691"/>
            <p:cNvSpPr/>
            <p:nvPr/>
          </p:nvSpPr>
          <p:spPr>
            <a:xfrm>
              <a:off x="8910892" y="2157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2" name="pt41692"/>
            <p:cNvSpPr/>
            <p:nvPr/>
          </p:nvSpPr>
          <p:spPr>
            <a:xfrm>
              <a:off x="9035502" y="1710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3" name="pt41693"/>
            <p:cNvSpPr/>
            <p:nvPr/>
          </p:nvSpPr>
          <p:spPr>
            <a:xfrm>
              <a:off x="8688264" y="2176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4" name="pt41694"/>
            <p:cNvSpPr/>
            <p:nvPr/>
          </p:nvSpPr>
          <p:spPr>
            <a:xfrm>
              <a:off x="8624143" y="2526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5" name="pt41695"/>
            <p:cNvSpPr/>
            <p:nvPr/>
          </p:nvSpPr>
          <p:spPr>
            <a:xfrm>
              <a:off x="9181576" y="1971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6" name="pt41696"/>
            <p:cNvSpPr/>
            <p:nvPr/>
          </p:nvSpPr>
          <p:spPr>
            <a:xfrm>
              <a:off x="9274677" y="1832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7" name="pt41697"/>
            <p:cNvSpPr/>
            <p:nvPr/>
          </p:nvSpPr>
          <p:spPr>
            <a:xfrm>
              <a:off x="9351205" y="2259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8" name="pt41698"/>
            <p:cNvSpPr/>
            <p:nvPr/>
          </p:nvSpPr>
          <p:spPr>
            <a:xfrm>
              <a:off x="9005825" y="1588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9" name="pt41699"/>
            <p:cNvSpPr/>
            <p:nvPr/>
          </p:nvSpPr>
          <p:spPr>
            <a:xfrm>
              <a:off x="9401682" y="2010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0" name="pt41700"/>
            <p:cNvSpPr/>
            <p:nvPr/>
          </p:nvSpPr>
          <p:spPr>
            <a:xfrm>
              <a:off x="8439043" y="2382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1" name="pt41701"/>
            <p:cNvSpPr/>
            <p:nvPr/>
          </p:nvSpPr>
          <p:spPr>
            <a:xfrm>
              <a:off x="8544712" y="2246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2" name="pt41702"/>
            <p:cNvSpPr/>
            <p:nvPr/>
          </p:nvSpPr>
          <p:spPr>
            <a:xfrm>
              <a:off x="9066533" y="1715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3" name="pt41703"/>
            <p:cNvSpPr/>
            <p:nvPr/>
          </p:nvSpPr>
          <p:spPr>
            <a:xfrm>
              <a:off x="8956650" y="2211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4" name="pt41704"/>
            <p:cNvSpPr/>
            <p:nvPr/>
          </p:nvSpPr>
          <p:spPr>
            <a:xfrm>
              <a:off x="8580788" y="2332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5" name="pt41705"/>
            <p:cNvSpPr/>
            <p:nvPr/>
          </p:nvSpPr>
          <p:spPr>
            <a:xfrm>
              <a:off x="9124975" y="1953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6" name="pt41706"/>
            <p:cNvSpPr/>
            <p:nvPr/>
          </p:nvSpPr>
          <p:spPr>
            <a:xfrm>
              <a:off x="8761156" y="2209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7" name="pt41707"/>
            <p:cNvSpPr/>
            <p:nvPr/>
          </p:nvSpPr>
          <p:spPr>
            <a:xfrm>
              <a:off x="8544712" y="2222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8" name="pt41708"/>
            <p:cNvSpPr/>
            <p:nvPr/>
          </p:nvSpPr>
          <p:spPr>
            <a:xfrm>
              <a:off x="8347210" y="240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9" name="pt41709"/>
            <p:cNvSpPr/>
            <p:nvPr/>
          </p:nvSpPr>
          <p:spPr>
            <a:xfrm>
              <a:off x="8996361" y="1909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0" name="pt41710"/>
            <p:cNvSpPr/>
            <p:nvPr/>
          </p:nvSpPr>
          <p:spPr>
            <a:xfrm>
              <a:off x="8964553" y="2250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1" name="pt41711"/>
            <p:cNvSpPr/>
            <p:nvPr/>
          </p:nvSpPr>
          <p:spPr>
            <a:xfrm>
              <a:off x="8876545" y="1853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2" name="pt41712"/>
            <p:cNvSpPr/>
            <p:nvPr/>
          </p:nvSpPr>
          <p:spPr>
            <a:xfrm>
              <a:off x="8713389" y="2216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3" name="pt41713"/>
            <p:cNvSpPr/>
            <p:nvPr/>
          </p:nvSpPr>
          <p:spPr>
            <a:xfrm>
              <a:off x="8274318" y="2228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4" name="pt41714"/>
            <p:cNvSpPr/>
            <p:nvPr/>
          </p:nvSpPr>
          <p:spPr>
            <a:xfrm>
              <a:off x="8274318" y="2556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5" name="pt41715"/>
            <p:cNvSpPr/>
            <p:nvPr/>
          </p:nvSpPr>
          <p:spPr>
            <a:xfrm>
              <a:off x="8856549" y="2225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6" name="pt41716"/>
            <p:cNvSpPr/>
            <p:nvPr/>
          </p:nvSpPr>
          <p:spPr>
            <a:xfrm>
              <a:off x="9236019" y="2026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7" name="pt41717"/>
            <p:cNvSpPr/>
            <p:nvPr/>
          </p:nvSpPr>
          <p:spPr>
            <a:xfrm>
              <a:off x="8659047" y="2353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8" name="pt41718"/>
            <p:cNvSpPr/>
            <p:nvPr/>
          </p:nvSpPr>
          <p:spPr>
            <a:xfrm>
              <a:off x="8659047" y="2330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9" name="pt41719"/>
            <p:cNvSpPr/>
            <p:nvPr/>
          </p:nvSpPr>
          <p:spPr>
            <a:xfrm>
              <a:off x="8930613" y="1809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0" name="pt41720"/>
            <p:cNvSpPr/>
            <p:nvPr/>
          </p:nvSpPr>
          <p:spPr>
            <a:xfrm>
              <a:off x="9040639" y="1701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1" name="pt41721"/>
            <p:cNvSpPr/>
            <p:nvPr/>
          </p:nvSpPr>
          <p:spPr>
            <a:xfrm>
              <a:off x="9148684" y="1995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2" name="pt41722"/>
            <p:cNvSpPr/>
            <p:nvPr/>
          </p:nvSpPr>
          <p:spPr>
            <a:xfrm>
              <a:off x="9313825" y="2142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3" name="pt41723"/>
            <p:cNvSpPr/>
            <p:nvPr/>
          </p:nvSpPr>
          <p:spPr>
            <a:xfrm>
              <a:off x="8563654" y="2251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4" name="pt41724"/>
            <p:cNvSpPr/>
            <p:nvPr/>
          </p:nvSpPr>
          <p:spPr>
            <a:xfrm>
              <a:off x="8982914" y="1828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5" name="pt41725"/>
            <p:cNvSpPr/>
            <p:nvPr/>
          </p:nvSpPr>
          <p:spPr>
            <a:xfrm>
              <a:off x="8986371" y="1774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6" name="pt41726"/>
            <p:cNvSpPr/>
            <p:nvPr/>
          </p:nvSpPr>
          <p:spPr>
            <a:xfrm>
              <a:off x="9089164" y="1732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7" name="pt41727"/>
            <p:cNvSpPr/>
            <p:nvPr/>
          </p:nvSpPr>
          <p:spPr>
            <a:xfrm>
              <a:off x="8834048" y="2019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8" name="pt41728"/>
            <p:cNvSpPr/>
            <p:nvPr/>
          </p:nvSpPr>
          <p:spPr>
            <a:xfrm>
              <a:off x="8648148" y="2251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9" name="pt41729"/>
            <p:cNvSpPr/>
            <p:nvPr/>
          </p:nvSpPr>
          <p:spPr>
            <a:xfrm>
              <a:off x="8274318" y="2451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0" name="pt41730"/>
            <p:cNvSpPr/>
            <p:nvPr/>
          </p:nvSpPr>
          <p:spPr>
            <a:xfrm>
              <a:off x="8761156" y="2422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1" name="pt41731"/>
            <p:cNvSpPr/>
            <p:nvPr/>
          </p:nvSpPr>
          <p:spPr>
            <a:xfrm>
              <a:off x="8793933" y="2108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2" name="pt41732"/>
            <p:cNvSpPr/>
            <p:nvPr/>
          </p:nvSpPr>
          <p:spPr>
            <a:xfrm>
              <a:off x="8923469" y="1899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3" name="pt41733"/>
            <p:cNvSpPr/>
            <p:nvPr/>
          </p:nvSpPr>
          <p:spPr>
            <a:xfrm>
              <a:off x="8274318" y="2199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4" name="pt41734"/>
            <p:cNvSpPr/>
            <p:nvPr/>
          </p:nvSpPr>
          <p:spPr>
            <a:xfrm>
              <a:off x="9332489" y="2072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5" name="pt41735"/>
            <p:cNvSpPr/>
            <p:nvPr/>
          </p:nvSpPr>
          <p:spPr>
            <a:xfrm>
              <a:off x="8982914" y="1745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6" name="pt41736"/>
            <p:cNvSpPr/>
            <p:nvPr/>
          </p:nvSpPr>
          <p:spPr>
            <a:xfrm>
              <a:off x="8544712" y="2404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7" name="pt41737"/>
            <p:cNvSpPr/>
            <p:nvPr/>
          </p:nvSpPr>
          <p:spPr>
            <a:xfrm>
              <a:off x="8891661" y="2043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8" name="pt41738"/>
            <p:cNvSpPr/>
            <p:nvPr/>
          </p:nvSpPr>
          <p:spPr>
            <a:xfrm>
              <a:off x="9101309" y="2006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9" name="pt41739"/>
            <p:cNvSpPr/>
            <p:nvPr/>
          </p:nvSpPr>
          <p:spPr>
            <a:xfrm>
              <a:off x="8735430" y="206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0" name="pt41740"/>
            <p:cNvSpPr/>
            <p:nvPr/>
          </p:nvSpPr>
          <p:spPr>
            <a:xfrm>
              <a:off x="8471820" y="2266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1" name="pt41741"/>
            <p:cNvSpPr/>
            <p:nvPr/>
          </p:nvSpPr>
          <p:spPr>
            <a:xfrm>
              <a:off x="8748753" y="2025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2" name="pt41742"/>
            <p:cNvSpPr/>
            <p:nvPr/>
          </p:nvSpPr>
          <p:spPr>
            <a:xfrm>
              <a:off x="8471820" y="2330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3" name="pt41743"/>
            <p:cNvSpPr/>
            <p:nvPr/>
          </p:nvSpPr>
          <p:spPr>
            <a:xfrm>
              <a:off x="8838000" y="2167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4" name="pt41744"/>
            <p:cNvSpPr/>
            <p:nvPr/>
          </p:nvSpPr>
          <p:spPr>
            <a:xfrm>
              <a:off x="8721041" y="1807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5" name="pt41745"/>
            <p:cNvSpPr/>
            <p:nvPr/>
          </p:nvSpPr>
          <p:spPr>
            <a:xfrm>
              <a:off x="9196543" y="2328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6" name="pt41746"/>
            <p:cNvSpPr/>
            <p:nvPr/>
          </p:nvSpPr>
          <p:spPr>
            <a:xfrm>
              <a:off x="8705398" y="2238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7" name="pt41747"/>
            <p:cNvSpPr/>
            <p:nvPr/>
          </p:nvSpPr>
          <p:spPr>
            <a:xfrm>
              <a:off x="9124182" y="1901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8" name="pt41748"/>
            <p:cNvSpPr/>
            <p:nvPr/>
          </p:nvSpPr>
          <p:spPr>
            <a:xfrm>
              <a:off x="8849358" y="2255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9" name="pt41749"/>
            <p:cNvSpPr/>
            <p:nvPr/>
          </p:nvSpPr>
          <p:spPr>
            <a:xfrm>
              <a:off x="8563654" y="2315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0" name="pt41750"/>
            <p:cNvSpPr/>
            <p:nvPr/>
          </p:nvSpPr>
          <p:spPr>
            <a:xfrm>
              <a:off x="9693515" y="1747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1" name="pt41751"/>
            <p:cNvSpPr/>
            <p:nvPr/>
          </p:nvSpPr>
          <p:spPr>
            <a:xfrm>
              <a:off x="8981160" y="2065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2" name="pt41752"/>
            <p:cNvSpPr/>
            <p:nvPr/>
          </p:nvSpPr>
          <p:spPr>
            <a:xfrm>
              <a:off x="9184443" y="2126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3" name="pt41753"/>
            <p:cNvSpPr/>
            <p:nvPr/>
          </p:nvSpPr>
          <p:spPr>
            <a:xfrm>
              <a:off x="9657982" y="1817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4" name="pt41754"/>
            <p:cNvSpPr/>
            <p:nvPr/>
          </p:nvSpPr>
          <p:spPr>
            <a:xfrm>
              <a:off x="8679043" y="2238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5" name="pt41755"/>
            <p:cNvSpPr/>
            <p:nvPr/>
          </p:nvSpPr>
          <p:spPr>
            <a:xfrm>
              <a:off x="9282758" y="2053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6" name="pt41756"/>
            <p:cNvSpPr/>
            <p:nvPr/>
          </p:nvSpPr>
          <p:spPr>
            <a:xfrm>
              <a:off x="8778290" y="1993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7" name="pt41757"/>
            <p:cNvSpPr/>
            <p:nvPr/>
          </p:nvSpPr>
          <p:spPr>
            <a:xfrm>
              <a:off x="9143758" y="226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8" name="pt41758"/>
            <p:cNvSpPr/>
            <p:nvPr/>
          </p:nvSpPr>
          <p:spPr>
            <a:xfrm>
              <a:off x="9876105" y="2369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9" name="pt41759"/>
            <p:cNvSpPr/>
            <p:nvPr/>
          </p:nvSpPr>
          <p:spPr>
            <a:xfrm>
              <a:off x="8870124" y="2160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0" name="pt41760"/>
            <p:cNvSpPr/>
            <p:nvPr/>
          </p:nvSpPr>
          <p:spPr>
            <a:xfrm>
              <a:off x="8439043" y="2018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1" name="pt41761"/>
            <p:cNvSpPr/>
            <p:nvPr/>
          </p:nvSpPr>
          <p:spPr>
            <a:xfrm>
              <a:off x="8659047" y="2362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2" name="pt41762"/>
            <p:cNvSpPr/>
            <p:nvPr/>
          </p:nvSpPr>
          <p:spPr>
            <a:xfrm>
              <a:off x="8937484" y="2079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3" name="pt41763"/>
            <p:cNvSpPr/>
            <p:nvPr/>
          </p:nvSpPr>
          <p:spPr>
            <a:xfrm>
              <a:off x="8948383" y="1981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4" name="pt41764"/>
            <p:cNvSpPr/>
            <p:nvPr/>
          </p:nvSpPr>
          <p:spPr>
            <a:xfrm>
              <a:off x="8888738" y="2161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5" name="pt41765"/>
            <p:cNvSpPr/>
            <p:nvPr/>
          </p:nvSpPr>
          <p:spPr>
            <a:xfrm>
              <a:off x="8783657" y="2282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6" name="pt41766"/>
            <p:cNvSpPr/>
            <p:nvPr/>
          </p:nvSpPr>
          <p:spPr>
            <a:xfrm>
              <a:off x="9336196" y="2034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7" name="pt41767"/>
            <p:cNvSpPr/>
            <p:nvPr/>
          </p:nvSpPr>
          <p:spPr>
            <a:xfrm>
              <a:off x="9090127" y="1662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8" name="pt41768"/>
            <p:cNvSpPr/>
            <p:nvPr/>
          </p:nvSpPr>
          <p:spPr>
            <a:xfrm>
              <a:off x="8398928" y="2433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9" name="pt41769"/>
            <p:cNvSpPr/>
            <p:nvPr/>
          </p:nvSpPr>
          <p:spPr>
            <a:xfrm>
              <a:off x="9199183" y="2066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0" name="pt41770"/>
            <p:cNvSpPr/>
            <p:nvPr/>
          </p:nvSpPr>
          <p:spPr>
            <a:xfrm>
              <a:off x="9525526" y="1735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1" name="pt41771"/>
            <p:cNvSpPr/>
            <p:nvPr/>
          </p:nvSpPr>
          <p:spPr>
            <a:xfrm>
              <a:off x="8997973" y="1852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2" name="pt41772"/>
            <p:cNvSpPr/>
            <p:nvPr/>
          </p:nvSpPr>
          <p:spPr>
            <a:xfrm>
              <a:off x="9317391" y="2197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3" name="pt41773"/>
            <p:cNvSpPr/>
            <p:nvPr/>
          </p:nvSpPr>
          <p:spPr>
            <a:xfrm>
              <a:off x="8659047" y="2320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4" name="pt41774"/>
            <p:cNvSpPr/>
            <p:nvPr/>
          </p:nvSpPr>
          <p:spPr>
            <a:xfrm>
              <a:off x="9034195" y="1588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5" name="pt41775"/>
            <p:cNvSpPr/>
            <p:nvPr/>
          </p:nvSpPr>
          <p:spPr>
            <a:xfrm>
              <a:off x="9468702" y="2078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6" name="pt41776"/>
            <p:cNvSpPr/>
            <p:nvPr/>
          </p:nvSpPr>
          <p:spPr>
            <a:xfrm>
              <a:off x="8966476" y="2231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7" name="pt41777"/>
            <p:cNvSpPr/>
            <p:nvPr/>
          </p:nvSpPr>
          <p:spPr>
            <a:xfrm>
              <a:off x="9285373" y="2035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8" name="pt41778"/>
            <p:cNvSpPr/>
            <p:nvPr/>
          </p:nvSpPr>
          <p:spPr>
            <a:xfrm>
              <a:off x="9023378" y="2028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9" name="pt41779"/>
            <p:cNvSpPr/>
            <p:nvPr/>
          </p:nvSpPr>
          <p:spPr>
            <a:xfrm>
              <a:off x="8471820" y="2421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0" name="pt41780"/>
            <p:cNvSpPr/>
            <p:nvPr/>
          </p:nvSpPr>
          <p:spPr>
            <a:xfrm>
              <a:off x="8544712" y="2266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1" name="pt41781"/>
            <p:cNvSpPr/>
            <p:nvPr/>
          </p:nvSpPr>
          <p:spPr>
            <a:xfrm>
              <a:off x="8783657" y="2036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2" name="pt41782"/>
            <p:cNvSpPr/>
            <p:nvPr/>
          </p:nvSpPr>
          <p:spPr>
            <a:xfrm>
              <a:off x="8544712" y="2363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3" name="pt41783"/>
            <p:cNvSpPr/>
            <p:nvPr/>
          </p:nvSpPr>
          <p:spPr>
            <a:xfrm>
              <a:off x="9030214" y="1805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4" name="pt41784"/>
            <p:cNvSpPr/>
            <p:nvPr/>
          </p:nvSpPr>
          <p:spPr>
            <a:xfrm>
              <a:off x="8772758" y="2214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5" name="pt41785"/>
            <p:cNvSpPr/>
            <p:nvPr/>
          </p:nvSpPr>
          <p:spPr>
            <a:xfrm>
              <a:off x="9115211" y="2028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6" name="pt41786"/>
            <p:cNvSpPr/>
            <p:nvPr/>
          </p:nvSpPr>
          <p:spPr>
            <a:xfrm>
              <a:off x="9045633" y="2289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7" name="pt41787"/>
            <p:cNvSpPr/>
            <p:nvPr/>
          </p:nvSpPr>
          <p:spPr>
            <a:xfrm>
              <a:off x="9027511" y="1842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8" name="pt41788"/>
            <p:cNvSpPr/>
            <p:nvPr/>
          </p:nvSpPr>
          <p:spPr>
            <a:xfrm>
              <a:off x="9103999" y="2090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9" name="pt41789"/>
            <p:cNvSpPr/>
            <p:nvPr/>
          </p:nvSpPr>
          <p:spPr>
            <a:xfrm>
              <a:off x="8821645" y="2142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0" name="pt41790"/>
            <p:cNvSpPr/>
            <p:nvPr/>
          </p:nvSpPr>
          <p:spPr>
            <a:xfrm>
              <a:off x="8841866" y="2052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1" name="pt41791"/>
            <p:cNvSpPr/>
            <p:nvPr/>
          </p:nvSpPr>
          <p:spPr>
            <a:xfrm>
              <a:off x="8755061" y="222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2" name="pt41792"/>
            <p:cNvSpPr/>
            <p:nvPr/>
          </p:nvSpPr>
          <p:spPr>
            <a:xfrm>
              <a:off x="8544712" y="2371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3" name="pt41793"/>
            <p:cNvSpPr/>
            <p:nvPr/>
          </p:nvSpPr>
          <p:spPr>
            <a:xfrm>
              <a:off x="9294853" y="1786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4" name="pt41794"/>
            <p:cNvSpPr/>
            <p:nvPr/>
          </p:nvSpPr>
          <p:spPr>
            <a:xfrm>
              <a:off x="8761156" y="2225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5" name="pt41795"/>
            <p:cNvSpPr/>
            <p:nvPr/>
          </p:nvSpPr>
          <p:spPr>
            <a:xfrm>
              <a:off x="9334476" y="2153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6" name="pt41796"/>
            <p:cNvSpPr/>
            <p:nvPr/>
          </p:nvSpPr>
          <p:spPr>
            <a:xfrm>
              <a:off x="8713389" y="2191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7" name="pt41797"/>
            <p:cNvSpPr/>
            <p:nvPr/>
          </p:nvSpPr>
          <p:spPr>
            <a:xfrm>
              <a:off x="9356962" y="2099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8" name="pt41798"/>
            <p:cNvSpPr/>
            <p:nvPr/>
          </p:nvSpPr>
          <p:spPr>
            <a:xfrm>
              <a:off x="8856549" y="2194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9" name="pt41799"/>
            <p:cNvSpPr/>
            <p:nvPr/>
          </p:nvSpPr>
          <p:spPr>
            <a:xfrm>
              <a:off x="8471820" y="2294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0" name="pt41800"/>
            <p:cNvSpPr/>
            <p:nvPr/>
          </p:nvSpPr>
          <p:spPr>
            <a:xfrm>
              <a:off x="9120160" y="2060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1" name="pt41801"/>
            <p:cNvSpPr/>
            <p:nvPr/>
          </p:nvSpPr>
          <p:spPr>
            <a:xfrm>
              <a:off x="8471820" y="2436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2" name="pt41802"/>
            <p:cNvSpPr/>
            <p:nvPr/>
          </p:nvSpPr>
          <p:spPr>
            <a:xfrm>
              <a:off x="8783657" y="2252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3" name="pt41803"/>
            <p:cNvSpPr/>
            <p:nvPr/>
          </p:nvSpPr>
          <p:spPr>
            <a:xfrm>
              <a:off x="8347210" y="2183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4" name="pt41804"/>
            <p:cNvSpPr/>
            <p:nvPr/>
          </p:nvSpPr>
          <p:spPr>
            <a:xfrm>
              <a:off x="9435925" y="1804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5" name="pt41805"/>
            <p:cNvSpPr/>
            <p:nvPr/>
          </p:nvSpPr>
          <p:spPr>
            <a:xfrm>
              <a:off x="8523538" y="2404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6" name="pt41806"/>
            <p:cNvSpPr/>
            <p:nvPr/>
          </p:nvSpPr>
          <p:spPr>
            <a:xfrm>
              <a:off x="9171470" y="1905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7" name="pt41807"/>
            <p:cNvSpPr/>
            <p:nvPr/>
          </p:nvSpPr>
          <p:spPr>
            <a:xfrm>
              <a:off x="8471820" y="2422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8" name="pt41808"/>
            <p:cNvSpPr/>
            <p:nvPr/>
          </p:nvSpPr>
          <p:spPr>
            <a:xfrm>
              <a:off x="8688264" y="2244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9" name="pt41809"/>
            <p:cNvSpPr/>
            <p:nvPr/>
          </p:nvSpPr>
          <p:spPr>
            <a:xfrm>
              <a:off x="9302684" y="1835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0" name="pt41810"/>
            <p:cNvSpPr/>
            <p:nvPr/>
          </p:nvSpPr>
          <p:spPr>
            <a:xfrm>
              <a:off x="9095805" y="1652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1" name="pt41811"/>
            <p:cNvSpPr/>
            <p:nvPr/>
          </p:nvSpPr>
          <p:spPr>
            <a:xfrm>
              <a:off x="9096734" y="1721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2" name="pt41812"/>
            <p:cNvSpPr/>
            <p:nvPr/>
          </p:nvSpPr>
          <p:spPr>
            <a:xfrm>
              <a:off x="8398928" y="2417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3" name="pt41813"/>
            <p:cNvSpPr/>
            <p:nvPr/>
          </p:nvSpPr>
          <p:spPr>
            <a:xfrm>
              <a:off x="8981160" y="1980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4" name="pt41814"/>
            <p:cNvSpPr/>
            <p:nvPr/>
          </p:nvSpPr>
          <p:spPr>
            <a:xfrm>
              <a:off x="9439815" y="173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5" name="pt41815"/>
            <p:cNvSpPr/>
            <p:nvPr/>
          </p:nvSpPr>
          <p:spPr>
            <a:xfrm>
              <a:off x="9066533" y="1708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6" name="pt41816"/>
            <p:cNvSpPr/>
            <p:nvPr/>
          </p:nvSpPr>
          <p:spPr>
            <a:xfrm>
              <a:off x="8713389" y="2241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7" name="pt41817"/>
            <p:cNvSpPr/>
            <p:nvPr/>
          </p:nvSpPr>
          <p:spPr>
            <a:xfrm>
              <a:off x="8439043" y="2155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8" name="pt41818"/>
            <p:cNvSpPr/>
            <p:nvPr/>
          </p:nvSpPr>
          <p:spPr>
            <a:xfrm>
              <a:off x="8274318" y="2422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9" name="pt41819"/>
            <p:cNvSpPr/>
            <p:nvPr/>
          </p:nvSpPr>
          <p:spPr>
            <a:xfrm>
              <a:off x="9226820" y="1934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0" name="pt41820"/>
            <p:cNvSpPr/>
            <p:nvPr/>
          </p:nvSpPr>
          <p:spPr>
            <a:xfrm>
              <a:off x="8921023" y="1779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1" name="pt41821"/>
            <p:cNvSpPr/>
            <p:nvPr/>
          </p:nvSpPr>
          <p:spPr>
            <a:xfrm>
              <a:off x="9420231" y="1948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2" name="pt41822"/>
            <p:cNvSpPr/>
            <p:nvPr/>
          </p:nvSpPr>
          <p:spPr>
            <a:xfrm>
              <a:off x="9477272" y="2626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3" name="pt41823"/>
            <p:cNvSpPr/>
            <p:nvPr/>
          </p:nvSpPr>
          <p:spPr>
            <a:xfrm>
              <a:off x="9331236" y="2146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4" name="pt41824"/>
            <p:cNvSpPr/>
            <p:nvPr/>
          </p:nvSpPr>
          <p:spPr>
            <a:xfrm>
              <a:off x="8972124" y="2044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5" name="pt41825"/>
            <p:cNvSpPr/>
            <p:nvPr/>
          </p:nvSpPr>
          <p:spPr>
            <a:xfrm>
              <a:off x="9031551" y="164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6" name="pt41826"/>
            <p:cNvSpPr/>
            <p:nvPr/>
          </p:nvSpPr>
          <p:spPr>
            <a:xfrm>
              <a:off x="9719466" y="2330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7" name="pt41827"/>
            <p:cNvSpPr/>
            <p:nvPr/>
          </p:nvSpPr>
          <p:spPr>
            <a:xfrm>
              <a:off x="8930613" y="1862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8" name="pt41828"/>
            <p:cNvSpPr/>
            <p:nvPr/>
          </p:nvSpPr>
          <p:spPr>
            <a:xfrm>
              <a:off x="8755061" y="2238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9" name="pt41829"/>
            <p:cNvSpPr/>
            <p:nvPr/>
          </p:nvSpPr>
          <p:spPr>
            <a:xfrm>
              <a:off x="9334476" y="2125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0" name="pt41830"/>
            <p:cNvSpPr/>
            <p:nvPr/>
          </p:nvSpPr>
          <p:spPr>
            <a:xfrm>
              <a:off x="9220880" y="189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1" name="pt41831"/>
            <p:cNvSpPr/>
            <p:nvPr/>
          </p:nvSpPr>
          <p:spPr>
            <a:xfrm>
              <a:off x="9156826" y="2049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2" name="pt41832"/>
            <p:cNvSpPr/>
            <p:nvPr/>
          </p:nvSpPr>
          <p:spPr>
            <a:xfrm>
              <a:off x="9152801" y="2015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3" name="pt41833"/>
            <p:cNvSpPr/>
            <p:nvPr/>
          </p:nvSpPr>
          <p:spPr>
            <a:xfrm>
              <a:off x="9149376" y="2147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4" name="pt41834"/>
            <p:cNvSpPr/>
            <p:nvPr/>
          </p:nvSpPr>
          <p:spPr>
            <a:xfrm>
              <a:off x="8563654" y="2225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5" name="pt41835"/>
            <p:cNvSpPr/>
            <p:nvPr/>
          </p:nvSpPr>
          <p:spPr>
            <a:xfrm>
              <a:off x="8398928" y="2297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6" name="pt41836"/>
            <p:cNvSpPr/>
            <p:nvPr/>
          </p:nvSpPr>
          <p:spPr>
            <a:xfrm>
              <a:off x="8728379" y="2131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7" name="pt41837"/>
            <p:cNvSpPr/>
            <p:nvPr/>
          </p:nvSpPr>
          <p:spPr>
            <a:xfrm>
              <a:off x="8973968" y="1902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8" name="pt41838"/>
            <p:cNvSpPr/>
            <p:nvPr/>
          </p:nvSpPr>
          <p:spPr>
            <a:xfrm>
              <a:off x="9442137" y="2010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9" name="pt41839"/>
            <p:cNvSpPr/>
            <p:nvPr/>
          </p:nvSpPr>
          <p:spPr>
            <a:xfrm>
              <a:off x="8876545" y="1810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0" name="pt41840"/>
            <p:cNvSpPr/>
            <p:nvPr/>
          </p:nvSpPr>
          <p:spPr>
            <a:xfrm>
              <a:off x="9210359" y="1799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1" name="pt41841"/>
            <p:cNvSpPr/>
            <p:nvPr/>
          </p:nvSpPr>
          <p:spPr>
            <a:xfrm>
              <a:off x="8274318" y="2247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2" name="pt41842"/>
            <p:cNvSpPr/>
            <p:nvPr/>
          </p:nvSpPr>
          <p:spPr>
            <a:xfrm>
              <a:off x="8845651" y="2021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3" name="pt41843"/>
            <p:cNvSpPr/>
            <p:nvPr/>
          </p:nvSpPr>
          <p:spPr>
            <a:xfrm>
              <a:off x="9367540" y="2042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4" name="pt41844"/>
            <p:cNvSpPr/>
            <p:nvPr/>
          </p:nvSpPr>
          <p:spPr>
            <a:xfrm>
              <a:off x="8563654" y="2247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5" name="pt41845"/>
            <p:cNvSpPr/>
            <p:nvPr/>
          </p:nvSpPr>
          <p:spPr>
            <a:xfrm>
              <a:off x="9486197" y="2328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6" name="pt41846"/>
            <p:cNvSpPr/>
            <p:nvPr/>
          </p:nvSpPr>
          <p:spPr>
            <a:xfrm>
              <a:off x="8499532" y="2423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7" name="pt41847"/>
            <p:cNvSpPr/>
            <p:nvPr/>
          </p:nvSpPr>
          <p:spPr>
            <a:xfrm>
              <a:off x="8897369" y="2020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8" name="pt41848"/>
            <p:cNvSpPr/>
            <p:nvPr/>
          </p:nvSpPr>
          <p:spPr>
            <a:xfrm>
              <a:off x="9227269" y="2093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9" name="pt41849"/>
            <p:cNvSpPr/>
            <p:nvPr/>
          </p:nvSpPr>
          <p:spPr>
            <a:xfrm>
              <a:off x="9028868" y="1840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0" name="pt41850"/>
            <p:cNvSpPr/>
            <p:nvPr/>
          </p:nvSpPr>
          <p:spPr>
            <a:xfrm>
              <a:off x="9519804" y="2657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1" name="pt41851"/>
            <p:cNvSpPr/>
            <p:nvPr/>
          </p:nvSpPr>
          <p:spPr>
            <a:xfrm>
              <a:off x="9101309" y="2202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2" name="pt41852"/>
            <p:cNvSpPr/>
            <p:nvPr/>
          </p:nvSpPr>
          <p:spPr>
            <a:xfrm>
              <a:off x="9059833" y="1853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3" name="pt41853"/>
            <p:cNvSpPr/>
            <p:nvPr/>
          </p:nvSpPr>
          <p:spPr>
            <a:xfrm>
              <a:off x="8688264" y="2220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4" name="pt41854"/>
            <p:cNvSpPr/>
            <p:nvPr/>
          </p:nvSpPr>
          <p:spPr>
            <a:xfrm>
              <a:off x="8930613" y="1826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5" name="pt41855"/>
            <p:cNvSpPr/>
            <p:nvPr/>
          </p:nvSpPr>
          <p:spPr>
            <a:xfrm>
              <a:off x="9026144" y="1874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6" name="pt41856"/>
            <p:cNvSpPr/>
            <p:nvPr/>
          </p:nvSpPr>
          <p:spPr>
            <a:xfrm>
              <a:off x="9005825" y="1733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7" name="pt41857"/>
            <p:cNvSpPr/>
            <p:nvPr/>
          </p:nvSpPr>
          <p:spPr>
            <a:xfrm>
              <a:off x="8958659" y="2149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8" name="pt41858"/>
            <p:cNvSpPr/>
            <p:nvPr/>
          </p:nvSpPr>
          <p:spPr>
            <a:xfrm>
              <a:off x="8788868" y="2076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9" name="pt41859"/>
            <p:cNvSpPr/>
            <p:nvPr/>
          </p:nvSpPr>
          <p:spPr>
            <a:xfrm>
              <a:off x="8894537" y="2102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0" name="pt41860"/>
            <p:cNvSpPr/>
            <p:nvPr/>
          </p:nvSpPr>
          <p:spPr>
            <a:xfrm>
              <a:off x="8659047" y="2392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1" name="pt41861"/>
            <p:cNvSpPr/>
            <p:nvPr/>
          </p:nvSpPr>
          <p:spPr>
            <a:xfrm>
              <a:off x="8523538" y="2468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2" name="pt41862"/>
            <p:cNvSpPr/>
            <p:nvPr/>
          </p:nvSpPr>
          <p:spPr>
            <a:xfrm>
              <a:off x="9427147" y="1771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3" name="pt41863"/>
            <p:cNvSpPr/>
            <p:nvPr/>
          </p:nvSpPr>
          <p:spPr>
            <a:xfrm>
              <a:off x="8679043" y="211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4" name="pt41864"/>
            <p:cNvSpPr/>
            <p:nvPr/>
          </p:nvSpPr>
          <p:spPr>
            <a:xfrm>
              <a:off x="9681061" y="2180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5" name="pt41865"/>
            <p:cNvSpPr/>
            <p:nvPr/>
          </p:nvSpPr>
          <p:spPr>
            <a:xfrm>
              <a:off x="8274318" y="2675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6" name="pt41866"/>
            <p:cNvSpPr/>
            <p:nvPr/>
          </p:nvSpPr>
          <p:spPr>
            <a:xfrm>
              <a:off x="8544712" y="2498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7" name="pt41867"/>
            <p:cNvSpPr/>
            <p:nvPr/>
          </p:nvSpPr>
          <p:spPr>
            <a:xfrm>
              <a:off x="8705398" y="2115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8" name="pt41868"/>
            <p:cNvSpPr/>
            <p:nvPr/>
          </p:nvSpPr>
          <p:spPr>
            <a:xfrm>
              <a:off x="9182728" y="1879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9" name="pt41869"/>
            <p:cNvSpPr/>
            <p:nvPr/>
          </p:nvSpPr>
          <p:spPr>
            <a:xfrm>
              <a:off x="8825875" y="1896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0" name="pt41870"/>
            <p:cNvSpPr/>
            <p:nvPr/>
          </p:nvSpPr>
          <p:spPr>
            <a:xfrm>
              <a:off x="8274318" y="2340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1" name="pt41871"/>
            <p:cNvSpPr/>
            <p:nvPr/>
          </p:nvSpPr>
          <p:spPr>
            <a:xfrm>
              <a:off x="8471820" y="2566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2" name="pt41872"/>
            <p:cNvSpPr/>
            <p:nvPr/>
          </p:nvSpPr>
          <p:spPr>
            <a:xfrm>
              <a:off x="9149376" y="205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3" name="pt41873"/>
            <p:cNvSpPr/>
            <p:nvPr/>
          </p:nvSpPr>
          <p:spPr>
            <a:xfrm>
              <a:off x="8852989" y="1906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4" name="pt41874"/>
            <p:cNvSpPr/>
            <p:nvPr/>
          </p:nvSpPr>
          <p:spPr>
            <a:xfrm>
              <a:off x="9442137" y="1818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5" name="pt41875"/>
            <p:cNvSpPr/>
            <p:nvPr/>
          </p:nvSpPr>
          <p:spPr>
            <a:xfrm>
              <a:off x="8973968" y="1915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6" name="pt41876"/>
            <p:cNvSpPr/>
            <p:nvPr/>
          </p:nvSpPr>
          <p:spPr>
            <a:xfrm>
              <a:off x="8798858" y="2125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7" name="pt41877"/>
            <p:cNvSpPr/>
            <p:nvPr/>
          </p:nvSpPr>
          <p:spPr>
            <a:xfrm>
              <a:off x="9370394" y="2125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8" name="pt41878"/>
            <p:cNvSpPr/>
            <p:nvPr/>
          </p:nvSpPr>
          <p:spPr>
            <a:xfrm>
              <a:off x="9247994" y="1801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9" name="pt41879"/>
            <p:cNvSpPr/>
            <p:nvPr/>
          </p:nvSpPr>
          <p:spPr>
            <a:xfrm>
              <a:off x="9017715" y="1862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0" name="pt41880"/>
            <p:cNvSpPr/>
            <p:nvPr/>
          </p:nvSpPr>
          <p:spPr>
            <a:xfrm>
              <a:off x="8852989" y="1798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1" name="pt41881"/>
            <p:cNvSpPr/>
            <p:nvPr/>
          </p:nvSpPr>
          <p:spPr>
            <a:xfrm>
              <a:off x="8825875" y="1900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2" name="pt41882"/>
            <p:cNvSpPr/>
            <p:nvPr/>
          </p:nvSpPr>
          <p:spPr>
            <a:xfrm>
              <a:off x="8398928" y="2272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3" name="pt41883"/>
            <p:cNvSpPr/>
            <p:nvPr/>
          </p:nvSpPr>
          <p:spPr>
            <a:xfrm>
              <a:off x="8471820" y="2497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4" name="pt41884"/>
            <p:cNvSpPr/>
            <p:nvPr/>
          </p:nvSpPr>
          <p:spPr>
            <a:xfrm>
              <a:off x="8274318" y="2440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5" name="pt41885"/>
            <p:cNvSpPr/>
            <p:nvPr/>
          </p:nvSpPr>
          <p:spPr>
            <a:xfrm>
              <a:off x="9171470" y="1969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6" name="pt41886"/>
            <p:cNvSpPr/>
            <p:nvPr/>
          </p:nvSpPr>
          <p:spPr>
            <a:xfrm>
              <a:off x="8948383" y="2054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7" name="pt41887"/>
            <p:cNvSpPr/>
            <p:nvPr/>
          </p:nvSpPr>
          <p:spPr>
            <a:xfrm>
              <a:off x="8274318" y="2410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8" name="pt41888"/>
            <p:cNvSpPr/>
            <p:nvPr/>
          </p:nvSpPr>
          <p:spPr>
            <a:xfrm>
              <a:off x="8669323" y="2203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9" name="pt41889"/>
            <p:cNvSpPr/>
            <p:nvPr/>
          </p:nvSpPr>
          <p:spPr>
            <a:xfrm>
              <a:off x="9152801" y="2129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0" name="pt41890"/>
            <p:cNvSpPr/>
            <p:nvPr/>
          </p:nvSpPr>
          <p:spPr>
            <a:xfrm>
              <a:off x="8648148" y="2285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1" name="pt41891"/>
            <p:cNvSpPr/>
            <p:nvPr/>
          </p:nvSpPr>
          <p:spPr>
            <a:xfrm>
              <a:off x="8954618" y="2363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2" name="pt41892"/>
            <p:cNvSpPr/>
            <p:nvPr/>
          </p:nvSpPr>
          <p:spPr>
            <a:xfrm>
              <a:off x="9585294" y="2154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3" name="pt41893"/>
            <p:cNvSpPr/>
            <p:nvPr/>
          </p:nvSpPr>
          <p:spPr>
            <a:xfrm>
              <a:off x="9644062" y="2336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4" name="pt41894"/>
            <p:cNvSpPr/>
            <p:nvPr/>
          </p:nvSpPr>
          <p:spPr>
            <a:xfrm>
              <a:off x="8471820" y="2306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5" name="pt41895"/>
            <p:cNvSpPr/>
            <p:nvPr/>
          </p:nvSpPr>
          <p:spPr>
            <a:xfrm>
              <a:off x="8849358" y="1967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6" name="pt41896"/>
            <p:cNvSpPr/>
            <p:nvPr/>
          </p:nvSpPr>
          <p:spPr>
            <a:xfrm>
              <a:off x="8580788" y="2215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7" name="pt41897"/>
            <p:cNvSpPr/>
            <p:nvPr/>
          </p:nvSpPr>
          <p:spPr>
            <a:xfrm>
              <a:off x="9002725" y="1969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8" name="pt41898"/>
            <p:cNvSpPr/>
            <p:nvPr/>
          </p:nvSpPr>
          <p:spPr>
            <a:xfrm>
              <a:off x="9045633" y="2218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9" name="pt41899"/>
            <p:cNvSpPr/>
            <p:nvPr/>
          </p:nvSpPr>
          <p:spPr>
            <a:xfrm>
              <a:off x="8755061" y="2213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0" name="pt41900"/>
            <p:cNvSpPr/>
            <p:nvPr/>
          </p:nvSpPr>
          <p:spPr>
            <a:xfrm>
              <a:off x="8624143" y="2468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1" name="pt41901"/>
            <p:cNvSpPr/>
            <p:nvPr/>
          </p:nvSpPr>
          <p:spPr>
            <a:xfrm>
              <a:off x="8679043" y="2343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2" name="pt41902"/>
            <p:cNvSpPr/>
            <p:nvPr/>
          </p:nvSpPr>
          <p:spPr>
            <a:xfrm>
              <a:off x="8882745" y="1600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3" name="pt41903"/>
            <p:cNvSpPr/>
            <p:nvPr/>
          </p:nvSpPr>
          <p:spPr>
            <a:xfrm>
              <a:off x="8964553" y="2230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4" name="pt41904"/>
            <p:cNvSpPr/>
            <p:nvPr/>
          </p:nvSpPr>
          <p:spPr>
            <a:xfrm>
              <a:off x="8347210" y="2404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5" name="pt41905"/>
            <p:cNvSpPr/>
            <p:nvPr/>
          </p:nvSpPr>
          <p:spPr>
            <a:xfrm>
              <a:off x="9040639" y="1740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6" name="pt41906"/>
            <p:cNvSpPr/>
            <p:nvPr/>
          </p:nvSpPr>
          <p:spPr>
            <a:xfrm>
              <a:off x="8852989" y="203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7" name="pt41907"/>
            <p:cNvSpPr/>
            <p:nvPr/>
          </p:nvSpPr>
          <p:spPr>
            <a:xfrm>
              <a:off x="8778290" y="2002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8" name="pt41908"/>
            <p:cNvSpPr/>
            <p:nvPr/>
          </p:nvSpPr>
          <p:spPr>
            <a:xfrm>
              <a:off x="8713389" y="2237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9" name="pt41909"/>
            <p:cNvSpPr/>
            <p:nvPr/>
          </p:nvSpPr>
          <p:spPr>
            <a:xfrm>
              <a:off x="8923469" y="2003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0" name="pt41910"/>
            <p:cNvSpPr/>
            <p:nvPr/>
          </p:nvSpPr>
          <p:spPr>
            <a:xfrm>
              <a:off x="8958659" y="2305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1" name="pt41911"/>
            <p:cNvSpPr/>
            <p:nvPr/>
          </p:nvSpPr>
          <p:spPr>
            <a:xfrm>
              <a:off x="9055223" y="2140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2" name="pt41912"/>
            <p:cNvSpPr/>
            <p:nvPr/>
          </p:nvSpPr>
          <p:spPr>
            <a:xfrm>
              <a:off x="9486197" y="2616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3" name="pt41913"/>
            <p:cNvSpPr/>
            <p:nvPr/>
          </p:nvSpPr>
          <p:spPr>
            <a:xfrm>
              <a:off x="8439043" y="2340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4" name="pt41914"/>
            <p:cNvSpPr/>
            <p:nvPr/>
          </p:nvSpPr>
          <p:spPr>
            <a:xfrm>
              <a:off x="8849358" y="2120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5" name="pt41915"/>
            <p:cNvSpPr/>
            <p:nvPr/>
          </p:nvSpPr>
          <p:spPr>
            <a:xfrm>
              <a:off x="8825875" y="1902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6" name="pt41916"/>
            <p:cNvSpPr/>
            <p:nvPr/>
          </p:nvSpPr>
          <p:spPr>
            <a:xfrm>
              <a:off x="8398928" y="2386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7" name="pt41917"/>
            <p:cNvSpPr/>
            <p:nvPr/>
          </p:nvSpPr>
          <p:spPr>
            <a:xfrm>
              <a:off x="9048079" y="220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8" name="pt41918"/>
            <p:cNvSpPr/>
            <p:nvPr/>
          </p:nvSpPr>
          <p:spPr>
            <a:xfrm>
              <a:off x="9103999" y="2048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9" name="pt41919"/>
            <p:cNvSpPr/>
            <p:nvPr/>
          </p:nvSpPr>
          <p:spPr>
            <a:xfrm>
              <a:off x="8849358" y="2105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0" name="pt41920"/>
            <p:cNvSpPr/>
            <p:nvPr/>
          </p:nvSpPr>
          <p:spPr>
            <a:xfrm>
              <a:off x="8347210" y="2465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1" name="pt41921"/>
            <p:cNvSpPr/>
            <p:nvPr/>
          </p:nvSpPr>
          <p:spPr>
            <a:xfrm>
              <a:off x="9182728" y="2017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2" name="pt41922"/>
            <p:cNvSpPr/>
            <p:nvPr/>
          </p:nvSpPr>
          <p:spPr>
            <a:xfrm>
              <a:off x="8398928" y="2335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3" name="pt41923"/>
            <p:cNvSpPr/>
            <p:nvPr/>
          </p:nvSpPr>
          <p:spPr>
            <a:xfrm>
              <a:off x="8439043" y="2239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4" name="pt41924"/>
            <p:cNvSpPr/>
            <p:nvPr/>
          </p:nvSpPr>
          <p:spPr>
            <a:xfrm>
              <a:off x="8825875" y="2020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5" name="pt41925"/>
            <p:cNvSpPr/>
            <p:nvPr/>
          </p:nvSpPr>
          <p:spPr>
            <a:xfrm>
              <a:off x="8274318" y="235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6" name="pt41926"/>
            <p:cNvSpPr/>
            <p:nvPr/>
          </p:nvSpPr>
          <p:spPr>
            <a:xfrm>
              <a:off x="8902901" y="2059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7" name="pt41927"/>
            <p:cNvSpPr/>
            <p:nvPr/>
          </p:nvSpPr>
          <p:spPr>
            <a:xfrm>
              <a:off x="8923469" y="1976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8" name="pt41928"/>
            <p:cNvSpPr/>
            <p:nvPr/>
          </p:nvSpPr>
          <p:spPr>
            <a:xfrm>
              <a:off x="9331236" y="2136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9" name="pt41929"/>
            <p:cNvSpPr/>
            <p:nvPr/>
          </p:nvSpPr>
          <p:spPr>
            <a:xfrm>
              <a:off x="9417918" y="1915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0" name="pt41930"/>
            <p:cNvSpPr/>
            <p:nvPr/>
          </p:nvSpPr>
          <p:spPr>
            <a:xfrm>
              <a:off x="9442137" y="1797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1" name="pt41931"/>
            <p:cNvSpPr/>
            <p:nvPr/>
          </p:nvSpPr>
          <p:spPr>
            <a:xfrm>
              <a:off x="8748753" y="1990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2" name="pt41932"/>
            <p:cNvSpPr/>
            <p:nvPr/>
          </p:nvSpPr>
          <p:spPr>
            <a:xfrm>
              <a:off x="9046860" y="2139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3" name="pt41933"/>
            <p:cNvSpPr/>
            <p:nvPr/>
          </p:nvSpPr>
          <p:spPr>
            <a:xfrm>
              <a:off x="8439043" y="2265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4" name="pt41934"/>
            <p:cNvSpPr/>
            <p:nvPr/>
          </p:nvSpPr>
          <p:spPr>
            <a:xfrm>
              <a:off x="8398928" y="2367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5" name="pt41935"/>
            <p:cNvSpPr/>
            <p:nvPr/>
          </p:nvSpPr>
          <p:spPr>
            <a:xfrm>
              <a:off x="8845651" y="1903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6" name="pt41936"/>
            <p:cNvSpPr/>
            <p:nvPr/>
          </p:nvSpPr>
          <p:spPr>
            <a:xfrm>
              <a:off x="9101309" y="2246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7" name="pt41937"/>
            <p:cNvSpPr/>
            <p:nvPr/>
          </p:nvSpPr>
          <p:spPr>
            <a:xfrm>
              <a:off x="8648148" y="2237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8" name="pt41938"/>
            <p:cNvSpPr/>
            <p:nvPr/>
          </p:nvSpPr>
          <p:spPr>
            <a:xfrm>
              <a:off x="9147988" y="1996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9" name="pt41939"/>
            <p:cNvSpPr/>
            <p:nvPr/>
          </p:nvSpPr>
          <p:spPr>
            <a:xfrm>
              <a:off x="8398928" y="237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0" name="pt41940"/>
            <p:cNvSpPr/>
            <p:nvPr/>
          </p:nvSpPr>
          <p:spPr>
            <a:xfrm>
              <a:off x="8697035" y="2233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1" name="pt41941"/>
            <p:cNvSpPr/>
            <p:nvPr/>
          </p:nvSpPr>
          <p:spPr>
            <a:xfrm>
              <a:off x="9564013" y="2450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2" name="pt41942"/>
            <p:cNvSpPr/>
            <p:nvPr/>
          </p:nvSpPr>
          <p:spPr>
            <a:xfrm>
              <a:off x="8812874" y="2050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3" name="pt41943"/>
            <p:cNvSpPr/>
            <p:nvPr/>
          </p:nvSpPr>
          <p:spPr>
            <a:xfrm>
              <a:off x="8580788" y="2303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4" name="pt41944"/>
            <p:cNvSpPr/>
            <p:nvPr/>
          </p:nvSpPr>
          <p:spPr>
            <a:xfrm>
              <a:off x="9379078" y="1930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5" name="pt41945"/>
            <p:cNvSpPr/>
            <p:nvPr/>
          </p:nvSpPr>
          <p:spPr>
            <a:xfrm>
              <a:off x="9500971" y="2317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6" name="pt41946"/>
            <p:cNvSpPr/>
            <p:nvPr/>
          </p:nvSpPr>
          <p:spPr>
            <a:xfrm>
              <a:off x="8544712" y="2391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7" name="pt41947"/>
            <p:cNvSpPr/>
            <p:nvPr/>
          </p:nvSpPr>
          <p:spPr>
            <a:xfrm>
              <a:off x="9044397" y="2015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8" name="pt41948"/>
            <p:cNvSpPr/>
            <p:nvPr/>
          </p:nvSpPr>
          <p:spPr>
            <a:xfrm>
              <a:off x="9030214" y="170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9" name="pt41949"/>
            <p:cNvSpPr/>
            <p:nvPr/>
          </p:nvSpPr>
          <p:spPr>
            <a:xfrm>
              <a:off x="9439815" y="2008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0" name="pt41950"/>
            <p:cNvSpPr/>
            <p:nvPr/>
          </p:nvSpPr>
          <p:spPr>
            <a:xfrm>
              <a:off x="8544712" y="2332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1" name="pt41951"/>
            <p:cNvSpPr/>
            <p:nvPr/>
          </p:nvSpPr>
          <p:spPr>
            <a:xfrm>
              <a:off x="9448796" y="1983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2" name="pt41952"/>
            <p:cNvSpPr/>
            <p:nvPr/>
          </p:nvSpPr>
          <p:spPr>
            <a:xfrm>
              <a:off x="9585294" y="2264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3" name="pt41953"/>
            <p:cNvSpPr/>
            <p:nvPr/>
          </p:nvSpPr>
          <p:spPr>
            <a:xfrm>
              <a:off x="8986371" y="1774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4" name="pt41954"/>
            <p:cNvSpPr/>
            <p:nvPr/>
          </p:nvSpPr>
          <p:spPr>
            <a:xfrm>
              <a:off x="8398928" y="2300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5" name="pt41955"/>
            <p:cNvSpPr/>
            <p:nvPr/>
          </p:nvSpPr>
          <p:spPr>
            <a:xfrm>
              <a:off x="9553956" y="2393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6" name="pt41956"/>
            <p:cNvSpPr/>
            <p:nvPr/>
          </p:nvSpPr>
          <p:spPr>
            <a:xfrm>
              <a:off x="9477272" y="2335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7" name="pt41957"/>
            <p:cNvSpPr/>
            <p:nvPr/>
          </p:nvSpPr>
          <p:spPr>
            <a:xfrm>
              <a:off x="8973968" y="1916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8" name="pt41958"/>
            <p:cNvSpPr/>
            <p:nvPr/>
          </p:nvSpPr>
          <p:spPr>
            <a:xfrm>
              <a:off x="9247994" y="2043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9" name="pt41959"/>
            <p:cNvSpPr/>
            <p:nvPr/>
          </p:nvSpPr>
          <p:spPr>
            <a:xfrm>
              <a:off x="8783657" y="1992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0" name="pt41960"/>
            <p:cNvSpPr/>
            <p:nvPr/>
          </p:nvSpPr>
          <p:spPr>
            <a:xfrm>
              <a:off x="8659047" y="2408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1" name="pt41961"/>
            <p:cNvSpPr/>
            <p:nvPr/>
          </p:nvSpPr>
          <p:spPr>
            <a:xfrm>
              <a:off x="8735430" y="2173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2" name="pt41962"/>
            <p:cNvSpPr/>
            <p:nvPr/>
          </p:nvSpPr>
          <p:spPr>
            <a:xfrm>
              <a:off x="8852989" y="1976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3" name="pt41963"/>
            <p:cNvSpPr/>
            <p:nvPr/>
          </p:nvSpPr>
          <p:spPr>
            <a:xfrm>
              <a:off x="8398928" y="2643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4" name="pt41964"/>
            <p:cNvSpPr/>
            <p:nvPr/>
          </p:nvSpPr>
          <p:spPr>
            <a:xfrm>
              <a:off x="8544712" y="2305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5" name="pt41965"/>
            <p:cNvSpPr/>
            <p:nvPr/>
          </p:nvSpPr>
          <p:spPr>
            <a:xfrm>
              <a:off x="8767051" y="2059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6" name="pt41966"/>
            <p:cNvSpPr/>
            <p:nvPr/>
          </p:nvSpPr>
          <p:spPr>
            <a:xfrm>
              <a:off x="9187265" y="1996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7" name="pt41967"/>
            <p:cNvSpPr/>
            <p:nvPr/>
          </p:nvSpPr>
          <p:spPr>
            <a:xfrm>
              <a:off x="8954618" y="2311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8" name="pt41968"/>
            <p:cNvSpPr/>
            <p:nvPr/>
          </p:nvSpPr>
          <p:spPr>
            <a:xfrm>
              <a:off x="8398928" y="2482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9" name="pt41969"/>
            <p:cNvSpPr/>
            <p:nvPr/>
          </p:nvSpPr>
          <p:spPr>
            <a:xfrm>
              <a:off x="8742215" y="2010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0" name="pt41970"/>
            <p:cNvSpPr/>
            <p:nvPr/>
          </p:nvSpPr>
          <p:spPr>
            <a:xfrm>
              <a:off x="9026144" y="1694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1" name="pt41971"/>
            <p:cNvSpPr/>
            <p:nvPr/>
          </p:nvSpPr>
          <p:spPr>
            <a:xfrm>
              <a:off x="9499399" y="2380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2" name="pt41972"/>
            <p:cNvSpPr/>
            <p:nvPr/>
          </p:nvSpPr>
          <p:spPr>
            <a:xfrm>
              <a:off x="9023378" y="1805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3" name="pt41973"/>
            <p:cNvSpPr/>
            <p:nvPr/>
          </p:nvSpPr>
          <p:spPr>
            <a:xfrm>
              <a:off x="8596430" y="2316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4" name="pt41974"/>
            <p:cNvSpPr/>
            <p:nvPr/>
          </p:nvSpPr>
          <p:spPr>
            <a:xfrm>
              <a:off x="8580788" y="2271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5" name="pt41975"/>
            <p:cNvSpPr/>
            <p:nvPr/>
          </p:nvSpPr>
          <p:spPr>
            <a:xfrm>
              <a:off x="9371804" y="2078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6" name="pt41976"/>
            <p:cNvSpPr/>
            <p:nvPr/>
          </p:nvSpPr>
          <p:spPr>
            <a:xfrm>
              <a:off x="8659047" y="2474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7" name="pt41977"/>
            <p:cNvSpPr/>
            <p:nvPr/>
          </p:nvSpPr>
          <p:spPr>
            <a:xfrm>
              <a:off x="9193323" y="2111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8" name="pt41978"/>
            <p:cNvSpPr/>
            <p:nvPr/>
          </p:nvSpPr>
          <p:spPr>
            <a:xfrm>
              <a:off x="9223646" y="188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9" name="pt41979"/>
            <p:cNvSpPr/>
            <p:nvPr/>
          </p:nvSpPr>
          <p:spPr>
            <a:xfrm>
              <a:off x="9148684" y="202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0" name="pt41980"/>
            <p:cNvSpPr/>
            <p:nvPr/>
          </p:nvSpPr>
          <p:spPr>
            <a:xfrm>
              <a:off x="9223188" y="1904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1" name="pt41981"/>
            <p:cNvSpPr/>
            <p:nvPr/>
          </p:nvSpPr>
          <p:spPr>
            <a:xfrm>
              <a:off x="9328959" y="2220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2" name="pt41982"/>
            <p:cNvSpPr/>
            <p:nvPr/>
          </p:nvSpPr>
          <p:spPr>
            <a:xfrm>
              <a:off x="9013348" y="1588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3" name="pt41983"/>
            <p:cNvSpPr/>
            <p:nvPr/>
          </p:nvSpPr>
          <p:spPr>
            <a:xfrm>
              <a:off x="9500971" y="2446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4" name="pt41984"/>
            <p:cNvSpPr/>
            <p:nvPr/>
          </p:nvSpPr>
          <p:spPr>
            <a:xfrm>
              <a:off x="9090127" y="1868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5" name="pt41985"/>
            <p:cNvSpPr/>
            <p:nvPr/>
          </p:nvSpPr>
          <p:spPr>
            <a:xfrm>
              <a:off x="8580788" y="2282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6" name="pt41986"/>
            <p:cNvSpPr/>
            <p:nvPr/>
          </p:nvSpPr>
          <p:spPr>
            <a:xfrm>
              <a:off x="8274318" y="2352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7" name="pt41987"/>
            <p:cNvSpPr/>
            <p:nvPr/>
          </p:nvSpPr>
          <p:spPr>
            <a:xfrm>
              <a:off x="9086240" y="1967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8" name="pt41988"/>
            <p:cNvSpPr/>
            <p:nvPr/>
          </p:nvSpPr>
          <p:spPr>
            <a:xfrm>
              <a:off x="8932933" y="1750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9" name="pt41989"/>
            <p:cNvSpPr/>
            <p:nvPr/>
          </p:nvSpPr>
          <p:spPr>
            <a:xfrm>
              <a:off x="9486197" y="236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0" name="pt41990"/>
            <p:cNvSpPr/>
            <p:nvPr/>
          </p:nvSpPr>
          <p:spPr>
            <a:xfrm>
              <a:off x="9877988" y="2436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1" name="pt41991"/>
            <p:cNvSpPr/>
            <p:nvPr/>
          </p:nvSpPr>
          <p:spPr>
            <a:xfrm>
              <a:off x="9083269" y="209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2" name="pt41992"/>
            <p:cNvSpPr/>
            <p:nvPr/>
          </p:nvSpPr>
          <p:spPr>
            <a:xfrm>
              <a:off x="8713389" y="2306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3" name="pt41993"/>
            <p:cNvSpPr/>
            <p:nvPr/>
          </p:nvSpPr>
          <p:spPr>
            <a:xfrm>
              <a:off x="9655598" y="2159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4" name="pt41994"/>
            <p:cNvSpPr/>
            <p:nvPr/>
          </p:nvSpPr>
          <p:spPr>
            <a:xfrm>
              <a:off x="8439043" y="2373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5" name="pt41995"/>
            <p:cNvSpPr/>
            <p:nvPr/>
          </p:nvSpPr>
          <p:spPr>
            <a:xfrm>
              <a:off x="9045633" y="2188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6" name="pt41996"/>
            <p:cNvSpPr/>
            <p:nvPr/>
          </p:nvSpPr>
          <p:spPr>
            <a:xfrm>
              <a:off x="9181576" y="1988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7" name="pt41997"/>
            <p:cNvSpPr/>
            <p:nvPr/>
          </p:nvSpPr>
          <p:spPr>
            <a:xfrm>
              <a:off x="8970261" y="2026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8" name="pt41998"/>
            <p:cNvSpPr/>
            <p:nvPr/>
          </p:nvSpPr>
          <p:spPr>
            <a:xfrm>
              <a:off x="9086240" y="2152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9" name="pt41999"/>
            <p:cNvSpPr/>
            <p:nvPr/>
          </p:nvSpPr>
          <p:spPr>
            <a:xfrm>
              <a:off x="8688264" y="2331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0" name="pt42000"/>
            <p:cNvSpPr/>
            <p:nvPr/>
          </p:nvSpPr>
          <p:spPr>
            <a:xfrm>
              <a:off x="9035502" y="1787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1" name="pt42001"/>
            <p:cNvSpPr/>
            <p:nvPr/>
          </p:nvSpPr>
          <p:spPr>
            <a:xfrm>
              <a:off x="8274318" y="2528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2" name="pt42002"/>
            <p:cNvSpPr/>
            <p:nvPr/>
          </p:nvSpPr>
          <p:spPr>
            <a:xfrm>
              <a:off x="8563654" y="2216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3" name="pt42003"/>
            <p:cNvSpPr/>
            <p:nvPr/>
          </p:nvSpPr>
          <p:spPr>
            <a:xfrm>
              <a:off x="9045633" y="2289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4" name="pt42004"/>
            <p:cNvSpPr/>
            <p:nvPr/>
          </p:nvSpPr>
          <p:spPr>
            <a:xfrm>
              <a:off x="8713389" y="2132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5" name="pt42005"/>
            <p:cNvSpPr/>
            <p:nvPr/>
          </p:nvSpPr>
          <p:spPr>
            <a:xfrm>
              <a:off x="9097658" y="2070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6" name="pt42006"/>
            <p:cNvSpPr/>
            <p:nvPr/>
          </p:nvSpPr>
          <p:spPr>
            <a:xfrm>
              <a:off x="8721041" y="2163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7" name="pt42007"/>
            <p:cNvSpPr/>
            <p:nvPr/>
          </p:nvSpPr>
          <p:spPr>
            <a:xfrm>
              <a:off x="8821645" y="2068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8" name="pt42008"/>
            <p:cNvSpPr/>
            <p:nvPr/>
          </p:nvSpPr>
          <p:spPr>
            <a:xfrm>
              <a:off x="9074048" y="1861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9" name="pt42009"/>
            <p:cNvSpPr/>
            <p:nvPr/>
          </p:nvSpPr>
          <p:spPr>
            <a:xfrm>
              <a:off x="8274318" y="2192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0" name="pt42010"/>
            <p:cNvSpPr/>
            <p:nvPr/>
          </p:nvSpPr>
          <p:spPr>
            <a:xfrm>
              <a:off x="9143758" y="2056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1" name="pt42011"/>
            <p:cNvSpPr/>
            <p:nvPr/>
          </p:nvSpPr>
          <p:spPr>
            <a:xfrm>
              <a:off x="8580788" y="2270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2" name="pt42012"/>
            <p:cNvSpPr/>
            <p:nvPr/>
          </p:nvSpPr>
          <p:spPr>
            <a:xfrm>
              <a:off x="8735430" y="2202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3" name="pt42013"/>
            <p:cNvSpPr/>
            <p:nvPr/>
          </p:nvSpPr>
          <p:spPr>
            <a:xfrm>
              <a:off x="8852989" y="1823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4" name="pt42014"/>
            <p:cNvSpPr/>
            <p:nvPr/>
          </p:nvSpPr>
          <p:spPr>
            <a:xfrm>
              <a:off x="9339588" y="2130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5" name="pt42015"/>
            <p:cNvSpPr/>
            <p:nvPr/>
          </p:nvSpPr>
          <p:spPr>
            <a:xfrm>
              <a:off x="8849358" y="1987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6" name="pt42016"/>
            <p:cNvSpPr/>
            <p:nvPr/>
          </p:nvSpPr>
          <p:spPr>
            <a:xfrm>
              <a:off x="8876545" y="1754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7" name="pt42017"/>
            <p:cNvSpPr/>
            <p:nvPr/>
          </p:nvSpPr>
          <p:spPr>
            <a:xfrm>
              <a:off x="9332489" y="2151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8" name="pt42018"/>
            <p:cNvSpPr/>
            <p:nvPr/>
          </p:nvSpPr>
          <p:spPr>
            <a:xfrm>
              <a:off x="9537091" y="1737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9" name="pt42019"/>
            <p:cNvSpPr/>
            <p:nvPr/>
          </p:nvSpPr>
          <p:spPr>
            <a:xfrm>
              <a:off x="8679043" y="227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0" name="pt42020"/>
            <p:cNvSpPr/>
            <p:nvPr/>
          </p:nvSpPr>
          <p:spPr>
            <a:xfrm>
              <a:off x="8523538" y="2345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1" name="pt42021"/>
            <p:cNvSpPr/>
            <p:nvPr/>
          </p:nvSpPr>
          <p:spPr>
            <a:xfrm>
              <a:off x="8624143" y="2458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2" name="pt42022"/>
            <p:cNvSpPr/>
            <p:nvPr/>
          </p:nvSpPr>
          <p:spPr>
            <a:xfrm>
              <a:off x="8274318" y="2397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3" name="pt42023"/>
            <p:cNvSpPr/>
            <p:nvPr/>
          </p:nvSpPr>
          <p:spPr>
            <a:xfrm>
              <a:off x="8659047" y="2283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4" name="pt42024"/>
            <p:cNvSpPr/>
            <p:nvPr/>
          </p:nvSpPr>
          <p:spPr>
            <a:xfrm>
              <a:off x="8866825" y="2124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5" name="pt42025"/>
            <p:cNvSpPr/>
            <p:nvPr/>
          </p:nvSpPr>
          <p:spPr>
            <a:xfrm>
              <a:off x="9054052" y="2224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6" name="pt42026"/>
            <p:cNvSpPr/>
            <p:nvPr/>
          </p:nvSpPr>
          <p:spPr>
            <a:xfrm>
              <a:off x="8471820" y="2551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7" name="pt42027"/>
            <p:cNvSpPr/>
            <p:nvPr/>
          </p:nvSpPr>
          <p:spPr>
            <a:xfrm>
              <a:off x="9427147" y="1889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8" name="pt42028"/>
            <p:cNvSpPr/>
            <p:nvPr/>
          </p:nvSpPr>
          <p:spPr>
            <a:xfrm>
              <a:off x="9035502" y="1742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9" name="pt42029"/>
            <p:cNvSpPr/>
            <p:nvPr/>
          </p:nvSpPr>
          <p:spPr>
            <a:xfrm>
              <a:off x="9103999" y="2064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0" name="pt42030"/>
            <p:cNvSpPr/>
            <p:nvPr/>
          </p:nvSpPr>
          <p:spPr>
            <a:xfrm>
              <a:off x="9095805" y="1732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1" name="pt42031"/>
            <p:cNvSpPr/>
            <p:nvPr/>
          </p:nvSpPr>
          <p:spPr>
            <a:xfrm>
              <a:off x="9101309" y="1966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2" name="pt42032"/>
            <p:cNvSpPr/>
            <p:nvPr/>
          </p:nvSpPr>
          <p:spPr>
            <a:xfrm>
              <a:off x="8398928" y="2454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3" name="pt42033"/>
            <p:cNvSpPr/>
            <p:nvPr/>
          </p:nvSpPr>
          <p:spPr>
            <a:xfrm>
              <a:off x="8596430" y="2308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4" name="pt42034"/>
            <p:cNvSpPr/>
            <p:nvPr/>
          </p:nvSpPr>
          <p:spPr>
            <a:xfrm>
              <a:off x="8596430" y="210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5" name="pt42035"/>
            <p:cNvSpPr/>
            <p:nvPr/>
          </p:nvSpPr>
          <p:spPr>
            <a:xfrm>
              <a:off x="9351205" y="2059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6" name="pt42036"/>
            <p:cNvSpPr/>
            <p:nvPr/>
          </p:nvSpPr>
          <p:spPr>
            <a:xfrm>
              <a:off x="8830008" y="2070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7" name="pt42037"/>
            <p:cNvSpPr/>
            <p:nvPr/>
          </p:nvSpPr>
          <p:spPr>
            <a:xfrm>
              <a:off x="9743490" y="1726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8" name="pt42038"/>
            <p:cNvSpPr/>
            <p:nvPr/>
          </p:nvSpPr>
          <p:spPr>
            <a:xfrm>
              <a:off x="8347210" y="2259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9" name="pt42039"/>
            <p:cNvSpPr/>
            <p:nvPr/>
          </p:nvSpPr>
          <p:spPr>
            <a:xfrm>
              <a:off x="8274318" y="247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0" name="pt42040"/>
            <p:cNvSpPr/>
            <p:nvPr/>
          </p:nvSpPr>
          <p:spPr>
            <a:xfrm>
              <a:off x="8902901" y="1889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1" name="pt42041"/>
            <p:cNvSpPr/>
            <p:nvPr/>
          </p:nvSpPr>
          <p:spPr>
            <a:xfrm>
              <a:off x="9286988" y="1821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2" name="pt42042"/>
            <p:cNvSpPr/>
            <p:nvPr/>
          </p:nvSpPr>
          <p:spPr>
            <a:xfrm>
              <a:off x="8970261" y="2153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3" name="pt42043"/>
            <p:cNvSpPr/>
            <p:nvPr/>
          </p:nvSpPr>
          <p:spPr>
            <a:xfrm>
              <a:off x="8274318" y="2452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4" name="pt42044"/>
            <p:cNvSpPr/>
            <p:nvPr/>
          </p:nvSpPr>
          <p:spPr>
            <a:xfrm>
              <a:off x="8596430" y="2336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5" name="pt42045"/>
            <p:cNvSpPr/>
            <p:nvPr/>
          </p:nvSpPr>
          <p:spPr>
            <a:xfrm>
              <a:off x="9148684" y="2045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6" name="pt42046"/>
            <p:cNvSpPr/>
            <p:nvPr/>
          </p:nvSpPr>
          <p:spPr>
            <a:xfrm>
              <a:off x="9262568" y="2102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7" name="pt42047"/>
            <p:cNvSpPr/>
            <p:nvPr/>
          </p:nvSpPr>
          <p:spPr>
            <a:xfrm>
              <a:off x="9644062" y="2297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8" name="pt42048"/>
            <p:cNvSpPr/>
            <p:nvPr/>
          </p:nvSpPr>
          <p:spPr>
            <a:xfrm>
              <a:off x="9075096" y="1973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9" name="pt42049"/>
            <p:cNvSpPr/>
            <p:nvPr/>
          </p:nvSpPr>
          <p:spPr>
            <a:xfrm>
              <a:off x="8981160" y="1977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0" name="pt42050"/>
            <p:cNvSpPr/>
            <p:nvPr/>
          </p:nvSpPr>
          <p:spPr>
            <a:xfrm>
              <a:off x="8274318" y="2456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1" name="pt42051"/>
            <p:cNvSpPr/>
            <p:nvPr/>
          </p:nvSpPr>
          <p:spPr>
            <a:xfrm>
              <a:off x="8471820" y="2384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2" name="pt42052"/>
            <p:cNvSpPr/>
            <p:nvPr/>
          </p:nvSpPr>
          <p:spPr>
            <a:xfrm>
              <a:off x="8274318" y="2444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3" name="pt42053"/>
            <p:cNvSpPr/>
            <p:nvPr/>
          </p:nvSpPr>
          <p:spPr>
            <a:xfrm>
              <a:off x="8767051" y="2139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4" name="pt42054"/>
            <p:cNvSpPr/>
            <p:nvPr/>
          </p:nvSpPr>
          <p:spPr>
            <a:xfrm>
              <a:off x="9124182" y="1964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5" name="pt42055"/>
            <p:cNvSpPr/>
            <p:nvPr/>
          </p:nvSpPr>
          <p:spPr>
            <a:xfrm>
              <a:off x="9127336" y="196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6" name="pt42056"/>
            <p:cNvSpPr/>
            <p:nvPr/>
          </p:nvSpPr>
          <p:spPr>
            <a:xfrm>
              <a:off x="8688264" y="2189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7" name="pt42057"/>
            <p:cNvSpPr/>
            <p:nvPr/>
          </p:nvSpPr>
          <p:spPr>
            <a:xfrm>
              <a:off x="8803653" y="1967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8" name="pt42058"/>
            <p:cNvSpPr/>
            <p:nvPr/>
          </p:nvSpPr>
          <p:spPr>
            <a:xfrm>
              <a:off x="8834048" y="1917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9" name="pt42059"/>
            <p:cNvSpPr/>
            <p:nvPr/>
          </p:nvSpPr>
          <p:spPr>
            <a:xfrm>
              <a:off x="9069792" y="1735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0" name="pt42060"/>
            <p:cNvSpPr/>
            <p:nvPr/>
          </p:nvSpPr>
          <p:spPr>
            <a:xfrm>
              <a:off x="8274318" y="2345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1" name="pt42061"/>
            <p:cNvSpPr/>
            <p:nvPr/>
          </p:nvSpPr>
          <p:spPr>
            <a:xfrm>
              <a:off x="8879672" y="2134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2" name="pt42062"/>
            <p:cNvSpPr/>
            <p:nvPr/>
          </p:nvSpPr>
          <p:spPr>
            <a:xfrm>
              <a:off x="8398928" y="2259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3" name="pt42063"/>
            <p:cNvSpPr/>
            <p:nvPr/>
          </p:nvSpPr>
          <p:spPr>
            <a:xfrm>
              <a:off x="8398928" y="2416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4" name="pt42064"/>
            <p:cNvSpPr/>
            <p:nvPr/>
          </p:nvSpPr>
          <p:spPr>
            <a:xfrm>
              <a:off x="8812874" y="2143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5" name="pt42065"/>
            <p:cNvSpPr/>
            <p:nvPr/>
          </p:nvSpPr>
          <p:spPr>
            <a:xfrm>
              <a:off x="9477272" y="263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6" name="pt42066"/>
            <p:cNvSpPr/>
            <p:nvPr/>
          </p:nvSpPr>
          <p:spPr>
            <a:xfrm>
              <a:off x="8981160" y="2028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7" name="pt42067"/>
            <p:cNvSpPr/>
            <p:nvPr/>
          </p:nvSpPr>
          <p:spPr>
            <a:xfrm>
              <a:off x="8834048" y="2139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8" name="pt42068"/>
            <p:cNvSpPr/>
            <p:nvPr/>
          </p:nvSpPr>
          <p:spPr>
            <a:xfrm>
              <a:off x="9308769" y="2076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9" name="pt42069"/>
            <p:cNvSpPr/>
            <p:nvPr/>
          </p:nvSpPr>
          <p:spPr>
            <a:xfrm>
              <a:off x="8274318" y="2424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0" name="pt42070"/>
            <p:cNvSpPr/>
            <p:nvPr/>
          </p:nvSpPr>
          <p:spPr>
            <a:xfrm>
              <a:off x="8347210" y="2360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1" name="pt42071"/>
            <p:cNvSpPr/>
            <p:nvPr/>
          </p:nvSpPr>
          <p:spPr>
            <a:xfrm>
              <a:off x="8471820" y="2406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2" name="pt42072"/>
            <p:cNvSpPr/>
            <p:nvPr/>
          </p:nvSpPr>
          <p:spPr>
            <a:xfrm>
              <a:off x="9160112" y="1824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3" name="pt42073"/>
            <p:cNvSpPr/>
            <p:nvPr/>
          </p:nvSpPr>
          <p:spPr>
            <a:xfrm>
              <a:off x="8748753" y="2047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4" name="pt42074"/>
            <p:cNvSpPr/>
            <p:nvPr/>
          </p:nvSpPr>
          <p:spPr>
            <a:xfrm>
              <a:off x="8856549" y="2162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5" name="pt42075"/>
            <p:cNvSpPr/>
            <p:nvPr/>
          </p:nvSpPr>
          <p:spPr>
            <a:xfrm>
              <a:off x="8870124" y="2313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6" name="pt42076"/>
            <p:cNvSpPr/>
            <p:nvPr/>
          </p:nvSpPr>
          <p:spPr>
            <a:xfrm>
              <a:off x="8755061" y="2183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7" name="pt42077"/>
            <p:cNvSpPr/>
            <p:nvPr/>
          </p:nvSpPr>
          <p:spPr>
            <a:xfrm>
              <a:off x="8981160" y="204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8" name="pt42078"/>
            <p:cNvSpPr/>
            <p:nvPr/>
          </p:nvSpPr>
          <p:spPr>
            <a:xfrm>
              <a:off x="9395106" y="2168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9" name="pt42079"/>
            <p:cNvSpPr/>
            <p:nvPr/>
          </p:nvSpPr>
          <p:spPr>
            <a:xfrm>
              <a:off x="8398928" y="2196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0" name="pt42080"/>
            <p:cNvSpPr/>
            <p:nvPr/>
          </p:nvSpPr>
          <p:spPr>
            <a:xfrm>
              <a:off x="8879672" y="2152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1" name="pt42081"/>
            <p:cNvSpPr/>
            <p:nvPr/>
          </p:nvSpPr>
          <p:spPr>
            <a:xfrm>
              <a:off x="8841866" y="1972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2" name="pt42082"/>
            <p:cNvSpPr/>
            <p:nvPr/>
          </p:nvSpPr>
          <p:spPr>
            <a:xfrm>
              <a:off x="9199183" y="203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3" name="pt42083"/>
            <p:cNvSpPr/>
            <p:nvPr/>
          </p:nvSpPr>
          <p:spPr>
            <a:xfrm>
              <a:off x="8984651" y="1797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4" name="pt42084"/>
            <p:cNvSpPr/>
            <p:nvPr/>
          </p:nvSpPr>
          <p:spPr>
            <a:xfrm>
              <a:off x="9313270" y="2116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5" name="pt42085"/>
            <p:cNvSpPr/>
            <p:nvPr/>
          </p:nvSpPr>
          <p:spPr>
            <a:xfrm>
              <a:off x="8347210" y="2271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6" name="pt42086"/>
            <p:cNvSpPr/>
            <p:nvPr/>
          </p:nvSpPr>
          <p:spPr>
            <a:xfrm>
              <a:off x="8563654" y="2251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7" name="pt42087"/>
            <p:cNvSpPr/>
            <p:nvPr/>
          </p:nvSpPr>
          <p:spPr>
            <a:xfrm>
              <a:off x="8845651" y="1951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8" name="pt42088"/>
            <p:cNvSpPr/>
            <p:nvPr/>
          </p:nvSpPr>
          <p:spPr>
            <a:xfrm>
              <a:off x="8937484" y="2071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9" name="pt42089"/>
            <p:cNvSpPr/>
            <p:nvPr/>
          </p:nvSpPr>
          <p:spPr>
            <a:xfrm>
              <a:off x="9689893" y="1708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0" name="pt42090"/>
            <p:cNvSpPr/>
            <p:nvPr/>
          </p:nvSpPr>
          <p:spPr>
            <a:xfrm>
              <a:off x="8948383" y="2062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1" name="pt42091"/>
            <p:cNvSpPr/>
            <p:nvPr/>
          </p:nvSpPr>
          <p:spPr>
            <a:xfrm>
              <a:off x="8398928" y="2384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2" name="pt42092"/>
            <p:cNvSpPr/>
            <p:nvPr/>
          </p:nvSpPr>
          <p:spPr>
            <a:xfrm>
              <a:off x="8761156" y="2245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3" name="pt42093"/>
            <p:cNvSpPr/>
            <p:nvPr/>
          </p:nvSpPr>
          <p:spPr>
            <a:xfrm>
              <a:off x="8788868" y="2154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4" name="pt42094"/>
            <p:cNvSpPr/>
            <p:nvPr/>
          </p:nvSpPr>
          <p:spPr>
            <a:xfrm>
              <a:off x="9488519" y="2297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5" name="pt42095"/>
            <p:cNvSpPr/>
            <p:nvPr/>
          </p:nvSpPr>
          <p:spPr>
            <a:xfrm>
              <a:off x="9497514" y="229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6" name="pt42096"/>
            <p:cNvSpPr/>
            <p:nvPr/>
          </p:nvSpPr>
          <p:spPr>
            <a:xfrm>
              <a:off x="8863465" y="2176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7" name="pt42097"/>
            <p:cNvSpPr/>
            <p:nvPr/>
          </p:nvSpPr>
          <p:spPr>
            <a:xfrm>
              <a:off x="9361481" y="2177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8" name="pt42098"/>
            <p:cNvSpPr/>
            <p:nvPr/>
          </p:nvSpPr>
          <p:spPr>
            <a:xfrm>
              <a:off x="8748753" y="2171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9" name="pt42099"/>
            <p:cNvSpPr/>
            <p:nvPr/>
          </p:nvSpPr>
          <p:spPr>
            <a:xfrm>
              <a:off x="8688264" y="2229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0" name="pt42100"/>
            <p:cNvSpPr/>
            <p:nvPr/>
          </p:nvSpPr>
          <p:spPr>
            <a:xfrm>
              <a:off x="8544712" y="2400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1" name="pt42101"/>
            <p:cNvSpPr/>
            <p:nvPr/>
          </p:nvSpPr>
          <p:spPr>
            <a:xfrm>
              <a:off x="8958659" y="2256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2" name="pt42102"/>
            <p:cNvSpPr/>
            <p:nvPr/>
          </p:nvSpPr>
          <p:spPr>
            <a:xfrm>
              <a:off x="8648148" y="2401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3" name="pt42103"/>
            <p:cNvSpPr/>
            <p:nvPr/>
          </p:nvSpPr>
          <p:spPr>
            <a:xfrm>
              <a:off x="9334476" y="1971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4" name="pt42104"/>
            <p:cNvSpPr/>
            <p:nvPr/>
          </p:nvSpPr>
          <p:spPr>
            <a:xfrm>
              <a:off x="8669323" y="2374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5" name="pt42105"/>
            <p:cNvSpPr/>
            <p:nvPr/>
          </p:nvSpPr>
          <p:spPr>
            <a:xfrm>
              <a:off x="8596430" y="2317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6" name="pt42106"/>
            <p:cNvSpPr/>
            <p:nvPr/>
          </p:nvSpPr>
          <p:spPr>
            <a:xfrm>
              <a:off x="8778290" y="2064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7" name="pt42107"/>
            <p:cNvSpPr/>
            <p:nvPr/>
          </p:nvSpPr>
          <p:spPr>
            <a:xfrm>
              <a:off x="8973968" y="1931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8" name="pt42108"/>
            <p:cNvSpPr/>
            <p:nvPr/>
          </p:nvSpPr>
          <p:spPr>
            <a:xfrm>
              <a:off x="8398928" y="2469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9" name="pt42109"/>
            <p:cNvSpPr/>
            <p:nvPr/>
          </p:nvSpPr>
          <p:spPr>
            <a:xfrm>
              <a:off x="9034195" y="1714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0" name="pt42110"/>
            <p:cNvSpPr/>
            <p:nvPr/>
          </p:nvSpPr>
          <p:spPr>
            <a:xfrm>
              <a:off x="9035502" y="171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1" name="pt42111"/>
            <p:cNvSpPr/>
            <p:nvPr/>
          </p:nvSpPr>
          <p:spPr>
            <a:xfrm>
              <a:off x="8882745" y="1912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2" name="pt42112"/>
            <p:cNvSpPr/>
            <p:nvPr/>
          </p:nvSpPr>
          <p:spPr>
            <a:xfrm>
              <a:off x="9627091" y="2301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3" name="pt42113"/>
            <p:cNvSpPr/>
            <p:nvPr/>
          </p:nvSpPr>
          <p:spPr>
            <a:xfrm>
              <a:off x="8596430" y="2160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4" name="pt42114"/>
            <p:cNvSpPr/>
            <p:nvPr/>
          </p:nvSpPr>
          <p:spPr>
            <a:xfrm>
              <a:off x="9101309" y="2191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5" name="pt42115"/>
            <p:cNvSpPr/>
            <p:nvPr/>
          </p:nvSpPr>
          <p:spPr>
            <a:xfrm>
              <a:off x="9367540" y="1819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6" name="pt42116"/>
            <p:cNvSpPr/>
            <p:nvPr/>
          </p:nvSpPr>
          <p:spPr>
            <a:xfrm>
              <a:off x="8803653" y="2162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7" name="pt42117"/>
            <p:cNvSpPr/>
            <p:nvPr/>
          </p:nvSpPr>
          <p:spPr>
            <a:xfrm>
              <a:off x="9179833" y="1849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8" name="pt42118"/>
            <p:cNvSpPr/>
            <p:nvPr/>
          </p:nvSpPr>
          <p:spPr>
            <a:xfrm>
              <a:off x="9258470" y="1994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9" name="pt42119"/>
            <p:cNvSpPr/>
            <p:nvPr/>
          </p:nvSpPr>
          <p:spPr>
            <a:xfrm>
              <a:off x="8499532" y="2454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0" name="pt42120"/>
            <p:cNvSpPr/>
            <p:nvPr/>
          </p:nvSpPr>
          <p:spPr>
            <a:xfrm>
              <a:off x="9074048" y="1920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1" name="pt42121"/>
            <p:cNvSpPr/>
            <p:nvPr/>
          </p:nvSpPr>
          <p:spPr>
            <a:xfrm>
              <a:off x="8471820" y="2342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2" name="pt42122"/>
            <p:cNvSpPr/>
            <p:nvPr/>
          </p:nvSpPr>
          <p:spPr>
            <a:xfrm>
              <a:off x="8876545" y="1793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3" name="pt42123"/>
            <p:cNvSpPr/>
            <p:nvPr/>
          </p:nvSpPr>
          <p:spPr>
            <a:xfrm>
              <a:off x="9717541" y="2190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4" name="pt42124"/>
            <p:cNvSpPr/>
            <p:nvPr/>
          </p:nvSpPr>
          <p:spPr>
            <a:xfrm>
              <a:off x="9160112" y="193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5" name="pt42125"/>
            <p:cNvSpPr/>
            <p:nvPr/>
          </p:nvSpPr>
          <p:spPr>
            <a:xfrm>
              <a:off x="8948383" y="2081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6" name="pt42126"/>
            <p:cNvSpPr/>
            <p:nvPr/>
          </p:nvSpPr>
          <p:spPr>
            <a:xfrm>
              <a:off x="9074048" y="2058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7" name="pt42127"/>
            <p:cNvSpPr/>
            <p:nvPr/>
          </p:nvSpPr>
          <p:spPr>
            <a:xfrm>
              <a:off x="8735430" y="2235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8" name="pt42128"/>
            <p:cNvSpPr/>
            <p:nvPr/>
          </p:nvSpPr>
          <p:spPr>
            <a:xfrm>
              <a:off x="8923469" y="1978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9" name="pt42129"/>
            <p:cNvSpPr/>
            <p:nvPr/>
          </p:nvSpPr>
          <p:spPr>
            <a:xfrm>
              <a:off x="9544151" y="2186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0" name="pt42130"/>
            <p:cNvSpPr/>
            <p:nvPr/>
          </p:nvSpPr>
          <p:spPr>
            <a:xfrm>
              <a:off x="8636546" y="2254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1" name="pt42131"/>
            <p:cNvSpPr/>
            <p:nvPr/>
          </p:nvSpPr>
          <p:spPr>
            <a:xfrm>
              <a:off x="8544712" y="2226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2" name="pt42132"/>
            <p:cNvSpPr/>
            <p:nvPr/>
          </p:nvSpPr>
          <p:spPr>
            <a:xfrm>
              <a:off x="8679043" y="2385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3" name="pt42133"/>
            <p:cNvSpPr/>
            <p:nvPr/>
          </p:nvSpPr>
          <p:spPr>
            <a:xfrm>
              <a:off x="8274318" y="2308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4" name="pt42134"/>
            <p:cNvSpPr/>
            <p:nvPr/>
          </p:nvSpPr>
          <p:spPr>
            <a:xfrm>
              <a:off x="8523538" y="2353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5" name="pt42135"/>
            <p:cNvSpPr/>
            <p:nvPr/>
          </p:nvSpPr>
          <p:spPr>
            <a:xfrm>
              <a:off x="8970261" y="2101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6" name="pt42136"/>
            <p:cNvSpPr/>
            <p:nvPr/>
          </p:nvSpPr>
          <p:spPr>
            <a:xfrm>
              <a:off x="8471820" y="2360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7" name="pt42137"/>
            <p:cNvSpPr/>
            <p:nvPr/>
          </p:nvSpPr>
          <p:spPr>
            <a:xfrm>
              <a:off x="9482767" y="2371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8" name="pt42138"/>
            <p:cNvSpPr/>
            <p:nvPr/>
          </p:nvSpPr>
          <p:spPr>
            <a:xfrm>
              <a:off x="9296080" y="1915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9" name="pt42139"/>
            <p:cNvSpPr/>
            <p:nvPr/>
          </p:nvSpPr>
          <p:spPr>
            <a:xfrm>
              <a:off x="9351205" y="2190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0" name="pt42140"/>
            <p:cNvSpPr/>
            <p:nvPr/>
          </p:nvSpPr>
          <p:spPr>
            <a:xfrm>
              <a:off x="9395106" y="2086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1" name="pt42141"/>
            <p:cNvSpPr/>
            <p:nvPr/>
          </p:nvSpPr>
          <p:spPr>
            <a:xfrm>
              <a:off x="9044397" y="1945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2" name="pt42142"/>
            <p:cNvSpPr/>
            <p:nvPr/>
          </p:nvSpPr>
          <p:spPr>
            <a:xfrm>
              <a:off x="8669323" y="2327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3" name="pt42143"/>
            <p:cNvSpPr/>
            <p:nvPr/>
          </p:nvSpPr>
          <p:spPr>
            <a:xfrm>
              <a:off x="8274318" y="2417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4" name="pt42144"/>
            <p:cNvSpPr/>
            <p:nvPr/>
          </p:nvSpPr>
          <p:spPr>
            <a:xfrm>
              <a:off x="8748753" y="2101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5" name="pt42145"/>
            <p:cNvSpPr/>
            <p:nvPr/>
          </p:nvSpPr>
          <p:spPr>
            <a:xfrm>
              <a:off x="9013348" y="1335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6" name="pt42146"/>
            <p:cNvSpPr/>
            <p:nvPr/>
          </p:nvSpPr>
          <p:spPr>
            <a:xfrm>
              <a:off x="9490707" y="2380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7" name="pt42147"/>
            <p:cNvSpPr/>
            <p:nvPr/>
          </p:nvSpPr>
          <p:spPr>
            <a:xfrm>
              <a:off x="8954618" y="2277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8" name="pt42148"/>
            <p:cNvSpPr/>
            <p:nvPr/>
          </p:nvSpPr>
          <p:spPr>
            <a:xfrm>
              <a:off x="8910892" y="1962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9" name="pt42149"/>
            <p:cNvSpPr/>
            <p:nvPr/>
          </p:nvSpPr>
          <p:spPr>
            <a:xfrm>
              <a:off x="8523538" y="2669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0" name="pt42150"/>
            <p:cNvSpPr/>
            <p:nvPr/>
          </p:nvSpPr>
          <p:spPr>
            <a:xfrm>
              <a:off x="8748753" y="1972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1" name="pt42151"/>
            <p:cNvSpPr/>
            <p:nvPr/>
          </p:nvSpPr>
          <p:spPr>
            <a:xfrm>
              <a:off x="8544712" y="2450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2" name="pt42152"/>
            <p:cNvSpPr/>
            <p:nvPr/>
          </p:nvSpPr>
          <p:spPr>
            <a:xfrm>
              <a:off x="8274318" y="2502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3" name="pt42153"/>
            <p:cNvSpPr/>
            <p:nvPr/>
          </p:nvSpPr>
          <p:spPr>
            <a:xfrm>
              <a:off x="8580788" y="2232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4" name="pt42154"/>
            <p:cNvSpPr/>
            <p:nvPr/>
          </p:nvSpPr>
          <p:spPr>
            <a:xfrm>
              <a:off x="9266215" y="203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5" name="pt42155"/>
            <p:cNvSpPr/>
            <p:nvPr/>
          </p:nvSpPr>
          <p:spPr>
            <a:xfrm>
              <a:off x="9226820" y="1821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6" name="pt42156"/>
            <p:cNvSpPr/>
            <p:nvPr/>
          </p:nvSpPr>
          <p:spPr>
            <a:xfrm>
              <a:off x="8471820" y="2275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7" name="pt42157"/>
            <p:cNvSpPr/>
            <p:nvPr/>
          </p:nvSpPr>
          <p:spPr>
            <a:xfrm>
              <a:off x="9363803" y="2017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8" name="pt42158"/>
            <p:cNvSpPr/>
            <p:nvPr/>
          </p:nvSpPr>
          <p:spPr>
            <a:xfrm>
              <a:off x="8958659" y="2238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9" name="pt42159"/>
            <p:cNvSpPr/>
            <p:nvPr/>
          </p:nvSpPr>
          <p:spPr>
            <a:xfrm>
              <a:off x="8544712" y="2451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0" name="pt42160"/>
            <p:cNvSpPr/>
            <p:nvPr/>
          </p:nvSpPr>
          <p:spPr>
            <a:xfrm>
              <a:off x="8735430" y="2043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1" name="pt42161"/>
            <p:cNvSpPr/>
            <p:nvPr/>
          </p:nvSpPr>
          <p:spPr>
            <a:xfrm>
              <a:off x="9182728" y="1986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2" name="pt42162"/>
            <p:cNvSpPr/>
            <p:nvPr/>
          </p:nvSpPr>
          <p:spPr>
            <a:xfrm>
              <a:off x="8274318" y="2447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3" name="pt42163"/>
            <p:cNvSpPr/>
            <p:nvPr/>
          </p:nvSpPr>
          <p:spPr>
            <a:xfrm>
              <a:off x="8981160" y="1983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4" name="pt42164"/>
            <p:cNvSpPr/>
            <p:nvPr/>
          </p:nvSpPr>
          <p:spPr>
            <a:xfrm>
              <a:off x="8755061" y="2354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5" name="pt42165"/>
            <p:cNvSpPr/>
            <p:nvPr/>
          </p:nvSpPr>
          <p:spPr>
            <a:xfrm>
              <a:off x="9032878" y="172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6" name="pt42166"/>
            <p:cNvSpPr/>
            <p:nvPr/>
          </p:nvSpPr>
          <p:spPr>
            <a:xfrm>
              <a:off x="8580788" y="2260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7" name="pt42167"/>
            <p:cNvSpPr/>
            <p:nvPr/>
          </p:nvSpPr>
          <p:spPr>
            <a:xfrm>
              <a:off x="9237719" y="2210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8" name="pt42168"/>
            <p:cNvSpPr/>
            <p:nvPr/>
          </p:nvSpPr>
          <p:spPr>
            <a:xfrm>
              <a:off x="9189492" y="2094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9" name="pt42169"/>
            <p:cNvSpPr/>
            <p:nvPr/>
          </p:nvSpPr>
          <p:spPr>
            <a:xfrm>
              <a:off x="9269435" y="169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0" name="pt42170"/>
            <p:cNvSpPr/>
            <p:nvPr/>
          </p:nvSpPr>
          <p:spPr>
            <a:xfrm>
              <a:off x="9040639" y="1671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1" name="pt42171"/>
            <p:cNvSpPr/>
            <p:nvPr/>
          </p:nvSpPr>
          <p:spPr>
            <a:xfrm>
              <a:off x="9639141" y="2193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2" name="pt42172"/>
            <p:cNvSpPr/>
            <p:nvPr/>
          </p:nvSpPr>
          <p:spPr>
            <a:xfrm>
              <a:off x="9075096" y="1840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3" name="pt42173"/>
            <p:cNvSpPr/>
            <p:nvPr/>
          </p:nvSpPr>
          <p:spPr>
            <a:xfrm>
              <a:off x="8544712" y="2386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4" name="pt42174"/>
            <p:cNvSpPr/>
            <p:nvPr/>
          </p:nvSpPr>
          <p:spPr>
            <a:xfrm>
              <a:off x="9371804" y="2099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5" name="pt42175"/>
            <p:cNvSpPr/>
            <p:nvPr/>
          </p:nvSpPr>
          <p:spPr>
            <a:xfrm>
              <a:off x="8499532" y="2545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6" name="pt42176"/>
            <p:cNvSpPr/>
            <p:nvPr/>
          </p:nvSpPr>
          <p:spPr>
            <a:xfrm>
              <a:off x="8856549" y="2249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7" name="pt42177"/>
            <p:cNvSpPr/>
            <p:nvPr/>
          </p:nvSpPr>
          <p:spPr>
            <a:xfrm>
              <a:off x="8873363" y="2039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8" name="pt42178"/>
            <p:cNvSpPr/>
            <p:nvPr/>
          </p:nvSpPr>
          <p:spPr>
            <a:xfrm>
              <a:off x="9140881" y="2060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9" name="pt42179"/>
            <p:cNvSpPr/>
            <p:nvPr/>
          </p:nvSpPr>
          <p:spPr>
            <a:xfrm>
              <a:off x="8596430" y="2494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0" name="pt42180"/>
            <p:cNvSpPr/>
            <p:nvPr/>
          </p:nvSpPr>
          <p:spPr>
            <a:xfrm>
              <a:off x="8783657" y="2148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1" name="pt42181"/>
            <p:cNvSpPr/>
            <p:nvPr/>
          </p:nvSpPr>
          <p:spPr>
            <a:xfrm>
              <a:off x="9223646" y="1953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2" name="pt42182"/>
            <p:cNvSpPr/>
            <p:nvPr/>
          </p:nvSpPr>
          <p:spPr>
            <a:xfrm>
              <a:off x="8742215" y="2027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3" name="pt42183"/>
            <p:cNvSpPr/>
            <p:nvPr/>
          </p:nvSpPr>
          <p:spPr>
            <a:xfrm>
              <a:off x="8876545" y="1870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4" name="pt42184"/>
            <p:cNvSpPr/>
            <p:nvPr/>
          </p:nvSpPr>
          <p:spPr>
            <a:xfrm>
              <a:off x="8761156" y="2338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5" name="pt42185"/>
            <p:cNvSpPr/>
            <p:nvPr/>
          </p:nvSpPr>
          <p:spPr>
            <a:xfrm>
              <a:off x="8659047" y="2464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6" name="pt42186"/>
            <p:cNvSpPr/>
            <p:nvPr/>
          </p:nvSpPr>
          <p:spPr>
            <a:xfrm>
              <a:off x="9413835" y="1906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7" name="pt42187"/>
            <p:cNvSpPr/>
            <p:nvPr/>
          </p:nvSpPr>
          <p:spPr>
            <a:xfrm>
              <a:off x="9124182" y="1966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8" name="pt42188"/>
            <p:cNvSpPr/>
            <p:nvPr/>
          </p:nvSpPr>
          <p:spPr>
            <a:xfrm>
              <a:off x="8910892" y="2061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9" name="pt42189"/>
            <p:cNvSpPr/>
            <p:nvPr/>
          </p:nvSpPr>
          <p:spPr>
            <a:xfrm>
              <a:off x="8648148" y="2409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0" name="pt42190"/>
            <p:cNvSpPr/>
            <p:nvPr/>
          </p:nvSpPr>
          <p:spPr>
            <a:xfrm>
              <a:off x="8624143" y="2469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1" name="pt42191"/>
            <p:cNvSpPr/>
            <p:nvPr/>
          </p:nvSpPr>
          <p:spPr>
            <a:xfrm>
              <a:off x="8563654" y="2098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2" name="pt42192"/>
            <p:cNvSpPr/>
            <p:nvPr/>
          </p:nvSpPr>
          <p:spPr>
            <a:xfrm>
              <a:off x="8721041" y="2236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3" name="pt42193"/>
            <p:cNvSpPr/>
            <p:nvPr/>
          </p:nvSpPr>
          <p:spPr>
            <a:xfrm>
              <a:off x="9243545" y="2107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4" name="pt42194"/>
            <p:cNvSpPr/>
            <p:nvPr/>
          </p:nvSpPr>
          <p:spPr>
            <a:xfrm>
              <a:off x="8471820" y="2476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5" name="pt42195"/>
            <p:cNvSpPr/>
            <p:nvPr/>
          </p:nvSpPr>
          <p:spPr>
            <a:xfrm>
              <a:off x="9334476" y="2178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6" name="pt42196"/>
            <p:cNvSpPr/>
            <p:nvPr/>
          </p:nvSpPr>
          <p:spPr>
            <a:xfrm>
              <a:off x="8772758" y="2205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7" name="pt42197"/>
            <p:cNvSpPr/>
            <p:nvPr/>
          </p:nvSpPr>
          <p:spPr>
            <a:xfrm>
              <a:off x="8755061" y="2310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8" name="pt42198"/>
            <p:cNvSpPr/>
            <p:nvPr/>
          </p:nvSpPr>
          <p:spPr>
            <a:xfrm>
              <a:off x="9325618" y="2211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9" name="pt42199"/>
            <p:cNvSpPr/>
            <p:nvPr/>
          </p:nvSpPr>
          <p:spPr>
            <a:xfrm>
              <a:off x="8970261" y="2153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0" name="pt42200"/>
            <p:cNvSpPr/>
            <p:nvPr/>
          </p:nvSpPr>
          <p:spPr>
            <a:xfrm>
              <a:off x="9544151" y="2097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1" name="pt42201"/>
            <p:cNvSpPr/>
            <p:nvPr/>
          </p:nvSpPr>
          <p:spPr>
            <a:xfrm>
              <a:off x="8596430" y="2122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2" name="pt42202"/>
            <p:cNvSpPr/>
            <p:nvPr/>
          </p:nvSpPr>
          <p:spPr>
            <a:xfrm>
              <a:off x="9023378" y="2071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3" name="pt42203"/>
            <p:cNvSpPr/>
            <p:nvPr/>
          </p:nvSpPr>
          <p:spPr>
            <a:xfrm>
              <a:off x="8812874" y="2066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4" name="pt42204"/>
            <p:cNvSpPr/>
            <p:nvPr/>
          </p:nvSpPr>
          <p:spPr>
            <a:xfrm>
              <a:off x="8778290" y="2055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5" name="pt42205"/>
            <p:cNvSpPr/>
            <p:nvPr/>
          </p:nvSpPr>
          <p:spPr>
            <a:xfrm>
              <a:off x="8935223" y="1889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6" name="pt42206"/>
            <p:cNvSpPr/>
            <p:nvPr/>
          </p:nvSpPr>
          <p:spPr>
            <a:xfrm>
              <a:off x="8274318" y="2406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7" name="pt42207"/>
            <p:cNvSpPr/>
            <p:nvPr/>
          </p:nvSpPr>
          <p:spPr>
            <a:xfrm>
              <a:off x="8812874" y="2216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8" name="pt42208"/>
            <p:cNvSpPr/>
            <p:nvPr/>
          </p:nvSpPr>
          <p:spPr>
            <a:xfrm>
              <a:off x="9537091" y="1704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9" name="pt42209"/>
            <p:cNvSpPr/>
            <p:nvPr/>
          </p:nvSpPr>
          <p:spPr>
            <a:xfrm>
              <a:off x="9371804" y="2097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0" name="pt42210"/>
            <p:cNvSpPr/>
            <p:nvPr/>
          </p:nvSpPr>
          <p:spPr>
            <a:xfrm>
              <a:off x="8563654" y="237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1" name="pt42211"/>
            <p:cNvSpPr/>
            <p:nvPr/>
          </p:nvSpPr>
          <p:spPr>
            <a:xfrm>
              <a:off x="8866825" y="2115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2" name="pt42212"/>
            <p:cNvSpPr/>
            <p:nvPr/>
          </p:nvSpPr>
          <p:spPr>
            <a:xfrm>
              <a:off x="8398928" y="2443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3" name="pt42213"/>
            <p:cNvSpPr/>
            <p:nvPr/>
          </p:nvSpPr>
          <p:spPr>
            <a:xfrm>
              <a:off x="8596430" y="2249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4" name="pt42214"/>
            <p:cNvSpPr/>
            <p:nvPr/>
          </p:nvSpPr>
          <p:spPr>
            <a:xfrm>
              <a:off x="8891661" y="1904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5" name="pt42215"/>
            <p:cNvSpPr/>
            <p:nvPr/>
          </p:nvSpPr>
          <p:spPr>
            <a:xfrm>
              <a:off x="8439043" y="2339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6" name="pt42216"/>
            <p:cNvSpPr/>
            <p:nvPr/>
          </p:nvSpPr>
          <p:spPr>
            <a:xfrm>
              <a:off x="9381946" y="2058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7" name="pt42217"/>
            <p:cNvSpPr/>
            <p:nvPr/>
          </p:nvSpPr>
          <p:spPr>
            <a:xfrm>
              <a:off x="8544712" y="2300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8" name="pt42218"/>
            <p:cNvSpPr/>
            <p:nvPr/>
          </p:nvSpPr>
          <p:spPr>
            <a:xfrm>
              <a:off x="8347210" y="2331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9" name="pt42219"/>
            <p:cNvSpPr/>
            <p:nvPr/>
          </p:nvSpPr>
          <p:spPr>
            <a:xfrm>
              <a:off x="8812874" y="211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0" name="pt42220"/>
            <p:cNvSpPr/>
            <p:nvPr/>
          </p:nvSpPr>
          <p:spPr>
            <a:xfrm>
              <a:off x="8636546" y="2275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1" name="pt42221"/>
            <p:cNvSpPr/>
            <p:nvPr/>
          </p:nvSpPr>
          <p:spPr>
            <a:xfrm>
              <a:off x="9023378" y="1919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2" name="pt42222"/>
            <p:cNvSpPr/>
            <p:nvPr/>
          </p:nvSpPr>
          <p:spPr>
            <a:xfrm>
              <a:off x="8879672" y="1962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3" name="pt42223"/>
            <p:cNvSpPr/>
            <p:nvPr/>
          </p:nvSpPr>
          <p:spPr>
            <a:xfrm>
              <a:off x="9089164" y="189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4" name="pt42224"/>
            <p:cNvSpPr/>
            <p:nvPr/>
          </p:nvSpPr>
          <p:spPr>
            <a:xfrm>
              <a:off x="9057543" y="1643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5" name="pt42225"/>
            <p:cNvSpPr/>
            <p:nvPr/>
          </p:nvSpPr>
          <p:spPr>
            <a:xfrm>
              <a:off x="8863465" y="2193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6" name="pt42226"/>
            <p:cNvSpPr/>
            <p:nvPr/>
          </p:nvSpPr>
          <p:spPr>
            <a:xfrm>
              <a:off x="9644062" y="2371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7" name="pt42227"/>
            <p:cNvSpPr/>
            <p:nvPr/>
          </p:nvSpPr>
          <p:spPr>
            <a:xfrm>
              <a:off x="8830008" y="2303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8" name="pt42228"/>
            <p:cNvSpPr/>
            <p:nvPr/>
          </p:nvSpPr>
          <p:spPr>
            <a:xfrm>
              <a:off x="9413835" y="2001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9" name="pt42229"/>
            <p:cNvSpPr/>
            <p:nvPr/>
          </p:nvSpPr>
          <p:spPr>
            <a:xfrm>
              <a:off x="9199183" y="2076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0" name="pt42230"/>
            <p:cNvSpPr/>
            <p:nvPr/>
          </p:nvSpPr>
          <p:spPr>
            <a:xfrm>
              <a:off x="8347210" y="2504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1" name="pt42231"/>
            <p:cNvSpPr/>
            <p:nvPr/>
          </p:nvSpPr>
          <p:spPr>
            <a:xfrm>
              <a:off x="9336196" y="2147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2" name="pt42232"/>
            <p:cNvSpPr/>
            <p:nvPr/>
          </p:nvSpPr>
          <p:spPr>
            <a:xfrm>
              <a:off x="9160112" y="1748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3" name="pt42233"/>
            <p:cNvSpPr/>
            <p:nvPr/>
          </p:nvSpPr>
          <p:spPr>
            <a:xfrm>
              <a:off x="8439043" y="241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4" name="pt42234"/>
            <p:cNvSpPr/>
            <p:nvPr/>
          </p:nvSpPr>
          <p:spPr>
            <a:xfrm>
              <a:off x="8347210" y="2343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5" name="pt42235"/>
            <p:cNvSpPr/>
            <p:nvPr/>
          </p:nvSpPr>
          <p:spPr>
            <a:xfrm>
              <a:off x="9054052" y="2263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6" name="pt42236"/>
            <p:cNvSpPr/>
            <p:nvPr/>
          </p:nvSpPr>
          <p:spPr>
            <a:xfrm>
              <a:off x="8956650" y="2324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7" name="pt42237"/>
            <p:cNvSpPr/>
            <p:nvPr/>
          </p:nvSpPr>
          <p:spPr>
            <a:xfrm>
              <a:off x="9126552" y="1977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8" name="pt42238"/>
            <p:cNvSpPr/>
            <p:nvPr/>
          </p:nvSpPr>
          <p:spPr>
            <a:xfrm>
              <a:off x="8274318" y="2505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9" name="pt42239"/>
            <p:cNvSpPr/>
            <p:nvPr/>
          </p:nvSpPr>
          <p:spPr>
            <a:xfrm>
              <a:off x="8274318" y="2560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0" name="pt42240"/>
            <p:cNvSpPr/>
            <p:nvPr/>
          </p:nvSpPr>
          <p:spPr>
            <a:xfrm>
              <a:off x="8398928" y="2404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1" name="pt42241"/>
            <p:cNvSpPr/>
            <p:nvPr/>
          </p:nvSpPr>
          <p:spPr>
            <a:xfrm>
              <a:off x="8713389" y="2332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2" name="pt42242"/>
            <p:cNvSpPr/>
            <p:nvPr/>
          </p:nvSpPr>
          <p:spPr>
            <a:xfrm>
              <a:off x="8817313" y="2017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3" name="pt42243"/>
            <p:cNvSpPr/>
            <p:nvPr/>
          </p:nvSpPr>
          <p:spPr>
            <a:xfrm>
              <a:off x="9120160" y="2108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4" name="pt42244"/>
            <p:cNvSpPr/>
            <p:nvPr/>
          </p:nvSpPr>
          <p:spPr>
            <a:xfrm>
              <a:off x="9190595" y="2103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5" name="pt42245"/>
            <p:cNvSpPr/>
            <p:nvPr/>
          </p:nvSpPr>
          <p:spPr>
            <a:xfrm>
              <a:off x="9477272" y="2387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6" name="pt42246"/>
            <p:cNvSpPr/>
            <p:nvPr/>
          </p:nvSpPr>
          <p:spPr>
            <a:xfrm>
              <a:off x="8580788" y="2378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7" name="pt42247"/>
            <p:cNvSpPr/>
            <p:nvPr/>
          </p:nvSpPr>
          <p:spPr>
            <a:xfrm>
              <a:off x="9538128" y="1886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8" name="pt42248"/>
            <p:cNvSpPr/>
            <p:nvPr/>
          </p:nvSpPr>
          <p:spPr>
            <a:xfrm>
              <a:off x="8398928" y="2331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9" name="pt42249"/>
            <p:cNvSpPr/>
            <p:nvPr/>
          </p:nvSpPr>
          <p:spPr>
            <a:xfrm>
              <a:off x="8772758" y="1955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0" name="pt42250"/>
            <p:cNvSpPr/>
            <p:nvPr/>
          </p:nvSpPr>
          <p:spPr>
            <a:xfrm>
              <a:off x="9439678" y="1964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1" name="pt42251"/>
            <p:cNvSpPr/>
            <p:nvPr/>
          </p:nvSpPr>
          <p:spPr>
            <a:xfrm>
              <a:off x="8610820" y="2101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2" name="pt42252"/>
            <p:cNvSpPr/>
            <p:nvPr/>
          </p:nvSpPr>
          <p:spPr>
            <a:xfrm>
              <a:off x="8966476" y="2216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3" name="pt42253"/>
            <p:cNvSpPr/>
            <p:nvPr/>
          </p:nvSpPr>
          <p:spPr>
            <a:xfrm>
              <a:off x="9876105" y="2656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4" name="pt42254"/>
            <p:cNvSpPr/>
            <p:nvPr/>
          </p:nvSpPr>
          <p:spPr>
            <a:xfrm>
              <a:off x="8879672" y="1847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5" name="pt42255"/>
            <p:cNvSpPr/>
            <p:nvPr/>
          </p:nvSpPr>
          <p:spPr>
            <a:xfrm>
              <a:off x="8748753" y="2009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6" name="pt42256"/>
            <p:cNvSpPr/>
            <p:nvPr/>
          </p:nvSpPr>
          <p:spPr>
            <a:xfrm>
              <a:off x="8439043" y="2326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7" name="pt42257"/>
            <p:cNvSpPr/>
            <p:nvPr/>
          </p:nvSpPr>
          <p:spPr>
            <a:xfrm>
              <a:off x="8748753" y="1977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8" name="pt42258"/>
            <p:cNvSpPr/>
            <p:nvPr/>
          </p:nvSpPr>
          <p:spPr>
            <a:xfrm>
              <a:off x="9876105" y="2652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9" name="pt42259"/>
            <p:cNvSpPr/>
            <p:nvPr/>
          </p:nvSpPr>
          <p:spPr>
            <a:xfrm>
              <a:off x="8471820" y="2485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0" name="pt42260"/>
            <p:cNvSpPr/>
            <p:nvPr/>
          </p:nvSpPr>
          <p:spPr>
            <a:xfrm>
              <a:off x="8471820" y="2592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1" name="pt42261"/>
            <p:cNvSpPr/>
            <p:nvPr/>
          </p:nvSpPr>
          <p:spPr>
            <a:xfrm>
              <a:off x="8596430" y="2331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2" name="pt42262"/>
            <p:cNvSpPr/>
            <p:nvPr/>
          </p:nvSpPr>
          <p:spPr>
            <a:xfrm>
              <a:off x="8596430" y="2372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3" name="pt42263"/>
            <p:cNvSpPr/>
            <p:nvPr/>
          </p:nvSpPr>
          <p:spPr>
            <a:xfrm>
              <a:off x="8803653" y="2002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4" name="pt42264"/>
            <p:cNvSpPr/>
            <p:nvPr/>
          </p:nvSpPr>
          <p:spPr>
            <a:xfrm>
              <a:off x="8659047" y="2340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5" name="pt42265"/>
            <p:cNvSpPr/>
            <p:nvPr/>
          </p:nvSpPr>
          <p:spPr>
            <a:xfrm>
              <a:off x="8499532" y="2474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6" name="pt42266"/>
            <p:cNvSpPr/>
            <p:nvPr/>
          </p:nvSpPr>
          <p:spPr>
            <a:xfrm>
              <a:off x="8841866" y="1880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7" name="pt42267"/>
            <p:cNvSpPr/>
            <p:nvPr/>
          </p:nvSpPr>
          <p:spPr>
            <a:xfrm>
              <a:off x="9005825" y="1759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8" name="pt42268"/>
            <p:cNvSpPr/>
            <p:nvPr/>
          </p:nvSpPr>
          <p:spPr>
            <a:xfrm>
              <a:off x="8973968" y="1981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9" name="pt42269"/>
            <p:cNvSpPr/>
            <p:nvPr/>
          </p:nvSpPr>
          <p:spPr>
            <a:xfrm>
              <a:off x="8798858" y="2036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0" name="pt42270"/>
            <p:cNvSpPr/>
            <p:nvPr/>
          </p:nvSpPr>
          <p:spPr>
            <a:xfrm>
              <a:off x="9143758" y="1970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1" name="pt42271"/>
            <p:cNvSpPr/>
            <p:nvPr/>
          </p:nvSpPr>
          <p:spPr>
            <a:xfrm>
              <a:off x="8755061" y="2280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2" name="pt42272"/>
            <p:cNvSpPr/>
            <p:nvPr/>
          </p:nvSpPr>
          <p:spPr>
            <a:xfrm>
              <a:off x="9448796" y="2124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3" name="pt42273"/>
            <p:cNvSpPr/>
            <p:nvPr/>
          </p:nvSpPr>
          <p:spPr>
            <a:xfrm>
              <a:off x="9013348" y="1409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4" name="pt42274"/>
            <p:cNvSpPr/>
            <p:nvPr/>
          </p:nvSpPr>
          <p:spPr>
            <a:xfrm>
              <a:off x="8778290" y="2227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5" name="pt42275"/>
            <p:cNvSpPr/>
            <p:nvPr/>
          </p:nvSpPr>
          <p:spPr>
            <a:xfrm>
              <a:off x="8274318" y="2452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6" name="pt42276"/>
            <p:cNvSpPr/>
            <p:nvPr/>
          </p:nvSpPr>
          <p:spPr>
            <a:xfrm>
              <a:off x="8563654" y="220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7" name="pt42277"/>
            <p:cNvSpPr/>
            <p:nvPr/>
          </p:nvSpPr>
          <p:spPr>
            <a:xfrm>
              <a:off x="8921023" y="1761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8" name="pt42278"/>
            <p:cNvSpPr/>
            <p:nvPr/>
          </p:nvSpPr>
          <p:spPr>
            <a:xfrm>
              <a:off x="8596430" y="2326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9" name="pt42279"/>
            <p:cNvSpPr/>
            <p:nvPr/>
          </p:nvSpPr>
          <p:spPr>
            <a:xfrm>
              <a:off x="9553956" y="2272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0" name="pt42280"/>
            <p:cNvSpPr/>
            <p:nvPr/>
          </p:nvSpPr>
          <p:spPr>
            <a:xfrm>
              <a:off x="9585294" y="227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1" name="pt42281"/>
            <p:cNvSpPr/>
            <p:nvPr/>
          </p:nvSpPr>
          <p:spPr>
            <a:xfrm>
              <a:off x="9395106" y="2140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2" name="pt42282"/>
            <p:cNvSpPr/>
            <p:nvPr/>
          </p:nvSpPr>
          <p:spPr>
            <a:xfrm>
              <a:off x="8580788" y="2147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3" name="pt42283"/>
            <p:cNvSpPr/>
            <p:nvPr/>
          </p:nvSpPr>
          <p:spPr>
            <a:xfrm>
              <a:off x="8624143" y="2420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4" name="pt42284"/>
            <p:cNvSpPr/>
            <p:nvPr/>
          </p:nvSpPr>
          <p:spPr>
            <a:xfrm>
              <a:off x="8580788" y="2342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5" name="pt42285"/>
            <p:cNvSpPr/>
            <p:nvPr/>
          </p:nvSpPr>
          <p:spPr>
            <a:xfrm>
              <a:off x="8499532" y="2513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6" name="pt42286"/>
            <p:cNvSpPr/>
            <p:nvPr/>
          </p:nvSpPr>
          <p:spPr>
            <a:xfrm>
              <a:off x="9413835" y="1844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7" name="pt42287"/>
            <p:cNvSpPr/>
            <p:nvPr/>
          </p:nvSpPr>
          <p:spPr>
            <a:xfrm>
              <a:off x="9274677" y="1955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8" name="pt42288"/>
            <p:cNvSpPr/>
            <p:nvPr/>
          </p:nvSpPr>
          <p:spPr>
            <a:xfrm>
              <a:off x="8856549" y="2114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9" name="pt42289"/>
            <p:cNvSpPr/>
            <p:nvPr/>
          </p:nvSpPr>
          <p:spPr>
            <a:xfrm>
              <a:off x="8713389" y="2151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0" name="pt42290"/>
            <p:cNvSpPr/>
            <p:nvPr/>
          </p:nvSpPr>
          <p:spPr>
            <a:xfrm>
              <a:off x="8688264" y="2296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1" name="pt42291"/>
            <p:cNvSpPr/>
            <p:nvPr/>
          </p:nvSpPr>
          <p:spPr>
            <a:xfrm>
              <a:off x="8347210" y="2351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2" name="pt42292"/>
            <p:cNvSpPr/>
            <p:nvPr/>
          </p:nvSpPr>
          <p:spPr>
            <a:xfrm>
              <a:off x="8939717" y="2080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3" name="pt42293"/>
            <p:cNvSpPr/>
            <p:nvPr/>
          </p:nvSpPr>
          <p:spPr>
            <a:xfrm>
              <a:off x="8923469" y="1931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4" name="pt42294"/>
            <p:cNvSpPr/>
            <p:nvPr/>
          </p:nvSpPr>
          <p:spPr>
            <a:xfrm>
              <a:off x="8798858" y="1987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5" name="pt42295"/>
            <p:cNvSpPr/>
            <p:nvPr/>
          </p:nvSpPr>
          <p:spPr>
            <a:xfrm>
              <a:off x="9212805" y="1808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6" name="pt42296"/>
            <p:cNvSpPr/>
            <p:nvPr/>
          </p:nvSpPr>
          <p:spPr>
            <a:xfrm>
              <a:off x="8755061" y="219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7" name="pt42297"/>
            <p:cNvSpPr/>
            <p:nvPr/>
          </p:nvSpPr>
          <p:spPr>
            <a:xfrm>
              <a:off x="9065434" y="1797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8" name="pt42298"/>
            <p:cNvSpPr/>
            <p:nvPr/>
          </p:nvSpPr>
          <p:spPr>
            <a:xfrm>
              <a:off x="9140881" y="2016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9" name="pt42299"/>
            <p:cNvSpPr/>
            <p:nvPr/>
          </p:nvSpPr>
          <p:spPr>
            <a:xfrm>
              <a:off x="9203327" y="1781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0" name="pt42300"/>
            <p:cNvSpPr/>
            <p:nvPr/>
          </p:nvSpPr>
          <p:spPr>
            <a:xfrm>
              <a:off x="8679043" y="2336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1" name="pt42301"/>
            <p:cNvSpPr/>
            <p:nvPr/>
          </p:nvSpPr>
          <p:spPr>
            <a:xfrm>
              <a:off x="9273294" y="1755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2" name="pt42302"/>
            <p:cNvSpPr/>
            <p:nvPr/>
          </p:nvSpPr>
          <p:spPr>
            <a:xfrm>
              <a:off x="9401682" y="2286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3" name="pt42303"/>
            <p:cNvSpPr/>
            <p:nvPr/>
          </p:nvSpPr>
          <p:spPr>
            <a:xfrm>
              <a:off x="9120160" y="2038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4" name="pt42304"/>
            <p:cNvSpPr/>
            <p:nvPr/>
          </p:nvSpPr>
          <p:spPr>
            <a:xfrm>
              <a:off x="9513165" y="2372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5" name="pt42305"/>
            <p:cNvSpPr/>
            <p:nvPr/>
          </p:nvSpPr>
          <p:spPr>
            <a:xfrm>
              <a:off x="8648148" y="2409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6" name="pt42306"/>
            <p:cNvSpPr/>
            <p:nvPr/>
          </p:nvSpPr>
          <p:spPr>
            <a:xfrm>
              <a:off x="8439043" y="2373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7" name="pt42307"/>
            <p:cNvSpPr/>
            <p:nvPr/>
          </p:nvSpPr>
          <p:spPr>
            <a:xfrm>
              <a:off x="9877988" y="2597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8" name="pt42308"/>
            <p:cNvSpPr/>
            <p:nvPr/>
          </p:nvSpPr>
          <p:spPr>
            <a:xfrm>
              <a:off x="9044397" y="2064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9" name="pt42309"/>
            <p:cNvSpPr/>
            <p:nvPr/>
          </p:nvSpPr>
          <p:spPr>
            <a:xfrm>
              <a:off x="8563654" y="2220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0" name="pt42310"/>
            <p:cNvSpPr/>
            <p:nvPr/>
          </p:nvSpPr>
          <p:spPr>
            <a:xfrm>
              <a:off x="8954618" y="2244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1" name="pt42311"/>
            <p:cNvSpPr/>
            <p:nvPr/>
          </p:nvSpPr>
          <p:spPr>
            <a:xfrm>
              <a:off x="8347210" y="2128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2" name="pt42312"/>
            <p:cNvSpPr/>
            <p:nvPr/>
          </p:nvSpPr>
          <p:spPr>
            <a:xfrm>
              <a:off x="8808322" y="2266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3" name="pt42313"/>
            <p:cNvSpPr/>
            <p:nvPr/>
          </p:nvSpPr>
          <p:spPr>
            <a:xfrm>
              <a:off x="9253114" y="1923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4" name="pt42314"/>
            <p:cNvSpPr/>
            <p:nvPr/>
          </p:nvSpPr>
          <p:spPr>
            <a:xfrm>
              <a:off x="9226820" y="1919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5" name="pt42315"/>
            <p:cNvSpPr/>
            <p:nvPr/>
          </p:nvSpPr>
          <p:spPr>
            <a:xfrm>
              <a:off x="9045633" y="2269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6" name="pt42316"/>
            <p:cNvSpPr/>
            <p:nvPr/>
          </p:nvSpPr>
          <p:spPr>
            <a:xfrm>
              <a:off x="8636546" y="2472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7" name="pt42317"/>
            <p:cNvSpPr/>
            <p:nvPr/>
          </p:nvSpPr>
          <p:spPr>
            <a:xfrm>
              <a:off x="8761156" y="2175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8" name="pt42318"/>
            <p:cNvSpPr/>
            <p:nvPr/>
          </p:nvSpPr>
          <p:spPr>
            <a:xfrm>
              <a:off x="8274318" y="2353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9" name="pt42319"/>
            <p:cNvSpPr/>
            <p:nvPr/>
          </p:nvSpPr>
          <p:spPr>
            <a:xfrm>
              <a:off x="9331236" y="2025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0" name="pt42320"/>
            <p:cNvSpPr/>
            <p:nvPr/>
          </p:nvSpPr>
          <p:spPr>
            <a:xfrm>
              <a:off x="8274318" y="2618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1" name="pt42321"/>
            <p:cNvSpPr/>
            <p:nvPr/>
          </p:nvSpPr>
          <p:spPr>
            <a:xfrm>
              <a:off x="9127336" y="196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2" name="pt42322"/>
            <p:cNvSpPr/>
            <p:nvPr/>
          </p:nvSpPr>
          <p:spPr>
            <a:xfrm>
              <a:off x="9597877" y="2107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3" name="pt42323"/>
            <p:cNvSpPr/>
            <p:nvPr/>
          </p:nvSpPr>
          <p:spPr>
            <a:xfrm>
              <a:off x="8772758" y="1986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4" name="pt42324"/>
            <p:cNvSpPr/>
            <p:nvPr/>
          </p:nvSpPr>
          <p:spPr>
            <a:xfrm>
              <a:off x="9427147" y="1966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5" name="pt42325"/>
            <p:cNvSpPr/>
            <p:nvPr/>
          </p:nvSpPr>
          <p:spPr>
            <a:xfrm>
              <a:off x="8713389" y="2306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6" name="pt42326"/>
            <p:cNvSpPr/>
            <p:nvPr/>
          </p:nvSpPr>
          <p:spPr>
            <a:xfrm>
              <a:off x="8866825" y="2161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7" name="pt42327"/>
            <p:cNvSpPr/>
            <p:nvPr/>
          </p:nvSpPr>
          <p:spPr>
            <a:xfrm>
              <a:off x="8274318" y="2333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8" name="pt42328"/>
            <p:cNvSpPr/>
            <p:nvPr/>
          </p:nvSpPr>
          <p:spPr>
            <a:xfrm>
              <a:off x="9594013" y="2213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9" name="pt42329"/>
            <p:cNvSpPr/>
            <p:nvPr/>
          </p:nvSpPr>
          <p:spPr>
            <a:xfrm>
              <a:off x="8523538" y="2420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0" name="pt42330"/>
            <p:cNvSpPr/>
            <p:nvPr/>
          </p:nvSpPr>
          <p:spPr>
            <a:xfrm>
              <a:off x="9401001" y="2090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1" name="pt42331"/>
            <p:cNvSpPr/>
            <p:nvPr/>
          </p:nvSpPr>
          <p:spPr>
            <a:xfrm>
              <a:off x="8964553" y="2282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2" name="pt42332"/>
            <p:cNvSpPr/>
            <p:nvPr/>
          </p:nvSpPr>
          <p:spPr>
            <a:xfrm>
              <a:off x="9039368" y="1673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3" name="pt42333"/>
            <p:cNvSpPr/>
            <p:nvPr/>
          </p:nvSpPr>
          <p:spPr>
            <a:xfrm>
              <a:off x="8954618" y="2303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4" name="pt42334"/>
            <p:cNvSpPr/>
            <p:nvPr/>
          </p:nvSpPr>
          <p:spPr>
            <a:xfrm>
              <a:off x="9118525" y="2109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5" name="pt42335"/>
            <p:cNvSpPr/>
            <p:nvPr/>
          </p:nvSpPr>
          <p:spPr>
            <a:xfrm>
              <a:off x="8748753" y="2069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6" name="pt42336"/>
            <p:cNvSpPr/>
            <p:nvPr/>
          </p:nvSpPr>
          <p:spPr>
            <a:xfrm>
              <a:off x="8838000" y="1921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7" name="pt42337"/>
            <p:cNvSpPr/>
            <p:nvPr/>
          </p:nvSpPr>
          <p:spPr>
            <a:xfrm>
              <a:off x="8274318" y="2431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8" name="pt42338"/>
            <p:cNvSpPr/>
            <p:nvPr/>
          </p:nvSpPr>
          <p:spPr>
            <a:xfrm>
              <a:off x="8882745" y="2012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9" name="pt42339"/>
            <p:cNvSpPr/>
            <p:nvPr/>
          </p:nvSpPr>
          <p:spPr>
            <a:xfrm>
              <a:off x="8610820" y="218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0" name="pt42340"/>
            <p:cNvSpPr/>
            <p:nvPr/>
          </p:nvSpPr>
          <p:spPr>
            <a:xfrm>
              <a:off x="9095805" y="1683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1" name="pt42341"/>
            <p:cNvSpPr/>
            <p:nvPr/>
          </p:nvSpPr>
          <p:spPr>
            <a:xfrm>
              <a:off x="9065434" y="1739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2" name="pt42342"/>
            <p:cNvSpPr/>
            <p:nvPr/>
          </p:nvSpPr>
          <p:spPr>
            <a:xfrm>
              <a:off x="9005825" y="1744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3" name="pt42343"/>
            <p:cNvSpPr/>
            <p:nvPr/>
          </p:nvSpPr>
          <p:spPr>
            <a:xfrm>
              <a:off x="9046860" y="2273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4" name="pt42344"/>
            <p:cNvSpPr/>
            <p:nvPr/>
          </p:nvSpPr>
          <p:spPr>
            <a:xfrm>
              <a:off x="9034195" y="1678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5" name="pt42345"/>
            <p:cNvSpPr/>
            <p:nvPr/>
          </p:nvSpPr>
          <p:spPr>
            <a:xfrm>
              <a:off x="8761156" y="232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6" name="pt42346"/>
            <p:cNvSpPr/>
            <p:nvPr/>
          </p:nvSpPr>
          <p:spPr>
            <a:xfrm>
              <a:off x="8398928" y="2396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7" name="pt42347"/>
            <p:cNvSpPr/>
            <p:nvPr/>
          </p:nvSpPr>
          <p:spPr>
            <a:xfrm>
              <a:off x="8274318" y="2211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8" name="pt42348"/>
            <p:cNvSpPr/>
            <p:nvPr/>
          </p:nvSpPr>
          <p:spPr>
            <a:xfrm>
              <a:off x="9051686" y="2191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9" name="pt42349"/>
            <p:cNvSpPr/>
            <p:nvPr/>
          </p:nvSpPr>
          <p:spPr>
            <a:xfrm>
              <a:off x="8636546" y="227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0" name="pt42350"/>
            <p:cNvSpPr/>
            <p:nvPr/>
          </p:nvSpPr>
          <p:spPr>
            <a:xfrm>
              <a:off x="9023378" y="1909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1" name="pt42351"/>
            <p:cNvSpPr/>
            <p:nvPr/>
          </p:nvSpPr>
          <p:spPr>
            <a:xfrm>
              <a:off x="9331236" y="2119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2" name="pt42352"/>
            <p:cNvSpPr/>
            <p:nvPr/>
          </p:nvSpPr>
          <p:spPr>
            <a:xfrm>
              <a:off x="8596430" y="2572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3" name="pt42353"/>
            <p:cNvSpPr/>
            <p:nvPr/>
          </p:nvSpPr>
          <p:spPr>
            <a:xfrm>
              <a:off x="8910892" y="2123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4" name="pt42354"/>
            <p:cNvSpPr/>
            <p:nvPr/>
          </p:nvSpPr>
          <p:spPr>
            <a:xfrm>
              <a:off x="9044397" y="2069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5" name="pt42355"/>
            <p:cNvSpPr/>
            <p:nvPr/>
          </p:nvSpPr>
          <p:spPr>
            <a:xfrm>
              <a:off x="8274318" y="2220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6" name="pt42356"/>
            <p:cNvSpPr/>
            <p:nvPr/>
          </p:nvSpPr>
          <p:spPr>
            <a:xfrm>
              <a:off x="8523538" y="2673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7" name="pt42357"/>
            <p:cNvSpPr/>
            <p:nvPr/>
          </p:nvSpPr>
          <p:spPr>
            <a:xfrm>
              <a:off x="9013348" y="1350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8" name="pt42358"/>
            <p:cNvSpPr/>
            <p:nvPr/>
          </p:nvSpPr>
          <p:spPr>
            <a:xfrm>
              <a:off x="9124975" y="2052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9" name="pt42359"/>
            <p:cNvSpPr/>
            <p:nvPr/>
          </p:nvSpPr>
          <p:spPr>
            <a:xfrm>
              <a:off x="8921023" y="1505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0" name="pt42360"/>
            <p:cNvSpPr/>
            <p:nvPr/>
          </p:nvSpPr>
          <p:spPr>
            <a:xfrm>
              <a:off x="8778290" y="1995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1" name="pt42361"/>
            <p:cNvSpPr/>
            <p:nvPr/>
          </p:nvSpPr>
          <p:spPr>
            <a:xfrm>
              <a:off x="8856549" y="2187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2" name="pt42362"/>
            <p:cNvSpPr/>
            <p:nvPr/>
          </p:nvSpPr>
          <p:spPr>
            <a:xfrm>
              <a:off x="9201267" y="1735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3" name="pt42363"/>
            <p:cNvSpPr/>
            <p:nvPr/>
          </p:nvSpPr>
          <p:spPr>
            <a:xfrm>
              <a:off x="8856549" y="207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4" name="pt42364"/>
            <p:cNvSpPr/>
            <p:nvPr/>
          </p:nvSpPr>
          <p:spPr>
            <a:xfrm>
              <a:off x="8910892" y="2045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5" name="pt42365"/>
            <p:cNvSpPr/>
            <p:nvPr/>
          </p:nvSpPr>
          <p:spPr>
            <a:xfrm>
              <a:off x="9258470" y="2007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6" name="pt42366"/>
            <p:cNvSpPr/>
            <p:nvPr/>
          </p:nvSpPr>
          <p:spPr>
            <a:xfrm>
              <a:off x="9294853" y="1999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7" name="pt42367"/>
            <p:cNvSpPr/>
            <p:nvPr/>
          </p:nvSpPr>
          <p:spPr>
            <a:xfrm>
              <a:off x="9420231" y="1739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8" name="pt42368"/>
            <p:cNvSpPr/>
            <p:nvPr/>
          </p:nvSpPr>
          <p:spPr>
            <a:xfrm>
              <a:off x="8778290" y="2274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9" name="pt42369"/>
            <p:cNvSpPr/>
            <p:nvPr/>
          </p:nvSpPr>
          <p:spPr>
            <a:xfrm>
              <a:off x="8580788" y="2429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0" name="pt42370"/>
            <p:cNvSpPr/>
            <p:nvPr/>
          </p:nvSpPr>
          <p:spPr>
            <a:xfrm>
              <a:off x="8563654" y="2177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1" name="pt42371"/>
            <p:cNvSpPr/>
            <p:nvPr/>
          </p:nvSpPr>
          <p:spPr>
            <a:xfrm>
              <a:off x="8669323" y="2393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2" name="pt42372"/>
            <p:cNvSpPr/>
            <p:nvPr/>
          </p:nvSpPr>
          <p:spPr>
            <a:xfrm>
              <a:off x="8742215" y="2082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3" name="pt42373"/>
            <p:cNvSpPr/>
            <p:nvPr/>
          </p:nvSpPr>
          <p:spPr>
            <a:xfrm>
              <a:off x="9645731" y="2512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4" name="pt42374"/>
            <p:cNvSpPr/>
            <p:nvPr/>
          </p:nvSpPr>
          <p:spPr>
            <a:xfrm>
              <a:off x="9055223" y="2039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5" name="pt42375"/>
            <p:cNvSpPr/>
            <p:nvPr/>
          </p:nvSpPr>
          <p:spPr>
            <a:xfrm>
              <a:off x="9124182" y="1949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6" name="pt42376"/>
            <p:cNvSpPr/>
            <p:nvPr/>
          </p:nvSpPr>
          <p:spPr>
            <a:xfrm>
              <a:off x="8439043" y="2343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7" name="pt42377"/>
            <p:cNvSpPr/>
            <p:nvPr/>
          </p:nvSpPr>
          <p:spPr>
            <a:xfrm>
              <a:off x="9089164" y="1653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8" name="pt42378"/>
            <p:cNvSpPr/>
            <p:nvPr/>
          </p:nvSpPr>
          <p:spPr>
            <a:xfrm>
              <a:off x="8973968" y="1950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9" name="pt42379"/>
            <p:cNvSpPr/>
            <p:nvPr/>
          </p:nvSpPr>
          <p:spPr>
            <a:xfrm>
              <a:off x="9976916" y="2544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0" name="pt42380"/>
            <p:cNvSpPr/>
            <p:nvPr/>
          </p:nvSpPr>
          <p:spPr>
            <a:xfrm>
              <a:off x="9439815" y="1791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1" name="pt42381"/>
            <p:cNvSpPr/>
            <p:nvPr/>
          </p:nvSpPr>
          <p:spPr>
            <a:xfrm>
              <a:off x="9077174" y="2011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2" name="pt42382"/>
            <p:cNvSpPr/>
            <p:nvPr/>
          </p:nvSpPr>
          <p:spPr>
            <a:xfrm>
              <a:off x="9761170" y="2298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3" name="pt42383"/>
            <p:cNvSpPr/>
            <p:nvPr/>
          </p:nvSpPr>
          <p:spPr>
            <a:xfrm>
              <a:off x="9806800" y="2584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4" name="pt42384"/>
            <p:cNvSpPr/>
            <p:nvPr/>
          </p:nvSpPr>
          <p:spPr>
            <a:xfrm>
              <a:off x="8856549" y="2219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5" name="pt42385"/>
            <p:cNvSpPr/>
            <p:nvPr/>
          </p:nvSpPr>
          <p:spPr>
            <a:xfrm>
              <a:off x="8471820" y="2331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6" name="pt42386"/>
            <p:cNvSpPr/>
            <p:nvPr/>
          </p:nvSpPr>
          <p:spPr>
            <a:xfrm>
              <a:off x="8888738" y="2173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7" name="pt42387"/>
            <p:cNvSpPr/>
            <p:nvPr/>
          </p:nvSpPr>
          <p:spPr>
            <a:xfrm>
              <a:off x="9005825" y="1527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8" name="pt42388"/>
            <p:cNvSpPr/>
            <p:nvPr/>
          </p:nvSpPr>
          <p:spPr>
            <a:xfrm>
              <a:off x="9188382" y="206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9" name="pt42389"/>
            <p:cNvSpPr/>
            <p:nvPr/>
          </p:nvSpPr>
          <p:spPr>
            <a:xfrm>
              <a:off x="8761156" y="2295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0" name="pt42390"/>
            <p:cNvSpPr/>
            <p:nvPr/>
          </p:nvSpPr>
          <p:spPr>
            <a:xfrm>
              <a:off x="9829630" y="263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1" name="pt42391"/>
            <p:cNvSpPr/>
            <p:nvPr/>
          </p:nvSpPr>
          <p:spPr>
            <a:xfrm>
              <a:off x="8580788" y="2331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2" name="pt42392"/>
            <p:cNvSpPr/>
            <p:nvPr/>
          </p:nvSpPr>
          <p:spPr>
            <a:xfrm>
              <a:off x="8439043" y="2226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3" name="pt42393"/>
            <p:cNvSpPr/>
            <p:nvPr/>
          </p:nvSpPr>
          <p:spPr>
            <a:xfrm>
              <a:off x="9115211" y="205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4" name="pt42394"/>
            <p:cNvSpPr/>
            <p:nvPr/>
          </p:nvSpPr>
          <p:spPr>
            <a:xfrm>
              <a:off x="8669323" y="2330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5" name="pt42395"/>
            <p:cNvSpPr/>
            <p:nvPr/>
          </p:nvSpPr>
          <p:spPr>
            <a:xfrm>
              <a:off x="9482767" y="2246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6" name="pt42396"/>
            <p:cNvSpPr/>
            <p:nvPr/>
          </p:nvSpPr>
          <p:spPr>
            <a:xfrm>
              <a:off x="8841866" y="1925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7" name="pt42397"/>
            <p:cNvSpPr/>
            <p:nvPr/>
          </p:nvSpPr>
          <p:spPr>
            <a:xfrm>
              <a:off x="9488519" y="2533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8" name="pt42398"/>
            <p:cNvSpPr/>
            <p:nvPr/>
          </p:nvSpPr>
          <p:spPr>
            <a:xfrm>
              <a:off x="8659047" y="2496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9" name="pt42399"/>
            <p:cNvSpPr/>
            <p:nvPr/>
          </p:nvSpPr>
          <p:spPr>
            <a:xfrm>
              <a:off x="8471820" y="2345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0" name="pt42400"/>
            <p:cNvSpPr/>
            <p:nvPr/>
          </p:nvSpPr>
          <p:spPr>
            <a:xfrm>
              <a:off x="8596430" y="2203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1" name="pt42401"/>
            <p:cNvSpPr/>
            <p:nvPr/>
          </p:nvSpPr>
          <p:spPr>
            <a:xfrm>
              <a:off x="8941923" y="2090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2" name="pt42402"/>
            <p:cNvSpPr/>
            <p:nvPr/>
          </p:nvSpPr>
          <p:spPr>
            <a:xfrm>
              <a:off x="8398928" y="2348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3" name="pt42403"/>
            <p:cNvSpPr/>
            <p:nvPr/>
          </p:nvSpPr>
          <p:spPr>
            <a:xfrm>
              <a:off x="9190595" y="2080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4" name="pt42404"/>
            <p:cNvSpPr/>
            <p:nvPr/>
          </p:nvSpPr>
          <p:spPr>
            <a:xfrm>
              <a:off x="8882745" y="1774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5" name="pt42405"/>
            <p:cNvSpPr/>
            <p:nvPr/>
          </p:nvSpPr>
          <p:spPr>
            <a:xfrm>
              <a:off x="8596430" y="2226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6" name="pt42406"/>
            <p:cNvSpPr/>
            <p:nvPr/>
          </p:nvSpPr>
          <p:spPr>
            <a:xfrm>
              <a:off x="8274318" y="2463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7" name="pt42407"/>
            <p:cNvSpPr/>
            <p:nvPr/>
          </p:nvSpPr>
          <p:spPr>
            <a:xfrm>
              <a:off x="9048079" y="2148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8" name="pt42408"/>
            <p:cNvSpPr/>
            <p:nvPr/>
          </p:nvSpPr>
          <p:spPr>
            <a:xfrm>
              <a:off x="8398928" y="2497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9" name="pt42409"/>
            <p:cNvSpPr/>
            <p:nvPr/>
          </p:nvSpPr>
          <p:spPr>
            <a:xfrm>
              <a:off x="8984651" y="1773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0" name="pt42410"/>
            <p:cNvSpPr/>
            <p:nvPr/>
          </p:nvSpPr>
          <p:spPr>
            <a:xfrm>
              <a:off x="8398928" y="2489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1" name="pt42411"/>
            <p:cNvSpPr/>
            <p:nvPr/>
          </p:nvSpPr>
          <p:spPr>
            <a:xfrm>
              <a:off x="8347210" y="2416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2" name="pt42412"/>
            <p:cNvSpPr/>
            <p:nvPr/>
          </p:nvSpPr>
          <p:spPr>
            <a:xfrm>
              <a:off x="9743490" y="1867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3" name="pt42413"/>
            <p:cNvSpPr/>
            <p:nvPr/>
          </p:nvSpPr>
          <p:spPr>
            <a:xfrm>
              <a:off x="9034195" y="1657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4" name="pt42414"/>
            <p:cNvSpPr/>
            <p:nvPr/>
          </p:nvSpPr>
          <p:spPr>
            <a:xfrm>
              <a:off x="9223646" y="1914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5" name="pt42415"/>
            <p:cNvSpPr/>
            <p:nvPr/>
          </p:nvSpPr>
          <p:spPr>
            <a:xfrm>
              <a:off x="8544712" y="2383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6" name="pt42416"/>
            <p:cNvSpPr/>
            <p:nvPr/>
          </p:nvSpPr>
          <p:spPr>
            <a:xfrm>
              <a:off x="8624143" y="2341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7" name="pt42417"/>
            <p:cNvSpPr/>
            <p:nvPr/>
          </p:nvSpPr>
          <p:spPr>
            <a:xfrm>
              <a:off x="8439043" y="2362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8" name="pt42418"/>
            <p:cNvSpPr/>
            <p:nvPr/>
          </p:nvSpPr>
          <p:spPr>
            <a:xfrm>
              <a:off x="9442137" y="1840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9" name="pt42419"/>
            <p:cNvSpPr/>
            <p:nvPr/>
          </p:nvSpPr>
          <p:spPr>
            <a:xfrm>
              <a:off x="9780125" y="2687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0" name="pt42420"/>
            <p:cNvSpPr/>
            <p:nvPr/>
          </p:nvSpPr>
          <p:spPr>
            <a:xfrm>
              <a:off x="9231697" y="199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1" name="pt42421"/>
            <p:cNvSpPr/>
            <p:nvPr/>
          </p:nvSpPr>
          <p:spPr>
            <a:xfrm>
              <a:off x="8783657" y="2041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2" name="pt42422"/>
            <p:cNvSpPr/>
            <p:nvPr/>
          </p:nvSpPr>
          <p:spPr>
            <a:xfrm>
              <a:off x="8274318" y="2463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3" name="pt42423"/>
            <p:cNvSpPr/>
            <p:nvPr/>
          </p:nvSpPr>
          <p:spPr>
            <a:xfrm>
              <a:off x="8471820" y="2538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4" name="pt42424"/>
            <p:cNvSpPr/>
            <p:nvPr/>
          </p:nvSpPr>
          <p:spPr>
            <a:xfrm>
              <a:off x="9367540" y="2074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5" name="pt42425"/>
            <p:cNvSpPr/>
            <p:nvPr/>
          </p:nvSpPr>
          <p:spPr>
            <a:xfrm>
              <a:off x="9237295" y="2111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6" name="pt42426"/>
            <p:cNvSpPr/>
            <p:nvPr/>
          </p:nvSpPr>
          <p:spPr>
            <a:xfrm>
              <a:off x="9645731" y="2187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7" name="pt42427"/>
            <p:cNvSpPr/>
            <p:nvPr/>
          </p:nvSpPr>
          <p:spPr>
            <a:xfrm>
              <a:off x="9265854" y="2025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8" name="pt42428"/>
            <p:cNvSpPr/>
            <p:nvPr/>
          </p:nvSpPr>
          <p:spPr>
            <a:xfrm>
              <a:off x="8274318" y="253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9" name="pt42429"/>
            <p:cNvSpPr/>
            <p:nvPr/>
          </p:nvSpPr>
          <p:spPr>
            <a:xfrm>
              <a:off x="8398928" y="2343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0" name="pt42430"/>
            <p:cNvSpPr/>
            <p:nvPr/>
          </p:nvSpPr>
          <p:spPr>
            <a:xfrm>
              <a:off x="8964553" y="2225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1" name="pt42431"/>
            <p:cNvSpPr/>
            <p:nvPr/>
          </p:nvSpPr>
          <p:spPr>
            <a:xfrm>
              <a:off x="8347210" y="231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2" name="pt42432"/>
            <p:cNvSpPr/>
            <p:nvPr/>
          </p:nvSpPr>
          <p:spPr>
            <a:xfrm>
              <a:off x="9486197" y="2368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3" name="pt42433"/>
            <p:cNvSpPr/>
            <p:nvPr/>
          </p:nvSpPr>
          <p:spPr>
            <a:xfrm>
              <a:off x="8523538" y="2488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4" name="pt42434"/>
            <p:cNvSpPr/>
            <p:nvPr/>
          </p:nvSpPr>
          <p:spPr>
            <a:xfrm>
              <a:off x="8972124" y="2037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5" name="pt42435"/>
            <p:cNvSpPr/>
            <p:nvPr/>
          </p:nvSpPr>
          <p:spPr>
            <a:xfrm>
              <a:off x="8523538" y="2624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6" name="pt42436"/>
            <p:cNvSpPr/>
            <p:nvPr/>
          </p:nvSpPr>
          <p:spPr>
            <a:xfrm>
              <a:off x="9171470" y="1944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7" name="pt42437"/>
            <p:cNvSpPr/>
            <p:nvPr/>
          </p:nvSpPr>
          <p:spPr>
            <a:xfrm>
              <a:off x="8636546" y="2462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8" name="pt42438"/>
            <p:cNvSpPr/>
            <p:nvPr/>
          </p:nvSpPr>
          <p:spPr>
            <a:xfrm>
              <a:off x="8347210" y="2313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9" name="pt42439"/>
            <p:cNvSpPr/>
            <p:nvPr/>
          </p:nvSpPr>
          <p:spPr>
            <a:xfrm>
              <a:off x="9188382" y="2006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0" name="pt42440"/>
            <p:cNvSpPr/>
            <p:nvPr/>
          </p:nvSpPr>
          <p:spPr>
            <a:xfrm>
              <a:off x="8439043" y="218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1" name="pt42441"/>
            <p:cNvSpPr/>
            <p:nvPr/>
          </p:nvSpPr>
          <p:spPr>
            <a:xfrm>
              <a:off x="8973968" y="1938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2" name="pt42442"/>
            <p:cNvSpPr/>
            <p:nvPr/>
          </p:nvSpPr>
          <p:spPr>
            <a:xfrm>
              <a:off x="9231697" y="2178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3" name="pt42443"/>
            <p:cNvSpPr/>
            <p:nvPr/>
          </p:nvSpPr>
          <p:spPr>
            <a:xfrm>
              <a:off x="9829630" y="2708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4" name="pt42444"/>
            <p:cNvSpPr/>
            <p:nvPr/>
          </p:nvSpPr>
          <p:spPr>
            <a:xfrm>
              <a:off x="8636546" y="2314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5" name="pt42445"/>
            <p:cNvSpPr/>
            <p:nvPr/>
          </p:nvSpPr>
          <p:spPr>
            <a:xfrm>
              <a:off x="8735430" y="2064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6" name="pt42446"/>
            <p:cNvSpPr/>
            <p:nvPr/>
          </p:nvSpPr>
          <p:spPr>
            <a:xfrm>
              <a:off x="8648148" y="2342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7" name="pt42447"/>
            <p:cNvSpPr/>
            <p:nvPr/>
          </p:nvSpPr>
          <p:spPr>
            <a:xfrm>
              <a:off x="8398928" y="2370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8" name="pt42448"/>
            <p:cNvSpPr/>
            <p:nvPr/>
          </p:nvSpPr>
          <p:spPr>
            <a:xfrm>
              <a:off x="8274318" y="2347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9" name="pt42449"/>
            <p:cNvSpPr/>
            <p:nvPr/>
          </p:nvSpPr>
          <p:spPr>
            <a:xfrm>
              <a:off x="8563654" y="2303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0" name="pt42450"/>
            <p:cNvSpPr/>
            <p:nvPr/>
          </p:nvSpPr>
          <p:spPr>
            <a:xfrm>
              <a:off x="8783657" y="1958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1" name="pt42451"/>
            <p:cNvSpPr/>
            <p:nvPr/>
          </p:nvSpPr>
          <p:spPr>
            <a:xfrm>
              <a:off x="8347210" y="228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2" name="pt42452"/>
            <p:cNvSpPr/>
            <p:nvPr/>
          </p:nvSpPr>
          <p:spPr>
            <a:xfrm>
              <a:off x="9435925" y="1822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3" name="pt42453"/>
            <p:cNvSpPr/>
            <p:nvPr/>
          </p:nvSpPr>
          <p:spPr>
            <a:xfrm>
              <a:off x="8721041" y="1897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4" name="pt42454"/>
            <p:cNvSpPr/>
            <p:nvPr/>
          </p:nvSpPr>
          <p:spPr>
            <a:xfrm>
              <a:off x="8648148" y="2372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5" name="pt42455"/>
            <p:cNvSpPr/>
            <p:nvPr/>
          </p:nvSpPr>
          <p:spPr>
            <a:xfrm>
              <a:off x="9285373" y="2124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6" name="pt42456"/>
            <p:cNvSpPr/>
            <p:nvPr/>
          </p:nvSpPr>
          <p:spPr>
            <a:xfrm>
              <a:off x="8982914" y="1911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7" name="pt42457"/>
            <p:cNvSpPr/>
            <p:nvPr/>
          </p:nvSpPr>
          <p:spPr>
            <a:xfrm>
              <a:off x="8873363" y="2179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8" name="pt42458"/>
            <p:cNvSpPr/>
            <p:nvPr/>
          </p:nvSpPr>
          <p:spPr>
            <a:xfrm>
              <a:off x="8398928" y="2389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9" name="pt42459"/>
            <p:cNvSpPr/>
            <p:nvPr/>
          </p:nvSpPr>
          <p:spPr>
            <a:xfrm>
              <a:off x="8930613" y="1772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0" name="pt42460"/>
            <p:cNvSpPr/>
            <p:nvPr/>
          </p:nvSpPr>
          <p:spPr>
            <a:xfrm>
              <a:off x="8873363" y="2079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1" name="pt42461"/>
            <p:cNvSpPr/>
            <p:nvPr/>
          </p:nvSpPr>
          <p:spPr>
            <a:xfrm>
              <a:off x="8523538" y="2459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2" name="pt42462"/>
            <p:cNvSpPr/>
            <p:nvPr/>
          </p:nvSpPr>
          <p:spPr>
            <a:xfrm>
              <a:off x="8954618" y="2259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3" name="pt42463"/>
            <p:cNvSpPr/>
            <p:nvPr/>
          </p:nvSpPr>
          <p:spPr>
            <a:xfrm>
              <a:off x="9124182" y="2068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4" name="pt42464"/>
            <p:cNvSpPr/>
            <p:nvPr/>
          </p:nvSpPr>
          <p:spPr>
            <a:xfrm>
              <a:off x="9108394" y="2107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5" name="pt42465"/>
            <p:cNvSpPr/>
            <p:nvPr/>
          </p:nvSpPr>
          <p:spPr>
            <a:xfrm>
              <a:off x="8761156" y="2328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6" name="pt42466"/>
            <p:cNvSpPr/>
            <p:nvPr/>
          </p:nvSpPr>
          <p:spPr>
            <a:xfrm>
              <a:off x="9421909" y="2049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7" name="pt42467"/>
            <p:cNvSpPr/>
            <p:nvPr/>
          </p:nvSpPr>
          <p:spPr>
            <a:xfrm>
              <a:off x="8856549" y="2195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8" name="pt42468"/>
            <p:cNvSpPr/>
            <p:nvPr/>
          </p:nvSpPr>
          <p:spPr>
            <a:xfrm>
              <a:off x="9437742" y="2097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9" name="pt42469"/>
            <p:cNvSpPr/>
            <p:nvPr/>
          </p:nvSpPr>
          <p:spPr>
            <a:xfrm>
              <a:off x="9124182" y="2139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0" name="pt42470"/>
            <p:cNvSpPr/>
            <p:nvPr/>
          </p:nvSpPr>
          <p:spPr>
            <a:xfrm>
              <a:off x="9371804" y="2060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1" name="pt42471"/>
            <p:cNvSpPr/>
            <p:nvPr/>
          </p:nvSpPr>
          <p:spPr>
            <a:xfrm>
              <a:off x="8636546" y="2450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2" name="pt42472"/>
            <p:cNvSpPr/>
            <p:nvPr/>
          </p:nvSpPr>
          <p:spPr>
            <a:xfrm>
              <a:off x="9152801" y="2059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3" name="pt42473"/>
            <p:cNvSpPr/>
            <p:nvPr/>
          </p:nvSpPr>
          <p:spPr>
            <a:xfrm>
              <a:off x="8648148" y="2408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4" name="pt42474"/>
            <p:cNvSpPr/>
            <p:nvPr/>
          </p:nvSpPr>
          <p:spPr>
            <a:xfrm>
              <a:off x="8274318" y="2517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5" name="pt42475"/>
            <p:cNvSpPr/>
            <p:nvPr/>
          </p:nvSpPr>
          <p:spPr>
            <a:xfrm>
              <a:off x="9370394" y="2056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6" name="pt42476"/>
            <p:cNvSpPr/>
            <p:nvPr/>
          </p:nvSpPr>
          <p:spPr>
            <a:xfrm>
              <a:off x="8688264" y="2208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7" name="pt42477"/>
            <p:cNvSpPr/>
            <p:nvPr/>
          </p:nvSpPr>
          <p:spPr>
            <a:xfrm>
              <a:off x="8948383" y="2162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8" name="pt42478"/>
            <p:cNvSpPr/>
            <p:nvPr/>
          </p:nvSpPr>
          <p:spPr>
            <a:xfrm>
              <a:off x="9236019" y="2214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9" name="pt42479"/>
            <p:cNvSpPr/>
            <p:nvPr/>
          </p:nvSpPr>
          <p:spPr>
            <a:xfrm>
              <a:off x="9253114" y="199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0" name="pt42480"/>
            <p:cNvSpPr/>
            <p:nvPr/>
          </p:nvSpPr>
          <p:spPr>
            <a:xfrm>
              <a:off x="9089164" y="1692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1" name="pt42481"/>
            <p:cNvSpPr/>
            <p:nvPr/>
          </p:nvSpPr>
          <p:spPr>
            <a:xfrm>
              <a:off x="9077174" y="1978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2" name="pt42482"/>
            <p:cNvSpPr/>
            <p:nvPr/>
          </p:nvSpPr>
          <p:spPr>
            <a:xfrm>
              <a:off x="8274318" y="2422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3" name="pt42483"/>
            <p:cNvSpPr/>
            <p:nvPr/>
          </p:nvSpPr>
          <p:spPr>
            <a:xfrm>
              <a:off x="8803653" y="2293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4" name="pt42484"/>
            <p:cNvSpPr/>
            <p:nvPr/>
          </p:nvSpPr>
          <p:spPr>
            <a:xfrm>
              <a:off x="9187265" y="2331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5" name="pt42485"/>
            <p:cNvSpPr/>
            <p:nvPr/>
          </p:nvSpPr>
          <p:spPr>
            <a:xfrm>
              <a:off x="8788868" y="1985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6" name="pt42486"/>
            <p:cNvSpPr/>
            <p:nvPr/>
          </p:nvSpPr>
          <p:spPr>
            <a:xfrm>
              <a:off x="8274318" y="2412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7" name="pt42487"/>
            <p:cNvSpPr/>
            <p:nvPr/>
          </p:nvSpPr>
          <p:spPr>
            <a:xfrm>
              <a:off x="9089164" y="1730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8" name="pt42488"/>
            <p:cNvSpPr/>
            <p:nvPr/>
          </p:nvSpPr>
          <p:spPr>
            <a:xfrm>
              <a:off x="8274318" y="2524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9" name="pt42489"/>
            <p:cNvSpPr/>
            <p:nvPr/>
          </p:nvSpPr>
          <p:spPr>
            <a:xfrm>
              <a:off x="8471820" y="2402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0" name="pt42490"/>
            <p:cNvSpPr/>
            <p:nvPr/>
          </p:nvSpPr>
          <p:spPr>
            <a:xfrm>
              <a:off x="8941923" y="2087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1" name="pt42491"/>
            <p:cNvSpPr/>
            <p:nvPr/>
          </p:nvSpPr>
          <p:spPr>
            <a:xfrm>
              <a:off x="8948383" y="2059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2" name="pt42492"/>
            <p:cNvSpPr/>
            <p:nvPr/>
          </p:nvSpPr>
          <p:spPr>
            <a:xfrm>
              <a:off x="8347210" y="2449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3" name="pt42493"/>
            <p:cNvSpPr/>
            <p:nvPr/>
          </p:nvSpPr>
          <p:spPr>
            <a:xfrm>
              <a:off x="8439043" y="2331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4" name="pt42494"/>
            <p:cNvSpPr/>
            <p:nvPr/>
          </p:nvSpPr>
          <p:spPr>
            <a:xfrm>
              <a:off x="9237295" y="2147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5" name="pt42495"/>
            <p:cNvSpPr/>
            <p:nvPr/>
          </p:nvSpPr>
          <p:spPr>
            <a:xfrm>
              <a:off x="8563654" y="2165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6" name="pt42496"/>
            <p:cNvSpPr/>
            <p:nvPr/>
          </p:nvSpPr>
          <p:spPr>
            <a:xfrm>
              <a:off x="8767051" y="2097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7" name="pt42497"/>
            <p:cNvSpPr/>
            <p:nvPr/>
          </p:nvSpPr>
          <p:spPr>
            <a:xfrm>
              <a:off x="9439815" y="1824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8" name="pt42498"/>
            <p:cNvSpPr/>
            <p:nvPr/>
          </p:nvSpPr>
          <p:spPr>
            <a:xfrm>
              <a:off x="8563654" y="2226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9" name="pt42499"/>
            <p:cNvSpPr/>
            <p:nvPr/>
          </p:nvSpPr>
          <p:spPr>
            <a:xfrm>
              <a:off x="8918543" y="1834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0" name="pt42500"/>
            <p:cNvSpPr/>
            <p:nvPr/>
          </p:nvSpPr>
          <p:spPr>
            <a:xfrm>
              <a:off x="9005825" y="1801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1" name="pt42501"/>
            <p:cNvSpPr/>
            <p:nvPr/>
          </p:nvSpPr>
          <p:spPr>
            <a:xfrm>
              <a:off x="9097658" y="2010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2" name="pt42502"/>
            <p:cNvSpPr/>
            <p:nvPr/>
          </p:nvSpPr>
          <p:spPr>
            <a:xfrm>
              <a:off x="8274318" y="2534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3" name="pt42503"/>
            <p:cNvSpPr/>
            <p:nvPr/>
          </p:nvSpPr>
          <p:spPr>
            <a:xfrm>
              <a:off x="8721041" y="2297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4" name="pt42504"/>
            <p:cNvSpPr/>
            <p:nvPr/>
          </p:nvSpPr>
          <p:spPr>
            <a:xfrm>
              <a:off x="8948383" y="2100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5" name="pt42505"/>
            <p:cNvSpPr/>
            <p:nvPr/>
          </p:nvSpPr>
          <p:spPr>
            <a:xfrm>
              <a:off x="8347210" y="2370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6" name="pt42506"/>
            <p:cNvSpPr/>
            <p:nvPr/>
          </p:nvSpPr>
          <p:spPr>
            <a:xfrm>
              <a:off x="9976916" y="2594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7" name="pt42507"/>
            <p:cNvSpPr/>
            <p:nvPr/>
          </p:nvSpPr>
          <p:spPr>
            <a:xfrm>
              <a:off x="8610820" y="2151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8" name="pt42508"/>
            <p:cNvSpPr/>
            <p:nvPr/>
          </p:nvSpPr>
          <p:spPr>
            <a:xfrm>
              <a:off x="9265854" y="2194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9" name="pt42509"/>
            <p:cNvSpPr/>
            <p:nvPr/>
          </p:nvSpPr>
          <p:spPr>
            <a:xfrm>
              <a:off x="9090127" y="1877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0" name="pt42510"/>
            <p:cNvSpPr/>
            <p:nvPr/>
          </p:nvSpPr>
          <p:spPr>
            <a:xfrm>
              <a:off x="9083269" y="194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1" name="pt42511"/>
            <p:cNvSpPr/>
            <p:nvPr/>
          </p:nvSpPr>
          <p:spPr>
            <a:xfrm>
              <a:off x="9296080" y="1907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2" name="pt42512"/>
            <p:cNvSpPr/>
            <p:nvPr/>
          </p:nvSpPr>
          <p:spPr>
            <a:xfrm>
              <a:off x="8888738" y="2134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3" name="pt42513"/>
            <p:cNvSpPr/>
            <p:nvPr/>
          </p:nvSpPr>
          <p:spPr>
            <a:xfrm>
              <a:off x="8580788" y="227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4" name="pt42514"/>
            <p:cNvSpPr/>
            <p:nvPr/>
          </p:nvSpPr>
          <p:spPr>
            <a:xfrm>
              <a:off x="8798858" y="2075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5" name="pt42515"/>
            <p:cNvSpPr/>
            <p:nvPr/>
          </p:nvSpPr>
          <p:spPr>
            <a:xfrm>
              <a:off x="8580788" y="2302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6" name="pt42516"/>
            <p:cNvSpPr/>
            <p:nvPr/>
          </p:nvSpPr>
          <p:spPr>
            <a:xfrm>
              <a:off x="8636546" y="2357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7" name="pt42517"/>
            <p:cNvSpPr/>
            <p:nvPr/>
          </p:nvSpPr>
          <p:spPr>
            <a:xfrm>
              <a:off x="8913479" y="1726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8" name="pt42518"/>
            <p:cNvSpPr/>
            <p:nvPr/>
          </p:nvSpPr>
          <p:spPr>
            <a:xfrm>
              <a:off x="9005825" y="1719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9" name="pt42519"/>
            <p:cNvSpPr/>
            <p:nvPr/>
          </p:nvSpPr>
          <p:spPr>
            <a:xfrm>
              <a:off x="9086240" y="1900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0" name="pt42520"/>
            <p:cNvSpPr/>
            <p:nvPr/>
          </p:nvSpPr>
          <p:spPr>
            <a:xfrm>
              <a:off x="8713389" y="2314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1" name="pt42521"/>
            <p:cNvSpPr/>
            <p:nvPr/>
          </p:nvSpPr>
          <p:spPr>
            <a:xfrm>
              <a:off x="8679043" y="2429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2" name="pt42522"/>
            <p:cNvSpPr/>
            <p:nvPr/>
          </p:nvSpPr>
          <p:spPr>
            <a:xfrm>
              <a:off x="8398928" y="2493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3" name="pt42523"/>
            <p:cNvSpPr/>
            <p:nvPr/>
          </p:nvSpPr>
          <p:spPr>
            <a:xfrm>
              <a:off x="8812874" y="2111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4" name="pt42524"/>
            <p:cNvSpPr/>
            <p:nvPr/>
          </p:nvSpPr>
          <p:spPr>
            <a:xfrm>
              <a:off x="8803653" y="1978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5" name="pt42525"/>
            <p:cNvSpPr/>
            <p:nvPr/>
          </p:nvSpPr>
          <p:spPr>
            <a:xfrm>
              <a:off x="8596430" y="2195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6" name="pt42526"/>
            <p:cNvSpPr/>
            <p:nvPr/>
          </p:nvSpPr>
          <p:spPr>
            <a:xfrm>
              <a:off x="9313270" y="215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7" name="pt42527"/>
            <p:cNvSpPr/>
            <p:nvPr/>
          </p:nvSpPr>
          <p:spPr>
            <a:xfrm>
              <a:off x="8471820" y="2321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8" name="pt42528"/>
            <p:cNvSpPr/>
            <p:nvPr/>
          </p:nvSpPr>
          <p:spPr>
            <a:xfrm>
              <a:off x="9097658" y="2079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9" name="pt42529"/>
            <p:cNvSpPr/>
            <p:nvPr/>
          </p:nvSpPr>
          <p:spPr>
            <a:xfrm>
              <a:off x="8471820" y="2316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0" name="pt42530"/>
            <p:cNvSpPr/>
            <p:nvPr/>
          </p:nvSpPr>
          <p:spPr>
            <a:xfrm>
              <a:off x="8398928" y="2285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1" name="pt42531"/>
            <p:cNvSpPr/>
            <p:nvPr/>
          </p:nvSpPr>
          <p:spPr>
            <a:xfrm>
              <a:off x="8918543" y="1892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2" name="pt42532"/>
            <p:cNvSpPr/>
            <p:nvPr/>
          </p:nvSpPr>
          <p:spPr>
            <a:xfrm>
              <a:off x="8596430" y="2318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3" name="pt42533"/>
            <p:cNvSpPr/>
            <p:nvPr/>
          </p:nvSpPr>
          <p:spPr>
            <a:xfrm>
              <a:off x="9126552" y="1940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4" name="pt42534"/>
            <p:cNvSpPr/>
            <p:nvPr/>
          </p:nvSpPr>
          <p:spPr>
            <a:xfrm>
              <a:off x="8596430" y="221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5" name="pt42535"/>
            <p:cNvSpPr/>
            <p:nvPr/>
          </p:nvSpPr>
          <p:spPr>
            <a:xfrm>
              <a:off x="8610820" y="2137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6" name="pt42536"/>
            <p:cNvSpPr/>
            <p:nvPr/>
          </p:nvSpPr>
          <p:spPr>
            <a:xfrm>
              <a:off x="8910892" y="2099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7" name="pt42537"/>
            <p:cNvSpPr/>
            <p:nvPr/>
          </p:nvSpPr>
          <p:spPr>
            <a:xfrm>
              <a:off x="8748753" y="2095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8" name="pt42538"/>
            <p:cNvSpPr/>
            <p:nvPr/>
          </p:nvSpPr>
          <p:spPr>
            <a:xfrm>
              <a:off x="9210359" y="1814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9" name="pt42539"/>
            <p:cNvSpPr/>
            <p:nvPr/>
          </p:nvSpPr>
          <p:spPr>
            <a:xfrm>
              <a:off x="9876105" y="2671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0" name="pt42540"/>
            <p:cNvSpPr/>
            <p:nvPr/>
          </p:nvSpPr>
          <p:spPr>
            <a:xfrm>
              <a:off x="8930613" y="1761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1" name="pt42541"/>
            <p:cNvSpPr/>
            <p:nvPr/>
          </p:nvSpPr>
          <p:spPr>
            <a:xfrm>
              <a:off x="8879672" y="2155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2" name="pt42542"/>
            <p:cNvSpPr/>
            <p:nvPr/>
          </p:nvSpPr>
          <p:spPr>
            <a:xfrm>
              <a:off x="8610820" y="2050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3" name="pt42543"/>
            <p:cNvSpPr/>
            <p:nvPr/>
          </p:nvSpPr>
          <p:spPr>
            <a:xfrm>
              <a:off x="8772758" y="2017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4" name="pt42544"/>
            <p:cNvSpPr/>
            <p:nvPr/>
          </p:nvSpPr>
          <p:spPr>
            <a:xfrm>
              <a:off x="9160112" y="1942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5" name="pt42545"/>
            <p:cNvSpPr/>
            <p:nvPr/>
          </p:nvSpPr>
          <p:spPr>
            <a:xfrm>
              <a:off x="8499532" y="2494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6" name="pt42546"/>
            <p:cNvSpPr/>
            <p:nvPr/>
          </p:nvSpPr>
          <p:spPr>
            <a:xfrm>
              <a:off x="9563530" y="2511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7" name="pt42547"/>
            <p:cNvSpPr/>
            <p:nvPr/>
          </p:nvSpPr>
          <p:spPr>
            <a:xfrm>
              <a:off x="8544712" y="2395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8" name="pt42548"/>
            <p:cNvSpPr/>
            <p:nvPr/>
          </p:nvSpPr>
          <p:spPr>
            <a:xfrm>
              <a:off x="8274318" y="1964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9" name="pt42549"/>
            <p:cNvSpPr/>
            <p:nvPr/>
          </p:nvSpPr>
          <p:spPr>
            <a:xfrm>
              <a:off x="9439678" y="1877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0" name="pt42550"/>
            <p:cNvSpPr/>
            <p:nvPr/>
          </p:nvSpPr>
          <p:spPr>
            <a:xfrm>
              <a:off x="9717541" y="2170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1" name="pt42551"/>
            <p:cNvSpPr/>
            <p:nvPr/>
          </p:nvSpPr>
          <p:spPr>
            <a:xfrm>
              <a:off x="8679043" y="2252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2" name="pt42552"/>
            <p:cNvSpPr/>
            <p:nvPr/>
          </p:nvSpPr>
          <p:spPr>
            <a:xfrm>
              <a:off x="8580788" y="2086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3" name="pt42553"/>
            <p:cNvSpPr/>
            <p:nvPr/>
          </p:nvSpPr>
          <p:spPr>
            <a:xfrm>
              <a:off x="8471820" y="2442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4" name="pt42554"/>
            <p:cNvSpPr/>
            <p:nvPr/>
          </p:nvSpPr>
          <p:spPr>
            <a:xfrm>
              <a:off x="8596430" y="2255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5" name="pt42555"/>
            <p:cNvSpPr/>
            <p:nvPr/>
          </p:nvSpPr>
          <p:spPr>
            <a:xfrm>
              <a:off x="8523538" y="2688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6" name="pt42556"/>
            <p:cNvSpPr/>
            <p:nvPr/>
          </p:nvSpPr>
          <p:spPr>
            <a:xfrm>
              <a:off x="8610820" y="2003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7" name="pt42557"/>
            <p:cNvSpPr/>
            <p:nvPr/>
          </p:nvSpPr>
          <p:spPr>
            <a:xfrm>
              <a:off x="8891661" y="2050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8" name="pt42558"/>
            <p:cNvSpPr/>
            <p:nvPr/>
          </p:nvSpPr>
          <p:spPr>
            <a:xfrm>
              <a:off x="8439043" y="2258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9" name="pt42559"/>
            <p:cNvSpPr/>
            <p:nvPr/>
          </p:nvSpPr>
          <p:spPr>
            <a:xfrm>
              <a:off x="8471820" y="2327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0" name="pt42560"/>
            <p:cNvSpPr/>
            <p:nvPr/>
          </p:nvSpPr>
          <p:spPr>
            <a:xfrm>
              <a:off x="8347210" y="235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1" name="pt42561"/>
            <p:cNvSpPr/>
            <p:nvPr/>
          </p:nvSpPr>
          <p:spPr>
            <a:xfrm>
              <a:off x="9210359" y="1760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2" name="pt42562"/>
            <p:cNvSpPr/>
            <p:nvPr/>
          </p:nvSpPr>
          <p:spPr>
            <a:xfrm>
              <a:off x="9035502" y="1826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3" name="pt42563"/>
            <p:cNvSpPr/>
            <p:nvPr/>
          </p:nvSpPr>
          <p:spPr>
            <a:xfrm>
              <a:off x="9602828" y="2321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4" name="pt42564"/>
            <p:cNvSpPr/>
            <p:nvPr/>
          </p:nvSpPr>
          <p:spPr>
            <a:xfrm>
              <a:off x="8812874" y="2111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5" name="pt42565"/>
            <p:cNvSpPr/>
            <p:nvPr/>
          </p:nvSpPr>
          <p:spPr>
            <a:xfrm>
              <a:off x="8499532" y="2422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6" name="pt42566"/>
            <p:cNvSpPr/>
            <p:nvPr/>
          </p:nvSpPr>
          <p:spPr>
            <a:xfrm>
              <a:off x="8870124" y="2172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7" name="pt42567"/>
            <p:cNvSpPr/>
            <p:nvPr/>
          </p:nvSpPr>
          <p:spPr>
            <a:xfrm>
              <a:off x="8544712" y="2383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8" name="pt42568"/>
            <p:cNvSpPr/>
            <p:nvPr/>
          </p:nvSpPr>
          <p:spPr>
            <a:xfrm>
              <a:off x="8870124" y="2222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9" name="pt42569"/>
            <p:cNvSpPr/>
            <p:nvPr/>
          </p:nvSpPr>
          <p:spPr>
            <a:xfrm>
              <a:off x="8636546" y="2437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0" name="pt42570"/>
            <p:cNvSpPr/>
            <p:nvPr/>
          </p:nvSpPr>
          <p:spPr>
            <a:xfrm>
              <a:off x="8398928" y="2246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1" name="pt42571"/>
            <p:cNvSpPr/>
            <p:nvPr/>
          </p:nvSpPr>
          <p:spPr>
            <a:xfrm>
              <a:off x="8830008" y="2173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2" name="pt42572"/>
            <p:cNvSpPr/>
            <p:nvPr/>
          </p:nvSpPr>
          <p:spPr>
            <a:xfrm>
              <a:off x="8439043" y="2349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3" name="pt42573"/>
            <p:cNvSpPr/>
            <p:nvPr/>
          </p:nvSpPr>
          <p:spPr>
            <a:xfrm>
              <a:off x="8636546" y="2438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4" name="pt42574"/>
            <p:cNvSpPr/>
            <p:nvPr/>
          </p:nvSpPr>
          <p:spPr>
            <a:xfrm>
              <a:off x="8812874" y="2100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5" name="pt42575"/>
            <p:cNvSpPr/>
            <p:nvPr/>
          </p:nvSpPr>
          <p:spPr>
            <a:xfrm>
              <a:off x="9095805" y="1615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6" name="pt42576"/>
            <p:cNvSpPr/>
            <p:nvPr/>
          </p:nvSpPr>
          <p:spPr>
            <a:xfrm>
              <a:off x="8274318" y="2523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7" name="pt42577"/>
            <p:cNvSpPr/>
            <p:nvPr/>
          </p:nvSpPr>
          <p:spPr>
            <a:xfrm>
              <a:off x="8849358" y="2031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8" name="pt42578"/>
            <p:cNvSpPr/>
            <p:nvPr/>
          </p:nvSpPr>
          <p:spPr>
            <a:xfrm>
              <a:off x="8523538" y="2397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9" name="pt42579"/>
            <p:cNvSpPr/>
            <p:nvPr/>
          </p:nvSpPr>
          <p:spPr>
            <a:xfrm>
              <a:off x="8793933" y="2170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0" name="pt42580"/>
            <p:cNvSpPr/>
            <p:nvPr/>
          </p:nvSpPr>
          <p:spPr>
            <a:xfrm>
              <a:off x="8952564" y="222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1" name="pt42581"/>
            <p:cNvSpPr/>
            <p:nvPr/>
          </p:nvSpPr>
          <p:spPr>
            <a:xfrm>
              <a:off x="8876545" y="1871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2" name="pt42582"/>
            <p:cNvSpPr/>
            <p:nvPr/>
          </p:nvSpPr>
          <p:spPr>
            <a:xfrm>
              <a:off x="8563654" y="2226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3" name="pt42583"/>
            <p:cNvSpPr/>
            <p:nvPr/>
          </p:nvSpPr>
          <p:spPr>
            <a:xfrm>
              <a:off x="8610820" y="1950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4" name="pt42584"/>
            <p:cNvSpPr/>
            <p:nvPr/>
          </p:nvSpPr>
          <p:spPr>
            <a:xfrm>
              <a:off x="8563654" y="2304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5" name="pt42585"/>
            <p:cNvSpPr/>
            <p:nvPr/>
          </p:nvSpPr>
          <p:spPr>
            <a:xfrm>
              <a:off x="8688264" y="2143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6" name="pt42586"/>
            <p:cNvSpPr/>
            <p:nvPr/>
          </p:nvSpPr>
          <p:spPr>
            <a:xfrm>
              <a:off x="9030214" y="1786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7" name="pt42587"/>
            <p:cNvSpPr/>
            <p:nvPr/>
          </p:nvSpPr>
          <p:spPr>
            <a:xfrm>
              <a:off x="8897369" y="2191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8" name="pt42588"/>
            <p:cNvSpPr/>
            <p:nvPr/>
          </p:nvSpPr>
          <p:spPr>
            <a:xfrm>
              <a:off x="9040639" y="1675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9" name="pt42589"/>
            <p:cNvSpPr/>
            <p:nvPr/>
          </p:nvSpPr>
          <p:spPr>
            <a:xfrm>
              <a:off x="9334476" y="2107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0" name="pt42590"/>
            <p:cNvSpPr/>
            <p:nvPr/>
          </p:nvSpPr>
          <p:spPr>
            <a:xfrm>
              <a:off x="8679043" y="2282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1" name="pt42591"/>
            <p:cNvSpPr/>
            <p:nvPr/>
          </p:nvSpPr>
          <p:spPr>
            <a:xfrm>
              <a:off x="9083269" y="1881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2" name="pt42592"/>
            <p:cNvSpPr/>
            <p:nvPr/>
          </p:nvSpPr>
          <p:spPr>
            <a:xfrm>
              <a:off x="9719466" y="2135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3" name="pt42593"/>
            <p:cNvSpPr/>
            <p:nvPr/>
          </p:nvSpPr>
          <p:spPr>
            <a:xfrm>
              <a:off x="8852989" y="1859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4" name="pt42594"/>
            <p:cNvSpPr/>
            <p:nvPr/>
          </p:nvSpPr>
          <p:spPr>
            <a:xfrm>
              <a:off x="8821645" y="2274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5" name="pt42595"/>
            <p:cNvSpPr/>
            <p:nvPr/>
          </p:nvSpPr>
          <p:spPr>
            <a:xfrm>
              <a:off x="8610820" y="2037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6" name="pt42596"/>
            <p:cNvSpPr/>
            <p:nvPr/>
          </p:nvSpPr>
          <p:spPr>
            <a:xfrm>
              <a:off x="8735430" y="2120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7" name="pt42597"/>
            <p:cNvSpPr/>
            <p:nvPr/>
          </p:nvSpPr>
          <p:spPr>
            <a:xfrm>
              <a:off x="9527393" y="1747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8" name="pt42598"/>
            <p:cNvSpPr/>
            <p:nvPr/>
          </p:nvSpPr>
          <p:spPr>
            <a:xfrm>
              <a:off x="8742215" y="2155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9" name="pt42599"/>
            <p:cNvSpPr/>
            <p:nvPr/>
          </p:nvSpPr>
          <p:spPr>
            <a:xfrm>
              <a:off x="8398928" y="2376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0" name="pt42600"/>
            <p:cNvSpPr/>
            <p:nvPr/>
          </p:nvSpPr>
          <p:spPr>
            <a:xfrm>
              <a:off x="8580788" y="2183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1" name="pt42601"/>
            <p:cNvSpPr/>
            <p:nvPr/>
          </p:nvSpPr>
          <p:spPr>
            <a:xfrm>
              <a:off x="9568569" y="2503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2" name="pt42602"/>
            <p:cNvSpPr/>
            <p:nvPr/>
          </p:nvSpPr>
          <p:spPr>
            <a:xfrm>
              <a:off x="8274318" y="245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3" name="pt42603"/>
            <p:cNvSpPr/>
            <p:nvPr/>
          </p:nvSpPr>
          <p:spPr>
            <a:xfrm>
              <a:off x="9124182" y="1995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4" name="pt42604"/>
            <p:cNvSpPr/>
            <p:nvPr/>
          </p:nvSpPr>
          <p:spPr>
            <a:xfrm>
              <a:off x="8713389" y="2055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5" name="pt42605"/>
            <p:cNvSpPr/>
            <p:nvPr/>
          </p:nvSpPr>
          <p:spPr>
            <a:xfrm>
              <a:off x="9066533" y="1917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6" name="pt42606"/>
            <p:cNvSpPr/>
            <p:nvPr/>
          </p:nvSpPr>
          <p:spPr>
            <a:xfrm>
              <a:off x="9407038" y="2109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7" name="pt42607"/>
            <p:cNvSpPr/>
            <p:nvPr/>
          </p:nvSpPr>
          <p:spPr>
            <a:xfrm>
              <a:off x="8783657" y="2046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8" name="pt42608"/>
            <p:cNvSpPr/>
            <p:nvPr/>
          </p:nvSpPr>
          <p:spPr>
            <a:xfrm>
              <a:off x="8973968" y="191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9" name="pt42609"/>
            <p:cNvSpPr/>
            <p:nvPr/>
          </p:nvSpPr>
          <p:spPr>
            <a:xfrm>
              <a:off x="8624143" y="2456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0" name="pt42610"/>
            <p:cNvSpPr/>
            <p:nvPr/>
          </p:nvSpPr>
          <p:spPr>
            <a:xfrm>
              <a:off x="8767051" y="2174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1" name="pt42611"/>
            <p:cNvSpPr/>
            <p:nvPr/>
          </p:nvSpPr>
          <p:spPr>
            <a:xfrm>
              <a:off x="9115211" y="1946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2" name="pt42612"/>
            <p:cNvSpPr/>
            <p:nvPr/>
          </p:nvSpPr>
          <p:spPr>
            <a:xfrm>
              <a:off x="8471820" y="2280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3" name="pt42613"/>
            <p:cNvSpPr/>
            <p:nvPr/>
          </p:nvSpPr>
          <p:spPr>
            <a:xfrm>
              <a:off x="8817313" y="1952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4" name="pt42614"/>
            <p:cNvSpPr/>
            <p:nvPr/>
          </p:nvSpPr>
          <p:spPr>
            <a:xfrm>
              <a:off x="8596430" y="2265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5" name="pt42615"/>
            <p:cNvSpPr/>
            <p:nvPr/>
          </p:nvSpPr>
          <p:spPr>
            <a:xfrm>
              <a:off x="8713389" y="2319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6" name="pt42616"/>
            <p:cNvSpPr/>
            <p:nvPr/>
          </p:nvSpPr>
          <p:spPr>
            <a:xfrm>
              <a:off x="9140881" y="2029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7" name="pt42617"/>
            <p:cNvSpPr/>
            <p:nvPr/>
          </p:nvSpPr>
          <p:spPr>
            <a:xfrm>
              <a:off x="8812874" y="2093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8" name="pt42618"/>
            <p:cNvSpPr/>
            <p:nvPr/>
          </p:nvSpPr>
          <p:spPr>
            <a:xfrm>
              <a:off x="8923469" y="1985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9" name="pt42619"/>
            <p:cNvSpPr/>
            <p:nvPr/>
          </p:nvSpPr>
          <p:spPr>
            <a:xfrm>
              <a:off x="9087220" y="1943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0" name="pt42620"/>
            <p:cNvSpPr/>
            <p:nvPr/>
          </p:nvSpPr>
          <p:spPr>
            <a:xfrm>
              <a:off x="8439043" y="242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1" name="pt42621"/>
            <p:cNvSpPr/>
            <p:nvPr/>
          </p:nvSpPr>
          <p:spPr>
            <a:xfrm>
              <a:off x="8439043" y="2369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2" name="pt42622"/>
            <p:cNvSpPr/>
            <p:nvPr/>
          </p:nvSpPr>
          <p:spPr>
            <a:xfrm>
              <a:off x="9401001" y="2159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3" name="pt42623"/>
            <p:cNvSpPr/>
            <p:nvPr/>
          </p:nvSpPr>
          <p:spPr>
            <a:xfrm>
              <a:off x="9040639" y="1760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4" name="pt42624"/>
            <p:cNvSpPr/>
            <p:nvPr/>
          </p:nvSpPr>
          <p:spPr>
            <a:xfrm>
              <a:off x="9538128" y="1534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5" name="pt42625"/>
            <p:cNvSpPr/>
            <p:nvPr/>
          </p:nvSpPr>
          <p:spPr>
            <a:xfrm>
              <a:off x="9026144" y="1922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6" name="pt42626"/>
            <p:cNvSpPr/>
            <p:nvPr/>
          </p:nvSpPr>
          <p:spPr>
            <a:xfrm>
              <a:off x="9089164" y="1771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7" name="pt42627"/>
            <p:cNvSpPr/>
            <p:nvPr/>
          </p:nvSpPr>
          <p:spPr>
            <a:xfrm>
              <a:off x="8669323" y="2367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8" name="pt42628"/>
            <p:cNvSpPr/>
            <p:nvPr/>
          </p:nvSpPr>
          <p:spPr>
            <a:xfrm>
              <a:off x="8544712" y="2420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9" name="pt42629"/>
            <p:cNvSpPr/>
            <p:nvPr/>
          </p:nvSpPr>
          <p:spPr>
            <a:xfrm>
              <a:off x="8918543" y="1684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0" name="pt42630"/>
            <p:cNvSpPr/>
            <p:nvPr/>
          </p:nvSpPr>
          <p:spPr>
            <a:xfrm>
              <a:off x="8274318" y="2451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1" name="pt42631"/>
            <p:cNvSpPr/>
            <p:nvPr/>
          </p:nvSpPr>
          <p:spPr>
            <a:xfrm>
              <a:off x="8876545" y="1861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2" name="pt42632"/>
            <p:cNvSpPr/>
            <p:nvPr/>
          </p:nvSpPr>
          <p:spPr>
            <a:xfrm>
              <a:off x="8984651" y="1754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3" name="pt42633"/>
            <p:cNvSpPr/>
            <p:nvPr/>
          </p:nvSpPr>
          <p:spPr>
            <a:xfrm>
              <a:off x="8624143" y="2495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4" name="pt42634"/>
            <p:cNvSpPr/>
            <p:nvPr/>
          </p:nvSpPr>
          <p:spPr>
            <a:xfrm>
              <a:off x="8636546" y="2348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5" name="pt42635"/>
            <p:cNvSpPr/>
            <p:nvPr/>
          </p:nvSpPr>
          <p:spPr>
            <a:xfrm>
              <a:off x="8523538" y="2459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6" name="pt42636"/>
            <p:cNvSpPr/>
            <p:nvPr/>
          </p:nvSpPr>
          <p:spPr>
            <a:xfrm>
              <a:off x="8679043" y="2426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7" name="pt42637"/>
            <p:cNvSpPr/>
            <p:nvPr/>
          </p:nvSpPr>
          <p:spPr>
            <a:xfrm>
              <a:off x="8596430" y="2118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8" name="pt42638"/>
            <p:cNvSpPr/>
            <p:nvPr/>
          </p:nvSpPr>
          <p:spPr>
            <a:xfrm>
              <a:off x="8897369" y="2246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9" name="pt42639"/>
            <p:cNvSpPr/>
            <p:nvPr/>
          </p:nvSpPr>
          <p:spPr>
            <a:xfrm>
              <a:off x="9097658" y="2003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0" name="pt42640"/>
            <p:cNvSpPr/>
            <p:nvPr/>
          </p:nvSpPr>
          <p:spPr>
            <a:xfrm>
              <a:off x="8471820" y="2400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1" name="pt42641"/>
            <p:cNvSpPr/>
            <p:nvPr/>
          </p:nvSpPr>
          <p:spPr>
            <a:xfrm>
              <a:off x="9199706" y="2109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2" name="pt42642"/>
            <p:cNvSpPr/>
            <p:nvPr/>
          </p:nvSpPr>
          <p:spPr>
            <a:xfrm>
              <a:off x="8471820" y="2429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3" name="pt42643"/>
            <p:cNvSpPr/>
            <p:nvPr/>
          </p:nvSpPr>
          <p:spPr>
            <a:xfrm>
              <a:off x="8398928" y="2393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4" name="pt42644"/>
            <p:cNvSpPr/>
            <p:nvPr/>
          </p:nvSpPr>
          <p:spPr>
            <a:xfrm>
              <a:off x="9140881" y="2012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5" name="pt42645"/>
            <p:cNvSpPr/>
            <p:nvPr/>
          </p:nvSpPr>
          <p:spPr>
            <a:xfrm>
              <a:off x="9513165" y="2432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6" name="pt42646"/>
            <p:cNvSpPr/>
            <p:nvPr/>
          </p:nvSpPr>
          <p:spPr>
            <a:xfrm>
              <a:off x="8932933" y="1763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7" name="pt42647"/>
            <p:cNvSpPr/>
            <p:nvPr/>
          </p:nvSpPr>
          <p:spPr>
            <a:xfrm>
              <a:off x="9273294" y="170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8" name="pt42648"/>
            <p:cNvSpPr/>
            <p:nvPr/>
          </p:nvSpPr>
          <p:spPr>
            <a:xfrm>
              <a:off x="9149376" y="2140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9" name="pt42649"/>
            <p:cNvSpPr/>
            <p:nvPr/>
          </p:nvSpPr>
          <p:spPr>
            <a:xfrm>
              <a:off x="9097658" y="2123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0" name="pt42650"/>
            <p:cNvSpPr/>
            <p:nvPr/>
          </p:nvSpPr>
          <p:spPr>
            <a:xfrm>
              <a:off x="8610820" y="2087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1" name="pt42651"/>
            <p:cNvSpPr/>
            <p:nvPr/>
          </p:nvSpPr>
          <p:spPr>
            <a:xfrm>
              <a:off x="8596430" y="2218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2" name="pt42652"/>
            <p:cNvSpPr/>
            <p:nvPr/>
          </p:nvSpPr>
          <p:spPr>
            <a:xfrm>
              <a:off x="8972124" y="1977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3" name="pt42653"/>
            <p:cNvSpPr/>
            <p:nvPr/>
          </p:nvSpPr>
          <p:spPr>
            <a:xfrm>
              <a:off x="8975793" y="1988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4" name="pt42654"/>
            <p:cNvSpPr/>
            <p:nvPr/>
          </p:nvSpPr>
          <p:spPr>
            <a:xfrm>
              <a:off x="9614018" y="2296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5" name="pt42655"/>
            <p:cNvSpPr/>
            <p:nvPr/>
          </p:nvSpPr>
          <p:spPr>
            <a:xfrm>
              <a:off x="8563654" y="2409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6" name="pt42656"/>
            <p:cNvSpPr/>
            <p:nvPr/>
          </p:nvSpPr>
          <p:spPr>
            <a:xfrm>
              <a:off x="9379078" y="1952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7" name="pt42657"/>
            <p:cNvSpPr/>
            <p:nvPr/>
          </p:nvSpPr>
          <p:spPr>
            <a:xfrm>
              <a:off x="8937484" y="2106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8" name="pt42658"/>
            <p:cNvSpPr/>
            <p:nvPr/>
          </p:nvSpPr>
          <p:spPr>
            <a:xfrm>
              <a:off x="9148684" y="1964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9" name="pt42659"/>
            <p:cNvSpPr/>
            <p:nvPr/>
          </p:nvSpPr>
          <p:spPr>
            <a:xfrm>
              <a:off x="9266215" y="1894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0" name="pt42660"/>
            <p:cNvSpPr/>
            <p:nvPr/>
          </p:nvSpPr>
          <p:spPr>
            <a:xfrm>
              <a:off x="9513165" y="238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1" name="pt42661"/>
            <p:cNvSpPr/>
            <p:nvPr/>
          </p:nvSpPr>
          <p:spPr>
            <a:xfrm>
              <a:off x="9417918" y="2077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2" name="pt42662"/>
            <p:cNvSpPr/>
            <p:nvPr/>
          </p:nvSpPr>
          <p:spPr>
            <a:xfrm>
              <a:off x="9597877" y="2274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3" name="pt42663"/>
            <p:cNvSpPr/>
            <p:nvPr/>
          </p:nvSpPr>
          <p:spPr>
            <a:xfrm>
              <a:off x="8830008" y="2065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4" name="pt42664"/>
            <p:cNvSpPr/>
            <p:nvPr/>
          </p:nvSpPr>
          <p:spPr>
            <a:xfrm>
              <a:off x="9005825" y="1734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5" name="pt42665"/>
            <p:cNvSpPr/>
            <p:nvPr/>
          </p:nvSpPr>
          <p:spPr>
            <a:xfrm>
              <a:off x="8499532" y="2402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6" name="pt42666"/>
            <p:cNvSpPr/>
            <p:nvPr/>
          </p:nvSpPr>
          <p:spPr>
            <a:xfrm>
              <a:off x="8624143" y="2482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7" name="pt42667"/>
            <p:cNvSpPr/>
            <p:nvPr/>
          </p:nvSpPr>
          <p:spPr>
            <a:xfrm>
              <a:off x="9049289" y="2221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8" name="pt42668"/>
            <p:cNvSpPr/>
            <p:nvPr/>
          </p:nvSpPr>
          <p:spPr>
            <a:xfrm>
              <a:off x="8398928" y="2402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9" name="pt42669"/>
            <p:cNvSpPr/>
            <p:nvPr/>
          </p:nvSpPr>
          <p:spPr>
            <a:xfrm>
              <a:off x="8471820" y="2335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0" name="pt42670"/>
            <p:cNvSpPr/>
            <p:nvPr/>
          </p:nvSpPr>
          <p:spPr>
            <a:xfrm>
              <a:off x="8679043" y="2285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1" name="pt42671"/>
            <p:cNvSpPr/>
            <p:nvPr/>
          </p:nvSpPr>
          <p:spPr>
            <a:xfrm>
              <a:off x="8636546" y="2436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2" name="pt42672"/>
            <p:cNvSpPr/>
            <p:nvPr/>
          </p:nvSpPr>
          <p:spPr>
            <a:xfrm>
              <a:off x="8471820" y="2438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3" name="pt42673"/>
            <p:cNvSpPr/>
            <p:nvPr/>
          </p:nvSpPr>
          <p:spPr>
            <a:xfrm>
              <a:off x="9519098" y="2411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4" name="pt42674"/>
            <p:cNvSpPr/>
            <p:nvPr/>
          </p:nvSpPr>
          <p:spPr>
            <a:xfrm>
              <a:off x="8610820" y="2004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5" name="pt42675"/>
            <p:cNvSpPr/>
            <p:nvPr/>
          </p:nvSpPr>
          <p:spPr>
            <a:xfrm>
              <a:off x="8713389" y="2305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6" name="pt42676"/>
            <p:cNvSpPr/>
            <p:nvPr/>
          </p:nvSpPr>
          <p:spPr>
            <a:xfrm>
              <a:off x="8866825" y="2143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7" name="pt42677"/>
            <p:cNvSpPr/>
            <p:nvPr/>
          </p:nvSpPr>
          <p:spPr>
            <a:xfrm>
              <a:off x="9074048" y="1920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8" name="pt42678"/>
            <p:cNvSpPr/>
            <p:nvPr/>
          </p:nvSpPr>
          <p:spPr>
            <a:xfrm>
              <a:off x="8471820" y="2444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9" name="pt42679"/>
            <p:cNvSpPr/>
            <p:nvPr/>
          </p:nvSpPr>
          <p:spPr>
            <a:xfrm>
              <a:off x="8834048" y="2116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0" name="pt42680"/>
            <p:cNvSpPr/>
            <p:nvPr/>
          </p:nvSpPr>
          <p:spPr>
            <a:xfrm>
              <a:off x="8679043" y="2344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1" name="pt42681"/>
            <p:cNvSpPr/>
            <p:nvPr/>
          </p:nvSpPr>
          <p:spPr>
            <a:xfrm>
              <a:off x="9191144" y="2071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2" name="pt42682"/>
            <p:cNvSpPr/>
            <p:nvPr/>
          </p:nvSpPr>
          <p:spPr>
            <a:xfrm>
              <a:off x="8347210" y="2549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3" name="pt42683"/>
            <p:cNvSpPr/>
            <p:nvPr/>
          </p:nvSpPr>
          <p:spPr>
            <a:xfrm>
              <a:off x="9379078" y="2130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4" name="pt42684"/>
            <p:cNvSpPr/>
            <p:nvPr/>
          </p:nvSpPr>
          <p:spPr>
            <a:xfrm>
              <a:off x="8347210" y="2439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5" name="pt42685"/>
            <p:cNvSpPr/>
            <p:nvPr/>
          </p:nvSpPr>
          <p:spPr>
            <a:xfrm>
              <a:off x="8954618" y="2239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6" name="pt42686"/>
            <p:cNvSpPr/>
            <p:nvPr/>
          </p:nvSpPr>
          <p:spPr>
            <a:xfrm>
              <a:off x="9761216" y="2557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7" name="pt42687"/>
            <p:cNvSpPr/>
            <p:nvPr/>
          </p:nvSpPr>
          <p:spPr>
            <a:xfrm>
              <a:off x="9294853" y="1732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8" name="pt42688"/>
            <p:cNvSpPr/>
            <p:nvPr/>
          </p:nvSpPr>
          <p:spPr>
            <a:xfrm>
              <a:off x="8499532" y="2513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9" name="pt42689"/>
            <p:cNvSpPr/>
            <p:nvPr/>
          </p:nvSpPr>
          <p:spPr>
            <a:xfrm>
              <a:off x="9614018" y="2477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0" name="pt42690"/>
            <p:cNvSpPr/>
            <p:nvPr/>
          </p:nvSpPr>
          <p:spPr>
            <a:xfrm>
              <a:off x="8659047" y="2429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1" name="pt42691"/>
            <p:cNvSpPr/>
            <p:nvPr/>
          </p:nvSpPr>
          <p:spPr>
            <a:xfrm>
              <a:off x="8347210" y="2328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2" name="pt42692"/>
            <p:cNvSpPr/>
            <p:nvPr/>
          </p:nvSpPr>
          <p:spPr>
            <a:xfrm>
              <a:off x="9027511" y="1894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3" name="pt42693"/>
            <p:cNvSpPr/>
            <p:nvPr/>
          </p:nvSpPr>
          <p:spPr>
            <a:xfrm>
              <a:off x="9089164" y="1888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4" name="pt42694"/>
            <p:cNvSpPr/>
            <p:nvPr/>
          </p:nvSpPr>
          <p:spPr>
            <a:xfrm>
              <a:off x="8398928" y="2327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5" name="pt42695"/>
            <p:cNvSpPr/>
            <p:nvPr/>
          </p:nvSpPr>
          <p:spPr>
            <a:xfrm>
              <a:off x="9086240" y="1936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6" name="pt42696"/>
            <p:cNvSpPr/>
            <p:nvPr/>
          </p:nvSpPr>
          <p:spPr>
            <a:xfrm>
              <a:off x="9226820" y="1861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7" name="pt42697"/>
            <p:cNvSpPr/>
            <p:nvPr/>
          </p:nvSpPr>
          <p:spPr>
            <a:xfrm>
              <a:off x="8544712" y="2447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8" name="pt42698"/>
            <p:cNvSpPr/>
            <p:nvPr/>
          </p:nvSpPr>
          <p:spPr>
            <a:xfrm>
              <a:off x="8939717" y="2038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9" name="pt42699"/>
            <p:cNvSpPr/>
            <p:nvPr/>
          </p:nvSpPr>
          <p:spPr>
            <a:xfrm>
              <a:off x="9136479" y="2074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0" name="pt42700"/>
            <p:cNvSpPr/>
            <p:nvPr/>
          </p:nvSpPr>
          <p:spPr>
            <a:xfrm>
              <a:off x="8636546" y="2350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1" name="pt42701"/>
            <p:cNvSpPr/>
            <p:nvPr/>
          </p:nvSpPr>
          <p:spPr>
            <a:xfrm>
              <a:off x="8688264" y="2215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2" name="pt42702"/>
            <p:cNvSpPr/>
            <p:nvPr/>
          </p:nvSpPr>
          <p:spPr>
            <a:xfrm>
              <a:off x="8798858" y="1946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3" name="pt42703"/>
            <p:cNvSpPr/>
            <p:nvPr/>
          </p:nvSpPr>
          <p:spPr>
            <a:xfrm>
              <a:off x="9124182" y="1934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4" name="pt42704"/>
            <p:cNvSpPr/>
            <p:nvPr/>
          </p:nvSpPr>
          <p:spPr>
            <a:xfrm>
              <a:off x="8821645" y="2043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5" name="pt42705"/>
            <p:cNvSpPr/>
            <p:nvPr/>
          </p:nvSpPr>
          <p:spPr>
            <a:xfrm>
              <a:off x="9026144" y="1855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6" name="pt42706"/>
            <p:cNvSpPr/>
            <p:nvPr/>
          </p:nvSpPr>
          <p:spPr>
            <a:xfrm>
              <a:off x="9176891" y="195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7" name="pt42707"/>
            <p:cNvSpPr/>
            <p:nvPr/>
          </p:nvSpPr>
          <p:spPr>
            <a:xfrm>
              <a:off x="8347210" y="2585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8" name="pt42708"/>
            <p:cNvSpPr/>
            <p:nvPr/>
          </p:nvSpPr>
          <p:spPr>
            <a:xfrm>
              <a:off x="8948383" y="2105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9" name="pt42709"/>
            <p:cNvSpPr/>
            <p:nvPr/>
          </p:nvSpPr>
          <p:spPr>
            <a:xfrm>
              <a:off x="9030214" y="1697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0" name="pt42710"/>
            <p:cNvSpPr/>
            <p:nvPr/>
          </p:nvSpPr>
          <p:spPr>
            <a:xfrm>
              <a:off x="9115211" y="2068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1" name="pt42711"/>
            <p:cNvSpPr/>
            <p:nvPr/>
          </p:nvSpPr>
          <p:spPr>
            <a:xfrm>
              <a:off x="8735430" y="2081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2" name="pt42712"/>
            <p:cNvSpPr/>
            <p:nvPr/>
          </p:nvSpPr>
          <p:spPr>
            <a:xfrm>
              <a:off x="9503592" y="2425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3" name="pt42713"/>
            <p:cNvSpPr/>
            <p:nvPr/>
          </p:nvSpPr>
          <p:spPr>
            <a:xfrm>
              <a:off x="9363803" y="2030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4" name="pt42714"/>
            <p:cNvSpPr/>
            <p:nvPr/>
          </p:nvSpPr>
          <p:spPr>
            <a:xfrm>
              <a:off x="9681061" y="2253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5" name="pt42715"/>
            <p:cNvSpPr/>
            <p:nvPr/>
          </p:nvSpPr>
          <p:spPr>
            <a:xfrm>
              <a:off x="9268724" y="1717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6" name="pt42716"/>
            <p:cNvSpPr/>
            <p:nvPr/>
          </p:nvSpPr>
          <p:spPr>
            <a:xfrm>
              <a:off x="8997973" y="1771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7" name="pt42717"/>
            <p:cNvSpPr/>
            <p:nvPr/>
          </p:nvSpPr>
          <p:spPr>
            <a:xfrm>
              <a:off x="9877988" y="2488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8" name="pt42718"/>
            <p:cNvSpPr/>
            <p:nvPr/>
          </p:nvSpPr>
          <p:spPr>
            <a:xfrm>
              <a:off x="8471820" y="2435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9" name="pt42719"/>
            <p:cNvSpPr/>
            <p:nvPr/>
          </p:nvSpPr>
          <p:spPr>
            <a:xfrm>
              <a:off x="9614018" y="2250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0" name="pt42720"/>
            <p:cNvSpPr/>
            <p:nvPr/>
          </p:nvSpPr>
          <p:spPr>
            <a:xfrm>
              <a:off x="8918543" y="1834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1" name="pt42721"/>
            <p:cNvSpPr/>
            <p:nvPr/>
          </p:nvSpPr>
          <p:spPr>
            <a:xfrm>
              <a:off x="8347210" y="2350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2" name="pt42722"/>
            <p:cNvSpPr/>
            <p:nvPr/>
          </p:nvSpPr>
          <p:spPr>
            <a:xfrm>
              <a:off x="8439043" y="2469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3" name="pt42723"/>
            <p:cNvSpPr/>
            <p:nvPr/>
          </p:nvSpPr>
          <p:spPr>
            <a:xfrm>
              <a:off x="9089164" y="1644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4" name="pt42724"/>
            <p:cNvSpPr/>
            <p:nvPr/>
          </p:nvSpPr>
          <p:spPr>
            <a:xfrm>
              <a:off x="9513165" y="2436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5" name="pt42725"/>
            <p:cNvSpPr/>
            <p:nvPr/>
          </p:nvSpPr>
          <p:spPr>
            <a:xfrm>
              <a:off x="8439043" y="2279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6" name="pt42726"/>
            <p:cNvSpPr/>
            <p:nvPr/>
          </p:nvSpPr>
          <p:spPr>
            <a:xfrm>
              <a:off x="8669323" y="2369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7" name="pt42727"/>
            <p:cNvSpPr/>
            <p:nvPr/>
          </p:nvSpPr>
          <p:spPr>
            <a:xfrm>
              <a:off x="9877988" y="2447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8" name="pt42728"/>
            <p:cNvSpPr/>
            <p:nvPr/>
          </p:nvSpPr>
          <p:spPr>
            <a:xfrm>
              <a:off x="9066533" y="1750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9" name="pt42729"/>
            <p:cNvSpPr/>
            <p:nvPr/>
          </p:nvSpPr>
          <p:spPr>
            <a:xfrm>
              <a:off x="8697035" y="2190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0" name="pt42730"/>
            <p:cNvSpPr/>
            <p:nvPr/>
          </p:nvSpPr>
          <p:spPr>
            <a:xfrm>
              <a:off x="9223646" y="2046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1" name="pt42731"/>
            <p:cNvSpPr/>
            <p:nvPr/>
          </p:nvSpPr>
          <p:spPr>
            <a:xfrm>
              <a:off x="9210359" y="1802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2" name="pt42732"/>
            <p:cNvSpPr/>
            <p:nvPr/>
          </p:nvSpPr>
          <p:spPr>
            <a:xfrm>
              <a:off x="9602828" y="2469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3" name="pt42733"/>
            <p:cNvSpPr/>
            <p:nvPr/>
          </p:nvSpPr>
          <p:spPr>
            <a:xfrm>
              <a:off x="8803653" y="2113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4" name="pt42734"/>
            <p:cNvSpPr/>
            <p:nvPr/>
          </p:nvSpPr>
          <p:spPr>
            <a:xfrm>
              <a:off x="9028868" y="1914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5" name="pt42735"/>
            <p:cNvSpPr/>
            <p:nvPr/>
          </p:nvSpPr>
          <p:spPr>
            <a:xfrm>
              <a:off x="8735430" y="213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6" name="pt42736"/>
            <p:cNvSpPr/>
            <p:nvPr/>
          </p:nvSpPr>
          <p:spPr>
            <a:xfrm>
              <a:off x="8882745" y="2000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7" name="pt42737"/>
            <p:cNvSpPr/>
            <p:nvPr/>
          </p:nvSpPr>
          <p:spPr>
            <a:xfrm>
              <a:off x="8471820" y="2373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8" name="pt42738"/>
            <p:cNvSpPr/>
            <p:nvPr/>
          </p:nvSpPr>
          <p:spPr>
            <a:xfrm>
              <a:off x="8471820" y="2372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9" name="pt42739"/>
            <p:cNvSpPr/>
            <p:nvPr/>
          </p:nvSpPr>
          <p:spPr>
            <a:xfrm>
              <a:off x="9513165" y="2493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0" name="pt42740"/>
            <p:cNvSpPr/>
            <p:nvPr/>
          </p:nvSpPr>
          <p:spPr>
            <a:xfrm>
              <a:off x="8624143" y="2411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1" name="pt42741"/>
            <p:cNvSpPr/>
            <p:nvPr/>
          </p:nvSpPr>
          <p:spPr>
            <a:xfrm>
              <a:off x="9054052" y="222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2" name="pt42742"/>
            <p:cNvSpPr/>
            <p:nvPr/>
          </p:nvSpPr>
          <p:spPr>
            <a:xfrm>
              <a:off x="8798858" y="2119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3" name="pt42743"/>
            <p:cNvSpPr/>
            <p:nvPr/>
          </p:nvSpPr>
          <p:spPr>
            <a:xfrm>
              <a:off x="8439043" y="2310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4" name="pt42744"/>
            <p:cNvSpPr/>
            <p:nvPr/>
          </p:nvSpPr>
          <p:spPr>
            <a:xfrm>
              <a:off x="8925882" y="193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5" name="pt42745"/>
            <p:cNvSpPr/>
            <p:nvPr/>
          </p:nvSpPr>
          <p:spPr>
            <a:xfrm>
              <a:off x="9027511" y="1771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6" name="pt42746"/>
            <p:cNvSpPr/>
            <p:nvPr/>
          </p:nvSpPr>
          <p:spPr>
            <a:xfrm>
              <a:off x="9182728" y="1923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7" name="pt42747"/>
            <p:cNvSpPr/>
            <p:nvPr/>
          </p:nvSpPr>
          <p:spPr>
            <a:xfrm>
              <a:off x="8544712" y="2376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8" name="pt42748"/>
            <p:cNvSpPr/>
            <p:nvPr/>
          </p:nvSpPr>
          <p:spPr>
            <a:xfrm>
              <a:off x="8956650" y="2265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9" name="pt42749"/>
            <p:cNvSpPr/>
            <p:nvPr/>
          </p:nvSpPr>
          <p:spPr>
            <a:xfrm>
              <a:off x="9381946" y="2027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0" name="pt42750"/>
            <p:cNvSpPr/>
            <p:nvPr/>
          </p:nvSpPr>
          <p:spPr>
            <a:xfrm>
              <a:off x="9176891" y="1850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1" name="pt42751"/>
            <p:cNvSpPr/>
            <p:nvPr/>
          </p:nvSpPr>
          <p:spPr>
            <a:xfrm>
              <a:off x="8954618" y="2242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2" name="pt42752"/>
            <p:cNvSpPr/>
            <p:nvPr/>
          </p:nvSpPr>
          <p:spPr>
            <a:xfrm>
              <a:off x="8783657" y="2068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3" name="pt42753"/>
            <p:cNvSpPr/>
            <p:nvPr/>
          </p:nvSpPr>
          <p:spPr>
            <a:xfrm>
              <a:off x="8610820" y="2059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4" name="pt42754"/>
            <p:cNvSpPr/>
            <p:nvPr/>
          </p:nvSpPr>
          <p:spPr>
            <a:xfrm>
              <a:off x="9356962" y="2068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5" name="pt42755"/>
            <p:cNvSpPr/>
            <p:nvPr/>
          </p:nvSpPr>
          <p:spPr>
            <a:xfrm>
              <a:off x="8471820" y="2346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6" name="pt42756"/>
            <p:cNvSpPr/>
            <p:nvPr/>
          </p:nvSpPr>
          <p:spPr>
            <a:xfrm>
              <a:off x="9142325" y="2077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7" name="pt42757"/>
            <p:cNvSpPr/>
            <p:nvPr/>
          </p:nvSpPr>
          <p:spPr>
            <a:xfrm>
              <a:off x="9048079" y="2163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8" name="pt42758"/>
            <p:cNvSpPr/>
            <p:nvPr/>
          </p:nvSpPr>
          <p:spPr>
            <a:xfrm>
              <a:off x="8735430" y="2270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9" name="pt42759"/>
            <p:cNvSpPr/>
            <p:nvPr/>
          </p:nvSpPr>
          <p:spPr>
            <a:xfrm>
              <a:off x="8610820" y="2183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0" name="pt42760"/>
            <p:cNvSpPr/>
            <p:nvPr/>
          </p:nvSpPr>
          <p:spPr>
            <a:xfrm>
              <a:off x="8563654" y="2143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1" name="pt42761"/>
            <p:cNvSpPr/>
            <p:nvPr/>
          </p:nvSpPr>
          <p:spPr>
            <a:xfrm>
              <a:off x="9124182" y="2138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2" name="pt42762"/>
            <p:cNvSpPr/>
            <p:nvPr/>
          </p:nvSpPr>
          <p:spPr>
            <a:xfrm>
              <a:off x="9537091" y="1765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3" name="pt42763"/>
            <p:cNvSpPr/>
            <p:nvPr/>
          </p:nvSpPr>
          <p:spPr>
            <a:xfrm>
              <a:off x="8923469" y="1911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4" name="pt42764"/>
            <p:cNvSpPr/>
            <p:nvPr/>
          </p:nvSpPr>
          <p:spPr>
            <a:xfrm>
              <a:off x="8973968" y="1965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5" name="pt42765"/>
            <p:cNvSpPr/>
            <p:nvPr/>
          </p:nvSpPr>
          <p:spPr>
            <a:xfrm>
              <a:off x="8471820" y="2482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6" name="pt42766"/>
            <p:cNvSpPr/>
            <p:nvPr/>
          </p:nvSpPr>
          <p:spPr>
            <a:xfrm>
              <a:off x="8841866" y="1960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7" name="pt42767"/>
            <p:cNvSpPr/>
            <p:nvPr/>
          </p:nvSpPr>
          <p:spPr>
            <a:xfrm>
              <a:off x="9120160" y="2021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8" name="pt42768"/>
            <p:cNvSpPr/>
            <p:nvPr/>
          </p:nvSpPr>
          <p:spPr>
            <a:xfrm>
              <a:off x="8910892" y="2068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9" name="pt42769"/>
            <p:cNvSpPr/>
            <p:nvPr/>
          </p:nvSpPr>
          <p:spPr>
            <a:xfrm>
              <a:off x="8669323" y="2566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0" name="pt42770"/>
            <p:cNvSpPr/>
            <p:nvPr/>
          </p:nvSpPr>
          <p:spPr>
            <a:xfrm>
              <a:off x="8636546" y="2267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1" name="pt42771"/>
            <p:cNvSpPr/>
            <p:nvPr/>
          </p:nvSpPr>
          <p:spPr>
            <a:xfrm>
              <a:off x="8523538" y="2463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2" name="pt42772"/>
            <p:cNvSpPr/>
            <p:nvPr/>
          </p:nvSpPr>
          <p:spPr>
            <a:xfrm>
              <a:off x="9627091" y="2262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3" name="pt42773"/>
            <p:cNvSpPr/>
            <p:nvPr/>
          </p:nvSpPr>
          <p:spPr>
            <a:xfrm>
              <a:off x="9538128" y="1854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4" name="pt42774"/>
            <p:cNvSpPr/>
            <p:nvPr/>
          </p:nvSpPr>
          <p:spPr>
            <a:xfrm>
              <a:off x="9258470" y="2083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5" name="pt42775"/>
            <p:cNvSpPr/>
            <p:nvPr/>
          </p:nvSpPr>
          <p:spPr>
            <a:xfrm>
              <a:off x="9585294" y="2112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6" name="pt42776"/>
            <p:cNvSpPr/>
            <p:nvPr/>
          </p:nvSpPr>
          <p:spPr>
            <a:xfrm>
              <a:off x="8636546" y="2470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7" name="pt42777"/>
            <p:cNvSpPr/>
            <p:nvPr/>
          </p:nvSpPr>
          <p:spPr>
            <a:xfrm>
              <a:off x="9407038" y="2047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8" name="pt42778"/>
            <p:cNvSpPr/>
            <p:nvPr/>
          </p:nvSpPr>
          <p:spPr>
            <a:xfrm>
              <a:off x="8274318" y="2364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9" name="pt42779"/>
            <p:cNvSpPr/>
            <p:nvPr/>
          </p:nvSpPr>
          <p:spPr>
            <a:xfrm>
              <a:off x="8274318" y="2359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0" name="pt42780"/>
            <p:cNvSpPr/>
            <p:nvPr/>
          </p:nvSpPr>
          <p:spPr>
            <a:xfrm>
              <a:off x="8471820" y="2324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1" name="pt42781"/>
            <p:cNvSpPr/>
            <p:nvPr/>
          </p:nvSpPr>
          <p:spPr>
            <a:xfrm>
              <a:off x="8648148" y="2306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2" name="pt42782"/>
            <p:cNvSpPr/>
            <p:nvPr/>
          </p:nvSpPr>
          <p:spPr>
            <a:xfrm>
              <a:off x="8544712" y="2377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3" name="pt42783"/>
            <p:cNvSpPr/>
            <p:nvPr/>
          </p:nvSpPr>
          <p:spPr>
            <a:xfrm>
              <a:off x="9087220" y="1923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4" name="pt42784"/>
            <p:cNvSpPr/>
            <p:nvPr/>
          </p:nvSpPr>
          <p:spPr>
            <a:xfrm>
              <a:off x="9027511" y="1919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5" name="pt42785"/>
            <p:cNvSpPr/>
            <p:nvPr/>
          </p:nvSpPr>
          <p:spPr>
            <a:xfrm>
              <a:off x="9439815" y="1908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6" name="pt42786"/>
            <p:cNvSpPr/>
            <p:nvPr/>
          </p:nvSpPr>
          <p:spPr>
            <a:xfrm>
              <a:off x="8852989" y="1968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7" name="pt42787"/>
            <p:cNvSpPr/>
            <p:nvPr/>
          </p:nvSpPr>
          <p:spPr>
            <a:xfrm>
              <a:off x="8930613" y="1891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8" name="pt42788"/>
            <p:cNvSpPr/>
            <p:nvPr/>
          </p:nvSpPr>
          <p:spPr>
            <a:xfrm>
              <a:off x="9367540" y="2176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9" name="pt42789"/>
            <p:cNvSpPr/>
            <p:nvPr/>
          </p:nvSpPr>
          <p:spPr>
            <a:xfrm>
              <a:off x="8398928" y="2312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0" name="pt42790"/>
            <p:cNvSpPr/>
            <p:nvPr/>
          </p:nvSpPr>
          <p:spPr>
            <a:xfrm>
              <a:off x="8688264" y="2429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1" name="pt42791"/>
            <p:cNvSpPr/>
            <p:nvPr/>
          </p:nvSpPr>
          <p:spPr>
            <a:xfrm>
              <a:off x="9013348" y="1562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2" name="pt42792"/>
            <p:cNvSpPr/>
            <p:nvPr/>
          </p:nvSpPr>
          <p:spPr>
            <a:xfrm>
              <a:off x="9176891" y="2066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3" name="pt42793"/>
            <p:cNvSpPr/>
            <p:nvPr/>
          </p:nvSpPr>
          <p:spPr>
            <a:xfrm>
              <a:off x="8921023" y="1697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4" name="pt42794"/>
            <p:cNvSpPr/>
            <p:nvPr/>
          </p:nvSpPr>
          <p:spPr>
            <a:xfrm>
              <a:off x="9005825" y="1720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5" name="pt42795"/>
            <p:cNvSpPr/>
            <p:nvPr/>
          </p:nvSpPr>
          <p:spPr>
            <a:xfrm>
              <a:off x="8398928" y="2525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6" name="pt42796"/>
            <p:cNvSpPr/>
            <p:nvPr/>
          </p:nvSpPr>
          <p:spPr>
            <a:xfrm>
              <a:off x="8563654" y="2304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7" name="pt42797"/>
            <p:cNvSpPr/>
            <p:nvPr/>
          </p:nvSpPr>
          <p:spPr>
            <a:xfrm>
              <a:off x="8748753" y="1985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8" name="pt42798"/>
            <p:cNvSpPr/>
            <p:nvPr/>
          </p:nvSpPr>
          <p:spPr>
            <a:xfrm>
              <a:off x="9417918" y="1895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9" name="pt42799"/>
            <p:cNvSpPr/>
            <p:nvPr/>
          </p:nvSpPr>
          <p:spPr>
            <a:xfrm>
              <a:off x="8879672" y="2108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0" name="pt42800"/>
            <p:cNvSpPr/>
            <p:nvPr/>
          </p:nvSpPr>
          <p:spPr>
            <a:xfrm>
              <a:off x="8856549" y="2144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1" name="pt42801"/>
            <p:cNvSpPr/>
            <p:nvPr/>
          </p:nvSpPr>
          <p:spPr>
            <a:xfrm>
              <a:off x="9005825" y="1734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2" name="pt42802"/>
            <p:cNvSpPr/>
            <p:nvPr/>
          </p:nvSpPr>
          <p:spPr>
            <a:xfrm>
              <a:off x="9171470" y="186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3" name="pt42803"/>
            <p:cNvSpPr/>
            <p:nvPr/>
          </p:nvSpPr>
          <p:spPr>
            <a:xfrm>
              <a:off x="9258470" y="2026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4" name="pt42804"/>
            <p:cNvSpPr/>
            <p:nvPr/>
          </p:nvSpPr>
          <p:spPr>
            <a:xfrm>
              <a:off x="9368156" y="2099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5" name="pt42805"/>
            <p:cNvSpPr/>
            <p:nvPr/>
          </p:nvSpPr>
          <p:spPr>
            <a:xfrm>
              <a:off x="8952564" y="218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6" name="pt42806"/>
            <p:cNvSpPr/>
            <p:nvPr/>
          </p:nvSpPr>
          <p:spPr>
            <a:xfrm>
              <a:off x="8973968" y="1999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7" name="pt42807"/>
            <p:cNvSpPr/>
            <p:nvPr/>
          </p:nvSpPr>
          <p:spPr>
            <a:xfrm>
              <a:off x="9026144" y="1896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8" name="pt42808"/>
            <p:cNvSpPr/>
            <p:nvPr/>
          </p:nvSpPr>
          <p:spPr>
            <a:xfrm>
              <a:off x="9381946" y="2135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9" name="pt42809"/>
            <p:cNvSpPr/>
            <p:nvPr/>
          </p:nvSpPr>
          <p:spPr>
            <a:xfrm>
              <a:off x="8610820" y="2104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0" name="pt42810"/>
            <p:cNvSpPr/>
            <p:nvPr/>
          </p:nvSpPr>
          <p:spPr>
            <a:xfrm>
              <a:off x="8636546" y="2289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1" name="pt42811"/>
            <p:cNvSpPr/>
            <p:nvPr/>
          </p:nvSpPr>
          <p:spPr>
            <a:xfrm>
              <a:off x="8563654" y="2187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2" name="pt42812"/>
            <p:cNvSpPr/>
            <p:nvPr/>
          </p:nvSpPr>
          <p:spPr>
            <a:xfrm>
              <a:off x="8783657" y="1941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3" name="pt42813"/>
            <p:cNvSpPr/>
            <p:nvPr/>
          </p:nvSpPr>
          <p:spPr>
            <a:xfrm>
              <a:off x="8471820" y="2335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4" name="pt42814"/>
            <p:cNvSpPr/>
            <p:nvPr/>
          </p:nvSpPr>
          <p:spPr>
            <a:xfrm>
              <a:off x="8910892" y="1964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5" name="pt42815"/>
            <p:cNvSpPr/>
            <p:nvPr/>
          </p:nvSpPr>
          <p:spPr>
            <a:xfrm>
              <a:off x="8821645" y="2086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6" name="pt42816"/>
            <p:cNvSpPr/>
            <p:nvPr/>
          </p:nvSpPr>
          <p:spPr>
            <a:xfrm>
              <a:off x="9285697" y="1942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7" name="pt42817"/>
            <p:cNvSpPr/>
            <p:nvPr/>
          </p:nvSpPr>
          <p:spPr>
            <a:xfrm>
              <a:off x="9086240" y="2146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8" name="pt42818"/>
            <p:cNvSpPr/>
            <p:nvPr/>
          </p:nvSpPr>
          <p:spPr>
            <a:xfrm>
              <a:off x="8742215" y="2009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9" name="pt42819"/>
            <p:cNvSpPr/>
            <p:nvPr/>
          </p:nvSpPr>
          <p:spPr>
            <a:xfrm>
              <a:off x="8398928" y="2348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0" name="pt42820"/>
            <p:cNvSpPr/>
            <p:nvPr/>
          </p:nvSpPr>
          <p:spPr>
            <a:xfrm>
              <a:off x="9602828" y="2334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1" name="pt42821"/>
            <p:cNvSpPr/>
            <p:nvPr/>
          </p:nvSpPr>
          <p:spPr>
            <a:xfrm>
              <a:off x="9035502" y="1654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2" name="pt42822"/>
            <p:cNvSpPr/>
            <p:nvPr/>
          </p:nvSpPr>
          <p:spPr>
            <a:xfrm>
              <a:off x="8471820" y="232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3" name="pt42823"/>
            <p:cNvSpPr/>
            <p:nvPr/>
          </p:nvSpPr>
          <p:spPr>
            <a:xfrm>
              <a:off x="9086240" y="2151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4" name="pt42824"/>
            <p:cNvSpPr/>
            <p:nvPr/>
          </p:nvSpPr>
          <p:spPr>
            <a:xfrm>
              <a:off x="9265854" y="2116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5" name="pt42825"/>
            <p:cNvSpPr/>
            <p:nvPr/>
          </p:nvSpPr>
          <p:spPr>
            <a:xfrm>
              <a:off x="9140881" y="1992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6" name="pt42826"/>
            <p:cNvSpPr/>
            <p:nvPr/>
          </p:nvSpPr>
          <p:spPr>
            <a:xfrm>
              <a:off x="8984651" y="1834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7" name="pt42827"/>
            <p:cNvSpPr/>
            <p:nvPr/>
          </p:nvSpPr>
          <p:spPr>
            <a:xfrm>
              <a:off x="9090127" y="168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8" name="pt42828"/>
            <p:cNvSpPr/>
            <p:nvPr/>
          </p:nvSpPr>
          <p:spPr>
            <a:xfrm>
              <a:off x="8908267" y="2041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9" name="pt42829"/>
            <p:cNvSpPr/>
            <p:nvPr/>
          </p:nvSpPr>
          <p:spPr>
            <a:xfrm>
              <a:off x="9097658" y="1947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0" name="pt42830"/>
            <p:cNvSpPr/>
            <p:nvPr/>
          </p:nvSpPr>
          <p:spPr>
            <a:xfrm>
              <a:off x="8274318" y="2250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1" name="pt42831"/>
            <p:cNvSpPr/>
            <p:nvPr/>
          </p:nvSpPr>
          <p:spPr>
            <a:xfrm>
              <a:off x="8439043" y="2319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2" name="pt42832"/>
            <p:cNvSpPr/>
            <p:nvPr/>
          </p:nvSpPr>
          <p:spPr>
            <a:xfrm>
              <a:off x="8882745" y="1884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3" name="pt42833"/>
            <p:cNvSpPr/>
            <p:nvPr/>
          </p:nvSpPr>
          <p:spPr>
            <a:xfrm>
              <a:off x="9594013" y="2321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4" name="pt42834"/>
            <p:cNvSpPr/>
            <p:nvPr/>
          </p:nvSpPr>
          <p:spPr>
            <a:xfrm>
              <a:off x="9110981" y="2069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5" name="pt42835"/>
            <p:cNvSpPr/>
            <p:nvPr/>
          </p:nvSpPr>
          <p:spPr>
            <a:xfrm>
              <a:off x="9051686" y="2184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6" name="pt42836"/>
            <p:cNvSpPr/>
            <p:nvPr/>
          </p:nvSpPr>
          <p:spPr>
            <a:xfrm>
              <a:off x="9108394" y="2037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7" name="pt42837"/>
            <p:cNvSpPr/>
            <p:nvPr/>
          </p:nvSpPr>
          <p:spPr>
            <a:xfrm>
              <a:off x="9124182" y="2037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8" name="pt42838"/>
            <p:cNvSpPr/>
            <p:nvPr/>
          </p:nvSpPr>
          <p:spPr>
            <a:xfrm>
              <a:off x="8778290" y="2051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9" name="pt42839"/>
            <p:cNvSpPr/>
            <p:nvPr/>
          </p:nvSpPr>
          <p:spPr>
            <a:xfrm>
              <a:off x="9182728" y="1917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0" name="pt42840"/>
            <p:cNvSpPr/>
            <p:nvPr/>
          </p:nvSpPr>
          <p:spPr>
            <a:xfrm>
              <a:off x="9124182" y="2078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1" name="pt42841"/>
            <p:cNvSpPr/>
            <p:nvPr/>
          </p:nvSpPr>
          <p:spPr>
            <a:xfrm>
              <a:off x="9614018" y="2139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2" name="pt42842"/>
            <p:cNvSpPr/>
            <p:nvPr/>
          </p:nvSpPr>
          <p:spPr>
            <a:xfrm>
              <a:off x="9034195" y="1669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3" name="pt42843"/>
            <p:cNvSpPr/>
            <p:nvPr/>
          </p:nvSpPr>
          <p:spPr>
            <a:xfrm>
              <a:off x="8398928" y="2500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4" name="pt42844"/>
            <p:cNvSpPr/>
            <p:nvPr/>
          </p:nvSpPr>
          <p:spPr>
            <a:xfrm>
              <a:off x="8742215" y="2259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5" name="pt42845"/>
            <p:cNvSpPr/>
            <p:nvPr/>
          </p:nvSpPr>
          <p:spPr>
            <a:xfrm>
              <a:off x="8817313" y="1867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6" name="pt42846"/>
            <p:cNvSpPr/>
            <p:nvPr/>
          </p:nvSpPr>
          <p:spPr>
            <a:xfrm>
              <a:off x="8817313" y="2026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7" name="pt42847"/>
            <p:cNvSpPr/>
            <p:nvPr/>
          </p:nvSpPr>
          <p:spPr>
            <a:xfrm>
              <a:off x="8563654" y="2176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8" name="pt42848"/>
            <p:cNvSpPr/>
            <p:nvPr/>
          </p:nvSpPr>
          <p:spPr>
            <a:xfrm>
              <a:off x="8688264" y="2096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9" name="pt42849"/>
            <p:cNvSpPr/>
            <p:nvPr/>
          </p:nvSpPr>
          <p:spPr>
            <a:xfrm>
              <a:off x="8636546" y="2323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0" name="pt42850"/>
            <p:cNvSpPr/>
            <p:nvPr/>
          </p:nvSpPr>
          <p:spPr>
            <a:xfrm>
              <a:off x="8812874" y="2303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1" name="pt42851"/>
            <p:cNvSpPr/>
            <p:nvPr/>
          </p:nvSpPr>
          <p:spPr>
            <a:xfrm>
              <a:off x="9017715" y="1952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2" name="pt42852"/>
            <p:cNvSpPr/>
            <p:nvPr/>
          </p:nvSpPr>
          <p:spPr>
            <a:xfrm>
              <a:off x="9176891" y="2191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3" name="pt42853"/>
            <p:cNvSpPr/>
            <p:nvPr/>
          </p:nvSpPr>
          <p:spPr>
            <a:xfrm>
              <a:off x="8347210" y="2461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4" name="pt42854"/>
            <p:cNvSpPr/>
            <p:nvPr/>
          </p:nvSpPr>
          <p:spPr>
            <a:xfrm>
              <a:off x="8982914" y="1773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5" name="pt42855"/>
            <p:cNvSpPr/>
            <p:nvPr/>
          </p:nvSpPr>
          <p:spPr>
            <a:xfrm>
              <a:off x="9196543" y="2007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6" name="pt42856"/>
            <p:cNvSpPr/>
            <p:nvPr/>
          </p:nvSpPr>
          <p:spPr>
            <a:xfrm>
              <a:off x="8982914" y="1850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7" name="pt42857"/>
            <p:cNvSpPr/>
            <p:nvPr/>
          </p:nvSpPr>
          <p:spPr>
            <a:xfrm>
              <a:off x="9237719" y="2097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8" name="pt42858"/>
            <p:cNvSpPr/>
            <p:nvPr/>
          </p:nvSpPr>
          <p:spPr>
            <a:xfrm>
              <a:off x="9401001" y="2225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9" name="pt42859"/>
            <p:cNvSpPr/>
            <p:nvPr/>
          </p:nvSpPr>
          <p:spPr>
            <a:xfrm>
              <a:off x="8918543" y="1896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0" name="pt42860"/>
            <p:cNvSpPr/>
            <p:nvPr/>
          </p:nvSpPr>
          <p:spPr>
            <a:xfrm>
              <a:off x="8783657" y="2330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1" name="pt42861"/>
            <p:cNvSpPr/>
            <p:nvPr/>
          </p:nvSpPr>
          <p:spPr>
            <a:xfrm>
              <a:off x="9108394" y="206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2" name="pt42862"/>
            <p:cNvSpPr/>
            <p:nvPr/>
          </p:nvSpPr>
          <p:spPr>
            <a:xfrm>
              <a:off x="9071933" y="1956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3" name="pt42863"/>
            <p:cNvSpPr/>
            <p:nvPr/>
          </p:nvSpPr>
          <p:spPr>
            <a:xfrm>
              <a:off x="9451392" y="1982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4" name="pt42864"/>
            <p:cNvSpPr/>
            <p:nvPr/>
          </p:nvSpPr>
          <p:spPr>
            <a:xfrm>
              <a:off x="8849358" y="2110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5" name="pt42865"/>
            <p:cNvSpPr/>
            <p:nvPr/>
          </p:nvSpPr>
          <p:spPr>
            <a:xfrm>
              <a:off x="8973968" y="1976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6" name="pt42866"/>
            <p:cNvSpPr/>
            <p:nvPr/>
          </p:nvSpPr>
          <p:spPr>
            <a:xfrm>
              <a:off x="9065434" y="1856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7" name="pt42867"/>
            <p:cNvSpPr/>
            <p:nvPr/>
          </p:nvSpPr>
          <p:spPr>
            <a:xfrm>
              <a:off x="9043153" y="1760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8" name="pt42868"/>
            <p:cNvSpPr/>
            <p:nvPr/>
          </p:nvSpPr>
          <p:spPr>
            <a:xfrm>
              <a:off x="8648148" y="2271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9" name="pt42869"/>
            <p:cNvSpPr/>
            <p:nvPr/>
          </p:nvSpPr>
          <p:spPr>
            <a:xfrm>
              <a:off x="8659047" y="2364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0" name="pt42870"/>
            <p:cNvSpPr/>
            <p:nvPr/>
          </p:nvSpPr>
          <p:spPr>
            <a:xfrm>
              <a:off x="8778290" y="1829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1" name="pt42871"/>
            <p:cNvSpPr/>
            <p:nvPr/>
          </p:nvSpPr>
          <p:spPr>
            <a:xfrm>
              <a:off x="9431373" y="1789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2" name="pt42872"/>
            <p:cNvSpPr/>
            <p:nvPr/>
          </p:nvSpPr>
          <p:spPr>
            <a:xfrm>
              <a:off x="8523538" y="2505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3" name="pt42873"/>
            <p:cNvSpPr/>
            <p:nvPr/>
          </p:nvSpPr>
          <p:spPr>
            <a:xfrm>
              <a:off x="8798858" y="2042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4" name="pt42874"/>
            <p:cNvSpPr/>
            <p:nvPr/>
          </p:nvSpPr>
          <p:spPr>
            <a:xfrm>
              <a:off x="9829630" y="2519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5" name="pt42875"/>
            <p:cNvSpPr/>
            <p:nvPr/>
          </p:nvSpPr>
          <p:spPr>
            <a:xfrm>
              <a:off x="8398928" y="2422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6" name="pt42876"/>
            <p:cNvSpPr/>
            <p:nvPr/>
          </p:nvSpPr>
          <p:spPr>
            <a:xfrm>
              <a:off x="8981160" y="1938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7" name="pt42877"/>
            <p:cNvSpPr/>
            <p:nvPr/>
          </p:nvSpPr>
          <p:spPr>
            <a:xfrm>
              <a:off x="8999571" y="1626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8" name="pt42878"/>
            <p:cNvSpPr/>
            <p:nvPr/>
          </p:nvSpPr>
          <p:spPr>
            <a:xfrm>
              <a:off x="8274318" y="191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9" name="pt42879"/>
            <p:cNvSpPr/>
            <p:nvPr/>
          </p:nvSpPr>
          <p:spPr>
            <a:xfrm>
              <a:off x="9367540" y="2043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0" name="pt42880"/>
            <p:cNvSpPr/>
            <p:nvPr/>
          </p:nvSpPr>
          <p:spPr>
            <a:xfrm>
              <a:off x="8897369" y="2019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1" name="pt42881"/>
            <p:cNvSpPr/>
            <p:nvPr/>
          </p:nvSpPr>
          <p:spPr>
            <a:xfrm>
              <a:off x="8347210" y="2471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2" name="pt42882"/>
            <p:cNvSpPr/>
            <p:nvPr/>
          </p:nvSpPr>
          <p:spPr>
            <a:xfrm>
              <a:off x="9005825" y="1494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3" name="pt42883"/>
            <p:cNvSpPr/>
            <p:nvPr/>
          </p:nvSpPr>
          <p:spPr>
            <a:xfrm>
              <a:off x="9761216" y="2658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4" name="pt42884"/>
            <p:cNvSpPr/>
            <p:nvPr/>
          </p:nvSpPr>
          <p:spPr>
            <a:xfrm>
              <a:off x="8982914" y="1843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5" name="pt42885"/>
            <p:cNvSpPr/>
            <p:nvPr/>
          </p:nvSpPr>
          <p:spPr>
            <a:xfrm>
              <a:off x="8274318" y="2430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6" name="pt42886"/>
            <p:cNvSpPr/>
            <p:nvPr/>
          </p:nvSpPr>
          <p:spPr>
            <a:xfrm>
              <a:off x="9124182" y="2011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7" name="pt42887"/>
            <p:cNvSpPr/>
            <p:nvPr/>
          </p:nvSpPr>
          <p:spPr>
            <a:xfrm>
              <a:off x="9236019" y="2111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8" name="pt42888"/>
            <p:cNvSpPr/>
            <p:nvPr/>
          </p:nvSpPr>
          <p:spPr>
            <a:xfrm>
              <a:off x="9361481" y="2097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9" name="pt42889"/>
            <p:cNvSpPr/>
            <p:nvPr/>
          </p:nvSpPr>
          <p:spPr>
            <a:xfrm>
              <a:off x="8830008" y="2188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0" name="pt42890"/>
            <p:cNvSpPr/>
            <p:nvPr/>
          </p:nvSpPr>
          <p:spPr>
            <a:xfrm>
              <a:off x="8948383" y="214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1" name="pt42891"/>
            <p:cNvSpPr/>
            <p:nvPr/>
          </p:nvSpPr>
          <p:spPr>
            <a:xfrm>
              <a:off x="8439043" y="2380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2" name="pt42892"/>
            <p:cNvSpPr/>
            <p:nvPr/>
          </p:nvSpPr>
          <p:spPr>
            <a:xfrm>
              <a:off x="8471820" y="2379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3" name="pt42893"/>
            <p:cNvSpPr/>
            <p:nvPr/>
          </p:nvSpPr>
          <p:spPr>
            <a:xfrm>
              <a:off x="8966476" y="2245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4" name="pt42894"/>
            <p:cNvSpPr/>
            <p:nvPr/>
          </p:nvSpPr>
          <p:spPr>
            <a:xfrm>
              <a:off x="8544712" y="2308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5" name="pt42895"/>
            <p:cNvSpPr/>
            <p:nvPr/>
          </p:nvSpPr>
          <p:spPr>
            <a:xfrm>
              <a:off x="9431373" y="1823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6" name="pt42896"/>
            <p:cNvSpPr/>
            <p:nvPr/>
          </p:nvSpPr>
          <p:spPr>
            <a:xfrm>
              <a:off x="8398928" y="2388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7" name="pt42897"/>
            <p:cNvSpPr/>
            <p:nvPr/>
          </p:nvSpPr>
          <p:spPr>
            <a:xfrm>
              <a:off x="8648148" y="2289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8" name="pt42898"/>
            <p:cNvSpPr/>
            <p:nvPr/>
          </p:nvSpPr>
          <p:spPr>
            <a:xfrm>
              <a:off x="8648148" y="2253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9" name="pt42899"/>
            <p:cNvSpPr/>
            <p:nvPr/>
          </p:nvSpPr>
          <p:spPr>
            <a:xfrm>
              <a:off x="8274318" y="2561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0" name="pt42900"/>
            <p:cNvSpPr/>
            <p:nvPr/>
          </p:nvSpPr>
          <p:spPr>
            <a:xfrm>
              <a:off x="9211830" y="1759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1" name="pt42901"/>
            <p:cNvSpPr/>
            <p:nvPr/>
          </p:nvSpPr>
          <p:spPr>
            <a:xfrm>
              <a:off x="9044397" y="2038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2" name="pt42902"/>
            <p:cNvSpPr/>
            <p:nvPr/>
          </p:nvSpPr>
          <p:spPr>
            <a:xfrm>
              <a:off x="8856549" y="2251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3" name="pt42903"/>
            <p:cNvSpPr/>
            <p:nvPr/>
          </p:nvSpPr>
          <p:spPr>
            <a:xfrm>
              <a:off x="8838000" y="2074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4" name="pt42904"/>
            <p:cNvSpPr/>
            <p:nvPr/>
          </p:nvSpPr>
          <p:spPr>
            <a:xfrm>
              <a:off x="9268724" y="1682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5" name="pt42905"/>
            <p:cNvSpPr/>
            <p:nvPr/>
          </p:nvSpPr>
          <p:spPr>
            <a:xfrm>
              <a:off x="9422061" y="1840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6" name="pt42906"/>
            <p:cNvSpPr/>
            <p:nvPr/>
          </p:nvSpPr>
          <p:spPr>
            <a:xfrm>
              <a:off x="9191144" y="203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7" name="pt42907"/>
            <p:cNvSpPr/>
            <p:nvPr/>
          </p:nvSpPr>
          <p:spPr>
            <a:xfrm>
              <a:off x="9077174" y="1929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8" name="pt42908"/>
            <p:cNvSpPr/>
            <p:nvPr/>
          </p:nvSpPr>
          <p:spPr>
            <a:xfrm>
              <a:off x="9220880" y="2024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9" name="pt42909"/>
            <p:cNvSpPr/>
            <p:nvPr/>
          </p:nvSpPr>
          <p:spPr>
            <a:xfrm>
              <a:off x="8659047" y="2486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0" name="pt42910"/>
            <p:cNvSpPr/>
            <p:nvPr/>
          </p:nvSpPr>
          <p:spPr>
            <a:xfrm>
              <a:off x="8499532" y="2357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1" name="pt42911"/>
            <p:cNvSpPr/>
            <p:nvPr/>
          </p:nvSpPr>
          <p:spPr>
            <a:xfrm>
              <a:off x="8669323" y="2303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2" name="pt42912"/>
            <p:cNvSpPr/>
            <p:nvPr/>
          </p:nvSpPr>
          <p:spPr>
            <a:xfrm>
              <a:off x="8669323" y="2482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3" name="pt42913"/>
            <p:cNvSpPr/>
            <p:nvPr/>
          </p:nvSpPr>
          <p:spPr>
            <a:xfrm>
              <a:off x="9717541" y="233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4" name="pt42914"/>
            <p:cNvSpPr/>
            <p:nvPr/>
          </p:nvSpPr>
          <p:spPr>
            <a:xfrm>
              <a:off x="8821645" y="2008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5" name="pt42915"/>
            <p:cNvSpPr/>
            <p:nvPr/>
          </p:nvSpPr>
          <p:spPr>
            <a:xfrm>
              <a:off x="8523538" y="2413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6" name="pt42916"/>
            <p:cNvSpPr/>
            <p:nvPr/>
          </p:nvSpPr>
          <p:spPr>
            <a:xfrm>
              <a:off x="8767051" y="2091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7" name="pt42917"/>
            <p:cNvSpPr/>
            <p:nvPr/>
          </p:nvSpPr>
          <p:spPr>
            <a:xfrm>
              <a:off x="8347210" y="2184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8" name="pt42918"/>
            <p:cNvSpPr/>
            <p:nvPr/>
          </p:nvSpPr>
          <p:spPr>
            <a:xfrm>
              <a:off x="9026144" y="1866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9" name="pt42919"/>
            <p:cNvSpPr/>
            <p:nvPr/>
          </p:nvSpPr>
          <p:spPr>
            <a:xfrm>
              <a:off x="8596430" y="2262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0" name="pt42920"/>
            <p:cNvSpPr/>
            <p:nvPr/>
          </p:nvSpPr>
          <p:spPr>
            <a:xfrm>
              <a:off x="8471820" y="2411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1" name="pt42921"/>
            <p:cNvSpPr/>
            <p:nvPr/>
          </p:nvSpPr>
          <p:spPr>
            <a:xfrm>
              <a:off x="8834048" y="2149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2" name="pt42922"/>
            <p:cNvSpPr/>
            <p:nvPr/>
          </p:nvSpPr>
          <p:spPr>
            <a:xfrm>
              <a:off x="8908267" y="2009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3" name="pt42923"/>
            <p:cNvSpPr/>
            <p:nvPr/>
          </p:nvSpPr>
          <p:spPr>
            <a:xfrm>
              <a:off x="8812874" y="2105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4" name="pt42924"/>
            <p:cNvSpPr/>
            <p:nvPr/>
          </p:nvSpPr>
          <p:spPr>
            <a:xfrm>
              <a:off x="9055223" y="2205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5" name="pt42925"/>
            <p:cNvSpPr/>
            <p:nvPr/>
          </p:nvSpPr>
          <p:spPr>
            <a:xfrm>
              <a:off x="8563654" y="2373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6" name="pt42926"/>
            <p:cNvSpPr/>
            <p:nvPr/>
          </p:nvSpPr>
          <p:spPr>
            <a:xfrm>
              <a:off x="8471820" y="2423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7" name="pt42927"/>
            <p:cNvSpPr/>
            <p:nvPr/>
          </p:nvSpPr>
          <p:spPr>
            <a:xfrm>
              <a:off x="9381946" y="2157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8" name="pt42928"/>
            <p:cNvSpPr/>
            <p:nvPr/>
          </p:nvSpPr>
          <p:spPr>
            <a:xfrm>
              <a:off x="8471820" y="2474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9" name="pt42929"/>
            <p:cNvSpPr/>
            <p:nvPr/>
          </p:nvSpPr>
          <p:spPr>
            <a:xfrm>
              <a:off x="8398928" y="2447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0" name="pt42930"/>
            <p:cNvSpPr/>
            <p:nvPr/>
          </p:nvSpPr>
          <p:spPr>
            <a:xfrm>
              <a:off x="8544712" y="2363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1" name="pt42931"/>
            <p:cNvSpPr/>
            <p:nvPr/>
          </p:nvSpPr>
          <p:spPr>
            <a:xfrm>
              <a:off x="9103999" y="2056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2" name="pt42932"/>
            <p:cNvSpPr/>
            <p:nvPr/>
          </p:nvSpPr>
          <p:spPr>
            <a:xfrm>
              <a:off x="9040639" y="1699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3" name="pt42933"/>
            <p:cNvSpPr/>
            <p:nvPr/>
          </p:nvSpPr>
          <p:spPr>
            <a:xfrm>
              <a:off x="8347210" y="219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4" name="pt42934"/>
            <p:cNvSpPr/>
            <p:nvPr/>
          </p:nvSpPr>
          <p:spPr>
            <a:xfrm>
              <a:off x="8347210" y="2210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5" name="pt42935"/>
            <p:cNvSpPr/>
            <p:nvPr/>
          </p:nvSpPr>
          <p:spPr>
            <a:xfrm>
              <a:off x="8274318" y="2345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6" name="pt42936"/>
            <p:cNvSpPr/>
            <p:nvPr/>
          </p:nvSpPr>
          <p:spPr>
            <a:xfrm>
              <a:off x="8894537" y="208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7" name="pt42937"/>
            <p:cNvSpPr/>
            <p:nvPr/>
          </p:nvSpPr>
          <p:spPr>
            <a:xfrm>
              <a:off x="8439043" y="2220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8" name="pt42938"/>
            <p:cNvSpPr/>
            <p:nvPr/>
          </p:nvSpPr>
          <p:spPr>
            <a:xfrm>
              <a:off x="9124182" y="1961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9" name="pt42939"/>
            <p:cNvSpPr/>
            <p:nvPr/>
          </p:nvSpPr>
          <p:spPr>
            <a:xfrm>
              <a:off x="8624143" y="244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0" name="pt42940"/>
            <p:cNvSpPr/>
            <p:nvPr/>
          </p:nvSpPr>
          <p:spPr>
            <a:xfrm>
              <a:off x="9182728" y="2023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1" name="pt42941"/>
            <p:cNvSpPr/>
            <p:nvPr/>
          </p:nvSpPr>
          <p:spPr>
            <a:xfrm>
              <a:off x="8742215" y="2116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2" name="pt42942"/>
            <p:cNvSpPr/>
            <p:nvPr/>
          </p:nvSpPr>
          <p:spPr>
            <a:xfrm>
              <a:off x="8997973" y="1621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3" name="pt42943"/>
            <p:cNvSpPr/>
            <p:nvPr/>
          </p:nvSpPr>
          <p:spPr>
            <a:xfrm>
              <a:off x="9655598" y="2255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4" name="pt42944"/>
            <p:cNvSpPr/>
            <p:nvPr/>
          </p:nvSpPr>
          <p:spPr>
            <a:xfrm>
              <a:off x="8783657" y="2129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5" name="pt42945"/>
            <p:cNvSpPr/>
            <p:nvPr/>
          </p:nvSpPr>
          <p:spPr>
            <a:xfrm>
              <a:off x="8471820" y="2472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6" name="pt42946"/>
            <p:cNvSpPr/>
            <p:nvPr/>
          </p:nvSpPr>
          <p:spPr>
            <a:xfrm>
              <a:off x="8948383" y="2115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7" name="pt42947"/>
            <p:cNvSpPr/>
            <p:nvPr/>
          </p:nvSpPr>
          <p:spPr>
            <a:xfrm>
              <a:off x="8908267" y="197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8" name="pt42948"/>
            <p:cNvSpPr/>
            <p:nvPr/>
          </p:nvSpPr>
          <p:spPr>
            <a:xfrm>
              <a:off x="9226820" y="1879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9" name="pt42949"/>
            <p:cNvSpPr/>
            <p:nvPr/>
          </p:nvSpPr>
          <p:spPr>
            <a:xfrm>
              <a:off x="8544712" y="2395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0" name="pt42950"/>
            <p:cNvSpPr/>
            <p:nvPr/>
          </p:nvSpPr>
          <p:spPr>
            <a:xfrm>
              <a:off x="9116046" y="1918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1" name="pt42951"/>
            <p:cNvSpPr/>
            <p:nvPr/>
          </p:nvSpPr>
          <p:spPr>
            <a:xfrm>
              <a:off x="8471820" y="2486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2" name="pt42952"/>
            <p:cNvSpPr/>
            <p:nvPr/>
          </p:nvSpPr>
          <p:spPr>
            <a:xfrm>
              <a:off x="9639141" y="2055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3" name="pt42953"/>
            <p:cNvSpPr/>
            <p:nvPr/>
          </p:nvSpPr>
          <p:spPr>
            <a:xfrm>
              <a:off x="8688264" y="2257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4" name="pt42954"/>
            <p:cNvSpPr/>
            <p:nvPr/>
          </p:nvSpPr>
          <p:spPr>
            <a:xfrm>
              <a:off x="8941923" y="2060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5" name="pt42955"/>
            <p:cNvSpPr/>
            <p:nvPr/>
          </p:nvSpPr>
          <p:spPr>
            <a:xfrm>
              <a:off x="9049289" y="2174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6" name="pt42956"/>
            <p:cNvSpPr/>
            <p:nvPr/>
          </p:nvSpPr>
          <p:spPr>
            <a:xfrm>
              <a:off x="9876105" y="2340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7" name="pt42957"/>
            <p:cNvSpPr/>
            <p:nvPr/>
          </p:nvSpPr>
          <p:spPr>
            <a:xfrm>
              <a:off x="9193323" y="2111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8" name="pt42958"/>
            <p:cNvSpPr/>
            <p:nvPr/>
          </p:nvSpPr>
          <p:spPr>
            <a:xfrm>
              <a:off x="8398928" y="2389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9" name="pt42959"/>
            <p:cNvSpPr/>
            <p:nvPr/>
          </p:nvSpPr>
          <p:spPr>
            <a:xfrm>
              <a:off x="8471820" y="2393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0" name="pt42960"/>
            <p:cNvSpPr/>
            <p:nvPr/>
          </p:nvSpPr>
          <p:spPr>
            <a:xfrm>
              <a:off x="9023378" y="1783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1" name="pt42961"/>
            <p:cNvSpPr/>
            <p:nvPr/>
          </p:nvSpPr>
          <p:spPr>
            <a:xfrm>
              <a:off x="9182728" y="2001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2" name="pt42962"/>
            <p:cNvSpPr/>
            <p:nvPr/>
          </p:nvSpPr>
          <p:spPr>
            <a:xfrm>
              <a:off x="9330228" y="216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3" name="pt42963"/>
            <p:cNvSpPr/>
            <p:nvPr/>
          </p:nvSpPr>
          <p:spPr>
            <a:xfrm>
              <a:off x="8973968" y="1846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4" name="pt42964"/>
            <p:cNvSpPr/>
            <p:nvPr/>
          </p:nvSpPr>
          <p:spPr>
            <a:xfrm>
              <a:off x="9044397" y="202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5" name="pt42965"/>
            <p:cNvSpPr/>
            <p:nvPr/>
          </p:nvSpPr>
          <p:spPr>
            <a:xfrm>
              <a:off x="9095805" y="1573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6" name="pt42966"/>
            <p:cNvSpPr/>
            <p:nvPr/>
          </p:nvSpPr>
          <p:spPr>
            <a:xfrm>
              <a:off x="8735430" y="2135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7" name="pt42967"/>
            <p:cNvSpPr/>
            <p:nvPr/>
          </p:nvSpPr>
          <p:spPr>
            <a:xfrm>
              <a:off x="9136479" y="2100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8" name="pt42968"/>
            <p:cNvSpPr/>
            <p:nvPr/>
          </p:nvSpPr>
          <p:spPr>
            <a:xfrm>
              <a:off x="8648148" y="229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9" name="pt42969"/>
            <p:cNvSpPr/>
            <p:nvPr/>
          </p:nvSpPr>
          <p:spPr>
            <a:xfrm>
              <a:off x="9597877" y="218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0" name="pt42970"/>
            <p:cNvSpPr/>
            <p:nvPr/>
          </p:nvSpPr>
          <p:spPr>
            <a:xfrm>
              <a:off x="9243545" y="2076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1" name="pt42971"/>
            <p:cNvSpPr/>
            <p:nvPr/>
          </p:nvSpPr>
          <p:spPr>
            <a:xfrm>
              <a:off x="9096734" y="1675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2" name="pt42972"/>
            <p:cNvSpPr/>
            <p:nvPr/>
          </p:nvSpPr>
          <p:spPr>
            <a:xfrm>
              <a:off x="9057543" y="1699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3" name="pt42973"/>
            <p:cNvSpPr/>
            <p:nvPr/>
          </p:nvSpPr>
          <p:spPr>
            <a:xfrm>
              <a:off x="8981160" y="1912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4" name="pt42974"/>
            <p:cNvSpPr/>
            <p:nvPr/>
          </p:nvSpPr>
          <p:spPr>
            <a:xfrm>
              <a:off x="9034195" y="1772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5" name="pt42975"/>
            <p:cNvSpPr/>
            <p:nvPr/>
          </p:nvSpPr>
          <p:spPr>
            <a:xfrm>
              <a:off x="9118525" y="1984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6" name="pt42976"/>
            <p:cNvSpPr/>
            <p:nvPr/>
          </p:nvSpPr>
          <p:spPr>
            <a:xfrm>
              <a:off x="8856549" y="2001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7" name="pt42977"/>
            <p:cNvSpPr/>
            <p:nvPr/>
          </p:nvSpPr>
          <p:spPr>
            <a:xfrm>
              <a:off x="8563654" y="2286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8" name="pt42978"/>
            <p:cNvSpPr/>
            <p:nvPr/>
          </p:nvSpPr>
          <p:spPr>
            <a:xfrm>
              <a:off x="8347210" y="2332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9" name="pt42979"/>
            <p:cNvSpPr/>
            <p:nvPr/>
          </p:nvSpPr>
          <p:spPr>
            <a:xfrm>
              <a:off x="9330228" y="2091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0" name="pt42980"/>
            <p:cNvSpPr/>
            <p:nvPr/>
          </p:nvSpPr>
          <p:spPr>
            <a:xfrm>
              <a:off x="9325618" y="2161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1" name="pt42981"/>
            <p:cNvSpPr/>
            <p:nvPr/>
          </p:nvSpPr>
          <p:spPr>
            <a:xfrm>
              <a:off x="9031551" y="1725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2" name="pt42982"/>
            <p:cNvSpPr/>
            <p:nvPr/>
          </p:nvSpPr>
          <p:spPr>
            <a:xfrm>
              <a:off x="9413835" y="1873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3" name="pt42983"/>
            <p:cNvSpPr/>
            <p:nvPr/>
          </p:nvSpPr>
          <p:spPr>
            <a:xfrm>
              <a:off x="9030214" y="1826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4" name="pt42984"/>
            <p:cNvSpPr/>
            <p:nvPr/>
          </p:nvSpPr>
          <p:spPr>
            <a:xfrm>
              <a:off x="9379078" y="2053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5" name="pt42985"/>
            <p:cNvSpPr/>
            <p:nvPr/>
          </p:nvSpPr>
          <p:spPr>
            <a:xfrm>
              <a:off x="9055223" y="209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6" name="pt42986"/>
            <p:cNvSpPr/>
            <p:nvPr/>
          </p:nvSpPr>
          <p:spPr>
            <a:xfrm>
              <a:off x="9089164" y="1915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7" name="pt42987"/>
            <p:cNvSpPr/>
            <p:nvPr/>
          </p:nvSpPr>
          <p:spPr>
            <a:xfrm>
              <a:off x="8439043" y="2318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8" name="pt42988"/>
            <p:cNvSpPr/>
            <p:nvPr/>
          </p:nvSpPr>
          <p:spPr>
            <a:xfrm>
              <a:off x="8713389" y="2377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9" name="pt42989"/>
            <p:cNvSpPr/>
            <p:nvPr/>
          </p:nvSpPr>
          <p:spPr>
            <a:xfrm>
              <a:off x="8845651" y="2021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0" name="pt42990"/>
            <p:cNvSpPr/>
            <p:nvPr/>
          </p:nvSpPr>
          <p:spPr>
            <a:xfrm>
              <a:off x="8688264" y="2268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1" name="pt42991"/>
            <p:cNvSpPr/>
            <p:nvPr/>
          </p:nvSpPr>
          <p:spPr>
            <a:xfrm>
              <a:off x="8932933" y="1866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2" name="pt42992"/>
            <p:cNvSpPr/>
            <p:nvPr/>
          </p:nvSpPr>
          <p:spPr>
            <a:xfrm>
              <a:off x="9437742" y="2097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3" name="pt42993"/>
            <p:cNvSpPr/>
            <p:nvPr/>
          </p:nvSpPr>
          <p:spPr>
            <a:xfrm>
              <a:off x="8972124" y="2047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4" name="pt42994"/>
            <p:cNvSpPr/>
            <p:nvPr/>
          </p:nvSpPr>
          <p:spPr>
            <a:xfrm>
              <a:off x="8755061" y="2187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5" name="pt42995"/>
            <p:cNvSpPr/>
            <p:nvPr/>
          </p:nvSpPr>
          <p:spPr>
            <a:xfrm>
              <a:off x="8825875" y="1897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6" name="pt42996"/>
            <p:cNvSpPr/>
            <p:nvPr/>
          </p:nvSpPr>
          <p:spPr>
            <a:xfrm>
              <a:off x="9026144" y="1862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7" name="pt42997"/>
            <p:cNvSpPr/>
            <p:nvPr/>
          </p:nvSpPr>
          <p:spPr>
            <a:xfrm>
              <a:off x="8471820" y="2356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8" name="pt42998"/>
            <p:cNvSpPr/>
            <p:nvPr/>
          </p:nvSpPr>
          <p:spPr>
            <a:xfrm>
              <a:off x="8471820" y="2330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9" name="pt42999"/>
            <p:cNvSpPr/>
            <p:nvPr/>
          </p:nvSpPr>
          <p:spPr>
            <a:xfrm>
              <a:off x="9176891" y="1968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0" name="pt43000"/>
            <p:cNvSpPr/>
            <p:nvPr/>
          </p:nvSpPr>
          <p:spPr>
            <a:xfrm>
              <a:off x="8471820" y="2337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1" name="pt43001"/>
            <p:cNvSpPr/>
            <p:nvPr/>
          </p:nvSpPr>
          <p:spPr>
            <a:xfrm>
              <a:off x="9645731" y="2112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2" name="pt43002"/>
            <p:cNvSpPr/>
            <p:nvPr/>
          </p:nvSpPr>
          <p:spPr>
            <a:xfrm>
              <a:off x="8845651" y="1934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3" name="pt43003"/>
            <p:cNvSpPr/>
            <p:nvPr/>
          </p:nvSpPr>
          <p:spPr>
            <a:xfrm>
              <a:off x="8580788" y="2276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4" name="pt43004"/>
            <p:cNvSpPr/>
            <p:nvPr/>
          </p:nvSpPr>
          <p:spPr>
            <a:xfrm>
              <a:off x="9087220" y="1839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5" name="pt43005"/>
            <p:cNvSpPr/>
            <p:nvPr/>
          </p:nvSpPr>
          <p:spPr>
            <a:xfrm>
              <a:off x="9296080" y="1896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6" name="pt43006"/>
            <p:cNvSpPr/>
            <p:nvPr/>
          </p:nvSpPr>
          <p:spPr>
            <a:xfrm>
              <a:off x="8596430" y="2051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7" name="pt43007"/>
            <p:cNvSpPr/>
            <p:nvPr/>
          </p:nvSpPr>
          <p:spPr>
            <a:xfrm>
              <a:off x="8471820" y="2464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8" name="pt43008"/>
            <p:cNvSpPr/>
            <p:nvPr/>
          </p:nvSpPr>
          <p:spPr>
            <a:xfrm>
              <a:off x="8879672" y="1731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9" name="pt43009"/>
            <p:cNvSpPr/>
            <p:nvPr/>
          </p:nvSpPr>
          <p:spPr>
            <a:xfrm>
              <a:off x="9074048" y="2053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0" name="pt43010"/>
            <p:cNvSpPr/>
            <p:nvPr/>
          </p:nvSpPr>
          <p:spPr>
            <a:xfrm>
              <a:off x="8398928" y="2410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1" name="pt43011"/>
            <p:cNvSpPr/>
            <p:nvPr/>
          </p:nvSpPr>
          <p:spPr>
            <a:xfrm>
              <a:off x="9477272" y="2465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2" name="pt43012"/>
            <p:cNvSpPr/>
            <p:nvPr/>
          </p:nvSpPr>
          <p:spPr>
            <a:xfrm>
              <a:off x="8439043" y="2151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3" name="pt43013"/>
            <p:cNvSpPr/>
            <p:nvPr/>
          </p:nvSpPr>
          <p:spPr>
            <a:xfrm>
              <a:off x="9086240" y="2186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4" name="pt43014"/>
            <p:cNvSpPr/>
            <p:nvPr/>
          </p:nvSpPr>
          <p:spPr>
            <a:xfrm>
              <a:off x="9196543" y="2182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5" name="pt43015"/>
            <p:cNvSpPr/>
            <p:nvPr/>
          </p:nvSpPr>
          <p:spPr>
            <a:xfrm>
              <a:off x="9156826" y="2005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6" name="pt43016"/>
            <p:cNvSpPr/>
            <p:nvPr/>
          </p:nvSpPr>
          <p:spPr>
            <a:xfrm>
              <a:off x="9176891" y="1921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7" name="pt43017"/>
            <p:cNvSpPr/>
            <p:nvPr/>
          </p:nvSpPr>
          <p:spPr>
            <a:xfrm>
              <a:off x="9657982" y="1800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8" name="pt43018"/>
            <p:cNvSpPr/>
            <p:nvPr/>
          </p:nvSpPr>
          <p:spPr>
            <a:xfrm>
              <a:off x="9717541" y="1957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9" name="pt43019"/>
            <p:cNvSpPr/>
            <p:nvPr/>
          </p:nvSpPr>
          <p:spPr>
            <a:xfrm>
              <a:off x="9212805" y="1788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0" name="pt43020"/>
            <p:cNvSpPr/>
            <p:nvPr/>
          </p:nvSpPr>
          <p:spPr>
            <a:xfrm>
              <a:off x="8937484" y="2040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1" name="pt43021"/>
            <p:cNvSpPr/>
            <p:nvPr/>
          </p:nvSpPr>
          <p:spPr>
            <a:xfrm>
              <a:off x="9044397" y="1978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2" name="pt43022"/>
            <p:cNvSpPr/>
            <p:nvPr/>
          </p:nvSpPr>
          <p:spPr>
            <a:xfrm>
              <a:off x="8728379" y="1666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3" name="pt43023"/>
            <p:cNvSpPr/>
            <p:nvPr/>
          </p:nvSpPr>
          <p:spPr>
            <a:xfrm>
              <a:off x="8274318" y="2411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4" name="pt43024"/>
            <p:cNvSpPr/>
            <p:nvPr/>
          </p:nvSpPr>
          <p:spPr>
            <a:xfrm>
              <a:off x="8755061" y="2231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5" name="pt43025"/>
            <p:cNvSpPr/>
            <p:nvPr/>
          </p:nvSpPr>
          <p:spPr>
            <a:xfrm>
              <a:off x="8918543" y="1959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6" name="pt43026"/>
            <p:cNvSpPr/>
            <p:nvPr/>
          </p:nvSpPr>
          <p:spPr>
            <a:xfrm>
              <a:off x="8891661" y="2126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7" name="pt43027"/>
            <p:cNvSpPr/>
            <p:nvPr/>
          </p:nvSpPr>
          <p:spPr>
            <a:xfrm>
              <a:off x="9334476" y="2062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8" name="pt43028"/>
            <p:cNvSpPr/>
            <p:nvPr/>
          </p:nvSpPr>
          <p:spPr>
            <a:xfrm>
              <a:off x="8398928" y="2529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9" name="pt43029"/>
            <p:cNvSpPr/>
            <p:nvPr/>
          </p:nvSpPr>
          <p:spPr>
            <a:xfrm>
              <a:off x="9567694" y="2721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0" name="pt43030"/>
            <p:cNvSpPr/>
            <p:nvPr/>
          </p:nvSpPr>
          <p:spPr>
            <a:xfrm>
              <a:off x="8910892" y="1923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1" name="pt43031"/>
            <p:cNvSpPr/>
            <p:nvPr/>
          </p:nvSpPr>
          <p:spPr>
            <a:xfrm>
              <a:off x="9140881" y="2102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2" name="pt43032"/>
            <p:cNvSpPr/>
            <p:nvPr/>
          </p:nvSpPr>
          <p:spPr>
            <a:xfrm>
              <a:off x="8755061" y="2289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3" name="pt43033"/>
            <p:cNvSpPr/>
            <p:nvPr/>
          </p:nvSpPr>
          <p:spPr>
            <a:xfrm>
              <a:off x="8523538" y="2606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4" name="pt43034"/>
            <p:cNvSpPr/>
            <p:nvPr/>
          </p:nvSpPr>
          <p:spPr>
            <a:xfrm>
              <a:off x="8941923" y="2096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5" name="pt43035"/>
            <p:cNvSpPr/>
            <p:nvPr/>
          </p:nvSpPr>
          <p:spPr>
            <a:xfrm>
              <a:off x="8624143" y="2515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6" name="pt43036"/>
            <p:cNvSpPr/>
            <p:nvPr/>
          </p:nvSpPr>
          <p:spPr>
            <a:xfrm>
              <a:off x="8563654" y="2130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7" name="pt43037"/>
            <p:cNvSpPr/>
            <p:nvPr/>
          </p:nvSpPr>
          <p:spPr>
            <a:xfrm>
              <a:off x="8879672" y="1979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8" name="pt43038"/>
            <p:cNvSpPr/>
            <p:nvPr/>
          </p:nvSpPr>
          <p:spPr>
            <a:xfrm>
              <a:off x="8624143" y="2422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9" name="pt43039"/>
            <p:cNvSpPr/>
            <p:nvPr/>
          </p:nvSpPr>
          <p:spPr>
            <a:xfrm>
              <a:off x="9544151" y="2397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0" name="pt43040"/>
            <p:cNvSpPr/>
            <p:nvPr/>
          </p:nvSpPr>
          <p:spPr>
            <a:xfrm>
              <a:off x="8274318" y="2607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1" name="pt43041"/>
            <p:cNvSpPr/>
            <p:nvPr/>
          </p:nvSpPr>
          <p:spPr>
            <a:xfrm>
              <a:off x="8834048" y="2104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2" name="pt43042"/>
            <p:cNvSpPr/>
            <p:nvPr/>
          </p:nvSpPr>
          <p:spPr>
            <a:xfrm>
              <a:off x="8767051" y="2131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3" name="pt43043"/>
            <p:cNvSpPr/>
            <p:nvPr/>
          </p:nvSpPr>
          <p:spPr>
            <a:xfrm>
              <a:off x="8830008" y="2163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4" name="pt43044"/>
            <p:cNvSpPr/>
            <p:nvPr/>
          </p:nvSpPr>
          <p:spPr>
            <a:xfrm>
              <a:off x="9071933" y="1851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5" name="pt43045"/>
            <p:cNvSpPr/>
            <p:nvPr/>
          </p:nvSpPr>
          <p:spPr>
            <a:xfrm>
              <a:off x="9048079" y="2174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6" name="pt43046"/>
            <p:cNvSpPr/>
            <p:nvPr/>
          </p:nvSpPr>
          <p:spPr>
            <a:xfrm>
              <a:off x="9148684" y="2048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7" name="pt43047"/>
            <p:cNvSpPr/>
            <p:nvPr/>
          </p:nvSpPr>
          <p:spPr>
            <a:xfrm>
              <a:off x="8274318" y="2428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8" name="pt43048"/>
            <p:cNvSpPr/>
            <p:nvPr/>
          </p:nvSpPr>
          <p:spPr>
            <a:xfrm>
              <a:off x="9031551" y="1657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9" name="pt43049"/>
            <p:cNvSpPr/>
            <p:nvPr/>
          </p:nvSpPr>
          <p:spPr>
            <a:xfrm>
              <a:off x="9258470" y="2008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0" name="pt43050"/>
            <p:cNvSpPr/>
            <p:nvPr/>
          </p:nvSpPr>
          <p:spPr>
            <a:xfrm>
              <a:off x="8932933" y="1861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1" name="pt43051"/>
            <p:cNvSpPr/>
            <p:nvPr/>
          </p:nvSpPr>
          <p:spPr>
            <a:xfrm>
              <a:off x="8471820" y="2319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2" name="pt43052"/>
            <p:cNvSpPr/>
            <p:nvPr/>
          </p:nvSpPr>
          <p:spPr>
            <a:xfrm>
              <a:off x="8347210" y="2503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3" name="pt43053"/>
            <p:cNvSpPr/>
            <p:nvPr/>
          </p:nvSpPr>
          <p:spPr>
            <a:xfrm>
              <a:off x="8941923" y="201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4" name="pt43054"/>
            <p:cNvSpPr/>
            <p:nvPr/>
          </p:nvSpPr>
          <p:spPr>
            <a:xfrm>
              <a:off x="8679043" y="2206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5" name="pt43055"/>
            <p:cNvSpPr/>
            <p:nvPr/>
          </p:nvSpPr>
          <p:spPr>
            <a:xfrm>
              <a:off x="9564013" y="2368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6" name="pt43056"/>
            <p:cNvSpPr/>
            <p:nvPr/>
          </p:nvSpPr>
          <p:spPr>
            <a:xfrm>
              <a:off x="8735430" y="2102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7" name="pt43057"/>
            <p:cNvSpPr/>
            <p:nvPr/>
          </p:nvSpPr>
          <p:spPr>
            <a:xfrm>
              <a:off x="9339588" y="2088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8" name="pt43058"/>
            <p:cNvSpPr/>
            <p:nvPr/>
          </p:nvSpPr>
          <p:spPr>
            <a:xfrm>
              <a:off x="9361481" y="2082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9" name="pt43059"/>
            <p:cNvSpPr/>
            <p:nvPr/>
          </p:nvSpPr>
          <p:spPr>
            <a:xfrm>
              <a:off x="8948383" y="2005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0" name="pt43060"/>
            <p:cNvSpPr/>
            <p:nvPr/>
          </p:nvSpPr>
          <p:spPr>
            <a:xfrm>
              <a:off x="8838000" y="1926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1" name="pt43061"/>
            <p:cNvSpPr/>
            <p:nvPr/>
          </p:nvSpPr>
          <p:spPr>
            <a:xfrm>
              <a:off x="8735430" y="2105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2" name="pt43062"/>
            <p:cNvSpPr/>
            <p:nvPr/>
          </p:nvSpPr>
          <p:spPr>
            <a:xfrm>
              <a:off x="9074048" y="1888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3" name="pt43063"/>
            <p:cNvSpPr/>
            <p:nvPr/>
          </p:nvSpPr>
          <p:spPr>
            <a:xfrm>
              <a:off x="8742215" y="2074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4" name="pt43064"/>
            <p:cNvSpPr/>
            <p:nvPr/>
          </p:nvSpPr>
          <p:spPr>
            <a:xfrm>
              <a:off x="9761216" y="2415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5" name="pt43065"/>
            <p:cNvSpPr/>
            <p:nvPr/>
          </p:nvSpPr>
          <p:spPr>
            <a:xfrm>
              <a:off x="8471820" y="2365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6" name="pt43066"/>
            <p:cNvSpPr/>
            <p:nvPr/>
          </p:nvSpPr>
          <p:spPr>
            <a:xfrm>
              <a:off x="8471820" y="2380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7" name="pt43067"/>
            <p:cNvSpPr/>
            <p:nvPr/>
          </p:nvSpPr>
          <p:spPr>
            <a:xfrm>
              <a:off x="8798858" y="1955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8" name="pt43068"/>
            <p:cNvSpPr/>
            <p:nvPr/>
          </p:nvSpPr>
          <p:spPr>
            <a:xfrm>
              <a:off x="9066533" y="1722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9" name="pt43069"/>
            <p:cNvSpPr/>
            <p:nvPr/>
          </p:nvSpPr>
          <p:spPr>
            <a:xfrm>
              <a:off x="9538128" y="1804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0" name="pt43070"/>
            <p:cNvSpPr/>
            <p:nvPr/>
          </p:nvSpPr>
          <p:spPr>
            <a:xfrm>
              <a:off x="8580788" y="2199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1" name="pt43071"/>
            <p:cNvSpPr/>
            <p:nvPr/>
          </p:nvSpPr>
          <p:spPr>
            <a:xfrm>
              <a:off x="9191144" y="2045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2" name="pt43072"/>
            <p:cNvSpPr/>
            <p:nvPr/>
          </p:nvSpPr>
          <p:spPr>
            <a:xfrm>
              <a:off x="9182728" y="1989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3" name="pt43073"/>
            <p:cNvSpPr/>
            <p:nvPr/>
          </p:nvSpPr>
          <p:spPr>
            <a:xfrm>
              <a:off x="8274318" y="242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4" name="pt43074"/>
            <p:cNvSpPr/>
            <p:nvPr/>
          </p:nvSpPr>
          <p:spPr>
            <a:xfrm>
              <a:off x="8923469" y="191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5" name="pt43075"/>
            <p:cNvSpPr/>
            <p:nvPr/>
          </p:nvSpPr>
          <p:spPr>
            <a:xfrm>
              <a:off x="8888738" y="2132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6" name="pt43076"/>
            <p:cNvSpPr/>
            <p:nvPr/>
          </p:nvSpPr>
          <p:spPr>
            <a:xfrm>
              <a:off x="8274318" y="2395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7" name="pt43077"/>
            <p:cNvSpPr/>
            <p:nvPr/>
          </p:nvSpPr>
          <p:spPr>
            <a:xfrm>
              <a:off x="8721041" y="2115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8" name="pt43078"/>
            <p:cNvSpPr/>
            <p:nvPr/>
          </p:nvSpPr>
          <p:spPr>
            <a:xfrm>
              <a:off x="8439043" y="2211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9" name="pt43079"/>
            <p:cNvSpPr/>
            <p:nvPr/>
          </p:nvSpPr>
          <p:spPr>
            <a:xfrm>
              <a:off x="9503592" y="2535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0" name="pt43080"/>
            <p:cNvSpPr/>
            <p:nvPr/>
          </p:nvSpPr>
          <p:spPr>
            <a:xfrm>
              <a:off x="9502529" y="2603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1" name="pt43081"/>
            <p:cNvSpPr/>
            <p:nvPr/>
          </p:nvSpPr>
          <p:spPr>
            <a:xfrm>
              <a:off x="9124182" y="2081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2" name="pt43082"/>
            <p:cNvSpPr/>
            <p:nvPr/>
          </p:nvSpPr>
          <p:spPr>
            <a:xfrm>
              <a:off x="8705398" y="224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3" name="pt43083"/>
            <p:cNvSpPr/>
            <p:nvPr/>
          </p:nvSpPr>
          <p:spPr>
            <a:xfrm>
              <a:off x="9074048" y="1821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4" name="pt43084"/>
            <p:cNvSpPr/>
            <p:nvPr/>
          </p:nvSpPr>
          <p:spPr>
            <a:xfrm>
              <a:off x="8713389" y="2024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5" name="pt43085"/>
            <p:cNvSpPr/>
            <p:nvPr/>
          </p:nvSpPr>
          <p:spPr>
            <a:xfrm>
              <a:off x="9095805" y="1663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6" name="pt43086"/>
            <p:cNvSpPr/>
            <p:nvPr/>
          </p:nvSpPr>
          <p:spPr>
            <a:xfrm>
              <a:off x="9535645" y="1653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7" name="pt43087"/>
            <p:cNvSpPr/>
            <p:nvPr/>
          </p:nvSpPr>
          <p:spPr>
            <a:xfrm>
              <a:off x="8767051" y="1983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8" name="pt43088"/>
            <p:cNvSpPr/>
            <p:nvPr/>
          </p:nvSpPr>
          <p:spPr>
            <a:xfrm>
              <a:off x="8697035" y="2174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9" name="pt43089"/>
            <p:cNvSpPr/>
            <p:nvPr/>
          </p:nvSpPr>
          <p:spPr>
            <a:xfrm>
              <a:off x="9313270" y="2152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0" name="pt43090"/>
            <p:cNvSpPr/>
            <p:nvPr/>
          </p:nvSpPr>
          <p:spPr>
            <a:xfrm>
              <a:off x="9331236" y="2217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1" name="pt43091"/>
            <p:cNvSpPr/>
            <p:nvPr/>
          </p:nvSpPr>
          <p:spPr>
            <a:xfrm>
              <a:off x="8932933" y="1834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2" name="pt43092"/>
            <p:cNvSpPr/>
            <p:nvPr/>
          </p:nvSpPr>
          <p:spPr>
            <a:xfrm>
              <a:off x="9023378" y="1919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3" name="pt43093"/>
            <p:cNvSpPr/>
            <p:nvPr/>
          </p:nvSpPr>
          <p:spPr>
            <a:xfrm>
              <a:off x="9005825" y="1639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4" name="pt43094"/>
            <p:cNvSpPr/>
            <p:nvPr/>
          </p:nvSpPr>
          <p:spPr>
            <a:xfrm>
              <a:off x="9077174" y="1909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5" name="pt43095"/>
            <p:cNvSpPr/>
            <p:nvPr/>
          </p:nvSpPr>
          <p:spPr>
            <a:xfrm>
              <a:off x="8956650" y="2308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6" name="pt43096"/>
            <p:cNvSpPr/>
            <p:nvPr/>
          </p:nvSpPr>
          <p:spPr>
            <a:xfrm>
              <a:off x="9519804" y="2485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7" name="pt43097"/>
            <p:cNvSpPr/>
            <p:nvPr/>
          </p:nvSpPr>
          <p:spPr>
            <a:xfrm>
              <a:off x="8812874" y="2163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8" name="pt43098"/>
            <p:cNvSpPr/>
            <p:nvPr/>
          </p:nvSpPr>
          <p:spPr>
            <a:xfrm>
              <a:off x="9223188" y="1982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9" name="pt43099"/>
            <p:cNvSpPr/>
            <p:nvPr/>
          </p:nvSpPr>
          <p:spPr>
            <a:xfrm>
              <a:off x="8274318" y="2407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0" name="pt43100"/>
            <p:cNvSpPr/>
            <p:nvPr/>
          </p:nvSpPr>
          <p:spPr>
            <a:xfrm>
              <a:off x="9308769" y="2155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1" name="pt43101"/>
            <p:cNvSpPr/>
            <p:nvPr/>
          </p:nvSpPr>
          <p:spPr>
            <a:xfrm>
              <a:off x="9188382" y="2141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2" name="pt43102"/>
            <p:cNvSpPr/>
            <p:nvPr/>
          </p:nvSpPr>
          <p:spPr>
            <a:xfrm>
              <a:off x="9237719" y="2151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3" name="pt43103"/>
            <p:cNvSpPr/>
            <p:nvPr/>
          </p:nvSpPr>
          <p:spPr>
            <a:xfrm>
              <a:off x="8728379" y="1888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4" name="pt43104"/>
            <p:cNvSpPr/>
            <p:nvPr/>
          </p:nvSpPr>
          <p:spPr>
            <a:xfrm>
              <a:off x="9124182" y="2151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5" name="pt43105"/>
            <p:cNvSpPr/>
            <p:nvPr/>
          </p:nvSpPr>
          <p:spPr>
            <a:xfrm>
              <a:off x="8523538" y="2376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6" name="pt43106"/>
            <p:cNvSpPr/>
            <p:nvPr/>
          </p:nvSpPr>
          <p:spPr>
            <a:xfrm>
              <a:off x="9190595" y="2085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7" name="pt43107"/>
            <p:cNvSpPr/>
            <p:nvPr/>
          </p:nvSpPr>
          <p:spPr>
            <a:xfrm>
              <a:off x="8778290" y="2226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8" name="pt43108"/>
            <p:cNvSpPr/>
            <p:nvPr/>
          </p:nvSpPr>
          <p:spPr>
            <a:xfrm>
              <a:off x="8948383" y="2086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9" name="pt43109"/>
            <p:cNvSpPr/>
            <p:nvPr/>
          </p:nvSpPr>
          <p:spPr>
            <a:xfrm>
              <a:off x="8596430" y="2412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0" name="pt43110"/>
            <p:cNvSpPr/>
            <p:nvPr/>
          </p:nvSpPr>
          <p:spPr>
            <a:xfrm>
              <a:off x="9066533" y="1682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1" name="pt43111"/>
            <p:cNvSpPr/>
            <p:nvPr/>
          </p:nvSpPr>
          <p:spPr>
            <a:xfrm>
              <a:off x="8544712" y="2346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2" name="pt43112"/>
            <p:cNvSpPr/>
            <p:nvPr/>
          </p:nvSpPr>
          <p:spPr>
            <a:xfrm>
              <a:off x="9069792" y="1739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3" name="pt43113"/>
            <p:cNvSpPr/>
            <p:nvPr/>
          </p:nvSpPr>
          <p:spPr>
            <a:xfrm>
              <a:off x="8523538" y="2425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4" name="pt43114"/>
            <p:cNvSpPr/>
            <p:nvPr/>
          </p:nvSpPr>
          <p:spPr>
            <a:xfrm>
              <a:off x="9026144" y="1781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5" name="pt43115"/>
            <p:cNvSpPr/>
            <p:nvPr/>
          </p:nvSpPr>
          <p:spPr>
            <a:xfrm>
              <a:off x="8873363" y="1987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6" name="pt43116"/>
            <p:cNvSpPr/>
            <p:nvPr/>
          </p:nvSpPr>
          <p:spPr>
            <a:xfrm>
              <a:off x="8788868" y="2001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7" name="pt43117"/>
            <p:cNvSpPr/>
            <p:nvPr/>
          </p:nvSpPr>
          <p:spPr>
            <a:xfrm>
              <a:off x="8954618" y="2287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8" name="pt43118"/>
            <p:cNvSpPr/>
            <p:nvPr/>
          </p:nvSpPr>
          <p:spPr>
            <a:xfrm>
              <a:off x="9719466" y="2288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9" name="pt43119"/>
            <p:cNvSpPr/>
            <p:nvPr/>
          </p:nvSpPr>
          <p:spPr>
            <a:xfrm>
              <a:off x="8879672" y="2004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0" name="pt43120"/>
            <p:cNvSpPr/>
            <p:nvPr/>
          </p:nvSpPr>
          <p:spPr>
            <a:xfrm>
              <a:off x="8471820" y="2375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1" name="pt43121"/>
            <p:cNvSpPr/>
            <p:nvPr/>
          </p:nvSpPr>
          <p:spPr>
            <a:xfrm>
              <a:off x="9247994" y="1988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2" name="pt43122"/>
            <p:cNvSpPr/>
            <p:nvPr/>
          </p:nvSpPr>
          <p:spPr>
            <a:xfrm>
              <a:off x="8783657" y="2184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3" name="pt43123"/>
            <p:cNvSpPr/>
            <p:nvPr/>
          </p:nvSpPr>
          <p:spPr>
            <a:xfrm>
              <a:off x="8996361" y="1908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4" name="pt43124"/>
            <p:cNvSpPr/>
            <p:nvPr/>
          </p:nvSpPr>
          <p:spPr>
            <a:xfrm>
              <a:off x="8803653" y="2163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5" name="pt43125"/>
            <p:cNvSpPr/>
            <p:nvPr/>
          </p:nvSpPr>
          <p:spPr>
            <a:xfrm>
              <a:off x="9039368" y="177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6" name="pt43126"/>
            <p:cNvSpPr/>
            <p:nvPr/>
          </p:nvSpPr>
          <p:spPr>
            <a:xfrm>
              <a:off x="8499532" y="2408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7" name="pt43127"/>
            <p:cNvSpPr/>
            <p:nvPr/>
          </p:nvSpPr>
          <p:spPr>
            <a:xfrm>
              <a:off x="9370394" y="1982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8" name="pt43128"/>
            <p:cNvSpPr/>
            <p:nvPr/>
          </p:nvSpPr>
          <p:spPr>
            <a:xfrm>
              <a:off x="9002725" y="1825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9" name="pt43129"/>
            <p:cNvSpPr/>
            <p:nvPr/>
          </p:nvSpPr>
          <p:spPr>
            <a:xfrm>
              <a:off x="8803653" y="2258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0" name="pt43130"/>
            <p:cNvSpPr/>
            <p:nvPr/>
          </p:nvSpPr>
          <p:spPr>
            <a:xfrm>
              <a:off x="9302684" y="1897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1" name="pt43131"/>
            <p:cNvSpPr/>
            <p:nvPr/>
          </p:nvSpPr>
          <p:spPr>
            <a:xfrm>
              <a:off x="9829630" y="2647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2" name="pt43132"/>
            <p:cNvSpPr/>
            <p:nvPr/>
          </p:nvSpPr>
          <p:spPr>
            <a:xfrm>
              <a:off x="9537091" y="1729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3" name="pt43133"/>
            <p:cNvSpPr/>
            <p:nvPr/>
          </p:nvSpPr>
          <p:spPr>
            <a:xfrm>
              <a:off x="9247994" y="171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4" name="pt43134"/>
            <p:cNvSpPr/>
            <p:nvPr/>
          </p:nvSpPr>
          <p:spPr>
            <a:xfrm>
              <a:off x="9124182" y="197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5" name="pt43135"/>
            <p:cNvSpPr/>
            <p:nvPr/>
          </p:nvSpPr>
          <p:spPr>
            <a:xfrm>
              <a:off x="8973968" y="1903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6" name="pt43136"/>
            <p:cNvSpPr/>
            <p:nvPr/>
          </p:nvSpPr>
          <p:spPr>
            <a:xfrm>
              <a:off x="8274318" y="2177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7" name="pt43137"/>
            <p:cNvSpPr/>
            <p:nvPr/>
          </p:nvSpPr>
          <p:spPr>
            <a:xfrm>
              <a:off x="8761156" y="2214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8" name="pt43138"/>
            <p:cNvSpPr/>
            <p:nvPr/>
          </p:nvSpPr>
          <p:spPr>
            <a:xfrm>
              <a:off x="8923469" y="1866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9" name="pt43139"/>
            <p:cNvSpPr/>
            <p:nvPr/>
          </p:nvSpPr>
          <p:spPr>
            <a:xfrm>
              <a:off x="8669323" y="2503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0" name="pt43140"/>
            <p:cNvSpPr/>
            <p:nvPr/>
          </p:nvSpPr>
          <p:spPr>
            <a:xfrm>
              <a:off x="9017715" y="1860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1" name="pt43141"/>
            <p:cNvSpPr/>
            <p:nvPr/>
          </p:nvSpPr>
          <p:spPr>
            <a:xfrm>
              <a:off x="8910892" y="1962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2" name="pt43142"/>
            <p:cNvSpPr/>
            <p:nvPr/>
          </p:nvSpPr>
          <p:spPr>
            <a:xfrm>
              <a:off x="8891661" y="209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3" name="pt43143"/>
            <p:cNvSpPr/>
            <p:nvPr/>
          </p:nvSpPr>
          <p:spPr>
            <a:xfrm>
              <a:off x="8659047" y="2350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4" name="pt43144"/>
            <p:cNvSpPr/>
            <p:nvPr/>
          </p:nvSpPr>
          <p:spPr>
            <a:xfrm>
              <a:off x="8274318" y="2600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5" name="pt43145"/>
            <p:cNvSpPr/>
            <p:nvPr/>
          </p:nvSpPr>
          <p:spPr>
            <a:xfrm>
              <a:off x="9023378" y="182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6" name="pt43146"/>
            <p:cNvSpPr/>
            <p:nvPr/>
          </p:nvSpPr>
          <p:spPr>
            <a:xfrm>
              <a:off x="8748753" y="2302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7" name="pt43147"/>
            <p:cNvSpPr/>
            <p:nvPr/>
          </p:nvSpPr>
          <p:spPr>
            <a:xfrm>
              <a:off x="9028868" y="1887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8" name="pt43148"/>
            <p:cNvSpPr/>
            <p:nvPr/>
          </p:nvSpPr>
          <p:spPr>
            <a:xfrm>
              <a:off x="9594013" y="246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9" name="pt43149"/>
            <p:cNvSpPr/>
            <p:nvPr/>
          </p:nvSpPr>
          <p:spPr>
            <a:xfrm>
              <a:off x="9437742" y="1961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0" name="pt43150"/>
            <p:cNvSpPr/>
            <p:nvPr/>
          </p:nvSpPr>
          <p:spPr>
            <a:xfrm>
              <a:off x="9189492" y="2093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1" name="pt43151"/>
            <p:cNvSpPr/>
            <p:nvPr/>
          </p:nvSpPr>
          <p:spPr>
            <a:xfrm>
              <a:off x="9381946" y="2079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2" name="pt43152"/>
            <p:cNvSpPr/>
            <p:nvPr/>
          </p:nvSpPr>
          <p:spPr>
            <a:xfrm>
              <a:off x="9199183" y="2055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3" name="pt43153"/>
            <p:cNvSpPr/>
            <p:nvPr/>
          </p:nvSpPr>
          <p:spPr>
            <a:xfrm>
              <a:off x="8688264" y="2257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4" name="pt43154"/>
            <p:cNvSpPr/>
            <p:nvPr/>
          </p:nvSpPr>
          <p:spPr>
            <a:xfrm>
              <a:off x="8439043" y="2381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5" name="pt43155"/>
            <p:cNvSpPr/>
            <p:nvPr/>
          </p:nvSpPr>
          <p:spPr>
            <a:xfrm>
              <a:off x="8523538" y="2537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6" name="pt43156"/>
            <p:cNvSpPr/>
            <p:nvPr/>
          </p:nvSpPr>
          <p:spPr>
            <a:xfrm>
              <a:off x="9049289" y="2164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7" name="pt43157"/>
            <p:cNvSpPr/>
            <p:nvPr/>
          </p:nvSpPr>
          <p:spPr>
            <a:xfrm>
              <a:off x="8471820" y="2436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8" name="pt43158"/>
            <p:cNvSpPr/>
            <p:nvPr/>
          </p:nvSpPr>
          <p:spPr>
            <a:xfrm>
              <a:off x="8563654" y="2338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9" name="pt43159"/>
            <p:cNvSpPr/>
            <p:nvPr/>
          </p:nvSpPr>
          <p:spPr>
            <a:xfrm>
              <a:off x="9421909" y="1922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0" name="pt43160"/>
            <p:cNvSpPr/>
            <p:nvPr/>
          </p:nvSpPr>
          <p:spPr>
            <a:xfrm>
              <a:off x="9203327" y="1815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1" name="pt43161"/>
            <p:cNvSpPr/>
            <p:nvPr/>
          </p:nvSpPr>
          <p:spPr>
            <a:xfrm>
              <a:off x="9477272" y="2477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2" name="pt43162"/>
            <p:cNvSpPr/>
            <p:nvPr/>
          </p:nvSpPr>
          <p:spPr>
            <a:xfrm>
              <a:off x="8669323" y="2395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3" name="pt43163"/>
            <p:cNvSpPr/>
            <p:nvPr/>
          </p:nvSpPr>
          <p:spPr>
            <a:xfrm>
              <a:off x="8523538" y="2551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4" name="pt43164"/>
            <p:cNvSpPr/>
            <p:nvPr/>
          </p:nvSpPr>
          <p:spPr>
            <a:xfrm>
              <a:off x="8873363" y="1919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5" name="pt43165"/>
            <p:cNvSpPr/>
            <p:nvPr/>
          </p:nvSpPr>
          <p:spPr>
            <a:xfrm>
              <a:off x="8834048" y="2124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6" name="pt43166"/>
            <p:cNvSpPr/>
            <p:nvPr/>
          </p:nvSpPr>
          <p:spPr>
            <a:xfrm>
              <a:off x="9099493" y="2132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7" name="pt43167"/>
            <p:cNvSpPr/>
            <p:nvPr/>
          </p:nvSpPr>
          <p:spPr>
            <a:xfrm>
              <a:off x="8728379" y="1717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8" name="pt43168"/>
            <p:cNvSpPr/>
            <p:nvPr/>
          </p:nvSpPr>
          <p:spPr>
            <a:xfrm>
              <a:off x="8932933" y="1772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9" name="pt43169"/>
            <p:cNvSpPr/>
            <p:nvPr/>
          </p:nvSpPr>
          <p:spPr>
            <a:xfrm>
              <a:off x="8825875" y="2149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0" name="pt43170"/>
            <p:cNvSpPr/>
            <p:nvPr/>
          </p:nvSpPr>
          <p:spPr>
            <a:xfrm>
              <a:off x="9074048" y="1937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1" name="pt43171"/>
            <p:cNvSpPr/>
            <p:nvPr/>
          </p:nvSpPr>
          <p:spPr>
            <a:xfrm>
              <a:off x="8964553" y="2320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2" name="pt43172"/>
            <p:cNvSpPr/>
            <p:nvPr/>
          </p:nvSpPr>
          <p:spPr>
            <a:xfrm>
              <a:off x="8544712" y="2446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3" name="pt43173"/>
            <p:cNvSpPr/>
            <p:nvPr/>
          </p:nvSpPr>
          <p:spPr>
            <a:xfrm>
              <a:off x="8863465" y="2186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4" name="pt43174"/>
            <p:cNvSpPr/>
            <p:nvPr/>
          </p:nvSpPr>
          <p:spPr>
            <a:xfrm>
              <a:off x="8274318" y="2440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5" name="pt43175"/>
            <p:cNvSpPr/>
            <p:nvPr/>
          </p:nvSpPr>
          <p:spPr>
            <a:xfrm>
              <a:off x="8471820" y="2456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6" name="pt43176"/>
            <p:cNvSpPr/>
            <p:nvPr/>
          </p:nvSpPr>
          <p:spPr>
            <a:xfrm>
              <a:off x="8563654" y="2275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7" name="pt43177"/>
            <p:cNvSpPr/>
            <p:nvPr/>
          </p:nvSpPr>
          <p:spPr>
            <a:xfrm>
              <a:off x="8610820" y="1962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8" name="pt43178"/>
            <p:cNvSpPr/>
            <p:nvPr/>
          </p:nvSpPr>
          <p:spPr>
            <a:xfrm>
              <a:off x="8973968" y="1890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9" name="pt43179"/>
            <p:cNvSpPr/>
            <p:nvPr/>
          </p:nvSpPr>
          <p:spPr>
            <a:xfrm>
              <a:off x="8610820" y="216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0" name="pt43180"/>
            <p:cNvSpPr/>
            <p:nvPr/>
          </p:nvSpPr>
          <p:spPr>
            <a:xfrm>
              <a:off x="9563530" y="2225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1" name="pt43181"/>
            <p:cNvSpPr/>
            <p:nvPr/>
          </p:nvSpPr>
          <p:spPr>
            <a:xfrm>
              <a:off x="8894537" y="2132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2" name="pt43182"/>
            <p:cNvSpPr/>
            <p:nvPr/>
          </p:nvSpPr>
          <p:spPr>
            <a:xfrm>
              <a:off x="8954618" y="2307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3" name="pt43183"/>
            <p:cNvSpPr/>
            <p:nvPr/>
          </p:nvSpPr>
          <p:spPr>
            <a:xfrm>
              <a:off x="9126552" y="1950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4" name="pt43184"/>
            <p:cNvSpPr/>
            <p:nvPr/>
          </p:nvSpPr>
          <p:spPr>
            <a:xfrm>
              <a:off x="8876545" y="1623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5" name="pt43185"/>
            <p:cNvSpPr/>
            <p:nvPr/>
          </p:nvSpPr>
          <p:spPr>
            <a:xfrm>
              <a:off x="9075096" y="1833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6" name="pt43186"/>
            <p:cNvSpPr/>
            <p:nvPr/>
          </p:nvSpPr>
          <p:spPr>
            <a:xfrm>
              <a:off x="8973968" y="1947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7" name="pt43187"/>
            <p:cNvSpPr/>
            <p:nvPr/>
          </p:nvSpPr>
          <p:spPr>
            <a:xfrm>
              <a:off x="8523538" y="2541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8" name="pt43188"/>
            <p:cNvSpPr/>
            <p:nvPr/>
          </p:nvSpPr>
          <p:spPr>
            <a:xfrm>
              <a:off x="9562976" y="2259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9" name="pt43189"/>
            <p:cNvSpPr/>
            <p:nvPr/>
          </p:nvSpPr>
          <p:spPr>
            <a:xfrm>
              <a:off x="8834048" y="1871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0" name="pt43190"/>
            <p:cNvSpPr/>
            <p:nvPr/>
          </p:nvSpPr>
          <p:spPr>
            <a:xfrm>
              <a:off x="8830008" y="2134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1" name="pt43191"/>
            <p:cNvSpPr/>
            <p:nvPr/>
          </p:nvSpPr>
          <p:spPr>
            <a:xfrm>
              <a:off x="8648148" y="2415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2" name="pt43192"/>
            <p:cNvSpPr/>
            <p:nvPr/>
          </p:nvSpPr>
          <p:spPr>
            <a:xfrm>
              <a:off x="9328959" y="2095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3" name="pt43193"/>
            <p:cNvSpPr/>
            <p:nvPr/>
          </p:nvSpPr>
          <p:spPr>
            <a:xfrm>
              <a:off x="8935223" y="183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4" name="pt43194"/>
            <p:cNvSpPr/>
            <p:nvPr/>
          </p:nvSpPr>
          <p:spPr>
            <a:xfrm>
              <a:off x="9199706" y="2020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5" name="pt43195"/>
            <p:cNvSpPr/>
            <p:nvPr/>
          </p:nvSpPr>
          <p:spPr>
            <a:xfrm>
              <a:off x="9876105" y="2526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6" name="pt43196"/>
            <p:cNvSpPr/>
            <p:nvPr/>
          </p:nvSpPr>
          <p:spPr>
            <a:xfrm>
              <a:off x="8879672" y="1943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7" name="pt43197"/>
            <p:cNvSpPr/>
            <p:nvPr/>
          </p:nvSpPr>
          <p:spPr>
            <a:xfrm>
              <a:off x="8803653" y="2229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8" name="pt43198"/>
            <p:cNvSpPr/>
            <p:nvPr/>
          </p:nvSpPr>
          <p:spPr>
            <a:xfrm>
              <a:off x="9170243" y="1764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9" name="pt43199"/>
            <p:cNvSpPr/>
            <p:nvPr/>
          </p:nvSpPr>
          <p:spPr>
            <a:xfrm>
              <a:off x="8274318" y="2632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0" name="pt43200"/>
            <p:cNvSpPr/>
            <p:nvPr/>
          </p:nvSpPr>
          <p:spPr>
            <a:xfrm>
              <a:off x="8624143" y="2386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1" name="pt43201"/>
            <p:cNvSpPr/>
            <p:nvPr/>
          </p:nvSpPr>
          <p:spPr>
            <a:xfrm>
              <a:off x="8347210" y="2451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2" name="pt43202"/>
            <p:cNvSpPr/>
            <p:nvPr/>
          </p:nvSpPr>
          <p:spPr>
            <a:xfrm>
              <a:off x="8659047" y="2388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3" name="pt43203"/>
            <p:cNvSpPr/>
            <p:nvPr/>
          </p:nvSpPr>
          <p:spPr>
            <a:xfrm>
              <a:off x="8964553" y="2292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4" name="pt43204"/>
            <p:cNvSpPr/>
            <p:nvPr/>
          </p:nvSpPr>
          <p:spPr>
            <a:xfrm>
              <a:off x="8705398" y="2140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5" name="pt43205"/>
            <p:cNvSpPr/>
            <p:nvPr/>
          </p:nvSpPr>
          <p:spPr>
            <a:xfrm>
              <a:off x="8563654" y="213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6" name="pt43206"/>
            <p:cNvSpPr/>
            <p:nvPr/>
          </p:nvSpPr>
          <p:spPr>
            <a:xfrm>
              <a:off x="8439043" y="2092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7" name="pt43207"/>
            <p:cNvSpPr/>
            <p:nvPr/>
          </p:nvSpPr>
          <p:spPr>
            <a:xfrm>
              <a:off x="9413835" y="1993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8" name="pt43208"/>
            <p:cNvSpPr/>
            <p:nvPr/>
          </p:nvSpPr>
          <p:spPr>
            <a:xfrm>
              <a:off x="8956650" y="2252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9" name="pt43209"/>
            <p:cNvSpPr/>
            <p:nvPr/>
          </p:nvSpPr>
          <p:spPr>
            <a:xfrm>
              <a:off x="9597877" y="2167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0" name="pt43210"/>
            <p:cNvSpPr/>
            <p:nvPr/>
          </p:nvSpPr>
          <p:spPr>
            <a:xfrm>
              <a:off x="8659047" y="2398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1" name="pt43211"/>
            <p:cNvSpPr/>
            <p:nvPr/>
          </p:nvSpPr>
          <p:spPr>
            <a:xfrm>
              <a:off x="8610820" y="2131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2" name="pt43212"/>
            <p:cNvSpPr/>
            <p:nvPr/>
          </p:nvSpPr>
          <p:spPr>
            <a:xfrm>
              <a:off x="8845651" y="1793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3" name="pt43213"/>
            <p:cNvSpPr/>
            <p:nvPr/>
          </p:nvSpPr>
          <p:spPr>
            <a:xfrm>
              <a:off x="8274318" y="2357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4" name="pt43214"/>
            <p:cNvSpPr/>
            <p:nvPr/>
          </p:nvSpPr>
          <p:spPr>
            <a:xfrm>
              <a:off x="8563654" y="2167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5" name="pt43215"/>
            <p:cNvSpPr/>
            <p:nvPr/>
          </p:nvSpPr>
          <p:spPr>
            <a:xfrm>
              <a:off x="8688264" y="222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6" name="pt43216"/>
            <p:cNvSpPr/>
            <p:nvPr/>
          </p:nvSpPr>
          <p:spPr>
            <a:xfrm>
              <a:off x="8563654" y="2294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7" name="pt43217"/>
            <p:cNvSpPr/>
            <p:nvPr/>
          </p:nvSpPr>
          <p:spPr>
            <a:xfrm>
              <a:off x="8873363" y="1890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8" name="pt43218"/>
            <p:cNvSpPr/>
            <p:nvPr/>
          </p:nvSpPr>
          <p:spPr>
            <a:xfrm>
              <a:off x="8544712" y="2198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9" name="pt43219"/>
            <p:cNvSpPr/>
            <p:nvPr/>
          </p:nvSpPr>
          <p:spPr>
            <a:xfrm>
              <a:off x="8688264" y="2109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0" name="pt43220"/>
            <p:cNvSpPr/>
            <p:nvPr/>
          </p:nvSpPr>
          <p:spPr>
            <a:xfrm>
              <a:off x="8523538" y="2408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1" name="pt43221"/>
            <p:cNvSpPr/>
            <p:nvPr/>
          </p:nvSpPr>
          <p:spPr>
            <a:xfrm>
              <a:off x="8688264" y="2240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2" name="pt43222"/>
            <p:cNvSpPr/>
            <p:nvPr/>
          </p:nvSpPr>
          <p:spPr>
            <a:xfrm>
              <a:off x="8274318" y="2047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3" name="pt43223"/>
            <p:cNvSpPr/>
            <p:nvPr/>
          </p:nvSpPr>
          <p:spPr>
            <a:xfrm>
              <a:off x="9118525" y="1984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4" name="pt43224"/>
            <p:cNvSpPr/>
            <p:nvPr/>
          </p:nvSpPr>
          <p:spPr>
            <a:xfrm>
              <a:off x="9005825" y="1587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5" name="pt43225"/>
            <p:cNvSpPr/>
            <p:nvPr/>
          </p:nvSpPr>
          <p:spPr>
            <a:xfrm>
              <a:off x="8952564" y="2179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6" name="pt43226"/>
            <p:cNvSpPr/>
            <p:nvPr/>
          </p:nvSpPr>
          <p:spPr>
            <a:xfrm>
              <a:off x="8347210" y="2196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7" name="pt43227"/>
            <p:cNvSpPr/>
            <p:nvPr/>
          </p:nvSpPr>
          <p:spPr>
            <a:xfrm>
              <a:off x="9285373" y="1740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8" name="pt43228"/>
            <p:cNvSpPr/>
            <p:nvPr/>
          </p:nvSpPr>
          <p:spPr>
            <a:xfrm>
              <a:off x="9877988" y="2567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9" name="pt43229"/>
            <p:cNvSpPr/>
            <p:nvPr/>
          </p:nvSpPr>
          <p:spPr>
            <a:xfrm>
              <a:off x="9602828" y="2259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0" name="pt43230"/>
            <p:cNvSpPr/>
            <p:nvPr/>
          </p:nvSpPr>
          <p:spPr>
            <a:xfrm>
              <a:off x="9023378" y="2038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1" name="pt43231"/>
            <p:cNvSpPr/>
            <p:nvPr/>
          </p:nvSpPr>
          <p:spPr>
            <a:xfrm>
              <a:off x="9051686" y="2150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2" name="pt43232"/>
            <p:cNvSpPr/>
            <p:nvPr/>
          </p:nvSpPr>
          <p:spPr>
            <a:xfrm>
              <a:off x="8636546" y="2345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3" name="pt43233"/>
            <p:cNvSpPr/>
            <p:nvPr/>
          </p:nvSpPr>
          <p:spPr>
            <a:xfrm>
              <a:off x="8834048" y="1881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4" name="pt43234"/>
            <p:cNvSpPr/>
            <p:nvPr/>
          </p:nvSpPr>
          <p:spPr>
            <a:xfrm>
              <a:off x="8812874" y="2064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5" name="pt43235"/>
            <p:cNvSpPr/>
            <p:nvPr/>
          </p:nvSpPr>
          <p:spPr>
            <a:xfrm>
              <a:off x="9258470" y="1926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6" name="pt43236"/>
            <p:cNvSpPr/>
            <p:nvPr/>
          </p:nvSpPr>
          <p:spPr>
            <a:xfrm>
              <a:off x="8767051" y="2224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7" name="pt43237"/>
            <p:cNvSpPr/>
            <p:nvPr/>
          </p:nvSpPr>
          <p:spPr>
            <a:xfrm>
              <a:off x="8954618" y="2259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8" name="pt43238"/>
            <p:cNvSpPr/>
            <p:nvPr/>
          </p:nvSpPr>
          <p:spPr>
            <a:xfrm>
              <a:off x="8849358" y="2163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9" name="pt43239"/>
            <p:cNvSpPr/>
            <p:nvPr/>
          </p:nvSpPr>
          <p:spPr>
            <a:xfrm>
              <a:off x="8798858" y="1936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0" name="pt43240"/>
            <p:cNvSpPr/>
            <p:nvPr/>
          </p:nvSpPr>
          <p:spPr>
            <a:xfrm>
              <a:off x="8735430" y="2076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1" name="pt43241"/>
            <p:cNvSpPr/>
            <p:nvPr/>
          </p:nvSpPr>
          <p:spPr>
            <a:xfrm>
              <a:off x="9170243" y="1742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2" name="pt43242"/>
            <p:cNvSpPr/>
            <p:nvPr/>
          </p:nvSpPr>
          <p:spPr>
            <a:xfrm>
              <a:off x="8778290" y="2067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3" name="pt43243"/>
            <p:cNvSpPr/>
            <p:nvPr/>
          </p:nvSpPr>
          <p:spPr>
            <a:xfrm>
              <a:off x="9273294" y="158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4" name="pt43244"/>
            <p:cNvSpPr/>
            <p:nvPr/>
          </p:nvSpPr>
          <p:spPr>
            <a:xfrm>
              <a:off x="9761216" y="2329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5" name="pt43245"/>
            <p:cNvSpPr/>
            <p:nvPr/>
          </p:nvSpPr>
          <p:spPr>
            <a:xfrm>
              <a:off x="9525526" y="1668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6" name="pt43246"/>
            <p:cNvSpPr/>
            <p:nvPr/>
          </p:nvSpPr>
          <p:spPr>
            <a:xfrm>
              <a:off x="8523538" y="2426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7" name="pt43247"/>
            <p:cNvSpPr/>
            <p:nvPr/>
          </p:nvSpPr>
          <p:spPr>
            <a:xfrm>
              <a:off x="9120160" y="2011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8" name="pt43248"/>
            <p:cNvSpPr/>
            <p:nvPr/>
          </p:nvSpPr>
          <p:spPr>
            <a:xfrm>
              <a:off x="8688264" y="2219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9" name="pt43249"/>
            <p:cNvSpPr/>
            <p:nvPr/>
          </p:nvSpPr>
          <p:spPr>
            <a:xfrm>
              <a:off x="8834048" y="2060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0" name="pt43250"/>
            <p:cNvSpPr/>
            <p:nvPr/>
          </p:nvSpPr>
          <p:spPr>
            <a:xfrm>
              <a:off x="8610820" y="2140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1" name="pt43251"/>
            <p:cNvSpPr/>
            <p:nvPr/>
          </p:nvSpPr>
          <p:spPr>
            <a:xfrm>
              <a:off x="8856549" y="2250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2" name="pt43252"/>
            <p:cNvSpPr/>
            <p:nvPr/>
          </p:nvSpPr>
          <p:spPr>
            <a:xfrm>
              <a:off x="8841866" y="1867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3" name="pt43253"/>
            <p:cNvSpPr/>
            <p:nvPr/>
          </p:nvSpPr>
          <p:spPr>
            <a:xfrm>
              <a:off x="8274318" y="2218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4" name="pt43254"/>
            <p:cNvSpPr/>
            <p:nvPr/>
          </p:nvSpPr>
          <p:spPr>
            <a:xfrm>
              <a:off x="8742215" y="2129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5" name="pt43255"/>
            <p:cNvSpPr/>
            <p:nvPr/>
          </p:nvSpPr>
          <p:spPr>
            <a:xfrm>
              <a:off x="9497514" y="2413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6" name="pt43256"/>
            <p:cNvSpPr/>
            <p:nvPr/>
          </p:nvSpPr>
          <p:spPr>
            <a:xfrm>
              <a:off x="8659047" y="2352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7" name="pt43257"/>
            <p:cNvSpPr/>
            <p:nvPr/>
          </p:nvSpPr>
          <p:spPr>
            <a:xfrm>
              <a:off x="9143758" y="2115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8" name="pt43258"/>
            <p:cNvSpPr/>
            <p:nvPr/>
          </p:nvSpPr>
          <p:spPr>
            <a:xfrm>
              <a:off x="8610820" y="2107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9" name="pt43259"/>
            <p:cNvSpPr/>
            <p:nvPr/>
          </p:nvSpPr>
          <p:spPr>
            <a:xfrm>
              <a:off x="9184443" y="2091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0" name="pt43260"/>
            <p:cNvSpPr/>
            <p:nvPr/>
          </p:nvSpPr>
          <p:spPr>
            <a:xfrm>
              <a:off x="8882745" y="1521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1" name="pt43261"/>
            <p:cNvSpPr/>
            <p:nvPr/>
          </p:nvSpPr>
          <p:spPr>
            <a:xfrm>
              <a:off x="9295774" y="1891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2" name="pt43262"/>
            <p:cNvSpPr/>
            <p:nvPr/>
          </p:nvSpPr>
          <p:spPr>
            <a:xfrm>
              <a:off x="9127336" y="2011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3" name="pt43263"/>
            <p:cNvSpPr/>
            <p:nvPr/>
          </p:nvSpPr>
          <p:spPr>
            <a:xfrm>
              <a:off x="9503592" y="2470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4" name="pt43264"/>
            <p:cNvSpPr/>
            <p:nvPr/>
          </p:nvSpPr>
          <p:spPr>
            <a:xfrm>
              <a:off x="9035502" y="1739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5" name="pt43265"/>
            <p:cNvSpPr/>
            <p:nvPr/>
          </p:nvSpPr>
          <p:spPr>
            <a:xfrm>
              <a:off x="9437742" y="1770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6" name="pt43266"/>
            <p:cNvSpPr/>
            <p:nvPr/>
          </p:nvSpPr>
          <p:spPr>
            <a:xfrm>
              <a:off x="8580788" y="2197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7" name="pt43267"/>
            <p:cNvSpPr/>
            <p:nvPr/>
          </p:nvSpPr>
          <p:spPr>
            <a:xfrm>
              <a:off x="9048079" y="2148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8" name="pt43268"/>
            <p:cNvSpPr/>
            <p:nvPr/>
          </p:nvSpPr>
          <p:spPr>
            <a:xfrm>
              <a:off x="9147988" y="1991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9" name="pt43269"/>
            <p:cNvSpPr/>
            <p:nvPr/>
          </p:nvSpPr>
          <p:spPr>
            <a:xfrm>
              <a:off x="8347210" y="2486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0" name="pt43270"/>
            <p:cNvSpPr/>
            <p:nvPr/>
          </p:nvSpPr>
          <p:spPr>
            <a:xfrm>
              <a:off x="8921023" y="1796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1" name="pt43271"/>
            <p:cNvSpPr/>
            <p:nvPr/>
          </p:nvSpPr>
          <p:spPr>
            <a:xfrm>
              <a:off x="9361481" y="211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2" name="pt43272"/>
            <p:cNvSpPr/>
            <p:nvPr/>
          </p:nvSpPr>
          <p:spPr>
            <a:xfrm>
              <a:off x="8742215" y="1960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3" name="pt43273"/>
            <p:cNvSpPr/>
            <p:nvPr/>
          </p:nvSpPr>
          <p:spPr>
            <a:xfrm>
              <a:off x="8274318" y="2536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4" name="pt43274"/>
            <p:cNvSpPr/>
            <p:nvPr/>
          </p:nvSpPr>
          <p:spPr>
            <a:xfrm>
              <a:off x="9282758" y="1920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5" name="pt43275"/>
            <p:cNvSpPr/>
            <p:nvPr/>
          </p:nvSpPr>
          <p:spPr>
            <a:xfrm>
              <a:off x="9562976" y="2293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6" name="pt43276"/>
            <p:cNvSpPr/>
            <p:nvPr/>
          </p:nvSpPr>
          <p:spPr>
            <a:xfrm>
              <a:off x="8439043" y="2258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7" name="pt43277"/>
            <p:cNvSpPr/>
            <p:nvPr/>
          </p:nvSpPr>
          <p:spPr>
            <a:xfrm>
              <a:off x="8648148" y="2363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8" name="pt43278"/>
            <p:cNvSpPr/>
            <p:nvPr/>
          </p:nvSpPr>
          <p:spPr>
            <a:xfrm>
              <a:off x="9829630" y="2489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9" name="pt43279"/>
            <p:cNvSpPr/>
            <p:nvPr/>
          </p:nvSpPr>
          <p:spPr>
            <a:xfrm>
              <a:off x="8563654" y="2171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0" name="pt43280"/>
            <p:cNvSpPr/>
            <p:nvPr/>
          </p:nvSpPr>
          <p:spPr>
            <a:xfrm>
              <a:off x="9054052" y="2262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1" name="pt43281"/>
            <p:cNvSpPr/>
            <p:nvPr/>
          </p:nvSpPr>
          <p:spPr>
            <a:xfrm>
              <a:off x="9657982" y="1876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2" name="pt43282"/>
            <p:cNvSpPr/>
            <p:nvPr/>
          </p:nvSpPr>
          <p:spPr>
            <a:xfrm>
              <a:off x="9188382" y="2010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3" name="pt43283"/>
            <p:cNvSpPr/>
            <p:nvPr/>
          </p:nvSpPr>
          <p:spPr>
            <a:xfrm>
              <a:off x="8274318" y="2461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4" name="pt43284"/>
            <p:cNvSpPr/>
            <p:nvPr/>
          </p:nvSpPr>
          <p:spPr>
            <a:xfrm>
              <a:off x="8817313" y="2150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5" name="pt43285"/>
            <p:cNvSpPr/>
            <p:nvPr/>
          </p:nvSpPr>
          <p:spPr>
            <a:xfrm>
              <a:off x="9645731" y="2297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6" name="pt43286"/>
            <p:cNvSpPr/>
            <p:nvPr/>
          </p:nvSpPr>
          <p:spPr>
            <a:xfrm>
              <a:off x="8908267" y="2088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7" name="pt43287"/>
            <p:cNvSpPr/>
            <p:nvPr/>
          </p:nvSpPr>
          <p:spPr>
            <a:xfrm>
              <a:off x="8274318" y="2401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8" name="pt43288"/>
            <p:cNvSpPr/>
            <p:nvPr/>
          </p:nvSpPr>
          <p:spPr>
            <a:xfrm>
              <a:off x="8563654" y="2266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9" name="pt43289"/>
            <p:cNvSpPr/>
            <p:nvPr/>
          </p:nvSpPr>
          <p:spPr>
            <a:xfrm>
              <a:off x="9075096" y="1874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0" name="pt43290"/>
            <p:cNvSpPr/>
            <p:nvPr/>
          </p:nvSpPr>
          <p:spPr>
            <a:xfrm>
              <a:off x="9097658" y="2090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1" name="pt43291"/>
            <p:cNvSpPr/>
            <p:nvPr/>
          </p:nvSpPr>
          <p:spPr>
            <a:xfrm>
              <a:off x="9049289" y="2345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2" name="pt43292"/>
            <p:cNvSpPr/>
            <p:nvPr/>
          </p:nvSpPr>
          <p:spPr>
            <a:xfrm>
              <a:off x="9368156" y="1977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3" name="pt43293"/>
            <p:cNvSpPr/>
            <p:nvPr/>
          </p:nvSpPr>
          <p:spPr>
            <a:xfrm>
              <a:off x="8688264" y="2075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4" name="pt43294"/>
            <p:cNvSpPr/>
            <p:nvPr/>
          </p:nvSpPr>
          <p:spPr>
            <a:xfrm>
              <a:off x="9655598" y="2644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5" name="pt43295"/>
            <p:cNvSpPr/>
            <p:nvPr/>
          </p:nvSpPr>
          <p:spPr>
            <a:xfrm>
              <a:off x="9187265" y="2013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6" name="pt43296"/>
            <p:cNvSpPr/>
            <p:nvPr/>
          </p:nvSpPr>
          <p:spPr>
            <a:xfrm>
              <a:off x="9325618" y="2177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7" name="pt43297"/>
            <p:cNvSpPr/>
            <p:nvPr/>
          </p:nvSpPr>
          <p:spPr>
            <a:xfrm>
              <a:off x="9363383" y="2197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8" name="pt43298"/>
            <p:cNvSpPr/>
            <p:nvPr/>
          </p:nvSpPr>
          <p:spPr>
            <a:xfrm>
              <a:off x="9236019" y="1952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9" name="pt43299"/>
            <p:cNvSpPr/>
            <p:nvPr/>
          </p:nvSpPr>
          <p:spPr>
            <a:xfrm>
              <a:off x="8624143" y="2500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0" name="pt43300"/>
            <p:cNvSpPr/>
            <p:nvPr/>
          </p:nvSpPr>
          <p:spPr>
            <a:xfrm>
              <a:off x="8913479" y="1696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1" name="pt43301"/>
            <p:cNvSpPr/>
            <p:nvPr/>
          </p:nvSpPr>
          <p:spPr>
            <a:xfrm>
              <a:off x="8439043" y="2109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2" name="pt43302"/>
            <p:cNvSpPr/>
            <p:nvPr/>
          </p:nvSpPr>
          <p:spPr>
            <a:xfrm>
              <a:off x="8981160" y="1988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3" name="pt43303"/>
            <p:cNvSpPr/>
            <p:nvPr/>
          </p:nvSpPr>
          <p:spPr>
            <a:xfrm>
              <a:off x="8523538" y="2347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4" name="pt43304"/>
            <p:cNvSpPr/>
            <p:nvPr/>
          </p:nvSpPr>
          <p:spPr>
            <a:xfrm>
              <a:off x="8941923" y="2052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5" name="pt43305"/>
            <p:cNvSpPr/>
            <p:nvPr/>
          </p:nvSpPr>
          <p:spPr>
            <a:xfrm>
              <a:off x="9223646" y="1861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6" name="pt43306"/>
            <p:cNvSpPr/>
            <p:nvPr/>
          </p:nvSpPr>
          <p:spPr>
            <a:xfrm>
              <a:off x="9083269" y="1982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7" name="pt43307"/>
            <p:cNvSpPr/>
            <p:nvPr/>
          </p:nvSpPr>
          <p:spPr>
            <a:xfrm>
              <a:off x="9275707" y="184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8" name="pt43308"/>
            <p:cNvSpPr/>
            <p:nvPr/>
          </p:nvSpPr>
          <p:spPr>
            <a:xfrm>
              <a:off x="9535645" y="2138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9" name="pt43309"/>
            <p:cNvSpPr/>
            <p:nvPr/>
          </p:nvSpPr>
          <p:spPr>
            <a:xfrm>
              <a:off x="9627091" y="2384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0" name="pt43310"/>
            <p:cNvSpPr/>
            <p:nvPr/>
          </p:nvSpPr>
          <p:spPr>
            <a:xfrm>
              <a:off x="8523538" y="2430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1" name="pt43311"/>
            <p:cNvSpPr/>
            <p:nvPr/>
          </p:nvSpPr>
          <p:spPr>
            <a:xfrm>
              <a:off x="9247994" y="2068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2" name="pt43312"/>
            <p:cNvSpPr/>
            <p:nvPr/>
          </p:nvSpPr>
          <p:spPr>
            <a:xfrm>
              <a:off x="9370394" y="2013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3" name="pt43313"/>
            <p:cNvSpPr/>
            <p:nvPr/>
          </p:nvSpPr>
          <p:spPr>
            <a:xfrm>
              <a:off x="8624143" y="2418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4" name="pt43314"/>
            <p:cNvSpPr/>
            <p:nvPr/>
          </p:nvSpPr>
          <p:spPr>
            <a:xfrm>
              <a:off x="9211830" y="1738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5" name="pt43315"/>
            <p:cNvSpPr/>
            <p:nvPr/>
          </p:nvSpPr>
          <p:spPr>
            <a:xfrm>
              <a:off x="8879672" y="1997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6" name="pt43316"/>
            <p:cNvSpPr/>
            <p:nvPr/>
          </p:nvSpPr>
          <p:spPr>
            <a:xfrm>
              <a:off x="8849358" y="2032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7" name="pt43317"/>
            <p:cNvSpPr/>
            <p:nvPr/>
          </p:nvSpPr>
          <p:spPr>
            <a:xfrm>
              <a:off x="8956650" y="2290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8" name="pt43318"/>
            <p:cNvSpPr/>
            <p:nvPr/>
          </p:nvSpPr>
          <p:spPr>
            <a:xfrm>
              <a:off x="9103999" y="1973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9" name="pt43319"/>
            <p:cNvSpPr/>
            <p:nvPr/>
          </p:nvSpPr>
          <p:spPr>
            <a:xfrm>
              <a:off x="8274318" y="2358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0" name="pt43320"/>
            <p:cNvSpPr/>
            <p:nvPr/>
          </p:nvSpPr>
          <p:spPr>
            <a:xfrm>
              <a:off x="8347210" y="2521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1" name="pt43321"/>
            <p:cNvSpPr/>
            <p:nvPr/>
          </p:nvSpPr>
          <p:spPr>
            <a:xfrm>
              <a:off x="8923469" y="2079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2" name="pt43322"/>
            <p:cNvSpPr/>
            <p:nvPr/>
          </p:nvSpPr>
          <p:spPr>
            <a:xfrm>
              <a:off x="8793933" y="2137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3" name="pt43323"/>
            <p:cNvSpPr/>
            <p:nvPr/>
          </p:nvSpPr>
          <p:spPr>
            <a:xfrm>
              <a:off x="9537091" y="1953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4" name="pt43324"/>
            <p:cNvSpPr/>
            <p:nvPr/>
          </p:nvSpPr>
          <p:spPr>
            <a:xfrm>
              <a:off x="8580788" y="2054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5" name="pt43325"/>
            <p:cNvSpPr/>
            <p:nvPr/>
          </p:nvSpPr>
          <p:spPr>
            <a:xfrm>
              <a:off x="9401682" y="2227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6" name="pt43326"/>
            <p:cNvSpPr/>
            <p:nvPr/>
          </p:nvSpPr>
          <p:spPr>
            <a:xfrm>
              <a:off x="9074048" y="2002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7" name="pt43327"/>
            <p:cNvSpPr/>
            <p:nvPr/>
          </p:nvSpPr>
          <p:spPr>
            <a:xfrm>
              <a:off x="8793933" y="2190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8" name="pt43328"/>
            <p:cNvSpPr/>
            <p:nvPr/>
          </p:nvSpPr>
          <p:spPr>
            <a:xfrm>
              <a:off x="9110981" y="2058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9" name="pt43329"/>
            <p:cNvSpPr/>
            <p:nvPr/>
          </p:nvSpPr>
          <p:spPr>
            <a:xfrm>
              <a:off x="8563654" y="2130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0" name="pt43330"/>
            <p:cNvSpPr/>
            <p:nvPr/>
          </p:nvSpPr>
          <p:spPr>
            <a:xfrm>
              <a:off x="8742215" y="1998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1" name="pt43331"/>
            <p:cNvSpPr/>
            <p:nvPr/>
          </p:nvSpPr>
          <p:spPr>
            <a:xfrm>
              <a:off x="9876105" y="2505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2" name="pt43332"/>
            <p:cNvSpPr/>
            <p:nvPr/>
          </p:nvSpPr>
          <p:spPr>
            <a:xfrm>
              <a:off x="9066533" y="2071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3" name="pt43333"/>
            <p:cNvSpPr/>
            <p:nvPr/>
          </p:nvSpPr>
          <p:spPr>
            <a:xfrm>
              <a:off x="9005825" y="1762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4" name="pt43334"/>
            <p:cNvSpPr/>
            <p:nvPr/>
          </p:nvSpPr>
          <p:spPr>
            <a:xfrm>
              <a:off x="9223188" y="2023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5" name="pt43335"/>
            <p:cNvSpPr/>
            <p:nvPr/>
          </p:nvSpPr>
          <p:spPr>
            <a:xfrm>
              <a:off x="9564013" y="2587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6" name="pt43336"/>
            <p:cNvSpPr/>
            <p:nvPr/>
          </p:nvSpPr>
          <p:spPr>
            <a:xfrm>
              <a:off x="8721041" y="2213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7" name="pt43337"/>
            <p:cNvSpPr/>
            <p:nvPr/>
          </p:nvSpPr>
          <p:spPr>
            <a:xfrm>
              <a:off x="9269435" y="2003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8" name="pt43338"/>
            <p:cNvSpPr/>
            <p:nvPr/>
          </p:nvSpPr>
          <p:spPr>
            <a:xfrm>
              <a:off x="9486197" y="2395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9" name="pt43339"/>
            <p:cNvSpPr/>
            <p:nvPr/>
          </p:nvSpPr>
          <p:spPr>
            <a:xfrm>
              <a:off x="8973968" y="1946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0" name="pt43340"/>
            <p:cNvSpPr/>
            <p:nvPr/>
          </p:nvSpPr>
          <p:spPr>
            <a:xfrm>
              <a:off x="8596430" y="2242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1" name="pt43341"/>
            <p:cNvSpPr/>
            <p:nvPr/>
          </p:nvSpPr>
          <p:spPr>
            <a:xfrm>
              <a:off x="9544151" y="2326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2" name="pt43342"/>
            <p:cNvSpPr/>
            <p:nvPr/>
          </p:nvSpPr>
          <p:spPr>
            <a:xfrm>
              <a:off x="8834048" y="1951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3" name="pt43343"/>
            <p:cNvSpPr/>
            <p:nvPr/>
          </p:nvSpPr>
          <p:spPr>
            <a:xfrm>
              <a:off x="8910892" y="2130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4" name="pt43344"/>
            <p:cNvSpPr/>
            <p:nvPr/>
          </p:nvSpPr>
          <p:spPr>
            <a:xfrm>
              <a:off x="8523538" y="2532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5" name="pt43345"/>
            <p:cNvSpPr/>
            <p:nvPr/>
          </p:nvSpPr>
          <p:spPr>
            <a:xfrm>
              <a:off x="9103999" y="1995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6" name="pt43346"/>
            <p:cNvSpPr/>
            <p:nvPr/>
          </p:nvSpPr>
          <p:spPr>
            <a:xfrm>
              <a:off x="9295774" y="192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7" name="pt43347"/>
            <p:cNvSpPr/>
            <p:nvPr/>
          </p:nvSpPr>
          <p:spPr>
            <a:xfrm>
              <a:off x="8610820" y="2057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8" name="pt43348"/>
            <p:cNvSpPr/>
            <p:nvPr/>
          </p:nvSpPr>
          <p:spPr>
            <a:xfrm>
              <a:off x="8923469" y="1966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9" name="pt43349"/>
            <p:cNvSpPr/>
            <p:nvPr/>
          </p:nvSpPr>
          <p:spPr>
            <a:xfrm>
              <a:off x="8841866" y="1937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0" name="pt43350"/>
            <p:cNvSpPr/>
            <p:nvPr/>
          </p:nvSpPr>
          <p:spPr>
            <a:xfrm>
              <a:off x="8648148" y="2266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1" name="pt43351"/>
            <p:cNvSpPr/>
            <p:nvPr/>
          </p:nvSpPr>
          <p:spPr>
            <a:xfrm>
              <a:off x="8648148" y="2160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2" name="pt43352"/>
            <p:cNvSpPr/>
            <p:nvPr/>
          </p:nvSpPr>
          <p:spPr>
            <a:xfrm>
              <a:off x="9401001" y="1924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3" name="pt43353"/>
            <p:cNvSpPr/>
            <p:nvPr/>
          </p:nvSpPr>
          <p:spPr>
            <a:xfrm>
              <a:off x="9285697" y="1931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4" name="pt43354"/>
            <p:cNvSpPr/>
            <p:nvPr/>
          </p:nvSpPr>
          <p:spPr>
            <a:xfrm>
              <a:off x="8948383" y="2098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5" name="pt43355"/>
            <p:cNvSpPr/>
            <p:nvPr/>
          </p:nvSpPr>
          <p:spPr>
            <a:xfrm>
              <a:off x="8347210" y="2421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6" name="pt43356"/>
            <p:cNvSpPr/>
            <p:nvPr/>
          </p:nvSpPr>
          <p:spPr>
            <a:xfrm>
              <a:off x="9034195" y="1779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7" name="pt43357"/>
            <p:cNvSpPr/>
            <p:nvPr/>
          </p:nvSpPr>
          <p:spPr>
            <a:xfrm>
              <a:off x="8523538" y="2454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8" name="pt43358"/>
            <p:cNvSpPr/>
            <p:nvPr/>
          </p:nvSpPr>
          <p:spPr>
            <a:xfrm>
              <a:off x="8347210" y="2400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9" name="pt43359"/>
            <p:cNvSpPr/>
            <p:nvPr/>
          </p:nvSpPr>
          <p:spPr>
            <a:xfrm>
              <a:off x="8439043" y="2362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0" name="pt43360"/>
            <p:cNvSpPr/>
            <p:nvPr/>
          </p:nvSpPr>
          <p:spPr>
            <a:xfrm>
              <a:off x="9059833" y="1976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1" name="pt43361"/>
            <p:cNvSpPr/>
            <p:nvPr/>
          </p:nvSpPr>
          <p:spPr>
            <a:xfrm>
              <a:off x="8544712" y="2346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2" name="pt43362"/>
            <p:cNvSpPr/>
            <p:nvPr/>
          </p:nvSpPr>
          <p:spPr>
            <a:xfrm>
              <a:off x="9273294" y="1744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3" name="pt43363"/>
            <p:cNvSpPr/>
            <p:nvPr/>
          </p:nvSpPr>
          <p:spPr>
            <a:xfrm>
              <a:off x="8688264" y="2245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4" name="pt43364"/>
            <p:cNvSpPr/>
            <p:nvPr/>
          </p:nvSpPr>
          <p:spPr>
            <a:xfrm>
              <a:off x="8439043" y="2259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5" name="pt43365"/>
            <p:cNvSpPr/>
            <p:nvPr/>
          </p:nvSpPr>
          <p:spPr>
            <a:xfrm>
              <a:off x="9451392" y="2003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6" name="pt43366"/>
            <p:cNvSpPr/>
            <p:nvPr/>
          </p:nvSpPr>
          <p:spPr>
            <a:xfrm>
              <a:off x="9152801" y="1982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7" name="pt43367"/>
            <p:cNvSpPr/>
            <p:nvPr/>
          </p:nvSpPr>
          <p:spPr>
            <a:xfrm>
              <a:off x="9282758" y="1982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8" name="pt43368"/>
            <p:cNvSpPr/>
            <p:nvPr/>
          </p:nvSpPr>
          <p:spPr>
            <a:xfrm>
              <a:off x="8841866" y="1875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9" name="pt43369"/>
            <p:cNvSpPr/>
            <p:nvPr/>
          </p:nvSpPr>
          <p:spPr>
            <a:xfrm>
              <a:off x="8347210" y="2285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0" name="pt43370"/>
            <p:cNvSpPr/>
            <p:nvPr/>
          </p:nvSpPr>
          <p:spPr>
            <a:xfrm>
              <a:off x="8471820" y="2546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1" name="pt43371"/>
            <p:cNvSpPr/>
            <p:nvPr/>
          </p:nvSpPr>
          <p:spPr>
            <a:xfrm>
              <a:off x="8398928" y="2481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2" name="pt43372"/>
            <p:cNvSpPr/>
            <p:nvPr/>
          </p:nvSpPr>
          <p:spPr>
            <a:xfrm>
              <a:off x="8888738" y="2159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3" name="pt43373"/>
            <p:cNvSpPr/>
            <p:nvPr/>
          </p:nvSpPr>
          <p:spPr>
            <a:xfrm>
              <a:off x="8648148" y="2375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4" name="pt43374"/>
            <p:cNvSpPr/>
            <p:nvPr/>
          </p:nvSpPr>
          <p:spPr>
            <a:xfrm>
              <a:off x="8471820" y="242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5" name="pt43375"/>
            <p:cNvSpPr/>
            <p:nvPr/>
          </p:nvSpPr>
          <p:spPr>
            <a:xfrm>
              <a:off x="8398928" y="2548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6" name="pt43376"/>
            <p:cNvSpPr/>
            <p:nvPr/>
          </p:nvSpPr>
          <p:spPr>
            <a:xfrm>
              <a:off x="9074048" y="1843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7" name="pt43377"/>
            <p:cNvSpPr/>
            <p:nvPr/>
          </p:nvSpPr>
          <p:spPr>
            <a:xfrm>
              <a:off x="9160112" y="1669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8" name="pt43378"/>
            <p:cNvSpPr/>
            <p:nvPr/>
          </p:nvSpPr>
          <p:spPr>
            <a:xfrm>
              <a:off x="8610820" y="1982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9" name="pt43379"/>
            <p:cNvSpPr/>
            <p:nvPr/>
          </p:nvSpPr>
          <p:spPr>
            <a:xfrm>
              <a:off x="8274318" y="2440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0" name="pt43380"/>
            <p:cNvSpPr/>
            <p:nvPr/>
          </p:nvSpPr>
          <p:spPr>
            <a:xfrm>
              <a:off x="8610820" y="2170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1" name="pt43381"/>
            <p:cNvSpPr/>
            <p:nvPr/>
          </p:nvSpPr>
          <p:spPr>
            <a:xfrm>
              <a:off x="8610820" y="2130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2" name="pt43382"/>
            <p:cNvSpPr/>
            <p:nvPr/>
          </p:nvSpPr>
          <p:spPr>
            <a:xfrm>
              <a:off x="9157488" y="1863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3" name="pt43383"/>
            <p:cNvSpPr/>
            <p:nvPr/>
          </p:nvSpPr>
          <p:spPr>
            <a:xfrm>
              <a:off x="9101309" y="1996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4" name="pt43384"/>
            <p:cNvSpPr/>
            <p:nvPr/>
          </p:nvSpPr>
          <p:spPr>
            <a:xfrm>
              <a:off x="8347210" y="2398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5" name="pt43385"/>
            <p:cNvSpPr/>
            <p:nvPr/>
          </p:nvSpPr>
          <p:spPr>
            <a:xfrm>
              <a:off x="9237295" y="2122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6" name="pt43386"/>
            <p:cNvSpPr/>
            <p:nvPr/>
          </p:nvSpPr>
          <p:spPr>
            <a:xfrm>
              <a:off x="9124182" y="1920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7" name="pt43387"/>
            <p:cNvSpPr/>
            <p:nvPr/>
          </p:nvSpPr>
          <p:spPr>
            <a:xfrm>
              <a:off x="8274318" y="2359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8" name="pt43388"/>
            <p:cNvSpPr/>
            <p:nvPr/>
          </p:nvSpPr>
          <p:spPr>
            <a:xfrm>
              <a:off x="9527393" y="1842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9" name="pt43389"/>
            <p:cNvSpPr/>
            <p:nvPr/>
          </p:nvSpPr>
          <p:spPr>
            <a:xfrm>
              <a:off x="8398928" y="2547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0" name="pt43390"/>
            <p:cNvSpPr/>
            <p:nvPr/>
          </p:nvSpPr>
          <p:spPr>
            <a:xfrm>
              <a:off x="8856549" y="2211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1" name="pt43391"/>
            <p:cNvSpPr/>
            <p:nvPr/>
          </p:nvSpPr>
          <p:spPr>
            <a:xfrm>
              <a:off x="8523538" y="2649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2" name="pt43392"/>
            <p:cNvSpPr/>
            <p:nvPr/>
          </p:nvSpPr>
          <p:spPr>
            <a:xfrm>
              <a:off x="8398928" y="2379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3" name="pt43393"/>
            <p:cNvSpPr/>
            <p:nvPr/>
          </p:nvSpPr>
          <p:spPr>
            <a:xfrm>
              <a:off x="9371804" y="2092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4" name="pt43394"/>
            <p:cNvSpPr/>
            <p:nvPr/>
          </p:nvSpPr>
          <p:spPr>
            <a:xfrm>
              <a:off x="8274318" y="2466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5" name="pt43395"/>
            <p:cNvSpPr/>
            <p:nvPr/>
          </p:nvSpPr>
          <p:spPr>
            <a:xfrm>
              <a:off x="8563654" y="2189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6" name="pt43396"/>
            <p:cNvSpPr/>
            <p:nvPr/>
          </p:nvSpPr>
          <p:spPr>
            <a:xfrm>
              <a:off x="9295774" y="1966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7" name="pt43397"/>
            <p:cNvSpPr/>
            <p:nvPr/>
          </p:nvSpPr>
          <p:spPr>
            <a:xfrm>
              <a:off x="9420231" y="1702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8" name="pt43398"/>
            <p:cNvSpPr/>
            <p:nvPr/>
          </p:nvSpPr>
          <p:spPr>
            <a:xfrm>
              <a:off x="8735430" y="2134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9" name="pt43399"/>
            <p:cNvSpPr/>
            <p:nvPr/>
          </p:nvSpPr>
          <p:spPr>
            <a:xfrm>
              <a:off x="8439043" y="2310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0" name="pt43400"/>
            <p:cNvSpPr/>
            <p:nvPr/>
          </p:nvSpPr>
          <p:spPr>
            <a:xfrm>
              <a:off x="9368156" y="2078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1" name="pt43401"/>
            <p:cNvSpPr/>
            <p:nvPr/>
          </p:nvSpPr>
          <p:spPr>
            <a:xfrm>
              <a:off x="8274318" y="2477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2" name="pt43402"/>
            <p:cNvSpPr/>
            <p:nvPr/>
          </p:nvSpPr>
          <p:spPr>
            <a:xfrm>
              <a:off x="8948383" y="2044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3" name="pt43403"/>
            <p:cNvSpPr/>
            <p:nvPr/>
          </p:nvSpPr>
          <p:spPr>
            <a:xfrm>
              <a:off x="9103999" y="2237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4" name="pt43404"/>
            <p:cNvSpPr/>
            <p:nvPr/>
          </p:nvSpPr>
          <p:spPr>
            <a:xfrm>
              <a:off x="8721041" y="1777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5" name="pt43405"/>
            <p:cNvSpPr/>
            <p:nvPr/>
          </p:nvSpPr>
          <p:spPr>
            <a:xfrm>
              <a:off x="8834048" y="1900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6" name="pt43406"/>
            <p:cNvSpPr/>
            <p:nvPr/>
          </p:nvSpPr>
          <p:spPr>
            <a:xfrm>
              <a:off x="9210359" y="182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7" name="pt43407"/>
            <p:cNvSpPr/>
            <p:nvPr/>
          </p:nvSpPr>
          <p:spPr>
            <a:xfrm>
              <a:off x="9101309" y="2117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8" name="pt43408"/>
            <p:cNvSpPr/>
            <p:nvPr/>
          </p:nvSpPr>
          <p:spPr>
            <a:xfrm>
              <a:off x="8648148" y="2323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9" name="pt43409"/>
            <p:cNvSpPr/>
            <p:nvPr/>
          </p:nvSpPr>
          <p:spPr>
            <a:xfrm>
              <a:off x="8954618" y="2246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0" name="pt43410"/>
            <p:cNvSpPr/>
            <p:nvPr/>
          </p:nvSpPr>
          <p:spPr>
            <a:xfrm>
              <a:off x="9876105" y="256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1" name="pt43411"/>
            <p:cNvSpPr/>
            <p:nvPr/>
          </p:nvSpPr>
          <p:spPr>
            <a:xfrm>
              <a:off x="8742215" y="2183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2" name="pt43412"/>
            <p:cNvSpPr/>
            <p:nvPr/>
          </p:nvSpPr>
          <p:spPr>
            <a:xfrm>
              <a:off x="9448796" y="2004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3" name="pt43413"/>
            <p:cNvSpPr/>
            <p:nvPr/>
          </p:nvSpPr>
          <p:spPr>
            <a:xfrm>
              <a:off x="8879672" y="1931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4" name="pt43414"/>
            <p:cNvSpPr/>
            <p:nvPr/>
          </p:nvSpPr>
          <p:spPr>
            <a:xfrm>
              <a:off x="8817313" y="1980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5" name="pt43415"/>
            <p:cNvSpPr/>
            <p:nvPr/>
          </p:nvSpPr>
          <p:spPr>
            <a:xfrm>
              <a:off x="8439043" y="2408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6" name="pt43416"/>
            <p:cNvSpPr/>
            <p:nvPr/>
          </p:nvSpPr>
          <p:spPr>
            <a:xfrm>
              <a:off x="9199706" y="2095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7" name="pt43417"/>
            <p:cNvSpPr/>
            <p:nvPr/>
          </p:nvSpPr>
          <p:spPr>
            <a:xfrm>
              <a:off x="8778290" y="2149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8" name="pt43418"/>
            <p:cNvSpPr/>
            <p:nvPr/>
          </p:nvSpPr>
          <p:spPr>
            <a:xfrm>
              <a:off x="8347210" y="2314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9" name="pt43419"/>
            <p:cNvSpPr/>
            <p:nvPr/>
          </p:nvSpPr>
          <p:spPr>
            <a:xfrm>
              <a:off x="9553956" y="2250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0" name="pt43420"/>
            <p:cNvSpPr/>
            <p:nvPr/>
          </p:nvSpPr>
          <p:spPr>
            <a:xfrm>
              <a:off x="9535645" y="2124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1" name="pt43421"/>
            <p:cNvSpPr/>
            <p:nvPr/>
          </p:nvSpPr>
          <p:spPr>
            <a:xfrm>
              <a:off x="8669323" y="2430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2" name="pt43422"/>
            <p:cNvSpPr/>
            <p:nvPr/>
          </p:nvSpPr>
          <p:spPr>
            <a:xfrm>
              <a:off x="8705398" y="2184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3" name="pt43423"/>
            <p:cNvSpPr/>
            <p:nvPr/>
          </p:nvSpPr>
          <p:spPr>
            <a:xfrm>
              <a:off x="8274318" y="2458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4" name="pt43424"/>
            <p:cNvSpPr/>
            <p:nvPr/>
          </p:nvSpPr>
          <p:spPr>
            <a:xfrm>
              <a:off x="8870124" y="2205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5" name="pt43425"/>
            <p:cNvSpPr/>
            <p:nvPr/>
          </p:nvSpPr>
          <p:spPr>
            <a:xfrm>
              <a:off x="9108394" y="1936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6" name="pt43426"/>
            <p:cNvSpPr/>
            <p:nvPr/>
          </p:nvSpPr>
          <p:spPr>
            <a:xfrm>
              <a:off x="8937484" y="2108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7" name="pt43427"/>
            <p:cNvSpPr/>
            <p:nvPr/>
          </p:nvSpPr>
          <p:spPr>
            <a:xfrm>
              <a:off x="8610820" y="2033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8" name="pt43428"/>
            <p:cNvSpPr/>
            <p:nvPr/>
          </p:nvSpPr>
          <p:spPr>
            <a:xfrm>
              <a:off x="8636546" y="2240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9" name="pt43429"/>
            <p:cNvSpPr/>
            <p:nvPr/>
          </p:nvSpPr>
          <p:spPr>
            <a:xfrm>
              <a:off x="8873363" y="2093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0" name="pt43430"/>
            <p:cNvSpPr/>
            <p:nvPr/>
          </p:nvSpPr>
          <p:spPr>
            <a:xfrm>
              <a:off x="8398928" y="2137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1" name="pt43431"/>
            <p:cNvSpPr/>
            <p:nvPr/>
          </p:nvSpPr>
          <p:spPr>
            <a:xfrm>
              <a:off x="8398928" y="2334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2" name="pt43432"/>
            <p:cNvSpPr/>
            <p:nvPr/>
          </p:nvSpPr>
          <p:spPr>
            <a:xfrm>
              <a:off x="8798858" y="2111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3" name="pt43433"/>
            <p:cNvSpPr/>
            <p:nvPr/>
          </p:nvSpPr>
          <p:spPr>
            <a:xfrm>
              <a:off x="8544712" y="247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4" name="pt43434"/>
            <p:cNvSpPr/>
            <p:nvPr/>
          </p:nvSpPr>
          <p:spPr>
            <a:xfrm>
              <a:off x="8688264" y="2229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5" name="pt43435"/>
            <p:cNvSpPr/>
            <p:nvPr/>
          </p:nvSpPr>
          <p:spPr>
            <a:xfrm>
              <a:off x="8544712" y="2225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6" name="pt43436"/>
            <p:cNvSpPr/>
            <p:nvPr/>
          </p:nvSpPr>
          <p:spPr>
            <a:xfrm>
              <a:off x="8544712" y="2424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7" name="pt43437"/>
            <p:cNvSpPr/>
            <p:nvPr/>
          </p:nvSpPr>
          <p:spPr>
            <a:xfrm>
              <a:off x="8728379" y="1967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8" name="pt43438"/>
            <p:cNvSpPr/>
            <p:nvPr/>
          </p:nvSpPr>
          <p:spPr>
            <a:xfrm>
              <a:off x="8471820" y="2300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9" name="pt43439"/>
            <p:cNvSpPr/>
            <p:nvPr/>
          </p:nvSpPr>
          <p:spPr>
            <a:xfrm>
              <a:off x="9381946" y="2021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0" name="pt43440"/>
            <p:cNvSpPr/>
            <p:nvPr/>
          </p:nvSpPr>
          <p:spPr>
            <a:xfrm>
              <a:off x="9040639" y="1706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1" name="pt43441"/>
            <p:cNvSpPr/>
            <p:nvPr/>
          </p:nvSpPr>
          <p:spPr>
            <a:xfrm>
              <a:off x="9639141" y="2131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2" name="pt43442"/>
            <p:cNvSpPr/>
            <p:nvPr/>
          </p:nvSpPr>
          <p:spPr>
            <a:xfrm>
              <a:off x="8997973" y="1821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3" name="pt43443"/>
            <p:cNvSpPr/>
            <p:nvPr/>
          </p:nvSpPr>
          <p:spPr>
            <a:xfrm>
              <a:off x="9034195" y="1659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4" name="pt43444"/>
            <p:cNvSpPr/>
            <p:nvPr/>
          </p:nvSpPr>
          <p:spPr>
            <a:xfrm>
              <a:off x="8398928" y="2517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5" name="pt43445"/>
            <p:cNvSpPr/>
            <p:nvPr/>
          </p:nvSpPr>
          <p:spPr>
            <a:xfrm>
              <a:off x="8563654" y="228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6" name="pt43446"/>
            <p:cNvSpPr/>
            <p:nvPr/>
          </p:nvSpPr>
          <p:spPr>
            <a:xfrm>
              <a:off x="9044397" y="2007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7" name="pt43447"/>
            <p:cNvSpPr/>
            <p:nvPr/>
          </p:nvSpPr>
          <p:spPr>
            <a:xfrm>
              <a:off x="8679043" y="200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8" name="pt43448"/>
            <p:cNvSpPr/>
            <p:nvPr/>
          </p:nvSpPr>
          <p:spPr>
            <a:xfrm>
              <a:off x="9049289" y="2319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9" name="pt43449"/>
            <p:cNvSpPr/>
            <p:nvPr/>
          </p:nvSpPr>
          <p:spPr>
            <a:xfrm>
              <a:off x="8544712" y="2453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0" name="pt43450"/>
            <p:cNvSpPr/>
            <p:nvPr/>
          </p:nvSpPr>
          <p:spPr>
            <a:xfrm>
              <a:off x="8897369" y="2047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1" name="pt43451"/>
            <p:cNvSpPr/>
            <p:nvPr/>
          </p:nvSpPr>
          <p:spPr>
            <a:xfrm>
              <a:off x="8930613" y="1813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2" name="pt43452"/>
            <p:cNvSpPr/>
            <p:nvPr/>
          </p:nvSpPr>
          <p:spPr>
            <a:xfrm>
              <a:off x="8761156" y="2354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3" name="pt43453"/>
            <p:cNvSpPr/>
            <p:nvPr/>
          </p:nvSpPr>
          <p:spPr>
            <a:xfrm>
              <a:off x="9065434" y="1745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4" name="pt43454"/>
            <p:cNvSpPr/>
            <p:nvPr/>
          </p:nvSpPr>
          <p:spPr>
            <a:xfrm>
              <a:off x="8755061" y="2206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5" name="pt43455"/>
            <p:cNvSpPr/>
            <p:nvPr/>
          </p:nvSpPr>
          <p:spPr>
            <a:xfrm>
              <a:off x="8274318" y="2347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6" name="pt43456"/>
            <p:cNvSpPr/>
            <p:nvPr/>
          </p:nvSpPr>
          <p:spPr>
            <a:xfrm>
              <a:off x="9199183" y="2032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7" name="pt43457"/>
            <p:cNvSpPr/>
            <p:nvPr/>
          </p:nvSpPr>
          <p:spPr>
            <a:xfrm>
              <a:off x="9059833" y="2014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8" name="pt43458"/>
            <p:cNvSpPr/>
            <p:nvPr/>
          </p:nvSpPr>
          <p:spPr>
            <a:xfrm>
              <a:off x="8841866" y="1783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9" name="pt43459"/>
            <p:cNvSpPr/>
            <p:nvPr/>
          </p:nvSpPr>
          <p:spPr>
            <a:xfrm>
              <a:off x="9503592" y="2489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0" name="pt43460"/>
            <p:cNvSpPr/>
            <p:nvPr/>
          </p:nvSpPr>
          <p:spPr>
            <a:xfrm>
              <a:off x="9031551" y="1717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1" name="pt43461"/>
            <p:cNvSpPr/>
            <p:nvPr/>
          </p:nvSpPr>
          <p:spPr>
            <a:xfrm>
              <a:off x="9170243" y="1858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2" name="pt43462"/>
            <p:cNvSpPr/>
            <p:nvPr/>
          </p:nvSpPr>
          <p:spPr>
            <a:xfrm>
              <a:off x="8439043" y="2157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3" name="pt43463"/>
            <p:cNvSpPr/>
            <p:nvPr/>
          </p:nvSpPr>
          <p:spPr>
            <a:xfrm>
              <a:off x="9286988" y="1742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4" name="pt43464"/>
            <p:cNvSpPr/>
            <p:nvPr/>
          </p:nvSpPr>
          <p:spPr>
            <a:xfrm>
              <a:off x="9005825" y="1599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5" name="pt43465"/>
            <p:cNvSpPr/>
            <p:nvPr/>
          </p:nvSpPr>
          <p:spPr>
            <a:xfrm>
              <a:off x="8544712" y="2432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6" name="pt43466"/>
            <p:cNvSpPr/>
            <p:nvPr/>
          </p:nvSpPr>
          <p:spPr>
            <a:xfrm>
              <a:off x="8274318" y="2188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7" name="pt43467"/>
            <p:cNvSpPr/>
            <p:nvPr/>
          </p:nvSpPr>
          <p:spPr>
            <a:xfrm>
              <a:off x="8499532" y="238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8" name="pt43468"/>
            <p:cNvSpPr/>
            <p:nvPr/>
          </p:nvSpPr>
          <p:spPr>
            <a:xfrm>
              <a:off x="8921023" y="1773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9" name="pt43469"/>
            <p:cNvSpPr/>
            <p:nvPr/>
          </p:nvSpPr>
          <p:spPr>
            <a:xfrm>
              <a:off x="8964553" y="2277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0" name="pt43470"/>
            <p:cNvSpPr/>
            <p:nvPr/>
          </p:nvSpPr>
          <p:spPr>
            <a:xfrm>
              <a:off x="9486197" y="2325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1" name="pt43471"/>
            <p:cNvSpPr/>
            <p:nvPr/>
          </p:nvSpPr>
          <p:spPr>
            <a:xfrm>
              <a:off x="8856549" y="2175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2" name="pt43472"/>
            <p:cNvSpPr/>
            <p:nvPr/>
          </p:nvSpPr>
          <p:spPr>
            <a:xfrm>
              <a:off x="8580788" y="2279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3" name="pt43473"/>
            <p:cNvSpPr/>
            <p:nvPr/>
          </p:nvSpPr>
          <p:spPr>
            <a:xfrm>
              <a:off x="8882745" y="1390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4" name="pt43474"/>
            <p:cNvSpPr/>
            <p:nvPr/>
          </p:nvSpPr>
          <p:spPr>
            <a:xfrm>
              <a:off x="8563654" y="2188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5" name="pt43475"/>
            <p:cNvSpPr/>
            <p:nvPr/>
          </p:nvSpPr>
          <p:spPr>
            <a:xfrm>
              <a:off x="8544712" y="2413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6" name="pt43476"/>
            <p:cNvSpPr/>
            <p:nvPr/>
          </p:nvSpPr>
          <p:spPr>
            <a:xfrm>
              <a:off x="9294853" y="2013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7" name="pt43477"/>
            <p:cNvSpPr/>
            <p:nvPr/>
          </p:nvSpPr>
          <p:spPr>
            <a:xfrm>
              <a:off x="9043153" y="1745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8" name="pt43478"/>
            <p:cNvSpPr/>
            <p:nvPr/>
          </p:nvSpPr>
          <p:spPr>
            <a:xfrm>
              <a:off x="9211830" y="1787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9" name="pt43479"/>
            <p:cNvSpPr/>
            <p:nvPr/>
          </p:nvSpPr>
          <p:spPr>
            <a:xfrm>
              <a:off x="9477272" y="2540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0" name="pt43480"/>
            <p:cNvSpPr/>
            <p:nvPr/>
          </p:nvSpPr>
          <p:spPr>
            <a:xfrm>
              <a:off x="8274318" y="2697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1" name="pt43481"/>
            <p:cNvSpPr/>
            <p:nvPr/>
          </p:nvSpPr>
          <p:spPr>
            <a:xfrm>
              <a:off x="8783657" y="2154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2" name="pt43482"/>
            <p:cNvSpPr/>
            <p:nvPr/>
          </p:nvSpPr>
          <p:spPr>
            <a:xfrm>
              <a:off x="9103999" y="2221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3" name="pt43483"/>
            <p:cNvSpPr/>
            <p:nvPr/>
          </p:nvSpPr>
          <p:spPr>
            <a:xfrm>
              <a:off x="8274318" y="2498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4" name="pt43484"/>
            <p:cNvSpPr/>
            <p:nvPr/>
          </p:nvSpPr>
          <p:spPr>
            <a:xfrm>
              <a:off x="9046860" y="2194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5" name="pt43485"/>
            <p:cNvSpPr/>
            <p:nvPr/>
          </p:nvSpPr>
          <p:spPr>
            <a:xfrm>
              <a:off x="9294237" y="1986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6" name="pt43486"/>
            <p:cNvSpPr/>
            <p:nvPr/>
          </p:nvSpPr>
          <p:spPr>
            <a:xfrm>
              <a:off x="8879672" y="1927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7" name="pt43487"/>
            <p:cNvSpPr/>
            <p:nvPr/>
          </p:nvSpPr>
          <p:spPr>
            <a:xfrm>
              <a:off x="8580788" y="2180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8" name="pt43488"/>
            <p:cNvSpPr/>
            <p:nvPr/>
          </p:nvSpPr>
          <p:spPr>
            <a:xfrm>
              <a:off x="9045633" y="2317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9" name="pt43489"/>
            <p:cNvSpPr/>
            <p:nvPr/>
          </p:nvSpPr>
          <p:spPr>
            <a:xfrm>
              <a:off x="8958659" y="2220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0" name="pt43490"/>
            <p:cNvSpPr/>
            <p:nvPr/>
          </p:nvSpPr>
          <p:spPr>
            <a:xfrm>
              <a:off x="8798858" y="2003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1" name="pt43491"/>
            <p:cNvSpPr/>
            <p:nvPr/>
          </p:nvSpPr>
          <p:spPr>
            <a:xfrm>
              <a:off x="8659047" y="233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2" name="pt43492"/>
            <p:cNvSpPr/>
            <p:nvPr/>
          </p:nvSpPr>
          <p:spPr>
            <a:xfrm>
              <a:off x="8398928" y="2428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3" name="pt43493"/>
            <p:cNvSpPr/>
            <p:nvPr/>
          </p:nvSpPr>
          <p:spPr>
            <a:xfrm>
              <a:off x="9468702" y="2054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4" name="pt43494"/>
            <p:cNvSpPr/>
            <p:nvPr/>
          </p:nvSpPr>
          <p:spPr>
            <a:xfrm>
              <a:off x="8499532" y="2373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5" name="pt43495"/>
            <p:cNvSpPr/>
            <p:nvPr/>
          </p:nvSpPr>
          <p:spPr>
            <a:xfrm>
              <a:off x="9743490" y="173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6" name="pt43496"/>
            <p:cNvSpPr/>
            <p:nvPr/>
          </p:nvSpPr>
          <p:spPr>
            <a:xfrm>
              <a:off x="8398928" y="2506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7" name="pt43497"/>
            <p:cNvSpPr/>
            <p:nvPr/>
          </p:nvSpPr>
          <p:spPr>
            <a:xfrm>
              <a:off x="8544712" y="2344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8" name="pt43498"/>
            <p:cNvSpPr/>
            <p:nvPr/>
          </p:nvSpPr>
          <p:spPr>
            <a:xfrm>
              <a:off x="8923469" y="1874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9" name="pt43499"/>
            <p:cNvSpPr/>
            <p:nvPr/>
          </p:nvSpPr>
          <p:spPr>
            <a:xfrm>
              <a:off x="8891661" y="2185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0" name="pt43500"/>
            <p:cNvSpPr/>
            <p:nvPr/>
          </p:nvSpPr>
          <p:spPr>
            <a:xfrm>
              <a:off x="9031551" y="1614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1" name="pt43501"/>
            <p:cNvSpPr/>
            <p:nvPr/>
          </p:nvSpPr>
          <p:spPr>
            <a:xfrm>
              <a:off x="9034195" y="161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2" name="pt43502"/>
            <p:cNvSpPr/>
            <p:nvPr/>
          </p:nvSpPr>
          <p:spPr>
            <a:xfrm>
              <a:off x="8841866" y="1848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3" name="pt43503"/>
            <p:cNvSpPr/>
            <p:nvPr/>
          </p:nvSpPr>
          <p:spPr>
            <a:xfrm>
              <a:off x="8610820" y="2231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4" name="pt43504"/>
            <p:cNvSpPr/>
            <p:nvPr/>
          </p:nvSpPr>
          <p:spPr>
            <a:xfrm>
              <a:off x="8755061" y="2251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5" name="pt43505"/>
            <p:cNvSpPr/>
            <p:nvPr/>
          </p:nvSpPr>
          <p:spPr>
            <a:xfrm>
              <a:off x="8471820" y="2389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6" name="pt43506"/>
            <p:cNvSpPr/>
            <p:nvPr/>
          </p:nvSpPr>
          <p:spPr>
            <a:xfrm>
              <a:off x="8788868" y="2009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7" name="pt43507"/>
            <p:cNvSpPr/>
            <p:nvPr/>
          </p:nvSpPr>
          <p:spPr>
            <a:xfrm>
              <a:off x="8347210" y="2255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8" name="pt43508"/>
            <p:cNvSpPr/>
            <p:nvPr/>
          </p:nvSpPr>
          <p:spPr>
            <a:xfrm>
              <a:off x="9602828" y="2440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9" name="pt43509"/>
            <p:cNvSpPr/>
            <p:nvPr/>
          </p:nvSpPr>
          <p:spPr>
            <a:xfrm>
              <a:off x="8812874" y="2011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0" name="pt43510"/>
            <p:cNvSpPr/>
            <p:nvPr/>
          </p:nvSpPr>
          <p:spPr>
            <a:xfrm>
              <a:off x="8966476" y="2290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1" name="pt43511"/>
            <p:cNvSpPr/>
            <p:nvPr/>
          </p:nvSpPr>
          <p:spPr>
            <a:xfrm>
              <a:off x="8825875" y="1878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2" name="pt43512"/>
            <p:cNvSpPr/>
            <p:nvPr/>
          </p:nvSpPr>
          <p:spPr>
            <a:xfrm>
              <a:off x="8870124" y="2210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3" name="pt43513"/>
            <p:cNvSpPr/>
            <p:nvPr/>
          </p:nvSpPr>
          <p:spPr>
            <a:xfrm>
              <a:off x="8923469" y="1996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4" name="pt43514"/>
            <p:cNvSpPr/>
            <p:nvPr/>
          </p:nvSpPr>
          <p:spPr>
            <a:xfrm>
              <a:off x="8398928" y="2378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5" name="pt43515"/>
            <p:cNvSpPr/>
            <p:nvPr/>
          </p:nvSpPr>
          <p:spPr>
            <a:xfrm>
              <a:off x="8347210" y="2381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6" name="pt43516"/>
            <p:cNvSpPr/>
            <p:nvPr/>
          </p:nvSpPr>
          <p:spPr>
            <a:xfrm>
              <a:off x="9075096" y="1863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7" name="pt43517"/>
            <p:cNvSpPr/>
            <p:nvPr/>
          </p:nvSpPr>
          <p:spPr>
            <a:xfrm>
              <a:off x="9066533" y="1931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8" name="pt43518"/>
            <p:cNvSpPr/>
            <p:nvPr/>
          </p:nvSpPr>
          <p:spPr>
            <a:xfrm>
              <a:off x="9482767" y="2335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9" name="pt43519"/>
            <p:cNvSpPr/>
            <p:nvPr/>
          </p:nvSpPr>
          <p:spPr>
            <a:xfrm>
              <a:off x="9525526" y="1817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0" name="pt43520"/>
            <p:cNvSpPr/>
            <p:nvPr/>
          </p:nvSpPr>
          <p:spPr>
            <a:xfrm>
              <a:off x="8952564" y="2162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1" name="pt43521"/>
            <p:cNvSpPr/>
            <p:nvPr/>
          </p:nvSpPr>
          <p:spPr>
            <a:xfrm>
              <a:off x="8679043" y="2230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2" name="pt43522"/>
            <p:cNvSpPr/>
            <p:nvPr/>
          </p:nvSpPr>
          <p:spPr>
            <a:xfrm>
              <a:off x="8728379" y="2010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3" name="pt43523"/>
            <p:cNvSpPr/>
            <p:nvPr/>
          </p:nvSpPr>
          <p:spPr>
            <a:xfrm>
              <a:off x="8544712" y="2534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4" name="pt43524"/>
            <p:cNvSpPr/>
            <p:nvPr/>
          </p:nvSpPr>
          <p:spPr>
            <a:xfrm>
              <a:off x="8952564" y="2224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5" name="pt43525"/>
            <p:cNvSpPr/>
            <p:nvPr/>
          </p:nvSpPr>
          <p:spPr>
            <a:xfrm>
              <a:off x="9030214" y="1726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6" name="pt43526"/>
            <p:cNvSpPr/>
            <p:nvPr/>
          </p:nvSpPr>
          <p:spPr>
            <a:xfrm>
              <a:off x="8274318" y="2399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7" name="pt43527"/>
            <p:cNvSpPr/>
            <p:nvPr/>
          </p:nvSpPr>
          <p:spPr>
            <a:xfrm>
              <a:off x="9030214" y="1740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8" name="pt43528"/>
            <p:cNvSpPr/>
            <p:nvPr/>
          </p:nvSpPr>
          <p:spPr>
            <a:xfrm>
              <a:off x="8471820" y="244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9" name="pt43529"/>
            <p:cNvSpPr/>
            <p:nvPr/>
          </p:nvSpPr>
          <p:spPr>
            <a:xfrm>
              <a:off x="8817313" y="1968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0" name="pt43530"/>
            <p:cNvSpPr/>
            <p:nvPr/>
          </p:nvSpPr>
          <p:spPr>
            <a:xfrm>
              <a:off x="9066533" y="1898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1" name="pt43531"/>
            <p:cNvSpPr/>
            <p:nvPr/>
          </p:nvSpPr>
          <p:spPr>
            <a:xfrm>
              <a:off x="8274318" y="2526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2" name="pt43532"/>
            <p:cNvSpPr/>
            <p:nvPr/>
          </p:nvSpPr>
          <p:spPr>
            <a:xfrm>
              <a:off x="8499532" y="2424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3" name="pt43533"/>
            <p:cNvSpPr/>
            <p:nvPr/>
          </p:nvSpPr>
          <p:spPr>
            <a:xfrm>
              <a:off x="8970261" y="2092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4" name="pt43534"/>
            <p:cNvSpPr/>
            <p:nvPr/>
          </p:nvSpPr>
          <p:spPr>
            <a:xfrm>
              <a:off x="8523538" y="2551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5" name="pt43535"/>
            <p:cNvSpPr/>
            <p:nvPr/>
          </p:nvSpPr>
          <p:spPr>
            <a:xfrm>
              <a:off x="9237719" y="2144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6" name="pt43536"/>
            <p:cNvSpPr/>
            <p:nvPr/>
          </p:nvSpPr>
          <p:spPr>
            <a:xfrm>
              <a:off x="8471820" y="2340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7" name="pt43537"/>
            <p:cNvSpPr/>
            <p:nvPr/>
          </p:nvSpPr>
          <p:spPr>
            <a:xfrm>
              <a:off x="8930613" y="1826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8" name="pt43538"/>
            <p:cNvSpPr/>
            <p:nvPr/>
          </p:nvSpPr>
          <p:spPr>
            <a:xfrm>
              <a:off x="8471820" y="2383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9" name="pt43539"/>
            <p:cNvSpPr/>
            <p:nvPr/>
          </p:nvSpPr>
          <p:spPr>
            <a:xfrm>
              <a:off x="8596430" y="2372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0" name="pt43540"/>
            <p:cNvSpPr/>
            <p:nvPr/>
          </p:nvSpPr>
          <p:spPr>
            <a:xfrm>
              <a:off x="8471820" y="2394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1" name="pt43541"/>
            <p:cNvSpPr/>
            <p:nvPr/>
          </p:nvSpPr>
          <p:spPr>
            <a:xfrm>
              <a:off x="9273294" y="1716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2" name="pt43542"/>
            <p:cNvSpPr/>
            <p:nvPr/>
          </p:nvSpPr>
          <p:spPr>
            <a:xfrm>
              <a:off x="9190595" y="2078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3" name="pt43543"/>
            <p:cNvSpPr/>
            <p:nvPr/>
          </p:nvSpPr>
          <p:spPr>
            <a:xfrm>
              <a:off x="8921023" y="173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4" name="pt43544"/>
            <p:cNvSpPr/>
            <p:nvPr/>
          </p:nvSpPr>
          <p:spPr>
            <a:xfrm>
              <a:off x="8897369" y="2294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5" name="pt43545"/>
            <p:cNvSpPr/>
            <p:nvPr/>
          </p:nvSpPr>
          <p:spPr>
            <a:xfrm>
              <a:off x="9065434" y="167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6" name="pt43546"/>
            <p:cNvSpPr/>
            <p:nvPr/>
          </p:nvSpPr>
          <p:spPr>
            <a:xfrm>
              <a:off x="8347210" y="221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7" name="pt43547"/>
            <p:cNvSpPr/>
            <p:nvPr/>
          </p:nvSpPr>
          <p:spPr>
            <a:xfrm>
              <a:off x="8849358" y="1916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8" name="pt43548"/>
            <p:cNvSpPr/>
            <p:nvPr/>
          </p:nvSpPr>
          <p:spPr>
            <a:xfrm>
              <a:off x="8274318" y="2307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9" name="pt43549"/>
            <p:cNvSpPr/>
            <p:nvPr/>
          </p:nvSpPr>
          <p:spPr>
            <a:xfrm>
              <a:off x="9201267" y="185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0" name="pt43550"/>
            <p:cNvSpPr/>
            <p:nvPr/>
          </p:nvSpPr>
          <p:spPr>
            <a:xfrm>
              <a:off x="9182728" y="2041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1" name="pt43551"/>
            <p:cNvSpPr/>
            <p:nvPr/>
          </p:nvSpPr>
          <p:spPr>
            <a:xfrm>
              <a:off x="9035502" y="1825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2" name="pt43552"/>
            <p:cNvSpPr/>
            <p:nvPr/>
          </p:nvSpPr>
          <p:spPr>
            <a:xfrm>
              <a:off x="8761156" y="2322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3" name="pt43553"/>
            <p:cNvSpPr/>
            <p:nvPr/>
          </p:nvSpPr>
          <p:spPr>
            <a:xfrm>
              <a:off x="8697035" y="2064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4" name="pt43554"/>
            <p:cNvSpPr/>
            <p:nvPr/>
          </p:nvSpPr>
          <p:spPr>
            <a:xfrm>
              <a:off x="8274318" y="2273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5" name="pt43555"/>
            <p:cNvSpPr/>
            <p:nvPr/>
          </p:nvSpPr>
          <p:spPr>
            <a:xfrm>
              <a:off x="8523538" y="2360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6" name="pt43556"/>
            <p:cNvSpPr/>
            <p:nvPr/>
          </p:nvSpPr>
          <p:spPr>
            <a:xfrm>
              <a:off x="8648148" y="2186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7" name="pt43557"/>
            <p:cNvSpPr/>
            <p:nvPr/>
          </p:nvSpPr>
          <p:spPr>
            <a:xfrm>
              <a:off x="8274318" y="2517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8" name="pt43558"/>
            <p:cNvSpPr/>
            <p:nvPr/>
          </p:nvSpPr>
          <p:spPr>
            <a:xfrm>
              <a:off x="9171470" y="1893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9" name="pt43559"/>
            <p:cNvSpPr/>
            <p:nvPr/>
          </p:nvSpPr>
          <p:spPr>
            <a:xfrm>
              <a:off x="8735430" y="2105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0" name="pt43560"/>
            <p:cNvSpPr/>
            <p:nvPr/>
          </p:nvSpPr>
          <p:spPr>
            <a:xfrm>
              <a:off x="9370394" y="2038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1" name="pt43561"/>
            <p:cNvSpPr/>
            <p:nvPr/>
          </p:nvSpPr>
          <p:spPr>
            <a:xfrm>
              <a:off x="8659047" y="256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2" name="pt43562"/>
            <p:cNvSpPr/>
            <p:nvPr/>
          </p:nvSpPr>
          <p:spPr>
            <a:xfrm>
              <a:off x="9407038" y="2016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3" name="pt43563"/>
            <p:cNvSpPr/>
            <p:nvPr/>
          </p:nvSpPr>
          <p:spPr>
            <a:xfrm>
              <a:off x="8755061" y="2241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4" name="pt43564"/>
            <p:cNvSpPr/>
            <p:nvPr/>
          </p:nvSpPr>
          <p:spPr>
            <a:xfrm>
              <a:off x="9219949" y="2079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5" name="pt43565"/>
            <p:cNvSpPr/>
            <p:nvPr/>
          </p:nvSpPr>
          <p:spPr>
            <a:xfrm>
              <a:off x="8988075" y="198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6" name="pt43566"/>
            <p:cNvSpPr/>
            <p:nvPr/>
          </p:nvSpPr>
          <p:spPr>
            <a:xfrm>
              <a:off x="8669323" y="235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7" name="pt43567"/>
            <p:cNvSpPr/>
            <p:nvPr/>
          </p:nvSpPr>
          <p:spPr>
            <a:xfrm>
              <a:off x="8830008" y="2074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8" name="pt43568"/>
            <p:cNvSpPr/>
            <p:nvPr/>
          </p:nvSpPr>
          <p:spPr>
            <a:xfrm>
              <a:off x="9876105" y="2555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9" name="pt43569"/>
            <p:cNvSpPr/>
            <p:nvPr/>
          </p:nvSpPr>
          <p:spPr>
            <a:xfrm>
              <a:off x="9394753" y="1985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0" name="pt43570"/>
            <p:cNvSpPr/>
            <p:nvPr/>
          </p:nvSpPr>
          <p:spPr>
            <a:xfrm>
              <a:off x="8772758" y="2058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1" name="pt43571"/>
            <p:cNvSpPr/>
            <p:nvPr/>
          </p:nvSpPr>
          <p:spPr>
            <a:xfrm>
              <a:off x="8923469" y="1948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2" name="pt43572"/>
            <p:cNvSpPr/>
            <p:nvPr/>
          </p:nvSpPr>
          <p:spPr>
            <a:xfrm>
              <a:off x="9077174" y="1943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3" name="pt43573"/>
            <p:cNvSpPr/>
            <p:nvPr/>
          </p:nvSpPr>
          <p:spPr>
            <a:xfrm>
              <a:off x="8882745" y="1914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4" name="pt43574"/>
            <p:cNvSpPr/>
            <p:nvPr/>
          </p:nvSpPr>
          <p:spPr>
            <a:xfrm>
              <a:off x="8274318" y="2410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5" name="pt43575"/>
            <p:cNvSpPr/>
            <p:nvPr/>
          </p:nvSpPr>
          <p:spPr>
            <a:xfrm>
              <a:off x="8648148" y="2391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6" name="pt43576"/>
            <p:cNvSpPr/>
            <p:nvPr/>
          </p:nvSpPr>
          <p:spPr>
            <a:xfrm>
              <a:off x="8932933" y="1863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7" name="pt43577"/>
            <p:cNvSpPr/>
            <p:nvPr/>
          </p:nvSpPr>
          <p:spPr>
            <a:xfrm>
              <a:off x="8908267" y="2037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8" name="pt43578"/>
            <p:cNvSpPr/>
            <p:nvPr/>
          </p:nvSpPr>
          <p:spPr>
            <a:xfrm>
              <a:off x="9193323" y="2204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9" name="pt43579"/>
            <p:cNvSpPr/>
            <p:nvPr/>
          </p:nvSpPr>
          <p:spPr>
            <a:xfrm>
              <a:off x="9049289" y="2218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0" name="pt43580"/>
            <p:cNvSpPr/>
            <p:nvPr/>
          </p:nvSpPr>
          <p:spPr>
            <a:xfrm>
              <a:off x="9503592" y="2460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1" name="pt43581"/>
            <p:cNvSpPr/>
            <p:nvPr/>
          </p:nvSpPr>
          <p:spPr>
            <a:xfrm>
              <a:off x="8918543" y="1890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2" name="pt43582"/>
            <p:cNvSpPr/>
            <p:nvPr/>
          </p:nvSpPr>
          <p:spPr>
            <a:xfrm>
              <a:off x="9334969" y="2040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3" name="pt43583"/>
            <p:cNvSpPr/>
            <p:nvPr/>
          </p:nvSpPr>
          <p:spPr>
            <a:xfrm>
              <a:off x="8688264" y="2258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4" name="pt43584"/>
            <p:cNvSpPr/>
            <p:nvPr/>
          </p:nvSpPr>
          <p:spPr>
            <a:xfrm>
              <a:off x="8798858" y="219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5" name="pt43585"/>
            <p:cNvSpPr/>
            <p:nvPr/>
          </p:nvSpPr>
          <p:spPr>
            <a:xfrm>
              <a:off x="9096734" y="1806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6" name="pt43586"/>
            <p:cNvSpPr/>
            <p:nvPr/>
          </p:nvSpPr>
          <p:spPr>
            <a:xfrm>
              <a:off x="8439043" y="2306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7" name="pt43587"/>
            <p:cNvSpPr/>
            <p:nvPr/>
          </p:nvSpPr>
          <p:spPr>
            <a:xfrm>
              <a:off x="8471820" y="2409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8" name="pt43588"/>
            <p:cNvSpPr/>
            <p:nvPr/>
          </p:nvSpPr>
          <p:spPr>
            <a:xfrm>
              <a:off x="9237295" y="2044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9" name="pt43589"/>
            <p:cNvSpPr/>
            <p:nvPr/>
          </p:nvSpPr>
          <p:spPr>
            <a:xfrm>
              <a:off x="8471820" y="2451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0" name="pt43590"/>
            <p:cNvSpPr/>
            <p:nvPr/>
          </p:nvSpPr>
          <p:spPr>
            <a:xfrm>
              <a:off x="8610820" y="2069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1" name="pt43591"/>
            <p:cNvSpPr/>
            <p:nvPr/>
          </p:nvSpPr>
          <p:spPr>
            <a:xfrm>
              <a:off x="8563654" y="2119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2" name="pt43592"/>
            <p:cNvSpPr/>
            <p:nvPr/>
          </p:nvSpPr>
          <p:spPr>
            <a:xfrm>
              <a:off x="9268724" y="1727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3" name="pt43593"/>
            <p:cNvSpPr/>
            <p:nvPr/>
          </p:nvSpPr>
          <p:spPr>
            <a:xfrm>
              <a:off x="8841866" y="1943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4" name="pt43594"/>
            <p:cNvSpPr/>
            <p:nvPr/>
          </p:nvSpPr>
          <p:spPr>
            <a:xfrm>
              <a:off x="8596430" y="2346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5" name="pt43595"/>
            <p:cNvSpPr/>
            <p:nvPr/>
          </p:nvSpPr>
          <p:spPr>
            <a:xfrm>
              <a:off x="8778290" y="2200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6" name="pt43596"/>
            <p:cNvSpPr/>
            <p:nvPr/>
          </p:nvSpPr>
          <p:spPr>
            <a:xfrm>
              <a:off x="8798858" y="2033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7" name="pt43597"/>
            <p:cNvSpPr/>
            <p:nvPr/>
          </p:nvSpPr>
          <p:spPr>
            <a:xfrm>
              <a:off x="8274318" y="2430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8" name="pt43598"/>
            <p:cNvSpPr/>
            <p:nvPr/>
          </p:nvSpPr>
          <p:spPr>
            <a:xfrm>
              <a:off x="9363383" y="2134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9" name="pt43599"/>
            <p:cNvSpPr/>
            <p:nvPr/>
          </p:nvSpPr>
          <p:spPr>
            <a:xfrm>
              <a:off x="8748753" y="2061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0" name="pt43600"/>
            <p:cNvSpPr/>
            <p:nvPr/>
          </p:nvSpPr>
          <p:spPr>
            <a:xfrm>
              <a:off x="8471820" y="2478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1" name="pt43601"/>
            <p:cNvSpPr/>
            <p:nvPr/>
          </p:nvSpPr>
          <p:spPr>
            <a:xfrm>
              <a:off x="8761156" y="2249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2" name="pt43602"/>
            <p:cNvSpPr/>
            <p:nvPr/>
          </p:nvSpPr>
          <p:spPr>
            <a:xfrm>
              <a:off x="9308769" y="1907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3" name="pt43603"/>
            <p:cNvSpPr/>
            <p:nvPr/>
          </p:nvSpPr>
          <p:spPr>
            <a:xfrm>
              <a:off x="8956650" y="2230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4" name="pt43604"/>
            <p:cNvSpPr/>
            <p:nvPr/>
          </p:nvSpPr>
          <p:spPr>
            <a:xfrm>
              <a:off x="8596430" y="2128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5" name="pt43605"/>
            <p:cNvSpPr/>
            <p:nvPr/>
          </p:nvSpPr>
          <p:spPr>
            <a:xfrm>
              <a:off x="8964553" y="2286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6" name="pt43606"/>
            <p:cNvSpPr/>
            <p:nvPr/>
          </p:nvSpPr>
          <p:spPr>
            <a:xfrm>
              <a:off x="9468702" y="2236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7" name="pt43607"/>
            <p:cNvSpPr/>
            <p:nvPr/>
          </p:nvSpPr>
          <p:spPr>
            <a:xfrm>
              <a:off x="9877988" y="2695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8" name="pt43608"/>
            <p:cNvSpPr/>
            <p:nvPr/>
          </p:nvSpPr>
          <p:spPr>
            <a:xfrm>
              <a:off x="9334476" y="2064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9" name="pt43609"/>
            <p:cNvSpPr/>
            <p:nvPr/>
          </p:nvSpPr>
          <p:spPr>
            <a:xfrm>
              <a:off x="8838000" y="2075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0" name="pt43610"/>
            <p:cNvSpPr/>
            <p:nvPr/>
          </p:nvSpPr>
          <p:spPr>
            <a:xfrm>
              <a:off x="9553956" y="2237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1" name="pt43611"/>
            <p:cNvSpPr/>
            <p:nvPr/>
          </p:nvSpPr>
          <p:spPr>
            <a:xfrm>
              <a:off x="8274318" y="2455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2" name="pt43612"/>
            <p:cNvSpPr/>
            <p:nvPr/>
          </p:nvSpPr>
          <p:spPr>
            <a:xfrm>
              <a:off x="8499532" y="2386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3" name="pt43613"/>
            <p:cNvSpPr/>
            <p:nvPr/>
          </p:nvSpPr>
          <p:spPr>
            <a:xfrm>
              <a:off x="8499532" y="2572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4" name="pt43614"/>
            <p:cNvSpPr/>
            <p:nvPr/>
          </p:nvSpPr>
          <p:spPr>
            <a:xfrm>
              <a:off x="8669323" y="2405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5" name="pt43615"/>
            <p:cNvSpPr/>
            <p:nvPr/>
          </p:nvSpPr>
          <p:spPr>
            <a:xfrm>
              <a:off x="8728379" y="1814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6" name="pt43616"/>
            <p:cNvSpPr/>
            <p:nvPr/>
          </p:nvSpPr>
          <p:spPr>
            <a:xfrm>
              <a:off x="8812874" y="2345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7" name="pt43617"/>
            <p:cNvSpPr/>
            <p:nvPr/>
          </p:nvSpPr>
          <p:spPr>
            <a:xfrm>
              <a:off x="8659047" y="2480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8" name="pt43618"/>
            <p:cNvSpPr/>
            <p:nvPr/>
          </p:nvSpPr>
          <p:spPr>
            <a:xfrm>
              <a:off x="9127336" y="2020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9" name="pt43619"/>
            <p:cNvSpPr/>
            <p:nvPr/>
          </p:nvSpPr>
          <p:spPr>
            <a:xfrm>
              <a:off x="9049289" y="2290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0" name="pt43620"/>
            <p:cNvSpPr/>
            <p:nvPr/>
          </p:nvSpPr>
          <p:spPr>
            <a:xfrm>
              <a:off x="8923469" y="2044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1" name="pt43621"/>
            <p:cNvSpPr/>
            <p:nvPr/>
          </p:nvSpPr>
          <p:spPr>
            <a:xfrm>
              <a:off x="8688264" y="2076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2" name="pt43622"/>
            <p:cNvSpPr/>
            <p:nvPr/>
          </p:nvSpPr>
          <p:spPr>
            <a:xfrm>
              <a:off x="9266215" y="2063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3" name="pt43623"/>
            <p:cNvSpPr/>
            <p:nvPr/>
          </p:nvSpPr>
          <p:spPr>
            <a:xfrm>
              <a:off x="9422061" y="1979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4" name="pt43624"/>
            <p:cNvSpPr/>
            <p:nvPr/>
          </p:nvSpPr>
          <p:spPr>
            <a:xfrm>
              <a:off x="9099493" y="2064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5" name="pt43625"/>
            <p:cNvSpPr/>
            <p:nvPr/>
          </p:nvSpPr>
          <p:spPr>
            <a:xfrm>
              <a:off x="9525526" y="1884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6" name="pt43626"/>
            <p:cNvSpPr/>
            <p:nvPr/>
          </p:nvSpPr>
          <p:spPr>
            <a:xfrm>
              <a:off x="9086240" y="1885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7" name="pt43627"/>
            <p:cNvSpPr/>
            <p:nvPr/>
          </p:nvSpPr>
          <p:spPr>
            <a:xfrm>
              <a:off x="8544712" y="2441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8" name="pt43628"/>
            <p:cNvSpPr/>
            <p:nvPr/>
          </p:nvSpPr>
          <p:spPr>
            <a:xfrm>
              <a:off x="8798858" y="210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9" name="pt43629"/>
            <p:cNvSpPr/>
            <p:nvPr/>
          </p:nvSpPr>
          <p:spPr>
            <a:xfrm>
              <a:off x="8274318" y="2561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0" name="pt43630"/>
            <p:cNvSpPr/>
            <p:nvPr/>
          </p:nvSpPr>
          <p:spPr>
            <a:xfrm>
              <a:off x="8788868" y="2134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1" name="pt43631"/>
            <p:cNvSpPr/>
            <p:nvPr/>
          </p:nvSpPr>
          <p:spPr>
            <a:xfrm>
              <a:off x="9227269" y="209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2" name="pt43632"/>
            <p:cNvSpPr/>
            <p:nvPr/>
          </p:nvSpPr>
          <p:spPr>
            <a:xfrm>
              <a:off x="9368156" y="2150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3" name="pt43633"/>
            <p:cNvSpPr/>
            <p:nvPr/>
          </p:nvSpPr>
          <p:spPr>
            <a:xfrm>
              <a:off x="8803653" y="1925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4" name="pt43634"/>
            <p:cNvSpPr/>
            <p:nvPr/>
          </p:nvSpPr>
          <p:spPr>
            <a:xfrm>
              <a:off x="8563654" y="2051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5" name="pt43635"/>
            <p:cNvSpPr/>
            <p:nvPr/>
          </p:nvSpPr>
          <p:spPr>
            <a:xfrm>
              <a:off x="8778290" y="2043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6" name="pt43636"/>
            <p:cNvSpPr/>
            <p:nvPr/>
          </p:nvSpPr>
          <p:spPr>
            <a:xfrm>
              <a:off x="8761156" y="2328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7" name="pt43637"/>
            <p:cNvSpPr/>
            <p:nvPr/>
          </p:nvSpPr>
          <p:spPr>
            <a:xfrm>
              <a:off x="9513165" y="2378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8" name="pt43638"/>
            <p:cNvSpPr/>
            <p:nvPr/>
          </p:nvSpPr>
          <p:spPr>
            <a:xfrm>
              <a:off x="8821645" y="2131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9" name="pt43639"/>
            <p:cNvSpPr/>
            <p:nvPr/>
          </p:nvSpPr>
          <p:spPr>
            <a:xfrm>
              <a:off x="9644062" y="2276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0" name="pt43640"/>
            <p:cNvSpPr/>
            <p:nvPr/>
          </p:nvSpPr>
          <p:spPr>
            <a:xfrm>
              <a:off x="8830008" y="2195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1" name="pt43641"/>
            <p:cNvSpPr/>
            <p:nvPr/>
          </p:nvSpPr>
          <p:spPr>
            <a:xfrm>
              <a:off x="9066533" y="1664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2" name="pt43642"/>
            <p:cNvSpPr/>
            <p:nvPr/>
          </p:nvSpPr>
          <p:spPr>
            <a:xfrm>
              <a:off x="8439043" y="2344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3" name="pt43643"/>
            <p:cNvSpPr/>
            <p:nvPr/>
          </p:nvSpPr>
          <p:spPr>
            <a:xfrm>
              <a:off x="8596430" y="2296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4" name="pt43644"/>
            <p:cNvSpPr/>
            <p:nvPr/>
          </p:nvSpPr>
          <p:spPr>
            <a:xfrm>
              <a:off x="8830008" y="1949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5" name="pt43645"/>
            <p:cNvSpPr/>
            <p:nvPr/>
          </p:nvSpPr>
          <p:spPr>
            <a:xfrm>
              <a:off x="9054052" y="2153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6" name="pt43646"/>
            <p:cNvSpPr/>
            <p:nvPr/>
          </p:nvSpPr>
          <p:spPr>
            <a:xfrm>
              <a:off x="9065434" y="1715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7" name="pt43647"/>
            <p:cNvSpPr/>
            <p:nvPr/>
          </p:nvSpPr>
          <p:spPr>
            <a:xfrm>
              <a:off x="9564013" y="2227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8" name="pt43648"/>
            <p:cNvSpPr/>
            <p:nvPr/>
          </p:nvSpPr>
          <p:spPr>
            <a:xfrm>
              <a:off x="8803653" y="216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9" name="pt43649"/>
            <p:cNvSpPr/>
            <p:nvPr/>
          </p:nvSpPr>
          <p:spPr>
            <a:xfrm>
              <a:off x="8812874" y="2088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0" name="pt43650"/>
            <p:cNvSpPr/>
            <p:nvPr/>
          </p:nvSpPr>
          <p:spPr>
            <a:xfrm>
              <a:off x="8705398" y="2088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1" name="pt43651"/>
            <p:cNvSpPr/>
            <p:nvPr/>
          </p:nvSpPr>
          <p:spPr>
            <a:xfrm>
              <a:off x="8852989" y="2052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2" name="pt43652"/>
            <p:cNvSpPr/>
            <p:nvPr/>
          </p:nvSpPr>
          <p:spPr>
            <a:xfrm>
              <a:off x="8688264" y="2369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3" name="pt43653"/>
            <p:cNvSpPr/>
            <p:nvPr/>
          </p:nvSpPr>
          <p:spPr>
            <a:xfrm>
              <a:off x="8748753" y="190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4" name="pt43654"/>
            <p:cNvSpPr/>
            <p:nvPr/>
          </p:nvSpPr>
          <p:spPr>
            <a:xfrm>
              <a:off x="9136479" y="2006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5" name="pt43655"/>
            <p:cNvSpPr/>
            <p:nvPr/>
          </p:nvSpPr>
          <p:spPr>
            <a:xfrm>
              <a:off x="8742215" y="2070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6" name="pt43656"/>
            <p:cNvSpPr/>
            <p:nvPr/>
          </p:nvSpPr>
          <p:spPr>
            <a:xfrm>
              <a:off x="8954618" y="2339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7" name="pt43657"/>
            <p:cNvSpPr/>
            <p:nvPr/>
          </p:nvSpPr>
          <p:spPr>
            <a:xfrm>
              <a:off x="8882745" y="1825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8" name="pt43658"/>
            <p:cNvSpPr/>
            <p:nvPr/>
          </p:nvSpPr>
          <p:spPr>
            <a:xfrm>
              <a:off x="9030214" y="1712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9" name="pt43659"/>
            <p:cNvSpPr/>
            <p:nvPr/>
          </p:nvSpPr>
          <p:spPr>
            <a:xfrm>
              <a:off x="8798858" y="2038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0" name="pt43660"/>
            <p:cNvSpPr/>
            <p:nvPr/>
          </p:nvSpPr>
          <p:spPr>
            <a:xfrm>
              <a:off x="9219949" y="2165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1" name="pt43661"/>
            <p:cNvSpPr/>
            <p:nvPr/>
          </p:nvSpPr>
          <p:spPr>
            <a:xfrm>
              <a:off x="8954618" y="2206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2" name="pt43662"/>
            <p:cNvSpPr/>
            <p:nvPr/>
          </p:nvSpPr>
          <p:spPr>
            <a:xfrm>
              <a:off x="9294853" y="2015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3" name="pt43663"/>
            <p:cNvSpPr/>
            <p:nvPr/>
          </p:nvSpPr>
          <p:spPr>
            <a:xfrm>
              <a:off x="8471820" y="2335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4" name="pt43664"/>
            <p:cNvSpPr/>
            <p:nvPr/>
          </p:nvSpPr>
          <p:spPr>
            <a:xfrm>
              <a:off x="8888738" y="2100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5" name="pt43665"/>
            <p:cNvSpPr/>
            <p:nvPr/>
          </p:nvSpPr>
          <p:spPr>
            <a:xfrm>
              <a:off x="8803653" y="1961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6" name="pt43666"/>
            <p:cNvSpPr/>
            <p:nvPr/>
          </p:nvSpPr>
          <p:spPr>
            <a:xfrm>
              <a:off x="8803653" y="2190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7" name="pt43667"/>
            <p:cNvSpPr/>
            <p:nvPr/>
          </p:nvSpPr>
          <p:spPr>
            <a:xfrm>
              <a:off x="8610820" y="2010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8" name="pt43668"/>
            <p:cNvSpPr/>
            <p:nvPr/>
          </p:nvSpPr>
          <p:spPr>
            <a:xfrm>
              <a:off x="8803653" y="2268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9" name="pt43669"/>
            <p:cNvSpPr/>
            <p:nvPr/>
          </p:nvSpPr>
          <p:spPr>
            <a:xfrm>
              <a:off x="8610820" y="2072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0" name="pt43670"/>
            <p:cNvSpPr/>
            <p:nvPr/>
          </p:nvSpPr>
          <p:spPr>
            <a:xfrm>
              <a:off x="9203327" y="1795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1" name="pt43671"/>
            <p:cNvSpPr/>
            <p:nvPr/>
          </p:nvSpPr>
          <p:spPr>
            <a:xfrm>
              <a:off x="8742215" y="2002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2" name="pt43672"/>
            <p:cNvSpPr/>
            <p:nvPr/>
          </p:nvSpPr>
          <p:spPr>
            <a:xfrm>
              <a:off x="8439043" y="2281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3" name="pt43673"/>
            <p:cNvSpPr/>
            <p:nvPr/>
          </p:nvSpPr>
          <p:spPr>
            <a:xfrm>
              <a:off x="8721041" y="2266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4" name="pt43674"/>
            <p:cNvSpPr/>
            <p:nvPr/>
          </p:nvSpPr>
          <p:spPr>
            <a:xfrm>
              <a:off x="8735430" y="1994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5" name="pt43675"/>
            <p:cNvSpPr/>
            <p:nvPr/>
          </p:nvSpPr>
          <p:spPr>
            <a:xfrm>
              <a:off x="8856549" y="2173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6" name="pt43676"/>
            <p:cNvSpPr/>
            <p:nvPr/>
          </p:nvSpPr>
          <p:spPr>
            <a:xfrm>
              <a:off x="9103999" y="2013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7" name="pt43677"/>
            <p:cNvSpPr/>
            <p:nvPr/>
          </p:nvSpPr>
          <p:spPr>
            <a:xfrm>
              <a:off x="9247994" y="207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8" name="pt43678"/>
            <p:cNvSpPr/>
            <p:nvPr/>
          </p:nvSpPr>
          <p:spPr>
            <a:xfrm>
              <a:off x="9002725" y="1942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9" name="pt43679"/>
            <p:cNvSpPr/>
            <p:nvPr/>
          </p:nvSpPr>
          <p:spPr>
            <a:xfrm>
              <a:off x="8958659" y="2299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0" name="pt43680"/>
            <p:cNvSpPr/>
            <p:nvPr/>
          </p:nvSpPr>
          <p:spPr>
            <a:xfrm>
              <a:off x="8471820" y="2368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1" name="pt43681"/>
            <p:cNvSpPr/>
            <p:nvPr/>
          </p:nvSpPr>
          <p:spPr>
            <a:xfrm>
              <a:off x="8761156" y="240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2" name="pt43682"/>
            <p:cNvSpPr/>
            <p:nvPr/>
          </p:nvSpPr>
          <p:spPr>
            <a:xfrm>
              <a:off x="9535645" y="2004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3" name="pt43683"/>
            <p:cNvSpPr/>
            <p:nvPr/>
          </p:nvSpPr>
          <p:spPr>
            <a:xfrm>
              <a:off x="8688264" y="2249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4" name="pt43684"/>
            <p:cNvSpPr/>
            <p:nvPr/>
          </p:nvSpPr>
          <p:spPr>
            <a:xfrm>
              <a:off x="8705398" y="2179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5" name="pt43685"/>
            <p:cNvSpPr/>
            <p:nvPr/>
          </p:nvSpPr>
          <p:spPr>
            <a:xfrm>
              <a:off x="8636546" y="2335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6" name="pt43686"/>
            <p:cNvSpPr/>
            <p:nvPr/>
          </p:nvSpPr>
          <p:spPr>
            <a:xfrm>
              <a:off x="8636546" y="2180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7" name="pt43687"/>
            <p:cNvSpPr/>
            <p:nvPr/>
          </p:nvSpPr>
          <p:spPr>
            <a:xfrm>
              <a:off x="9199183" y="2081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8" name="pt43688"/>
            <p:cNvSpPr/>
            <p:nvPr/>
          </p:nvSpPr>
          <p:spPr>
            <a:xfrm>
              <a:off x="9075096" y="1845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9" name="pt43689"/>
            <p:cNvSpPr/>
            <p:nvPr/>
          </p:nvSpPr>
          <p:spPr>
            <a:xfrm>
              <a:off x="9689893" y="1750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0" name="pt43690"/>
            <p:cNvSpPr/>
            <p:nvPr/>
          </p:nvSpPr>
          <p:spPr>
            <a:xfrm>
              <a:off x="8778290" y="2313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1" name="pt43691"/>
            <p:cNvSpPr/>
            <p:nvPr/>
          </p:nvSpPr>
          <p:spPr>
            <a:xfrm>
              <a:off x="9070866" y="1896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2" name="pt43692"/>
            <p:cNvSpPr/>
            <p:nvPr/>
          </p:nvSpPr>
          <p:spPr>
            <a:xfrm>
              <a:off x="8688264" y="2470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3" name="pt43693"/>
            <p:cNvSpPr/>
            <p:nvPr/>
          </p:nvSpPr>
          <p:spPr>
            <a:xfrm>
              <a:off x="8999571" y="1897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4" name="pt43694"/>
            <p:cNvSpPr/>
            <p:nvPr/>
          </p:nvSpPr>
          <p:spPr>
            <a:xfrm>
              <a:off x="8841866" y="1844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5" name="pt43695"/>
            <p:cNvSpPr/>
            <p:nvPr/>
          </p:nvSpPr>
          <p:spPr>
            <a:xfrm>
              <a:off x="9187265" y="202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6" name="pt43696"/>
            <p:cNvSpPr/>
            <p:nvPr/>
          </p:nvSpPr>
          <p:spPr>
            <a:xfrm>
              <a:off x="8817313" y="1964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7" name="pt43697"/>
            <p:cNvSpPr/>
            <p:nvPr/>
          </p:nvSpPr>
          <p:spPr>
            <a:xfrm>
              <a:off x="8918543" y="1973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8" name="pt43698"/>
            <p:cNvSpPr/>
            <p:nvPr/>
          </p:nvSpPr>
          <p:spPr>
            <a:xfrm>
              <a:off x="8274318" y="2433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9" name="pt43699"/>
            <p:cNvSpPr/>
            <p:nvPr/>
          </p:nvSpPr>
          <p:spPr>
            <a:xfrm>
              <a:off x="8748753" y="2041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0" name="pt43700"/>
            <p:cNvSpPr/>
            <p:nvPr/>
          </p:nvSpPr>
          <p:spPr>
            <a:xfrm>
              <a:off x="9313825" y="2200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1" name="pt43701"/>
            <p:cNvSpPr/>
            <p:nvPr/>
          </p:nvSpPr>
          <p:spPr>
            <a:xfrm>
              <a:off x="8972124" y="2089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2" name="pt43702"/>
            <p:cNvSpPr/>
            <p:nvPr/>
          </p:nvSpPr>
          <p:spPr>
            <a:xfrm>
              <a:off x="8523538" y="2402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3" name="pt43703"/>
            <p:cNvSpPr/>
            <p:nvPr/>
          </p:nvSpPr>
          <p:spPr>
            <a:xfrm>
              <a:off x="8669323" y="2449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4" name="pt43704"/>
            <p:cNvSpPr/>
            <p:nvPr/>
          </p:nvSpPr>
          <p:spPr>
            <a:xfrm>
              <a:off x="9124975" y="2000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5" name="pt43705"/>
            <p:cNvSpPr/>
            <p:nvPr/>
          </p:nvSpPr>
          <p:spPr>
            <a:xfrm>
              <a:off x="8347210" y="2178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6" name="pt43706"/>
            <p:cNvSpPr/>
            <p:nvPr/>
          </p:nvSpPr>
          <p:spPr>
            <a:xfrm>
              <a:off x="8688264" y="2284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7" name="pt43707"/>
            <p:cNvSpPr/>
            <p:nvPr/>
          </p:nvSpPr>
          <p:spPr>
            <a:xfrm>
              <a:off x="8274318" y="2322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8" name="pt43708"/>
            <p:cNvSpPr/>
            <p:nvPr/>
          </p:nvSpPr>
          <p:spPr>
            <a:xfrm>
              <a:off x="9110123" y="2086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9" name="pt43709"/>
            <p:cNvSpPr/>
            <p:nvPr/>
          </p:nvSpPr>
          <p:spPr>
            <a:xfrm>
              <a:off x="9156826" y="2001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0" name="pt43710"/>
            <p:cNvSpPr/>
            <p:nvPr/>
          </p:nvSpPr>
          <p:spPr>
            <a:xfrm>
              <a:off x="8812874" y="2151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1" name="pt43711"/>
            <p:cNvSpPr/>
            <p:nvPr/>
          </p:nvSpPr>
          <p:spPr>
            <a:xfrm>
              <a:off x="8347210" y="2501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2" name="pt43712"/>
            <p:cNvSpPr/>
            <p:nvPr/>
          </p:nvSpPr>
          <p:spPr>
            <a:xfrm>
              <a:off x="9265854" y="214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3" name="pt43713"/>
            <p:cNvSpPr/>
            <p:nvPr/>
          </p:nvSpPr>
          <p:spPr>
            <a:xfrm>
              <a:off x="8610820" y="2043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4" name="pt43714"/>
            <p:cNvSpPr/>
            <p:nvPr/>
          </p:nvSpPr>
          <p:spPr>
            <a:xfrm>
              <a:off x="8523538" y="2497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5" name="pt43715"/>
            <p:cNvSpPr/>
            <p:nvPr/>
          </p:nvSpPr>
          <p:spPr>
            <a:xfrm>
              <a:off x="9049289" y="226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6" name="pt43716"/>
            <p:cNvSpPr/>
            <p:nvPr/>
          </p:nvSpPr>
          <p:spPr>
            <a:xfrm>
              <a:off x="8950486" y="2038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7" name="pt43717"/>
            <p:cNvSpPr/>
            <p:nvPr/>
          </p:nvSpPr>
          <p:spPr>
            <a:xfrm>
              <a:off x="9002725" y="1868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8" name="pt43718"/>
            <p:cNvSpPr/>
            <p:nvPr/>
          </p:nvSpPr>
          <p:spPr>
            <a:xfrm>
              <a:off x="8347210" y="2172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9" name="pt43719"/>
            <p:cNvSpPr/>
            <p:nvPr/>
          </p:nvSpPr>
          <p:spPr>
            <a:xfrm>
              <a:off x="8648148" y="2494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0" name="pt43720"/>
            <p:cNvSpPr/>
            <p:nvPr/>
          </p:nvSpPr>
          <p:spPr>
            <a:xfrm>
              <a:off x="9069792" y="1779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1" name="pt43721"/>
            <p:cNvSpPr/>
            <p:nvPr/>
          </p:nvSpPr>
          <p:spPr>
            <a:xfrm>
              <a:off x="8274318" y="2471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2" name="pt43722"/>
            <p:cNvSpPr/>
            <p:nvPr/>
          </p:nvSpPr>
          <p:spPr>
            <a:xfrm>
              <a:off x="9334476" y="212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3" name="pt43723"/>
            <p:cNvSpPr/>
            <p:nvPr/>
          </p:nvSpPr>
          <p:spPr>
            <a:xfrm>
              <a:off x="8274318" y="2312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4" name="pt43724"/>
            <p:cNvSpPr/>
            <p:nvPr/>
          </p:nvSpPr>
          <p:spPr>
            <a:xfrm>
              <a:off x="9096734" y="1852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5" name="pt43725"/>
            <p:cNvSpPr/>
            <p:nvPr/>
          </p:nvSpPr>
          <p:spPr>
            <a:xfrm>
              <a:off x="8274318" y="2532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6" name="pt43726"/>
            <p:cNvSpPr/>
            <p:nvPr/>
          </p:nvSpPr>
          <p:spPr>
            <a:xfrm>
              <a:off x="8274318" y="2410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7" name="pt43727"/>
            <p:cNvSpPr/>
            <p:nvPr/>
          </p:nvSpPr>
          <p:spPr>
            <a:xfrm>
              <a:off x="8274318" y="2366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8" name="pt43728"/>
            <p:cNvSpPr/>
            <p:nvPr/>
          </p:nvSpPr>
          <p:spPr>
            <a:xfrm>
              <a:off x="8870124" y="2193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9" name="pt43729"/>
            <p:cNvSpPr/>
            <p:nvPr/>
          </p:nvSpPr>
          <p:spPr>
            <a:xfrm>
              <a:off x="9083269" y="1889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0" name="pt43730"/>
            <p:cNvSpPr/>
            <p:nvPr/>
          </p:nvSpPr>
          <p:spPr>
            <a:xfrm>
              <a:off x="8439043" y="2428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1" name="pt43731"/>
            <p:cNvSpPr/>
            <p:nvPr/>
          </p:nvSpPr>
          <p:spPr>
            <a:xfrm>
              <a:off x="8439043" y="2470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2" name="pt43732"/>
            <p:cNvSpPr/>
            <p:nvPr/>
          </p:nvSpPr>
          <p:spPr>
            <a:xfrm>
              <a:off x="8876545" y="1872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3" name="pt43733"/>
            <p:cNvSpPr/>
            <p:nvPr/>
          </p:nvSpPr>
          <p:spPr>
            <a:xfrm>
              <a:off x="9049289" y="2214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4" name="pt43734"/>
            <p:cNvSpPr/>
            <p:nvPr/>
          </p:nvSpPr>
          <p:spPr>
            <a:xfrm>
              <a:off x="8636546" y="2328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5" name="pt43735"/>
            <p:cNvSpPr/>
            <p:nvPr/>
          </p:nvSpPr>
          <p:spPr>
            <a:xfrm>
              <a:off x="8439043" y="2314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6" name="pt43736"/>
            <p:cNvSpPr/>
            <p:nvPr/>
          </p:nvSpPr>
          <p:spPr>
            <a:xfrm>
              <a:off x="8659047" y="2380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7" name="pt43737"/>
            <p:cNvSpPr/>
            <p:nvPr/>
          </p:nvSpPr>
          <p:spPr>
            <a:xfrm>
              <a:off x="8954618" y="2369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8" name="pt43738"/>
            <p:cNvSpPr/>
            <p:nvPr/>
          </p:nvSpPr>
          <p:spPr>
            <a:xfrm>
              <a:off x="8735430" y="2269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9" name="pt43739"/>
            <p:cNvSpPr/>
            <p:nvPr/>
          </p:nvSpPr>
          <p:spPr>
            <a:xfrm>
              <a:off x="9553956" y="2189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0" name="pt43740"/>
            <p:cNvSpPr/>
            <p:nvPr/>
          </p:nvSpPr>
          <p:spPr>
            <a:xfrm>
              <a:off x="8624143" y="2114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1" name="pt43741"/>
            <p:cNvSpPr/>
            <p:nvPr/>
          </p:nvSpPr>
          <p:spPr>
            <a:xfrm>
              <a:off x="8808322" y="2277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2" name="pt43742"/>
            <p:cNvSpPr/>
            <p:nvPr/>
          </p:nvSpPr>
          <p:spPr>
            <a:xfrm>
              <a:off x="8958659" y="2223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3" name="pt43743"/>
            <p:cNvSpPr/>
            <p:nvPr/>
          </p:nvSpPr>
          <p:spPr>
            <a:xfrm>
              <a:off x="9156826" y="2075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4" name="pt43744"/>
            <p:cNvSpPr/>
            <p:nvPr/>
          </p:nvSpPr>
          <p:spPr>
            <a:xfrm>
              <a:off x="8879672" y="2019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5" name="pt43745"/>
            <p:cNvSpPr/>
            <p:nvPr/>
          </p:nvSpPr>
          <p:spPr>
            <a:xfrm>
              <a:off x="9468702" y="2032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6" name="pt43746"/>
            <p:cNvSpPr/>
            <p:nvPr/>
          </p:nvSpPr>
          <p:spPr>
            <a:xfrm>
              <a:off x="9027511" y="1720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7" name="pt43747"/>
            <p:cNvSpPr/>
            <p:nvPr/>
          </p:nvSpPr>
          <p:spPr>
            <a:xfrm>
              <a:off x="8563654" y="2204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8" name="pt43748"/>
            <p:cNvSpPr/>
            <p:nvPr/>
          </p:nvSpPr>
          <p:spPr>
            <a:xfrm>
              <a:off x="9005825" y="1701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9" name="pt43749"/>
            <p:cNvSpPr/>
            <p:nvPr/>
          </p:nvSpPr>
          <p:spPr>
            <a:xfrm>
              <a:off x="9226820" y="1904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0" name="pt43750"/>
            <p:cNvSpPr/>
            <p:nvPr/>
          </p:nvSpPr>
          <p:spPr>
            <a:xfrm>
              <a:off x="8803653" y="2161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1" name="pt43751"/>
            <p:cNvSpPr/>
            <p:nvPr/>
          </p:nvSpPr>
          <p:spPr>
            <a:xfrm>
              <a:off x="9544151" y="2276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2" name="pt43752"/>
            <p:cNvSpPr/>
            <p:nvPr/>
          </p:nvSpPr>
          <p:spPr>
            <a:xfrm>
              <a:off x="9336196" y="218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3" name="pt43753"/>
            <p:cNvSpPr/>
            <p:nvPr/>
          </p:nvSpPr>
          <p:spPr>
            <a:xfrm>
              <a:off x="8923469" y="1949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4" name="pt43754"/>
            <p:cNvSpPr/>
            <p:nvPr/>
          </p:nvSpPr>
          <p:spPr>
            <a:xfrm>
              <a:off x="8544712" y="2449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5" name="pt43755"/>
            <p:cNvSpPr/>
            <p:nvPr/>
          </p:nvSpPr>
          <p:spPr>
            <a:xfrm>
              <a:off x="9602828" y="2207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6" name="pt43756"/>
            <p:cNvSpPr/>
            <p:nvPr/>
          </p:nvSpPr>
          <p:spPr>
            <a:xfrm>
              <a:off x="9490707" y="2335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7" name="pt43757"/>
            <p:cNvSpPr/>
            <p:nvPr/>
          </p:nvSpPr>
          <p:spPr>
            <a:xfrm>
              <a:off x="8274318" y="2583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8" name="pt43758"/>
            <p:cNvSpPr/>
            <p:nvPr/>
          </p:nvSpPr>
          <p:spPr>
            <a:xfrm>
              <a:off x="9101309" y="2082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9" name="pt43759"/>
            <p:cNvSpPr/>
            <p:nvPr/>
          </p:nvSpPr>
          <p:spPr>
            <a:xfrm>
              <a:off x="9182728" y="1990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0" name="pt43760"/>
            <p:cNvSpPr/>
            <p:nvPr/>
          </p:nvSpPr>
          <p:spPr>
            <a:xfrm>
              <a:off x="8838000" y="1906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1" name="pt43761"/>
            <p:cNvSpPr/>
            <p:nvPr/>
          </p:nvSpPr>
          <p:spPr>
            <a:xfrm>
              <a:off x="8913479" y="1721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2" name="pt43762"/>
            <p:cNvSpPr/>
            <p:nvPr/>
          </p:nvSpPr>
          <p:spPr>
            <a:xfrm>
              <a:off x="9054052" y="2270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3" name="pt43763"/>
            <p:cNvSpPr/>
            <p:nvPr/>
          </p:nvSpPr>
          <p:spPr>
            <a:xfrm>
              <a:off x="8563654" y="2099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4" name="pt43764"/>
            <p:cNvSpPr/>
            <p:nvPr/>
          </p:nvSpPr>
          <p:spPr>
            <a:xfrm>
              <a:off x="8894537" y="2071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5" name="pt43765"/>
            <p:cNvSpPr/>
            <p:nvPr/>
          </p:nvSpPr>
          <p:spPr>
            <a:xfrm>
              <a:off x="8347210" y="2263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6" name="pt43766"/>
            <p:cNvSpPr/>
            <p:nvPr/>
          </p:nvSpPr>
          <p:spPr>
            <a:xfrm>
              <a:off x="9401001" y="2118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7" name="pt43767"/>
            <p:cNvSpPr/>
            <p:nvPr/>
          </p:nvSpPr>
          <p:spPr>
            <a:xfrm>
              <a:off x="9645731" y="2519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8" name="pt43768"/>
            <p:cNvSpPr/>
            <p:nvPr/>
          </p:nvSpPr>
          <p:spPr>
            <a:xfrm>
              <a:off x="8863465" y="2145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9" name="pt43769"/>
            <p:cNvSpPr/>
            <p:nvPr/>
          </p:nvSpPr>
          <p:spPr>
            <a:xfrm>
              <a:off x="8523538" y="2448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0" name="pt43770"/>
            <p:cNvSpPr/>
            <p:nvPr/>
          </p:nvSpPr>
          <p:spPr>
            <a:xfrm>
              <a:off x="8705398" y="2354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1" name="pt43771"/>
            <p:cNvSpPr/>
            <p:nvPr/>
          </p:nvSpPr>
          <p:spPr>
            <a:xfrm>
              <a:off x="8471820" y="2305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2" name="pt43772"/>
            <p:cNvSpPr/>
            <p:nvPr/>
          </p:nvSpPr>
          <p:spPr>
            <a:xfrm>
              <a:off x="9363803" y="2061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3" name="pt43773"/>
            <p:cNvSpPr/>
            <p:nvPr/>
          </p:nvSpPr>
          <p:spPr>
            <a:xfrm>
              <a:off x="8748753" y="191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4" name="pt43774"/>
            <p:cNvSpPr/>
            <p:nvPr/>
          </p:nvSpPr>
          <p:spPr>
            <a:xfrm>
              <a:off x="8563654" y="2255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5" name="pt43775"/>
            <p:cNvSpPr/>
            <p:nvPr/>
          </p:nvSpPr>
          <p:spPr>
            <a:xfrm>
              <a:off x="9367540" y="2107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6" name="pt43776"/>
            <p:cNvSpPr/>
            <p:nvPr/>
          </p:nvSpPr>
          <p:spPr>
            <a:xfrm>
              <a:off x="9191144" y="2097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7" name="pt43777"/>
            <p:cNvSpPr/>
            <p:nvPr/>
          </p:nvSpPr>
          <p:spPr>
            <a:xfrm>
              <a:off x="8563654" y="2195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8" name="pt43778"/>
            <p:cNvSpPr/>
            <p:nvPr/>
          </p:nvSpPr>
          <p:spPr>
            <a:xfrm>
              <a:off x="8659047" y="2365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9" name="pt43779"/>
            <p:cNvSpPr/>
            <p:nvPr/>
          </p:nvSpPr>
          <p:spPr>
            <a:xfrm>
              <a:off x="8580788" y="2298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0" name="pt43780"/>
            <p:cNvSpPr/>
            <p:nvPr/>
          </p:nvSpPr>
          <p:spPr>
            <a:xfrm>
              <a:off x="8610820" y="2141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1" name="pt43781"/>
            <p:cNvSpPr/>
            <p:nvPr/>
          </p:nvSpPr>
          <p:spPr>
            <a:xfrm>
              <a:off x="8544712" y="2429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2" name="pt43782"/>
            <p:cNvSpPr/>
            <p:nvPr/>
          </p:nvSpPr>
          <p:spPr>
            <a:xfrm>
              <a:off x="9211830" y="1916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3" name="pt43783"/>
            <p:cNvSpPr/>
            <p:nvPr/>
          </p:nvSpPr>
          <p:spPr>
            <a:xfrm>
              <a:off x="8398928" y="2443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4" name="pt43784"/>
            <p:cNvSpPr/>
            <p:nvPr/>
          </p:nvSpPr>
          <p:spPr>
            <a:xfrm>
              <a:off x="8580788" y="2362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5" name="pt43785"/>
            <p:cNvSpPr/>
            <p:nvPr/>
          </p:nvSpPr>
          <p:spPr>
            <a:xfrm>
              <a:off x="8659047" y="2394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6" name="pt43786"/>
            <p:cNvSpPr/>
            <p:nvPr/>
          </p:nvSpPr>
          <p:spPr>
            <a:xfrm>
              <a:off x="9002725" y="1886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7" name="pt43787"/>
            <p:cNvSpPr/>
            <p:nvPr/>
          </p:nvSpPr>
          <p:spPr>
            <a:xfrm>
              <a:off x="9065434" y="173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8" name="pt43788"/>
            <p:cNvSpPr/>
            <p:nvPr/>
          </p:nvSpPr>
          <p:spPr>
            <a:xfrm>
              <a:off x="8713389" y="2290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9" name="pt43789"/>
            <p:cNvSpPr/>
            <p:nvPr/>
          </p:nvSpPr>
          <p:spPr>
            <a:xfrm>
              <a:off x="8523538" y="2352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0" name="pt43790"/>
            <p:cNvSpPr/>
            <p:nvPr/>
          </p:nvSpPr>
          <p:spPr>
            <a:xfrm>
              <a:off x="9223646" y="1896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1" name="pt43791"/>
            <p:cNvSpPr/>
            <p:nvPr/>
          </p:nvSpPr>
          <p:spPr>
            <a:xfrm>
              <a:off x="8274318" y="2456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2" name="pt43792"/>
            <p:cNvSpPr/>
            <p:nvPr/>
          </p:nvSpPr>
          <p:spPr>
            <a:xfrm>
              <a:off x="8544712" y="2533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3" name="pt43793"/>
            <p:cNvSpPr/>
            <p:nvPr/>
          </p:nvSpPr>
          <p:spPr>
            <a:xfrm>
              <a:off x="9313825" y="2041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4" name="pt43794"/>
            <p:cNvSpPr/>
            <p:nvPr/>
          </p:nvSpPr>
          <p:spPr>
            <a:xfrm>
              <a:off x="9743490" y="2215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5" name="pt43795"/>
            <p:cNvSpPr/>
            <p:nvPr/>
          </p:nvSpPr>
          <p:spPr>
            <a:xfrm>
              <a:off x="8439043" y="2460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6" name="pt43796"/>
            <p:cNvSpPr/>
            <p:nvPr/>
          </p:nvSpPr>
          <p:spPr>
            <a:xfrm>
              <a:off x="8999571" y="1798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7" name="pt43797"/>
            <p:cNvSpPr/>
            <p:nvPr/>
          </p:nvSpPr>
          <p:spPr>
            <a:xfrm>
              <a:off x="9034195" y="1771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8" name="pt43798"/>
            <p:cNvSpPr/>
            <p:nvPr/>
          </p:nvSpPr>
          <p:spPr>
            <a:xfrm>
              <a:off x="9233005" y="2226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9" name="pt43799"/>
            <p:cNvSpPr/>
            <p:nvPr/>
          </p:nvSpPr>
          <p:spPr>
            <a:xfrm>
              <a:off x="9201267" y="1799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0" name="pt43800"/>
            <p:cNvSpPr/>
            <p:nvPr/>
          </p:nvSpPr>
          <p:spPr>
            <a:xfrm>
              <a:off x="9368156" y="2086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1" name="pt43801"/>
            <p:cNvSpPr/>
            <p:nvPr/>
          </p:nvSpPr>
          <p:spPr>
            <a:xfrm>
              <a:off x="8761156" y="2221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2" name="pt43802"/>
            <p:cNvSpPr/>
            <p:nvPr/>
          </p:nvSpPr>
          <p:spPr>
            <a:xfrm>
              <a:off x="8742215" y="2218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3" name="pt43803"/>
            <p:cNvSpPr/>
            <p:nvPr/>
          </p:nvSpPr>
          <p:spPr>
            <a:xfrm>
              <a:off x="9127336" y="1958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4" name="pt43804"/>
            <p:cNvSpPr/>
            <p:nvPr/>
          </p:nvSpPr>
          <p:spPr>
            <a:xfrm>
              <a:off x="8876545" y="1527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5" name="pt43805"/>
            <p:cNvSpPr/>
            <p:nvPr/>
          </p:nvSpPr>
          <p:spPr>
            <a:xfrm>
              <a:off x="8937484" y="2062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6" name="pt43806"/>
            <p:cNvSpPr/>
            <p:nvPr/>
          </p:nvSpPr>
          <p:spPr>
            <a:xfrm>
              <a:off x="8897369" y="2123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7" name="pt43807"/>
            <p:cNvSpPr/>
            <p:nvPr/>
          </p:nvSpPr>
          <p:spPr>
            <a:xfrm>
              <a:off x="8966476" y="2279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8" name="pt43808"/>
            <p:cNvSpPr/>
            <p:nvPr/>
          </p:nvSpPr>
          <p:spPr>
            <a:xfrm>
              <a:off x="8274318" y="2430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9" name="pt43809"/>
            <p:cNvSpPr/>
            <p:nvPr/>
          </p:nvSpPr>
          <p:spPr>
            <a:xfrm>
              <a:off x="9023378" y="1846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0" name="pt43810"/>
            <p:cNvSpPr/>
            <p:nvPr/>
          </p:nvSpPr>
          <p:spPr>
            <a:xfrm>
              <a:off x="9332489" y="2072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1" name="pt43811"/>
            <p:cNvSpPr/>
            <p:nvPr/>
          </p:nvSpPr>
          <p:spPr>
            <a:xfrm>
              <a:off x="8834048" y="1908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2" name="pt43812"/>
            <p:cNvSpPr/>
            <p:nvPr/>
          </p:nvSpPr>
          <p:spPr>
            <a:xfrm>
              <a:off x="8988075" y="1974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3" name="pt43813"/>
            <p:cNvSpPr/>
            <p:nvPr/>
          </p:nvSpPr>
          <p:spPr>
            <a:xfrm>
              <a:off x="8838000" y="1918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4" name="pt43814"/>
            <p:cNvSpPr/>
            <p:nvPr/>
          </p:nvSpPr>
          <p:spPr>
            <a:xfrm>
              <a:off x="8873363" y="2082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5" name="pt43815"/>
            <p:cNvSpPr/>
            <p:nvPr/>
          </p:nvSpPr>
          <p:spPr>
            <a:xfrm>
              <a:off x="9028868" y="1982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6" name="pt43816"/>
            <p:cNvSpPr/>
            <p:nvPr/>
          </p:nvSpPr>
          <p:spPr>
            <a:xfrm>
              <a:off x="9361481" y="2149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7" name="pt43817"/>
            <p:cNvSpPr/>
            <p:nvPr/>
          </p:nvSpPr>
          <p:spPr>
            <a:xfrm>
              <a:off x="8913479" y="1825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8" name="pt43818"/>
            <p:cNvSpPr/>
            <p:nvPr/>
          </p:nvSpPr>
          <p:spPr>
            <a:xfrm>
              <a:off x="9059833" y="1889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9" name="pt43819"/>
            <p:cNvSpPr/>
            <p:nvPr/>
          </p:nvSpPr>
          <p:spPr>
            <a:xfrm>
              <a:off x="9502529" y="2432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0" name="pt43820"/>
            <p:cNvSpPr/>
            <p:nvPr/>
          </p:nvSpPr>
          <p:spPr>
            <a:xfrm>
              <a:off x="9394753" y="2236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1" name="pt43821"/>
            <p:cNvSpPr/>
            <p:nvPr/>
          </p:nvSpPr>
          <p:spPr>
            <a:xfrm>
              <a:off x="9002725" y="2004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2" name="pt43822"/>
            <p:cNvSpPr/>
            <p:nvPr/>
          </p:nvSpPr>
          <p:spPr>
            <a:xfrm>
              <a:off x="8952564" y="2185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3" name="pt43823"/>
            <p:cNvSpPr/>
            <p:nvPr/>
          </p:nvSpPr>
          <p:spPr>
            <a:xfrm>
              <a:off x="8398928" y="2504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4" name="pt43824"/>
            <p:cNvSpPr/>
            <p:nvPr/>
          </p:nvSpPr>
          <p:spPr>
            <a:xfrm>
              <a:off x="8954618" y="2331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5" name="pt43825"/>
            <p:cNvSpPr/>
            <p:nvPr/>
          </p:nvSpPr>
          <p:spPr>
            <a:xfrm>
              <a:off x="9187265" y="222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6" name="pt43826"/>
            <p:cNvSpPr/>
            <p:nvPr/>
          </p:nvSpPr>
          <p:spPr>
            <a:xfrm>
              <a:off x="8817313" y="2018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7" name="pt43827"/>
            <p:cNvSpPr/>
            <p:nvPr/>
          </p:nvSpPr>
          <p:spPr>
            <a:xfrm>
              <a:off x="8728379" y="2107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8" name="pt43828"/>
            <p:cNvSpPr/>
            <p:nvPr/>
          </p:nvSpPr>
          <p:spPr>
            <a:xfrm>
              <a:off x="9541125" y="1764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9" name="pt43829"/>
            <p:cNvSpPr/>
            <p:nvPr/>
          </p:nvSpPr>
          <p:spPr>
            <a:xfrm>
              <a:off x="9108394" y="2000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0" name="pt43830"/>
            <p:cNvSpPr/>
            <p:nvPr/>
          </p:nvSpPr>
          <p:spPr>
            <a:xfrm>
              <a:off x="8347210" y="2413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1" name="pt43831"/>
            <p:cNvSpPr/>
            <p:nvPr/>
          </p:nvSpPr>
          <p:spPr>
            <a:xfrm>
              <a:off x="8742215" y="2080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2" name="pt43832"/>
            <p:cNvSpPr/>
            <p:nvPr/>
          </p:nvSpPr>
          <p:spPr>
            <a:xfrm>
              <a:off x="9486197" y="2330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3" name="pt43833"/>
            <p:cNvSpPr/>
            <p:nvPr/>
          </p:nvSpPr>
          <p:spPr>
            <a:xfrm>
              <a:off x="8439043" y="2326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4" name="pt43834"/>
            <p:cNvSpPr/>
            <p:nvPr/>
          </p:nvSpPr>
          <p:spPr>
            <a:xfrm>
              <a:off x="8812874" y="2131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5" name="pt43835"/>
            <p:cNvSpPr/>
            <p:nvPr/>
          </p:nvSpPr>
          <p:spPr>
            <a:xfrm>
              <a:off x="9147988" y="2133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6" name="pt43836"/>
            <p:cNvSpPr/>
            <p:nvPr/>
          </p:nvSpPr>
          <p:spPr>
            <a:xfrm>
              <a:off x="9034195" y="1856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7" name="pt43837"/>
            <p:cNvSpPr/>
            <p:nvPr/>
          </p:nvSpPr>
          <p:spPr>
            <a:xfrm>
              <a:off x="8728379" y="2042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8" name="pt43838"/>
            <p:cNvSpPr/>
            <p:nvPr/>
          </p:nvSpPr>
          <p:spPr>
            <a:xfrm>
              <a:off x="9351205" y="2099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9" name="pt43839"/>
            <p:cNvSpPr/>
            <p:nvPr/>
          </p:nvSpPr>
          <p:spPr>
            <a:xfrm>
              <a:off x="8964553" y="2241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0" name="pt43840"/>
            <p:cNvSpPr/>
            <p:nvPr/>
          </p:nvSpPr>
          <p:spPr>
            <a:xfrm>
              <a:off x="8624143" y="2430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1" name="pt43841"/>
            <p:cNvSpPr/>
            <p:nvPr/>
          </p:nvSpPr>
          <p:spPr>
            <a:xfrm>
              <a:off x="9142325" y="2049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2" name="pt43842"/>
            <p:cNvSpPr/>
            <p:nvPr/>
          </p:nvSpPr>
          <p:spPr>
            <a:xfrm>
              <a:off x="8879672" y="1982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3" name="pt43843"/>
            <p:cNvSpPr/>
            <p:nvPr/>
          </p:nvSpPr>
          <p:spPr>
            <a:xfrm>
              <a:off x="9503592" y="2531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4" name="pt43844"/>
            <p:cNvSpPr/>
            <p:nvPr/>
          </p:nvSpPr>
          <p:spPr>
            <a:xfrm>
              <a:off x="8821645" y="205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5" name="pt43845"/>
            <p:cNvSpPr/>
            <p:nvPr/>
          </p:nvSpPr>
          <p:spPr>
            <a:xfrm>
              <a:off x="9525526" y="1695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6" name="pt43846"/>
            <p:cNvSpPr/>
            <p:nvPr/>
          </p:nvSpPr>
          <p:spPr>
            <a:xfrm>
              <a:off x="8274318" y="2365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7" name="pt43847"/>
            <p:cNvSpPr/>
            <p:nvPr/>
          </p:nvSpPr>
          <p:spPr>
            <a:xfrm>
              <a:off x="8728379" y="2087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8" name="pt43848"/>
            <p:cNvSpPr/>
            <p:nvPr/>
          </p:nvSpPr>
          <p:spPr>
            <a:xfrm>
              <a:off x="9034195" y="1632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9" name="pt43849"/>
            <p:cNvSpPr/>
            <p:nvPr/>
          </p:nvSpPr>
          <p:spPr>
            <a:xfrm>
              <a:off x="8398928" y="2347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0" name="pt43850"/>
            <p:cNvSpPr/>
            <p:nvPr/>
          </p:nvSpPr>
          <p:spPr>
            <a:xfrm>
              <a:off x="9160112" y="1893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1" name="pt43851"/>
            <p:cNvSpPr/>
            <p:nvPr/>
          </p:nvSpPr>
          <p:spPr>
            <a:xfrm>
              <a:off x="8610820" y="2103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2" name="pt43852"/>
            <p:cNvSpPr/>
            <p:nvPr/>
          </p:nvSpPr>
          <p:spPr>
            <a:xfrm>
              <a:off x="9030214" y="1809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3" name="pt43853"/>
            <p:cNvSpPr/>
            <p:nvPr/>
          </p:nvSpPr>
          <p:spPr>
            <a:xfrm>
              <a:off x="8347210" y="2267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4" name="pt43854"/>
            <p:cNvSpPr/>
            <p:nvPr/>
          </p:nvSpPr>
          <p:spPr>
            <a:xfrm>
              <a:off x="9503592" y="2515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5" name="pt43855"/>
            <p:cNvSpPr/>
            <p:nvPr/>
          </p:nvSpPr>
          <p:spPr>
            <a:xfrm>
              <a:off x="8902901" y="2173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6" name="pt43856"/>
            <p:cNvSpPr/>
            <p:nvPr/>
          </p:nvSpPr>
          <p:spPr>
            <a:xfrm>
              <a:off x="8735430" y="2129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7" name="pt43857"/>
            <p:cNvSpPr/>
            <p:nvPr/>
          </p:nvSpPr>
          <p:spPr>
            <a:xfrm>
              <a:off x="8596430" y="2093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8" name="pt43858"/>
            <p:cNvSpPr/>
            <p:nvPr/>
          </p:nvSpPr>
          <p:spPr>
            <a:xfrm>
              <a:off x="9211830" y="1806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9" name="pt43859"/>
            <p:cNvSpPr/>
            <p:nvPr/>
          </p:nvSpPr>
          <p:spPr>
            <a:xfrm>
              <a:off x="8499532" y="2349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0" name="pt43860"/>
            <p:cNvSpPr/>
            <p:nvPr/>
          </p:nvSpPr>
          <p:spPr>
            <a:xfrm>
              <a:off x="8563654" y="2104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1" name="pt43861"/>
            <p:cNvSpPr/>
            <p:nvPr/>
          </p:nvSpPr>
          <p:spPr>
            <a:xfrm>
              <a:off x="8937484" y="2119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2" name="pt43862"/>
            <p:cNvSpPr/>
            <p:nvPr/>
          </p:nvSpPr>
          <p:spPr>
            <a:xfrm>
              <a:off x="8735430" y="2166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3" name="pt43863"/>
            <p:cNvSpPr/>
            <p:nvPr/>
          </p:nvSpPr>
          <p:spPr>
            <a:xfrm>
              <a:off x="8274318" y="2527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4" name="pt43864"/>
            <p:cNvSpPr/>
            <p:nvPr/>
          </p:nvSpPr>
          <p:spPr>
            <a:xfrm>
              <a:off x="9034195" y="1645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5" name="pt43865"/>
            <p:cNvSpPr/>
            <p:nvPr/>
          </p:nvSpPr>
          <p:spPr>
            <a:xfrm>
              <a:off x="9030214" y="1805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6" name="pt43866"/>
            <p:cNvSpPr/>
            <p:nvPr/>
          </p:nvSpPr>
          <p:spPr>
            <a:xfrm>
              <a:off x="8697035" y="206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7" name="pt43867"/>
            <p:cNvSpPr/>
            <p:nvPr/>
          </p:nvSpPr>
          <p:spPr>
            <a:xfrm>
              <a:off x="8439043" y="2474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8" name="pt43868"/>
            <p:cNvSpPr/>
            <p:nvPr/>
          </p:nvSpPr>
          <p:spPr>
            <a:xfrm>
              <a:off x="9196543" y="2176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9" name="pt43869"/>
            <p:cNvSpPr/>
            <p:nvPr/>
          </p:nvSpPr>
          <p:spPr>
            <a:xfrm>
              <a:off x="9049289" y="2210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0" name="pt43870"/>
            <p:cNvSpPr/>
            <p:nvPr/>
          </p:nvSpPr>
          <p:spPr>
            <a:xfrm>
              <a:off x="8347210" y="2546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1" name="pt43871"/>
            <p:cNvSpPr/>
            <p:nvPr/>
          </p:nvSpPr>
          <p:spPr>
            <a:xfrm>
              <a:off x="8669323" y="2397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2" name="pt43872"/>
            <p:cNvSpPr/>
            <p:nvPr/>
          </p:nvSpPr>
          <p:spPr>
            <a:xfrm>
              <a:off x="8439043" y="2358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3" name="pt43873"/>
            <p:cNvSpPr/>
            <p:nvPr/>
          </p:nvSpPr>
          <p:spPr>
            <a:xfrm>
              <a:off x="9075096" y="1838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4" name="pt43874"/>
            <p:cNvSpPr/>
            <p:nvPr/>
          </p:nvSpPr>
          <p:spPr>
            <a:xfrm>
              <a:off x="8748753" y="2022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5" name="pt43875"/>
            <p:cNvSpPr/>
            <p:nvPr/>
          </p:nvSpPr>
          <p:spPr>
            <a:xfrm>
              <a:off x="8596430" y="239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6" name="pt43876"/>
            <p:cNvSpPr/>
            <p:nvPr/>
          </p:nvSpPr>
          <p:spPr>
            <a:xfrm>
              <a:off x="9297299" y="1769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7" name="pt43877"/>
            <p:cNvSpPr/>
            <p:nvPr/>
          </p:nvSpPr>
          <p:spPr>
            <a:xfrm>
              <a:off x="9655598" y="2419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8" name="pt43878"/>
            <p:cNvSpPr/>
            <p:nvPr/>
          </p:nvSpPr>
          <p:spPr>
            <a:xfrm>
              <a:off x="8888738" y="2110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9" name="pt43879"/>
            <p:cNvSpPr/>
            <p:nvPr/>
          </p:nvSpPr>
          <p:spPr>
            <a:xfrm>
              <a:off x="8891661" y="2154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0" name="pt43880"/>
            <p:cNvSpPr/>
            <p:nvPr/>
          </p:nvSpPr>
          <p:spPr>
            <a:xfrm>
              <a:off x="8274318" y="2264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1" name="pt43881"/>
            <p:cNvSpPr/>
            <p:nvPr/>
          </p:nvSpPr>
          <p:spPr>
            <a:xfrm>
              <a:off x="8523538" y="2409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2" name="pt43882"/>
            <p:cNvSpPr/>
            <p:nvPr/>
          </p:nvSpPr>
          <p:spPr>
            <a:xfrm>
              <a:off x="8544712" y="2392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3" name="pt43883"/>
            <p:cNvSpPr/>
            <p:nvPr/>
          </p:nvSpPr>
          <p:spPr>
            <a:xfrm>
              <a:off x="8849358" y="2063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4" name="pt43884"/>
            <p:cNvSpPr/>
            <p:nvPr/>
          </p:nvSpPr>
          <p:spPr>
            <a:xfrm>
              <a:off x="8882745" y="1654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5" name="pt43885"/>
            <p:cNvSpPr/>
            <p:nvPr/>
          </p:nvSpPr>
          <p:spPr>
            <a:xfrm>
              <a:off x="8923469" y="1894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6" name="pt43886"/>
            <p:cNvSpPr/>
            <p:nvPr/>
          </p:nvSpPr>
          <p:spPr>
            <a:xfrm>
              <a:off x="8398928" y="2572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7" name="pt43887"/>
            <p:cNvSpPr/>
            <p:nvPr/>
          </p:nvSpPr>
          <p:spPr>
            <a:xfrm>
              <a:off x="9371804" y="2022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8" name="pt43888"/>
            <p:cNvSpPr/>
            <p:nvPr/>
          </p:nvSpPr>
          <p:spPr>
            <a:xfrm>
              <a:off x="8274318" y="223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9" name="pt43889"/>
            <p:cNvSpPr/>
            <p:nvPr/>
          </p:nvSpPr>
          <p:spPr>
            <a:xfrm>
              <a:off x="9103999" y="1972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0" name="pt43890"/>
            <p:cNvSpPr/>
            <p:nvPr/>
          </p:nvSpPr>
          <p:spPr>
            <a:xfrm>
              <a:off x="8821645" y="2128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1" name="pt43891"/>
            <p:cNvSpPr/>
            <p:nvPr/>
          </p:nvSpPr>
          <p:spPr>
            <a:xfrm>
              <a:off x="8274318" y="2423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2" name="pt43892"/>
            <p:cNvSpPr/>
            <p:nvPr/>
          </p:nvSpPr>
          <p:spPr>
            <a:xfrm>
              <a:off x="9103999" y="1969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3" name="pt43893"/>
            <p:cNvSpPr/>
            <p:nvPr/>
          </p:nvSpPr>
          <p:spPr>
            <a:xfrm>
              <a:off x="8742215" y="2105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4" name="pt43894"/>
            <p:cNvSpPr/>
            <p:nvPr/>
          </p:nvSpPr>
          <p:spPr>
            <a:xfrm>
              <a:off x="8876545" y="1531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5" name="pt43895"/>
            <p:cNvSpPr/>
            <p:nvPr/>
          </p:nvSpPr>
          <p:spPr>
            <a:xfrm>
              <a:off x="8610820" y="2084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6" name="pt43896"/>
            <p:cNvSpPr/>
            <p:nvPr/>
          </p:nvSpPr>
          <p:spPr>
            <a:xfrm>
              <a:off x="9097658" y="2019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7" name="pt43897"/>
            <p:cNvSpPr/>
            <p:nvPr/>
          </p:nvSpPr>
          <p:spPr>
            <a:xfrm>
              <a:off x="8347210" y="2497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8" name="pt43898"/>
            <p:cNvSpPr/>
            <p:nvPr/>
          </p:nvSpPr>
          <p:spPr>
            <a:xfrm>
              <a:off x="8755061" y="2280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9" name="pt43899"/>
            <p:cNvSpPr/>
            <p:nvPr/>
          </p:nvSpPr>
          <p:spPr>
            <a:xfrm>
              <a:off x="8918543" y="1758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0" name="pt43900"/>
            <p:cNvSpPr/>
            <p:nvPr/>
          </p:nvSpPr>
          <p:spPr>
            <a:xfrm>
              <a:off x="8523538" y="2560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1" name="pt43901"/>
            <p:cNvSpPr/>
            <p:nvPr/>
          </p:nvSpPr>
          <p:spPr>
            <a:xfrm>
              <a:off x="8948383" y="2043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2" name="pt43902"/>
            <p:cNvSpPr/>
            <p:nvPr/>
          </p:nvSpPr>
          <p:spPr>
            <a:xfrm>
              <a:off x="9086240" y="1934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3" name="pt43903"/>
            <p:cNvSpPr/>
            <p:nvPr/>
          </p:nvSpPr>
          <p:spPr>
            <a:xfrm>
              <a:off x="8471820" y="2302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4" name="pt43904"/>
            <p:cNvSpPr/>
            <p:nvPr/>
          </p:nvSpPr>
          <p:spPr>
            <a:xfrm>
              <a:off x="8910892" y="2133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5" name="pt43905"/>
            <p:cNvSpPr/>
            <p:nvPr/>
          </p:nvSpPr>
          <p:spPr>
            <a:xfrm>
              <a:off x="8274318" y="2241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6" name="pt43906"/>
            <p:cNvSpPr/>
            <p:nvPr/>
          </p:nvSpPr>
          <p:spPr>
            <a:xfrm>
              <a:off x="8274318" y="2387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7" name="pt43907"/>
            <p:cNvSpPr/>
            <p:nvPr/>
          </p:nvSpPr>
          <p:spPr>
            <a:xfrm>
              <a:off x="8825875" y="1934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8" name="pt43908"/>
            <p:cNvSpPr/>
            <p:nvPr/>
          </p:nvSpPr>
          <p:spPr>
            <a:xfrm>
              <a:off x="8999571" y="1743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9" name="pt43909"/>
            <p:cNvSpPr/>
            <p:nvPr/>
          </p:nvSpPr>
          <p:spPr>
            <a:xfrm>
              <a:off x="9645731" y="2477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0" name="pt43910"/>
            <p:cNvSpPr/>
            <p:nvPr/>
          </p:nvSpPr>
          <p:spPr>
            <a:xfrm>
              <a:off x="9602828" y="2312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1" name="pt43911"/>
            <p:cNvSpPr/>
            <p:nvPr/>
          </p:nvSpPr>
          <p:spPr>
            <a:xfrm>
              <a:off x="9519804" y="2490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2" name="pt43912"/>
            <p:cNvSpPr/>
            <p:nvPr/>
          </p:nvSpPr>
          <p:spPr>
            <a:xfrm>
              <a:off x="8669323" y="2477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3" name="pt43913"/>
            <p:cNvSpPr/>
            <p:nvPr/>
          </p:nvSpPr>
          <p:spPr>
            <a:xfrm>
              <a:off x="8705398" y="1948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4" name="pt43914"/>
            <p:cNvSpPr/>
            <p:nvPr/>
          </p:nvSpPr>
          <p:spPr>
            <a:xfrm>
              <a:off x="8274318" y="2335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5" name="pt43915"/>
            <p:cNvSpPr/>
            <p:nvPr/>
          </p:nvSpPr>
          <p:spPr>
            <a:xfrm>
              <a:off x="9490707" y="2407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6" name="pt43916"/>
            <p:cNvSpPr/>
            <p:nvPr/>
          </p:nvSpPr>
          <p:spPr>
            <a:xfrm>
              <a:off x="9482767" y="230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7" name="pt43917"/>
            <p:cNvSpPr/>
            <p:nvPr/>
          </p:nvSpPr>
          <p:spPr>
            <a:xfrm>
              <a:off x="8772758" y="2167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8" name="pt43918"/>
            <p:cNvSpPr/>
            <p:nvPr/>
          </p:nvSpPr>
          <p:spPr>
            <a:xfrm>
              <a:off x="8274318" y="2450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9" name="pt43919"/>
            <p:cNvSpPr/>
            <p:nvPr/>
          </p:nvSpPr>
          <p:spPr>
            <a:xfrm>
              <a:off x="8688264" y="2080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0" name="pt43920"/>
            <p:cNvSpPr/>
            <p:nvPr/>
          </p:nvSpPr>
          <p:spPr>
            <a:xfrm>
              <a:off x="8274318" y="2459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1" name="pt43921"/>
            <p:cNvSpPr/>
            <p:nvPr/>
          </p:nvSpPr>
          <p:spPr>
            <a:xfrm>
              <a:off x="8954618" y="2334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2" name="pt43922"/>
            <p:cNvSpPr/>
            <p:nvPr/>
          </p:nvSpPr>
          <p:spPr>
            <a:xfrm>
              <a:off x="8972124" y="1984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3" name="pt43923"/>
            <p:cNvSpPr/>
            <p:nvPr/>
          </p:nvSpPr>
          <p:spPr>
            <a:xfrm>
              <a:off x="8834048" y="1893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4" name="pt43924"/>
            <p:cNvSpPr/>
            <p:nvPr/>
          </p:nvSpPr>
          <p:spPr>
            <a:xfrm>
              <a:off x="9124182" y="2010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5" name="pt43925"/>
            <p:cNvSpPr/>
            <p:nvPr/>
          </p:nvSpPr>
          <p:spPr>
            <a:xfrm>
              <a:off x="8274318" y="2229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6" name="pt43926"/>
            <p:cNvSpPr/>
            <p:nvPr/>
          </p:nvSpPr>
          <p:spPr>
            <a:xfrm>
              <a:off x="8636546" y="2197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7" name="pt43927"/>
            <p:cNvSpPr/>
            <p:nvPr/>
          </p:nvSpPr>
          <p:spPr>
            <a:xfrm>
              <a:off x="8999571" y="1878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8" name="pt43928"/>
            <p:cNvSpPr/>
            <p:nvPr/>
          </p:nvSpPr>
          <p:spPr>
            <a:xfrm>
              <a:off x="8523538" y="2440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9" name="pt43929"/>
            <p:cNvSpPr/>
            <p:nvPr/>
          </p:nvSpPr>
          <p:spPr>
            <a:xfrm>
              <a:off x="9097658" y="1955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0" name="pt43930"/>
            <p:cNvSpPr/>
            <p:nvPr/>
          </p:nvSpPr>
          <p:spPr>
            <a:xfrm>
              <a:off x="8973968" y="1863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1" name="pt43931"/>
            <p:cNvSpPr/>
            <p:nvPr/>
          </p:nvSpPr>
          <p:spPr>
            <a:xfrm>
              <a:off x="8856549" y="2176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2" name="pt43932"/>
            <p:cNvSpPr/>
            <p:nvPr/>
          </p:nvSpPr>
          <p:spPr>
            <a:xfrm>
              <a:off x="8274318" y="228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3" name="pt43933"/>
            <p:cNvSpPr/>
            <p:nvPr/>
          </p:nvSpPr>
          <p:spPr>
            <a:xfrm>
              <a:off x="8636546" y="2448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4" name="pt43934"/>
            <p:cNvSpPr/>
            <p:nvPr/>
          </p:nvSpPr>
          <p:spPr>
            <a:xfrm>
              <a:off x="8274318" y="2542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5" name="pt43935"/>
            <p:cNvSpPr/>
            <p:nvPr/>
          </p:nvSpPr>
          <p:spPr>
            <a:xfrm>
              <a:off x="8783657" y="2307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6" name="pt43936"/>
            <p:cNvSpPr/>
            <p:nvPr/>
          </p:nvSpPr>
          <p:spPr>
            <a:xfrm>
              <a:off x="9182728" y="1937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7" name="pt43937"/>
            <p:cNvSpPr/>
            <p:nvPr/>
          </p:nvSpPr>
          <p:spPr>
            <a:xfrm>
              <a:off x="8856549" y="2220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8" name="pt43938"/>
            <p:cNvSpPr/>
            <p:nvPr/>
          </p:nvSpPr>
          <p:spPr>
            <a:xfrm>
              <a:off x="9103999" y="2106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9" name="pt43939"/>
            <p:cNvSpPr/>
            <p:nvPr/>
          </p:nvSpPr>
          <p:spPr>
            <a:xfrm>
              <a:off x="9370394" y="2088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0" name="pt43940"/>
            <p:cNvSpPr/>
            <p:nvPr/>
          </p:nvSpPr>
          <p:spPr>
            <a:xfrm>
              <a:off x="8471820" y="2485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1" name="pt43941"/>
            <p:cNvSpPr/>
            <p:nvPr/>
          </p:nvSpPr>
          <p:spPr>
            <a:xfrm>
              <a:off x="8523538" y="2436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2" name="pt43942"/>
            <p:cNvSpPr/>
            <p:nvPr/>
          </p:nvSpPr>
          <p:spPr>
            <a:xfrm>
              <a:off x="8347210" y="2322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3" name="pt43943"/>
            <p:cNvSpPr/>
            <p:nvPr/>
          </p:nvSpPr>
          <p:spPr>
            <a:xfrm>
              <a:off x="8982914" y="1928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4" name="pt43944"/>
            <p:cNvSpPr/>
            <p:nvPr/>
          </p:nvSpPr>
          <p:spPr>
            <a:xfrm>
              <a:off x="8688264" y="2289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5" name="pt43945"/>
            <p:cNvSpPr/>
            <p:nvPr/>
          </p:nvSpPr>
          <p:spPr>
            <a:xfrm>
              <a:off x="9451392" y="2034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6" name="pt43946"/>
            <p:cNvSpPr/>
            <p:nvPr/>
          </p:nvSpPr>
          <p:spPr>
            <a:xfrm>
              <a:off x="9188382" y="2118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7" name="pt43947"/>
            <p:cNvSpPr/>
            <p:nvPr/>
          </p:nvSpPr>
          <p:spPr>
            <a:xfrm>
              <a:off x="9563530" y="2260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8" name="pt43948"/>
            <p:cNvSpPr/>
            <p:nvPr/>
          </p:nvSpPr>
          <p:spPr>
            <a:xfrm>
              <a:off x="8347210" y="2509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9" name="pt43949"/>
            <p:cNvSpPr/>
            <p:nvPr/>
          </p:nvSpPr>
          <p:spPr>
            <a:xfrm>
              <a:off x="9780125" y="2570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0" name="pt43950"/>
            <p:cNvSpPr/>
            <p:nvPr/>
          </p:nvSpPr>
          <p:spPr>
            <a:xfrm>
              <a:off x="8876545" y="1866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1" name="pt43951"/>
            <p:cNvSpPr/>
            <p:nvPr/>
          </p:nvSpPr>
          <p:spPr>
            <a:xfrm>
              <a:off x="8398928" y="2297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2" name="pt43952"/>
            <p:cNvSpPr/>
            <p:nvPr/>
          </p:nvSpPr>
          <p:spPr>
            <a:xfrm>
              <a:off x="8925882" y="1957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3" name="pt43953"/>
            <p:cNvSpPr/>
            <p:nvPr/>
          </p:nvSpPr>
          <p:spPr>
            <a:xfrm>
              <a:off x="8439043" y="2445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4" name="pt43954"/>
            <p:cNvSpPr/>
            <p:nvPr/>
          </p:nvSpPr>
          <p:spPr>
            <a:xfrm>
              <a:off x="8937484" y="2112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5" name="pt43955"/>
            <p:cNvSpPr/>
            <p:nvPr/>
          </p:nvSpPr>
          <p:spPr>
            <a:xfrm>
              <a:off x="8845651" y="1848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6" name="pt43956"/>
            <p:cNvSpPr/>
            <p:nvPr/>
          </p:nvSpPr>
          <p:spPr>
            <a:xfrm>
              <a:off x="9363383" y="2118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7" name="pt43957"/>
            <p:cNvSpPr/>
            <p:nvPr/>
          </p:nvSpPr>
          <p:spPr>
            <a:xfrm>
              <a:off x="9275707" y="1844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8" name="pt43958"/>
            <p:cNvSpPr/>
            <p:nvPr/>
          </p:nvSpPr>
          <p:spPr>
            <a:xfrm>
              <a:off x="8274318" y="2521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9" name="pt43959"/>
            <p:cNvSpPr/>
            <p:nvPr/>
          </p:nvSpPr>
          <p:spPr>
            <a:xfrm>
              <a:off x="9371804" y="1971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0" name="pt43960"/>
            <p:cNvSpPr/>
            <p:nvPr/>
          </p:nvSpPr>
          <p:spPr>
            <a:xfrm>
              <a:off x="9657982" y="2150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1" name="pt43961"/>
            <p:cNvSpPr/>
            <p:nvPr/>
          </p:nvSpPr>
          <p:spPr>
            <a:xfrm>
              <a:off x="9563530" y="2428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2" name="pt43962"/>
            <p:cNvSpPr/>
            <p:nvPr/>
          </p:nvSpPr>
          <p:spPr>
            <a:xfrm>
              <a:off x="9370394" y="1984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3" name="pt43963"/>
            <p:cNvSpPr/>
            <p:nvPr/>
          </p:nvSpPr>
          <p:spPr>
            <a:xfrm>
              <a:off x="8471820" y="2453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4" name="pt43964"/>
            <p:cNvSpPr/>
            <p:nvPr/>
          </p:nvSpPr>
          <p:spPr>
            <a:xfrm>
              <a:off x="8274318" y="245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5" name="pt43965"/>
            <p:cNvSpPr/>
            <p:nvPr/>
          </p:nvSpPr>
          <p:spPr>
            <a:xfrm>
              <a:off x="8721041" y="2344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6" name="pt43966"/>
            <p:cNvSpPr/>
            <p:nvPr/>
          </p:nvSpPr>
          <p:spPr>
            <a:xfrm>
              <a:off x="8923469" y="1932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7" name="pt43967"/>
            <p:cNvSpPr/>
            <p:nvPr/>
          </p:nvSpPr>
          <p:spPr>
            <a:xfrm>
              <a:off x="8274318" y="2729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8" name="pt43968"/>
            <p:cNvSpPr/>
            <p:nvPr/>
          </p:nvSpPr>
          <p:spPr>
            <a:xfrm>
              <a:off x="9170243" y="1940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9" name="pt43969"/>
            <p:cNvSpPr/>
            <p:nvPr/>
          </p:nvSpPr>
          <p:spPr>
            <a:xfrm>
              <a:off x="8471820" y="2468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0" name="pt43970"/>
            <p:cNvSpPr/>
            <p:nvPr/>
          </p:nvSpPr>
          <p:spPr>
            <a:xfrm>
              <a:off x="8852989" y="203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1" name="pt43971"/>
            <p:cNvSpPr/>
            <p:nvPr/>
          </p:nvSpPr>
          <p:spPr>
            <a:xfrm>
              <a:off x="9419155" y="1965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2" name="pt43972"/>
            <p:cNvSpPr/>
            <p:nvPr/>
          </p:nvSpPr>
          <p:spPr>
            <a:xfrm>
              <a:off x="9040639" y="1747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3" name="pt43973"/>
            <p:cNvSpPr/>
            <p:nvPr/>
          </p:nvSpPr>
          <p:spPr>
            <a:xfrm>
              <a:off x="8798858" y="2191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4" name="pt43974"/>
            <p:cNvSpPr/>
            <p:nvPr/>
          </p:nvSpPr>
          <p:spPr>
            <a:xfrm>
              <a:off x="8932933" y="1795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5" name="pt43975"/>
            <p:cNvSpPr/>
            <p:nvPr/>
          </p:nvSpPr>
          <p:spPr>
            <a:xfrm>
              <a:off x="9182728" y="1899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6" name="pt43976"/>
            <p:cNvSpPr/>
            <p:nvPr/>
          </p:nvSpPr>
          <p:spPr>
            <a:xfrm>
              <a:off x="8891661" y="2039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7" name="pt43977"/>
            <p:cNvSpPr/>
            <p:nvPr/>
          </p:nvSpPr>
          <p:spPr>
            <a:xfrm>
              <a:off x="9118525" y="2150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8" name="pt43978"/>
            <p:cNvSpPr/>
            <p:nvPr/>
          </p:nvSpPr>
          <p:spPr>
            <a:xfrm>
              <a:off x="9005825" y="1390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9" name="pt43979"/>
            <p:cNvSpPr/>
            <p:nvPr/>
          </p:nvSpPr>
          <p:spPr>
            <a:xfrm>
              <a:off x="8563654" y="2266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0" name="pt43980"/>
            <p:cNvSpPr/>
            <p:nvPr/>
          </p:nvSpPr>
          <p:spPr>
            <a:xfrm>
              <a:off x="9049289" y="2294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1" name="pt43981"/>
            <p:cNvSpPr/>
            <p:nvPr/>
          </p:nvSpPr>
          <p:spPr>
            <a:xfrm>
              <a:off x="8721041" y="2150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2" name="pt43982"/>
            <p:cNvSpPr/>
            <p:nvPr/>
          </p:nvSpPr>
          <p:spPr>
            <a:xfrm>
              <a:off x="8913479" y="1793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3" name="pt43983"/>
            <p:cNvSpPr/>
            <p:nvPr/>
          </p:nvSpPr>
          <p:spPr>
            <a:xfrm>
              <a:off x="8274318" y="2361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4" name="pt43984"/>
            <p:cNvSpPr/>
            <p:nvPr/>
          </p:nvSpPr>
          <p:spPr>
            <a:xfrm>
              <a:off x="9049289" y="2256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5" name="pt43985"/>
            <p:cNvSpPr/>
            <p:nvPr/>
          </p:nvSpPr>
          <p:spPr>
            <a:xfrm>
              <a:off x="9045633" y="2290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6" name="pt43986"/>
            <p:cNvSpPr/>
            <p:nvPr/>
          </p:nvSpPr>
          <p:spPr>
            <a:xfrm>
              <a:off x="8841866" y="1991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7" name="pt43987"/>
            <p:cNvSpPr/>
            <p:nvPr/>
          </p:nvSpPr>
          <p:spPr>
            <a:xfrm>
              <a:off x="8834048" y="1781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8" name="pt43988"/>
            <p:cNvSpPr/>
            <p:nvPr/>
          </p:nvSpPr>
          <p:spPr>
            <a:xfrm>
              <a:off x="9544151" y="2278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9" name="pt43989"/>
            <p:cNvSpPr/>
            <p:nvPr/>
          </p:nvSpPr>
          <p:spPr>
            <a:xfrm>
              <a:off x="8471820" y="233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0" name="pt43990"/>
            <p:cNvSpPr/>
            <p:nvPr/>
          </p:nvSpPr>
          <p:spPr>
            <a:xfrm>
              <a:off x="8636546" y="241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1" name="pt43991"/>
            <p:cNvSpPr/>
            <p:nvPr/>
          </p:nvSpPr>
          <p:spPr>
            <a:xfrm>
              <a:off x="8879672" y="1894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2" name="pt43992"/>
            <p:cNvSpPr/>
            <p:nvPr/>
          </p:nvSpPr>
          <p:spPr>
            <a:xfrm>
              <a:off x="9486197" y="2571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3" name="pt43993"/>
            <p:cNvSpPr/>
            <p:nvPr/>
          </p:nvSpPr>
          <p:spPr>
            <a:xfrm>
              <a:off x="8721041" y="219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4" name="pt43994"/>
            <p:cNvSpPr/>
            <p:nvPr/>
          </p:nvSpPr>
          <p:spPr>
            <a:xfrm>
              <a:off x="8821645" y="2023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5" name="pt43995"/>
            <p:cNvSpPr/>
            <p:nvPr/>
          </p:nvSpPr>
          <p:spPr>
            <a:xfrm>
              <a:off x="9829630" y="2524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6" name="pt43996"/>
            <p:cNvSpPr/>
            <p:nvPr/>
          </p:nvSpPr>
          <p:spPr>
            <a:xfrm>
              <a:off x="9210359" y="1791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7" name="pt43997"/>
            <p:cNvSpPr/>
            <p:nvPr/>
          </p:nvSpPr>
          <p:spPr>
            <a:xfrm>
              <a:off x="8897369" y="1991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8" name="pt43998"/>
            <p:cNvSpPr/>
            <p:nvPr/>
          </p:nvSpPr>
          <p:spPr>
            <a:xfrm>
              <a:off x="8849358" y="2266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9" name="pt43999"/>
            <p:cNvSpPr/>
            <p:nvPr/>
          </p:nvSpPr>
          <p:spPr>
            <a:xfrm>
              <a:off x="9156826" y="1989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0" name="pt44000"/>
            <p:cNvSpPr/>
            <p:nvPr/>
          </p:nvSpPr>
          <p:spPr>
            <a:xfrm>
              <a:off x="8563654" y="2242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1" name="pt44001"/>
            <p:cNvSpPr/>
            <p:nvPr/>
          </p:nvSpPr>
          <p:spPr>
            <a:xfrm>
              <a:off x="8981160" y="1960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2" name="pt44002"/>
            <p:cNvSpPr/>
            <p:nvPr/>
          </p:nvSpPr>
          <p:spPr>
            <a:xfrm>
              <a:off x="8856549" y="2169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3" name="pt44003"/>
            <p:cNvSpPr/>
            <p:nvPr/>
          </p:nvSpPr>
          <p:spPr>
            <a:xfrm>
              <a:off x="9594013" y="2345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4" name="pt44004"/>
            <p:cNvSpPr/>
            <p:nvPr/>
          </p:nvSpPr>
          <p:spPr>
            <a:xfrm>
              <a:off x="8274318" y="2452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5" name="pt44005"/>
            <p:cNvSpPr/>
            <p:nvPr/>
          </p:nvSpPr>
          <p:spPr>
            <a:xfrm>
              <a:off x="8821645" y="206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6" name="pt44006"/>
            <p:cNvSpPr/>
            <p:nvPr/>
          </p:nvSpPr>
          <p:spPr>
            <a:xfrm>
              <a:off x="9103999" y="2045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7" name="pt44007"/>
            <p:cNvSpPr/>
            <p:nvPr/>
          </p:nvSpPr>
          <p:spPr>
            <a:xfrm>
              <a:off x="8523538" y="2352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8" name="pt44008"/>
            <p:cNvSpPr/>
            <p:nvPr/>
          </p:nvSpPr>
          <p:spPr>
            <a:xfrm>
              <a:off x="8544712" y="2432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9" name="pt44009"/>
            <p:cNvSpPr/>
            <p:nvPr/>
          </p:nvSpPr>
          <p:spPr>
            <a:xfrm>
              <a:off x="9223646" y="1947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0" name="pt44010"/>
            <p:cNvSpPr/>
            <p:nvPr/>
          </p:nvSpPr>
          <p:spPr>
            <a:xfrm>
              <a:off x="9203327" y="1801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1" name="pt44011"/>
            <p:cNvSpPr/>
            <p:nvPr/>
          </p:nvSpPr>
          <p:spPr>
            <a:xfrm>
              <a:off x="9065434" y="1736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2" name="pt44012"/>
            <p:cNvSpPr/>
            <p:nvPr/>
          </p:nvSpPr>
          <p:spPr>
            <a:xfrm>
              <a:off x="8721041" y="2276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3" name="pt44013"/>
            <p:cNvSpPr/>
            <p:nvPr/>
          </p:nvSpPr>
          <p:spPr>
            <a:xfrm>
              <a:off x="9719466" y="1980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4" name="pt44014"/>
            <p:cNvSpPr/>
            <p:nvPr/>
          </p:nvSpPr>
          <p:spPr>
            <a:xfrm>
              <a:off x="9719466" y="2166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5" name="pt44015"/>
            <p:cNvSpPr/>
            <p:nvPr/>
          </p:nvSpPr>
          <p:spPr>
            <a:xfrm>
              <a:off x="8563654" y="2300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6" name="pt44016"/>
            <p:cNvSpPr/>
            <p:nvPr/>
          </p:nvSpPr>
          <p:spPr>
            <a:xfrm>
              <a:off x="8648148" y="2059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7" name="pt44017"/>
            <p:cNvSpPr/>
            <p:nvPr/>
          </p:nvSpPr>
          <p:spPr>
            <a:xfrm>
              <a:off x="9097658" y="209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8" name="pt44018"/>
            <p:cNvSpPr/>
            <p:nvPr/>
          </p:nvSpPr>
          <p:spPr>
            <a:xfrm>
              <a:off x="8798858" y="212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9" name="pt44019"/>
            <p:cNvSpPr/>
            <p:nvPr/>
          </p:nvSpPr>
          <p:spPr>
            <a:xfrm>
              <a:off x="8274318" y="2296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0" name="pt44020"/>
            <p:cNvSpPr/>
            <p:nvPr/>
          </p:nvSpPr>
          <p:spPr>
            <a:xfrm>
              <a:off x="8999571" y="166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1" name="pt44021"/>
            <p:cNvSpPr/>
            <p:nvPr/>
          </p:nvSpPr>
          <p:spPr>
            <a:xfrm>
              <a:off x="8669323" y="2324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2" name="pt44022"/>
            <p:cNvSpPr/>
            <p:nvPr/>
          </p:nvSpPr>
          <p:spPr>
            <a:xfrm>
              <a:off x="8624143" y="2412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3" name="pt44023"/>
            <p:cNvSpPr/>
            <p:nvPr/>
          </p:nvSpPr>
          <p:spPr>
            <a:xfrm>
              <a:off x="8648148" y="229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4" name="pt44024"/>
            <p:cNvSpPr/>
            <p:nvPr/>
          </p:nvSpPr>
          <p:spPr>
            <a:xfrm>
              <a:off x="8471820" y="2476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5" name="pt44025"/>
            <p:cNvSpPr/>
            <p:nvPr/>
          </p:nvSpPr>
          <p:spPr>
            <a:xfrm>
              <a:off x="9413835" y="205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6" name="pt44026"/>
            <p:cNvSpPr/>
            <p:nvPr/>
          </p:nvSpPr>
          <p:spPr>
            <a:xfrm>
              <a:off x="8347210" y="2397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7" name="pt44027"/>
            <p:cNvSpPr/>
            <p:nvPr/>
          </p:nvSpPr>
          <p:spPr>
            <a:xfrm>
              <a:off x="8950486" y="2082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8" name="pt44028"/>
            <p:cNvSpPr/>
            <p:nvPr/>
          </p:nvSpPr>
          <p:spPr>
            <a:xfrm>
              <a:off x="8817313" y="2142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9" name="pt44029"/>
            <p:cNvSpPr/>
            <p:nvPr/>
          </p:nvSpPr>
          <p:spPr>
            <a:xfrm>
              <a:off x="8808322" y="2262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0" name="pt44030"/>
            <p:cNvSpPr/>
            <p:nvPr/>
          </p:nvSpPr>
          <p:spPr>
            <a:xfrm>
              <a:off x="9339588" y="1995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1" name="pt44031"/>
            <p:cNvSpPr/>
            <p:nvPr/>
          </p:nvSpPr>
          <p:spPr>
            <a:xfrm>
              <a:off x="8499532" y="2527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2" name="pt44032"/>
            <p:cNvSpPr/>
            <p:nvPr/>
          </p:nvSpPr>
          <p:spPr>
            <a:xfrm>
              <a:off x="9212805" y="1837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3" name="pt44033"/>
            <p:cNvSpPr/>
            <p:nvPr/>
          </p:nvSpPr>
          <p:spPr>
            <a:xfrm>
              <a:off x="9325618" y="2103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4" name="pt44034"/>
            <p:cNvSpPr/>
            <p:nvPr/>
          </p:nvSpPr>
          <p:spPr>
            <a:xfrm>
              <a:off x="8669323" y="2363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5" name="pt44035"/>
            <p:cNvSpPr/>
            <p:nvPr/>
          </p:nvSpPr>
          <p:spPr>
            <a:xfrm>
              <a:off x="9427147" y="1874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6" name="pt44036"/>
            <p:cNvSpPr/>
            <p:nvPr/>
          </p:nvSpPr>
          <p:spPr>
            <a:xfrm>
              <a:off x="8876545" y="1472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7" name="pt44037"/>
            <p:cNvSpPr/>
            <p:nvPr/>
          </p:nvSpPr>
          <p:spPr>
            <a:xfrm>
              <a:off x="8923469" y="1812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8" name="pt44038"/>
            <p:cNvSpPr/>
            <p:nvPr/>
          </p:nvSpPr>
          <p:spPr>
            <a:xfrm>
              <a:off x="9541125" y="1741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9" name="pt44039"/>
            <p:cNvSpPr/>
            <p:nvPr/>
          </p:nvSpPr>
          <p:spPr>
            <a:xfrm>
              <a:off x="8659047" y="2356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0" name="pt44040"/>
            <p:cNvSpPr/>
            <p:nvPr/>
          </p:nvSpPr>
          <p:spPr>
            <a:xfrm>
              <a:off x="8713389" y="2397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1" name="pt44041"/>
            <p:cNvSpPr/>
            <p:nvPr/>
          </p:nvSpPr>
          <p:spPr>
            <a:xfrm>
              <a:off x="8659047" y="230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2" name="pt44042"/>
            <p:cNvSpPr/>
            <p:nvPr/>
          </p:nvSpPr>
          <p:spPr>
            <a:xfrm>
              <a:off x="9395106" y="2134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3" name="pt44043"/>
            <p:cNvSpPr/>
            <p:nvPr/>
          </p:nvSpPr>
          <p:spPr>
            <a:xfrm>
              <a:off x="9045633" y="2207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4" name="pt44044"/>
            <p:cNvSpPr/>
            <p:nvPr/>
          </p:nvSpPr>
          <p:spPr>
            <a:xfrm>
              <a:off x="8688264" y="2254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5" name="pt44045"/>
            <p:cNvSpPr/>
            <p:nvPr/>
          </p:nvSpPr>
          <p:spPr>
            <a:xfrm>
              <a:off x="9331236" y="2130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6" name="pt44046"/>
            <p:cNvSpPr/>
            <p:nvPr/>
          </p:nvSpPr>
          <p:spPr>
            <a:xfrm>
              <a:off x="8471820" y="2477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7" name="pt44047"/>
            <p:cNvSpPr/>
            <p:nvPr/>
          </p:nvSpPr>
          <p:spPr>
            <a:xfrm>
              <a:off x="9118525" y="1986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8" name="pt44048"/>
            <p:cNvSpPr/>
            <p:nvPr/>
          </p:nvSpPr>
          <p:spPr>
            <a:xfrm>
              <a:off x="9110981" y="2062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9" name="pt44049"/>
            <p:cNvSpPr/>
            <p:nvPr/>
          </p:nvSpPr>
          <p:spPr>
            <a:xfrm>
              <a:off x="8697035" y="2113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0" name="pt44050"/>
            <p:cNvSpPr/>
            <p:nvPr/>
          </p:nvSpPr>
          <p:spPr>
            <a:xfrm>
              <a:off x="8624143" y="2516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1" name="pt44051"/>
            <p:cNvSpPr/>
            <p:nvPr/>
          </p:nvSpPr>
          <p:spPr>
            <a:xfrm>
              <a:off x="8808322" y="2231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2" name="pt44052"/>
            <p:cNvSpPr/>
            <p:nvPr/>
          </p:nvSpPr>
          <p:spPr>
            <a:xfrm>
              <a:off x="8544712" y="2456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3" name="pt44053"/>
            <p:cNvSpPr/>
            <p:nvPr/>
          </p:nvSpPr>
          <p:spPr>
            <a:xfrm>
              <a:off x="8274318" y="2540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4" name="pt44054"/>
            <p:cNvSpPr/>
            <p:nvPr/>
          </p:nvSpPr>
          <p:spPr>
            <a:xfrm>
              <a:off x="9005825" y="1699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5" name="pt44055"/>
            <p:cNvSpPr/>
            <p:nvPr/>
          </p:nvSpPr>
          <p:spPr>
            <a:xfrm>
              <a:off x="8669323" y="2368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6" name="pt44056"/>
            <p:cNvSpPr/>
            <p:nvPr/>
          </p:nvSpPr>
          <p:spPr>
            <a:xfrm>
              <a:off x="8870124" y="2187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7" name="pt44057"/>
            <p:cNvSpPr/>
            <p:nvPr/>
          </p:nvSpPr>
          <p:spPr>
            <a:xfrm>
              <a:off x="8624143" y="2425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8" name="pt44058"/>
            <p:cNvSpPr/>
            <p:nvPr/>
          </p:nvSpPr>
          <p:spPr>
            <a:xfrm>
              <a:off x="8918543" y="1836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9" name="pt44059"/>
            <p:cNvSpPr/>
            <p:nvPr/>
          </p:nvSpPr>
          <p:spPr>
            <a:xfrm>
              <a:off x="8964553" y="2227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0" name="pt44060"/>
            <p:cNvSpPr/>
            <p:nvPr/>
          </p:nvSpPr>
          <p:spPr>
            <a:xfrm>
              <a:off x="8921023" y="1729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1" name="pt44061"/>
            <p:cNvSpPr/>
            <p:nvPr/>
          </p:nvSpPr>
          <p:spPr>
            <a:xfrm>
              <a:off x="9070866" y="1883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2" name="pt44062"/>
            <p:cNvSpPr/>
            <p:nvPr/>
          </p:nvSpPr>
          <p:spPr>
            <a:xfrm>
              <a:off x="9363803" y="2072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3" name="pt44063"/>
            <p:cNvSpPr/>
            <p:nvPr/>
          </p:nvSpPr>
          <p:spPr>
            <a:xfrm>
              <a:off x="9086240" y="1901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4" name="pt44064"/>
            <p:cNvSpPr/>
            <p:nvPr/>
          </p:nvSpPr>
          <p:spPr>
            <a:xfrm>
              <a:off x="8636546" y="2223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5" name="pt44065"/>
            <p:cNvSpPr/>
            <p:nvPr/>
          </p:nvSpPr>
          <p:spPr>
            <a:xfrm>
              <a:off x="9368156" y="2058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6" name="pt44066"/>
            <p:cNvSpPr/>
            <p:nvPr/>
          </p:nvSpPr>
          <p:spPr>
            <a:xfrm>
              <a:off x="9743490" y="2283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7" name="pt44067"/>
            <p:cNvSpPr/>
            <p:nvPr/>
          </p:nvSpPr>
          <p:spPr>
            <a:xfrm>
              <a:off x="9413835" y="1878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8" name="pt44068"/>
            <p:cNvSpPr/>
            <p:nvPr/>
          </p:nvSpPr>
          <p:spPr>
            <a:xfrm>
              <a:off x="8755061" y="2188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9" name="pt44069"/>
            <p:cNvSpPr/>
            <p:nvPr/>
          </p:nvSpPr>
          <p:spPr>
            <a:xfrm>
              <a:off x="8648148" y="2055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0" name="pt44070"/>
            <p:cNvSpPr/>
            <p:nvPr/>
          </p:nvSpPr>
          <p:spPr>
            <a:xfrm>
              <a:off x="8471820" y="2450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1" name="pt44071"/>
            <p:cNvSpPr/>
            <p:nvPr/>
          </p:nvSpPr>
          <p:spPr>
            <a:xfrm>
              <a:off x="8544712" y="2454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2" name="pt44072"/>
            <p:cNvSpPr/>
            <p:nvPr/>
          </p:nvSpPr>
          <p:spPr>
            <a:xfrm>
              <a:off x="8999571" y="1686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3" name="pt44073"/>
            <p:cNvSpPr/>
            <p:nvPr/>
          </p:nvSpPr>
          <p:spPr>
            <a:xfrm>
              <a:off x="9044397" y="1983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4" name="pt44074"/>
            <p:cNvSpPr/>
            <p:nvPr/>
          </p:nvSpPr>
          <p:spPr>
            <a:xfrm>
              <a:off x="8742215" y="1967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5" name="pt44075"/>
            <p:cNvSpPr/>
            <p:nvPr/>
          </p:nvSpPr>
          <p:spPr>
            <a:xfrm>
              <a:off x="9040639" y="1702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6" name="pt44076"/>
            <p:cNvSpPr/>
            <p:nvPr/>
          </p:nvSpPr>
          <p:spPr>
            <a:xfrm>
              <a:off x="9527393" y="1822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7" name="pt44077"/>
            <p:cNvSpPr/>
            <p:nvPr/>
          </p:nvSpPr>
          <p:spPr>
            <a:xfrm>
              <a:off x="8755061" y="2268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8" name="pt44078"/>
            <p:cNvSpPr/>
            <p:nvPr/>
          </p:nvSpPr>
          <p:spPr>
            <a:xfrm>
              <a:off x="9535645" y="1936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9" name="pt44079"/>
            <p:cNvSpPr/>
            <p:nvPr/>
          </p:nvSpPr>
          <p:spPr>
            <a:xfrm>
              <a:off x="9351205" y="1921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0" name="pt44080"/>
            <p:cNvSpPr/>
            <p:nvPr/>
          </p:nvSpPr>
          <p:spPr>
            <a:xfrm>
              <a:off x="9179833" y="1843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1" name="pt44081"/>
            <p:cNvSpPr/>
            <p:nvPr/>
          </p:nvSpPr>
          <p:spPr>
            <a:xfrm>
              <a:off x="9568569" y="2326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2" name="pt44082"/>
            <p:cNvSpPr/>
            <p:nvPr/>
          </p:nvSpPr>
          <p:spPr>
            <a:xfrm>
              <a:off x="9026144" y="1813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3" name="pt44083"/>
            <p:cNvSpPr/>
            <p:nvPr/>
          </p:nvSpPr>
          <p:spPr>
            <a:xfrm>
              <a:off x="9331236" y="2116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4" name="pt44084"/>
            <p:cNvSpPr/>
            <p:nvPr/>
          </p:nvSpPr>
          <p:spPr>
            <a:xfrm>
              <a:off x="8812874" y="2097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5" name="pt44085"/>
            <p:cNvSpPr/>
            <p:nvPr/>
          </p:nvSpPr>
          <p:spPr>
            <a:xfrm>
              <a:off x="9420231" y="1725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6" name="pt44086"/>
            <p:cNvSpPr/>
            <p:nvPr/>
          </p:nvSpPr>
          <p:spPr>
            <a:xfrm>
              <a:off x="9334476" y="2109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7" name="pt44087"/>
            <p:cNvSpPr/>
            <p:nvPr/>
          </p:nvSpPr>
          <p:spPr>
            <a:xfrm>
              <a:off x="9500971" y="2326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8" name="pt44088"/>
            <p:cNvSpPr/>
            <p:nvPr/>
          </p:nvSpPr>
          <p:spPr>
            <a:xfrm>
              <a:off x="9502529" y="2443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9" name="pt44089"/>
            <p:cNvSpPr/>
            <p:nvPr/>
          </p:nvSpPr>
          <p:spPr>
            <a:xfrm>
              <a:off x="9069792" y="1757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0" name="pt44090"/>
            <p:cNvSpPr/>
            <p:nvPr/>
          </p:nvSpPr>
          <p:spPr>
            <a:xfrm>
              <a:off x="9285697" y="1966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1" name="pt44091"/>
            <p:cNvSpPr/>
            <p:nvPr/>
          </p:nvSpPr>
          <p:spPr>
            <a:xfrm>
              <a:off x="8713389" y="2193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2" name="pt44092"/>
            <p:cNvSpPr/>
            <p:nvPr/>
          </p:nvSpPr>
          <p:spPr>
            <a:xfrm>
              <a:off x="9313270" y="1946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3" name="pt44093"/>
            <p:cNvSpPr/>
            <p:nvPr/>
          </p:nvSpPr>
          <p:spPr>
            <a:xfrm>
              <a:off x="8728379" y="2328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4" name="pt44094"/>
            <p:cNvSpPr/>
            <p:nvPr/>
          </p:nvSpPr>
          <p:spPr>
            <a:xfrm>
              <a:off x="9761216" y="2262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5" name="pt44095"/>
            <p:cNvSpPr/>
            <p:nvPr/>
          </p:nvSpPr>
          <p:spPr>
            <a:xfrm>
              <a:off x="8981160" y="1891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6" name="pt44096"/>
            <p:cNvSpPr/>
            <p:nvPr/>
          </p:nvSpPr>
          <p:spPr>
            <a:xfrm>
              <a:off x="8783657" y="2048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7" name="pt44097"/>
            <p:cNvSpPr/>
            <p:nvPr/>
          </p:nvSpPr>
          <p:spPr>
            <a:xfrm>
              <a:off x="9116046" y="1955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8" name="pt44098"/>
            <p:cNvSpPr/>
            <p:nvPr/>
          </p:nvSpPr>
          <p:spPr>
            <a:xfrm>
              <a:off x="9401001" y="220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9" name="pt44099"/>
            <p:cNvSpPr/>
            <p:nvPr/>
          </p:nvSpPr>
          <p:spPr>
            <a:xfrm>
              <a:off x="8948383" y="2076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0" name="pt44100"/>
            <p:cNvSpPr/>
            <p:nvPr/>
          </p:nvSpPr>
          <p:spPr>
            <a:xfrm>
              <a:off x="8471820" y="2356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1" name="pt44101"/>
            <p:cNvSpPr/>
            <p:nvPr/>
          </p:nvSpPr>
          <p:spPr>
            <a:xfrm>
              <a:off x="9281436" y="1959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2" name="pt44102"/>
            <p:cNvSpPr/>
            <p:nvPr/>
          </p:nvSpPr>
          <p:spPr>
            <a:xfrm>
              <a:off x="9564013" y="2270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3" name="pt44103"/>
            <p:cNvSpPr/>
            <p:nvPr/>
          </p:nvSpPr>
          <p:spPr>
            <a:xfrm>
              <a:off x="9051686" y="2192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4" name="pt44104"/>
            <p:cNvSpPr/>
            <p:nvPr/>
          </p:nvSpPr>
          <p:spPr>
            <a:xfrm>
              <a:off x="8610820" y="2022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5" name="pt44105"/>
            <p:cNvSpPr/>
            <p:nvPr/>
          </p:nvSpPr>
          <p:spPr>
            <a:xfrm>
              <a:off x="8471820" y="2532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6" name="pt44106"/>
            <p:cNvSpPr/>
            <p:nvPr/>
          </p:nvSpPr>
          <p:spPr>
            <a:xfrm>
              <a:off x="8636546" y="2365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7" name="pt44107"/>
            <p:cNvSpPr/>
            <p:nvPr/>
          </p:nvSpPr>
          <p:spPr>
            <a:xfrm>
              <a:off x="8544712" y="2213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8" name="pt44108"/>
            <p:cNvSpPr/>
            <p:nvPr/>
          </p:nvSpPr>
          <p:spPr>
            <a:xfrm>
              <a:off x="8439043" y="2312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9" name="pt44109"/>
            <p:cNvSpPr/>
            <p:nvPr/>
          </p:nvSpPr>
          <p:spPr>
            <a:xfrm>
              <a:off x="8347210" y="2216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0" name="pt44110"/>
            <p:cNvSpPr/>
            <p:nvPr/>
          </p:nvSpPr>
          <p:spPr>
            <a:xfrm>
              <a:off x="8817313" y="2114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1" name="pt44111"/>
            <p:cNvSpPr/>
            <p:nvPr/>
          </p:nvSpPr>
          <p:spPr>
            <a:xfrm>
              <a:off x="8849358" y="2155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2" name="pt44112"/>
            <p:cNvSpPr/>
            <p:nvPr/>
          </p:nvSpPr>
          <p:spPr>
            <a:xfrm>
              <a:off x="9519804" y="2597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3" name="pt44113"/>
            <p:cNvSpPr/>
            <p:nvPr/>
          </p:nvSpPr>
          <p:spPr>
            <a:xfrm>
              <a:off x="8939717" y="2008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4" name="pt44114"/>
            <p:cNvSpPr/>
            <p:nvPr/>
          </p:nvSpPr>
          <p:spPr>
            <a:xfrm>
              <a:off x="8274318" y="2424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5" name="pt44115"/>
            <p:cNvSpPr/>
            <p:nvPr/>
          </p:nvSpPr>
          <p:spPr>
            <a:xfrm>
              <a:off x="8274318" y="2511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6" name="pt44116"/>
            <p:cNvSpPr/>
            <p:nvPr/>
          </p:nvSpPr>
          <p:spPr>
            <a:xfrm>
              <a:off x="8523538" y="2374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7" name="pt44117"/>
            <p:cNvSpPr/>
            <p:nvPr/>
          </p:nvSpPr>
          <p:spPr>
            <a:xfrm>
              <a:off x="9189492" y="2035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8" name="pt44118"/>
            <p:cNvSpPr/>
            <p:nvPr/>
          </p:nvSpPr>
          <p:spPr>
            <a:xfrm>
              <a:off x="8274318" y="2381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9" name="pt44119"/>
            <p:cNvSpPr/>
            <p:nvPr/>
          </p:nvSpPr>
          <p:spPr>
            <a:xfrm>
              <a:off x="9026144" y="1923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0" name="pt44120"/>
            <p:cNvSpPr/>
            <p:nvPr/>
          </p:nvSpPr>
          <p:spPr>
            <a:xfrm>
              <a:off x="8783657" y="2296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1" name="pt44121"/>
            <p:cNvSpPr/>
            <p:nvPr/>
          </p:nvSpPr>
          <p:spPr>
            <a:xfrm>
              <a:off x="9497514" y="2384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2" name="pt44122"/>
            <p:cNvSpPr/>
            <p:nvPr/>
          </p:nvSpPr>
          <p:spPr>
            <a:xfrm>
              <a:off x="8783657" y="2243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3" name="pt44123"/>
            <p:cNvSpPr/>
            <p:nvPr/>
          </p:nvSpPr>
          <p:spPr>
            <a:xfrm>
              <a:off x="9275707" y="1810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4" name="pt44124"/>
            <p:cNvSpPr/>
            <p:nvPr/>
          </p:nvSpPr>
          <p:spPr>
            <a:xfrm>
              <a:off x="8274318" y="2632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5" name="pt44125"/>
            <p:cNvSpPr/>
            <p:nvPr/>
          </p:nvSpPr>
          <p:spPr>
            <a:xfrm>
              <a:off x="9266215" y="2008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6" name="pt44126"/>
            <p:cNvSpPr/>
            <p:nvPr/>
          </p:nvSpPr>
          <p:spPr>
            <a:xfrm>
              <a:off x="8669323" y="2411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7" name="pt44127"/>
            <p:cNvSpPr/>
            <p:nvPr/>
          </p:nvSpPr>
          <p:spPr>
            <a:xfrm>
              <a:off x="9368156" y="2039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8" name="pt44128"/>
            <p:cNvSpPr/>
            <p:nvPr/>
          </p:nvSpPr>
          <p:spPr>
            <a:xfrm>
              <a:off x="8563654" y="2349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9" name="pt44129"/>
            <p:cNvSpPr/>
            <p:nvPr/>
          </p:nvSpPr>
          <p:spPr>
            <a:xfrm>
              <a:off x="8636546" y="2424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0" name="pt44130"/>
            <p:cNvSpPr/>
            <p:nvPr/>
          </p:nvSpPr>
          <p:spPr>
            <a:xfrm>
              <a:off x="8830008" y="2045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1" name="pt44131"/>
            <p:cNvSpPr/>
            <p:nvPr/>
          </p:nvSpPr>
          <p:spPr>
            <a:xfrm>
              <a:off x="9152801" y="1970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2" name="pt44132"/>
            <p:cNvSpPr/>
            <p:nvPr/>
          </p:nvSpPr>
          <p:spPr>
            <a:xfrm>
              <a:off x="9644546" y="2344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3" name="pt44133"/>
            <p:cNvSpPr/>
            <p:nvPr/>
          </p:nvSpPr>
          <p:spPr>
            <a:xfrm>
              <a:off x="9639141" y="2117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4" name="pt44134"/>
            <p:cNvSpPr/>
            <p:nvPr/>
          </p:nvSpPr>
          <p:spPr>
            <a:xfrm>
              <a:off x="9761170" y="2443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5" name="pt44135"/>
            <p:cNvSpPr/>
            <p:nvPr/>
          </p:nvSpPr>
          <p:spPr>
            <a:xfrm>
              <a:off x="8439043" y="2457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6" name="pt44136"/>
            <p:cNvSpPr/>
            <p:nvPr/>
          </p:nvSpPr>
          <p:spPr>
            <a:xfrm>
              <a:off x="8471820" y="2360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7" name="pt44137"/>
            <p:cNvSpPr/>
            <p:nvPr/>
          </p:nvSpPr>
          <p:spPr>
            <a:xfrm>
              <a:off x="8788868" y="1917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8" name="pt44138"/>
            <p:cNvSpPr/>
            <p:nvPr/>
          </p:nvSpPr>
          <p:spPr>
            <a:xfrm>
              <a:off x="8439043" y="2268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9" name="pt44139"/>
            <p:cNvSpPr/>
            <p:nvPr/>
          </p:nvSpPr>
          <p:spPr>
            <a:xfrm>
              <a:off x="9095805" y="1830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0" name="pt44140"/>
            <p:cNvSpPr/>
            <p:nvPr/>
          </p:nvSpPr>
          <p:spPr>
            <a:xfrm>
              <a:off x="9086240" y="213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1" name="pt44141"/>
            <p:cNvSpPr/>
            <p:nvPr/>
          </p:nvSpPr>
          <p:spPr>
            <a:xfrm>
              <a:off x="9537091" y="1865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2" name="pt44142"/>
            <p:cNvSpPr/>
            <p:nvPr/>
          </p:nvSpPr>
          <p:spPr>
            <a:xfrm>
              <a:off x="8767051" y="2198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3" name="pt44143"/>
            <p:cNvSpPr/>
            <p:nvPr/>
          </p:nvSpPr>
          <p:spPr>
            <a:xfrm>
              <a:off x="8856549" y="2196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4" name="pt44144"/>
            <p:cNvSpPr/>
            <p:nvPr/>
          </p:nvSpPr>
          <p:spPr>
            <a:xfrm>
              <a:off x="8988075" y="1990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5" name="pt44145"/>
            <p:cNvSpPr/>
            <p:nvPr/>
          </p:nvSpPr>
          <p:spPr>
            <a:xfrm>
              <a:off x="9639141" y="2225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6" name="pt44146"/>
            <p:cNvSpPr/>
            <p:nvPr/>
          </p:nvSpPr>
          <p:spPr>
            <a:xfrm>
              <a:off x="8563654" y="2284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7" name="pt44147"/>
            <p:cNvSpPr/>
            <p:nvPr/>
          </p:nvSpPr>
          <p:spPr>
            <a:xfrm>
              <a:off x="8788868" y="2020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8" name="pt44148"/>
            <p:cNvSpPr/>
            <p:nvPr/>
          </p:nvSpPr>
          <p:spPr>
            <a:xfrm>
              <a:off x="8499532" y="2388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9" name="pt44149"/>
            <p:cNvSpPr/>
            <p:nvPr/>
          </p:nvSpPr>
          <p:spPr>
            <a:xfrm>
              <a:off x="9585294" y="2204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0" name="pt44150"/>
            <p:cNvSpPr/>
            <p:nvPr/>
          </p:nvSpPr>
          <p:spPr>
            <a:xfrm>
              <a:off x="9034195" y="1756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1" name="pt44151"/>
            <p:cNvSpPr/>
            <p:nvPr/>
          </p:nvSpPr>
          <p:spPr>
            <a:xfrm>
              <a:off x="9108394" y="1960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2" name="pt44152"/>
            <p:cNvSpPr/>
            <p:nvPr/>
          </p:nvSpPr>
          <p:spPr>
            <a:xfrm>
              <a:off x="8499532" y="2430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3" name="pt44153"/>
            <p:cNvSpPr/>
            <p:nvPr/>
          </p:nvSpPr>
          <p:spPr>
            <a:xfrm>
              <a:off x="9171470" y="2021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4" name="pt44154"/>
            <p:cNvSpPr/>
            <p:nvPr/>
          </p:nvSpPr>
          <p:spPr>
            <a:xfrm>
              <a:off x="8897369" y="2098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5" name="pt44155"/>
            <p:cNvSpPr/>
            <p:nvPr/>
          </p:nvSpPr>
          <p:spPr>
            <a:xfrm>
              <a:off x="9227269" y="2057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6" name="pt44156"/>
            <p:cNvSpPr/>
            <p:nvPr/>
          </p:nvSpPr>
          <p:spPr>
            <a:xfrm>
              <a:off x="8688264" y="2354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7" name="pt44157"/>
            <p:cNvSpPr/>
            <p:nvPr/>
          </p:nvSpPr>
          <p:spPr>
            <a:xfrm>
              <a:off x="9200228" y="2079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8" name="pt44158"/>
            <p:cNvSpPr/>
            <p:nvPr/>
          </p:nvSpPr>
          <p:spPr>
            <a:xfrm>
              <a:off x="8523538" y="2440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9" name="pt44159"/>
            <p:cNvSpPr/>
            <p:nvPr/>
          </p:nvSpPr>
          <p:spPr>
            <a:xfrm>
              <a:off x="9196543" y="233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0" name="pt44160"/>
            <p:cNvSpPr/>
            <p:nvPr/>
          </p:nvSpPr>
          <p:spPr>
            <a:xfrm>
              <a:off x="9176891" y="2045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1" name="pt44161"/>
            <p:cNvSpPr/>
            <p:nvPr/>
          </p:nvSpPr>
          <p:spPr>
            <a:xfrm>
              <a:off x="9086240" y="1919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2" name="pt44162"/>
            <p:cNvSpPr/>
            <p:nvPr/>
          </p:nvSpPr>
          <p:spPr>
            <a:xfrm>
              <a:off x="9644546" y="2371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3" name="pt44163"/>
            <p:cNvSpPr/>
            <p:nvPr/>
          </p:nvSpPr>
          <p:spPr>
            <a:xfrm>
              <a:off x="8347210" y="2013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4" name="pt44164"/>
            <p:cNvSpPr/>
            <p:nvPr/>
          </p:nvSpPr>
          <p:spPr>
            <a:xfrm>
              <a:off x="8972124" y="1994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5" name="pt44165"/>
            <p:cNvSpPr/>
            <p:nvPr/>
          </p:nvSpPr>
          <p:spPr>
            <a:xfrm>
              <a:off x="9486197" y="2413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6" name="pt44166"/>
            <p:cNvSpPr/>
            <p:nvPr/>
          </p:nvSpPr>
          <p:spPr>
            <a:xfrm>
              <a:off x="9719466" y="1997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7" name="pt44167"/>
            <p:cNvSpPr/>
            <p:nvPr/>
          </p:nvSpPr>
          <p:spPr>
            <a:xfrm>
              <a:off x="9294237" y="1892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8" name="pt44168"/>
            <p:cNvSpPr/>
            <p:nvPr/>
          </p:nvSpPr>
          <p:spPr>
            <a:xfrm>
              <a:off x="9126552" y="2048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9" name="pt44169"/>
            <p:cNvSpPr/>
            <p:nvPr/>
          </p:nvSpPr>
          <p:spPr>
            <a:xfrm>
              <a:off x="8274318" y="2164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0" name="pt44170"/>
            <p:cNvSpPr/>
            <p:nvPr/>
          </p:nvSpPr>
          <p:spPr>
            <a:xfrm>
              <a:off x="8742215" y="2090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1" name="pt44171"/>
            <p:cNvSpPr/>
            <p:nvPr/>
          </p:nvSpPr>
          <p:spPr>
            <a:xfrm>
              <a:off x="8721041" y="1922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2" name="pt44172"/>
            <p:cNvSpPr/>
            <p:nvPr/>
          </p:nvSpPr>
          <p:spPr>
            <a:xfrm>
              <a:off x="9407038" y="2205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3" name="pt44173"/>
            <p:cNvSpPr/>
            <p:nvPr/>
          </p:nvSpPr>
          <p:spPr>
            <a:xfrm>
              <a:off x="9101309" y="2020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4" name="pt44174"/>
            <p:cNvSpPr/>
            <p:nvPr/>
          </p:nvSpPr>
          <p:spPr>
            <a:xfrm>
              <a:off x="8761156" y="2168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5" name="pt44175"/>
            <p:cNvSpPr/>
            <p:nvPr/>
          </p:nvSpPr>
          <p:spPr>
            <a:xfrm>
              <a:off x="8891661" y="2144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6" name="pt44176"/>
            <p:cNvSpPr/>
            <p:nvPr/>
          </p:nvSpPr>
          <p:spPr>
            <a:xfrm>
              <a:off x="9103999" y="2055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7" name="pt44177"/>
            <p:cNvSpPr/>
            <p:nvPr/>
          </p:nvSpPr>
          <p:spPr>
            <a:xfrm>
              <a:off x="9044397" y="2002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8" name="pt44178"/>
            <p:cNvSpPr/>
            <p:nvPr/>
          </p:nvSpPr>
          <p:spPr>
            <a:xfrm>
              <a:off x="8798858" y="2003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9" name="pt44179"/>
            <p:cNvSpPr/>
            <p:nvPr/>
          </p:nvSpPr>
          <p:spPr>
            <a:xfrm>
              <a:off x="8398928" y="2572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0" name="pt44180"/>
            <p:cNvSpPr/>
            <p:nvPr/>
          </p:nvSpPr>
          <p:spPr>
            <a:xfrm>
              <a:off x="8973968" y="2022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1" name="pt44181"/>
            <p:cNvSpPr/>
            <p:nvPr/>
          </p:nvSpPr>
          <p:spPr>
            <a:xfrm>
              <a:off x="9876105" y="2463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2" name="pt44182"/>
            <p:cNvSpPr/>
            <p:nvPr/>
          </p:nvSpPr>
          <p:spPr>
            <a:xfrm>
              <a:off x="8274318" y="2466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3" name="pt44183"/>
            <p:cNvSpPr/>
            <p:nvPr/>
          </p:nvSpPr>
          <p:spPr>
            <a:xfrm>
              <a:off x="9110981" y="2021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4" name="pt44184"/>
            <p:cNvSpPr/>
            <p:nvPr/>
          </p:nvSpPr>
          <p:spPr>
            <a:xfrm>
              <a:off x="9442137" y="1768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5" name="pt44185"/>
            <p:cNvSpPr/>
            <p:nvPr/>
          </p:nvSpPr>
          <p:spPr>
            <a:xfrm>
              <a:off x="8821645" y="2280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6" name="pt44186"/>
            <p:cNvSpPr/>
            <p:nvPr/>
          </p:nvSpPr>
          <p:spPr>
            <a:xfrm>
              <a:off x="9645731" y="2382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7" name="pt44187"/>
            <p:cNvSpPr/>
            <p:nvPr/>
          </p:nvSpPr>
          <p:spPr>
            <a:xfrm>
              <a:off x="9184443" y="1952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8" name="pt44188"/>
            <p:cNvSpPr/>
            <p:nvPr/>
          </p:nvSpPr>
          <p:spPr>
            <a:xfrm>
              <a:off x="8398928" y="2263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9" name="pt44189"/>
            <p:cNvSpPr/>
            <p:nvPr/>
          </p:nvSpPr>
          <p:spPr>
            <a:xfrm>
              <a:off x="9110123" y="2035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0" name="pt44190"/>
            <p:cNvSpPr/>
            <p:nvPr/>
          </p:nvSpPr>
          <p:spPr>
            <a:xfrm>
              <a:off x="8879672" y="1993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1" name="pt44191"/>
            <p:cNvSpPr/>
            <p:nvPr/>
          </p:nvSpPr>
          <p:spPr>
            <a:xfrm>
              <a:off x="8742215" y="2218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2" name="pt44192"/>
            <p:cNvSpPr/>
            <p:nvPr/>
          </p:nvSpPr>
          <p:spPr>
            <a:xfrm>
              <a:off x="9126552" y="2014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3" name="pt44193"/>
            <p:cNvSpPr/>
            <p:nvPr/>
          </p:nvSpPr>
          <p:spPr>
            <a:xfrm>
              <a:off x="8439043" y="2292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4" name="pt44194"/>
            <p:cNvSpPr/>
            <p:nvPr/>
          </p:nvSpPr>
          <p:spPr>
            <a:xfrm>
              <a:off x="8821645" y="2034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5" name="pt44195"/>
            <p:cNvSpPr/>
            <p:nvPr/>
          </p:nvSpPr>
          <p:spPr>
            <a:xfrm>
              <a:off x="8398928" y="2248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6" name="pt44196"/>
            <p:cNvSpPr/>
            <p:nvPr/>
          </p:nvSpPr>
          <p:spPr>
            <a:xfrm>
              <a:off x="9051686" y="2172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7" name="pt44197"/>
            <p:cNvSpPr/>
            <p:nvPr/>
          </p:nvSpPr>
          <p:spPr>
            <a:xfrm>
              <a:off x="8523538" y="2524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8" name="pt44198"/>
            <p:cNvSpPr/>
            <p:nvPr/>
          </p:nvSpPr>
          <p:spPr>
            <a:xfrm>
              <a:off x="8544712" y="2367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9" name="pt44199"/>
            <p:cNvSpPr/>
            <p:nvPr/>
          </p:nvSpPr>
          <p:spPr>
            <a:xfrm>
              <a:off x="8596430" y="2232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0" name="pt44200"/>
            <p:cNvSpPr/>
            <p:nvPr/>
          </p:nvSpPr>
          <p:spPr>
            <a:xfrm>
              <a:off x="8659047" y="2428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1" name="pt44201"/>
            <p:cNvSpPr/>
            <p:nvPr/>
          </p:nvSpPr>
          <p:spPr>
            <a:xfrm>
              <a:off x="9519098" y="2438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2" name="pt44202"/>
            <p:cNvSpPr/>
            <p:nvPr/>
          </p:nvSpPr>
          <p:spPr>
            <a:xfrm>
              <a:off x="9334969" y="2153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3" name="pt44203"/>
            <p:cNvSpPr/>
            <p:nvPr/>
          </p:nvSpPr>
          <p:spPr>
            <a:xfrm>
              <a:off x="8274318" y="2441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4" name="pt44204"/>
            <p:cNvSpPr/>
            <p:nvPr/>
          </p:nvSpPr>
          <p:spPr>
            <a:xfrm>
              <a:off x="9176891" y="201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5" name="pt44205"/>
            <p:cNvSpPr/>
            <p:nvPr/>
          </p:nvSpPr>
          <p:spPr>
            <a:xfrm>
              <a:off x="8830008" y="1949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6" name="pt44206"/>
            <p:cNvSpPr/>
            <p:nvPr/>
          </p:nvSpPr>
          <p:spPr>
            <a:xfrm>
              <a:off x="9442137" y="2115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7" name="pt44207"/>
            <p:cNvSpPr/>
            <p:nvPr/>
          </p:nvSpPr>
          <p:spPr>
            <a:xfrm>
              <a:off x="8439043" y="2152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8" name="pt44208"/>
            <p:cNvSpPr/>
            <p:nvPr/>
          </p:nvSpPr>
          <p:spPr>
            <a:xfrm>
              <a:off x="9055223" y="2199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9" name="pt44209"/>
            <p:cNvSpPr/>
            <p:nvPr/>
          </p:nvSpPr>
          <p:spPr>
            <a:xfrm>
              <a:off x="8544712" y="2394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0" name="pt44210"/>
            <p:cNvSpPr/>
            <p:nvPr/>
          </p:nvSpPr>
          <p:spPr>
            <a:xfrm>
              <a:off x="9334969" y="2271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1" name="pt44211"/>
            <p:cNvSpPr/>
            <p:nvPr/>
          </p:nvSpPr>
          <p:spPr>
            <a:xfrm>
              <a:off x="8679043" y="2444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2" name="pt44212"/>
            <p:cNvSpPr/>
            <p:nvPr/>
          </p:nvSpPr>
          <p:spPr>
            <a:xfrm>
              <a:off x="9227269" y="2086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3" name="pt44213"/>
            <p:cNvSpPr/>
            <p:nvPr/>
          </p:nvSpPr>
          <p:spPr>
            <a:xfrm>
              <a:off x="9237719" y="2209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4" name="pt44214"/>
            <p:cNvSpPr/>
            <p:nvPr/>
          </p:nvSpPr>
          <p:spPr>
            <a:xfrm>
              <a:off x="8793933" y="2118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5" name="pt44215"/>
            <p:cNvSpPr/>
            <p:nvPr/>
          </p:nvSpPr>
          <p:spPr>
            <a:xfrm>
              <a:off x="8866825" y="2176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6" name="pt44216"/>
            <p:cNvSpPr/>
            <p:nvPr/>
          </p:nvSpPr>
          <p:spPr>
            <a:xfrm>
              <a:off x="9124182" y="2202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7" name="pt44217"/>
            <p:cNvSpPr/>
            <p:nvPr/>
          </p:nvSpPr>
          <p:spPr>
            <a:xfrm>
              <a:off x="8798858" y="2047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8" name="pt44218"/>
            <p:cNvSpPr/>
            <p:nvPr/>
          </p:nvSpPr>
          <p:spPr>
            <a:xfrm>
              <a:off x="9049289" y="2061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9" name="pt44219"/>
            <p:cNvSpPr/>
            <p:nvPr/>
          </p:nvSpPr>
          <p:spPr>
            <a:xfrm>
              <a:off x="8398928" y="2404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0" name="pt44220"/>
            <p:cNvSpPr/>
            <p:nvPr/>
          </p:nvSpPr>
          <p:spPr>
            <a:xfrm>
              <a:off x="9294853" y="2178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1" name="pt44221"/>
            <p:cNvSpPr/>
            <p:nvPr/>
          </p:nvSpPr>
          <p:spPr>
            <a:xfrm>
              <a:off x="8755061" y="2247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2" name="pt44222"/>
            <p:cNvSpPr/>
            <p:nvPr/>
          </p:nvSpPr>
          <p:spPr>
            <a:xfrm>
              <a:off x="8563654" y="2347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3" name="pt44223"/>
            <p:cNvSpPr/>
            <p:nvPr/>
          </p:nvSpPr>
          <p:spPr>
            <a:xfrm>
              <a:off x="9334476" y="2075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4" name="pt44224"/>
            <p:cNvSpPr/>
            <p:nvPr/>
          </p:nvSpPr>
          <p:spPr>
            <a:xfrm>
              <a:off x="8688264" y="2247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5" name="pt44225"/>
            <p:cNvSpPr/>
            <p:nvPr/>
          </p:nvSpPr>
          <p:spPr>
            <a:xfrm>
              <a:off x="9328959" y="2108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6" name="pt44226"/>
            <p:cNvSpPr/>
            <p:nvPr/>
          </p:nvSpPr>
          <p:spPr>
            <a:xfrm>
              <a:off x="9527393" y="1771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7" name="pt44227"/>
            <p:cNvSpPr/>
            <p:nvPr/>
          </p:nvSpPr>
          <p:spPr>
            <a:xfrm>
              <a:off x="8274318" y="2323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8" name="pt44228"/>
            <p:cNvSpPr/>
            <p:nvPr/>
          </p:nvSpPr>
          <p:spPr>
            <a:xfrm>
              <a:off x="9258470" y="1934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9" name="pt44229"/>
            <p:cNvSpPr/>
            <p:nvPr/>
          </p:nvSpPr>
          <p:spPr>
            <a:xfrm>
              <a:off x="8798858" y="1970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0" name="pt44230"/>
            <p:cNvSpPr/>
            <p:nvPr/>
          </p:nvSpPr>
          <p:spPr>
            <a:xfrm>
              <a:off x="8767051" y="2214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1" name="pt44231"/>
            <p:cNvSpPr/>
            <p:nvPr/>
          </p:nvSpPr>
          <p:spPr>
            <a:xfrm>
              <a:off x="8697035" y="1986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2" name="pt44232"/>
            <p:cNvSpPr/>
            <p:nvPr/>
          </p:nvSpPr>
          <p:spPr>
            <a:xfrm>
              <a:off x="8499532" y="2478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3" name="pt44233"/>
            <p:cNvSpPr/>
            <p:nvPr/>
          </p:nvSpPr>
          <p:spPr>
            <a:xfrm>
              <a:off x="9142325" y="2007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4" name="pt44234"/>
            <p:cNvSpPr/>
            <p:nvPr/>
          </p:nvSpPr>
          <p:spPr>
            <a:xfrm>
              <a:off x="8688264" y="2245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5" name="pt44235"/>
            <p:cNvSpPr/>
            <p:nvPr/>
          </p:nvSpPr>
          <p:spPr>
            <a:xfrm>
              <a:off x="8798858" y="1977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6" name="pt44236"/>
            <p:cNvSpPr/>
            <p:nvPr/>
          </p:nvSpPr>
          <p:spPr>
            <a:xfrm>
              <a:off x="9645731" y="2461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7" name="pt44237"/>
            <p:cNvSpPr/>
            <p:nvPr/>
          </p:nvSpPr>
          <p:spPr>
            <a:xfrm>
              <a:off x="8735430" y="2199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8" name="pt44238"/>
            <p:cNvSpPr/>
            <p:nvPr/>
          </p:nvSpPr>
          <p:spPr>
            <a:xfrm>
              <a:off x="8471820" y="2519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9" name="pt44239"/>
            <p:cNvSpPr/>
            <p:nvPr/>
          </p:nvSpPr>
          <p:spPr>
            <a:xfrm>
              <a:off x="9086240" y="1944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0" name="pt44240"/>
            <p:cNvSpPr/>
            <p:nvPr/>
          </p:nvSpPr>
          <p:spPr>
            <a:xfrm>
              <a:off x="8713389" y="2333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1" name="pt44241"/>
            <p:cNvSpPr/>
            <p:nvPr/>
          </p:nvSpPr>
          <p:spPr>
            <a:xfrm>
              <a:off x="9294237" y="1929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2" name="pt44242"/>
            <p:cNvSpPr/>
            <p:nvPr/>
          </p:nvSpPr>
          <p:spPr>
            <a:xfrm>
              <a:off x="9040639" y="1784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3" name="pt44243"/>
            <p:cNvSpPr/>
            <p:nvPr/>
          </p:nvSpPr>
          <p:spPr>
            <a:xfrm>
              <a:off x="8596430" y="2281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4" name="pt44244"/>
            <p:cNvSpPr/>
            <p:nvPr/>
          </p:nvSpPr>
          <p:spPr>
            <a:xfrm>
              <a:off x="8274318" y="2316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5" name="pt44245"/>
            <p:cNvSpPr/>
            <p:nvPr/>
          </p:nvSpPr>
          <p:spPr>
            <a:xfrm>
              <a:off x="9407038" y="2128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6" name="pt44246"/>
            <p:cNvSpPr/>
            <p:nvPr/>
          </p:nvSpPr>
          <p:spPr>
            <a:xfrm>
              <a:off x="8398928" y="2301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7" name="pt44247"/>
            <p:cNvSpPr/>
            <p:nvPr/>
          </p:nvSpPr>
          <p:spPr>
            <a:xfrm>
              <a:off x="8767051" y="2120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8" name="pt44248"/>
            <p:cNvSpPr/>
            <p:nvPr/>
          </p:nvSpPr>
          <p:spPr>
            <a:xfrm>
              <a:off x="9435925" y="1865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9" name="pt44249"/>
            <p:cNvSpPr/>
            <p:nvPr/>
          </p:nvSpPr>
          <p:spPr>
            <a:xfrm>
              <a:off x="9039368" y="1697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0" name="pt44250"/>
            <p:cNvSpPr/>
            <p:nvPr/>
          </p:nvSpPr>
          <p:spPr>
            <a:xfrm>
              <a:off x="8748753" y="2068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1" name="pt44251"/>
            <p:cNvSpPr/>
            <p:nvPr/>
          </p:nvSpPr>
          <p:spPr>
            <a:xfrm>
              <a:off x="9541125" y="1671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2" name="pt44252"/>
            <p:cNvSpPr/>
            <p:nvPr/>
          </p:nvSpPr>
          <p:spPr>
            <a:xfrm>
              <a:off x="9567694" y="2307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3" name="pt44253"/>
            <p:cNvSpPr/>
            <p:nvPr/>
          </p:nvSpPr>
          <p:spPr>
            <a:xfrm>
              <a:off x="8610820" y="1881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4" name="pt44254"/>
            <p:cNvSpPr/>
            <p:nvPr/>
          </p:nvSpPr>
          <p:spPr>
            <a:xfrm>
              <a:off x="8563654" y="2138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5" name="pt44255"/>
            <p:cNvSpPr/>
            <p:nvPr/>
          </p:nvSpPr>
          <p:spPr>
            <a:xfrm>
              <a:off x="8902901" y="2083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6" name="pt44256"/>
            <p:cNvSpPr/>
            <p:nvPr/>
          </p:nvSpPr>
          <p:spPr>
            <a:xfrm>
              <a:off x="9180997" y="1915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7" name="pt44257"/>
            <p:cNvSpPr/>
            <p:nvPr/>
          </p:nvSpPr>
          <p:spPr>
            <a:xfrm>
              <a:off x="9118525" y="2056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8" name="pt44258"/>
            <p:cNvSpPr/>
            <p:nvPr/>
          </p:nvSpPr>
          <p:spPr>
            <a:xfrm>
              <a:off x="8596430" y="2198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9" name="pt44259"/>
            <p:cNvSpPr/>
            <p:nvPr/>
          </p:nvSpPr>
          <p:spPr>
            <a:xfrm>
              <a:off x="8713389" y="2283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0" name="pt44260"/>
            <p:cNvSpPr/>
            <p:nvPr/>
          </p:nvSpPr>
          <p:spPr>
            <a:xfrm>
              <a:off x="9567694" y="2247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1" name="pt44261"/>
            <p:cNvSpPr/>
            <p:nvPr/>
          </p:nvSpPr>
          <p:spPr>
            <a:xfrm>
              <a:off x="8274318" y="2044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2" name="pt44262"/>
            <p:cNvSpPr/>
            <p:nvPr/>
          </p:nvSpPr>
          <p:spPr>
            <a:xfrm>
              <a:off x="8580788" y="2276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3" name="pt44263"/>
            <p:cNvSpPr/>
            <p:nvPr/>
          </p:nvSpPr>
          <p:spPr>
            <a:xfrm>
              <a:off x="8544712" y="2319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4" name="pt44264"/>
            <p:cNvSpPr/>
            <p:nvPr/>
          </p:nvSpPr>
          <p:spPr>
            <a:xfrm>
              <a:off x="8471820" y="255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5" name="pt44265"/>
            <p:cNvSpPr/>
            <p:nvPr/>
          </p:nvSpPr>
          <p:spPr>
            <a:xfrm>
              <a:off x="9040639" y="1787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6" name="pt44266"/>
            <p:cNvSpPr/>
            <p:nvPr/>
          </p:nvSpPr>
          <p:spPr>
            <a:xfrm>
              <a:off x="8973968" y="1926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7" name="pt44267"/>
            <p:cNvSpPr/>
            <p:nvPr/>
          </p:nvSpPr>
          <p:spPr>
            <a:xfrm>
              <a:off x="8659047" y="2368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8" name="pt44268"/>
            <p:cNvSpPr/>
            <p:nvPr/>
          </p:nvSpPr>
          <p:spPr>
            <a:xfrm>
              <a:off x="9281436" y="1903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9" name="pt44269"/>
            <p:cNvSpPr/>
            <p:nvPr/>
          </p:nvSpPr>
          <p:spPr>
            <a:xfrm>
              <a:off x="8838000" y="198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0" name="pt44270"/>
            <p:cNvSpPr/>
            <p:nvPr/>
          </p:nvSpPr>
          <p:spPr>
            <a:xfrm>
              <a:off x="8856549" y="2242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1" name="pt44271"/>
            <p:cNvSpPr/>
            <p:nvPr/>
          </p:nvSpPr>
          <p:spPr>
            <a:xfrm>
              <a:off x="9142325" y="2128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2" name="pt44272"/>
            <p:cNvSpPr/>
            <p:nvPr/>
          </p:nvSpPr>
          <p:spPr>
            <a:xfrm>
              <a:off x="8923469" y="1978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3" name="pt44273"/>
            <p:cNvSpPr/>
            <p:nvPr/>
          </p:nvSpPr>
          <p:spPr>
            <a:xfrm>
              <a:off x="9196543" y="2033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4" name="pt44274"/>
            <p:cNvSpPr/>
            <p:nvPr/>
          </p:nvSpPr>
          <p:spPr>
            <a:xfrm>
              <a:off x="8783657" y="1991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5" name="pt44275"/>
            <p:cNvSpPr/>
            <p:nvPr/>
          </p:nvSpPr>
          <p:spPr>
            <a:xfrm>
              <a:off x="8973968" y="2069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6" name="pt44276"/>
            <p:cNvSpPr/>
            <p:nvPr/>
          </p:nvSpPr>
          <p:spPr>
            <a:xfrm>
              <a:off x="9031551" y="1707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7" name="pt44277"/>
            <p:cNvSpPr/>
            <p:nvPr/>
          </p:nvSpPr>
          <p:spPr>
            <a:xfrm>
              <a:off x="8636546" y="2364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8" name="pt44278"/>
            <p:cNvSpPr/>
            <p:nvPr/>
          </p:nvSpPr>
          <p:spPr>
            <a:xfrm>
              <a:off x="9070866" y="1801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9" name="pt44279"/>
            <p:cNvSpPr/>
            <p:nvPr/>
          </p:nvSpPr>
          <p:spPr>
            <a:xfrm>
              <a:off x="8856549" y="2194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0" name="pt44280"/>
            <p:cNvSpPr/>
            <p:nvPr/>
          </p:nvSpPr>
          <p:spPr>
            <a:xfrm>
              <a:off x="8398928" y="2541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1" name="pt44281"/>
            <p:cNvSpPr/>
            <p:nvPr/>
          </p:nvSpPr>
          <p:spPr>
            <a:xfrm>
              <a:off x="9171470" y="2034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2" name="pt44282"/>
            <p:cNvSpPr/>
            <p:nvPr/>
          </p:nvSpPr>
          <p:spPr>
            <a:xfrm>
              <a:off x="9200228" y="1759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3" name="pt44283"/>
            <p:cNvSpPr/>
            <p:nvPr/>
          </p:nvSpPr>
          <p:spPr>
            <a:xfrm>
              <a:off x="9594013" y="2331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4" name="pt44284"/>
            <p:cNvSpPr/>
            <p:nvPr/>
          </p:nvSpPr>
          <p:spPr>
            <a:xfrm>
              <a:off x="9439815" y="1748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5" name="pt44285"/>
            <p:cNvSpPr/>
            <p:nvPr/>
          </p:nvSpPr>
          <p:spPr>
            <a:xfrm>
              <a:off x="8544712" y="2313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6" name="pt44286"/>
            <p:cNvSpPr/>
            <p:nvPr/>
          </p:nvSpPr>
          <p:spPr>
            <a:xfrm>
              <a:off x="8845651" y="1811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7" name="pt44287"/>
            <p:cNvSpPr/>
            <p:nvPr/>
          </p:nvSpPr>
          <p:spPr>
            <a:xfrm>
              <a:off x="8721041" y="2140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8" name="pt44288"/>
            <p:cNvSpPr/>
            <p:nvPr/>
          </p:nvSpPr>
          <p:spPr>
            <a:xfrm>
              <a:off x="9002725" y="1958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9" name="pt44289"/>
            <p:cNvSpPr/>
            <p:nvPr/>
          </p:nvSpPr>
          <p:spPr>
            <a:xfrm>
              <a:off x="9262568" y="2019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0" name="pt44290"/>
            <p:cNvSpPr/>
            <p:nvPr/>
          </p:nvSpPr>
          <p:spPr>
            <a:xfrm>
              <a:off x="9627091" y="2319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1" name="pt44291"/>
            <p:cNvSpPr/>
            <p:nvPr/>
          </p:nvSpPr>
          <p:spPr>
            <a:xfrm>
              <a:off x="9074048" y="1813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2" name="pt44292"/>
            <p:cNvSpPr/>
            <p:nvPr/>
          </p:nvSpPr>
          <p:spPr>
            <a:xfrm>
              <a:off x="8563654" y="2353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3" name="pt44293"/>
            <p:cNvSpPr/>
            <p:nvPr/>
          </p:nvSpPr>
          <p:spPr>
            <a:xfrm>
              <a:off x="8439043" y="2200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4" name="pt44294"/>
            <p:cNvSpPr/>
            <p:nvPr/>
          </p:nvSpPr>
          <p:spPr>
            <a:xfrm>
              <a:off x="8742215" y="2070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5" name="pt44295"/>
            <p:cNvSpPr/>
            <p:nvPr/>
          </p:nvSpPr>
          <p:spPr>
            <a:xfrm>
              <a:off x="8274318" y="2387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6" name="pt44296"/>
            <p:cNvSpPr/>
            <p:nvPr/>
          </p:nvSpPr>
          <p:spPr>
            <a:xfrm>
              <a:off x="9490707" y="2381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7" name="pt44297"/>
            <p:cNvSpPr/>
            <p:nvPr/>
          </p:nvSpPr>
          <p:spPr>
            <a:xfrm>
              <a:off x="8923469" y="1903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8" name="pt44298"/>
            <p:cNvSpPr/>
            <p:nvPr/>
          </p:nvSpPr>
          <p:spPr>
            <a:xfrm>
              <a:off x="9227269" y="2115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9" name="pt44299"/>
            <p:cNvSpPr/>
            <p:nvPr/>
          </p:nvSpPr>
          <p:spPr>
            <a:xfrm>
              <a:off x="9045633" y="2175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0" name="pt44300"/>
            <p:cNvSpPr/>
            <p:nvPr/>
          </p:nvSpPr>
          <p:spPr>
            <a:xfrm>
              <a:off x="9761216" y="2312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1" name="pt44301"/>
            <p:cNvSpPr/>
            <p:nvPr/>
          </p:nvSpPr>
          <p:spPr>
            <a:xfrm>
              <a:off x="8274318" y="2448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2" name="pt44302"/>
            <p:cNvSpPr/>
            <p:nvPr/>
          </p:nvSpPr>
          <p:spPr>
            <a:xfrm>
              <a:off x="8932933" y="1764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3" name="pt44303"/>
            <p:cNvSpPr/>
            <p:nvPr/>
          </p:nvSpPr>
          <p:spPr>
            <a:xfrm>
              <a:off x="9005825" y="1511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4" name="pt44304"/>
            <p:cNvSpPr/>
            <p:nvPr/>
          </p:nvSpPr>
          <p:spPr>
            <a:xfrm>
              <a:off x="9597877" y="2129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5" name="pt44305"/>
            <p:cNvSpPr/>
            <p:nvPr/>
          </p:nvSpPr>
          <p:spPr>
            <a:xfrm>
              <a:off x="8923469" y="1989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6" name="pt44306"/>
            <p:cNvSpPr/>
            <p:nvPr/>
          </p:nvSpPr>
          <p:spPr>
            <a:xfrm>
              <a:off x="8838000" y="1826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7" name="pt44307"/>
            <p:cNvSpPr/>
            <p:nvPr/>
          </p:nvSpPr>
          <p:spPr>
            <a:xfrm>
              <a:off x="8891661" y="2071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8" name="pt44308"/>
            <p:cNvSpPr/>
            <p:nvPr/>
          </p:nvSpPr>
          <p:spPr>
            <a:xfrm>
              <a:off x="9334476" y="2245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9" name="pt44309"/>
            <p:cNvSpPr/>
            <p:nvPr/>
          </p:nvSpPr>
          <p:spPr>
            <a:xfrm>
              <a:off x="8596430" y="2342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0" name="pt44310"/>
            <p:cNvSpPr/>
            <p:nvPr/>
          </p:nvSpPr>
          <p:spPr>
            <a:xfrm>
              <a:off x="9368156" y="1969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1" name="pt44311"/>
            <p:cNvSpPr/>
            <p:nvPr/>
          </p:nvSpPr>
          <p:spPr>
            <a:xfrm>
              <a:off x="9707347" y="1761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2" name="pt44312"/>
            <p:cNvSpPr/>
            <p:nvPr/>
          </p:nvSpPr>
          <p:spPr>
            <a:xfrm>
              <a:off x="9124182" y="2038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3" name="pt44313"/>
            <p:cNvSpPr/>
            <p:nvPr/>
          </p:nvSpPr>
          <p:spPr>
            <a:xfrm>
              <a:off x="8523538" y="2620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4" name="pt44314"/>
            <p:cNvSpPr/>
            <p:nvPr/>
          </p:nvSpPr>
          <p:spPr>
            <a:xfrm>
              <a:off x="9558274" y="2260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5" name="pt44315"/>
            <p:cNvSpPr/>
            <p:nvPr/>
          </p:nvSpPr>
          <p:spPr>
            <a:xfrm>
              <a:off x="8873363" y="1957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6" name="pt44316"/>
            <p:cNvSpPr/>
            <p:nvPr/>
          </p:nvSpPr>
          <p:spPr>
            <a:xfrm>
              <a:off x="8580788" y="2121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7" name="pt44317"/>
            <p:cNvSpPr/>
            <p:nvPr/>
          </p:nvSpPr>
          <p:spPr>
            <a:xfrm>
              <a:off x="9302684" y="1847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8" name="pt44318"/>
            <p:cNvSpPr/>
            <p:nvPr/>
          </p:nvSpPr>
          <p:spPr>
            <a:xfrm>
              <a:off x="8563654" y="2084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9" name="pt44319"/>
            <p:cNvSpPr/>
            <p:nvPr/>
          </p:nvSpPr>
          <p:spPr>
            <a:xfrm>
              <a:off x="9527393" y="1724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0" name="pt44320"/>
            <p:cNvSpPr/>
            <p:nvPr/>
          </p:nvSpPr>
          <p:spPr>
            <a:xfrm>
              <a:off x="9361481" y="2124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1" name="pt44321"/>
            <p:cNvSpPr/>
            <p:nvPr/>
          </p:nvSpPr>
          <p:spPr>
            <a:xfrm>
              <a:off x="8439043" y="2364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2" name="pt44322"/>
            <p:cNvSpPr/>
            <p:nvPr/>
          </p:nvSpPr>
          <p:spPr>
            <a:xfrm>
              <a:off x="8439043" y="210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3" name="pt44323"/>
            <p:cNvSpPr/>
            <p:nvPr/>
          </p:nvSpPr>
          <p:spPr>
            <a:xfrm>
              <a:off x="9087220" y="1951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4" name="pt44324"/>
            <p:cNvSpPr/>
            <p:nvPr/>
          </p:nvSpPr>
          <p:spPr>
            <a:xfrm>
              <a:off x="8580788" y="2158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5" name="pt44325"/>
            <p:cNvSpPr/>
            <p:nvPr/>
          </p:nvSpPr>
          <p:spPr>
            <a:xfrm>
              <a:off x="8882745" y="1645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6" name="pt44326"/>
            <p:cNvSpPr/>
            <p:nvPr/>
          </p:nvSpPr>
          <p:spPr>
            <a:xfrm>
              <a:off x="8941923" y="2017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7" name="pt44327"/>
            <p:cNvSpPr/>
            <p:nvPr/>
          </p:nvSpPr>
          <p:spPr>
            <a:xfrm>
              <a:off x="9057543" y="181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8" name="pt44328"/>
            <p:cNvSpPr/>
            <p:nvPr/>
          </p:nvSpPr>
          <p:spPr>
            <a:xfrm>
              <a:off x="9074048" y="1922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9" name="pt44329"/>
            <p:cNvSpPr/>
            <p:nvPr/>
          </p:nvSpPr>
          <p:spPr>
            <a:xfrm>
              <a:off x="9090127" y="1690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0" name="pt44330"/>
            <p:cNvSpPr/>
            <p:nvPr/>
          </p:nvSpPr>
          <p:spPr>
            <a:xfrm>
              <a:off x="8523538" y="2617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1" name="pt44331"/>
            <p:cNvSpPr/>
            <p:nvPr/>
          </p:nvSpPr>
          <p:spPr>
            <a:xfrm>
              <a:off x="9180997" y="1957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2" name="pt44332"/>
            <p:cNvSpPr/>
            <p:nvPr/>
          </p:nvSpPr>
          <p:spPr>
            <a:xfrm>
              <a:off x="8471820" y="2398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3" name="pt44333"/>
            <p:cNvSpPr/>
            <p:nvPr/>
          </p:nvSpPr>
          <p:spPr>
            <a:xfrm>
              <a:off x="8970261" y="2150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4" name="pt44334"/>
            <p:cNvSpPr/>
            <p:nvPr/>
          </p:nvSpPr>
          <p:spPr>
            <a:xfrm>
              <a:off x="8659047" y="2354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5" name="pt44335"/>
            <p:cNvSpPr/>
            <p:nvPr/>
          </p:nvSpPr>
          <p:spPr>
            <a:xfrm>
              <a:off x="9124182" y="2014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6" name="pt44336"/>
            <p:cNvSpPr/>
            <p:nvPr/>
          </p:nvSpPr>
          <p:spPr>
            <a:xfrm>
              <a:off x="8721041" y="2069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7" name="pt44337"/>
            <p:cNvSpPr/>
            <p:nvPr/>
          </p:nvSpPr>
          <p:spPr>
            <a:xfrm>
              <a:off x="8932933" y="1908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8" name="pt44338"/>
            <p:cNvSpPr/>
            <p:nvPr/>
          </p:nvSpPr>
          <p:spPr>
            <a:xfrm>
              <a:off x="9045633" y="2208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9" name="pt44339"/>
            <p:cNvSpPr/>
            <p:nvPr/>
          </p:nvSpPr>
          <p:spPr>
            <a:xfrm>
              <a:off x="8580788" y="2263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0" name="pt44340"/>
            <p:cNvSpPr/>
            <p:nvPr/>
          </p:nvSpPr>
          <p:spPr>
            <a:xfrm>
              <a:off x="8610820" y="2072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1" name="pt44341"/>
            <p:cNvSpPr/>
            <p:nvPr/>
          </p:nvSpPr>
          <p:spPr>
            <a:xfrm>
              <a:off x="9031551" y="1789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2" name="pt44342"/>
            <p:cNvSpPr/>
            <p:nvPr/>
          </p:nvSpPr>
          <p:spPr>
            <a:xfrm>
              <a:off x="8398928" y="2398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3" name="pt44343"/>
            <p:cNvSpPr/>
            <p:nvPr/>
          </p:nvSpPr>
          <p:spPr>
            <a:xfrm>
              <a:off x="8648148" y="2385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4" name="pt44344"/>
            <p:cNvSpPr/>
            <p:nvPr/>
          </p:nvSpPr>
          <p:spPr>
            <a:xfrm>
              <a:off x="9568569" y="2177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5" name="pt44345"/>
            <p:cNvSpPr/>
            <p:nvPr/>
          </p:nvSpPr>
          <p:spPr>
            <a:xfrm>
              <a:off x="9211830" y="1827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6" name="pt44346"/>
            <p:cNvSpPr/>
            <p:nvPr/>
          </p:nvSpPr>
          <p:spPr>
            <a:xfrm>
              <a:off x="9203327" y="1797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7" name="pt44347"/>
            <p:cNvSpPr/>
            <p:nvPr/>
          </p:nvSpPr>
          <p:spPr>
            <a:xfrm>
              <a:off x="9602828" y="2413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8" name="pt44348"/>
            <p:cNvSpPr/>
            <p:nvPr/>
          </p:nvSpPr>
          <p:spPr>
            <a:xfrm>
              <a:off x="9231697" y="1983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9" name="pt44349"/>
            <p:cNvSpPr/>
            <p:nvPr/>
          </p:nvSpPr>
          <p:spPr>
            <a:xfrm>
              <a:off x="8624143" y="2400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0" name="pt44350"/>
            <p:cNvSpPr/>
            <p:nvPr/>
          </p:nvSpPr>
          <p:spPr>
            <a:xfrm>
              <a:off x="8954618" y="2254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1" name="pt44351"/>
            <p:cNvSpPr/>
            <p:nvPr/>
          </p:nvSpPr>
          <p:spPr>
            <a:xfrm>
              <a:off x="8767051" y="2151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2" name="pt44352"/>
            <p:cNvSpPr/>
            <p:nvPr/>
          </p:nvSpPr>
          <p:spPr>
            <a:xfrm>
              <a:off x="9381946" y="1947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3" name="pt44353"/>
            <p:cNvSpPr/>
            <p:nvPr/>
          </p:nvSpPr>
          <p:spPr>
            <a:xfrm>
              <a:off x="8713389" y="2293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4" name="pt44354"/>
            <p:cNvSpPr/>
            <p:nvPr/>
          </p:nvSpPr>
          <p:spPr>
            <a:xfrm>
              <a:off x="8888738" y="2295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5" name="pt44355"/>
            <p:cNvSpPr/>
            <p:nvPr/>
          </p:nvSpPr>
          <p:spPr>
            <a:xfrm>
              <a:off x="8610820" y="2056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6" name="pt44356"/>
            <p:cNvSpPr/>
            <p:nvPr/>
          </p:nvSpPr>
          <p:spPr>
            <a:xfrm>
              <a:off x="8838000" y="1912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7" name="pt44357"/>
            <p:cNvSpPr/>
            <p:nvPr/>
          </p:nvSpPr>
          <p:spPr>
            <a:xfrm>
              <a:off x="8439043" y="2197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8" name="pt44358"/>
            <p:cNvSpPr/>
            <p:nvPr/>
          </p:nvSpPr>
          <p:spPr>
            <a:xfrm>
              <a:off x="8596430" y="2313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9" name="pt44359"/>
            <p:cNvSpPr/>
            <p:nvPr/>
          </p:nvSpPr>
          <p:spPr>
            <a:xfrm>
              <a:off x="8347210" y="2371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0" name="pt44360"/>
            <p:cNvSpPr/>
            <p:nvPr/>
          </p:nvSpPr>
          <p:spPr>
            <a:xfrm>
              <a:off x="8274318" y="2384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1" name="pt44361"/>
            <p:cNvSpPr/>
            <p:nvPr/>
          </p:nvSpPr>
          <p:spPr>
            <a:xfrm>
              <a:off x="8347210" y="2532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2" name="pt44362"/>
            <p:cNvSpPr/>
            <p:nvPr/>
          </p:nvSpPr>
          <p:spPr>
            <a:xfrm>
              <a:off x="9370394" y="2063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3" name="pt44363"/>
            <p:cNvSpPr/>
            <p:nvPr/>
          </p:nvSpPr>
          <p:spPr>
            <a:xfrm>
              <a:off x="8471820" y="2362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4" name="pt44364"/>
            <p:cNvSpPr/>
            <p:nvPr/>
          </p:nvSpPr>
          <p:spPr>
            <a:xfrm>
              <a:off x="8852989" y="1871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5" name="pt44365"/>
            <p:cNvSpPr/>
            <p:nvPr/>
          </p:nvSpPr>
          <p:spPr>
            <a:xfrm>
              <a:off x="9034195" y="1678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6" name="pt44366"/>
            <p:cNvSpPr/>
            <p:nvPr/>
          </p:nvSpPr>
          <p:spPr>
            <a:xfrm>
              <a:off x="8984651" y="1757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7" name="pt44367"/>
            <p:cNvSpPr/>
            <p:nvPr/>
          </p:nvSpPr>
          <p:spPr>
            <a:xfrm>
              <a:off x="8882745" y="1880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8" name="pt44368"/>
            <p:cNvSpPr/>
            <p:nvPr/>
          </p:nvSpPr>
          <p:spPr>
            <a:xfrm>
              <a:off x="8669323" y="246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9" name="pt44369"/>
            <p:cNvSpPr/>
            <p:nvPr/>
          </p:nvSpPr>
          <p:spPr>
            <a:xfrm>
              <a:off x="9124975" y="2004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0" name="pt44370"/>
            <p:cNvSpPr/>
            <p:nvPr/>
          </p:nvSpPr>
          <p:spPr>
            <a:xfrm>
              <a:off x="9027511" y="1844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1" name="pt44371"/>
            <p:cNvSpPr/>
            <p:nvPr/>
          </p:nvSpPr>
          <p:spPr>
            <a:xfrm>
              <a:off x="9219949" y="1854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2" name="pt44372"/>
            <p:cNvSpPr/>
            <p:nvPr/>
          </p:nvSpPr>
          <p:spPr>
            <a:xfrm>
              <a:off x="8882745" y="195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3" name="pt44373"/>
            <p:cNvSpPr/>
            <p:nvPr/>
          </p:nvSpPr>
          <p:spPr>
            <a:xfrm>
              <a:off x="8845651" y="1967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4" name="pt44374"/>
            <p:cNvSpPr/>
            <p:nvPr/>
          </p:nvSpPr>
          <p:spPr>
            <a:xfrm>
              <a:off x="9095805" y="1679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5" name="pt44375"/>
            <p:cNvSpPr/>
            <p:nvPr/>
          </p:nvSpPr>
          <p:spPr>
            <a:xfrm>
              <a:off x="8523538" y="2687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6" name="pt44376"/>
            <p:cNvSpPr/>
            <p:nvPr/>
          </p:nvSpPr>
          <p:spPr>
            <a:xfrm>
              <a:off x="8803653" y="2018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7" name="pt44377"/>
            <p:cNvSpPr/>
            <p:nvPr/>
          </p:nvSpPr>
          <p:spPr>
            <a:xfrm>
              <a:off x="8910892" y="2097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8" name="pt44378"/>
            <p:cNvSpPr/>
            <p:nvPr/>
          </p:nvSpPr>
          <p:spPr>
            <a:xfrm>
              <a:off x="8398928" y="2371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9" name="pt44379"/>
            <p:cNvSpPr/>
            <p:nvPr/>
          </p:nvSpPr>
          <p:spPr>
            <a:xfrm>
              <a:off x="8812874" y="2146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0" name="pt44380"/>
            <p:cNvSpPr/>
            <p:nvPr/>
          </p:nvSpPr>
          <p:spPr>
            <a:xfrm>
              <a:off x="8834048" y="1859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1" name="pt44381"/>
            <p:cNvSpPr/>
            <p:nvPr/>
          </p:nvSpPr>
          <p:spPr>
            <a:xfrm>
              <a:off x="9296080" y="1903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2" name="pt44382"/>
            <p:cNvSpPr/>
            <p:nvPr/>
          </p:nvSpPr>
          <p:spPr>
            <a:xfrm>
              <a:off x="8713389" y="2216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3" name="pt44383"/>
            <p:cNvSpPr/>
            <p:nvPr/>
          </p:nvSpPr>
          <p:spPr>
            <a:xfrm>
              <a:off x="9407038" y="2176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4" name="pt44384"/>
            <p:cNvSpPr/>
            <p:nvPr/>
          </p:nvSpPr>
          <p:spPr>
            <a:xfrm>
              <a:off x="8812874" y="2105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5" name="pt44385"/>
            <p:cNvSpPr/>
            <p:nvPr/>
          </p:nvSpPr>
          <p:spPr>
            <a:xfrm>
              <a:off x="9328959" y="2035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6" name="pt44386"/>
            <p:cNvSpPr/>
            <p:nvPr/>
          </p:nvSpPr>
          <p:spPr>
            <a:xfrm>
              <a:off x="9074048" y="2086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7" name="pt44387"/>
            <p:cNvSpPr/>
            <p:nvPr/>
          </p:nvSpPr>
          <p:spPr>
            <a:xfrm>
              <a:off x="8636546" y="2447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8" name="pt44388"/>
            <p:cNvSpPr/>
            <p:nvPr/>
          </p:nvSpPr>
          <p:spPr>
            <a:xfrm>
              <a:off x="8347210" y="2480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9" name="pt44389"/>
            <p:cNvSpPr/>
            <p:nvPr/>
          </p:nvSpPr>
          <p:spPr>
            <a:xfrm>
              <a:off x="9468702" y="214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0" name="pt44390"/>
            <p:cNvSpPr/>
            <p:nvPr/>
          </p:nvSpPr>
          <p:spPr>
            <a:xfrm>
              <a:off x="8958659" y="2256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1" name="pt44391"/>
            <p:cNvSpPr/>
            <p:nvPr/>
          </p:nvSpPr>
          <p:spPr>
            <a:xfrm>
              <a:off x="9103999" y="1993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2" name="pt44392"/>
            <p:cNvSpPr/>
            <p:nvPr/>
          </p:nvSpPr>
          <p:spPr>
            <a:xfrm>
              <a:off x="9236019" y="2019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3" name="pt44393"/>
            <p:cNvSpPr/>
            <p:nvPr/>
          </p:nvSpPr>
          <p:spPr>
            <a:xfrm>
              <a:off x="8274318" y="2554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4" name="pt44394"/>
            <p:cNvSpPr/>
            <p:nvPr/>
          </p:nvSpPr>
          <p:spPr>
            <a:xfrm>
              <a:off x="9040639" y="1808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5" name="pt44395"/>
            <p:cNvSpPr/>
            <p:nvPr/>
          </p:nvSpPr>
          <p:spPr>
            <a:xfrm>
              <a:off x="8891661" y="2143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6" name="pt44396"/>
            <p:cNvSpPr/>
            <p:nvPr/>
          </p:nvSpPr>
          <p:spPr>
            <a:xfrm>
              <a:off x="8921023" y="1782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7" name="pt44397"/>
            <p:cNvSpPr/>
            <p:nvPr/>
          </p:nvSpPr>
          <p:spPr>
            <a:xfrm>
              <a:off x="9097658" y="1998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8" name="pt44398"/>
            <p:cNvSpPr/>
            <p:nvPr/>
          </p:nvSpPr>
          <p:spPr>
            <a:xfrm>
              <a:off x="8948383" y="2044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9" name="pt44399"/>
            <p:cNvSpPr/>
            <p:nvPr/>
          </p:nvSpPr>
          <p:spPr>
            <a:xfrm>
              <a:off x="8830008" y="2271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0" name="pt44400"/>
            <p:cNvSpPr/>
            <p:nvPr/>
          </p:nvSpPr>
          <p:spPr>
            <a:xfrm>
              <a:off x="9334969" y="208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1" name="pt44401"/>
            <p:cNvSpPr/>
            <p:nvPr/>
          </p:nvSpPr>
          <p:spPr>
            <a:xfrm>
              <a:off x="9370394" y="2006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2" name="pt44402"/>
            <p:cNvSpPr/>
            <p:nvPr/>
          </p:nvSpPr>
          <p:spPr>
            <a:xfrm>
              <a:off x="8669323" y="2243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3" name="pt44403"/>
            <p:cNvSpPr/>
            <p:nvPr/>
          </p:nvSpPr>
          <p:spPr>
            <a:xfrm>
              <a:off x="9176891" y="1827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4" name="pt44404"/>
            <p:cNvSpPr/>
            <p:nvPr/>
          </p:nvSpPr>
          <p:spPr>
            <a:xfrm>
              <a:off x="9031551" y="1686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5" name="pt44405"/>
            <p:cNvSpPr/>
            <p:nvPr/>
          </p:nvSpPr>
          <p:spPr>
            <a:xfrm>
              <a:off x="9074048" y="1867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6" name="pt44406"/>
            <p:cNvSpPr/>
            <p:nvPr/>
          </p:nvSpPr>
          <p:spPr>
            <a:xfrm>
              <a:off x="8937484" y="2094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7" name="pt44407"/>
            <p:cNvSpPr/>
            <p:nvPr/>
          </p:nvSpPr>
          <p:spPr>
            <a:xfrm>
              <a:off x="8544712" y="2468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8" name="pt44408"/>
            <p:cNvSpPr/>
            <p:nvPr/>
          </p:nvSpPr>
          <p:spPr>
            <a:xfrm>
              <a:off x="8471820" y="2406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9" name="pt44409"/>
            <p:cNvSpPr/>
            <p:nvPr/>
          </p:nvSpPr>
          <p:spPr>
            <a:xfrm>
              <a:off x="8274318" y="2472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0" name="pt44410"/>
            <p:cNvSpPr/>
            <p:nvPr/>
          </p:nvSpPr>
          <p:spPr>
            <a:xfrm>
              <a:off x="8596430" y="2218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1" name="pt44411"/>
            <p:cNvSpPr/>
            <p:nvPr/>
          </p:nvSpPr>
          <p:spPr>
            <a:xfrm>
              <a:off x="9176891" y="1862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2" name="pt44412"/>
            <p:cNvSpPr/>
            <p:nvPr/>
          </p:nvSpPr>
          <p:spPr>
            <a:xfrm>
              <a:off x="9503592" y="2410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3" name="pt44413"/>
            <p:cNvSpPr/>
            <p:nvPr/>
          </p:nvSpPr>
          <p:spPr>
            <a:xfrm>
              <a:off x="8812874" y="2272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4" name="pt44414"/>
            <p:cNvSpPr/>
            <p:nvPr/>
          </p:nvSpPr>
          <p:spPr>
            <a:xfrm>
              <a:off x="9437742" y="1790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5" name="pt44415"/>
            <p:cNvSpPr/>
            <p:nvPr/>
          </p:nvSpPr>
          <p:spPr>
            <a:xfrm>
              <a:off x="8398928" y="2267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6" name="pt44416"/>
            <p:cNvSpPr/>
            <p:nvPr/>
          </p:nvSpPr>
          <p:spPr>
            <a:xfrm>
              <a:off x="8624143" y="2536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7" name="pt44417"/>
            <p:cNvSpPr/>
            <p:nvPr/>
          </p:nvSpPr>
          <p:spPr>
            <a:xfrm>
              <a:off x="8659047" y="2292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8" name="pt44418"/>
            <p:cNvSpPr/>
            <p:nvPr/>
          </p:nvSpPr>
          <p:spPr>
            <a:xfrm>
              <a:off x="8908267" y="2083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9" name="pt44419"/>
            <p:cNvSpPr/>
            <p:nvPr/>
          </p:nvSpPr>
          <p:spPr>
            <a:xfrm>
              <a:off x="8841866" y="1948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0" name="pt44420"/>
            <p:cNvSpPr/>
            <p:nvPr/>
          </p:nvSpPr>
          <p:spPr>
            <a:xfrm>
              <a:off x="8398928" y="2368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1" name="pt44421"/>
            <p:cNvSpPr/>
            <p:nvPr/>
          </p:nvSpPr>
          <p:spPr>
            <a:xfrm>
              <a:off x="8910892" y="2094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2" name="pt44422"/>
            <p:cNvSpPr/>
            <p:nvPr/>
          </p:nvSpPr>
          <p:spPr>
            <a:xfrm>
              <a:off x="8523538" y="2498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3" name="pt44423"/>
            <p:cNvSpPr/>
            <p:nvPr/>
          </p:nvSpPr>
          <p:spPr>
            <a:xfrm>
              <a:off x="8964553" y="2283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4" name="pt44424"/>
            <p:cNvSpPr/>
            <p:nvPr/>
          </p:nvSpPr>
          <p:spPr>
            <a:xfrm>
              <a:off x="8563654" y="2222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5" name="pt44425"/>
            <p:cNvSpPr/>
            <p:nvPr/>
          </p:nvSpPr>
          <p:spPr>
            <a:xfrm>
              <a:off x="9401001" y="2051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6" name="pt44426"/>
            <p:cNvSpPr/>
            <p:nvPr/>
          </p:nvSpPr>
          <p:spPr>
            <a:xfrm>
              <a:off x="8954618" y="2272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7" name="pt44427"/>
            <p:cNvSpPr/>
            <p:nvPr/>
          </p:nvSpPr>
          <p:spPr>
            <a:xfrm>
              <a:off x="9439678" y="2064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8" name="pt44428"/>
            <p:cNvSpPr/>
            <p:nvPr/>
          </p:nvSpPr>
          <p:spPr>
            <a:xfrm>
              <a:off x="9401001" y="2223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9" name="pt44429"/>
            <p:cNvSpPr/>
            <p:nvPr/>
          </p:nvSpPr>
          <p:spPr>
            <a:xfrm>
              <a:off x="8783657" y="2250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0" name="pt44430"/>
            <p:cNvSpPr/>
            <p:nvPr/>
          </p:nvSpPr>
          <p:spPr>
            <a:xfrm>
              <a:off x="9062094" y="1622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1" name="pt44431"/>
            <p:cNvSpPr/>
            <p:nvPr/>
          </p:nvSpPr>
          <p:spPr>
            <a:xfrm>
              <a:off x="9103999" y="2049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2" name="pt44432"/>
            <p:cNvSpPr/>
            <p:nvPr/>
          </p:nvSpPr>
          <p:spPr>
            <a:xfrm>
              <a:off x="8952564" y="2203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3" name="pt44433"/>
            <p:cNvSpPr/>
            <p:nvPr/>
          </p:nvSpPr>
          <p:spPr>
            <a:xfrm>
              <a:off x="9189492" y="2089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4" name="pt44434"/>
            <p:cNvSpPr/>
            <p:nvPr/>
          </p:nvSpPr>
          <p:spPr>
            <a:xfrm>
              <a:off x="9439815" y="1866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5" name="pt44435"/>
            <p:cNvSpPr/>
            <p:nvPr/>
          </p:nvSpPr>
          <p:spPr>
            <a:xfrm>
              <a:off x="9313825" y="2204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6" name="pt44436"/>
            <p:cNvSpPr/>
            <p:nvPr/>
          </p:nvSpPr>
          <p:spPr>
            <a:xfrm>
              <a:off x="8439043" y="2437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7" name="pt44437"/>
            <p:cNvSpPr/>
            <p:nvPr/>
          </p:nvSpPr>
          <p:spPr>
            <a:xfrm>
              <a:off x="9044397" y="2014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8" name="pt44438"/>
            <p:cNvSpPr/>
            <p:nvPr/>
          </p:nvSpPr>
          <p:spPr>
            <a:xfrm>
              <a:off x="9563530" y="2274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9" name="pt44439"/>
            <p:cNvSpPr/>
            <p:nvPr/>
          </p:nvSpPr>
          <p:spPr>
            <a:xfrm>
              <a:off x="9095805" y="1570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0" name="pt44440"/>
            <p:cNvSpPr/>
            <p:nvPr/>
          </p:nvSpPr>
          <p:spPr>
            <a:xfrm>
              <a:off x="9468702" y="2108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1" name="pt44441"/>
            <p:cNvSpPr/>
            <p:nvPr/>
          </p:nvSpPr>
          <p:spPr>
            <a:xfrm>
              <a:off x="9237719" y="2103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2" name="pt44442"/>
            <p:cNvSpPr/>
            <p:nvPr/>
          </p:nvSpPr>
          <p:spPr>
            <a:xfrm>
              <a:off x="8471820" y="2390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3" name="pt44443"/>
            <p:cNvSpPr/>
            <p:nvPr/>
          </p:nvSpPr>
          <p:spPr>
            <a:xfrm>
              <a:off x="8596430" y="2183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4" name="pt44444"/>
            <p:cNvSpPr/>
            <p:nvPr/>
          </p:nvSpPr>
          <p:spPr>
            <a:xfrm>
              <a:off x="8761156" y="2321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5" name="pt44445"/>
            <p:cNvSpPr/>
            <p:nvPr/>
          </p:nvSpPr>
          <p:spPr>
            <a:xfrm>
              <a:off x="8894537" y="2149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6" name="pt44446"/>
            <p:cNvSpPr/>
            <p:nvPr/>
          </p:nvSpPr>
          <p:spPr>
            <a:xfrm>
              <a:off x="9054052" y="2342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7" name="pt44447"/>
            <p:cNvSpPr/>
            <p:nvPr/>
          </p:nvSpPr>
          <p:spPr>
            <a:xfrm>
              <a:off x="9448796" y="2127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8" name="pt44448"/>
            <p:cNvSpPr/>
            <p:nvPr/>
          </p:nvSpPr>
          <p:spPr>
            <a:xfrm>
              <a:off x="8705398" y="2181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9" name="pt44449"/>
            <p:cNvSpPr/>
            <p:nvPr/>
          </p:nvSpPr>
          <p:spPr>
            <a:xfrm>
              <a:off x="8679043" y="2309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0" name="pt44450"/>
            <p:cNvSpPr/>
            <p:nvPr/>
          </p:nvSpPr>
          <p:spPr>
            <a:xfrm>
              <a:off x="8930613" y="1807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1" name="pt44451"/>
            <p:cNvSpPr/>
            <p:nvPr/>
          </p:nvSpPr>
          <p:spPr>
            <a:xfrm>
              <a:off x="8471820" y="2486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2" name="pt44452"/>
            <p:cNvSpPr/>
            <p:nvPr/>
          </p:nvSpPr>
          <p:spPr>
            <a:xfrm>
              <a:off x="8610820" y="217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3" name="pt44453"/>
            <p:cNvSpPr/>
            <p:nvPr/>
          </p:nvSpPr>
          <p:spPr>
            <a:xfrm>
              <a:off x="9040639" y="1643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4" name="pt44454"/>
            <p:cNvSpPr/>
            <p:nvPr/>
          </p:nvSpPr>
          <p:spPr>
            <a:xfrm>
              <a:off x="8563654" y="2176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5" name="pt44455"/>
            <p:cNvSpPr/>
            <p:nvPr/>
          </p:nvSpPr>
          <p:spPr>
            <a:xfrm>
              <a:off x="9049289" y="2139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6" name="pt44456"/>
            <p:cNvSpPr/>
            <p:nvPr/>
          </p:nvSpPr>
          <p:spPr>
            <a:xfrm>
              <a:off x="8879672" y="220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7" name="pt44457"/>
            <p:cNvSpPr/>
            <p:nvPr/>
          </p:nvSpPr>
          <p:spPr>
            <a:xfrm>
              <a:off x="8964553" y="2199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8" name="pt44458"/>
            <p:cNvSpPr/>
            <p:nvPr/>
          </p:nvSpPr>
          <p:spPr>
            <a:xfrm>
              <a:off x="8523538" y="2414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9" name="pt44459"/>
            <p:cNvSpPr/>
            <p:nvPr/>
          </p:nvSpPr>
          <p:spPr>
            <a:xfrm>
              <a:off x="8669323" y="2471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0" name="pt44460"/>
            <p:cNvSpPr/>
            <p:nvPr/>
          </p:nvSpPr>
          <p:spPr>
            <a:xfrm>
              <a:off x="8879672" y="1715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1" name="pt44461"/>
            <p:cNvSpPr/>
            <p:nvPr/>
          </p:nvSpPr>
          <p:spPr>
            <a:xfrm>
              <a:off x="8891661" y="2081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2" name="pt44462"/>
            <p:cNvSpPr/>
            <p:nvPr/>
          </p:nvSpPr>
          <p:spPr>
            <a:xfrm>
              <a:off x="9585294" y="2181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3" name="pt44463"/>
            <p:cNvSpPr/>
            <p:nvPr/>
          </p:nvSpPr>
          <p:spPr>
            <a:xfrm>
              <a:off x="9055223" y="2103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4" name="pt44464"/>
            <p:cNvSpPr/>
            <p:nvPr/>
          </p:nvSpPr>
          <p:spPr>
            <a:xfrm>
              <a:off x="8713389" y="2390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5" name="pt44465"/>
            <p:cNvSpPr/>
            <p:nvPr/>
          </p:nvSpPr>
          <p:spPr>
            <a:xfrm>
              <a:off x="8439043" y="2330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6" name="pt44466"/>
            <p:cNvSpPr/>
            <p:nvPr/>
          </p:nvSpPr>
          <p:spPr>
            <a:xfrm>
              <a:off x="9226820" y="1918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7" name="pt44467"/>
            <p:cNvSpPr/>
            <p:nvPr/>
          </p:nvSpPr>
          <p:spPr>
            <a:xfrm>
              <a:off x="8873363" y="206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8" name="pt44468"/>
            <p:cNvSpPr/>
            <p:nvPr/>
          </p:nvSpPr>
          <p:spPr>
            <a:xfrm>
              <a:off x="8888738" y="2041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9" name="pt44469"/>
            <p:cNvSpPr/>
            <p:nvPr/>
          </p:nvSpPr>
          <p:spPr>
            <a:xfrm>
              <a:off x="9273294" y="174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0" name="pt44470"/>
            <p:cNvSpPr/>
            <p:nvPr/>
          </p:nvSpPr>
          <p:spPr>
            <a:xfrm>
              <a:off x="9285373" y="1963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1" name="pt44471"/>
            <p:cNvSpPr/>
            <p:nvPr/>
          </p:nvSpPr>
          <p:spPr>
            <a:xfrm>
              <a:off x="9005825" y="1461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2" name="pt44472"/>
            <p:cNvSpPr/>
            <p:nvPr/>
          </p:nvSpPr>
          <p:spPr>
            <a:xfrm>
              <a:off x="8838000" y="1927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3" name="pt44473"/>
            <p:cNvSpPr/>
            <p:nvPr/>
          </p:nvSpPr>
          <p:spPr>
            <a:xfrm>
              <a:off x="8274318" y="2472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4" name="pt44474"/>
            <p:cNvSpPr/>
            <p:nvPr/>
          </p:nvSpPr>
          <p:spPr>
            <a:xfrm>
              <a:off x="8910892" y="2021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5" name="pt44475"/>
            <p:cNvSpPr/>
            <p:nvPr/>
          </p:nvSpPr>
          <p:spPr>
            <a:xfrm>
              <a:off x="9074048" y="1758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6" name="pt44476"/>
            <p:cNvSpPr/>
            <p:nvPr/>
          </p:nvSpPr>
          <p:spPr>
            <a:xfrm>
              <a:off x="8958659" y="2231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7" name="pt44477"/>
            <p:cNvSpPr/>
            <p:nvPr/>
          </p:nvSpPr>
          <p:spPr>
            <a:xfrm>
              <a:off x="8923469" y="1930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8" name="pt44478"/>
            <p:cNvSpPr/>
            <p:nvPr/>
          </p:nvSpPr>
          <p:spPr>
            <a:xfrm>
              <a:off x="9394753" y="2222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9" name="pt44479"/>
            <p:cNvSpPr/>
            <p:nvPr/>
          </p:nvSpPr>
          <p:spPr>
            <a:xfrm>
              <a:off x="9806800" y="2423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0" name="pt44480"/>
            <p:cNvSpPr/>
            <p:nvPr/>
          </p:nvSpPr>
          <p:spPr>
            <a:xfrm>
              <a:off x="8648148" y="2373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1" name="pt44481"/>
            <p:cNvSpPr/>
            <p:nvPr/>
          </p:nvSpPr>
          <p:spPr>
            <a:xfrm>
              <a:off x="9558274" y="2275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2" name="pt44482"/>
            <p:cNvSpPr/>
            <p:nvPr/>
          </p:nvSpPr>
          <p:spPr>
            <a:xfrm>
              <a:off x="8580788" y="2399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3" name="pt44483"/>
            <p:cNvSpPr/>
            <p:nvPr/>
          </p:nvSpPr>
          <p:spPr>
            <a:xfrm>
              <a:off x="8830008" y="2051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4" name="pt44484"/>
            <p:cNvSpPr/>
            <p:nvPr/>
          </p:nvSpPr>
          <p:spPr>
            <a:xfrm>
              <a:off x="9124975" y="1996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5" name="pt44485"/>
            <p:cNvSpPr/>
            <p:nvPr/>
          </p:nvSpPr>
          <p:spPr>
            <a:xfrm>
              <a:off x="9500971" y="2522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6" name="pt44486"/>
            <p:cNvSpPr/>
            <p:nvPr/>
          </p:nvSpPr>
          <p:spPr>
            <a:xfrm>
              <a:off x="8923469" y="1930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7" name="pt44487"/>
            <p:cNvSpPr/>
            <p:nvPr/>
          </p:nvSpPr>
          <p:spPr>
            <a:xfrm>
              <a:off x="8274318" y="2416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8" name="pt44488"/>
            <p:cNvSpPr/>
            <p:nvPr/>
          </p:nvSpPr>
          <p:spPr>
            <a:xfrm>
              <a:off x="9332489" y="2198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9" name="pt44489"/>
            <p:cNvSpPr/>
            <p:nvPr/>
          </p:nvSpPr>
          <p:spPr>
            <a:xfrm>
              <a:off x="8688264" y="2285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0" name="pt44490"/>
            <p:cNvSpPr/>
            <p:nvPr/>
          </p:nvSpPr>
          <p:spPr>
            <a:xfrm>
              <a:off x="8347210" y="2151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1" name="pt44491"/>
            <p:cNvSpPr/>
            <p:nvPr/>
          </p:nvSpPr>
          <p:spPr>
            <a:xfrm>
              <a:off x="8783657" y="2059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2" name="pt44492"/>
            <p:cNvSpPr/>
            <p:nvPr/>
          </p:nvSpPr>
          <p:spPr>
            <a:xfrm>
              <a:off x="8988075" y="1957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3" name="pt44493"/>
            <p:cNvSpPr/>
            <p:nvPr/>
          </p:nvSpPr>
          <p:spPr>
            <a:xfrm>
              <a:off x="8563654" y="2270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4" name="pt44494"/>
            <p:cNvSpPr/>
            <p:nvPr/>
          </p:nvSpPr>
          <p:spPr>
            <a:xfrm>
              <a:off x="9331236" y="2172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5" name="pt44495"/>
            <p:cNvSpPr/>
            <p:nvPr/>
          </p:nvSpPr>
          <p:spPr>
            <a:xfrm>
              <a:off x="8834048" y="1974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6" name="pt44496"/>
            <p:cNvSpPr/>
            <p:nvPr/>
          </p:nvSpPr>
          <p:spPr>
            <a:xfrm>
              <a:off x="8984651" y="1824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7" name="pt44497"/>
            <p:cNvSpPr/>
            <p:nvPr/>
          </p:nvSpPr>
          <p:spPr>
            <a:xfrm>
              <a:off x="8499532" y="2536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8" name="pt44498"/>
            <p:cNvSpPr/>
            <p:nvPr/>
          </p:nvSpPr>
          <p:spPr>
            <a:xfrm>
              <a:off x="8783657" y="1978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9" name="pt44499"/>
            <p:cNvSpPr/>
            <p:nvPr/>
          </p:nvSpPr>
          <p:spPr>
            <a:xfrm>
              <a:off x="9187265" y="2037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0" name="pt44500"/>
            <p:cNvSpPr/>
            <p:nvPr/>
          </p:nvSpPr>
          <p:spPr>
            <a:xfrm>
              <a:off x="9657982" y="2065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1" name="pt44501"/>
            <p:cNvSpPr/>
            <p:nvPr/>
          </p:nvSpPr>
          <p:spPr>
            <a:xfrm>
              <a:off x="8471820" y="2431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2" name="pt44502"/>
            <p:cNvSpPr/>
            <p:nvPr/>
          </p:nvSpPr>
          <p:spPr>
            <a:xfrm>
              <a:off x="8648148" y="2317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3" name="pt44503"/>
            <p:cNvSpPr/>
            <p:nvPr/>
          </p:nvSpPr>
          <p:spPr>
            <a:xfrm>
              <a:off x="9110123" y="2055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4" name="pt44504"/>
            <p:cNvSpPr/>
            <p:nvPr/>
          </p:nvSpPr>
          <p:spPr>
            <a:xfrm>
              <a:off x="8636546" y="2581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5" name="pt44505"/>
            <p:cNvSpPr/>
            <p:nvPr/>
          </p:nvSpPr>
          <p:spPr>
            <a:xfrm>
              <a:off x="8939717" y="2049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6" name="pt44506"/>
            <p:cNvSpPr/>
            <p:nvPr/>
          </p:nvSpPr>
          <p:spPr>
            <a:xfrm>
              <a:off x="8761156" y="2327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7" name="pt44507"/>
            <p:cNvSpPr/>
            <p:nvPr/>
          </p:nvSpPr>
          <p:spPr>
            <a:xfrm>
              <a:off x="8772758" y="2041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8" name="pt44508"/>
            <p:cNvSpPr/>
            <p:nvPr/>
          </p:nvSpPr>
          <p:spPr>
            <a:xfrm>
              <a:off x="8439043" y="2335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9" name="pt44509"/>
            <p:cNvSpPr/>
            <p:nvPr/>
          </p:nvSpPr>
          <p:spPr>
            <a:xfrm>
              <a:off x="8610820" y="2091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0" name="pt44510"/>
            <p:cNvSpPr/>
            <p:nvPr/>
          </p:nvSpPr>
          <p:spPr>
            <a:xfrm>
              <a:off x="9286988" y="1889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1" name="pt44511"/>
            <p:cNvSpPr/>
            <p:nvPr/>
          </p:nvSpPr>
          <p:spPr>
            <a:xfrm>
              <a:off x="8937484" y="2049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2" name="pt44512"/>
            <p:cNvSpPr/>
            <p:nvPr/>
          </p:nvSpPr>
          <p:spPr>
            <a:xfrm>
              <a:off x="8679043" y="2372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3" name="pt44513"/>
            <p:cNvSpPr/>
            <p:nvPr/>
          </p:nvSpPr>
          <p:spPr>
            <a:xfrm>
              <a:off x="8973968" y="1957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4" name="pt44514"/>
            <p:cNvSpPr/>
            <p:nvPr/>
          </p:nvSpPr>
          <p:spPr>
            <a:xfrm>
              <a:off x="8439043" y="2234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5" name="pt44515"/>
            <p:cNvSpPr/>
            <p:nvPr/>
          </p:nvSpPr>
          <p:spPr>
            <a:xfrm>
              <a:off x="8274318" y="2612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6" name="pt44516"/>
            <p:cNvSpPr/>
            <p:nvPr/>
          </p:nvSpPr>
          <p:spPr>
            <a:xfrm>
              <a:off x="9176891" y="1928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7" name="pt44517"/>
            <p:cNvSpPr/>
            <p:nvPr/>
          </p:nvSpPr>
          <p:spPr>
            <a:xfrm>
              <a:off x="8596430" y="2391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8" name="pt44518"/>
            <p:cNvSpPr/>
            <p:nvPr/>
          </p:nvSpPr>
          <p:spPr>
            <a:xfrm>
              <a:off x="9368156" y="2049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9" name="pt44519"/>
            <p:cNvSpPr/>
            <p:nvPr/>
          </p:nvSpPr>
          <p:spPr>
            <a:xfrm>
              <a:off x="9176891" y="1933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0" name="pt44520"/>
            <p:cNvSpPr/>
            <p:nvPr/>
          </p:nvSpPr>
          <p:spPr>
            <a:xfrm>
              <a:off x="8669323" y="2352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1" name="pt44521"/>
            <p:cNvSpPr/>
            <p:nvPr/>
          </p:nvSpPr>
          <p:spPr>
            <a:xfrm>
              <a:off x="8721041" y="195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2" name="pt44522"/>
            <p:cNvSpPr/>
            <p:nvPr/>
          </p:nvSpPr>
          <p:spPr>
            <a:xfrm>
              <a:off x="9442137" y="2040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3" name="pt44523"/>
            <p:cNvSpPr/>
            <p:nvPr/>
          </p:nvSpPr>
          <p:spPr>
            <a:xfrm>
              <a:off x="9069792" y="1764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4" name="pt44524"/>
            <p:cNvSpPr/>
            <p:nvPr/>
          </p:nvSpPr>
          <p:spPr>
            <a:xfrm>
              <a:off x="8873363" y="2068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5" name="pt44525"/>
            <p:cNvSpPr/>
            <p:nvPr/>
          </p:nvSpPr>
          <p:spPr>
            <a:xfrm>
              <a:off x="9332489" y="2029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6" name="pt44526"/>
            <p:cNvSpPr/>
            <p:nvPr/>
          </p:nvSpPr>
          <p:spPr>
            <a:xfrm>
              <a:off x="8636546" y="2340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7" name="pt44527"/>
            <p:cNvSpPr/>
            <p:nvPr/>
          </p:nvSpPr>
          <p:spPr>
            <a:xfrm>
              <a:off x="9282758" y="1788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8" name="pt44528"/>
            <p:cNvSpPr/>
            <p:nvPr/>
          </p:nvSpPr>
          <p:spPr>
            <a:xfrm>
              <a:off x="9717541" y="2101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9" name="pt44529"/>
            <p:cNvSpPr/>
            <p:nvPr/>
          </p:nvSpPr>
          <p:spPr>
            <a:xfrm>
              <a:off x="9027511" y="1825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0" name="pt44530"/>
            <p:cNvSpPr/>
            <p:nvPr/>
          </p:nvSpPr>
          <p:spPr>
            <a:xfrm>
              <a:off x="9371804" y="2142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1" name="pt44531"/>
            <p:cNvSpPr/>
            <p:nvPr/>
          </p:nvSpPr>
          <p:spPr>
            <a:xfrm>
              <a:off x="9187265" y="1977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2" name="pt44532"/>
            <p:cNvSpPr/>
            <p:nvPr/>
          </p:nvSpPr>
          <p:spPr>
            <a:xfrm>
              <a:off x="8735430" y="2288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3" name="pt44533"/>
            <p:cNvSpPr/>
            <p:nvPr/>
          </p:nvSpPr>
          <p:spPr>
            <a:xfrm>
              <a:off x="8891661" y="1932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4" name="pt44534"/>
            <p:cNvSpPr/>
            <p:nvPr/>
          </p:nvSpPr>
          <p:spPr>
            <a:xfrm>
              <a:off x="9313270" y="2140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5" name="pt44535"/>
            <p:cNvSpPr/>
            <p:nvPr/>
          </p:nvSpPr>
          <p:spPr>
            <a:xfrm>
              <a:off x="8398928" y="2421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6" name="pt44536"/>
            <p:cNvSpPr/>
            <p:nvPr/>
          </p:nvSpPr>
          <p:spPr>
            <a:xfrm>
              <a:off x="8721041" y="2200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7" name="pt44537"/>
            <p:cNvSpPr/>
            <p:nvPr/>
          </p:nvSpPr>
          <p:spPr>
            <a:xfrm>
              <a:off x="8937484" y="220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8" name="pt44538"/>
            <p:cNvSpPr/>
            <p:nvPr/>
          </p:nvSpPr>
          <p:spPr>
            <a:xfrm>
              <a:off x="8879672" y="196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9" name="pt44539"/>
            <p:cNvSpPr/>
            <p:nvPr/>
          </p:nvSpPr>
          <p:spPr>
            <a:xfrm>
              <a:off x="9281436" y="2004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0" name="pt44540"/>
            <p:cNvSpPr/>
            <p:nvPr/>
          </p:nvSpPr>
          <p:spPr>
            <a:xfrm>
              <a:off x="8523538" y="2447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1" name="pt44541"/>
            <p:cNvSpPr/>
            <p:nvPr/>
          </p:nvSpPr>
          <p:spPr>
            <a:xfrm>
              <a:off x="9189492" y="2049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2" name="pt44542"/>
            <p:cNvSpPr/>
            <p:nvPr/>
          </p:nvSpPr>
          <p:spPr>
            <a:xfrm>
              <a:off x="8713389" y="2210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3" name="pt44543"/>
            <p:cNvSpPr/>
            <p:nvPr/>
          </p:nvSpPr>
          <p:spPr>
            <a:xfrm>
              <a:off x="9413835" y="1906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4" name="pt44544"/>
            <p:cNvSpPr/>
            <p:nvPr/>
          </p:nvSpPr>
          <p:spPr>
            <a:xfrm>
              <a:off x="9558274" y="2207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5" name="pt44545"/>
            <p:cNvSpPr/>
            <p:nvPr/>
          </p:nvSpPr>
          <p:spPr>
            <a:xfrm>
              <a:off x="9176891" y="1876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6" name="pt44546"/>
            <p:cNvSpPr/>
            <p:nvPr/>
          </p:nvSpPr>
          <p:spPr>
            <a:xfrm>
              <a:off x="9367540" y="209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7" name="pt44547"/>
            <p:cNvSpPr/>
            <p:nvPr/>
          </p:nvSpPr>
          <p:spPr>
            <a:xfrm>
              <a:off x="8274318" y="2139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8" name="pt44548"/>
            <p:cNvSpPr/>
            <p:nvPr/>
          </p:nvSpPr>
          <p:spPr>
            <a:xfrm>
              <a:off x="9069792" y="1731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9" name="pt44549"/>
            <p:cNvSpPr/>
            <p:nvPr/>
          </p:nvSpPr>
          <p:spPr>
            <a:xfrm>
              <a:off x="9030214" y="1678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0" name="pt44550"/>
            <p:cNvSpPr/>
            <p:nvPr/>
          </p:nvSpPr>
          <p:spPr>
            <a:xfrm>
              <a:off x="8897369" y="1937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1" name="pt44551"/>
            <p:cNvSpPr/>
            <p:nvPr/>
          </p:nvSpPr>
          <p:spPr>
            <a:xfrm>
              <a:off x="9420231" y="1731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2" name="pt44552"/>
            <p:cNvSpPr/>
            <p:nvPr/>
          </p:nvSpPr>
          <p:spPr>
            <a:xfrm>
              <a:off x="9045633" y="2178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3" name="pt44553"/>
            <p:cNvSpPr/>
            <p:nvPr/>
          </p:nvSpPr>
          <p:spPr>
            <a:xfrm>
              <a:off x="8778290" y="2223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4" name="pt44554"/>
            <p:cNvSpPr/>
            <p:nvPr/>
          </p:nvSpPr>
          <p:spPr>
            <a:xfrm>
              <a:off x="9645731" y="2365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5" name="pt44555"/>
            <p:cNvSpPr/>
            <p:nvPr/>
          </p:nvSpPr>
          <p:spPr>
            <a:xfrm>
              <a:off x="8523538" y="2457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6" name="pt44556"/>
            <p:cNvSpPr/>
            <p:nvPr/>
          </p:nvSpPr>
          <p:spPr>
            <a:xfrm>
              <a:off x="9468702" y="2053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7" name="pt44557"/>
            <p:cNvSpPr/>
            <p:nvPr/>
          </p:nvSpPr>
          <p:spPr>
            <a:xfrm>
              <a:off x="8669323" y="2207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8" name="pt44558"/>
            <p:cNvSpPr/>
            <p:nvPr/>
          </p:nvSpPr>
          <p:spPr>
            <a:xfrm>
              <a:off x="9395106" y="2171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9" name="pt44559"/>
            <p:cNvSpPr/>
            <p:nvPr/>
          </p:nvSpPr>
          <p:spPr>
            <a:xfrm>
              <a:off x="8879672" y="2041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0" name="pt44560"/>
            <p:cNvSpPr/>
            <p:nvPr/>
          </p:nvSpPr>
          <p:spPr>
            <a:xfrm>
              <a:off x="8876545" y="152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1" name="pt44561"/>
            <p:cNvSpPr/>
            <p:nvPr/>
          </p:nvSpPr>
          <p:spPr>
            <a:xfrm>
              <a:off x="9281436" y="1932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2" name="pt44562"/>
            <p:cNvSpPr/>
            <p:nvPr/>
          </p:nvSpPr>
          <p:spPr>
            <a:xfrm>
              <a:off x="9199706" y="2100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3" name="pt44563"/>
            <p:cNvSpPr/>
            <p:nvPr/>
          </p:nvSpPr>
          <p:spPr>
            <a:xfrm>
              <a:off x="9087220" y="1947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4" name="pt44564"/>
            <p:cNvSpPr/>
            <p:nvPr/>
          </p:nvSpPr>
          <p:spPr>
            <a:xfrm>
              <a:off x="8973968" y="1991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5" name="pt44565"/>
            <p:cNvSpPr/>
            <p:nvPr/>
          </p:nvSpPr>
          <p:spPr>
            <a:xfrm>
              <a:off x="9243545" y="2195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6" name="pt44566"/>
            <p:cNvSpPr/>
            <p:nvPr/>
          </p:nvSpPr>
          <p:spPr>
            <a:xfrm>
              <a:off x="9976916" y="2496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7" name="pt44567"/>
            <p:cNvSpPr/>
            <p:nvPr/>
          </p:nvSpPr>
          <p:spPr>
            <a:xfrm>
              <a:off x="9285697" y="176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8" name="pt44568"/>
            <p:cNvSpPr/>
            <p:nvPr/>
          </p:nvSpPr>
          <p:spPr>
            <a:xfrm>
              <a:off x="8841866" y="1765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9" name="pt44569"/>
            <p:cNvSpPr/>
            <p:nvPr/>
          </p:nvSpPr>
          <p:spPr>
            <a:xfrm>
              <a:off x="9180997" y="1981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0" name="pt44570"/>
            <p:cNvSpPr/>
            <p:nvPr/>
          </p:nvSpPr>
          <p:spPr>
            <a:xfrm>
              <a:off x="8798858" y="1973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1" name="pt44571"/>
            <p:cNvSpPr/>
            <p:nvPr/>
          </p:nvSpPr>
          <p:spPr>
            <a:xfrm>
              <a:off x="9199706" y="2068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2" name="pt44572"/>
            <p:cNvSpPr/>
            <p:nvPr/>
          </p:nvSpPr>
          <p:spPr>
            <a:xfrm>
              <a:off x="9500971" y="2255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3" name="pt44573"/>
            <p:cNvSpPr/>
            <p:nvPr/>
          </p:nvSpPr>
          <p:spPr>
            <a:xfrm>
              <a:off x="8973968" y="1890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4" name="pt44574"/>
            <p:cNvSpPr/>
            <p:nvPr/>
          </p:nvSpPr>
          <p:spPr>
            <a:xfrm>
              <a:off x="9286988" y="1790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5" name="pt44575"/>
            <p:cNvSpPr/>
            <p:nvPr/>
          </p:nvSpPr>
          <p:spPr>
            <a:xfrm>
              <a:off x="9644546" y="2369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6" name="pt44576"/>
            <p:cNvSpPr/>
            <p:nvPr/>
          </p:nvSpPr>
          <p:spPr>
            <a:xfrm>
              <a:off x="9363803" y="2042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7" name="pt44577"/>
            <p:cNvSpPr/>
            <p:nvPr/>
          </p:nvSpPr>
          <p:spPr>
            <a:xfrm>
              <a:off x="8471820" y="2484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8" name="pt44578"/>
            <p:cNvSpPr/>
            <p:nvPr/>
          </p:nvSpPr>
          <p:spPr>
            <a:xfrm>
              <a:off x="9069792" y="1749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9" name="pt44579"/>
            <p:cNvSpPr/>
            <p:nvPr/>
          </p:nvSpPr>
          <p:spPr>
            <a:xfrm>
              <a:off x="8958659" y="2276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0" name="pt44580"/>
            <p:cNvSpPr/>
            <p:nvPr/>
          </p:nvSpPr>
          <p:spPr>
            <a:xfrm>
              <a:off x="8721041" y="2032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1" name="pt44581"/>
            <p:cNvSpPr/>
            <p:nvPr/>
          </p:nvSpPr>
          <p:spPr>
            <a:xfrm>
              <a:off x="9655598" y="2207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2" name="pt44582"/>
            <p:cNvSpPr/>
            <p:nvPr/>
          </p:nvSpPr>
          <p:spPr>
            <a:xfrm>
              <a:off x="8834048" y="2090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3" name="pt44583"/>
            <p:cNvSpPr/>
            <p:nvPr/>
          </p:nvSpPr>
          <p:spPr>
            <a:xfrm>
              <a:off x="8923469" y="204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4" name="pt44584"/>
            <p:cNvSpPr/>
            <p:nvPr/>
          </p:nvSpPr>
          <p:spPr>
            <a:xfrm>
              <a:off x="8274318" y="2449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5" name="pt44585"/>
            <p:cNvSpPr/>
            <p:nvPr/>
          </p:nvSpPr>
          <p:spPr>
            <a:xfrm>
              <a:off x="8932933" y="1779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6" name="pt44586"/>
            <p:cNvSpPr/>
            <p:nvPr/>
          </p:nvSpPr>
          <p:spPr>
            <a:xfrm>
              <a:off x="8838000" y="1823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7" name="pt44587"/>
            <p:cNvSpPr/>
            <p:nvPr/>
          </p:nvSpPr>
          <p:spPr>
            <a:xfrm>
              <a:off x="9285373" y="199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8" name="pt44588"/>
            <p:cNvSpPr/>
            <p:nvPr/>
          </p:nvSpPr>
          <p:spPr>
            <a:xfrm>
              <a:off x="8523538" y="2404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9" name="pt44589"/>
            <p:cNvSpPr/>
            <p:nvPr/>
          </p:nvSpPr>
          <p:spPr>
            <a:xfrm>
              <a:off x="8873363" y="1997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0" name="pt44590"/>
            <p:cNvSpPr/>
            <p:nvPr/>
          </p:nvSpPr>
          <p:spPr>
            <a:xfrm>
              <a:off x="9282758" y="1794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1" name="pt44591"/>
            <p:cNvSpPr/>
            <p:nvPr/>
          </p:nvSpPr>
          <p:spPr>
            <a:xfrm>
              <a:off x="8471820" y="2496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2" name="pt44592"/>
            <p:cNvSpPr/>
            <p:nvPr/>
          </p:nvSpPr>
          <p:spPr>
            <a:xfrm>
              <a:off x="9806800" y="2478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3" name="pt44593"/>
            <p:cNvSpPr/>
            <p:nvPr/>
          </p:nvSpPr>
          <p:spPr>
            <a:xfrm>
              <a:off x="8876545" y="1843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4" name="pt44594"/>
            <p:cNvSpPr/>
            <p:nvPr/>
          </p:nvSpPr>
          <p:spPr>
            <a:xfrm>
              <a:off x="9258470" y="2073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5" name="pt44595"/>
            <p:cNvSpPr/>
            <p:nvPr/>
          </p:nvSpPr>
          <p:spPr>
            <a:xfrm>
              <a:off x="8852989" y="1868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6" name="pt44596"/>
            <p:cNvSpPr/>
            <p:nvPr/>
          </p:nvSpPr>
          <p:spPr>
            <a:xfrm>
              <a:off x="8669323" y="2342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7" name="pt44597"/>
            <p:cNvSpPr/>
            <p:nvPr/>
          </p:nvSpPr>
          <p:spPr>
            <a:xfrm>
              <a:off x="8274318" y="2662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8" name="pt44598"/>
            <p:cNvSpPr/>
            <p:nvPr/>
          </p:nvSpPr>
          <p:spPr>
            <a:xfrm>
              <a:off x="8956650" y="2258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9" name="pt44599"/>
            <p:cNvSpPr/>
            <p:nvPr/>
          </p:nvSpPr>
          <p:spPr>
            <a:xfrm>
              <a:off x="9030214" y="1839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0" name="pt44600"/>
            <p:cNvSpPr/>
            <p:nvPr/>
          </p:nvSpPr>
          <p:spPr>
            <a:xfrm>
              <a:off x="9500971" y="2395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1" name="pt44601"/>
            <p:cNvSpPr/>
            <p:nvPr/>
          </p:nvSpPr>
          <p:spPr>
            <a:xfrm>
              <a:off x="8735430" y="2289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2" name="pt44602"/>
            <p:cNvSpPr/>
            <p:nvPr/>
          </p:nvSpPr>
          <p:spPr>
            <a:xfrm>
              <a:off x="8580788" y="1952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3" name="pt44603"/>
            <p:cNvSpPr/>
            <p:nvPr/>
          </p:nvSpPr>
          <p:spPr>
            <a:xfrm>
              <a:off x="8973968" y="1949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4" name="pt44604"/>
            <p:cNvSpPr/>
            <p:nvPr/>
          </p:nvSpPr>
          <p:spPr>
            <a:xfrm>
              <a:off x="9070866" y="1779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5" name="pt44605"/>
            <p:cNvSpPr/>
            <p:nvPr/>
          </p:nvSpPr>
          <p:spPr>
            <a:xfrm>
              <a:off x="8636546" y="2473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6" name="pt44606"/>
            <p:cNvSpPr/>
            <p:nvPr/>
          </p:nvSpPr>
          <p:spPr>
            <a:xfrm>
              <a:off x="8563654" y="2222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7" name="pt44607"/>
            <p:cNvSpPr/>
            <p:nvPr/>
          </p:nvSpPr>
          <p:spPr>
            <a:xfrm>
              <a:off x="9184443" y="2031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8" name="pt44608"/>
            <p:cNvSpPr/>
            <p:nvPr/>
          </p:nvSpPr>
          <p:spPr>
            <a:xfrm>
              <a:off x="8688264" y="2240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9" name="pt44609"/>
            <p:cNvSpPr/>
            <p:nvPr/>
          </p:nvSpPr>
          <p:spPr>
            <a:xfrm>
              <a:off x="9269435" y="1746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0" name="pt44610"/>
            <p:cNvSpPr/>
            <p:nvPr/>
          </p:nvSpPr>
          <p:spPr>
            <a:xfrm>
              <a:off x="8347210" y="2615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1" name="pt44611"/>
            <p:cNvSpPr/>
            <p:nvPr/>
          </p:nvSpPr>
          <p:spPr>
            <a:xfrm>
              <a:off x="8471820" y="243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2" name="pt44612"/>
            <p:cNvSpPr/>
            <p:nvPr/>
          </p:nvSpPr>
          <p:spPr>
            <a:xfrm>
              <a:off x="8830008" y="2242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3" name="pt44613"/>
            <p:cNvSpPr/>
            <p:nvPr/>
          </p:nvSpPr>
          <p:spPr>
            <a:xfrm>
              <a:off x="8347210" y="2377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4" name="pt44614"/>
            <p:cNvSpPr/>
            <p:nvPr/>
          </p:nvSpPr>
          <p:spPr>
            <a:xfrm>
              <a:off x="9437742" y="1952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5" name="pt44615"/>
            <p:cNvSpPr/>
            <p:nvPr/>
          </p:nvSpPr>
          <p:spPr>
            <a:xfrm>
              <a:off x="8952564" y="2194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6" name="pt44616"/>
            <p:cNvSpPr/>
            <p:nvPr/>
          </p:nvSpPr>
          <p:spPr>
            <a:xfrm>
              <a:off x="9040639" y="1670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7" name="pt44617"/>
            <p:cNvSpPr/>
            <p:nvPr/>
          </p:nvSpPr>
          <p:spPr>
            <a:xfrm>
              <a:off x="8347210" y="2114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8" name="pt44618"/>
            <p:cNvSpPr/>
            <p:nvPr/>
          </p:nvSpPr>
          <p:spPr>
            <a:xfrm>
              <a:off x="8908267" y="2005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9" name="pt44619"/>
            <p:cNvSpPr/>
            <p:nvPr/>
          </p:nvSpPr>
          <p:spPr>
            <a:xfrm>
              <a:off x="8563654" y="2069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0" name="pt44620"/>
            <p:cNvSpPr/>
            <p:nvPr/>
          </p:nvSpPr>
          <p:spPr>
            <a:xfrm>
              <a:off x="8735430" y="2148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1" name="pt44621"/>
            <p:cNvSpPr/>
            <p:nvPr/>
          </p:nvSpPr>
          <p:spPr>
            <a:xfrm>
              <a:off x="9016271" y="1511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2" name="pt44622"/>
            <p:cNvSpPr/>
            <p:nvPr/>
          </p:nvSpPr>
          <p:spPr>
            <a:xfrm>
              <a:off x="9527393" y="1633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3" name="pt44623"/>
            <p:cNvSpPr/>
            <p:nvPr/>
          </p:nvSpPr>
          <p:spPr>
            <a:xfrm>
              <a:off x="9761216" y="2255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4" name="pt44624"/>
            <p:cNvSpPr/>
            <p:nvPr/>
          </p:nvSpPr>
          <p:spPr>
            <a:xfrm>
              <a:off x="8659047" y="2397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5" name="pt44625"/>
            <p:cNvSpPr/>
            <p:nvPr/>
          </p:nvSpPr>
          <p:spPr>
            <a:xfrm>
              <a:off x="8274318" y="2423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6" name="pt44626"/>
            <p:cNvSpPr/>
            <p:nvPr/>
          </p:nvSpPr>
          <p:spPr>
            <a:xfrm>
              <a:off x="9876105" y="2714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7" name="pt44627"/>
            <p:cNvSpPr/>
            <p:nvPr/>
          </p:nvSpPr>
          <p:spPr>
            <a:xfrm>
              <a:off x="9310188" y="2217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8" name="pt44628"/>
            <p:cNvSpPr/>
            <p:nvPr/>
          </p:nvSpPr>
          <p:spPr>
            <a:xfrm>
              <a:off x="8941923" y="1987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9" name="pt44629"/>
            <p:cNvSpPr/>
            <p:nvPr/>
          </p:nvSpPr>
          <p:spPr>
            <a:xfrm>
              <a:off x="8544712" y="2382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0" name="pt44630"/>
            <p:cNvSpPr/>
            <p:nvPr/>
          </p:nvSpPr>
          <p:spPr>
            <a:xfrm>
              <a:off x="9330228" y="2039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1" name="pt44631"/>
            <p:cNvSpPr/>
            <p:nvPr/>
          </p:nvSpPr>
          <p:spPr>
            <a:xfrm>
              <a:off x="9500971" y="2396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2" name="pt44632"/>
            <p:cNvSpPr/>
            <p:nvPr/>
          </p:nvSpPr>
          <p:spPr>
            <a:xfrm>
              <a:off x="9034195" y="1802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3" name="pt44633"/>
            <p:cNvSpPr/>
            <p:nvPr/>
          </p:nvSpPr>
          <p:spPr>
            <a:xfrm>
              <a:off x="9395106" y="2133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4" name="pt44634"/>
            <p:cNvSpPr/>
            <p:nvPr/>
          </p:nvSpPr>
          <p:spPr>
            <a:xfrm>
              <a:off x="8735430" y="2056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5" name="pt44635"/>
            <p:cNvSpPr/>
            <p:nvPr/>
          </p:nvSpPr>
          <p:spPr>
            <a:xfrm>
              <a:off x="8563654" y="2354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6" name="pt44636"/>
            <p:cNvSpPr/>
            <p:nvPr/>
          </p:nvSpPr>
          <p:spPr>
            <a:xfrm>
              <a:off x="8761156" y="2252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7" name="pt44637"/>
            <p:cNvSpPr/>
            <p:nvPr/>
          </p:nvSpPr>
          <p:spPr>
            <a:xfrm>
              <a:off x="8274318" y="2433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8" name="pt44638"/>
            <p:cNvSpPr/>
            <p:nvPr/>
          </p:nvSpPr>
          <p:spPr>
            <a:xfrm>
              <a:off x="9023378" y="1857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9" name="pt44639"/>
            <p:cNvSpPr/>
            <p:nvPr/>
          </p:nvSpPr>
          <p:spPr>
            <a:xfrm>
              <a:off x="9075096" y="1904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0" name="pt44640"/>
            <p:cNvSpPr/>
            <p:nvPr/>
          </p:nvSpPr>
          <p:spPr>
            <a:xfrm>
              <a:off x="9188382" y="212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1" name="pt44641"/>
            <p:cNvSpPr/>
            <p:nvPr/>
          </p:nvSpPr>
          <p:spPr>
            <a:xfrm>
              <a:off x="8347210" y="2220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2" name="pt44642"/>
            <p:cNvSpPr/>
            <p:nvPr/>
          </p:nvSpPr>
          <p:spPr>
            <a:xfrm>
              <a:off x="9420231" y="2186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3" name="pt44643"/>
            <p:cNvSpPr/>
            <p:nvPr/>
          </p:nvSpPr>
          <p:spPr>
            <a:xfrm>
              <a:off x="9148684" y="2249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4" name="pt44644"/>
            <p:cNvSpPr/>
            <p:nvPr/>
          </p:nvSpPr>
          <p:spPr>
            <a:xfrm>
              <a:off x="8398928" y="2437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5" name="pt44645"/>
            <p:cNvSpPr/>
            <p:nvPr/>
          </p:nvSpPr>
          <p:spPr>
            <a:xfrm>
              <a:off x="9334476" y="2156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6" name="pt44646"/>
            <p:cNvSpPr/>
            <p:nvPr/>
          </p:nvSpPr>
          <p:spPr>
            <a:xfrm>
              <a:off x="8930613" y="1958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7" name="pt44647"/>
            <p:cNvSpPr/>
            <p:nvPr/>
          </p:nvSpPr>
          <p:spPr>
            <a:xfrm>
              <a:off x="9519804" y="2544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8" name="pt44648"/>
            <p:cNvSpPr/>
            <p:nvPr/>
          </p:nvSpPr>
          <p:spPr>
            <a:xfrm>
              <a:off x="8891661" y="2022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9" name="pt44649"/>
            <p:cNvSpPr/>
            <p:nvPr/>
          </p:nvSpPr>
          <p:spPr>
            <a:xfrm>
              <a:off x="9247994" y="2072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0" name="pt44650"/>
            <p:cNvSpPr/>
            <p:nvPr/>
          </p:nvSpPr>
          <p:spPr>
            <a:xfrm>
              <a:off x="8748753" y="2146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1" name="pt44651"/>
            <p:cNvSpPr/>
            <p:nvPr/>
          </p:nvSpPr>
          <p:spPr>
            <a:xfrm>
              <a:off x="8471820" y="2414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2" name="pt44652"/>
            <p:cNvSpPr/>
            <p:nvPr/>
          </p:nvSpPr>
          <p:spPr>
            <a:xfrm>
              <a:off x="8471820" y="2609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3" name="pt44653"/>
            <p:cNvSpPr/>
            <p:nvPr/>
          </p:nvSpPr>
          <p:spPr>
            <a:xfrm>
              <a:off x="8908267" y="2091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4" name="pt44654"/>
            <p:cNvSpPr/>
            <p:nvPr/>
          </p:nvSpPr>
          <p:spPr>
            <a:xfrm>
              <a:off x="9002725" y="1914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5" name="pt44655"/>
            <p:cNvSpPr/>
            <p:nvPr/>
          </p:nvSpPr>
          <p:spPr>
            <a:xfrm>
              <a:off x="9313825" y="2177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6" name="pt44656"/>
            <p:cNvSpPr/>
            <p:nvPr/>
          </p:nvSpPr>
          <p:spPr>
            <a:xfrm>
              <a:off x="9071933" y="2023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7" name="pt44657"/>
            <p:cNvSpPr/>
            <p:nvPr/>
          </p:nvSpPr>
          <p:spPr>
            <a:xfrm>
              <a:off x="8939717" y="210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8" name="pt44658"/>
            <p:cNvSpPr/>
            <p:nvPr/>
          </p:nvSpPr>
          <p:spPr>
            <a:xfrm>
              <a:off x="8688264" y="221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9" name="pt44659"/>
            <p:cNvSpPr/>
            <p:nvPr/>
          </p:nvSpPr>
          <p:spPr>
            <a:xfrm>
              <a:off x="9247994" y="2070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0" name="pt44660"/>
            <p:cNvSpPr/>
            <p:nvPr/>
          </p:nvSpPr>
          <p:spPr>
            <a:xfrm>
              <a:off x="8863465" y="2316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1" name="pt44661"/>
            <p:cNvSpPr/>
            <p:nvPr/>
          </p:nvSpPr>
          <p:spPr>
            <a:xfrm>
              <a:off x="8439043" y="2236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2" name="pt44662"/>
            <p:cNvSpPr/>
            <p:nvPr/>
          </p:nvSpPr>
          <p:spPr>
            <a:xfrm>
              <a:off x="8937484" y="2186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3" name="pt44663"/>
            <p:cNvSpPr/>
            <p:nvPr/>
          </p:nvSpPr>
          <p:spPr>
            <a:xfrm>
              <a:off x="8544712" y="2510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4" name="pt44664"/>
            <p:cNvSpPr/>
            <p:nvPr/>
          </p:nvSpPr>
          <p:spPr>
            <a:xfrm>
              <a:off x="8580788" y="2379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5" name="pt44665"/>
            <p:cNvSpPr/>
            <p:nvPr/>
          </p:nvSpPr>
          <p:spPr>
            <a:xfrm>
              <a:off x="8636546" y="2501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6" name="pt44666"/>
            <p:cNvSpPr/>
            <p:nvPr/>
          </p:nvSpPr>
          <p:spPr>
            <a:xfrm>
              <a:off x="8439043" y="2235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7" name="pt44667"/>
            <p:cNvSpPr/>
            <p:nvPr/>
          </p:nvSpPr>
          <p:spPr>
            <a:xfrm>
              <a:off x="8941923" y="2027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8" name="pt44668"/>
            <p:cNvSpPr/>
            <p:nvPr/>
          </p:nvSpPr>
          <p:spPr>
            <a:xfrm>
              <a:off x="8274318" y="2581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9" name="pt44669"/>
            <p:cNvSpPr/>
            <p:nvPr/>
          </p:nvSpPr>
          <p:spPr>
            <a:xfrm>
              <a:off x="8523538" y="2460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0" name="pt44670"/>
            <p:cNvSpPr/>
            <p:nvPr/>
          </p:nvSpPr>
          <p:spPr>
            <a:xfrm>
              <a:off x="9044397" y="2067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1" name="pt44671"/>
            <p:cNvSpPr/>
            <p:nvPr/>
          </p:nvSpPr>
          <p:spPr>
            <a:xfrm>
              <a:off x="9334476" y="2061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2" name="pt44672"/>
            <p:cNvSpPr/>
            <p:nvPr/>
          </p:nvSpPr>
          <p:spPr>
            <a:xfrm>
              <a:off x="9077174" y="1944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3" name="pt44673"/>
            <p:cNvSpPr/>
            <p:nvPr/>
          </p:nvSpPr>
          <p:spPr>
            <a:xfrm>
              <a:off x="9054052" y="2354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4" name="pt44674"/>
            <p:cNvSpPr/>
            <p:nvPr/>
          </p:nvSpPr>
          <p:spPr>
            <a:xfrm>
              <a:off x="8721041" y="2285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5" name="pt44675"/>
            <p:cNvSpPr/>
            <p:nvPr/>
          </p:nvSpPr>
          <p:spPr>
            <a:xfrm>
              <a:off x="8398928" y="2378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6" name="pt44676"/>
            <p:cNvSpPr/>
            <p:nvPr/>
          </p:nvSpPr>
          <p:spPr>
            <a:xfrm>
              <a:off x="9115211" y="2017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7" name="pt44677"/>
            <p:cNvSpPr/>
            <p:nvPr/>
          </p:nvSpPr>
          <p:spPr>
            <a:xfrm>
              <a:off x="8863465" y="2238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8" name="pt44678"/>
            <p:cNvSpPr/>
            <p:nvPr/>
          </p:nvSpPr>
          <p:spPr>
            <a:xfrm>
              <a:off x="9567694" y="2458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9" name="pt44679"/>
            <p:cNvSpPr/>
            <p:nvPr/>
          </p:nvSpPr>
          <p:spPr>
            <a:xfrm>
              <a:off x="8471820" y="2351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0" name="pt44680"/>
            <p:cNvSpPr/>
            <p:nvPr/>
          </p:nvSpPr>
          <p:spPr>
            <a:xfrm>
              <a:off x="9179833" y="1946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1" name="pt44681"/>
            <p:cNvSpPr/>
            <p:nvPr/>
          </p:nvSpPr>
          <p:spPr>
            <a:xfrm>
              <a:off x="8688264" y="2446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2" name="pt44682"/>
            <p:cNvSpPr/>
            <p:nvPr/>
          </p:nvSpPr>
          <p:spPr>
            <a:xfrm>
              <a:off x="8921023" y="1791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3" name="pt44683"/>
            <p:cNvSpPr/>
            <p:nvPr/>
          </p:nvSpPr>
          <p:spPr>
            <a:xfrm>
              <a:off x="9077174" y="2016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4" name="pt44684"/>
            <p:cNvSpPr/>
            <p:nvPr/>
          </p:nvSpPr>
          <p:spPr>
            <a:xfrm>
              <a:off x="8523538" y="2597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5" name="pt44685"/>
            <p:cNvSpPr/>
            <p:nvPr/>
          </p:nvSpPr>
          <p:spPr>
            <a:xfrm>
              <a:off x="9780125" y="2469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6" name="pt44686"/>
            <p:cNvSpPr/>
            <p:nvPr/>
          </p:nvSpPr>
          <p:spPr>
            <a:xfrm>
              <a:off x="9049289" y="2142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7" name="pt44687"/>
            <p:cNvSpPr/>
            <p:nvPr/>
          </p:nvSpPr>
          <p:spPr>
            <a:xfrm>
              <a:off x="8748753" y="2047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8" name="pt44688"/>
            <p:cNvSpPr/>
            <p:nvPr/>
          </p:nvSpPr>
          <p:spPr>
            <a:xfrm>
              <a:off x="9553956" y="2176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9" name="pt44689"/>
            <p:cNvSpPr/>
            <p:nvPr/>
          </p:nvSpPr>
          <p:spPr>
            <a:xfrm>
              <a:off x="8870124" y="2242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0" name="pt44690"/>
            <p:cNvSpPr/>
            <p:nvPr/>
          </p:nvSpPr>
          <p:spPr>
            <a:xfrm>
              <a:off x="8772758" y="2173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1" name="pt44691"/>
            <p:cNvSpPr/>
            <p:nvPr/>
          </p:nvSpPr>
          <p:spPr>
            <a:xfrm>
              <a:off x="8721041" y="2130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2" name="pt44692"/>
            <p:cNvSpPr/>
            <p:nvPr/>
          </p:nvSpPr>
          <p:spPr>
            <a:xfrm>
              <a:off x="8748753" y="2092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3" name="pt44693"/>
            <p:cNvSpPr/>
            <p:nvPr/>
          </p:nvSpPr>
          <p:spPr>
            <a:xfrm>
              <a:off x="9253114" y="1901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4" name="pt44694"/>
            <p:cNvSpPr/>
            <p:nvPr/>
          </p:nvSpPr>
          <p:spPr>
            <a:xfrm>
              <a:off x="8778290" y="2131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5" name="pt44695"/>
            <p:cNvSpPr/>
            <p:nvPr/>
          </p:nvSpPr>
          <p:spPr>
            <a:xfrm>
              <a:off x="8347210" y="2113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6" name="pt44696"/>
            <p:cNvSpPr/>
            <p:nvPr/>
          </p:nvSpPr>
          <p:spPr>
            <a:xfrm>
              <a:off x="8580788" y="2084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7" name="pt44697"/>
            <p:cNvSpPr/>
            <p:nvPr/>
          </p:nvSpPr>
          <p:spPr>
            <a:xfrm>
              <a:off x="8610820" y="2136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8" name="pt44698"/>
            <p:cNvSpPr/>
            <p:nvPr/>
          </p:nvSpPr>
          <p:spPr>
            <a:xfrm>
              <a:off x="8755061" y="2377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9" name="pt44699"/>
            <p:cNvSpPr/>
            <p:nvPr/>
          </p:nvSpPr>
          <p:spPr>
            <a:xfrm>
              <a:off x="8274318" y="2538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0" name="pt44700"/>
            <p:cNvSpPr/>
            <p:nvPr/>
          </p:nvSpPr>
          <p:spPr>
            <a:xfrm>
              <a:off x="9189492" y="2170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1" name="pt44701"/>
            <p:cNvSpPr/>
            <p:nvPr/>
          </p:nvSpPr>
          <p:spPr>
            <a:xfrm>
              <a:off x="9149376" y="2120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2" name="pt44702"/>
            <p:cNvSpPr/>
            <p:nvPr/>
          </p:nvSpPr>
          <p:spPr>
            <a:xfrm>
              <a:off x="8347210" y="2211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3" name="pt44703"/>
            <p:cNvSpPr/>
            <p:nvPr/>
          </p:nvSpPr>
          <p:spPr>
            <a:xfrm>
              <a:off x="8669323" y="2399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4" name="pt44704"/>
            <p:cNvSpPr/>
            <p:nvPr/>
          </p:nvSpPr>
          <p:spPr>
            <a:xfrm>
              <a:off x="9066533" y="1938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5" name="pt44705"/>
            <p:cNvSpPr/>
            <p:nvPr/>
          </p:nvSpPr>
          <p:spPr>
            <a:xfrm>
              <a:off x="8563654" y="2268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6" name="pt44706"/>
            <p:cNvSpPr/>
            <p:nvPr/>
          </p:nvSpPr>
          <p:spPr>
            <a:xfrm>
              <a:off x="8821645" y="2142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7" name="pt44707"/>
            <p:cNvSpPr/>
            <p:nvPr/>
          </p:nvSpPr>
          <p:spPr>
            <a:xfrm>
              <a:off x="9877988" y="2632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8" name="pt44708"/>
            <p:cNvSpPr/>
            <p:nvPr/>
          </p:nvSpPr>
          <p:spPr>
            <a:xfrm>
              <a:off x="8596430" y="237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9" name="pt44709"/>
            <p:cNvSpPr/>
            <p:nvPr/>
          </p:nvSpPr>
          <p:spPr>
            <a:xfrm>
              <a:off x="9394753" y="2199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0" name="pt44710"/>
            <p:cNvSpPr/>
            <p:nvPr/>
          </p:nvSpPr>
          <p:spPr>
            <a:xfrm>
              <a:off x="8659047" y="2358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1" name="pt44711"/>
            <p:cNvSpPr/>
            <p:nvPr/>
          </p:nvSpPr>
          <p:spPr>
            <a:xfrm>
              <a:off x="8563654" y="2284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2" name="pt44712"/>
            <p:cNvSpPr/>
            <p:nvPr/>
          </p:nvSpPr>
          <p:spPr>
            <a:xfrm>
              <a:off x="9171470" y="1924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3" name="pt44713"/>
            <p:cNvSpPr/>
            <p:nvPr/>
          </p:nvSpPr>
          <p:spPr>
            <a:xfrm>
              <a:off x="8838000" y="1929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4" name="pt44714"/>
            <p:cNvSpPr/>
            <p:nvPr/>
          </p:nvSpPr>
          <p:spPr>
            <a:xfrm>
              <a:off x="8523538" y="2398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5" name="pt44715"/>
            <p:cNvSpPr/>
            <p:nvPr/>
          </p:nvSpPr>
          <p:spPr>
            <a:xfrm>
              <a:off x="9075096" y="1990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6" name="pt44716"/>
            <p:cNvSpPr/>
            <p:nvPr/>
          </p:nvSpPr>
          <p:spPr>
            <a:xfrm>
              <a:off x="8471820" y="2485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7" name="pt44717"/>
            <p:cNvSpPr/>
            <p:nvPr/>
          </p:nvSpPr>
          <p:spPr>
            <a:xfrm>
              <a:off x="9707347" y="1644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8" name="pt44718"/>
            <p:cNvSpPr/>
            <p:nvPr/>
          </p:nvSpPr>
          <p:spPr>
            <a:xfrm>
              <a:off x="9655598" y="2396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9" name="pt44719"/>
            <p:cNvSpPr/>
            <p:nvPr/>
          </p:nvSpPr>
          <p:spPr>
            <a:xfrm>
              <a:off x="8849358" y="1949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0" name="pt44720"/>
            <p:cNvSpPr/>
            <p:nvPr/>
          </p:nvSpPr>
          <p:spPr>
            <a:xfrm>
              <a:off x="8748753" y="2113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1" name="pt44721"/>
            <p:cNvSpPr/>
            <p:nvPr/>
          </p:nvSpPr>
          <p:spPr>
            <a:xfrm>
              <a:off x="8728379" y="2088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2" name="pt44722"/>
            <p:cNvSpPr/>
            <p:nvPr/>
          </p:nvSpPr>
          <p:spPr>
            <a:xfrm>
              <a:off x="8981160" y="2011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3" name="pt44723"/>
            <p:cNvSpPr/>
            <p:nvPr/>
          </p:nvSpPr>
          <p:spPr>
            <a:xfrm>
              <a:off x="8563654" y="2221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4" name="pt44724"/>
            <p:cNvSpPr/>
            <p:nvPr/>
          </p:nvSpPr>
          <p:spPr>
            <a:xfrm>
              <a:off x="8648148" y="2445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5" name="pt44725"/>
            <p:cNvSpPr/>
            <p:nvPr/>
          </p:nvSpPr>
          <p:spPr>
            <a:xfrm>
              <a:off x="8398928" y="2552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6" name="pt44726"/>
            <p:cNvSpPr/>
            <p:nvPr/>
          </p:nvSpPr>
          <p:spPr>
            <a:xfrm>
              <a:off x="8523538" y="2425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7" name="pt44727"/>
            <p:cNvSpPr/>
            <p:nvPr/>
          </p:nvSpPr>
          <p:spPr>
            <a:xfrm>
              <a:off x="8679043" y="2232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8" name="pt44728"/>
            <p:cNvSpPr/>
            <p:nvPr/>
          </p:nvSpPr>
          <p:spPr>
            <a:xfrm>
              <a:off x="9054052" y="2256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9" name="pt44729"/>
            <p:cNvSpPr/>
            <p:nvPr/>
          </p:nvSpPr>
          <p:spPr>
            <a:xfrm>
              <a:off x="9439815" y="1958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0" name="pt44730"/>
            <p:cNvSpPr/>
            <p:nvPr/>
          </p:nvSpPr>
          <p:spPr>
            <a:xfrm>
              <a:off x="8523538" y="2464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1" name="pt44731"/>
            <p:cNvSpPr/>
            <p:nvPr/>
          </p:nvSpPr>
          <p:spPr>
            <a:xfrm>
              <a:off x="9103999" y="2035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2" name="pt44732"/>
            <p:cNvSpPr/>
            <p:nvPr/>
          </p:nvSpPr>
          <p:spPr>
            <a:xfrm>
              <a:off x="9062094" y="1675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3" name="pt44733"/>
            <p:cNvSpPr/>
            <p:nvPr/>
          </p:nvSpPr>
          <p:spPr>
            <a:xfrm>
              <a:off x="8873363" y="2090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4" name="pt44734"/>
            <p:cNvSpPr/>
            <p:nvPr/>
          </p:nvSpPr>
          <p:spPr>
            <a:xfrm>
              <a:off x="9054052" y="2157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5" name="pt44735"/>
            <p:cNvSpPr/>
            <p:nvPr/>
          </p:nvSpPr>
          <p:spPr>
            <a:xfrm>
              <a:off x="8973968" y="1926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6" name="pt44736"/>
            <p:cNvSpPr/>
            <p:nvPr/>
          </p:nvSpPr>
          <p:spPr>
            <a:xfrm>
              <a:off x="8767051" y="2096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7" name="pt44737"/>
            <p:cNvSpPr/>
            <p:nvPr/>
          </p:nvSpPr>
          <p:spPr>
            <a:xfrm>
              <a:off x="9030214" y="1757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8" name="pt44738"/>
            <p:cNvSpPr/>
            <p:nvPr/>
          </p:nvSpPr>
          <p:spPr>
            <a:xfrm>
              <a:off x="8499532" y="2449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9" name="pt44739"/>
            <p:cNvSpPr/>
            <p:nvPr/>
          </p:nvSpPr>
          <p:spPr>
            <a:xfrm>
              <a:off x="9196543" y="1996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0" name="pt44740"/>
            <p:cNvSpPr/>
            <p:nvPr/>
          </p:nvSpPr>
          <p:spPr>
            <a:xfrm>
              <a:off x="8471820" y="2148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1" name="pt44741"/>
            <p:cNvSpPr/>
            <p:nvPr/>
          </p:nvSpPr>
          <p:spPr>
            <a:xfrm>
              <a:off x="8721041" y="2067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2" name="pt44742"/>
            <p:cNvSpPr/>
            <p:nvPr/>
          </p:nvSpPr>
          <p:spPr>
            <a:xfrm>
              <a:off x="9294853" y="1991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3" name="pt44743"/>
            <p:cNvSpPr/>
            <p:nvPr/>
          </p:nvSpPr>
          <p:spPr>
            <a:xfrm>
              <a:off x="8713389" y="2376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4" name="pt44744"/>
            <p:cNvSpPr/>
            <p:nvPr/>
          </p:nvSpPr>
          <p:spPr>
            <a:xfrm>
              <a:off x="8610820" y="1910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5" name="pt44745"/>
            <p:cNvSpPr/>
            <p:nvPr/>
          </p:nvSpPr>
          <p:spPr>
            <a:xfrm>
              <a:off x="8845651" y="1896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6" name="pt44746"/>
            <p:cNvSpPr/>
            <p:nvPr/>
          </p:nvSpPr>
          <p:spPr>
            <a:xfrm>
              <a:off x="8580788" y="2466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7" name="pt44747"/>
            <p:cNvSpPr/>
            <p:nvPr/>
          </p:nvSpPr>
          <p:spPr>
            <a:xfrm>
              <a:off x="8913479" y="1736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8" name="pt44748"/>
            <p:cNvSpPr/>
            <p:nvPr/>
          </p:nvSpPr>
          <p:spPr>
            <a:xfrm>
              <a:off x="9002725" y="1978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9" name="pt44749"/>
            <p:cNvSpPr/>
            <p:nvPr/>
          </p:nvSpPr>
          <p:spPr>
            <a:xfrm>
              <a:off x="9211830" y="1781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0" name="pt44750"/>
            <p:cNvSpPr/>
            <p:nvPr/>
          </p:nvSpPr>
          <p:spPr>
            <a:xfrm>
              <a:off x="9223646" y="1895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1" name="pt44751"/>
            <p:cNvSpPr/>
            <p:nvPr/>
          </p:nvSpPr>
          <p:spPr>
            <a:xfrm>
              <a:off x="9211830" y="1798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2" name="pt44752"/>
            <p:cNvSpPr/>
            <p:nvPr/>
          </p:nvSpPr>
          <p:spPr>
            <a:xfrm>
              <a:off x="9266215" y="1963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3" name="pt44753"/>
            <p:cNvSpPr/>
            <p:nvPr/>
          </p:nvSpPr>
          <p:spPr>
            <a:xfrm>
              <a:off x="8697035" y="2255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4" name="pt44754"/>
            <p:cNvSpPr/>
            <p:nvPr/>
          </p:nvSpPr>
          <p:spPr>
            <a:xfrm>
              <a:off x="9193323" y="2044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5" name="pt44755"/>
            <p:cNvSpPr/>
            <p:nvPr/>
          </p:nvSpPr>
          <p:spPr>
            <a:xfrm>
              <a:off x="8274318" y="2516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6" name="pt44756"/>
            <p:cNvSpPr/>
            <p:nvPr/>
          </p:nvSpPr>
          <p:spPr>
            <a:xfrm>
              <a:off x="9282758" y="1797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7" name="pt44757"/>
            <p:cNvSpPr/>
            <p:nvPr/>
          </p:nvSpPr>
          <p:spPr>
            <a:xfrm>
              <a:off x="8923469" y="1919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8" name="pt44758"/>
            <p:cNvSpPr/>
            <p:nvPr/>
          </p:nvSpPr>
          <p:spPr>
            <a:xfrm>
              <a:off x="9143758" y="2029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9" name="pt44759"/>
            <p:cNvSpPr/>
            <p:nvPr/>
          </p:nvSpPr>
          <p:spPr>
            <a:xfrm>
              <a:off x="8523538" y="235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0" name="pt44760"/>
            <p:cNvSpPr/>
            <p:nvPr/>
          </p:nvSpPr>
          <p:spPr>
            <a:xfrm>
              <a:off x="8849358" y="2027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1" name="pt44761"/>
            <p:cNvSpPr/>
            <p:nvPr/>
          </p:nvSpPr>
          <p:spPr>
            <a:xfrm>
              <a:off x="9356962" y="2089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2" name="pt44762"/>
            <p:cNvSpPr/>
            <p:nvPr/>
          </p:nvSpPr>
          <p:spPr>
            <a:xfrm>
              <a:off x="8767051" y="1979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3" name="pt44763"/>
            <p:cNvSpPr/>
            <p:nvPr/>
          </p:nvSpPr>
          <p:spPr>
            <a:xfrm>
              <a:off x="8648148" y="2255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4" name="pt44764"/>
            <p:cNvSpPr/>
            <p:nvPr/>
          </p:nvSpPr>
          <p:spPr>
            <a:xfrm>
              <a:off x="8838000" y="2042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5" name="pt44765"/>
            <p:cNvSpPr/>
            <p:nvPr/>
          </p:nvSpPr>
          <p:spPr>
            <a:xfrm>
              <a:off x="8563654" y="2133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6" name="pt44766"/>
            <p:cNvSpPr/>
            <p:nvPr/>
          </p:nvSpPr>
          <p:spPr>
            <a:xfrm>
              <a:off x="9419155" y="1897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7" name="pt44767"/>
            <p:cNvSpPr/>
            <p:nvPr/>
          </p:nvSpPr>
          <p:spPr>
            <a:xfrm>
              <a:off x="9211830" y="1801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8" name="pt44768"/>
            <p:cNvSpPr/>
            <p:nvPr/>
          </p:nvSpPr>
          <p:spPr>
            <a:xfrm>
              <a:off x="9743490" y="2131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9" name="pt44769"/>
            <p:cNvSpPr/>
            <p:nvPr/>
          </p:nvSpPr>
          <p:spPr>
            <a:xfrm>
              <a:off x="8721041" y="2247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0" name="pt44770"/>
            <p:cNvSpPr/>
            <p:nvPr/>
          </p:nvSpPr>
          <p:spPr>
            <a:xfrm>
              <a:off x="9097658" y="1965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1" name="pt44771"/>
            <p:cNvSpPr/>
            <p:nvPr/>
          </p:nvSpPr>
          <p:spPr>
            <a:xfrm>
              <a:off x="8713389" y="2336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2" name="pt44772"/>
            <p:cNvSpPr/>
            <p:nvPr/>
          </p:nvSpPr>
          <p:spPr>
            <a:xfrm>
              <a:off x="9435925" y="1881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3" name="pt44773"/>
            <p:cNvSpPr/>
            <p:nvPr/>
          </p:nvSpPr>
          <p:spPr>
            <a:xfrm>
              <a:off x="9210359" y="1775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4" name="pt44774"/>
            <p:cNvSpPr/>
            <p:nvPr/>
          </p:nvSpPr>
          <p:spPr>
            <a:xfrm>
              <a:off x="8610820" y="2094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5" name="pt44775"/>
            <p:cNvSpPr/>
            <p:nvPr/>
          </p:nvSpPr>
          <p:spPr>
            <a:xfrm>
              <a:off x="9513165" y="2407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6" name="pt44776"/>
            <p:cNvSpPr/>
            <p:nvPr/>
          </p:nvSpPr>
          <p:spPr>
            <a:xfrm>
              <a:off x="9220880" y="1823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7" name="pt44777"/>
            <p:cNvSpPr/>
            <p:nvPr/>
          </p:nvSpPr>
          <p:spPr>
            <a:xfrm>
              <a:off x="8274318" y="2465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8" name="pt44778"/>
            <p:cNvSpPr/>
            <p:nvPr/>
          </p:nvSpPr>
          <p:spPr>
            <a:xfrm>
              <a:off x="9190595" y="2045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9" name="pt44779"/>
            <p:cNvSpPr/>
            <p:nvPr/>
          </p:nvSpPr>
          <p:spPr>
            <a:xfrm>
              <a:off x="9142325" y="2208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0" name="pt44780"/>
            <p:cNvSpPr/>
            <p:nvPr/>
          </p:nvSpPr>
          <p:spPr>
            <a:xfrm>
              <a:off x="9115211" y="2178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1" name="pt44781"/>
            <p:cNvSpPr/>
            <p:nvPr/>
          </p:nvSpPr>
          <p:spPr>
            <a:xfrm>
              <a:off x="8783657" y="2181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2" name="pt44782"/>
            <p:cNvSpPr/>
            <p:nvPr/>
          </p:nvSpPr>
          <p:spPr>
            <a:xfrm>
              <a:off x="8856549" y="2185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3" name="pt44783"/>
            <p:cNvSpPr/>
            <p:nvPr/>
          </p:nvSpPr>
          <p:spPr>
            <a:xfrm>
              <a:off x="8274318" y="2592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4" name="pt44784"/>
            <p:cNvSpPr/>
            <p:nvPr/>
          </p:nvSpPr>
          <p:spPr>
            <a:xfrm>
              <a:off x="9062094" y="1704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5" name="pt44785"/>
            <p:cNvSpPr/>
            <p:nvPr/>
          </p:nvSpPr>
          <p:spPr>
            <a:xfrm>
              <a:off x="8596430" y="2293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6" name="pt44786"/>
            <p:cNvSpPr/>
            <p:nvPr/>
          </p:nvSpPr>
          <p:spPr>
            <a:xfrm>
              <a:off x="8439043" y="2420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7" name="pt44787"/>
            <p:cNvSpPr/>
            <p:nvPr/>
          </p:nvSpPr>
          <p:spPr>
            <a:xfrm>
              <a:off x="9049289" y="2297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8" name="pt44788"/>
            <p:cNvSpPr/>
            <p:nvPr/>
          </p:nvSpPr>
          <p:spPr>
            <a:xfrm>
              <a:off x="8274318" y="2477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9" name="pt44789"/>
            <p:cNvSpPr/>
            <p:nvPr/>
          </p:nvSpPr>
          <p:spPr>
            <a:xfrm>
              <a:off x="9062094" y="1616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0" name="pt44790"/>
            <p:cNvSpPr/>
            <p:nvPr/>
          </p:nvSpPr>
          <p:spPr>
            <a:xfrm>
              <a:off x="8471820" y="2473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1" name="pt44791"/>
            <p:cNvSpPr/>
            <p:nvPr/>
          </p:nvSpPr>
          <p:spPr>
            <a:xfrm>
              <a:off x="9420231" y="1805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2" name="pt44792"/>
            <p:cNvSpPr/>
            <p:nvPr/>
          </p:nvSpPr>
          <p:spPr>
            <a:xfrm>
              <a:off x="8852989" y="2045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3" name="pt44793"/>
            <p:cNvSpPr/>
            <p:nvPr/>
          </p:nvSpPr>
          <p:spPr>
            <a:xfrm>
              <a:off x="8834048" y="2030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4" name="pt44794"/>
            <p:cNvSpPr/>
            <p:nvPr/>
          </p:nvSpPr>
          <p:spPr>
            <a:xfrm>
              <a:off x="8439043" y="236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5" name="pt44795"/>
            <p:cNvSpPr/>
            <p:nvPr/>
          </p:nvSpPr>
          <p:spPr>
            <a:xfrm>
              <a:off x="9227269" y="2100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6" name="pt44796"/>
            <p:cNvSpPr/>
            <p:nvPr/>
          </p:nvSpPr>
          <p:spPr>
            <a:xfrm>
              <a:off x="9639141" y="2094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7" name="pt44797"/>
            <p:cNvSpPr/>
            <p:nvPr/>
          </p:nvSpPr>
          <p:spPr>
            <a:xfrm>
              <a:off x="8659047" y="2350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8" name="pt44798"/>
            <p:cNvSpPr/>
            <p:nvPr/>
          </p:nvSpPr>
          <p:spPr>
            <a:xfrm>
              <a:off x="9644062" y="2392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9" name="pt44799"/>
            <p:cNvSpPr/>
            <p:nvPr/>
          </p:nvSpPr>
          <p:spPr>
            <a:xfrm>
              <a:off x="8997973" y="1687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0" name="pt44800"/>
            <p:cNvSpPr/>
            <p:nvPr/>
          </p:nvSpPr>
          <p:spPr>
            <a:xfrm>
              <a:off x="8274318" y="2588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1" name="pt44801"/>
            <p:cNvSpPr/>
            <p:nvPr/>
          </p:nvSpPr>
          <p:spPr>
            <a:xfrm>
              <a:off x="8610820" y="1997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2" name="pt44802"/>
            <p:cNvSpPr/>
            <p:nvPr/>
          </p:nvSpPr>
          <p:spPr>
            <a:xfrm>
              <a:off x="9876105" y="2635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3" name="pt44803"/>
            <p:cNvSpPr/>
            <p:nvPr/>
          </p:nvSpPr>
          <p:spPr>
            <a:xfrm>
              <a:off x="8347210" y="2430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4" name="pt44804"/>
            <p:cNvSpPr/>
            <p:nvPr/>
          </p:nvSpPr>
          <p:spPr>
            <a:xfrm>
              <a:off x="8783657" y="2248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5" name="pt44805"/>
            <p:cNvSpPr/>
            <p:nvPr/>
          </p:nvSpPr>
          <p:spPr>
            <a:xfrm>
              <a:off x="8748753" y="1925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6" name="pt44806"/>
            <p:cNvSpPr/>
            <p:nvPr/>
          </p:nvSpPr>
          <p:spPr>
            <a:xfrm>
              <a:off x="8825875" y="1893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7" name="pt44807"/>
            <p:cNvSpPr/>
            <p:nvPr/>
          </p:nvSpPr>
          <p:spPr>
            <a:xfrm>
              <a:off x="9525526" y="1757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8" name="pt44808"/>
            <p:cNvSpPr/>
            <p:nvPr/>
          </p:nvSpPr>
          <p:spPr>
            <a:xfrm>
              <a:off x="9294237" y="1951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9" name="pt44809"/>
            <p:cNvSpPr/>
            <p:nvPr/>
          </p:nvSpPr>
          <p:spPr>
            <a:xfrm>
              <a:off x="9401001" y="2234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0" name="pt44810"/>
            <p:cNvSpPr/>
            <p:nvPr/>
          </p:nvSpPr>
          <p:spPr>
            <a:xfrm>
              <a:off x="8471820" y="2568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1" name="pt44811"/>
            <p:cNvSpPr/>
            <p:nvPr/>
          </p:nvSpPr>
          <p:spPr>
            <a:xfrm>
              <a:off x="8274318" y="2339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2" name="pt44812"/>
            <p:cNvSpPr/>
            <p:nvPr/>
          </p:nvSpPr>
          <p:spPr>
            <a:xfrm>
              <a:off x="9097658" y="2256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3" name="pt44813"/>
            <p:cNvSpPr/>
            <p:nvPr/>
          </p:nvSpPr>
          <p:spPr>
            <a:xfrm>
              <a:off x="9103999" y="2000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4" name="pt44814"/>
            <p:cNvSpPr/>
            <p:nvPr/>
          </p:nvSpPr>
          <p:spPr>
            <a:xfrm>
              <a:off x="9308769" y="210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5" name="pt44815"/>
            <p:cNvSpPr/>
            <p:nvPr/>
          </p:nvSpPr>
          <p:spPr>
            <a:xfrm>
              <a:off x="8755061" y="2189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6" name="pt44816"/>
            <p:cNvSpPr/>
            <p:nvPr/>
          </p:nvSpPr>
          <p:spPr>
            <a:xfrm>
              <a:off x="9199183" y="2016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7" name="pt44817"/>
            <p:cNvSpPr/>
            <p:nvPr/>
          </p:nvSpPr>
          <p:spPr>
            <a:xfrm>
              <a:off x="8471820" y="2591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8" name="pt44818"/>
            <p:cNvSpPr/>
            <p:nvPr/>
          </p:nvSpPr>
          <p:spPr>
            <a:xfrm>
              <a:off x="9199706" y="2041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9" name="pt44819"/>
            <p:cNvSpPr/>
            <p:nvPr/>
          </p:nvSpPr>
          <p:spPr>
            <a:xfrm>
              <a:off x="8964553" y="2222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0" name="pt44820"/>
            <p:cNvSpPr/>
            <p:nvPr/>
          </p:nvSpPr>
          <p:spPr>
            <a:xfrm>
              <a:off x="8845651" y="1942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1" name="pt44821"/>
            <p:cNvSpPr/>
            <p:nvPr/>
          </p:nvSpPr>
          <p:spPr>
            <a:xfrm>
              <a:off x="8347210" y="2299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2" name="pt44822"/>
            <p:cNvSpPr/>
            <p:nvPr/>
          </p:nvSpPr>
          <p:spPr>
            <a:xfrm>
              <a:off x="8523538" y="2355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3" name="pt44823"/>
            <p:cNvSpPr/>
            <p:nvPr/>
          </p:nvSpPr>
          <p:spPr>
            <a:xfrm>
              <a:off x="9258470" y="1945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4" name="pt44824"/>
            <p:cNvSpPr/>
            <p:nvPr/>
          </p:nvSpPr>
          <p:spPr>
            <a:xfrm>
              <a:off x="8274318" y="2515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5" name="pt44825"/>
            <p:cNvSpPr/>
            <p:nvPr/>
          </p:nvSpPr>
          <p:spPr>
            <a:xfrm>
              <a:off x="8471820" y="2423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6" name="pt44826"/>
            <p:cNvSpPr/>
            <p:nvPr/>
          </p:nvSpPr>
          <p:spPr>
            <a:xfrm>
              <a:off x="9181576" y="200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7" name="pt44827"/>
            <p:cNvSpPr/>
            <p:nvPr/>
          </p:nvSpPr>
          <p:spPr>
            <a:xfrm>
              <a:off x="9044397" y="2143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8" name="pt44828"/>
            <p:cNvSpPr/>
            <p:nvPr/>
          </p:nvSpPr>
          <p:spPr>
            <a:xfrm>
              <a:off x="8274318" y="2456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9" name="pt44829"/>
            <p:cNvSpPr/>
            <p:nvPr/>
          </p:nvSpPr>
          <p:spPr>
            <a:xfrm>
              <a:off x="8544712" y="234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0" name="pt44830"/>
            <p:cNvSpPr/>
            <p:nvPr/>
          </p:nvSpPr>
          <p:spPr>
            <a:xfrm>
              <a:off x="9262568" y="1964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1" name="pt44831"/>
            <p:cNvSpPr/>
            <p:nvPr/>
          </p:nvSpPr>
          <p:spPr>
            <a:xfrm>
              <a:off x="8471820" y="2381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2" name="pt44832"/>
            <p:cNvSpPr/>
            <p:nvPr/>
          </p:nvSpPr>
          <p:spPr>
            <a:xfrm>
              <a:off x="8398928" y="2379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3" name="pt44833"/>
            <p:cNvSpPr/>
            <p:nvPr/>
          </p:nvSpPr>
          <p:spPr>
            <a:xfrm>
              <a:off x="9179833" y="1908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4" name="pt44834"/>
            <p:cNvSpPr/>
            <p:nvPr/>
          </p:nvSpPr>
          <p:spPr>
            <a:xfrm>
              <a:off x="8910892" y="2041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5" name="pt44835"/>
            <p:cNvSpPr/>
            <p:nvPr/>
          </p:nvSpPr>
          <p:spPr>
            <a:xfrm>
              <a:off x="8688264" y="2264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6" name="pt44836"/>
            <p:cNvSpPr/>
            <p:nvPr/>
          </p:nvSpPr>
          <p:spPr>
            <a:xfrm>
              <a:off x="9176891" y="1940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7" name="pt44837"/>
            <p:cNvSpPr/>
            <p:nvPr/>
          </p:nvSpPr>
          <p:spPr>
            <a:xfrm>
              <a:off x="8398928" y="2490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8" name="pt44838"/>
            <p:cNvSpPr/>
            <p:nvPr/>
          </p:nvSpPr>
          <p:spPr>
            <a:xfrm>
              <a:off x="9275707" y="1869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9" name="pt44839"/>
            <p:cNvSpPr/>
            <p:nvPr/>
          </p:nvSpPr>
          <p:spPr>
            <a:xfrm>
              <a:off x="8688264" y="2291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0" name="pt44840"/>
            <p:cNvSpPr/>
            <p:nvPr/>
          </p:nvSpPr>
          <p:spPr>
            <a:xfrm>
              <a:off x="9002725" y="1945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1" name="pt44841"/>
            <p:cNvSpPr/>
            <p:nvPr/>
          </p:nvSpPr>
          <p:spPr>
            <a:xfrm>
              <a:off x="8610820" y="2243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2" name="pt44842"/>
            <p:cNvSpPr/>
            <p:nvPr/>
          </p:nvSpPr>
          <p:spPr>
            <a:xfrm>
              <a:off x="8803653" y="2110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3" name="pt44843"/>
            <p:cNvSpPr/>
            <p:nvPr/>
          </p:nvSpPr>
          <p:spPr>
            <a:xfrm>
              <a:off x="9328959" y="2178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4" name="pt44844"/>
            <p:cNvSpPr/>
            <p:nvPr/>
          </p:nvSpPr>
          <p:spPr>
            <a:xfrm>
              <a:off x="8882745" y="1808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5" name="pt44845"/>
            <p:cNvSpPr/>
            <p:nvPr/>
          </p:nvSpPr>
          <p:spPr>
            <a:xfrm>
              <a:off x="9074048" y="1823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6" name="pt44846"/>
            <p:cNvSpPr/>
            <p:nvPr/>
          </p:nvSpPr>
          <p:spPr>
            <a:xfrm>
              <a:off x="8274318" y="2408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7" name="pt44847"/>
            <p:cNvSpPr/>
            <p:nvPr/>
          </p:nvSpPr>
          <p:spPr>
            <a:xfrm>
              <a:off x="8439043" y="2209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8" name="pt44848"/>
            <p:cNvSpPr/>
            <p:nvPr/>
          </p:nvSpPr>
          <p:spPr>
            <a:xfrm>
              <a:off x="8767051" y="2110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9" name="pt44849"/>
            <p:cNvSpPr/>
            <p:nvPr/>
          </p:nvSpPr>
          <p:spPr>
            <a:xfrm>
              <a:off x="9262568" y="2103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0" name="pt44850"/>
            <p:cNvSpPr/>
            <p:nvPr/>
          </p:nvSpPr>
          <p:spPr>
            <a:xfrm>
              <a:off x="9269435" y="1832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1" name="pt44851"/>
            <p:cNvSpPr/>
            <p:nvPr/>
          </p:nvSpPr>
          <p:spPr>
            <a:xfrm>
              <a:off x="8499532" y="2293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2" name="pt44852"/>
            <p:cNvSpPr/>
            <p:nvPr/>
          </p:nvSpPr>
          <p:spPr>
            <a:xfrm>
              <a:off x="8669323" y="2324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3" name="pt44853"/>
            <p:cNvSpPr/>
            <p:nvPr/>
          </p:nvSpPr>
          <p:spPr>
            <a:xfrm>
              <a:off x="9099493" y="2121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4" name="pt44854"/>
            <p:cNvSpPr/>
            <p:nvPr/>
          </p:nvSpPr>
          <p:spPr>
            <a:xfrm>
              <a:off x="9027511" y="1874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5" name="pt44855"/>
            <p:cNvSpPr/>
            <p:nvPr/>
          </p:nvSpPr>
          <p:spPr>
            <a:xfrm>
              <a:off x="8580788" y="2270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6" name="pt44856"/>
            <p:cNvSpPr/>
            <p:nvPr/>
          </p:nvSpPr>
          <p:spPr>
            <a:xfrm>
              <a:off x="8954618" y="2261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7" name="pt44857"/>
            <p:cNvSpPr/>
            <p:nvPr/>
          </p:nvSpPr>
          <p:spPr>
            <a:xfrm>
              <a:off x="9644546" y="2494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8" name="pt44858"/>
            <p:cNvSpPr/>
            <p:nvPr/>
          </p:nvSpPr>
          <p:spPr>
            <a:xfrm>
              <a:off x="9157488" y="1756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9" name="pt44859"/>
            <p:cNvSpPr/>
            <p:nvPr/>
          </p:nvSpPr>
          <p:spPr>
            <a:xfrm>
              <a:off x="9182728" y="1997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0" name="pt44860"/>
            <p:cNvSpPr/>
            <p:nvPr/>
          </p:nvSpPr>
          <p:spPr>
            <a:xfrm>
              <a:off x="9253114" y="1871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1" name="pt44861"/>
            <p:cNvSpPr/>
            <p:nvPr/>
          </p:nvSpPr>
          <p:spPr>
            <a:xfrm>
              <a:off x="9023378" y="1904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2" name="pt44862"/>
            <p:cNvSpPr/>
            <p:nvPr/>
          </p:nvSpPr>
          <p:spPr>
            <a:xfrm>
              <a:off x="8821645" y="2145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3" name="pt44863"/>
            <p:cNvSpPr/>
            <p:nvPr/>
          </p:nvSpPr>
          <p:spPr>
            <a:xfrm>
              <a:off x="8742215" y="2226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4" name="pt44864"/>
            <p:cNvSpPr/>
            <p:nvPr/>
          </p:nvSpPr>
          <p:spPr>
            <a:xfrm>
              <a:off x="9049289" y="2298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5" name="pt44865"/>
            <p:cNvSpPr/>
            <p:nvPr/>
          </p:nvSpPr>
          <p:spPr>
            <a:xfrm>
              <a:off x="9148684" y="2043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6" name="pt44866"/>
            <p:cNvSpPr/>
            <p:nvPr/>
          </p:nvSpPr>
          <p:spPr>
            <a:xfrm>
              <a:off x="8688264" y="2283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7" name="pt44867"/>
            <p:cNvSpPr/>
            <p:nvPr/>
          </p:nvSpPr>
          <p:spPr>
            <a:xfrm>
              <a:off x="8856549" y="2212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8" name="pt44868"/>
            <p:cNvSpPr/>
            <p:nvPr/>
          </p:nvSpPr>
          <p:spPr>
            <a:xfrm>
              <a:off x="8918543" y="1938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9" name="pt44869"/>
            <p:cNvSpPr/>
            <p:nvPr/>
          </p:nvSpPr>
          <p:spPr>
            <a:xfrm>
              <a:off x="8274318" y="251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0" name="pt44870"/>
            <p:cNvSpPr/>
            <p:nvPr/>
          </p:nvSpPr>
          <p:spPr>
            <a:xfrm>
              <a:off x="8659047" y="2330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1" name="pt44871"/>
            <p:cNvSpPr/>
            <p:nvPr/>
          </p:nvSpPr>
          <p:spPr>
            <a:xfrm>
              <a:off x="8439043" y="218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2" name="pt44872"/>
            <p:cNvSpPr/>
            <p:nvPr/>
          </p:nvSpPr>
          <p:spPr>
            <a:xfrm>
              <a:off x="9087220" y="1869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3" name="pt44873"/>
            <p:cNvSpPr/>
            <p:nvPr/>
          </p:nvSpPr>
          <p:spPr>
            <a:xfrm>
              <a:off x="8755061" y="2171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4" name="pt44874"/>
            <p:cNvSpPr/>
            <p:nvPr/>
          </p:nvSpPr>
          <p:spPr>
            <a:xfrm>
              <a:off x="9525526" y="1518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5" name="pt44875"/>
            <p:cNvSpPr/>
            <p:nvPr/>
          </p:nvSpPr>
          <p:spPr>
            <a:xfrm>
              <a:off x="8908267" y="1971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6" name="pt44876"/>
            <p:cNvSpPr/>
            <p:nvPr/>
          </p:nvSpPr>
          <p:spPr>
            <a:xfrm>
              <a:off x="9308769" y="2156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7" name="pt44877"/>
            <p:cNvSpPr/>
            <p:nvPr/>
          </p:nvSpPr>
          <p:spPr>
            <a:xfrm>
              <a:off x="8499532" y="2450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8" name="pt44878"/>
            <p:cNvSpPr/>
            <p:nvPr/>
          </p:nvSpPr>
          <p:spPr>
            <a:xfrm>
              <a:off x="9074048" y="1799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9" name="pt44879"/>
            <p:cNvSpPr/>
            <p:nvPr/>
          </p:nvSpPr>
          <p:spPr>
            <a:xfrm>
              <a:off x="9639141" y="2016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0" name="pt44880"/>
            <p:cNvSpPr/>
            <p:nvPr/>
          </p:nvSpPr>
          <p:spPr>
            <a:xfrm>
              <a:off x="8964553" y="2255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1" name="pt44881"/>
            <p:cNvSpPr/>
            <p:nvPr/>
          </p:nvSpPr>
          <p:spPr>
            <a:xfrm>
              <a:off x="9401001" y="2096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2" name="pt44882"/>
            <p:cNvSpPr/>
            <p:nvPr/>
          </p:nvSpPr>
          <p:spPr>
            <a:xfrm>
              <a:off x="8838000" y="1976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3" name="pt44883"/>
            <p:cNvSpPr/>
            <p:nvPr/>
          </p:nvSpPr>
          <p:spPr>
            <a:xfrm>
              <a:off x="9176891" y="2064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4" name="pt44884"/>
            <p:cNvSpPr/>
            <p:nvPr/>
          </p:nvSpPr>
          <p:spPr>
            <a:xfrm>
              <a:off x="8821645" y="2230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5" name="pt44885"/>
            <p:cNvSpPr/>
            <p:nvPr/>
          </p:nvSpPr>
          <p:spPr>
            <a:xfrm>
              <a:off x="9157488" y="1847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6" name="pt44886"/>
            <p:cNvSpPr/>
            <p:nvPr/>
          </p:nvSpPr>
          <p:spPr>
            <a:xfrm>
              <a:off x="9262568" y="2078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7" name="pt44887"/>
            <p:cNvSpPr/>
            <p:nvPr/>
          </p:nvSpPr>
          <p:spPr>
            <a:xfrm>
              <a:off x="8398928" y="2376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8" name="pt44888"/>
            <p:cNvSpPr/>
            <p:nvPr/>
          </p:nvSpPr>
          <p:spPr>
            <a:xfrm>
              <a:off x="8876545" y="1865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9" name="pt44889"/>
            <p:cNvSpPr/>
            <p:nvPr/>
          </p:nvSpPr>
          <p:spPr>
            <a:xfrm>
              <a:off x="9096734" y="1700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0" name="pt44890"/>
            <p:cNvSpPr/>
            <p:nvPr/>
          </p:nvSpPr>
          <p:spPr>
            <a:xfrm>
              <a:off x="9541125" y="1623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1" name="pt44891"/>
            <p:cNvSpPr/>
            <p:nvPr/>
          </p:nvSpPr>
          <p:spPr>
            <a:xfrm>
              <a:off x="9431373" y="1738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2" name="pt44892"/>
            <p:cNvSpPr/>
            <p:nvPr/>
          </p:nvSpPr>
          <p:spPr>
            <a:xfrm>
              <a:off x="9074048" y="1872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3" name="pt44893"/>
            <p:cNvSpPr/>
            <p:nvPr/>
          </p:nvSpPr>
          <p:spPr>
            <a:xfrm>
              <a:off x="9040639" y="1694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4" name="pt44894"/>
            <p:cNvSpPr/>
            <p:nvPr/>
          </p:nvSpPr>
          <p:spPr>
            <a:xfrm>
              <a:off x="9171470" y="2019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5" name="pt44895"/>
            <p:cNvSpPr/>
            <p:nvPr/>
          </p:nvSpPr>
          <p:spPr>
            <a:xfrm>
              <a:off x="8950486" y="2044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6" name="pt44896"/>
            <p:cNvSpPr/>
            <p:nvPr/>
          </p:nvSpPr>
          <p:spPr>
            <a:xfrm>
              <a:off x="8659047" y="239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7" name="pt44897"/>
            <p:cNvSpPr/>
            <p:nvPr/>
          </p:nvSpPr>
          <p:spPr>
            <a:xfrm>
              <a:off x="8954618" y="221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8" name="pt44898"/>
            <p:cNvSpPr/>
            <p:nvPr/>
          </p:nvSpPr>
          <p:spPr>
            <a:xfrm>
              <a:off x="9743490" y="2087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9" name="pt44899"/>
            <p:cNvSpPr/>
            <p:nvPr/>
          </p:nvSpPr>
          <p:spPr>
            <a:xfrm>
              <a:off x="9237295" y="2094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0" name="pt44900"/>
            <p:cNvSpPr/>
            <p:nvPr/>
          </p:nvSpPr>
          <p:spPr>
            <a:xfrm>
              <a:off x="8902901" y="2083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1" name="pt44901"/>
            <p:cNvSpPr/>
            <p:nvPr/>
          </p:nvSpPr>
          <p:spPr>
            <a:xfrm>
              <a:off x="9110981" y="2075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2" name="pt44902"/>
            <p:cNvSpPr/>
            <p:nvPr/>
          </p:nvSpPr>
          <p:spPr>
            <a:xfrm>
              <a:off x="8913479" y="1802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3" name="pt44903"/>
            <p:cNvSpPr/>
            <p:nvPr/>
          </p:nvSpPr>
          <p:spPr>
            <a:xfrm>
              <a:off x="9419155" y="2104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4" name="pt44904"/>
            <p:cNvSpPr/>
            <p:nvPr/>
          </p:nvSpPr>
          <p:spPr>
            <a:xfrm>
              <a:off x="8788868" y="2032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5" name="pt44905"/>
            <p:cNvSpPr/>
            <p:nvPr/>
          </p:nvSpPr>
          <p:spPr>
            <a:xfrm>
              <a:off x="8713389" y="2231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6" name="pt44906"/>
            <p:cNvSpPr/>
            <p:nvPr/>
          </p:nvSpPr>
          <p:spPr>
            <a:xfrm>
              <a:off x="8596430" y="221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7" name="pt44907"/>
            <p:cNvSpPr/>
            <p:nvPr/>
          </p:nvSpPr>
          <p:spPr>
            <a:xfrm>
              <a:off x="8648148" y="2410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8" name="pt44908"/>
            <p:cNvSpPr/>
            <p:nvPr/>
          </p:nvSpPr>
          <p:spPr>
            <a:xfrm>
              <a:off x="8863465" y="2170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9" name="pt44909"/>
            <p:cNvSpPr/>
            <p:nvPr/>
          </p:nvSpPr>
          <p:spPr>
            <a:xfrm>
              <a:off x="8636546" y="2354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0" name="pt44910"/>
            <p:cNvSpPr/>
            <p:nvPr/>
          </p:nvSpPr>
          <p:spPr>
            <a:xfrm>
              <a:off x="9187265" y="2072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1" name="pt44911"/>
            <p:cNvSpPr/>
            <p:nvPr/>
          </p:nvSpPr>
          <p:spPr>
            <a:xfrm>
              <a:off x="9026144" y="193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2" name="pt44912"/>
            <p:cNvSpPr/>
            <p:nvPr/>
          </p:nvSpPr>
          <p:spPr>
            <a:xfrm>
              <a:off x="8610820" y="2129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3" name="pt44913"/>
            <p:cNvSpPr/>
            <p:nvPr/>
          </p:nvSpPr>
          <p:spPr>
            <a:xfrm>
              <a:off x="8923469" y="1929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4" name="pt44914"/>
            <p:cNvSpPr/>
            <p:nvPr/>
          </p:nvSpPr>
          <p:spPr>
            <a:xfrm>
              <a:off x="8523538" y="2497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5" name="pt44915"/>
            <p:cNvSpPr/>
            <p:nvPr/>
          </p:nvSpPr>
          <p:spPr>
            <a:xfrm>
              <a:off x="9096734" y="1680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6" name="pt44916"/>
            <p:cNvSpPr/>
            <p:nvPr/>
          </p:nvSpPr>
          <p:spPr>
            <a:xfrm>
              <a:off x="8596430" y="2193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7" name="pt44917"/>
            <p:cNvSpPr/>
            <p:nvPr/>
          </p:nvSpPr>
          <p:spPr>
            <a:xfrm>
              <a:off x="8398928" y="2301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8" name="pt44918"/>
            <p:cNvSpPr/>
            <p:nvPr/>
          </p:nvSpPr>
          <p:spPr>
            <a:xfrm>
              <a:off x="9308769" y="2157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9" name="pt44919"/>
            <p:cNvSpPr/>
            <p:nvPr/>
          </p:nvSpPr>
          <p:spPr>
            <a:xfrm>
              <a:off x="9156826" y="2017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0" name="pt44920"/>
            <p:cNvSpPr/>
            <p:nvPr/>
          </p:nvSpPr>
          <p:spPr>
            <a:xfrm>
              <a:off x="8728379" y="1983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1" name="pt44921"/>
            <p:cNvSpPr/>
            <p:nvPr/>
          </p:nvSpPr>
          <p:spPr>
            <a:xfrm>
              <a:off x="8596430" y="2090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2" name="pt44922"/>
            <p:cNvSpPr/>
            <p:nvPr/>
          </p:nvSpPr>
          <p:spPr>
            <a:xfrm>
              <a:off x="9707347" y="1713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3" name="pt44923"/>
            <p:cNvSpPr/>
            <p:nvPr/>
          </p:nvSpPr>
          <p:spPr>
            <a:xfrm>
              <a:off x="8563654" y="2214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4" name="pt44924"/>
            <p:cNvSpPr/>
            <p:nvPr/>
          </p:nvSpPr>
          <p:spPr>
            <a:xfrm>
              <a:off x="8713389" y="2290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5" name="pt44925"/>
            <p:cNvSpPr/>
            <p:nvPr/>
          </p:nvSpPr>
          <p:spPr>
            <a:xfrm>
              <a:off x="8812874" y="2115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6" name="pt44926"/>
            <p:cNvSpPr/>
            <p:nvPr/>
          </p:nvSpPr>
          <p:spPr>
            <a:xfrm>
              <a:off x="9124182" y="1951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7" name="pt44927"/>
            <p:cNvSpPr/>
            <p:nvPr/>
          </p:nvSpPr>
          <p:spPr>
            <a:xfrm>
              <a:off x="9332489" y="2072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8" name="pt44928"/>
            <p:cNvSpPr/>
            <p:nvPr/>
          </p:nvSpPr>
          <p:spPr>
            <a:xfrm>
              <a:off x="8972124" y="2097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9" name="pt44929"/>
            <p:cNvSpPr/>
            <p:nvPr/>
          </p:nvSpPr>
          <p:spPr>
            <a:xfrm>
              <a:off x="8274318" y="2292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0" name="pt44930"/>
            <p:cNvSpPr/>
            <p:nvPr/>
          </p:nvSpPr>
          <p:spPr>
            <a:xfrm>
              <a:off x="8856549" y="220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1" name="pt44931"/>
            <p:cNvSpPr/>
            <p:nvPr/>
          </p:nvSpPr>
          <p:spPr>
            <a:xfrm>
              <a:off x="8624143" y="2430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2" name="pt44932"/>
            <p:cNvSpPr/>
            <p:nvPr/>
          </p:nvSpPr>
          <p:spPr>
            <a:xfrm>
              <a:off x="9761170" y="2438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3" name="pt44933"/>
            <p:cNvSpPr/>
            <p:nvPr/>
          </p:nvSpPr>
          <p:spPr>
            <a:xfrm>
              <a:off x="9780125" y="2433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4" name="pt44934"/>
            <p:cNvSpPr/>
            <p:nvPr/>
          </p:nvSpPr>
          <p:spPr>
            <a:xfrm>
              <a:off x="8274318" y="2407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5" name="pt44935"/>
            <p:cNvSpPr/>
            <p:nvPr/>
          </p:nvSpPr>
          <p:spPr>
            <a:xfrm>
              <a:off x="8596430" y="2253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6" name="pt44936"/>
            <p:cNvSpPr/>
            <p:nvPr/>
          </p:nvSpPr>
          <p:spPr>
            <a:xfrm>
              <a:off x="8852989" y="2024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7" name="pt44937"/>
            <p:cNvSpPr/>
            <p:nvPr/>
          </p:nvSpPr>
          <p:spPr>
            <a:xfrm>
              <a:off x="9468702" y="2100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8" name="pt44938"/>
            <p:cNvSpPr/>
            <p:nvPr/>
          </p:nvSpPr>
          <p:spPr>
            <a:xfrm>
              <a:off x="8471820" y="2465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9" name="pt44939"/>
            <p:cNvSpPr/>
            <p:nvPr/>
          </p:nvSpPr>
          <p:spPr>
            <a:xfrm>
              <a:off x="9313825" y="2126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0" name="pt44940"/>
            <p:cNvSpPr/>
            <p:nvPr/>
          </p:nvSpPr>
          <p:spPr>
            <a:xfrm>
              <a:off x="9227269" y="2097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1" name="pt44941"/>
            <p:cNvSpPr/>
            <p:nvPr/>
          </p:nvSpPr>
          <p:spPr>
            <a:xfrm>
              <a:off x="9743490" y="2181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2" name="pt44942"/>
            <p:cNvSpPr/>
            <p:nvPr/>
          </p:nvSpPr>
          <p:spPr>
            <a:xfrm>
              <a:off x="8783657" y="2357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3" name="pt44943"/>
            <p:cNvSpPr/>
            <p:nvPr/>
          </p:nvSpPr>
          <p:spPr>
            <a:xfrm>
              <a:off x="9275707" y="1964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4" name="pt44944"/>
            <p:cNvSpPr/>
            <p:nvPr/>
          </p:nvSpPr>
          <p:spPr>
            <a:xfrm>
              <a:off x="8659047" y="2254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5" name="pt44945"/>
            <p:cNvSpPr/>
            <p:nvPr/>
          </p:nvSpPr>
          <p:spPr>
            <a:xfrm>
              <a:off x="8523538" y="2576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6" name="pt44946"/>
            <p:cNvSpPr/>
            <p:nvPr/>
          </p:nvSpPr>
          <p:spPr>
            <a:xfrm>
              <a:off x="9110981" y="2076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7" name="pt44947"/>
            <p:cNvSpPr/>
            <p:nvPr/>
          </p:nvSpPr>
          <p:spPr>
            <a:xfrm>
              <a:off x="9275707" y="1886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8" name="pt44948"/>
            <p:cNvSpPr/>
            <p:nvPr/>
          </p:nvSpPr>
          <p:spPr>
            <a:xfrm>
              <a:off x="9219949" y="1923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9" name="pt44949"/>
            <p:cNvSpPr/>
            <p:nvPr/>
          </p:nvSpPr>
          <p:spPr>
            <a:xfrm>
              <a:off x="9265854" y="2131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0" name="pt44950"/>
            <p:cNvSpPr/>
            <p:nvPr/>
          </p:nvSpPr>
          <p:spPr>
            <a:xfrm>
              <a:off x="8923469" y="1962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1" name="pt44951"/>
            <p:cNvSpPr/>
            <p:nvPr/>
          </p:nvSpPr>
          <p:spPr>
            <a:xfrm>
              <a:off x="8981160" y="2025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2" name="pt44952"/>
            <p:cNvSpPr/>
            <p:nvPr/>
          </p:nvSpPr>
          <p:spPr>
            <a:xfrm>
              <a:off x="8274318" y="2436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3" name="pt44953"/>
            <p:cNvSpPr/>
            <p:nvPr/>
          </p:nvSpPr>
          <p:spPr>
            <a:xfrm>
              <a:off x="8879672" y="2126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4" name="pt44954"/>
            <p:cNvSpPr/>
            <p:nvPr/>
          </p:nvSpPr>
          <p:spPr>
            <a:xfrm>
              <a:off x="8499532" y="2430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5" name="pt44955"/>
            <p:cNvSpPr/>
            <p:nvPr/>
          </p:nvSpPr>
          <p:spPr>
            <a:xfrm>
              <a:off x="8624143" y="2406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6" name="pt44956"/>
            <p:cNvSpPr/>
            <p:nvPr/>
          </p:nvSpPr>
          <p:spPr>
            <a:xfrm>
              <a:off x="8841866" y="1834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7" name="pt44957"/>
            <p:cNvSpPr/>
            <p:nvPr/>
          </p:nvSpPr>
          <p:spPr>
            <a:xfrm>
              <a:off x="9077174" y="1941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8" name="pt44958"/>
            <p:cNvSpPr/>
            <p:nvPr/>
          </p:nvSpPr>
          <p:spPr>
            <a:xfrm>
              <a:off x="9297299" y="1853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9" name="pt44959"/>
            <p:cNvSpPr/>
            <p:nvPr/>
          </p:nvSpPr>
          <p:spPr>
            <a:xfrm>
              <a:off x="8398928" y="2476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0" name="pt44960"/>
            <p:cNvSpPr/>
            <p:nvPr/>
          </p:nvSpPr>
          <p:spPr>
            <a:xfrm>
              <a:off x="8964553" y="2234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1" name="pt44961"/>
            <p:cNvSpPr/>
            <p:nvPr/>
          </p:nvSpPr>
          <p:spPr>
            <a:xfrm>
              <a:off x="9211830" y="1906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2" name="pt44962"/>
            <p:cNvSpPr/>
            <p:nvPr/>
          </p:nvSpPr>
          <p:spPr>
            <a:xfrm>
              <a:off x="9034195" y="1786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3" name="pt44963"/>
            <p:cNvSpPr/>
            <p:nvPr/>
          </p:nvSpPr>
          <p:spPr>
            <a:xfrm>
              <a:off x="8636546" y="2306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4" name="pt44964"/>
            <p:cNvSpPr/>
            <p:nvPr/>
          </p:nvSpPr>
          <p:spPr>
            <a:xfrm>
              <a:off x="8932933" y="1913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5" name="pt44965"/>
            <p:cNvSpPr/>
            <p:nvPr/>
          </p:nvSpPr>
          <p:spPr>
            <a:xfrm>
              <a:off x="9176891" y="1949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6" name="pt44966"/>
            <p:cNvSpPr/>
            <p:nvPr/>
          </p:nvSpPr>
          <p:spPr>
            <a:xfrm>
              <a:off x="9313270" y="1982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7" name="pt44967"/>
            <p:cNvSpPr/>
            <p:nvPr/>
          </p:nvSpPr>
          <p:spPr>
            <a:xfrm>
              <a:off x="8544712" y="2246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8" name="pt44968"/>
            <p:cNvSpPr/>
            <p:nvPr/>
          </p:nvSpPr>
          <p:spPr>
            <a:xfrm>
              <a:off x="8937484" y="2088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9" name="pt44969"/>
            <p:cNvSpPr/>
            <p:nvPr/>
          </p:nvSpPr>
          <p:spPr>
            <a:xfrm>
              <a:off x="8580788" y="2453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0" name="pt44970"/>
            <p:cNvSpPr/>
            <p:nvPr/>
          </p:nvSpPr>
          <p:spPr>
            <a:xfrm>
              <a:off x="8471820" y="2419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1" name="pt44971"/>
            <p:cNvSpPr/>
            <p:nvPr/>
          </p:nvSpPr>
          <p:spPr>
            <a:xfrm>
              <a:off x="9334969" y="2261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2" name="pt44972"/>
            <p:cNvSpPr/>
            <p:nvPr/>
          </p:nvSpPr>
          <p:spPr>
            <a:xfrm>
              <a:off x="9281436" y="1945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3" name="pt44973"/>
            <p:cNvSpPr/>
            <p:nvPr/>
          </p:nvSpPr>
          <p:spPr>
            <a:xfrm>
              <a:off x="9049289" y="2314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4" name="pt44974"/>
            <p:cNvSpPr/>
            <p:nvPr/>
          </p:nvSpPr>
          <p:spPr>
            <a:xfrm>
              <a:off x="8882745" y="202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5" name="pt44975"/>
            <p:cNvSpPr/>
            <p:nvPr/>
          </p:nvSpPr>
          <p:spPr>
            <a:xfrm>
              <a:off x="8636546" y="238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6" name="pt44976"/>
            <p:cNvSpPr/>
            <p:nvPr/>
          </p:nvSpPr>
          <p:spPr>
            <a:xfrm>
              <a:off x="9149376" y="2104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7" name="pt44977"/>
            <p:cNvSpPr/>
            <p:nvPr/>
          </p:nvSpPr>
          <p:spPr>
            <a:xfrm>
              <a:off x="8610820" y="2211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8" name="pt44978"/>
            <p:cNvSpPr/>
            <p:nvPr/>
          </p:nvSpPr>
          <p:spPr>
            <a:xfrm>
              <a:off x="8902901" y="2039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9" name="pt44979"/>
            <p:cNvSpPr/>
            <p:nvPr/>
          </p:nvSpPr>
          <p:spPr>
            <a:xfrm>
              <a:off x="9103999" y="2160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0" name="pt44980"/>
            <p:cNvSpPr/>
            <p:nvPr/>
          </p:nvSpPr>
          <p:spPr>
            <a:xfrm>
              <a:off x="8471820" y="2423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1" name="pt44981"/>
            <p:cNvSpPr/>
            <p:nvPr/>
          </p:nvSpPr>
          <p:spPr>
            <a:xfrm>
              <a:off x="8274318" y="2312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2" name="pt44982"/>
            <p:cNvSpPr/>
            <p:nvPr/>
          </p:nvSpPr>
          <p:spPr>
            <a:xfrm>
              <a:off x="8471820" y="2439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3" name="pt44983"/>
            <p:cNvSpPr/>
            <p:nvPr/>
          </p:nvSpPr>
          <p:spPr>
            <a:xfrm>
              <a:off x="9083269" y="1920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4" name="pt44984"/>
            <p:cNvSpPr/>
            <p:nvPr/>
          </p:nvSpPr>
          <p:spPr>
            <a:xfrm>
              <a:off x="9285697" y="1774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5" name="pt44985"/>
            <p:cNvSpPr/>
            <p:nvPr/>
          </p:nvSpPr>
          <p:spPr>
            <a:xfrm>
              <a:off x="8688264" y="242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6" name="pt44986"/>
            <p:cNvSpPr/>
            <p:nvPr/>
          </p:nvSpPr>
          <p:spPr>
            <a:xfrm>
              <a:off x="8930613" y="1823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7" name="pt44987"/>
            <p:cNvSpPr/>
            <p:nvPr/>
          </p:nvSpPr>
          <p:spPr>
            <a:xfrm>
              <a:off x="8964553" y="2268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8" name="pt44988"/>
            <p:cNvSpPr/>
            <p:nvPr/>
          </p:nvSpPr>
          <p:spPr>
            <a:xfrm>
              <a:off x="8563654" y="2246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9" name="pt44989"/>
            <p:cNvSpPr/>
            <p:nvPr/>
          </p:nvSpPr>
          <p:spPr>
            <a:xfrm>
              <a:off x="9030214" y="1754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0" name="pt44990"/>
            <p:cNvSpPr/>
            <p:nvPr/>
          </p:nvSpPr>
          <p:spPr>
            <a:xfrm>
              <a:off x="8398928" y="2336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1" name="pt44991"/>
            <p:cNvSpPr/>
            <p:nvPr/>
          </p:nvSpPr>
          <p:spPr>
            <a:xfrm>
              <a:off x="8778290" y="2024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2" name="pt44992"/>
            <p:cNvSpPr/>
            <p:nvPr/>
          </p:nvSpPr>
          <p:spPr>
            <a:xfrm>
              <a:off x="8876545" y="1855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3" name="pt44993"/>
            <p:cNvSpPr/>
            <p:nvPr/>
          </p:nvSpPr>
          <p:spPr>
            <a:xfrm>
              <a:off x="9537091" y="1808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4" name="pt44994"/>
            <p:cNvSpPr/>
            <p:nvPr/>
          </p:nvSpPr>
          <p:spPr>
            <a:xfrm>
              <a:off x="9074048" y="2085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5" name="pt44995"/>
            <p:cNvSpPr/>
            <p:nvPr/>
          </p:nvSpPr>
          <p:spPr>
            <a:xfrm>
              <a:off x="9115211" y="1933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6" name="pt44996"/>
            <p:cNvSpPr/>
            <p:nvPr/>
          </p:nvSpPr>
          <p:spPr>
            <a:xfrm>
              <a:off x="8954618" y="227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7" name="pt44997"/>
            <p:cNvSpPr/>
            <p:nvPr/>
          </p:nvSpPr>
          <p:spPr>
            <a:xfrm>
              <a:off x="8544712" y="2386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8" name="pt44998"/>
            <p:cNvSpPr/>
            <p:nvPr/>
          </p:nvSpPr>
          <p:spPr>
            <a:xfrm>
              <a:off x="9028868" y="1958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9" name="pt44999"/>
            <p:cNvSpPr/>
            <p:nvPr/>
          </p:nvSpPr>
          <p:spPr>
            <a:xfrm>
              <a:off x="8347210" y="2250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0" name="pt45000"/>
            <p:cNvSpPr/>
            <p:nvPr/>
          </p:nvSpPr>
          <p:spPr>
            <a:xfrm>
              <a:off x="8624143" y="2449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1" name="pt45001"/>
            <p:cNvSpPr/>
            <p:nvPr/>
          </p:nvSpPr>
          <p:spPr>
            <a:xfrm>
              <a:off x="8825875" y="2264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2" name="pt45002"/>
            <p:cNvSpPr/>
            <p:nvPr/>
          </p:nvSpPr>
          <p:spPr>
            <a:xfrm>
              <a:off x="9156826" y="2104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3" name="pt45003"/>
            <p:cNvSpPr/>
            <p:nvPr/>
          </p:nvSpPr>
          <p:spPr>
            <a:xfrm>
              <a:off x="8669323" y="2307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4" name="pt45004"/>
            <p:cNvSpPr/>
            <p:nvPr/>
          </p:nvSpPr>
          <p:spPr>
            <a:xfrm>
              <a:off x="8648148" y="2341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5" name="pt45005"/>
            <p:cNvSpPr/>
            <p:nvPr/>
          </p:nvSpPr>
          <p:spPr>
            <a:xfrm>
              <a:off x="9171470" y="1911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6" name="pt45006"/>
            <p:cNvSpPr/>
            <p:nvPr/>
          </p:nvSpPr>
          <p:spPr>
            <a:xfrm>
              <a:off x="9142325" y="2195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7" name="pt45007"/>
            <p:cNvSpPr/>
            <p:nvPr/>
          </p:nvSpPr>
          <p:spPr>
            <a:xfrm>
              <a:off x="8347210" y="2168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8" name="pt45008"/>
            <p:cNvSpPr/>
            <p:nvPr/>
          </p:nvSpPr>
          <p:spPr>
            <a:xfrm>
              <a:off x="8610820" y="2141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9" name="pt45009"/>
            <p:cNvSpPr/>
            <p:nvPr/>
          </p:nvSpPr>
          <p:spPr>
            <a:xfrm>
              <a:off x="8624143" y="2474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0" name="pt45010"/>
            <p:cNvSpPr/>
            <p:nvPr/>
          </p:nvSpPr>
          <p:spPr>
            <a:xfrm>
              <a:off x="9379078" y="2038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1" name="pt45011"/>
            <p:cNvSpPr/>
            <p:nvPr/>
          </p:nvSpPr>
          <p:spPr>
            <a:xfrm>
              <a:off x="9147988" y="203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2" name="pt45012"/>
            <p:cNvSpPr/>
            <p:nvPr/>
          </p:nvSpPr>
          <p:spPr>
            <a:xfrm>
              <a:off x="8925882" y="1985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3" name="pt45013"/>
            <p:cNvSpPr/>
            <p:nvPr/>
          </p:nvSpPr>
          <p:spPr>
            <a:xfrm>
              <a:off x="9023378" y="1903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4" name="pt45014"/>
            <p:cNvSpPr/>
            <p:nvPr/>
          </p:nvSpPr>
          <p:spPr>
            <a:xfrm>
              <a:off x="8439043" y="2090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5" name="pt45015"/>
            <p:cNvSpPr/>
            <p:nvPr/>
          </p:nvSpPr>
          <p:spPr>
            <a:xfrm>
              <a:off x="9468702" y="213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6" name="pt45016"/>
            <p:cNvSpPr/>
            <p:nvPr/>
          </p:nvSpPr>
          <p:spPr>
            <a:xfrm>
              <a:off x="9602828" y="2314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7" name="pt45017"/>
            <p:cNvSpPr/>
            <p:nvPr/>
          </p:nvSpPr>
          <p:spPr>
            <a:xfrm>
              <a:off x="9124182" y="2159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8" name="pt45018"/>
            <p:cNvSpPr/>
            <p:nvPr/>
          </p:nvSpPr>
          <p:spPr>
            <a:xfrm>
              <a:off x="8610820" y="197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9" name="pt45019"/>
            <p:cNvSpPr/>
            <p:nvPr/>
          </p:nvSpPr>
          <p:spPr>
            <a:xfrm>
              <a:off x="9142325" y="2023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0" name="pt45020"/>
            <p:cNvSpPr/>
            <p:nvPr/>
          </p:nvSpPr>
          <p:spPr>
            <a:xfrm>
              <a:off x="8783657" y="2022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1" name="pt45021"/>
            <p:cNvSpPr/>
            <p:nvPr/>
          </p:nvSpPr>
          <p:spPr>
            <a:xfrm>
              <a:off x="8856549" y="2174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2" name="pt45022"/>
            <p:cNvSpPr/>
            <p:nvPr/>
          </p:nvSpPr>
          <p:spPr>
            <a:xfrm>
              <a:off x="8499532" y="2586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3" name="pt45023"/>
            <p:cNvSpPr/>
            <p:nvPr/>
          </p:nvSpPr>
          <p:spPr>
            <a:xfrm>
              <a:off x="8274318" y="2408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4" name="pt45024"/>
            <p:cNvSpPr/>
            <p:nvPr/>
          </p:nvSpPr>
          <p:spPr>
            <a:xfrm>
              <a:off x="8471820" y="2386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5" name="pt45025"/>
            <p:cNvSpPr/>
            <p:nvPr/>
          </p:nvSpPr>
          <p:spPr>
            <a:xfrm>
              <a:off x="8856549" y="2173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6" name="pt45026"/>
            <p:cNvSpPr/>
            <p:nvPr/>
          </p:nvSpPr>
          <p:spPr>
            <a:xfrm>
              <a:off x="8845651" y="1866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7" name="pt45027"/>
            <p:cNvSpPr/>
            <p:nvPr/>
          </p:nvSpPr>
          <p:spPr>
            <a:xfrm>
              <a:off x="9236019" y="2079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8" name="pt45028"/>
            <p:cNvSpPr/>
            <p:nvPr/>
          </p:nvSpPr>
          <p:spPr>
            <a:xfrm>
              <a:off x="9034195" y="1799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9" name="pt45029"/>
            <p:cNvSpPr/>
            <p:nvPr/>
          </p:nvSpPr>
          <p:spPr>
            <a:xfrm>
              <a:off x="9196543" y="2179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0" name="pt45030"/>
            <p:cNvSpPr/>
            <p:nvPr/>
          </p:nvSpPr>
          <p:spPr>
            <a:xfrm>
              <a:off x="9086240" y="1894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1" name="pt45031"/>
            <p:cNvSpPr/>
            <p:nvPr/>
          </p:nvSpPr>
          <p:spPr>
            <a:xfrm>
              <a:off x="9030214" y="173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2" name="pt45032"/>
            <p:cNvSpPr/>
            <p:nvPr/>
          </p:nvSpPr>
          <p:spPr>
            <a:xfrm>
              <a:off x="9071933" y="1982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3" name="pt45033"/>
            <p:cNvSpPr/>
            <p:nvPr/>
          </p:nvSpPr>
          <p:spPr>
            <a:xfrm>
              <a:off x="8439043" y="2354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4" name="pt45034"/>
            <p:cNvSpPr/>
            <p:nvPr/>
          </p:nvSpPr>
          <p:spPr>
            <a:xfrm>
              <a:off x="8439043" y="2176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5" name="pt45035"/>
            <p:cNvSpPr/>
            <p:nvPr/>
          </p:nvSpPr>
          <p:spPr>
            <a:xfrm>
              <a:off x="8930613" y="1877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6" name="pt45036"/>
            <p:cNvSpPr/>
            <p:nvPr/>
          </p:nvSpPr>
          <p:spPr>
            <a:xfrm>
              <a:off x="8398928" y="2475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7" name="pt45037"/>
            <p:cNvSpPr/>
            <p:nvPr/>
          </p:nvSpPr>
          <p:spPr>
            <a:xfrm>
              <a:off x="9761216" y="2284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8" name="pt45038"/>
            <p:cNvSpPr/>
            <p:nvPr/>
          </p:nvSpPr>
          <p:spPr>
            <a:xfrm>
              <a:off x="8735430" y="2095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9" name="pt45039"/>
            <p:cNvSpPr/>
            <p:nvPr/>
          </p:nvSpPr>
          <p:spPr>
            <a:xfrm>
              <a:off x="9040639" y="1735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0" name="pt45040"/>
            <p:cNvSpPr/>
            <p:nvPr/>
          </p:nvSpPr>
          <p:spPr>
            <a:xfrm>
              <a:off x="8544712" y="2462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1" name="pt45041"/>
            <p:cNvSpPr/>
            <p:nvPr/>
          </p:nvSpPr>
          <p:spPr>
            <a:xfrm>
              <a:off x="9285697" y="1912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2" name="pt45042"/>
            <p:cNvSpPr/>
            <p:nvPr/>
          </p:nvSpPr>
          <p:spPr>
            <a:xfrm>
              <a:off x="8894537" y="2126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3" name="pt45043"/>
            <p:cNvSpPr/>
            <p:nvPr/>
          </p:nvSpPr>
          <p:spPr>
            <a:xfrm>
              <a:off x="9026144" y="1814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4" name="pt45044"/>
            <p:cNvSpPr/>
            <p:nvPr/>
          </p:nvSpPr>
          <p:spPr>
            <a:xfrm>
              <a:off x="8761156" y="2296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5" name="pt45045"/>
            <p:cNvSpPr/>
            <p:nvPr/>
          </p:nvSpPr>
          <p:spPr>
            <a:xfrm>
              <a:off x="9142325" y="2140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6" name="pt45046"/>
            <p:cNvSpPr/>
            <p:nvPr/>
          </p:nvSpPr>
          <p:spPr>
            <a:xfrm>
              <a:off x="8523538" y="2398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7" name="pt45047"/>
            <p:cNvSpPr/>
            <p:nvPr/>
          </p:nvSpPr>
          <p:spPr>
            <a:xfrm>
              <a:off x="8728379" y="2011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8" name="pt45048"/>
            <p:cNvSpPr/>
            <p:nvPr/>
          </p:nvSpPr>
          <p:spPr>
            <a:xfrm>
              <a:off x="8713389" y="2324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9" name="pt45049"/>
            <p:cNvSpPr/>
            <p:nvPr/>
          </p:nvSpPr>
          <p:spPr>
            <a:xfrm>
              <a:off x="9500971" y="2557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0" name="pt45050"/>
            <p:cNvSpPr/>
            <p:nvPr/>
          </p:nvSpPr>
          <p:spPr>
            <a:xfrm>
              <a:off x="8972124" y="209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1" name="pt45051"/>
            <p:cNvSpPr/>
            <p:nvPr/>
          </p:nvSpPr>
          <p:spPr>
            <a:xfrm>
              <a:off x="8918543" y="1915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2" name="pt45052"/>
            <p:cNvSpPr/>
            <p:nvPr/>
          </p:nvSpPr>
          <p:spPr>
            <a:xfrm>
              <a:off x="8742215" y="2131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3" name="pt45053"/>
            <p:cNvSpPr/>
            <p:nvPr/>
          </p:nvSpPr>
          <p:spPr>
            <a:xfrm>
              <a:off x="8624143" y="2499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4" name="pt45054"/>
            <p:cNvSpPr/>
            <p:nvPr/>
          </p:nvSpPr>
          <p:spPr>
            <a:xfrm>
              <a:off x="8471820" y="2493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5" name="pt45055"/>
            <p:cNvSpPr/>
            <p:nvPr/>
          </p:nvSpPr>
          <p:spPr>
            <a:xfrm>
              <a:off x="8876545" y="1876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6" name="pt45056"/>
            <p:cNvSpPr/>
            <p:nvPr/>
          </p:nvSpPr>
          <p:spPr>
            <a:xfrm>
              <a:off x="9262568" y="2054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7" name="pt45057"/>
            <p:cNvSpPr/>
            <p:nvPr/>
          </p:nvSpPr>
          <p:spPr>
            <a:xfrm>
              <a:off x="8788868" y="1998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8" name="pt45058"/>
            <p:cNvSpPr/>
            <p:nvPr/>
          </p:nvSpPr>
          <p:spPr>
            <a:xfrm>
              <a:off x="9296080" y="2073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9" name="pt45059"/>
            <p:cNvSpPr/>
            <p:nvPr/>
          </p:nvSpPr>
          <p:spPr>
            <a:xfrm>
              <a:off x="8923469" y="1921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0" name="pt45060"/>
            <p:cNvSpPr/>
            <p:nvPr/>
          </p:nvSpPr>
          <p:spPr>
            <a:xfrm>
              <a:off x="8544712" y="2369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1" name="pt45061"/>
            <p:cNvSpPr/>
            <p:nvPr/>
          </p:nvSpPr>
          <p:spPr>
            <a:xfrm>
              <a:off x="9101309" y="2004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2" name="pt45062"/>
            <p:cNvSpPr/>
            <p:nvPr/>
          </p:nvSpPr>
          <p:spPr>
            <a:xfrm>
              <a:off x="9806800" y="2389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3" name="pt45063"/>
            <p:cNvSpPr/>
            <p:nvPr/>
          </p:nvSpPr>
          <p:spPr>
            <a:xfrm>
              <a:off x="8721041" y="2117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4" name="pt45064"/>
            <p:cNvSpPr/>
            <p:nvPr/>
          </p:nvSpPr>
          <p:spPr>
            <a:xfrm>
              <a:off x="8932933" y="1928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5" name="pt45065"/>
            <p:cNvSpPr/>
            <p:nvPr/>
          </p:nvSpPr>
          <p:spPr>
            <a:xfrm>
              <a:off x="8982914" y="1759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6" name="pt45066"/>
            <p:cNvSpPr/>
            <p:nvPr/>
          </p:nvSpPr>
          <p:spPr>
            <a:xfrm>
              <a:off x="8610820" y="2023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7" name="pt45067"/>
            <p:cNvSpPr/>
            <p:nvPr/>
          </p:nvSpPr>
          <p:spPr>
            <a:xfrm>
              <a:off x="8596430" y="2106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8" name="pt45068"/>
            <p:cNvSpPr/>
            <p:nvPr/>
          </p:nvSpPr>
          <p:spPr>
            <a:xfrm>
              <a:off x="8523538" y="2546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9" name="pt45069"/>
            <p:cNvSpPr/>
            <p:nvPr/>
          </p:nvSpPr>
          <p:spPr>
            <a:xfrm>
              <a:off x="8523538" y="2656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0" name="pt45070"/>
            <p:cNvSpPr/>
            <p:nvPr/>
          </p:nvSpPr>
          <p:spPr>
            <a:xfrm>
              <a:off x="8274318" y="2370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1" name="pt45071"/>
            <p:cNvSpPr/>
            <p:nvPr/>
          </p:nvSpPr>
          <p:spPr>
            <a:xfrm>
              <a:off x="9220880" y="1907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2" name="pt45072"/>
            <p:cNvSpPr/>
            <p:nvPr/>
          </p:nvSpPr>
          <p:spPr>
            <a:xfrm>
              <a:off x="9562976" y="2100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3" name="pt45073"/>
            <p:cNvSpPr/>
            <p:nvPr/>
          </p:nvSpPr>
          <p:spPr>
            <a:xfrm>
              <a:off x="8580788" y="2481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4" name="pt45074"/>
            <p:cNvSpPr/>
            <p:nvPr/>
          </p:nvSpPr>
          <p:spPr>
            <a:xfrm>
              <a:off x="8688264" y="219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5" name="pt45075"/>
            <p:cNvSpPr/>
            <p:nvPr/>
          </p:nvSpPr>
          <p:spPr>
            <a:xfrm>
              <a:off x="9057543" y="1757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6" name="pt45076"/>
            <p:cNvSpPr/>
            <p:nvPr/>
          </p:nvSpPr>
          <p:spPr>
            <a:xfrm>
              <a:off x="8596430" y="226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7" name="pt45077"/>
            <p:cNvSpPr/>
            <p:nvPr/>
          </p:nvSpPr>
          <p:spPr>
            <a:xfrm>
              <a:off x="9034195" y="1653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8" name="pt45078"/>
            <p:cNvSpPr/>
            <p:nvPr/>
          </p:nvSpPr>
          <p:spPr>
            <a:xfrm>
              <a:off x="8921023" y="1791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9" name="pt45079"/>
            <p:cNvSpPr/>
            <p:nvPr/>
          </p:nvSpPr>
          <p:spPr>
            <a:xfrm>
              <a:off x="9421909" y="1933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0" name="pt45080"/>
            <p:cNvSpPr/>
            <p:nvPr/>
          </p:nvSpPr>
          <p:spPr>
            <a:xfrm>
              <a:off x="8948383" y="2048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1" name="pt45081"/>
            <p:cNvSpPr/>
            <p:nvPr/>
          </p:nvSpPr>
          <p:spPr>
            <a:xfrm>
              <a:off x="8580788" y="2300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2" name="pt45082"/>
            <p:cNvSpPr/>
            <p:nvPr/>
          </p:nvSpPr>
          <p:spPr>
            <a:xfrm>
              <a:off x="8398928" y="2367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3" name="pt45083"/>
            <p:cNvSpPr/>
            <p:nvPr/>
          </p:nvSpPr>
          <p:spPr>
            <a:xfrm>
              <a:off x="8679043" y="2427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4" name="pt45084"/>
            <p:cNvSpPr/>
            <p:nvPr/>
          </p:nvSpPr>
          <p:spPr>
            <a:xfrm>
              <a:off x="8897369" y="1960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5" name="pt45085"/>
            <p:cNvSpPr/>
            <p:nvPr/>
          </p:nvSpPr>
          <p:spPr>
            <a:xfrm>
              <a:off x="8563654" y="2325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6" name="pt45086"/>
            <p:cNvSpPr/>
            <p:nvPr/>
          </p:nvSpPr>
          <p:spPr>
            <a:xfrm>
              <a:off x="8891661" y="2124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7" name="pt45087"/>
            <p:cNvSpPr/>
            <p:nvPr/>
          </p:nvSpPr>
          <p:spPr>
            <a:xfrm>
              <a:off x="8523538" y="2333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8" name="pt45088"/>
            <p:cNvSpPr/>
            <p:nvPr/>
          </p:nvSpPr>
          <p:spPr>
            <a:xfrm>
              <a:off x="9124182" y="2101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9" name="pt45089"/>
            <p:cNvSpPr/>
            <p:nvPr/>
          </p:nvSpPr>
          <p:spPr>
            <a:xfrm>
              <a:off x="9140881" y="2084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0" name="pt45090"/>
            <p:cNvSpPr/>
            <p:nvPr/>
          </p:nvSpPr>
          <p:spPr>
            <a:xfrm>
              <a:off x="8728379" y="2068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1" name="pt45091"/>
            <p:cNvSpPr/>
            <p:nvPr/>
          </p:nvSpPr>
          <p:spPr>
            <a:xfrm>
              <a:off x="8845651" y="2051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2" name="pt45092"/>
            <p:cNvSpPr/>
            <p:nvPr/>
          </p:nvSpPr>
          <p:spPr>
            <a:xfrm>
              <a:off x="9562976" y="2376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3" name="pt45093"/>
            <p:cNvSpPr/>
            <p:nvPr/>
          </p:nvSpPr>
          <p:spPr>
            <a:xfrm>
              <a:off x="8274318" y="2418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4" name="pt45094"/>
            <p:cNvSpPr/>
            <p:nvPr/>
          </p:nvSpPr>
          <p:spPr>
            <a:xfrm>
              <a:off x="9086240" y="183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5" name="pt45095"/>
            <p:cNvSpPr/>
            <p:nvPr/>
          </p:nvSpPr>
          <p:spPr>
            <a:xfrm>
              <a:off x="9236019" y="2200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6" name="pt45096"/>
            <p:cNvSpPr/>
            <p:nvPr/>
          </p:nvSpPr>
          <p:spPr>
            <a:xfrm>
              <a:off x="9049289" y="2315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7" name="pt45097"/>
            <p:cNvSpPr/>
            <p:nvPr/>
          </p:nvSpPr>
          <p:spPr>
            <a:xfrm>
              <a:off x="8721041" y="2072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8" name="pt45098"/>
            <p:cNvSpPr/>
            <p:nvPr/>
          </p:nvSpPr>
          <p:spPr>
            <a:xfrm>
              <a:off x="9043153" y="171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9" name="pt45099"/>
            <p:cNvSpPr/>
            <p:nvPr/>
          </p:nvSpPr>
          <p:spPr>
            <a:xfrm>
              <a:off x="8580788" y="2286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0" name="pt45100"/>
            <p:cNvSpPr/>
            <p:nvPr/>
          </p:nvSpPr>
          <p:spPr>
            <a:xfrm>
              <a:off x="8274318" y="2499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1" name="pt45101"/>
            <p:cNvSpPr/>
            <p:nvPr/>
          </p:nvSpPr>
          <p:spPr>
            <a:xfrm>
              <a:off x="9468702" y="2124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2" name="pt45102"/>
            <p:cNvSpPr/>
            <p:nvPr/>
          </p:nvSpPr>
          <p:spPr>
            <a:xfrm>
              <a:off x="8659047" y="2307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3" name="pt45103"/>
            <p:cNvSpPr/>
            <p:nvPr/>
          </p:nvSpPr>
          <p:spPr>
            <a:xfrm>
              <a:off x="9286988" y="1766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4" name="pt45104"/>
            <p:cNvSpPr/>
            <p:nvPr/>
          </p:nvSpPr>
          <p:spPr>
            <a:xfrm>
              <a:off x="9296080" y="183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5" name="pt45105"/>
            <p:cNvSpPr/>
            <p:nvPr/>
          </p:nvSpPr>
          <p:spPr>
            <a:xfrm>
              <a:off x="9976916" y="2510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6" name="pt45106"/>
            <p:cNvSpPr/>
            <p:nvPr/>
          </p:nvSpPr>
          <p:spPr>
            <a:xfrm>
              <a:off x="9317391" y="2145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7" name="pt45107"/>
            <p:cNvSpPr/>
            <p:nvPr/>
          </p:nvSpPr>
          <p:spPr>
            <a:xfrm>
              <a:off x="8876545" y="173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8" name="pt45108"/>
            <p:cNvSpPr/>
            <p:nvPr/>
          </p:nvSpPr>
          <p:spPr>
            <a:xfrm>
              <a:off x="9005825" y="1530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9" name="pt45109"/>
            <p:cNvSpPr/>
            <p:nvPr/>
          </p:nvSpPr>
          <p:spPr>
            <a:xfrm>
              <a:off x="9040639" y="1748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0" name="pt45110"/>
            <p:cNvSpPr/>
            <p:nvPr/>
          </p:nvSpPr>
          <p:spPr>
            <a:xfrm>
              <a:off x="8398928" y="2551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1" name="pt45111"/>
            <p:cNvSpPr/>
            <p:nvPr/>
          </p:nvSpPr>
          <p:spPr>
            <a:xfrm>
              <a:off x="8398928" y="241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2" name="pt45112"/>
            <p:cNvSpPr/>
            <p:nvPr/>
          </p:nvSpPr>
          <p:spPr>
            <a:xfrm>
              <a:off x="9262568" y="2097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3" name="pt45113"/>
            <p:cNvSpPr/>
            <p:nvPr/>
          </p:nvSpPr>
          <p:spPr>
            <a:xfrm>
              <a:off x="9519804" y="2415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4" name="pt45114"/>
            <p:cNvSpPr/>
            <p:nvPr/>
          </p:nvSpPr>
          <p:spPr>
            <a:xfrm>
              <a:off x="8624143" y="2504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5" name="pt45115"/>
            <p:cNvSpPr/>
            <p:nvPr/>
          </p:nvSpPr>
          <p:spPr>
            <a:xfrm>
              <a:off x="9190595" y="2070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6" name="pt45116"/>
            <p:cNvSpPr/>
            <p:nvPr/>
          </p:nvSpPr>
          <p:spPr>
            <a:xfrm>
              <a:off x="8439043" y="2121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7" name="pt45117"/>
            <p:cNvSpPr/>
            <p:nvPr/>
          </p:nvSpPr>
          <p:spPr>
            <a:xfrm>
              <a:off x="8347210" y="2401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8" name="pt45118"/>
            <p:cNvSpPr/>
            <p:nvPr/>
          </p:nvSpPr>
          <p:spPr>
            <a:xfrm>
              <a:off x="9034195" y="1809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9" name="pt45119"/>
            <p:cNvSpPr/>
            <p:nvPr/>
          </p:nvSpPr>
          <p:spPr>
            <a:xfrm>
              <a:off x="8563654" y="2220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0" name="pt45120"/>
            <p:cNvSpPr/>
            <p:nvPr/>
          </p:nvSpPr>
          <p:spPr>
            <a:xfrm>
              <a:off x="8948383" y="2072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1" name="pt45121"/>
            <p:cNvSpPr/>
            <p:nvPr/>
          </p:nvSpPr>
          <p:spPr>
            <a:xfrm>
              <a:off x="8274318" y="2112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2" name="pt45122"/>
            <p:cNvSpPr/>
            <p:nvPr/>
          </p:nvSpPr>
          <p:spPr>
            <a:xfrm>
              <a:off x="9075096" y="189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3" name="pt45123"/>
            <p:cNvSpPr/>
            <p:nvPr/>
          </p:nvSpPr>
          <p:spPr>
            <a:xfrm>
              <a:off x="8713389" y="2353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4" name="pt45124"/>
            <p:cNvSpPr/>
            <p:nvPr/>
          </p:nvSpPr>
          <p:spPr>
            <a:xfrm>
              <a:off x="8580788" y="2262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5" name="pt45125"/>
            <p:cNvSpPr/>
            <p:nvPr/>
          </p:nvSpPr>
          <p:spPr>
            <a:xfrm>
              <a:off x="9077174" y="1908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6" name="pt45126"/>
            <p:cNvSpPr/>
            <p:nvPr/>
          </p:nvSpPr>
          <p:spPr>
            <a:xfrm>
              <a:off x="8523538" y="2346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7" name="pt45127"/>
            <p:cNvSpPr/>
            <p:nvPr/>
          </p:nvSpPr>
          <p:spPr>
            <a:xfrm>
              <a:off x="8803653" y="2110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8" name="pt45128"/>
            <p:cNvSpPr/>
            <p:nvPr/>
          </p:nvSpPr>
          <p:spPr>
            <a:xfrm>
              <a:off x="9558274" y="2232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9" name="pt45129"/>
            <p:cNvSpPr/>
            <p:nvPr/>
          </p:nvSpPr>
          <p:spPr>
            <a:xfrm>
              <a:off x="9077174" y="1829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0" name="pt45130"/>
            <p:cNvSpPr/>
            <p:nvPr/>
          </p:nvSpPr>
          <p:spPr>
            <a:xfrm>
              <a:off x="8761156" y="2293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1" name="pt45131"/>
            <p:cNvSpPr/>
            <p:nvPr/>
          </p:nvSpPr>
          <p:spPr>
            <a:xfrm>
              <a:off x="9212805" y="1764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2" name="pt45132"/>
            <p:cNvSpPr/>
            <p:nvPr/>
          </p:nvSpPr>
          <p:spPr>
            <a:xfrm>
              <a:off x="8274318" y="2385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3" name="pt45133"/>
            <p:cNvSpPr/>
            <p:nvPr/>
          </p:nvSpPr>
          <p:spPr>
            <a:xfrm>
              <a:off x="8964553" y="1990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4" name="pt45134"/>
            <p:cNvSpPr/>
            <p:nvPr/>
          </p:nvSpPr>
          <p:spPr>
            <a:xfrm>
              <a:off x="9780125" y="2446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5" name="pt45135"/>
            <p:cNvSpPr/>
            <p:nvPr/>
          </p:nvSpPr>
          <p:spPr>
            <a:xfrm>
              <a:off x="8563654" y="230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6" name="pt45136"/>
            <p:cNvSpPr/>
            <p:nvPr/>
          </p:nvSpPr>
          <p:spPr>
            <a:xfrm>
              <a:off x="8735430" y="2163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7" name="pt45137"/>
            <p:cNvSpPr/>
            <p:nvPr/>
          </p:nvSpPr>
          <p:spPr>
            <a:xfrm>
              <a:off x="9497514" y="2394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8" name="pt45138"/>
            <p:cNvSpPr/>
            <p:nvPr/>
          </p:nvSpPr>
          <p:spPr>
            <a:xfrm>
              <a:off x="9097658" y="2179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9" name="pt45139"/>
            <p:cNvSpPr/>
            <p:nvPr/>
          </p:nvSpPr>
          <p:spPr>
            <a:xfrm>
              <a:off x="9086240" y="1970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0" name="pt45140"/>
            <p:cNvSpPr/>
            <p:nvPr/>
          </p:nvSpPr>
          <p:spPr>
            <a:xfrm>
              <a:off x="8563654" y="220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1" name="pt45141"/>
            <p:cNvSpPr/>
            <p:nvPr/>
          </p:nvSpPr>
          <p:spPr>
            <a:xfrm>
              <a:off x="8761156" y="2162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2" name="pt45142"/>
            <p:cNvSpPr/>
            <p:nvPr/>
          </p:nvSpPr>
          <p:spPr>
            <a:xfrm>
              <a:off x="9439815" y="1827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3" name="pt45143"/>
            <p:cNvSpPr/>
            <p:nvPr/>
          </p:nvSpPr>
          <p:spPr>
            <a:xfrm>
              <a:off x="8471820" y="2564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4" name="pt45144"/>
            <p:cNvSpPr/>
            <p:nvPr/>
          </p:nvSpPr>
          <p:spPr>
            <a:xfrm>
              <a:off x="8973968" y="1973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5" name="pt45145"/>
            <p:cNvSpPr/>
            <p:nvPr/>
          </p:nvSpPr>
          <p:spPr>
            <a:xfrm>
              <a:off x="8439043" y="2380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6" name="pt45146"/>
            <p:cNvSpPr/>
            <p:nvPr/>
          </p:nvSpPr>
          <p:spPr>
            <a:xfrm>
              <a:off x="8873363" y="2038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7" name="pt45147"/>
            <p:cNvSpPr/>
            <p:nvPr/>
          </p:nvSpPr>
          <p:spPr>
            <a:xfrm>
              <a:off x="9013348" y="1472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8" name="pt45148"/>
            <p:cNvSpPr/>
            <p:nvPr/>
          </p:nvSpPr>
          <p:spPr>
            <a:xfrm>
              <a:off x="8728379" y="2159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9" name="pt45149"/>
            <p:cNvSpPr/>
            <p:nvPr/>
          </p:nvSpPr>
          <p:spPr>
            <a:xfrm>
              <a:off x="8471820" y="2397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0" name="pt45150"/>
            <p:cNvSpPr/>
            <p:nvPr/>
          </p:nvSpPr>
          <p:spPr>
            <a:xfrm>
              <a:off x="8882745" y="1613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1" name="pt45151"/>
            <p:cNvSpPr/>
            <p:nvPr/>
          </p:nvSpPr>
          <p:spPr>
            <a:xfrm>
              <a:off x="9519804" y="2513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2" name="pt45152"/>
            <p:cNvSpPr/>
            <p:nvPr/>
          </p:nvSpPr>
          <p:spPr>
            <a:xfrm>
              <a:off x="8748753" y="1945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3" name="pt45153"/>
            <p:cNvSpPr/>
            <p:nvPr/>
          </p:nvSpPr>
          <p:spPr>
            <a:xfrm>
              <a:off x="8471820" y="2287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4" name="pt45154"/>
            <p:cNvSpPr/>
            <p:nvPr/>
          </p:nvSpPr>
          <p:spPr>
            <a:xfrm>
              <a:off x="8834048" y="2187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5" name="pt45155"/>
            <p:cNvSpPr/>
            <p:nvPr/>
          </p:nvSpPr>
          <p:spPr>
            <a:xfrm>
              <a:off x="9124975" y="2195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6" name="pt45156"/>
            <p:cNvSpPr/>
            <p:nvPr/>
          </p:nvSpPr>
          <p:spPr>
            <a:xfrm>
              <a:off x="8648148" y="2308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7" name="pt45157"/>
            <p:cNvSpPr/>
            <p:nvPr/>
          </p:nvSpPr>
          <p:spPr>
            <a:xfrm>
              <a:off x="8841866" y="177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8" name="pt45158"/>
            <p:cNvSpPr/>
            <p:nvPr/>
          </p:nvSpPr>
          <p:spPr>
            <a:xfrm>
              <a:off x="8669323" y="2493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9" name="pt45159"/>
            <p:cNvSpPr/>
            <p:nvPr/>
          </p:nvSpPr>
          <p:spPr>
            <a:xfrm>
              <a:off x="9116046" y="1979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0" name="pt45160"/>
            <p:cNvSpPr/>
            <p:nvPr/>
          </p:nvSpPr>
          <p:spPr>
            <a:xfrm>
              <a:off x="9431373" y="1827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1" name="pt45161"/>
            <p:cNvSpPr/>
            <p:nvPr/>
          </p:nvSpPr>
          <p:spPr>
            <a:xfrm>
              <a:off x="9074048" y="1839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2" name="pt45162"/>
            <p:cNvSpPr/>
            <p:nvPr/>
          </p:nvSpPr>
          <p:spPr>
            <a:xfrm>
              <a:off x="8398928" y="2360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3" name="pt45163"/>
            <p:cNvSpPr/>
            <p:nvPr/>
          </p:nvSpPr>
          <p:spPr>
            <a:xfrm>
              <a:off x="8347210" y="2235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4" name="pt45164"/>
            <p:cNvSpPr/>
            <p:nvPr/>
          </p:nvSpPr>
          <p:spPr>
            <a:xfrm>
              <a:off x="9044397" y="2019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5" name="pt45165"/>
            <p:cNvSpPr/>
            <p:nvPr/>
          </p:nvSpPr>
          <p:spPr>
            <a:xfrm>
              <a:off x="9614018" y="2153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6" name="pt45166"/>
            <p:cNvSpPr/>
            <p:nvPr/>
          </p:nvSpPr>
          <p:spPr>
            <a:xfrm>
              <a:off x="8937484" y="2012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7" name="pt45167"/>
            <p:cNvSpPr/>
            <p:nvPr/>
          </p:nvSpPr>
          <p:spPr>
            <a:xfrm>
              <a:off x="8544712" y="2459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8" name="pt45168"/>
            <p:cNvSpPr/>
            <p:nvPr/>
          </p:nvSpPr>
          <p:spPr>
            <a:xfrm>
              <a:off x="8981160" y="1886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9" name="pt45169"/>
            <p:cNvSpPr/>
            <p:nvPr/>
          </p:nvSpPr>
          <p:spPr>
            <a:xfrm>
              <a:off x="8648148" y="2280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0" name="pt45170"/>
            <p:cNvSpPr/>
            <p:nvPr/>
          </p:nvSpPr>
          <p:spPr>
            <a:xfrm>
              <a:off x="8347210" y="2360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1" name="pt45171"/>
            <p:cNvSpPr/>
            <p:nvPr/>
          </p:nvSpPr>
          <p:spPr>
            <a:xfrm>
              <a:off x="8879672" y="2020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2" name="pt45172"/>
            <p:cNvSpPr/>
            <p:nvPr/>
          </p:nvSpPr>
          <p:spPr>
            <a:xfrm>
              <a:off x="8996361" y="1974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3" name="pt45173"/>
            <p:cNvSpPr/>
            <p:nvPr/>
          </p:nvSpPr>
          <p:spPr>
            <a:xfrm>
              <a:off x="8856549" y="2170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4" name="pt45174"/>
            <p:cNvSpPr/>
            <p:nvPr/>
          </p:nvSpPr>
          <p:spPr>
            <a:xfrm>
              <a:off x="9039368" y="1686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5" name="pt45175"/>
            <p:cNvSpPr/>
            <p:nvPr/>
          </p:nvSpPr>
          <p:spPr>
            <a:xfrm>
              <a:off x="9026144" y="1871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6" name="pt45176"/>
            <p:cNvSpPr/>
            <p:nvPr/>
          </p:nvSpPr>
          <p:spPr>
            <a:xfrm>
              <a:off x="8817313" y="1999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7" name="pt45177"/>
            <p:cNvSpPr/>
            <p:nvPr/>
          </p:nvSpPr>
          <p:spPr>
            <a:xfrm>
              <a:off x="8755061" y="2236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8" name="pt45178"/>
            <p:cNvSpPr/>
            <p:nvPr/>
          </p:nvSpPr>
          <p:spPr>
            <a:xfrm>
              <a:off x="9567694" y="2735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9" name="pt45179"/>
            <p:cNvSpPr/>
            <p:nvPr/>
          </p:nvSpPr>
          <p:spPr>
            <a:xfrm>
              <a:off x="9160112" y="1664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0" name="pt45180"/>
            <p:cNvSpPr/>
            <p:nvPr/>
          </p:nvSpPr>
          <p:spPr>
            <a:xfrm>
              <a:off x="8767051" y="2114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1" name="pt45181"/>
            <p:cNvSpPr/>
            <p:nvPr/>
          </p:nvSpPr>
          <p:spPr>
            <a:xfrm>
              <a:off x="9005825" y="1697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2" name="pt45182"/>
            <p:cNvSpPr/>
            <p:nvPr/>
          </p:nvSpPr>
          <p:spPr>
            <a:xfrm>
              <a:off x="8347210" y="2447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3" name="pt45183"/>
            <p:cNvSpPr/>
            <p:nvPr/>
          </p:nvSpPr>
          <p:spPr>
            <a:xfrm>
              <a:off x="9285373" y="1886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4" name="pt45184"/>
            <p:cNvSpPr/>
            <p:nvPr/>
          </p:nvSpPr>
          <p:spPr>
            <a:xfrm>
              <a:off x="8838000" y="1899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5" name="pt45185"/>
            <p:cNvSpPr/>
            <p:nvPr/>
          </p:nvSpPr>
          <p:spPr>
            <a:xfrm>
              <a:off x="9190595" y="210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6" name="pt45186"/>
            <p:cNvSpPr/>
            <p:nvPr/>
          </p:nvSpPr>
          <p:spPr>
            <a:xfrm>
              <a:off x="8952564" y="2142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7" name="pt45187"/>
            <p:cNvSpPr/>
            <p:nvPr/>
          </p:nvSpPr>
          <p:spPr>
            <a:xfrm>
              <a:off x="8347210" y="2135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8" name="pt45188"/>
            <p:cNvSpPr/>
            <p:nvPr/>
          </p:nvSpPr>
          <p:spPr>
            <a:xfrm>
              <a:off x="8274318" y="2611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9" name="pt45189"/>
            <p:cNvSpPr/>
            <p:nvPr/>
          </p:nvSpPr>
          <p:spPr>
            <a:xfrm>
              <a:off x="9196543" y="2052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0" name="pt45190"/>
            <p:cNvSpPr/>
            <p:nvPr/>
          </p:nvSpPr>
          <p:spPr>
            <a:xfrm>
              <a:off x="8523538" y="2344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1" name="pt45191"/>
            <p:cNvSpPr/>
            <p:nvPr/>
          </p:nvSpPr>
          <p:spPr>
            <a:xfrm>
              <a:off x="9334476" y="2186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2" name="pt45192"/>
            <p:cNvSpPr/>
            <p:nvPr/>
          </p:nvSpPr>
          <p:spPr>
            <a:xfrm>
              <a:off x="8648148" y="232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3" name="pt45193"/>
            <p:cNvSpPr/>
            <p:nvPr/>
          </p:nvSpPr>
          <p:spPr>
            <a:xfrm>
              <a:off x="8648148" y="2290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4" name="pt45194"/>
            <p:cNvSpPr/>
            <p:nvPr/>
          </p:nvSpPr>
          <p:spPr>
            <a:xfrm>
              <a:off x="8932933" y="1745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5" name="pt45195"/>
            <p:cNvSpPr/>
            <p:nvPr/>
          </p:nvSpPr>
          <p:spPr>
            <a:xfrm>
              <a:off x="8274318" y="219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6" name="pt45196"/>
            <p:cNvSpPr/>
            <p:nvPr/>
          </p:nvSpPr>
          <p:spPr>
            <a:xfrm>
              <a:off x="8783657" y="2166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7" name="pt45197"/>
            <p:cNvSpPr/>
            <p:nvPr/>
          </p:nvSpPr>
          <p:spPr>
            <a:xfrm>
              <a:off x="8713389" y="2405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8" name="pt45198"/>
            <p:cNvSpPr/>
            <p:nvPr/>
          </p:nvSpPr>
          <p:spPr>
            <a:xfrm>
              <a:off x="8347210" y="2251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9" name="pt45199"/>
            <p:cNvSpPr/>
            <p:nvPr/>
          </p:nvSpPr>
          <p:spPr>
            <a:xfrm>
              <a:off x="8798858" y="2045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0" name="pt45200"/>
            <p:cNvSpPr/>
            <p:nvPr/>
          </p:nvSpPr>
          <p:spPr>
            <a:xfrm>
              <a:off x="9553956" y="2322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1" name="pt45201"/>
            <p:cNvSpPr/>
            <p:nvPr/>
          </p:nvSpPr>
          <p:spPr>
            <a:xfrm>
              <a:off x="8748753" y="2087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2" name="pt45202"/>
            <p:cNvSpPr/>
            <p:nvPr/>
          </p:nvSpPr>
          <p:spPr>
            <a:xfrm>
              <a:off x="8274318" y="2551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3" name="pt45203"/>
            <p:cNvSpPr/>
            <p:nvPr/>
          </p:nvSpPr>
          <p:spPr>
            <a:xfrm>
              <a:off x="9181576" y="2039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4" name="pt45204"/>
            <p:cNvSpPr/>
            <p:nvPr/>
          </p:nvSpPr>
          <p:spPr>
            <a:xfrm>
              <a:off x="8398928" y="2479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5" name="pt45205"/>
            <p:cNvSpPr/>
            <p:nvPr/>
          </p:nvSpPr>
          <p:spPr>
            <a:xfrm>
              <a:off x="8879672" y="1986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6" name="pt45206"/>
            <p:cNvSpPr/>
            <p:nvPr/>
          </p:nvSpPr>
          <p:spPr>
            <a:xfrm>
              <a:off x="8274318" y="2540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7" name="pt45207"/>
            <p:cNvSpPr/>
            <p:nvPr/>
          </p:nvSpPr>
          <p:spPr>
            <a:xfrm>
              <a:off x="9034195" y="1717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8" name="pt45208"/>
            <p:cNvSpPr/>
            <p:nvPr/>
          </p:nvSpPr>
          <p:spPr>
            <a:xfrm>
              <a:off x="8767051" y="2182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9" name="pt45209"/>
            <p:cNvSpPr/>
            <p:nvPr/>
          </p:nvSpPr>
          <p:spPr>
            <a:xfrm>
              <a:off x="9719466" y="2153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0" name="pt45210"/>
            <p:cNvSpPr/>
            <p:nvPr/>
          </p:nvSpPr>
          <p:spPr>
            <a:xfrm>
              <a:off x="8834048" y="2159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1" name="pt45211"/>
            <p:cNvSpPr/>
            <p:nvPr/>
          </p:nvSpPr>
          <p:spPr>
            <a:xfrm>
              <a:off x="8659047" y="2369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2" name="pt45212"/>
            <p:cNvSpPr/>
            <p:nvPr/>
          </p:nvSpPr>
          <p:spPr>
            <a:xfrm>
              <a:off x="9115211" y="2035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3" name="pt45213"/>
            <p:cNvSpPr/>
            <p:nvPr/>
          </p:nvSpPr>
          <p:spPr>
            <a:xfrm>
              <a:off x="9719466" y="2279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4" name="pt45214"/>
            <p:cNvSpPr/>
            <p:nvPr/>
          </p:nvSpPr>
          <p:spPr>
            <a:xfrm>
              <a:off x="9247994" y="1865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5" name="pt45215"/>
            <p:cNvSpPr/>
            <p:nvPr/>
          </p:nvSpPr>
          <p:spPr>
            <a:xfrm>
              <a:off x="8274318" y="2392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6" name="pt45216"/>
            <p:cNvSpPr/>
            <p:nvPr/>
          </p:nvSpPr>
          <p:spPr>
            <a:xfrm>
              <a:off x="8852989" y="1913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7" name="pt45217"/>
            <p:cNvSpPr/>
            <p:nvPr/>
          </p:nvSpPr>
          <p:spPr>
            <a:xfrm>
              <a:off x="8471820" y="2614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8" name="pt45218"/>
            <p:cNvSpPr/>
            <p:nvPr/>
          </p:nvSpPr>
          <p:spPr>
            <a:xfrm>
              <a:off x="9448796" y="2018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9" name="pt45219"/>
            <p:cNvSpPr/>
            <p:nvPr/>
          </p:nvSpPr>
          <p:spPr>
            <a:xfrm>
              <a:off x="8398928" y="2429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0" name="pt45220"/>
            <p:cNvSpPr/>
            <p:nvPr/>
          </p:nvSpPr>
          <p:spPr>
            <a:xfrm>
              <a:off x="8274318" y="2549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1" name="pt45221"/>
            <p:cNvSpPr/>
            <p:nvPr/>
          </p:nvSpPr>
          <p:spPr>
            <a:xfrm>
              <a:off x="8439043" y="2218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2" name="pt45222"/>
            <p:cNvSpPr/>
            <p:nvPr/>
          </p:nvSpPr>
          <p:spPr>
            <a:xfrm>
              <a:off x="8636546" y="2396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3" name="pt45223"/>
            <p:cNvSpPr/>
            <p:nvPr/>
          </p:nvSpPr>
          <p:spPr>
            <a:xfrm>
              <a:off x="9170243" y="1753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4" name="pt45224"/>
            <p:cNvSpPr/>
            <p:nvPr/>
          </p:nvSpPr>
          <p:spPr>
            <a:xfrm>
              <a:off x="9095805" y="172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5" name="pt45225"/>
            <p:cNvSpPr/>
            <p:nvPr/>
          </p:nvSpPr>
          <p:spPr>
            <a:xfrm>
              <a:off x="9689893" y="1776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6" name="pt45226"/>
            <p:cNvSpPr/>
            <p:nvPr/>
          </p:nvSpPr>
          <p:spPr>
            <a:xfrm>
              <a:off x="8767051" y="2204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7" name="pt45227"/>
            <p:cNvSpPr/>
            <p:nvPr/>
          </p:nvSpPr>
          <p:spPr>
            <a:xfrm>
              <a:off x="9027511" y="1810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8" name="pt45228"/>
            <p:cNvSpPr/>
            <p:nvPr/>
          </p:nvSpPr>
          <p:spPr>
            <a:xfrm>
              <a:off x="9567694" y="2492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9" name="pt45229"/>
            <p:cNvSpPr/>
            <p:nvPr/>
          </p:nvSpPr>
          <p:spPr>
            <a:xfrm>
              <a:off x="8347210" y="2406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0" name="pt45230"/>
            <p:cNvSpPr/>
            <p:nvPr/>
          </p:nvSpPr>
          <p:spPr>
            <a:xfrm>
              <a:off x="9017715" y="1954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1" name="pt45231"/>
            <p:cNvSpPr/>
            <p:nvPr/>
          </p:nvSpPr>
          <p:spPr>
            <a:xfrm>
              <a:off x="8274318" y="2418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2" name="pt45232"/>
            <p:cNvSpPr/>
            <p:nvPr/>
          </p:nvSpPr>
          <p:spPr>
            <a:xfrm>
              <a:off x="9442137" y="1950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3" name="pt45233"/>
            <p:cNvSpPr/>
            <p:nvPr/>
          </p:nvSpPr>
          <p:spPr>
            <a:xfrm>
              <a:off x="9034195" y="1714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4" name="pt45234"/>
            <p:cNvSpPr/>
            <p:nvPr/>
          </p:nvSpPr>
          <p:spPr>
            <a:xfrm>
              <a:off x="9077174" y="1949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5" name="pt45235"/>
            <p:cNvSpPr/>
            <p:nvPr/>
          </p:nvSpPr>
          <p:spPr>
            <a:xfrm>
              <a:off x="8783657" y="2251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6" name="pt45236"/>
            <p:cNvSpPr/>
            <p:nvPr/>
          </p:nvSpPr>
          <p:spPr>
            <a:xfrm>
              <a:off x="9308769" y="2078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7" name="pt45237"/>
            <p:cNvSpPr/>
            <p:nvPr/>
          </p:nvSpPr>
          <p:spPr>
            <a:xfrm>
              <a:off x="8958659" y="2162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8" name="pt45238"/>
            <p:cNvSpPr/>
            <p:nvPr/>
          </p:nvSpPr>
          <p:spPr>
            <a:xfrm>
              <a:off x="9519098" y="2549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9" name="pt45239"/>
            <p:cNvSpPr/>
            <p:nvPr/>
          </p:nvSpPr>
          <p:spPr>
            <a:xfrm>
              <a:off x="9370394" y="2014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0" name="pt45240"/>
            <p:cNvSpPr/>
            <p:nvPr/>
          </p:nvSpPr>
          <p:spPr>
            <a:xfrm>
              <a:off x="9023378" y="1897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1" name="pt45241"/>
            <p:cNvSpPr/>
            <p:nvPr/>
          </p:nvSpPr>
          <p:spPr>
            <a:xfrm>
              <a:off x="8984651" y="1895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2" name="pt45242"/>
            <p:cNvSpPr/>
            <p:nvPr/>
          </p:nvSpPr>
          <p:spPr>
            <a:xfrm>
              <a:off x="9152801" y="1978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3" name="pt45243"/>
            <p:cNvSpPr/>
            <p:nvPr/>
          </p:nvSpPr>
          <p:spPr>
            <a:xfrm>
              <a:off x="9513165" y="2459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4" name="pt45244"/>
            <p:cNvSpPr/>
            <p:nvPr/>
          </p:nvSpPr>
          <p:spPr>
            <a:xfrm>
              <a:off x="8856549" y="2193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5" name="pt45245"/>
            <p:cNvSpPr/>
            <p:nvPr/>
          </p:nvSpPr>
          <p:spPr>
            <a:xfrm>
              <a:off x="8825875" y="2033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6" name="pt45246"/>
            <p:cNvSpPr/>
            <p:nvPr/>
          </p:nvSpPr>
          <p:spPr>
            <a:xfrm>
              <a:off x="8735430" y="2132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7" name="pt45247"/>
            <p:cNvSpPr/>
            <p:nvPr/>
          </p:nvSpPr>
          <p:spPr>
            <a:xfrm>
              <a:off x="8544712" y="2336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8" name="pt45248"/>
            <p:cNvSpPr/>
            <p:nvPr/>
          </p:nvSpPr>
          <p:spPr>
            <a:xfrm>
              <a:off x="8891661" y="2125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9" name="pt45249"/>
            <p:cNvSpPr/>
            <p:nvPr/>
          </p:nvSpPr>
          <p:spPr>
            <a:xfrm>
              <a:off x="8888738" y="2018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0" name="pt45250"/>
            <p:cNvSpPr/>
            <p:nvPr/>
          </p:nvSpPr>
          <p:spPr>
            <a:xfrm>
              <a:off x="8471820" y="2481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1" name="pt45251"/>
            <p:cNvSpPr/>
            <p:nvPr/>
          </p:nvSpPr>
          <p:spPr>
            <a:xfrm>
              <a:off x="9282758" y="1953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2" name="pt45252"/>
            <p:cNvSpPr/>
            <p:nvPr/>
          </p:nvSpPr>
          <p:spPr>
            <a:xfrm>
              <a:off x="8274318" y="2656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3" name="pt45253"/>
            <p:cNvSpPr/>
            <p:nvPr/>
          </p:nvSpPr>
          <p:spPr>
            <a:xfrm>
              <a:off x="9538128" y="1953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4" name="pt45254"/>
            <p:cNvSpPr/>
            <p:nvPr/>
          </p:nvSpPr>
          <p:spPr>
            <a:xfrm>
              <a:off x="9149376" y="2150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5" name="pt45255"/>
            <p:cNvSpPr/>
            <p:nvPr/>
          </p:nvSpPr>
          <p:spPr>
            <a:xfrm>
              <a:off x="9152801" y="1933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6" name="pt45256"/>
            <p:cNvSpPr/>
            <p:nvPr/>
          </p:nvSpPr>
          <p:spPr>
            <a:xfrm>
              <a:off x="9110981" y="2068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7" name="pt45257"/>
            <p:cNvSpPr/>
            <p:nvPr/>
          </p:nvSpPr>
          <p:spPr>
            <a:xfrm>
              <a:off x="9275707" y="1987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8" name="pt45258"/>
            <p:cNvSpPr/>
            <p:nvPr/>
          </p:nvSpPr>
          <p:spPr>
            <a:xfrm>
              <a:off x="9180997" y="1945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9" name="pt45259"/>
            <p:cNvSpPr/>
            <p:nvPr/>
          </p:nvSpPr>
          <p:spPr>
            <a:xfrm>
              <a:off x="9247994" y="2007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0" name="pt45260"/>
            <p:cNvSpPr/>
            <p:nvPr/>
          </p:nvSpPr>
          <p:spPr>
            <a:xfrm>
              <a:off x="9243545" y="2186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1" name="pt45261"/>
            <p:cNvSpPr/>
            <p:nvPr/>
          </p:nvSpPr>
          <p:spPr>
            <a:xfrm>
              <a:off x="9519804" y="2426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2" name="pt45262"/>
            <p:cNvSpPr/>
            <p:nvPr/>
          </p:nvSpPr>
          <p:spPr>
            <a:xfrm>
              <a:off x="8876545" y="1542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3" name="pt45263"/>
            <p:cNvSpPr/>
            <p:nvPr/>
          </p:nvSpPr>
          <p:spPr>
            <a:xfrm>
              <a:off x="8772758" y="2132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4" name="pt45264"/>
            <p:cNvSpPr/>
            <p:nvPr/>
          </p:nvSpPr>
          <p:spPr>
            <a:xfrm>
              <a:off x="8952564" y="2176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5" name="pt45265"/>
            <p:cNvSpPr/>
            <p:nvPr/>
          </p:nvSpPr>
          <p:spPr>
            <a:xfrm>
              <a:off x="8580788" y="2356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6" name="pt45266"/>
            <p:cNvSpPr/>
            <p:nvPr/>
          </p:nvSpPr>
          <p:spPr>
            <a:xfrm>
              <a:off x="9513165" y="2413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7" name="pt45267"/>
            <p:cNvSpPr/>
            <p:nvPr/>
          </p:nvSpPr>
          <p:spPr>
            <a:xfrm>
              <a:off x="8610820" y="2023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8" name="pt45268"/>
            <p:cNvSpPr/>
            <p:nvPr/>
          </p:nvSpPr>
          <p:spPr>
            <a:xfrm>
              <a:off x="8471820" y="2563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9" name="pt45269"/>
            <p:cNvSpPr/>
            <p:nvPr/>
          </p:nvSpPr>
          <p:spPr>
            <a:xfrm>
              <a:off x="8841866" y="2014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0" name="pt45270"/>
            <p:cNvSpPr/>
            <p:nvPr/>
          </p:nvSpPr>
          <p:spPr>
            <a:xfrm>
              <a:off x="8563654" y="2404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1" name="pt45271"/>
            <p:cNvSpPr/>
            <p:nvPr/>
          </p:nvSpPr>
          <p:spPr>
            <a:xfrm>
              <a:off x="8274318" y="2480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2" name="pt45272"/>
            <p:cNvSpPr/>
            <p:nvPr/>
          </p:nvSpPr>
          <p:spPr>
            <a:xfrm>
              <a:off x="8347210" y="2306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3" name="pt45273"/>
            <p:cNvSpPr/>
            <p:nvPr/>
          </p:nvSpPr>
          <p:spPr>
            <a:xfrm>
              <a:off x="9439815" y="1759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4" name="pt45274"/>
            <p:cNvSpPr/>
            <p:nvPr/>
          </p:nvSpPr>
          <p:spPr>
            <a:xfrm>
              <a:off x="8471820" y="2493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5" name="pt45275"/>
            <p:cNvSpPr/>
            <p:nvPr/>
          </p:nvSpPr>
          <p:spPr>
            <a:xfrm>
              <a:off x="9005825" y="1759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6" name="pt45276"/>
            <p:cNvSpPr/>
            <p:nvPr/>
          </p:nvSpPr>
          <p:spPr>
            <a:xfrm>
              <a:off x="8798858" y="2227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7" name="pt45277"/>
            <p:cNvSpPr/>
            <p:nvPr/>
          </p:nvSpPr>
          <p:spPr>
            <a:xfrm>
              <a:off x="9351205" y="210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8" name="pt45278"/>
            <p:cNvSpPr/>
            <p:nvPr/>
          </p:nvSpPr>
          <p:spPr>
            <a:xfrm>
              <a:off x="8748753" y="197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9" name="pt45279"/>
            <p:cNvSpPr/>
            <p:nvPr/>
          </p:nvSpPr>
          <p:spPr>
            <a:xfrm>
              <a:off x="9182728" y="1975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0" name="pt45280"/>
            <p:cNvSpPr/>
            <p:nvPr/>
          </p:nvSpPr>
          <p:spPr>
            <a:xfrm>
              <a:off x="8913479" y="1723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1" name="pt45281"/>
            <p:cNvSpPr/>
            <p:nvPr/>
          </p:nvSpPr>
          <p:spPr>
            <a:xfrm>
              <a:off x="8863465" y="2241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2" name="pt45282"/>
            <p:cNvSpPr/>
            <p:nvPr/>
          </p:nvSpPr>
          <p:spPr>
            <a:xfrm>
              <a:off x="8398928" y="2272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3" name="pt45283"/>
            <p:cNvSpPr/>
            <p:nvPr/>
          </p:nvSpPr>
          <p:spPr>
            <a:xfrm>
              <a:off x="8398928" y="2181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4" name="pt45284"/>
            <p:cNvSpPr/>
            <p:nvPr/>
          </p:nvSpPr>
          <p:spPr>
            <a:xfrm>
              <a:off x="9219949" y="1940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5" name="pt45285"/>
            <p:cNvSpPr/>
            <p:nvPr/>
          </p:nvSpPr>
          <p:spPr>
            <a:xfrm>
              <a:off x="8921023" y="1706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6" name="pt45286"/>
            <p:cNvSpPr/>
            <p:nvPr/>
          </p:nvSpPr>
          <p:spPr>
            <a:xfrm>
              <a:off x="9602828" y="2194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7" name="pt45287"/>
            <p:cNvSpPr/>
            <p:nvPr/>
          </p:nvSpPr>
          <p:spPr>
            <a:xfrm>
              <a:off x="9057543" y="1895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8" name="pt45288"/>
            <p:cNvSpPr/>
            <p:nvPr/>
          </p:nvSpPr>
          <p:spPr>
            <a:xfrm>
              <a:off x="9310188" y="2177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9" name="pt45289"/>
            <p:cNvSpPr/>
            <p:nvPr/>
          </p:nvSpPr>
          <p:spPr>
            <a:xfrm>
              <a:off x="8347210" y="2437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0" name="pt45290"/>
            <p:cNvSpPr/>
            <p:nvPr/>
          </p:nvSpPr>
          <p:spPr>
            <a:xfrm>
              <a:off x="8713389" y="2297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1" name="pt45291"/>
            <p:cNvSpPr/>
            <p:nvPr/>
          </p:nvSpPr>
          <p:spPr>
            <a:xfrm>
              <a:off x="8648148" y="2515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2" name="pt45292"/>
            <p:cNvSpPr/>
            <p:nvPr/>
          </p:nvSpPr>
          <p:spPr>
            <a:xfrm>
              <a:off x="9370394" y="2119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3" name="pt45293"/>
            <p:cNvSpPr/>
            <p:nvPr/>
          </p:nvSpPr>
          <p:spPr>
            <a:xfrm>
              <a:off x="8499532" y="2520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4" name="pt45294"/>
            <p:cNvSpPr/>
            <p:nvPr/>
          </p:nvSpPr>
          <p:spPr>
            <a:xfrm>
              <a:off x="8523538" y="2659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5" name="pt45295"/>
            <p:cNvSpPr/>
            <p:nvPr/>
          </p:nvSpPr>
          <p:spPr>
            <a:xfrm>
              <a:off x="8471820" y="2364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6" name="pt45296"/>
            <p:cNvSpPr/>
            <p:nvPr/>
          </p:nvSpPr>
          <p:spPr>
            <a:xfrm>
              <a:off x="8937484" y="2022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7" name="pt45297"/>
            <p:cNvSpPr/>
            <p:nvPr/>
          </p:nvSpPr>
          <p:spPr>
            <a:xfrm>
              <a:off x="8544712" y="2415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8" name="pt45298"/>
            <p:cNvSpPr/>
            <p:nvPr/>
          </p:nvSpPr>
          <p:spPr>
            <a:xfrm>
              <a:off x="9594013" y="2340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9" name="pt45299"/>
            <p:cNvSpPr/>
            <p:nvPr/>
          </p:nvSpPr>
          <p:spPr>
            <a:xfrm>
              <a:off x="8970261" y="2150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0" name="pt45300"/>
            <p:cNvSpPr/>
            <p:nvPr/>
          </p:nvSpPr>
          <p:spPr>
            <a:xfrm>
              <a:off x="8876545" y="1833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1" name="pt45301"/>
            <p:cNvSpPr/>
            <p:nvPr/>
          </p:nvSpPr>
          <p:spPr>
            <a:xfrm>
              <a:off x="9490707" y="2407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2" name="pt45302"/>
            <p:cNvSpPr/>
            <p:nvPr/>
          </p:nvSpPr>
          <p:spPr>
            <a:xfrm>
              <a:off x="8688264" y="2032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3" name="pt45303"/>
            <p:cNvSpPr/>
            <p:nvPr/>
          </p:nvSpPr>
          <p:spPr>
            <a:xfrm>
              <a:off x="8932933" y="1842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4" name="pt45304"/>
            <p:cNvSpPr/>
            <p:nvPr/>
          </p:nvSpPr>
          <p:spPr>
            <a:xfrm>
              <a:off x="8721041" y="2172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5" name="pt45305"/>
            <p:cNvSpPr/>
            <p:nvPr/>
          </p:nvSpPr>
          <p:spPr>
            <a:xfrm>
              <a:off x="8894537" y="205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6" name="pt45306"/>
            <p:cNvSpPr/>
            <p:nvPr/>
          </p:nvSpPr>
          <p:spPr>
            <a:xfrm>
              <a:off x="9553956" y="2204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7" name="pt45307"/>
            <p:cNvSpPr/>
            <p:nvPr/>
          </p:nvSpPr>
          <p:spPr>
            <a:xfrm>
              <a:off x="8471820" y="2395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8" name="pt45308"/>
            <p:cNvSpPr/>
            <p:nvPr/>
          </p:nvSpPr>
          <p:spPr>
            <a:xfrm>
              <a:off x="8728379" y="2078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9" name="pt45309"/>
            <p:cNvSpPr/>
            <p:nvPr/>
          </p:nvSpPr>
          <p:spPr>
            <a:xfrm>
              <a:off x="8659047" y="2334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0" name="pt45310"/>
            <p:cNvSpPr/>
            <p:nvPr/>
          </p:nvSpPr>
          <p:spPr>
            <a:xfrm>
              <a:off x="8821645" y="2241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1" name="pt45311"/>
            <p:cNvSpPr/>
            <p:nvPr/>
          </p:nvSpPr>
          <p:spPr>
            <a:xfrm>
              <a:off x="8471820" y="2362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2" name="pt45312"/>
            <p:cNvSpPr/>
            <p:nvPr/>
          </p:nvSpPr>
          <p:spPr>
            <a:xfrm>
              <a:off x="9262568" y="1953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3" name="pt45313"/>
            <p:cNvSpPr/>
            <p:nvPr/>
          </p:nvSpPr>
          <p:spPr>
            <a:xfrm>
              <a:off x="8735430" y="2128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4" name="pt45314"/>
            <p:cNvSpPr/>
            <p:nvPr/>
          </p:nvSpPr>
          <p:spPr>
            <a:xfrm>
              <a:off x="9334476" y="2220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5" name="pt45315"/>
            <p:cNvSpPr/>
            <p:nvPr/>
          </p:nvSpPr>
          <p:spPr>
            <a:xfrm>
              <a:off x="8274318" y="2337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6" name="pt45316"/>
            <p:cNvSpPr/>
            <p:nvPr/>
          </p:nvSpPr>
          <p:spPr>
            <a:xfrm>
              <a:off x="9219949" y="1876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7" name="pt45317"/>
            <p:cNvSpPr/>
            <p:nvPr/>
          </p:nvSpPr>
          <p:spPr>
            <a:xfrm>
              <a:off x="9176891" y="2095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8" name="pt45318"/>
            <p:cNvSpPr/>
            <p:nvPr/>
          </p:nvSpPr>
          <p:spPr>
            <a:xfrm>
              <a:off x="8937484" y="2113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9" name="pt45319"/>
            <p:cNvSpPr/>
            <p:nvPr/>
          </p:nvSpPr>
          <p:spPr>
            <a:xfrm>
              <a:off x="8748753" y="2071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0" name="pt45320"/>
            <p:cNvSpPr/>
            <p:nvPr/>
          </p:nvSpPr>
          <p:spPr>
            <a:xfrm>
              <a:off x="8580788" y="2119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1" name="pt45321"/>
            <p:cNvSpPr/>
            <p:nvPr/>
          </p:nvSpPr>
          <p:spPr>
            <a:xfrm>
              <a:off x="8398928" y="2368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2" name="pt45322"/>
            <p:cNvSpPr/>
            <p:nvPr/>
          </p:nvSpPr>
          <p:spPr>
            <a:xfrm>
              <a:off x="8347210" y="2293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3" name="pt45323"/>
            <p:cNvSpPr/>
            <p:nvPr/>
          </p:nvSpPr>
          <p:spPr>
            <a:xfrm>
              <a:off x="8636546" y="238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4" name="pt45324"/>
            <p:cNvSpPr/>
            <p:nvPr/>
          </p:nvSpPr>
          <p:spPr>
            <a:xfrm>
              <a:off x="8679043" y="2321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5" name="pt45325"/>
            <p:cNvSpPr/>
            <p:nvPr/>
          </p:nvSpPr>
          <p:spPr>
            <a:xfrm>
              <a:off x="8721041" y="1945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6" name="pt45326"/>
            <p:cNvSpPr/>
            <p:nvPr/>
          </p:nvSpPr>
          <p:spPr>
            <a:xfrm>
              <a:off x="8624143" y="248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7" name="pt45327"/>
            <p:cNvSpPr/>
            <p:nvPr/>
          </p:nvSpPr>
          <p:spPr>
            <a:xfrm>
              <a:off x="9074048" y="1829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8" name="pt45328"/>
            <p:cNvSpPr/>
            <p:nvPr/>
          </p:nvSpPr>
          <p:spPr>
            <a:xfrm>
              <a:off x="9199706" y="2120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9" name="pt45329"/>
            <p:cNvSpPr/>
            <p:nvPr/>
          </p:nvSpPr>
          <p:spPr>
            <a:xfrm>
              <a:off x="9074048" y="1937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0" name="pt45330"/>
            <p:cNvSpPr/>
            <p:nvPr/>
          </p:nvSpPr>
          <p:spPr>
            <a:xfrm>
              <a:off x="9594013" y="2504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1" name="pt45331"/>
            <p:cNvSpPr/>
            <p:nvPr/>
          </p:nvSpPr>
          <p:spPr>
            <a:xfrm>
              <a:off x="8697035" y="2211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2" name="pt45332"/>
            <p:cNvSpPr/>
            <p:nvPr/>
          </p:nvSpPr>
          <p:spPr>
            <a:xfrm>
              <a:off x="9124182" y="2166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3" name="pt45333"/>
            <p:cNvSpPr/>
            <p:nvPr/>
          </p:nvSpPr>
          <p:spPr>
            <a:xfrm>
              <a:off x="8923469" y="1919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4" name="pt45334"/>
            <p:cNvSpPr/>
            <p:nvPr/>
          </p:nvSpPr>
          <p:spPr>
            <a:xfrm>
              <a:off x="9639141" y="2074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5" name="pt45335"/>
            <p:cNvSpPr/>
            <p:nvPr/>
          </p:nvSpPr>
          <p:spPr>
            <a:xfrm>
              <a:off x="8636546" y="2414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6" name="pt45336"/>
            <p:cNvSpPr/>
            <p:nvPr/>
          </p:nvSpPr>
          <p:spPr>
            <a:xfrm>
              <a:off x="9567694" y="2505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7" name="pt45337"/>
            <p:cNvSpPr/>
            <p:nvPr/>
          </p:nvSpPr>
          <p:spPr>
            <a:xfrm>
              <a:off x="8439043" y="2361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8" name="pt45338"/>
            <p:cNvSpPr/>
            <p:nvPr/>
          </p:nvSpPr>
          <p:spPr>
            <a:xfrm>
              <a:off x="9005825" y="1641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9" name="pt45339"/>
            <p:cNvSpPr/>
            <p:nvPr/>
          </p:nvSpPr>
          <p:spPr>
            <a:xfrm>
              <a:off x="8866825" y="2210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0" name="pt45340"/>
            <p:cNvSpPr/>
            <p:nvPr/>
          </p:nvSpPr>
          <p:spPr>
            <a:xfrm>
              <a:off x="8798858" y="2188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1" name="pt45341"/>
            <p:cNvSpPr/>
            <p:nvPr/>
          </p:nvSpPr>
          <p:spPr>
            <a:xfrm>
              <a:off x="9439815" y="1899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2" name="pt45342"/>
            <p:cNvSpPr/>
            <p:nvPr/>
          </p:nvSpPr>
          <p:spPr>
            <a:xfrm>
              <a:off x="8798858" y="2150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3" name="pt45343"/>
            <p:cNvSpPr/>
            <p:nvPr/>
          </p:nvSpPr>
          <p:spPr>
            <a:xfrm>
              <a:off x="9005825" y="1685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4" name="pt45344"/>
            <p:cNvSpPr/>
            <p:nvPr/>
          </p:nvSpPr>
          <p:spPr>
            <a:xfrm>
              <a:off x="9176891" y="1892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5" name="pt45345"/>
            <p:cNvSpPr/>
            <p:nvPr/>
          </p:nvSpPr>
          <p:spPr>
            <a:xfrm>
              <a:off x="8888738" y="2324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6" name="pt45346"/>
            <p:cNvSpPr/>
            <p:nvPr/>
          </p:nvSpPr>
          <p:spPr>
            <a:xfrm>
              <a:off x="8499532" y="2512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7" name="pt45347"/>
            <p:cNvSpPr/>
            <p:nvPr/>
          </p:nvSpPr>
          <p:spPr>
            <a:xfrm>
              <a:off x="9281436" y="1900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8" name="pt45348"/>
            <p:cNvSpPr/>
            <p:nvPr/>
          </p:nvSpPr>
          <p:spPr>
            <a:xfrm>
              <a:off x="8596430" y="2326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9" name="pt45349"/>
            <p:cNvSpPr/>
            <p:nvPr/>
          </p:nvSpPr>
          <p:spPr>
            <a:xfrm>
              <a:off x="9040639" y="1719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0" name="pt45350"/>
            <p:cNvSpPr/>
            <p:nvPr/>
          </p:nvSpPr>
          <p:spPr>
            <a:xfrm>
              <a:off x="9308769" y="2223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1" name="pt45351"/>
            <p:cNvSpPr/>
            <p:nvPr/>
          </p:nvSpPr>
          <p:spPr>
            <a:xfrm>
              <a:off x="9057543" y="1689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2" name="pt45352"/>
            <p:cNvSpPr/>
            <p:nvPr/>
          </p:nvSpPr>
          <p:spPr>
            <a:xfrm>
              <a:off x="8856549" y="2235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3" name="pt45353"/>
            <p:cNvSpPr/>
            <p:nvPr/>
          </p:nvSpPr>
          <p:spPr>
            <a:xfrm>
              <a:off x="8274318" y="2612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4" name="pt45354"/>
            <p:cNvSpPr/>
            <p:nvPr/>
          </p:nvSpPr>
          <p:spPr>
            <a:xfrm>
              <a:off x="8398928" y="2367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5" name="pt45355"/>
            <p:cNvSpPr/>
            <p:nvPr/>
          </p:nvSpPr>
          <p:spPr>
            <a:xfrm>
              <a:off x="8624143" y="2215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6" name="pt45356"/>
            <p:cNvSpPr/>
            <p:nvPr/>
          </p:nvSpPr>
          <p:spPr>
            <a:xfrm>
              <a:off x="8648148" y="2316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7" name="pt45357"/>
            <p:cNvSpPr/>
            <p:nvPr/>
          </p:nvSpPr>
          <p:spPr>
            <a:xfrm>
              <a:off x="9562976" y="2339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8" name="pt45358"/>
            <p:cNvSpPr/>
            <p:nvPr/>
          </p:nvSpPr>
          <p:spPr>
            <a:xfrm>
              <a:off x="8755061" y="2243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9" name="pt45359"/>
            <p:cNvSpPr/>
            <p:nvPr/>
          </p:nvSpPr>
          <p:spPr>
            <a:xfrm>
              <a:off x="8471820" y="2444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0" name="pt45360"/>
            <p:cNvSpPr/>
            <p:nvPr/>
          </p:nvSpPr>
          <p:spPr>
            <a:xfrm>
              <a:off x="8679043" y="2414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1" name="pt45361"/>
            <p:cNvSpPr/>
            <p:nvPr/>
          </p:nvSpPr>
          <p:spPr>
            <a:xfrm>
              <a:off x="8838000" y="2047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2" name="pt45362"/>
            <p:cNvSpPr/>
            <p:nvPr/>
          </p:nvSpPr>
          <p:spPr>
            <a:xfrm>
              <a:off x="8439043" y="2312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3" name="pt45363"/>
            <p:cNvSpPr/>
            <p:nvPr/>
          </p:nvSpPr>
          <p:spPr>
            <a:xfrm>
              <a:off x="8274318" y="2540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4" name="pt45364"/>
            <p:cNvSpPr/>
            <p:nvPr/>
          </p:nvSpPr>
          <p:spPr>
            <a:xfrm>
              <a:off x="8636546" y="2298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5" name="pt45365"/>
            <p:cNvSpPr/>
            <p:nvPr/>
          </p:nvSpPr>
          <p:spPr>
            <a:xfrm>
              <a:off x="8888738" y="2324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6" name="pt45366"/>
            <p:cNvSpPr/>
            <p:nvPr/>
          </p:nvSpPr>
          <p:spPr>
            <a:xfrm>
              <a:off x="9313270" y="2172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7" name="pt45367"/>
            <p:cNvSpPr/>
            <p:nvPr/>
          </p:nvSpPr>
          <p:spPr>
            <a:xfrm>
              <a:off x="8841866" y="1868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8" name="pt45368"/>
            <p:cNvSpPr/>
            <p:nvPr/>
          </p:nvSpPr>
          <p:spPr>
            <a:xfrm>
              <a:off x="8636546" y="2327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9" name="pt45369"/>
            <p:cNvSpPr/>
            <p:nvPr/>
          </p:nvSpPr>
          <p:spPr>
            <a:xfrm>
              <a:off x="8274318" y="2446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0" name="pt45370"/>
            <p:cNvSpPr/>
            <p:nvPr/>
          </p:nvSpPr>
          <p:spPr>
            <a:xfrm>
              <a:off x="9437742" y="2016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1" name="pt45371"/>
            <p:cNvSpPr/>
            <p:nvPr/>
          </p:nvSpPr>
          <p:spPr>
            <a:xfrm>
              <a:off x="9027511" y="1926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2" name="pt45372"/>
            <p:cNvSpPr/>
            <p:nvPr/>
          </p:nvSpPr>
          <p:spPr>
            <a:xfrm>
              <a:off x="8274318" y="2433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3" name="pt45373"/>
            <p:cNvSpPr/>
            <p:nvPr/>
          </p:nvSpPr>
          <p:spPr>
            <a:xfrm>
              <a:off x="8610820" y="1866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4" name="pt45374"/>
            <p:cNvSpPr/>
            <p:nvPr/>
          </p:nvSpPr>
          <p:spPr>
            <a:xfrm>
              <a:off x="8742215" y="2136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5" name="pt45375"/>
            <p:cNvSpPr/>
            <p:nvPr/>
          </p:nvSpPr>
          <p:spPr>
            <a:xfrm>
              <a:off x="9490707" y="2483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6" name="pt45376"/>
            <p:cNvSpPr/>
            <p:nvPr/>
          </p:nvSpPr>
          <p:spPr>
            <a:xfrm>
              <a:off x="8347210" y="2291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7" name="pt45377"/>
            <p:cNvSpPr/>
            <p:nvPr/>
          </p:nvSpPr>
          <p:spPr>
            <a:xfrm>
              <a:off x="8610820" y="2112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8" name="pt45378"/>
            <p:cNvSpPr/>
            <p:nvPr/>
          </p:nvSpPr>
          <p:spPr>
            <a:xfrm>
              <a:off x="9285697" y="1776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9" name="pt45379"/>
            <p:cNvSpPr/>
            <p:nvPr/>
          </p:nvSpPr>
          <p:spPr>
            <a:xfrm>
              <a:off x="8347210" y="2390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0" name="pt45380"/>
            <p:cNvSpPr/>
            <p:nvPr/>
          </p:nvSpPr>
          <p:spPr>
            <a:xfrm>
              <a:off x="8713389" y="2206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1" name="pt45381"/>
            <p:cNvSpPr/>
            <p:nvPr/>
          </p:nvSpPr>
          <p:spPr>
            <a:xfrm>
              <a:off x="8803653" y="1985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2" name="pt45382"/>
            <p:cNvSpPr/>
            <p:nvPr/>
          </p:nvSpPr>
          <p:spPr>
            <a:xfrm>
              <a:off x="9171470" y="1958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3" name="pt45383"/>
            <p:cNvSpPr/>
            <p:nvPr/>
          </p:nvSpPr>
          <p:spPr>
            <a:xfrm>
              <a:off x="8347210" y="2472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4" name="pt45384"/>
            <p:cNvSpPr/>
            <p:nvPr/>
          </p:nvSpPr>
          <p:spPr>
            <a:xfrm>
              <a:off x="8347210" y="2222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5" name="pt45385"/>
            <p:cNvSpPr/>
            <p:nvPr/>
          </p:nvSpPr>
          <p:spPr>
            <a:xfrm>
              <a:off x="9030214" y="1749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6" name="pt45386"/>
            <p:cNvSpPr/>
            <p:nvPr/>
          </p:nvSpPr>
          <p:spPr>
            <a:xfrm>
              <a:off x="8274318" y="2505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7" name="pt45387"/>
            <p:cNvSpPr/>
            <p:nvPr/>
          </p:nvSpPr>
          <p:spPr>
            <a:xfrm>
              <a:off x="8930613" y="1793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8" name="pt45388"/>
            <p:cNvSpPr/>
            <p:nvPr/>
          </p:nvSpPr>
          <p:spPr>
            <a:xfrm>
              <a:off x="9110981" y="2064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9" name="pt45389"/>
            <p:cNvSpPr/>
            <p:nvPr/>
          </p:nvSpPr>
          <p:spPr>
            <a:xfrm>
              <a:off x="9170243" y="1712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0" name="pt45390"/>
            <p:cNvSpPr/>
            <p:nvPr/>
          </p:nvSpPr>
          <p:spPr>
            <a:xfrm>
              <a:off x="8544712" y="2492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1" name="pt45391"/>
            <p:cNvSpPr/>
            <p:nvPr/>
          </p:nvSpPr>
          <p:spPr>
            <a:xfrm>
              <a:off x="8964553" y="2151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2" name="pt45392"/>
            <p:cNvSpPr/>
            <p:nvPr/>
          </p:nvSpPr>
          <p:spPr>
            <a:xfrm>
              <a:off x="8921023" y="1726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3" name="pt45393"/>
            <p:cNvSpPr/>
            <p:nvPr/>
          </p:nvSpPr>
          <p:spPr>
            <a:xfrm>
              <a:off x="8274318" y="2399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4" name="pt45394"/>
            <p:cNvSpPr/>
            <p:nvPr/>
          </p:nvSpPr>
          <p:spPr>
            <a:xfrm>
              <a:off x="8996361" y="2002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5" name="pt45395"/>
            <p:cNvSpPr/>
            <p:nvPr/>
          </p:nvSpPr>
          <p:spPr>
            <a:xfrm>
              <a:off x="9313825" y="220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6" name="pt45396"/>
            <p:cNvSpPr/>
            <p:nvPr/>
          </p:nvSpPr>
          <p:spPr>
            <a:xfrm>
              <a:off x="9095805" y="1641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7" name="pt45397"/>
            <p:cNvSpPr/>
            <p:nvPr/>
          </p:nvSpPr>
          <p:spPr>
            <a:xfrm>
              <a:off x="8948383" y="2121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8" name="pt45398"/>
            <p:cNvSpPr/>
            <p:nvPr/>
          </p:nvSpPr>
          <p:spPr>
            <a:xfrm>
              <a:off x="9071933" y="1812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9" name="pt45399"/>
            <p:cNvSpPr/>
            <p:nvPr/>
          </p:nvSpPr>
          <p:spPr>
            <a:xfrm>
              <a:off x="8937484" y="2080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0" name="pt45400"/>
            <p:cNvSpPr/>
            <p:nvPr/>
          </p:nvSpPr>
          <p:spPr>
            <a:xfrm>
              <a:off x="9519804" y="2425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1" name="pt45401"/>
            <p:cNvSpPr/>
            <p:nvPr/>
          </p:nvSpPr>
          <p:spPr>
            <a:xfrm>
              <a:off x="8803653" y="1954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2" name="pt45402"/>
            <p:cNvSpPr/>
            <p:nvPr/>
          </p:nvSpPr>
          <p:spPr>
            <a:xfrm>
              <a:off x="8596430" y="2084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3" name="pt45403"/>
            <p:cNvSpPr/>
            <p:nvPr/>
          </p:nvSpPr>
          <p:spPr>
            <a:xfrm>
              <a:off x="8398928" y="2558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4" name="pt45404"/>
            <p:cNvSpPr/>
            <p:nvPr/>
          </p:nvSpPr>
          <p:spPr>
            <a:xfrm>
              <a:off x="9644546" y="2472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5" name="pt45405"/>
            <p:cNvSpPr/>
            <p:nvPr/>
          </p:nvSpPr>
          <p:spPr>
            <a:xfrm>
              <a:off x="8471820" y="2463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6" name="pt45406"/>
            <p:cNvSpPr/>
            <p:nvPr/>
          </p:nvSpPr>
          <p:spPr>
            <a:xfrm>
              <a:off x="8856549" y="2316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7" name="pt45407"/>
            <p:cNvSpPr/>
            <p:nvPr/>
          </p:nvSpPr>
          <p:spPr>
            <a:xfrm>
              <a:off x="9075096" y="1962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8" name="pt45408"/>
            <p:cNvSpPr/>
            <p:nvPr/>
          </p:nvSpPr>
          <p:spPr>
            <a:xfrm>
              <a:off x="8659047" y="2315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9" name="pt45409"/>
            <p:cNvSpPr/>
            <p:nvPr/>
          </p:nvSpPr>
          <p:spPr>
            <a:xfrm>
              <a:off x="8948383" y="2139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0" name="pt45410"/>
            <p:cNvSpPr/>
            <p:nvPr/>
          </p:nvSpPr>
          <p:spPr>
            <a:xfrm>
              <a:off x="9170243" y="1806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1" name="pt45411"/>
            <p:cNvSpPr/>
            <p:nvPr/>
          </p:nvSpPr>
          <p:spPr>
            <a:xfrm>
              <a:off x="8997973" y="1593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2" name="pt45412"/>
            <p:cNvSpPr/>
            <p:nvPr/>
          </p:nvSpPr>
          <p:spPr>
            <a:xfrm>
              <a:off x="8981160" y="2023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3" name="pt45413"/>
            <p:cNvSpPr/>
            <p:nvPr/>
          </p:nvSpPr>
          <p:spPr>
            <a:xfrm>
              <a:off x="8347210" y="2174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4" name="pt45414"/>
            <p:cNvSpPr/>
            <p:nvPr/>
          </p:nvSpPr>
          <p:spPr>
            <a:xfrm>
              <a:off x="9274677" y="1733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5" name="pt45415"/>
            <p:cNvSpPr/>
            <p:nvPr/>
          </p:nvSpPr>
          <p:spPr>
            <a:xfrm>
              <a:off x="8721041" y="203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6" name="pt45416"/>
            <p:cNvSpPr/>
            <p:nvPr/>
          </p:nvSpPr>
          <p:spPr>
            <a:xfrm>
              <a:off x="8767051" y="1975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7" name="pt45417"/>
            <p:cNvSpPr/>
            <p:nvPr/>
          </p:nvSpPr>
          <p:spPr>
            <a:xfrm>
              <a:off x="8803653" y="2036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8" name="pt45418"/>
            <p:cNvSpPr/>
            <p:nvPr/>
          </p:nvSpPr>
          <p:spPr>
            <a:xfrm>
              <a:off x="8274318" y="2731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9" name="pt45419"/>
            <p:cNvSpPr/>
            <p:nvPr/>
          </p:nvSpPr>
          <p:spPr>
            <a:xfrm>
              <a:off x="8817313" y="2298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0" name="pt45420"/>
            <p:cNvSpPr/>
            <p:nvPr/>
          </p:nvSpPr>
          <p:spPr>
            <a:xfrm>
              <a:off x="9101309" y="2296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1" name="pt45421"/>
            <p:cNvSpPr/>
            <p:nvPr/>
          </p:nvSpPr>
          <p:spPr>
            <a:xfrm>
              <a:off x="9294237" y="1699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2" name="pt45422"/>
            <p:cNvSpPr/>
            <p:nvPr/>
          </p:nvSpPr>
          <p:spPr>
            <a:xfrm>
              <a:off x="9124182" y="1991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3" name="pt45423"/>
            <p:cNvSpPr/>
            <p:nvPr/>
          </p:nvSpPr>
          <p:spPr>
            <a:xfrm>
              <a:off x="9367540" y="2090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4" name="pt45424"/>
            <p:cNvSpPr/>
            <p:nvPr/>
          </p:nvSpPr>
          <p:spPr>
            <a:xfrm>
              <a:off x="9103999" y="2159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5" name="pt45425"/>
            <p:cNvSpPr/>
            <p:nvPr/>
          </p:nvSpPr>
          <p:spPr>
            <a:xfrm>
              <a:off x="9780125" y="2504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6" name="pt45426"/>
            <p:cNvSpPr/>
            <p:nvPr/>
          </p:nvSpPr>
          <p:spPr>
            <a:xfrm>
              <a:off x="8803653" y="2095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7" name="pt45427"/>
            <p:cNvSpPr/>
            <p:nvPr/>
          </p:nvSpPr>
          <p:spPr>
            <a:xfrm>
              <a:off x="8688264" y="2276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8" name="pt45428"/>
            <p:cNvSpPr/>
            <p:nvPr/>
          </p:nvSpPr>
          <p:spPr>
            <a:xfrm>
              <a:off x="8932933" y="1829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9" name="pt45429"/>
            <p:cNvSpPr/>
            <p:nvPr/>
          </p:nvSpPr>
          <p:spPr>
            <a:xfrm>
              <a:off x="8735430" y="2156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0" name="pt45430"/>
            <p:cNvSpPr/>
            <p:nvPr/>
          </p:nvSpPr>
          <p:spPr>
            <a:xfrm>
              <a:off x="8274318" y="2326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1" name="pt45431"/>
            <p:cNvSpPr/>
            <p:nvPr/>
          </p:nvSpPr>
          <p:spPr>
            <a:xfrm>
              <a:off x="8347210" y="2600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2" name="pt45432"/>
            <p:cNvSpPr/>
            <p:nvPr/>
          </p:nvSpPr>
          <p:spPr>
            <a:xfrm>
              <a:off x="8937484" y="2050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3" name="pt45433"/>
            <p:cNvSpPr/>
            <p:nvPr/>
          </p:nvSpPr>
          <p:spPr>
            <a:xfrm>
              <a:off x="9237719" y="2184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4" name="pt45434"/>
            <p:cNvSpPr/>
            <p:nvPr/>
          </p:nvSpPr>
          <p:spPr>
            <a:xfrm>
              <a:off x="9101309" y="209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5" name="pt45435"/>
            <p:cNvSpPr/>
            <p:nvPr/>
          </p:nvSpPr>
          <p:spPr>
            <a:xfrm>
              <a:off x="8821645" y="2307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6" name="pt45436"/>
            <p:cNvSpPr/>
            <p:nvPr/>
          </p:nvSpPr>
          <p:spPr>
            <a:xfrm>
              <a:off x="8274318" y="2261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7" name="pt45437"/>
            <p:cNvSpPr/>
            <p:nvPr/>
          </p:nvSpPr>
          <p:spPr>
            <a:xfrm>
              <a:off x="8997973" y="1624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8" name="pt45438"/>
            <p:cNvSpPr/>
            <p:nvPr/>
          </p:nvSpPr>
          <p:spPr>
            <a:xfrm>
              <a:off x="8923469" y="1989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9" name="pt45439"/>
            <p:cNvSpPr/>
            <p:nvPr/>
          </p:nvSpPr>
          <p:spPr>
            <a:xfrm>
              <a:off x="9054052" y="2270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0" name="pt45440"/>
            <p:cNvSpPr/>
            <p:nvPr/>
          </p:nvSpPr>
          <p:spPr>
            <a:xfrm>
              <a:off x="8544712" y="2516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1" name="pt45441"/>
            <p:cNvSpPr/>
            <p:nvPr/>
          </p:nvSpPr>
          <p:spPr>
            <a:xfrm>
              <a:off x="9199706" y="2136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2" name="pt45442"/>
            <p:cNvSpPr/>
            <p:nvPr/>
          </p:nvSpPr>
          <p:spPr>
            <a:xfrm>
              <a:off x="8347210" y="2352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3" name="pt45443"/>
            <p:cNvSpPr/>
            <p:nvPr/>
          </p:nvSpPr>
          <p:spPr>
            <a:xfrm>
              <a:off x="8274318" y="2382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4" name="pt45444"/>
            <p:cNvSpPr/>
            <p:nvPr/>
          </p:nvSpPr>
          <p:spPr>
            <a:xfrm>
              <a:off x="8439043" y="2125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5" name="pt45445"/>
            <p:cNvSpPr/>
            <p:nvPr/>
          </p:nvSpPr>
          <p:spPr>
            <a:xfrm>
              <a:off x="8610820" y="2219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6" name="pt45446"/>
            <p:cNvSpPr/>
            <p:nvPr/>
          </p:nvSpPr>
          <p:spPr>
            <a:xfrm>
              <a:off x="8817313" y="1991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7" name="pt45447"/>
            <p:cNvSpPr/>
            <p:nvPr/>
          </p:nvSpPr>
          <p:spPr>
            <a:xfrm>
              <a:off x="9176891" y="2062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8" name="pt45448"/>
            <p:cNvSpPr/>
            <p:nvPr/>
          </p:nvSpPr>
          <p:spPr>
            <a:xfrm>
              <a:off x="8669323" y="254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9" name="pt45449"/>
            <p:cNvSpPr/>
            <p:nvPr/>
          </p:nvSpPr>
          <p:spPr>
            <a:xfrm>
              <a:off x="9367540" y="2146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0" name="pt45450"/>
            <p:cNvSpPr/>
            <p:nvPr/>
          </p:nvSpPr>
          <p:spPr>
            <a:xfrm>
              <a:off x="8939717" y="2026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1" name="pt45451"/>
            <p:cNvSpPr/>
            <p:nvPr/>
          </p:nvSpPr>
          <p:spPr>
            <a:xfrm>
              <a:off x="8471820" y="2463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2" name="pt45452"/>
            <p:cNvSpPr/>
            <p:nvPr/>
          </p:nvSpPr>
          <p:spPr>
            <a:xfrm>
              <a:off x="8523538" y="2433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3" name="pt45453"/>
            <p:cNvSpPr/>
            <p:nvPr/>
          </p:nvSpPr>
          <p:spPr>
            <a:xfrm>
              <a:off x="8471820" y="2403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4" name="pt45454"/>
            <p:cNvSpPr/>
            <p:nvPr/>
          </p:nvSpPr>
          <p:spPr>
            <a:xfrm>
              <a:off x="9236019" y="2140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5" name="pt45455"/>
            <p:cNvSpPr/>
            <p:nvPr/>
          </p:nvSpPr>
          <p:spPr>
            <a:xfrm>
              <a:off x="8767051" y="2187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6" name="pt45456"/>
            <p:cNvSpPr/>
            <p:nvPr/>
          </p:nvSpPr>
          <p:spPr>
            <a:xfrm>
              <a:off x="9115211" y="2019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7" name="pt45457"/>
            <p:cNvSpPr/>
            <p:nvPr/>
          </p:nvSpPr>
          <p:spPr>
            <a:xfrm>
              <a:off x="9005825" y="1756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8" name="pt45458"/>
            <p:cNvSpPr/>
            <p:nvPr/>
          </p:nvSpPr>
          <p:spPr>
            <a:xfrm>
              <a:off x="8636546" y="231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9" name="pt45459"/>
            <p:cNvSpPr/>
            <p:nvPr/>
          </p:nvSpPr>
          <p:spPr>
            <a:xfrm>
              <a:off x="8923469" y="1904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0" name="pt45460"/>
            <p:cNvSpPr/>
            <p:nvPr/>
          </p:nvSpPr>
          <p:spPr>
            <a:xfrm>
              <a:off x="9325618" y="2249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1" name="pt45461"/>
            <p:cNvSpPr/>
            <p:nvPr/>
          </p:nvSpPr>
          <p:spPr>
            <a:xfrm>
              <a:off x="9035502" y="1826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2" name="pt45462"/>
            <p:cNvSpPr/>
            <p:nvPr/>
          </p:nvSpPr>
          <p:spPr>
            <a:xfrm>
              <a:off x="8659047" y="2473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3" name="pt45463"/>
            <p:cNvSpPr/>
            <p:nvPr/>
          </p:nvSpPr>
          <p:spPr>
            <a:xfrm>
              <a:off x="9334969" y="212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4" name="pt45464"/>
            <p:cNvSpPr/>
            <p:nvPr/>
          </p:nvSpPr>
          <p:spPr>
            <a:xfrm>
              <a:off x="8610820" y="2039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5" name="pt45465"/>
            <p:cNvSpPr/>
            <p:nvPr/>
          </p:nvSpPr>
          <p:spPr>
            <a:xfrm>
              <a:off x="9115211" y="1998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6" name="pt45466"/>
            <p:cNvSpPr/>
            <p:nvPr/>
          </p:nvSpPr>
          <p:spPr>
            <a:xfrm>
              <a:off x="8748753" y="2027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7" name="pt45467"/>
            <p:cNvSpPr/>
            <p:nvPr/>
          </p:nvSpPr>
          <p:spPr>
            <a:xfrm>
              <a:off x="8580788" y="2341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8" name="pt45468"/>
            <p:cNvSpPr/>
            <p:nvPr/>
          </p:nvSpPr>
          <p:spPr>
            <a:xfrm>
              <a:off x="8274318" y="2568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9" name="pt45469"/>
            <p:cNvSpPr/>
            <p:nvPr/>
          </p:nvSpPr>
          <p:spPr>
            <a:xfrm>
              <a:off x="9087220" y="1942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0" name="pt45470"/>
            <p:cNvSpPr/>
            <p:nvPr/>
          </p:nvSpPr>
          <p:spPr>
            <a:xfrm>
              <a:off x="9147988" y="2109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1" name="pt45471"/>
            <p:cNvSpPr/>
            <p:nvPr/>
          </p:nvSpPr>
          <p:spPr>
            <a:xfrm>
              <a:off x="8999571" y="1770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2" name="pt45472"/>
            <p:cNvSpPr/>
            <p:nvPr/>
          </p:nvSpPr>
          <p:spPr>
            <a:xfrm>
              <a:off x="8580788" y="2395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3" name="pt45473"/>
            <p:cNvSpPr/>
            <p:nvPr/>
          </p:nvSpPr>
          <p:spPr>
            <a:xfrm>
              <a:off x="9363383" y="2139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4" name="pt45474"/>
            <p:cNvSpPr/>
            <p:nvPr/>
          </p:nvSpPr>
          <p:spPr>
            <a:xfrm>
              <a:off x="8648148" y="2362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5" name="pt45475"/>
            <p:cNvSpPr/>
            <p:nvPr/>
          </p:nvSpPr>
          <p:spPr>
            <a:xfrm>
              <a:off x="9160112" y="1897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6" name="pt45476"/>
            <p:cNvSpPr/>
            <p:nvPr/>
          </p:nvSpPr>
          <p:spPr>
            <a:xfrm>
              <a:off x="8499532" y="2416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7" name="pt45477"/>
            <p:cNvSpPr/>
            <p:nvPr/>
          </p:nvSpPr>
          <p:spPr>
            <a:xfrm>
              <a:off x="8544712" y="238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8" name="pt45478"/>
            <p:cNvSpPr/>
            <p:nvPr/>
          </p:nvSpPr>
          <p:spPr>
            <a:xfrm>
              <a:off x="9568569" y="2388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9" name="pt45479"/>
            <p:cNvSpPr/>
            <p:nvPr/>
          </p:nvSpPr>
          <p:spPr>
            <a:xfrm>
              <a:off x="9187265" y="2009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0" name="pt45480"/>
            <p:cNvSpPr/>
            <p:nvPr/>
          </p:nvSpPr>
          <p:spPr>
            <a:xfrm>
              <a:off x="8347210" y="2129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1" name="pt45481"/>
            <p:cNvSpPr/>
            <p:nvPr/>
          </p:nvSpPr>
          <p:spPr>
            <a:xfrm>
              <a:off x="8659047" y="2409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2" name="pt45482"/>
            <p:cNvSpPr/>
            <p:nvPr/>
          </p:nvSpPr>
          <p:spPr>
            <a:xfrm>
              <a:off x="9034195" y="1640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3" name="pt45483"/>
            <p:cNvSpPr/>
            <p:nvPr/>
          </p:nvSpPr>
          <p:spPr>
            <a:xfrm>
              <a:off x="8499532" y="2565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4" name="pt45484"/>
            <p:cNvSpPr/>
            <p:nvPr/>
          </p:nvSpPr>
          <p:spPr>
            <a:xfrm>
              <a:off x="9074048" y="1789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5" name="pt45485"/>
            <p:cNvSpPr/>
            <p:nvPr/>
          </p:nvSpPr>
          <p:spPr>
            <a:xfrm>
              <a:off x="8999571" y="1811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6" name="pt45486"/>
            <p:cNvSpPr/>
            <p:nvPr/>
          </p:nvSpPr>
          <p:spPr>
            <a:xfrm>
              <a:off x="8966476" y="208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7" name="pt45487"/>
            <p:cNvSpPr/>
            <p:nvPr/>
          </p:nvSpPr>
          <p:spPr>
            <a:xfrm>
              <a:off x="8894537" y="2048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8" name="pt45488"/>
            <p:cNvSpPr/>
            <p:nvPr/>
          </p:nvSpPr>
          <p:spPr>
            <a:xfrm>
              <a:off x="8471820" y="2501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9" name="pt45489"/>
            <p:cNvSpPr/>
            <p:nvPr/>
          </p:nvSpPr>
          <p:spPr>
            <a:xfrm>
              <a:off x="9005825" y="1656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0" name="pt45490"/>
            <p:cNvSpPr/>
            <p:nvPr/>
          </p:nvSpPr>
          <p:spPr>
            <a:xfrm>
              <a:off x="9743490" y="2161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1" name="pt45491"/>
            <p:cNvSpPr/>
            <p:nvPr/>
          </p:nvSpPr>
          <p:spPr>
            <a:xfrm>
              <a:off x="9074048" y="1808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2" name="pt45492"/>
            <p:cNvSpPr/>
            <p:nvPr/>
          </p:nvSpPr>
          <p:spPr>
            <a:xfrm>
              <a:off x="8398928" y="2419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3" name="pt45493"/>
            <p:cNvSpPr/>
            <p:nvPr/>
          </p:nvSpPr>
          <p:spPr>
            <a:xfrm>
              <a:off x="8834048" y="198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4" name="pt45494"/>
            <p:cNvSpPr/>
            <p:nvPr/>
          </p:nvSpPr>
          <p:spPr>
            <a:xfrm>
              <a:off x="8856549" y="2168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5" name="pt45495"/>
            <p:cNvSpPr/>
            <p:nvPr/>
          </p:nvSpPr>
          <p:spPr>
            <a:xfrm>
              <a:off x="9196543" y="2070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6" name="pt45496"/>
            <p:cNvSpPr/>
            <p:nvPr/>
          </p:nvSpPr>
          <p:spPr>
            <a:xfrm>
              <a:off x="9226820" y="1966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7" name="pt45497"/>
            <p:cNvSpPr/>
            <p:nvPr/>
          </p:nvSpPr>
          <p:spPr>
            <a:xfrm>
              <a:off x="8274318" y="2406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8" name="pt45498"/>
            <p:cNvSpPr/>
            <p:nvPr/>
          </p:nvSpPr>
          <p:spPr>
            <a:xfrm>
              <a:off x="8882745" y="1943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9" name="pt45499"/>
            <p:cNvSpPr/>
            <p:nvPr/>
          </p:nvSpPr>
          <p:spPr>
            <a:xfrm>
              <a:off x="8866825" y="2161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0" name="pt45500"/>
            <p:cNvSpPr/>
            <p:nvPr/>
          </p:nvSpPr>
          <p:spPr>
            <a:xfrm>
              <a:off x="9519098" y="2451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1" name="pt45501"/>
            <p:cNvSpPr/>
            <p:nvPr/>
          </p:nvSpPr>
          <p:spPr>
            <a:xfrm>
              <a:off x="9499399" y="2323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2" name="pt45502"/>
            <p:cNvSpPr/>
            <p:nvPr/>
          </p:nvSpPr>
          <p:spPr>
            <a:xfrm>
              <a:off x="8544712" y="2408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3" name="pt45503"/>
            <p:cNvSpPr/>
            <p:nvPr/>
          </p:nvSpPr>
          <p:spPr>
            <a:xfrm>
              <a:off x="9519098" y="2396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4" name="pt45504"/>
            <p:cNvSpPr/>
            <p:nvPr/>
          </p:nvSpPr>
          <p:spPr>
            <a:xfrm>
              <a:off x="8941923" y="1973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5" name="pt45505"/>
            <p:cNvSpPr/>
            <p:nvPr/>
          </p:nvSpPr>
          <p:spPr>
            <a:xfrm>
              <a:off x="8274318" y="2643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6" name="pt45506"/>
            <p:cNvSpPr/>
            <p:nvPr/>
          </p:nvSpPr>
          <p:spPr>
            <a:xfrm>
              <a:off x="8856549" y="2180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7" name="pt45507"/>
            <p:cNvSpPr/>
            <p:nvPr/>
          </p:nvSpPr>
          <p:spPr>
            <a:xfrm>
              <a:off x="8939717" y="2056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8" name="pt45508"/>
            <p:cNvSpPr/>
            <p:nvPr/>
          </p:nvSpPr>
          <p:spPr>
            <a:xfrm>
              <a:off x="9294853" y="1800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9" name="pt45509"/>
            <p:cNvSpPr/>
            <p:nvPr/>
          </p:nvSpPr>
          <p:spPr>
            <a:xfrm>
              <a:off x="8873363" y="2049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0" name="pt45510"/>
            <p:cNvSpPr/>
            <p:nvPr/>
          </p:nvSpPr>
          <p:spPr>
            <a:xfrm>
              <a:off x="8523538" y="2647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1" name="pt45511"/>
            <p:cNvSpPr/>
            <p:nvPr/>
          </p:nvSpPr>
          <p:spPr>
            <a:xfrm>
              <a:off x="8688264" y="2348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2" name="pt45512"/>
            <p:cNvSpPr/>
            <p:nvPr/>
          </p:nvSpPr>
          <p:spPr>
            <a:xfrm>
              <a:off x="8274318" y="2333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3" name="pt45513"/>
            <p:cNvSpPr/>
            <p:nvPr/>
          </p:nvSpPr>
          <p:spPr>
            <a:xfrm>
              <a:off x="8610820" y="2231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4" name="pt45514"/>
            <p:cNvSpPr/>
            <p:nvPr/>
          </p:nvSpPr>
          <p:spPr>
            <a:xfrm>
              <a:off x="9077174" y="1915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5" name="pt45515"/>
            <p:cNvSpPr/>
            <p:nvPr/>
          </p:nvSpPr>
          <p:spPr>
            <a:xfrm>
              <a:off x="9427147" y="196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6" name="pt45516"/>
            <p:cNvSpPr/>
            <p:nvPr/>
          </p:nvSpPr>
          <p:spPr>
            <a:xfrm>
              <a:off x="8523538" y="2540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7" name="pt45517"/>
            <p:cNvSpPr/>
            <p:nvPr/>
          </p:nvSpPr>
          <p:spPr>
            <a:xfrm>
              <a:off x="8735430" y="2129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8" name="pt45518"/>
            <p:cNvSpPr/>
            <p:nvPr/>
          </p:nvSpPr>
          <p:spPr>
            <a:xfrm>
              <a:off x="9334476" y="2164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9" name="pt45519"/>
            <p:cNvSpPr/>
            <p:nvPr/>
          </p:nvSpPr>
          <p:spPr>
            <a:xfrm>
              <a:off x="8544712" y="2431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0" name="pt45520"/>
            <p:cNvSpPr/>
            <p:nvPr/>
          </p:nvSpPr>
          <p:spPr>
            <a:xfrm>
              <a:off x="8471820" y="2260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1" name="pt45521"/>
            <p:cNvSpPr/>
            <p:nvPr/>
          </p:nvSpPr>
          <p:spPr>
            <a:xfrm>
              <a:off x="9044397" y="198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2" name="pt45522"/>
            <p:cNvSpPr/>
            <p:nvPr/>
          </p:nvSpPr>
          <p:spPr>
            <a:xfrm>
              <a:off x="8347210" y="2135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3" name="pt45523"/>
            <p:cNvSpPr/>
            <p:nvPr/>
          </p:nvSpPr>
          <p:spPr>
            <a:xfrm>
              <a:off x="9097658" y="2108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4" name="pt45524"/>
            <p:cNvSpPr/>
            <p:nvPr/>
          </p:nvSpPr>
          <p:spPr>
            <a:xfrm>
              <a:off x="8721041" y="2061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5" name="pt45525"/>
            <p:cNvSpPr/>
            <p:nvPr/>
          </p:nvSpPr>
          <p:spPr>
            <a:xfrm>
              <a:off x="9356962" y="2050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6" name="pt45526"/>
            <p:cNvSpPr/>
            <p:nvPr/>
          </p:nvSpPr>
          <p:spPr>
            <a:xfrm>
              <a:off x="8499532" y="229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7" name="pt45527"/>
            <p:cNvSpPr/>
            <p:nvPr/>
          </p:nvSpPr>
          <p:spPr>
            <a:xfrm>
              <a:off x="8659047" y="2273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8" name="pt45528"/>
            <p:cNvSpPr/>
            <p:nvPr/>
          </p:nvSpPr>
          <p:spPr>
            <a:xfrm>
              <a:off x="8563654" y="2118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9" name="pt45529"/>
            <p:cNvSpPr/>
            <p:nvPr/>
          </p:nvSpPr>
          <p:spPr>
            <a:xfrm>
              <a:off x="8798858" y="2037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0" name="pt45530"/>
            <p:cNvSpPr/>
            <p:nvPr/>
          </p:nvSpPr>
          <p:spPr>
            <a:xfrm>
              <a:off x="8624143" y="2297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1" name="pt45531"/>
            <p:cNvSpPr/>
            <p:nvPr/>
          </p:nvSpPr>
          <p:spPr>
            <a:xfrm>
              <a:off x="8788868" y="2051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2" name="pt45532"/>
            <p:cNvSpPr/>
            <p:nvPr/>
          </p:nvSpPr>
          <p:spPr>
            <a:xfrm>
              <a:off x="9502529" y="2485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3" name="pt45533"/>
            <p:cNvSpPr/>
            <p:nvPr/>
          </p:nvSpPr>
          <p:spPr>
            <a:xfrm>
              <a:off x="9379078" y="1940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4" name="pt45534"/>
            <p:cNvSpPr/>
            <p:nvPr/>
          </p:nvSpPr>
          <p:spPr>
            <a:xfrm>
              <a:off x="9499399" y="243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5" name="pt45535"/>
            <p:cNvSpPr/>
            <p:nvPr/>
          </p:nvSpPr>
          <p:spPr>
            <a:xfrm>
              <a:off x="9806800" y="2423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6" name="pt45536"/>
            <p:cNvSpPr/>
            <p:nvPr/>
          </p:nvSpPr>
          <p:spPr>
            <a:xfrm>
              <a:off x="8347210" y="2305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7" name="pt45537"/>
            <p:cNvSpPr/>
            <p:nvPr/>
          </p:nvSpPr>
          <p:spPr>
            <a:xfrm>
              <a:off x="8596430" y="2211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8" name="pt45538"/>
            <p:cNvSpPr/>
            <p:nvPr/>
          </p:nvSpPr>
          <p:spPr>
            <a:xfrm>
              <a:off x="8970261" y="2179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9" name="pt45539"/>
            <p:cNvSpPr/>
            <p:nvPr/>
          </p:nvSpPr>
          <p:spPr>
            <a:xfrm>
              <a:off x="9017715" y="1956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0" name="pt45540"/>
            <p:cNvSpPr/>
            <p:nvPr/>
          </p:nvSpPr>
          <p:spPr>
            <a:xfrm>
              <a:off x="8721041" y="2129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1" name="pt45541"/>
            <p:cNvSpPr/>
            <p:nvPr/>
          </p:nvSpPr>
          <p:spPr>
            <a:xfrm>
              <a:off x="9148684" y="2155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2" name="pt45542"/>
            <p:cNvSpPr/>
            <p:nvPr/>
          </p:nvSpPr>
          <p:spPr>
            <a:xfrm>
              <a:off x="9262568" y="2049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3" name="pt45543"/>
            <p:cNvSpPr/>
            <p:nvPr/>
          </p:nvSpPr>
          <p:spPr>
            <a:xfrm>
              <a:off x="8563654" y="219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4" name="pt45544"/>
            <p:cNvSpPr/>
            <p:nvPr/>
          </p:nvSpPr>
          <p:spPr>
            <a:xfrm>
              <a:off x="9417918" y="2180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5" name="pt45545"/>
            <p:cNvSpPr/>
            <p:nvPr/>
          </p:nvSpPr>
          <p:spPr>
            <a:xfrm>
              <a:off x="8966476" y="2257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6" name="pt45546"/>
            <p:cNvSpPr/>
            <p:nvPr/>
          </p:nvSpPr>
          <p:spPr>
            <a:xfrm>
              <a:off x="9334476" y="2141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7" name="pt45547"/>
            <p:cNvSpPr/>
            <p:nvPr/>
          </p:nvSpPr>
          <p:spPr>
            <a:xfrm>
              <a:off x="9266215" y="1964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8" name="pt45548"/>
            <p:cNvSpPr/>
            <p:nvPr/>
          </p:nvSpPr>
          <p:spPr>
            <a:xfrm>
              <a:off x="8748753" y="2064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9" name="pt45549"/>
            <p:cNvSpPr/>
            <p:nvPr/>
          </p:nvSpPr>
          <p:spPr>
            <a:xfrm>
              <a:off x="9211830" y="179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0" name="pt45550"/>
            <p:cNvSpPr/>
            <p:nvPr/>
          </p:nvSpPr>
          <p:spPr>
            <a:xfrm>
              <a:off x="8863465" y="2229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1" name="pt45551"/>
            <p:cNvSpPr/>
            <p:nvPr/>
          </p:nvSpPr>
          <p:spPr>
            <a:xfrm>
              <a:off x="8817313" y="1989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2" name="pt45552"/>
            <p:cNvSpPr/>
            <p:nvPr/>
          </p:nvSpPr>
          <p:spPr>
            <a:xfrm>
              <a:off x="8439043" y="2489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3" name="pt45553"/>
            <p:cNvSpPr/>
            <p:nvPr/>
          </p:nvSpPr>
          <p:spPr>
            <a:xfrm>
              <a:off x="9302684" y="1840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4" name="pt45554"/>
            <p:cNvSpPr/>
            <p:nvPr/>
          </p:nvSpPr>
          <p:spPr>
            <a:xfrm>
              <a:off x="8523538" y="2468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5" name="pt45555"/>
            <p:cNvSpPr/>
            <p:nvPr/>
          </p:nvSpPr>
          <p:spPr>
            <a:xfrm>
              <a:off x="8705398" y="2271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6" name="pt45556"/>
            <p:cNvSpPr/>
            <p:nvPr/>
          </p:nvSpPr>
          <p:spPr>
            <a:xfrm>
              <a:off x="8803653" y="2255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7" name="pt45557"/>
            <p:cNvSpPr/>
            <p:nvPr/>
          </p:nvSpPr>
          <p:spPr>
            <a:xfrm>
              <a:off x="9040639" y="1778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8" name="pt45558"/>
            <p:cNvSpPr/>
            <p:nvPr/>
          </p:nvSpPr>
          <p:spPr>
            <a:xfrm>
              <a:off x="8830008" y="2196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9" name="pt45559"/>
            <p:cNvSpPr/>
            <p:nvPr/>
          </p:nvSpPr>
          <p:spPr>
            <a:xfrm>
              <a:off x="8523538" y="2369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0" name="pt45560"/>
            <p:cNvSpPr/>
            <p:nvPr/>
          </p:nvSpPr>
          <p:spPr>
            <a:xfrm>
              <a:off x="9077174" y="2072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1" name="pt45561"/>
            <p:cNvSpPr/>
            <p:nvPr/>
          </p:nvSpPr>
          <p:spPr>
            <a:xfrm>
              <a:off x="8544712" y="2296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2" name="pt45562"/>
            <p:cNvSpPr/>
            <p:nvPr/>
          </p:nvSpPr>
          <p:spPr>
            <a:xfrm>
              <a:off x="8347210" y="2331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3" name="pt45563"/>
            <p:cNvSpPr/>
            <p:nvPr/>
          </p:nvSpPr>
          <p:spPr>
            <a:xfrm>
              <a:off x="8347210" y="2358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4" name="pt45564"/>
            <p:cNvSpPr/>
            <p:nvPr/>
          </p:nvSpPr>
          <p:spPr>
            <a:xfrm>
              <a:off x="8274318" y="2524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5" name="pt45565"/>
            <p:cNvSpPr/>
            <p:nvPr/>
          </p:nvSpPr>
          <p:spPr>
            <a:xfrm>
              <a:off x="8544712" y="2297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6" name="pt45566"/>
            <p:cNvSpPr/>
            <p:nvPr/>
          </p:nvSpPr>
          <p:spPr>
            <a:xfrm>
              <a:off x="9442137" y="2099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7" name="pt45567"/>
            <p:cNvSpPr/>
            <p:nvPr/>
          </p:nvSpPr>
          <p:spPr>
            <a:xfrm>
              <a:off x="8956650" y="2225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8" name="pt45568"/>
            <p:cNvSpPr/>
            <p:nvPr/>
          </p:nvSpPr>
          <p:spPr>
            <a:xfrm>
              <a:off x="8713389" y="2186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9" name="pt45569"/>
            <p:cNvSpPr/>
            <p:nvPr/>
          </p:nvSpPr>
          <p:spPr>
            <a:xfrm>
              <a:off x="9040639" y="1754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0" name="pt45570"/>
            <p:cNvSpPr/>
            <p:nvPr/>
          </p:nvSpPr>
          <p:spPr>
            <a:xfrm>
              <a:off x="9103999" y="2101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1" name="pt45571"/>
            <p:cNvSpPr/>
            <p:nvPr/>
          </p:nvSpPr>
          <p:spPr>
            <a:xfrm>
              <a:off x="9170243" y="1870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2" name="pt45572"/>
            <p:cNvSpPr/>
            <p:nvPr/>
          </p:nvSpPr>
          <p:spPr>
            <a:xfrm>
              <a:off x="9602828" y="2190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3" name="pt45573"/>
            <p:cNvSpPr/>
            <p:nvPr/>
          </p:nvSpPr>
          <p:spPr>
            <a:xfrm>
              <a:off x="8830008" y="2132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4" name="pt45574"/>
            <p:cNvSpPr/>
            <p:nvPr/>
          </p:nvSpPr>
          <p:spPr>
            <a:xfrm>
              <a:off x="8761156" y="2250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5" name="pt45575"/>
            <p:cNvSpPr/>
            <p:nvPr/>
          </p:nvSpPr>
          <p:spPr>
            <a:xfrm>
              <a:off x="9054052" y="2170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6" name="pt45576"/>
            <p:cNvSpPr/>
            <p:nvPr/>
          </p:nvSpPr>
          <p:spPr>
            <a:xfrm>
              <a:off x="8997973" y="1676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7" name="pt45577"/>
            <p:cNvSpPr/>
            <p:nvPr/>
          </p:nvSpPr>
          <p:spPr>
            <a:xfrm>
              <a:off x="8888738" y="2153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8" name="pt45578"/>
            <p:cNvSpPr/>
            <p:nvPr/>
          </p:nvSpPr>
          <p:spPr>
            <a:xfrm>
              <a:off x="9497514" y="2376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9" name="pt45579"/>
            <p:cNvSpPr/>
            <p:nvPr/>
          </p:nvSpPr>
          <p:spPr>
            <a:xfrm>
              <a:off x="9877988" y="2621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0" name="pt45580"/>
            <p:cNvSpPr/>
            <p:nvPr/>
          </p:nvSpPr>
          <p:spPr>
            <a:xfrm>
              <a:off x="9140881" y="2125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1" name="pt45581"/>
            <p:cNvSpPr/>
            <p:nvPr/>
          </p:nvSpPr>
          <p:spPr>
            <a:xfrm>
              <a:off x="8580788" y="2213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2" name="pt45582"/>
            <p:cNvSpPr/>
            <p:nvPr/>
          </p:nvSpPr>
          <p:spPr>
            <a:xfrm>
              <a:off x="9488519" y="2527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3" name="pt45583"/>
            <p:cNvSpPr/>
            <p:nvPr/>
          </p:nvSpPr>
          <p:spPr>
            <a:xfrm>
              <a:off x="8932933" y="1837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4" name="pt45584"/>
            <p:cNvSpPr/>
            <p:nvPr/>
          </p:nvSpPr>
          <p:spPr>
            <a:xfrm>
              <a:off x="9448796" y="2013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5" name="pt45585"/>
            <p:cNvSpPr/>
            <p:nvPr/>
          </p:nvSpPr>
          <p:spPr>
            <a:xfrm>
              <a:off x="8596430" y="2162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6" name="pt45586"/>
            <p:cNvSpPr/>
            <p:nvPr/>
          </p:nvSpPr>
          <p:spPr>
            <a:xfrm>
              <a:off x="9066533" y="182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7" name="pt45587"/>
            <p:cNvSpPr/>
            <p:nvPr/>
          </p:nvSpPr>
          <p:spPr>
            <a:xfrm>
              <a:off x="9247994" y="193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8" name="pt45588"/>
            <p:cNvSpPr/>
            <p:nvPr/>
          </p:nvSpPr>
          <p:spPr>
            <a:xfrm>
              <a:off x="8439043" y="2322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9" name="pt45589"/>
            <p:cNvSpPr/>
            <p:nvPr/>
          </p:nvSpPr>
          <p:spPr>
            <a:xfrm>
              <a:off x="9486197" y="2465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0" name="pt45590"/>
            <p:cNvSpPr/>
            <p:nvPr/>
          </p:nvSpPr>
          <p:spPr>
            <a:xfrm>
              <a:off x="8347210" y="2272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1" name="pt45591"/>
            <p:cNvSpPr/>
            <p:nvPr/>
          </p:nvSpPr>
          <p:spPr>
            <a:xfrm>
              <a:off x="9023378" y="1899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2" name="pt45592"/>
            <p:cNvSpPr/>
            <p:nvPr/>
          </p:nvSpPr>
          <p:spPr>
            <a:xfrm>
              <a:off x="8748753" y="2075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3" name="pt45593"/>
            <p:cNvSpPr/>
            <p:nvPr/>
          </p:nvSpPr>
          <p:spPr>
            <a:xfrm>
              <a:off x="9199183" y="2050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4" name="pt45594"/>
            <p:cNvSpPr/>
            <p:nvPr/>
          </p:nvSpPr>
          <p:spPr>
            <a:xfrm>
              <a:off x="9108394" y="1960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5" name="pt45595"/>
            <p:cNvSpPr/>
            <p:nvPr/>
          </p:nvSpPr>
          <p:spPr>
            <a:xfrm>
              <a:off x="8580788" y="2263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6" name="pt45596"/>
            <p:cNvSpPr/>
            <p:nvPr/>
          </p:nvSpPr>
          <p:spPr>
            <a:xfrm>
              <a:off x="8347210" y="2291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7" name="pt45597"/>
            <p:cNvSpPr/>
            <p:nvPr/>
          </p:nvSpPr>
          <p:spPr>
            <a:xfrm>
              <a:off x="8798858" y="2035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8" name="pt45598"/>
            <p:cNvSpPr/>
            <p:nvPr/>
          </p:nvSpPr>
          <p:spPr>
            <a:xfrm>
              <a:off x="8841866" y="1874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9" name="pt45599"/>
            <p:cNvSpPr/>
            <p:nvPr/>
          </p:nvSpPr>
          <p:spPr>
            <a:xfrm>
              <a:off x="8996361" y="1955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0" name="pt45600"/>
            <p:cNvSpPr/>
            <p:nvPr/>
          </p:nvSpPr>
          <p:spPr>
            <a:xfrm>
              <a:off x="8274318" y="2715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1" name="pt45601"/>
            <p:cNvSpPr/>
            <p:nvPr/>
          </p:nvSpPr>
          <p:spPr>
            <a:xfrm>
              <a:off x="9308769" y="2214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2" name="pt45602"/>
            <p:cNvSpPr/>
            <p:nvPr/>
          </p:nvSpPr>
          <p:spPr>
            <a:xfrm>
              <a:off x="8812874" y="2080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3" name="pt45603"/>
            <p:cNvSpPr/>
            <p:nvPr/>
          </p:nvSpPr>
          <p:spPr>
            <a:xfrm>
              <a:off x="8778290" y="2064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4" name="pt45604"/>
            <p:cNvSpPr/>
            <p:nvPr/>
          </p:nvSpPr>
          <p:spPr>
            <a:xfrm>
              <a:off x="8952564" y="2207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5" name="pt45605"/>
            <p:cNvSpPr/>
            <p:nvPr/>
          </p:nvSpPr>
          <p:spPr>
            <a:xfrm>
              <a:off x="8721041" y="2002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6" name="pt45606"/>
            <p:cNvSpPr/>
            <p:nvPr/>
          </p:nvSpPr>
          <p:spPr>
            <a:xfrm>
              <a:off x="8761156" y="2200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7" name="pt45607"/>
            <p:cNvSpPr/>
            <p:nvPr/>
          </p:nvSpPr>
          <p:spPr>
            <a:xfrm>
              <a:off x="8767051" y="2175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8" name="pt45608"/>
            <p:cNvSpPr/>
            <p:nvPr/>
          </p:nvSpPr>
          <p:spPr>
            <a:xfrm>
              <a:off x="8870124" y="2197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9" name="pt45609"/>
            <p:cNvSpPr/>
            <p:nvPr/>
          </p:nvSpPr>
          <p:spPr>
            <a:xfrm>
              <a:off x="9049289" y="2138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0" name="pt45610"/>
            <p:cNvSpPr/>
            <p:nvPr/>
          </p:nvSpPr>
          <p:spPr>
            <a:xfrm>
              <a:off x="9212805" y="1814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1" name="pt45611"/>
            <p:cNvSpPr/>
            <p:nvPr/>
          </p:nvSpPr>
          <p:spPr>
            <a:xfrm>
              <a:off x="8274318" y="2487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2" name="pt45612"/>
            <p:cNvSpPr/>
            <p:nvPr/>
          </p:nvSpPr>
          <p:spPr>
            <a:xfrm>
              <a:off x="9226820" y="1886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3" name="pt45613"/>
            <p:cNvSpPr/>
            <p:nvPr/>
          </p:nvSpPr>
          <p:spPr>
            <a:xfrm>
              <a:off x="8778290" y="2101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4" name="pt45614"/>
            <p:cNvSpPr/>
            <p:nvPr/>
          </p:nvSpPr>
          <p:spPr>
            <a:xfrm>
              <a:off x="8648148" y="2186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5" name="pt45615"/>
            <p:cNvSpPr/>
            <p:nvPr/>
          </p:nvSpPr>
          <p:spPr>
            <a:xfrm>
              <a:off x="8499532" y="2489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6" name="pt45616"/>
            <p:cNvSpPr/>
            <p:nvPr/>
          </p:nvSpPr>
          <p:spPr>
            <a:xfrm>
              <a:off x="9371804" y="2028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7" name="pt45617"/>
            <p:cNvSpPr/>
            <p:nvPr/>
          </p:nvSpPr>
          <p:spPr>
            <a:xfrm>
              <a:off x="9334476" y="2053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8" name="pt45618"/>
            <p:cNvSpPr/>
            <p:nvPr/>
          </p:nvSpPr>
          <p:spPr>
            <a:xfrm>
              <a:off x="8659047" y="2363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9" name="pt45619"/>
            <p:cNvSpPr/>
            <p:nvPr/>
          </p:nvSpPr>
          <p:spPr>
            <a:xfrm>
              <a:off x="8761156" y="2256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0" name="pt45620"/>
            <p:cNvSpPr/>
            <p:nvPr/>
          </p:nvSpPr>
          <p:spPr>
            <a:xfrm>
              <a:off x="8596430" y="2267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1" name="pt45621"/>
            <p:cNvSpPr/>
            <p:nvPr/>
          </p:nvSpPr>
          <p:spPr>
            <a:xfrm>
              <a:off x="9417918" y="216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2" name="pt45622"/>
            <p:cNvSpPr/>
            <p:nvPr/>
          </p:nvSpPr>
          <p:spPr>
            <a:xfrm>
              <a:off x="8274318" y="2441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3" name="pt45623"/>
            <p:cNvSpPr/>
            <p:nvPr/>
          </p:nvSpPr>
          <p:spPr>
            <a:xfrm>
              <a:off x="9294237" y="1969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4" name="pt45624"/>
            <p:cNvSpPr/>
            <p:nvPr/>
          </p:nvSpPr>
          <p:spPr>
            <a:xfrm>
              <a:off x="8471820" y="227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5" name="pt45625"/>
            <p:cNvSpPr/>
            <p:nvPr/>
          </p:nvSpPr>
          <p:spPr>
            <a:xfrm>
              <a:off x="8891661" y="2179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6" name="pt45626"/>
            <p:cNvSpPr/>
            <p:nvPr/>
          </p:nvSpPr>
          <p:spPr>
            <a:xfrm>
              <a:off x="9482767" y="2343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7" name="pt45627"/>
            <p:cNvSpPr/>
            <p:nvPr/>
          </p:nvSpPr>
          <p:spPr>
            <a:xfrm>
              <a:off x="8563654" y="2233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8" name="pt45628"/>
            <p:cNvSpPr/>
            <p:nvPr/>
          </p:nvSpPr>
          <p:spPr>
            <a:xfrm>
              <a:off x="8735430" y="2239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9" name="pt45629"/>
            <p:cNvSpPr/>
            <p:nvPr/>
          </p:nvSpPr>
          <p:spPr>
            <a:xfrm>
              <a:off x="9034195" y="1646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0" name="pt45630"/>
            <p:cNvSpPr/>
            <p:nvPr/>
          </p:nvSpPr>
          <p:spPr>
            <a:xfrm>
              <a:off x="8817313" y="204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1" name="pt45631"/>
            <p:cNvSpPr/>
            <p:nvPr/>
          </p:nvSpPr>
          <p:spPr>
            <a:xfrm>
              <a:off x="9361481" y="2159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2" name="pt45632"/>
            <p:cNvSpPr/>
            <p:nvPr/>
          </p:nvSpPr>
          <p:spPr>
            <a:xfrm>
              <a:off x="8636546" y="2274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3" name="pt45633"/>
            <p:cNvSpPr/>
            <p:nvPr/>
          </p:nvSpPr>
          <p:spPr>
            <a:xfrm>
              <a:off x="8669323" y="2539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4" name="pt45634"/>
            <p:cNvSpPr/>
            <p:nvPr/>
          </p:nvSpPr>
          <p:spPr>
            <a:xfrm>
              <a:off x="8705398" y="2122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5" name="pt45635"/>
            <p:cNvSpPr/>
            <p:nvPr/>
          </p:nvSpPr>
          <p:spPr>
            <a:xfrm>
              <a:off x="8849358" y="1941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6" name="pt45636"/>
            <p:cNvSpPr/>
            <p:nvPr/>
          </p:nvSpPr>
          <p:spPr>
            <a:xfrm>
              <a:off x="9180997" y="2009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7" name="pt45637"/>
            <p:cNvSpPr/>
            <p:nvPr/>
          </p:nvSpPr>
          <p:spPr>
            <a:xfrm>
              <a:off x="9689893" y="1575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8" name="pt45638"/>
            <p:cNvSpPr/>
            <p:nvPr/>
          </p:nvSpPr>
          <p:spPr>
            <a:xfrm>
              <a:off x="9334969" y="2108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9" name="pt45639"/>
            <p:cNvSpPr/>
            <p:nvPr/>
          </p:nvSpPr>
          <p:spPr>
            <a:xfrm>
              <a:off x="9499399" y="243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0" name="pt45640"/>
            <p:cNvSpPr/>
            <p:nvPr/>
          </p:nvSpPr>
          <p:spPr>
            <a:xfrm>
              <a:off x="8888738" y="199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1" name="pt45641"/>
            <p:cNvSpPr/>
            <p:nvPr/>
          </p:nvSpPr>
          <p:spPr>
            <a:xfrm>
              <a:off x="8523538" y="2415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2" name="pt45642"/>
            <p:cNvSpPr/>
            <p:nvPr/>
          </p:nvSpPr>
          <p:spPr>
            <a:xfrm>
              <a:off x="8902901" y="1837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3" name="pt45643"/>
            <p:cNvSpPr/>
            <p:nvPr/>
          </p:nvSpPr>
          <p:spPr>
            <a:xfrm>
              <a:off x="9363383" y="2122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4" name="pt45644"/>
            <p:cNvSpPr/>
            <p:nvPr/>
          </p:nvSpPr>
          <p:spPr>
            <a:xfrm>
              <a:off x="9435925" y="2209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5" name="pt45645"/>
            <p:cNvSpPr/>
            <p:nvPr/>
          </p:nvSpPr>
          <p:spPr>
            <a:xfrm>
              <a:off x="8735430" y="2022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6" name="pt45646"/>
            <p:cNvSpPr/>
            <p:nvPr/>
          </p:nvSpPr>
          <p:spPr>
            <a:xfrm>
              <a:off x="9644062" y="2263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7" name="pt45647"/>
            <p:cNvSpPr/>
            <p:nvPr/>
          </p:nvSpPr>
          <p:spPr>
            <a:xfrm>
              <a:off x="9627091" y="2464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8" name="pt45648"/>
            <p:cNvSpPr/>
            <p:nvPr/>
          </p:nvSpPr>
          <p:spPr>
            <a:xfrm>
              <a:off x="9118525" y="2099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9" name="pt45649"/>
            <p:cNvSpPr/>
            <p:nvPr/>
          </p:nvSpPr>
          <p:spPr>
            <a:xfrm>
              <a:off x="8973968" y="2007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0" name="pt45650"/>
            <p:cNvSpPr/>
            <p:nvPr/>
          </p:nvSpPr>
          <p:spPr>
            <a:xfrm>
              <a:off x="8713389" y="2267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1" name="pt45651"/>
            <p:cNvSpPr/>
            <p:nvPr/>
          </p:nvSpPr>
          <p:spPr>
            <a:xfrm>
              <a:off x="9054052" y="235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2" name="pt45652"/>
            <p:cNvSpPr/>
            <p:nvPr/>
          </p:nvSpPr>
          <p:spPr>
            <a:xfrm>
              <a:off x="8973968" y="1942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3" name="pt45653"/>
            <p:cNvSpPr/>
            <p:nvPr/>
          </p:nvSpPr>
          <p:spPr>
            <a:xfrm>
              <a:off x="9265854" y="2224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4" name="pt45654"/>
            <p:cNvSpPr/>
            <p:nvPr/>
          </p:nvSpPr>
          <p:spPr>
            <a:xfrm>
              <a:off x="8274318" y="2406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5" name="pt45655"/>
            <p:cNvSpPr/>
            <p:nvPr/>
          </p:nvSpPr>
          <p:spPr>
            <a:xfrm>
              <a:off x="8742215" y="1969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6" name="pt45656"/>
            <p:cNvSpPr/>
            <p:nvPr/>
          </p:nvSpPr>
          <p:spPr>
            <a:xfrm>
              <a:off x="8347210" y="2341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7" name="pt45657"/>
            <p:cNvSpPr/>
            <p:nvPr/>
          </p:nvSpPr>
          <p:spPr>
            <a:xfrm>
              <a:off x="8679043" y="2358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8" name="pt45658"/>
            <p:cNvSpPr/>
            <p:nvPr/>
          </p:nvSpPr>
          <p:spPr>
            <a:xfrm>
              <a:off x="9468702" y="1906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9" name="pt45659"/>
            <p:cNvSpPr/>
            <p:nvPr/>
          </p:nvSpPr>
          <p:spPr>
            <a:xfrm>
              <a:off x="8610820" y="2047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0" name="pt45660"/>
            <p:cNvSpPr/>
            <p:nvPr/>
          </p:nvSpPr>
          <p:spPr>
            <a:xfrm>
              <a:off x="9090127" y="1686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1" name="pt45661"/>
            <p:cNvSpPr/>
            <p:nvPr/>
          </p:nvSpPr>
          <p:spPr>
            <a:xfrm>
              <a:off x="9525526" y="1632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2" name="pt45662"/>
            <p:cNvSpPr/>
            <p:nvPr/>
          </p:nvSpPr>
          <p:spPr>
            <a:xfrm>
              <a:off x="8563654" y="2302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3" name="pt45663"/>
            <p:cNvSpPr/>
            <p:nvPr/>
          </p:nvSpPr>
          <p:spPr>
            <a:xfrm>
              <a:off x="9002725" y="2087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4" name="pt45664"/>
            <p:cNvSpPr/>
            <p:nvPr/>
          </p:nvSpPr>
          <p:spPr>
            <a:xfrm>
              <a:off x="9057543" y="1848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5" name="pt45665"/>
            <p:cNvSpPr/>
            <p:nvPr/>
          </p:nvSpPr>
          <p:spPr>
            <a:xfrm>
              <a:off x="8274318" y="2742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6" name="pt45666"/>
            <p:cNvSpPr/>
            <p:nvPr/>
          </p:nvSpPr>
          <p:spPr>
            <a:xfrm>
              <a:off x="8439043" y="2412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7" name="pt45667"/>
            <p:cNvSpPr/>
            <p:nvPr/>
          </p:nvSpPr>
          <p:spPr>
            <a:xfrm>
              <a:off x="8870124" y="2193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8" name="pt45668"/>
            <p:cNvSpPr/>
            <p:nvPr/>
          </p:nvSpPr>
          <p:spPr>
            <a:xfrm>
              <a:off x="9334476" y="2132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9" name="pt45669"/>
            <p:cNvSpPr/>
            <p:nvPr/>
          </p:nvSpPr>
          <p:spPr>
            <a:xfrm>
              <a:off x="9519098" y="2429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0" name="pt45670"/>
            <p:cNvSpPr/>
            <p:nvPr/>
          </p:nvSpPr>
          <p:spPr>
            <a:xfrm>
              <a:off x="9101309" y="2042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1" name="pt45671"/>
            <p:cNvSpPr/>
            <p:nvPr/>
          </p:nvSpPr>
          <p:spPr>
            <a:xfrm>
              <a:off x="8742215" y="2272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2" name="pt45672"/>
            <p:cNvSpPr/>
            <p:nvPr/>
          </p:nvSpPr>
          <p:spPr>
            <a:xfrm>
              <a:off x="9062094" y="1683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3" name="pt45673"/>
            <p:cNvSpPr/>
            <p:nvPr/>
          </p:nvSpPr>
          <p:spPr>
            <a:xfrm>
              <a:off x="9044397" y="2041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4" name="pt45674"/>
            <p:cNvSpPr/>
            <p:nvPr/>
          </p:nvSpPr>
          <p:spPr>
            <a:xfrm>
              <a:off x="9057543" y="1743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5" name="pt45675"/>
            <p:cNvSpPr/>
            <p:nvPr/>
          </p:nvSpPr>
          <p:spPr>
            <a:xfrm>
              <a:off x="8705398" y="2205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6" name="pt45676"/>
            <p:cNvSpPr/>
            <p:nvPr/>
          </p:nvSpPr>
          <p:spPr>
            <a:xfrm>
              <a:off x="9099493" y="2080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7" name="pt45677"/>
            <p:cNvSpPr/>
            <p:nvPr/>
          </p:nvSpPr>
          <p:spPr>
            <a:xfrm>
              <a:off x="9268724" y="1719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8" name="pt45678"/>
            <p:cNvSpPr/>
            <p:nvPr/>
          </p:nvSpPr>
          <p:spPr>
            <a:xfrm>
              <a:off x="9330228" y="2231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9" name="pt45679"/>
            <p:cNvSpPr/>
            <p:nvPr/>
          </p:nvSpPr>
          <p:spPr>
            <a:xfrm>
              <a:off x="8845651" y="207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0" name="pt45680"/>
            <p:cNvSpPr/>
            <p:nvPr/>
          </p:nvSpPr>
          <p:spPr>
            <a:xfrm>
              <a:off x="8580788" y="2145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1" name="pt45681"/>
            <p:cNvSpPr/>
            <p:nvPr/>
          </p:nvSpPr>
          <p:spPr>
            <a:xfrm>
              <a:off x="8984651" y="1759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2" name="pt45682"/>
            <p:cNvSpPr/>
            <p:nvPr/>
          </p:nvSpPr>
          <p:spPr>
            <a:xfrm>
              <a:off x="8812874" y="2192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3" name="pt45683"/>
            <p:cNvSpPr/>
            <p:nvPr/>
          </p:nvSpPr>
          <p:spPr>
            <a:xfrm>
              <a:off x="8748753" y="1998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4" name="pt45684"/>
            <p:cNvSpPr/>
            <p:nvPr/>
          </p:nvSpPr>
          <p:spPr>
            <a:xfrm>
              <a:off x="8596430" y="2106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5" name="pt45685"/>
            <p:cNvSpPr/>
            <p:nvPr/>
          </p:nvSpPr>
          <p:spPr>
            <a:xfrm>
              <a:off x="9420231" y="1829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6" name="pt45686"/>
            <p:cNvSpPr/>
            <p:nvPr/>
          </p:nvSpPr>
          <p:spPr>
            <a:xfrm>
              <a:off x="8803653" y="2103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7" name="pt45687"/>
            <p:cNvSpPr/>
            <p:nvPr/>
          </p:nvSpPr>
          <p:spPr>
            <a:xfrm>
              <a:off x="9054052" y="2219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8" name="pt45688"/>
            <p:cNvSpPr/>
            <p:nvPr/>
          </p:nvSpPr>
          <p:spPr>
            <a:xfrm>
              <a:off x="9286988" y="2068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9" name="pt45689"/>
            <p:cNvSpPr/>
            <p:nvPr/>
          </p:nvSpPr>
          <p:spPr>
            <a:xfrm>
              <a:off x="9294853" y="2011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0" name="pt45690"/>
            <p:cNvSpPr/>
            <p:nvPr/>
          </p:nvSpPr>
          <p:spPr>
            <a:xfrm>
              <a:off x="8863465" y="2171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1" name="pt45691"/>
            <p:cNvSpPr/>
            <p:nvPr/>
          </p:nvSpPr>
          <p:spPr>
            <a:xfrm>
              <a:off x="9497514" y="2503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2" name="pt45692"/>
            <p:cNvSpPr/>
            <p:nvPr/>
          </p:nvSpPr>
          <p:spPr>
            <a:xfrm>
              <a:off x="8812874" y="2056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3" name="pt45693"/>
            <p:cNvSpPr/>
            <p:nvPr/>
          </p:nvSpPr>
          <p:spPr>
            <a:xfrm>
              <a:off x="9030214" y="1750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4" name="pt45694"/>
            <p:cNvSpPr/>
            <p:nvPr/>
          </p:nvSpPr>
          <p:spPr>
            <a:xfrm>
              <a:off x="9594013" y="2398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5" name="pt45695"/>
            <p:cNvSpPr/>
            <p:nvPr/>
          </p:nvSpPr>
          <p:spPr>
            <a:xfrm>
              <a:off x="8669323" y="219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6" name="pt45696"/>
            <p:cNvSpPr/>
            <p:nvPr/>
          </p:nvSpPr>
          <p:spPr>
            <a:xfrm>
              <a:off x="8347210" y="2527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7" name="pt45697"/>
            <p:cNvSpPr/>
            <p:nvPr/>
          </p:nvSpPr>
          <p:spPr>
            <a:xfrm>
              <a:off x="9101309" y="2064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8" name="pt45698"/>
            <p:cNvSpPr/>
            <p:nvPr/>
          </p:nvSpPr>
          <p:spPr>
            <a:xfrm>
              <a:off x="8970261" y="2112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9" name="pt45699"/>
            <p:cNvSpPr/>
            <p:nvPr/>
          </p:nvSpPr>
          <p:spPr>
            <a:xfrm>
              <a:off x="8954618" y="2264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0" name="pt45700"/>
            <p:cNvSpPr/>
            <p:nvPr/>
          </p:nvSpPr>
          <p:spPr>
            <a:xfrm>
              <a:off x="8563654" y="2388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1" name="pt45701"/>
            <p:cNvSpPr/>
            <p:nvPr/>
          </p:nvSpPr>
          <p:spPr>
            <a:xfrm>
              <a:off x="9149376" y="213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2" name="pt45702"/>
            <p:cNvSpPr/>
            <p:nvPr/>
          </p:nvSpPr>
          <p:spPr>
            <a:xfrm>
              <a:off x="9043153" y="1611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3" name="pt45703"/>
            <p:cNvSpPr/>
            <p:nvPr/>
          </p:nvSpPr>
          <p:spPr>
            <a:xfrm>
              <a:off x="8439043" y="2315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4" name="pt45704"/>
            <p:cNvSpPr/>
            <p:nvPr/>
          </p:nvSpPr>
          <p:spPr>
            <a:xfrm>
              <a:off x="8610820" y="2108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5" name="pt45705"/>
            <p:cNvSpPr/>
            <p:nvPr/>
          </p:nvSpPr>
          <p:spPr>
            <a:xfrm>
              <a:off x="8923469" y="2000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6" name="pt45706"/>
            <p:cNvSpPr/>
            <p:nvPr/>
          </p:nvSpPr>
          <p:spPr>
            <a:xfrm>
              <a:off x="8669323" y="256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7" name="pt45707"/>
            <p:cNvSpPr/>
            <p:nvPr/>
          </p:nvSpPr>
          <p:spPr>
            <a:xfrm>
              <a:off x="9258470" y="1972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8" name="pt45708"/>
            <p:cNvSpPr/>
            <p:nvPr/>
          </p:nvSpPr>
          <p:spPr>
            <a:xfrm>
              <a:off x="9451392" y="1975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9" name="pt45709"/>
            <p:cNvSpPr/>
            <p:nvPr/>
          </p:nvSpPr>
          <p:spPr>
            <a:xfrm>
              <a:off x="9602828" y="2283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0" name="pt45710"/>
            <p:cNvSpPr/>
            <p:nvPr/>
          </p:nvSpPr>
          <p:spPr>
            <a:xfrm>
              <a:off x="8713389" y="2287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1" name="pt45711"/>
            <p:cNvSpPr/>
            <p:nvPr/>
          </p:nvSpPr>
          <p:spPr>
            <a:xfrm>
              <a:off x="9243545" y="2053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2" name="pt45712"/>
            <p:cNvSpPr/>
            <p:nvPr/>
          </p:nvSpPr>
          <p:spPr>
            <a:xfrm>
              <a:off x="9780125" y="2725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3" name="pt45713"/>
            <p:cNvSpPr/>
            <p:nvPr/>
          </p:nvSpPr>
          <p:spPr>
            <a:xfrm>
              <a:off x="8986371" y="1762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4" name="pt45714"/>
            <p:cNvSpPr/>
            <p:nvPr/>
          </p:nvSpPr>
          <p:spPr>
            <a:xfrm>
              <a:off x="8923469" y="1882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5" name="pt45715"/>
            <p:cNvSpPr/>
            <p:nvPr/>
          </p:nvSpPr>
          <p:spPr>
            <a:xfrm>
              <a:off x="9558274" y="2226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6" name="pt45716"/>
            <p:cNvSpPr/>
            <p:nvPr/>
          </p:nvSpPr>
          <p:spPr>
            <a:xfrm>
              <a:off x="9200748" y="1842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7" name="pt45717"/>
            <p:cNvSpPr/>
            <p:nvPr/>
          </p:nvSpPr>
          <p:spPr>
            <a:xfrm>
              <a:off x="8636546" y="236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8" name="pt45718"/>
            <p:cNvSpPr/>
            <p:nvPr/>
          </p:nvSpPr>
          <p:spPr>
            <a:xfrm>
              <a:off x="8932933" y="179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9" name="pt45719"/>
            <p:cNvSpPr/>
            <p:nvPr/>
          </p:nvSpPr>
          <p:spPr>
            <a:xfrm>
              <a:off x="8941923" y="2041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0" name="pt45720"/>
            <p:cNvSpPr/>
            <p:nvPr/>
          </p:nvSpPr>
          <p:spPr>
            <a:xfrm>
              <a:off x="9689893" y="1760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1" name="pt45721"/>
            <p:cNvSpPr/>
            <p:nvPr/>
          </p:nvSpPr>
          <p:spPr>
            <a:xfrm>
              <a:off x="8347210" y="2449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2" name="pt45722"/>
            <p:cNvSpPr/>
            <p:nvPr/>
          </p:nvSpPr>
          <p:spPr>
            <a:xfrm>
              <a:off x="8648148" y="2322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3" name="pt45723"/>
            <p:cNvSpPr/>
            <p:nvPr/>
          </p:nvSpPr>
          <p:spPr>
            <a:xfrm>
              <a:off x="9023378" y="1886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4" name="pt45724"/>
            <p:cNvSpPr/>
            <p:nvPr/>
          </p:nvSpPr>
          <p:spPr>
            <a:xfrm>
              <a:off x="8941923" y="2019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5" name="pt45725"/>
            <p:cNvSpPr/>
            <p:nvPr/>
          </p:nvSpPr>
          <p:spPr>
            <a:xfrm>
              <a:off x="8841866" y="2043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6" name="pt45726"/>
            <p:cNvSpPr/>
            <p:nvPr/>
          </p:nvSpPr>
          <p:spPr>
            <a:xfrm>
              <a:off x="8966476" y="2136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7" name="pt45727"/>
            <p:cNvSpPr/>
            <p:nvPr/>
          </p:nvSpPr>
          <p:spPr>
            <a:xfrm>
              <a:off x="9334476" y="2063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8" name="pt45728"/>
            <p:cNvSpPr/>
            <p:nvPr/>
          </p:nvSpPr>
          <p:spPr>
            <a:xfrm>
              <a:off x="8274318" y="2410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9" name="pt45729"/>
            <p:cNvSpPr/>
            <p:nvPr/>
          </p:nvSpPr>
          <p:spPr>
            <a:xfrm>
              <a:off x="9086240" y="2131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0" name="pt45730"/>
            <p:cNvSpPr/>
            <p:nvPr/>
          </p:nvSpPr>
          <p:spPr>
            <a:xfrm>
              <a:off x="9717541" y="221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1" name="pt45731"/>
            <p:cNvSpPr/>
            <p:nvPr/>
          </p:nvSpPr>
          <p:spPr>
            <a:xfrm>
              <a:off x="9005825" y="1720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2" name="pt45732"/>
            <p:cNvSpPr/>
            <p:nvPr/>
          </p:nvSpPr>
          <p:spPr>
            <a:xfrm>
              <a:off x="8950486" y="2099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3" name="pt45733"/>
            <p:cNvSpPr/>
            <p:nvPr/>
          </p:nvSpPr>
          <p:spPr>
            <a:xfrm>
              <a:off x="9030214" y="1797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4" name="pt45734"/>
            <p:cNvSpPr/>
            <p:nvPr/>
          </p:nvSpPr>
          <p:spPr>
            <a:xfrm>
              <a:off x="9049289" y="2169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5" name="pt45735"/>
            <p:cNvSpPr/>
            <p:nvPr/>
          </p:nvSpPr>
          <p:spPr>
            <a:xfrm>
              <a:off x="8713389" y="2199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6" name="pt45736"/>
            <p:cNvSpPr/>
            <p:nvPr/>
          </p:nvSpPr>
          <p:spPr>
            <a:xfrm>
              <a:off x="9639141" y="2123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7" name="pt45737"/>
            <p:cNvSpPr/>
            <p:nvPr/>
          </p:nvSpPr>
          <p:spPr>
            <a:xfrm>
              <a:off x="8952564" y="2087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8" name="pt45738"/>
            <p:cNvSpPr/>
            <p:nvPr/>
          </p:nvSpPr>
          <p:spPr>
            <a:xfrm>
              <a:off x="8897369" y="2081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9" name="pt45739"/>
            <p:cNvSpPr/>
            <p:nvPr/>
          </p:nvSpPr>
          <p:spPr>
            <a:xfrm>
              <a:off x="9054052" y="2347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0" name="pt45740"/>
            <p:cNvSpPr/>
            <p:nvPr/>
          </p:nvSpPr>
          <p:spPr>
            <a:xfrm>
              <a:off x="9488519" y="2438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1" name="pt45741"/>
            <p:cNvSpPr/>
            <p:nvPr/>
          </p:nvSpPr>
          <p:spPr>
            <a:xfrm>
              <a:off x="9519098" y="2525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2" name="pt45742"/>
            <p:cNvSpPr/>
            <p:nvPr/>
          </p:nvSpPr>
          <p:spPr>
            <a:xfrm>
              <a:off x="8471820" y="2399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3" name="pt45743"/>
            <p:cNvSpPr/>
            <p:nvPr/>
          </p:nvSpPr>
          <p:spPr>
            <a:xfrm>
              <a:off x="8755061" y="2245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4" name="pt45744"/>
            <p:cNvSpPr/>
            <p:nvPr/>
          </p:nvSpPr>
          <p:spPr>
            <a:xfrm>
              <a:off x="8610820" y="204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5" name="pt45745"/>
            <p:cNvSpPr/>
            <p:nvPr/>
          </p:nvSpPr>
          <p:spPr>
            <a:xfrm>
              <a:off x="8398928" y="2493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6" name="pt45746"/>
            <p:cNvSpPr/>
            <p:nvPr/>
          </p:nvSpPr>
          <p:spPr>
            <a:xfrm>
              <a:off x="8610820" y="2244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7" name="pt45747"/>
            <p:cNvSpPr/>
            <p:nvPr/>
          </p:nvSpPr>
          <p:spPr>
            <a:xfrm>
              <a:off x="9594013" y="2193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8" name="pt45748"/>
            <p:cNvSpPr/>
            <p:nvPr/>
          </p:nvSpPr>
          <p:spPr>
            <a:xfrm>
              <a:off x="9097658" y="2007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9" name="pt45749"/>
            <p:cNvSpPr/>
            <p:nvPr/>
          </p:nvSpPr>
          <p:spPr>
            <a:xfrm>
              <a:off x="9103999" y="2077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0" name="pt45750"/>
            <p:cNvSpPr/>
            <p:nvPr/>
          </p:nvSpPr>
          <p:spPr>
            <a:xfrm>
              <a:off x="8873363" y="2034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1" name="pt45751"/>
            <p:cNvSpPr/>
            <p:nvPr/>
          </p:nvSpPr>
          <p:spPr>
            <a:xfrm>
              <a:off x="8849358" y="2237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2" name="pt45752"/>
            <p:cNvSpPr/>
            <p:nvPr/>
          </p:nvSpPr>
          <p:spPr>
            <a:xfrm>
              <a:off x="8274318" y="2145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3" name="pt45753"/>
            <p:cNvSpPr/>
            <p:nvPr/>
          </p:nvSpPr>
          <p:spPr>
            <a:xfrm>
              <a:off x="9097658" y="2059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4" name="pt45754"/>
            <p:cNvSpPr/>
            <p:nvPr/>
          </p:nvSpPr>
          <p:spPr>
            <a:xfrm>
              <a:off x="8624143" y="2438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5" name="pt45755"/>
            <p:cNvSpPr/>
            <p:nvPr/>
          </p:nvSpPr>
          <p:spPr>
            <a:xfrm>
              <a:off x="9331236" y="2119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6" name="pt45756"/>
            <p:cNvSpPr/>
            <p:nvPr/>
          </p:nvSpPr>
          <p:spPr>
            <a:xfrm>
              <a:off x="8902901" y="1905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7" name="pt45757"/>
            <p:cNvSpPr/>
            <p:nvPr/>
          </p:nvSpPr>
          <p:spPr>
            <a:xfrm>
              <a:off x="8841866" y="2047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8" name="pt45758"/>
            <p:cNvSpPr/>
            <p:nvPr/>
          </p:nvSpPr>
          <p:spPr>
            <a:xfrm>
              <a:off x="8897369" y="2065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9" name="pt45759"/>
            <p:cNvSpPr/>
            <p:nvPr/>
          </p:nvSpPr>
          <p:spPr>
            <a:xfrm>
              <a:off x="8398928" y="2419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0" name="pt45760"/>
            <p:cNvSpPr/>
            <p:nvPr/>
          </p:nvSpPr>
          <p:spPr>
            <a:xfrm>
              <a:off x="8648148" y="2325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1" name="pt45761"/>
            <p:cNvSpPr/>
            <p:nvPr/>
          </p:nvSpPr>
          <p:spPr>
            <a:xfrm>
              <a:off x="8347210" y="2238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2" name="pt45762"/>
            <p:cNvSpPr/>
            <p:nvPr/>
          </p:nvSpPr>
          <p:spPr>
            <a:xfrm>
              <a:off x="8798858" y="2023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3" name="pt45763"/>
            <p:cNvSpPr/>
            <p:nvPr/>
          </p:nvSpPr>
          <p:spPr>
            <a:xfrm>
              <a:off x="8923469" y="1971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4" name="pt45764"/>
            <p:cNvSpPr/>
            <p:nvPr/>
          </p:nvSpPr>
          <p:spPr>
            <a:xfrm>
              <a:off x="9538128" y="1724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5" name="pt45765"/>
            <p:cNvSpPr/>
            <p:nvPr/>
          </p:nvSpPr>
          <p:spPr>
            <a:xfrm>
              <a:off x="8956650" y="2197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6" name="pt45766"/>
            <p:cNvSpPr/>
            <p:nvPr/>
          </p:nvSpPr>
          <p:spPr>
            <a:xfrm>
              <a:off x="8761156" y="2310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7" name="pt45767"/>
            <p:cNvSpPr/>
            <p:nvPr/>
          </p:nvSpPr>
          <p:spPr>
            <a:xfrm>
              <a:off x="8908267" y="1971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8" name="pt45768"/>
            <p:cNvSpPr/>
            <p:nvPr/>
          </p:nvSpPr>
          <p:spPr>
            <a:xfrm>
              <a:off x="9247994" y="2044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9" name="pt45769"/>
            <p:cNvSpPr/>
            <p:nvPr/>
          </p:nvSpPr>
          <p:spPr>
            <a:xfrm>
              <a:off x="8659047" y="2553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0" name="pt45770"/>
            <p:cNvSpPr/>
            <p:nvPr/>
          </p:nvSpPr>
          <p:spPr>
            <a:xfrm>
              <a:off x="8471820" y="2428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1" name="pt45771"/>
            <p:cNvSpPr/>
            <p:nvPr/>
          </p:nvSpPr>
          <p:spPr>
            <a:xfrm>
              <a:off x="8812874" y="2108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2" name="pt45772"/>
            <p:cNvSpPr/>
            <p:nvPr/>
          </p:nvSpPr>
          <p:spPr>
            <a:xfrm>
              <a:off x="8866825" y="2203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3" name="pt45773"/>
            <p:cNvSpPr/>
            <p:nvPr/>
          </p:nvSpPr>
          <p:spPr>
            <a:xfrm>
              <a:off x="9597877" y="2233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4" name="pt45774"/>
            <p:cNvSpPr/>
            <p:nvPr/>
          </p:nvSpPr>
          <p:spPr>
            <a:xfrm>
              <a:off x="8932933" y="1840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5" name="pt45775"/>
            <p:cNvSpPr/>
            <p:nvPr/>
          </p:nvSpPr>
          <p:spPr>
            <a:xfrm>
              <a:off x="9149376" y="2119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6" name="pt45776"/>
            <p:cNvSpPr/>
            <p:nvPr/>
          </p:nvSpPr>
          <p:spPr>
            <a:xfrm>
              <a:off x="8821645" y="200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7" name="pt45777"/>
            <p:cNvSpPr/>
            <p:nvPr/>
          </p:nvSpPr>
          <p:spPr>
            <a:xfrm>
              <a:off x="9780125" y="2538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8" name="pt45778"/>
            <p:cNvSpPr/>
            <p:nvPr/>
          </p:nvSpPr>
          <p:spPr>
            <a:xfrm>
              <a:off x="9332489" y="218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9" name="pt45779"/>
            <p:cNvSpPr/>
            <p:nvPr/>
          </p:nvSpPr>
          <p:spPr>
            <a:xfrm>
              <a:off x="8755061" y="2179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0" name="pt45780"/>
            <p:cNvSpPr/>
            <p:nvPr/>
          </p:nvSpPr>
          <p:spPr>
            <a:xfrm>
              <a:off x="8471820" y="2408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1" name="pt45781"/>
            <p:cNvSpPr/>
            <p:nvPr/>
          </p:nvSpPr>
          <p:spPr>
            <a:xfrm>
              <a:off x="8735430" y="2029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2" name="pt45782"/>
            <p:cNvSpPr/>
            <p:nvPr/>
          </p:nvSpPr>
          <p:spPr>
            <a:xfrm>
              <a:off x="9187265" y="2242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3" name="pt45783"/>
            <p:cNvSpPr/>
            <p:nvPr/>
          </p:nvSpPr>
          <p:spPr>
            <a:xfrm>
              <a:off x="8879672" y="2033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4" name="pt45784"/>
            <p:cNvSpPr/>
            <p:nvPr/>
          </p:nvSpPr>
          <p:spPr>
            <a:xfrm>
              <a:off x="8679043" y="2352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5" name="pt45785"/>
            <p:cNvSpPr/>
            <p:nvPr/>
          </p:nvSpPr>
          <p:spPr>
            <a:xfrm>
              <a:off x="9367540" y="2104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6" name="pt45786"/>
            <p:cNvSpPr/>
            <p:nvPr/>
          </p:nvSpPr>
          <p:spPr>
            <a:xfrm>
              <a:off x="9334969" y="2112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7" name="pt45787"/>
            <p:cNvSpPr/>
            <p:nvPr/>
          </p:nvSpPr>
          <p:spPr>
            <a:xfrm>
              <a:off x="8923469" y="2003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8" name="pt45788"/>
            <p:cNvSpPr/>
            <p:nvPr/>
          </p:nvSpPr>
          <p:spPr>
            <a:xfrm>
              <a:off x="9127336" y="1951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9" name="pt45789"/>
            <p:cNvSpPr/>
            <p:nvPr/>
          </p:nvSpPr>
          <p:spPr>
            <a:xfrm>
              <a:off x="8624143" y="2500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0" name="pt45790"/>
            <p:cNvSpPr/>
            <p:nvPr/>
          </p:nvSpPr>
          <p:spPr>
            <a:xfrm>
              <a:off x="8659047" y="2395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1" name="pt45791"/>
            <p:cNvSpPr/>
            <p:nvPr/>
          </p:nvSpPr>
          <p:spPr>
            <a:xfrm>
              <a:off x="8879672" y="2007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2" name="pt45792"/>
            <p:cNvSpPr/>
            <p:nvPr/>
          </p:nvSpPr>
          <p:spPr>
            <a:xfrm>
              <a:off x="8471820" y="2431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3" name="pt45793"/>
            <p:cNvSpPr/>
            <p:nvPr/>
          </p:nvSpPr>
          <p:spPr>
            <a:xfrm>
              <a:off x="9295774" y="1938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4" name="pt45794"/>
            <p:cNvSpPr/>
            <p:nvPr/>
          </p:nvSpPr>
          <p:spPr>
            <a:xfrm>
              <a:off x="8471820" y="2514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5" name="pt45795"/>
            <p:cNvSpPr/>
            <p:nvPr/>
          </p:nvSpPr>
          <p:spPr>
            <a:xfrm>
              <a:off x="9034195" y="1796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6" name="pt45796"/>
            <p:cNvSpPr/>
            <p:nvPr/>
          </p:nvSpPr>
          <p:spPr>
            <a:xfrm>
              <a:off x="8274318" y="2518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7" name="pt45797"/>
            <p:cNvSpPr/>
            <p:nvPr/>
          </p:nvSpPr>
          <p:spPr>
            <a:xfrm>
              <a:off x="8849358" y="1973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8" name="pt45798"/>
            <p:cNvSpPr/>
            <p:nvPr/>
          </p:nvSpPr>
          <p:spPr>
            <a:xfrm>
              <a:off x="8879672" y="1942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9" name="pt45799"/>
            <p:cNvSpPr/>
            <p:nvPr/>
          </p:nvSpPr>
          <p:spPr>
            <a:xfrm>
              <a:off x="9361481" y="207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0" name="pt45800"/>
            <p:cNvSpPr/>
            <p:nvPr/>
          </p:nvSpPr>
          <p:spPr>
            <a:xfrm>
              <a:off x="8856549" y="2156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1" name="pt45801"/>
            <p:cNvSpPr/>
            <p:nvPr/>
          </p:nvSpPr>
          <p:spPr>
            <a:xfrm>
              <a:off x="9066533" y="194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2" name="pt45802"/>
            <p:cNvSpPr/>
            <p:nvPr/>
          </p:nvSpPr>
          <p:spPr>
            <a:xfrm>
              <a:off x="9013348" y="1610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3" name="pt45803"/>
            <p:cNvSpPr/>
            <p:nvPr/>
          </p:nvSpPr>
          <p:spPr>
            <a:xfrm>
              <a:off x="9087220" y="1963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4" name="pt45804"/>
            <p:cNvSpPr/>
            <p:nvPr/>
          </p:nvSpPr>
          <p:spPr>
            <a:xfrm>
              <a:off x="8398928" y="2255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5" name="pt45805"/>
            <p:cNvSpPr/>
            <p:nvPr/>
          </p:nvSpPr>
          <p:spPr>
            <a:xfrm>
              <a:off x="8523538" y="2403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6" name="pt45806"/>
            <p:cNvSpPr/>
            <p:nvPr/>
          </p:nvSpPr>
          <p:spPr>
            <a:xfrm>
              <a:off x="8812874" y="2216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7" name="pt45807"/>
            <p:cNvSpPr/>
            <p:nvPr/>
          </p:nvSpPr>
          <p:spPr>
            <a:xfrm>
              <a:off x="8274318" y="2389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8" name="pt45808"/>
            <p:cNvSpPr/>
            <p:nvPr/>
          </p:nvSpPr>
          <p:spPr>
            <a:xfrm>
              <a:off x="9334476" y="2229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9" name="pt45809"/>
            <p:cNvSpPr/>
            <p:nvPr/>
          </p:nvSpPr>
          <p:spPr>
            <a:xfrm>
              <a:off x="8499532" y="2434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0" name="pt45810"/>
            <p:cNvSpPr/>
            <p:nvPr/>
          </p:nvSpPr>
          <p:spPr>
            <a:xfrm>
              <a:off x="8948383" y="2123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1" name="pt45811"/>
            <p:cNvSpPr/>
            <p:nvPr/>
          </p:nvSpPr>
          <p:spPr>
            <a:xfrm>
              <a:off x="8274318" y="2377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2" name="pt45812"/>
            <p:cNvSpPr/>
            <p:nvPr/>
          </p:nvSpPr>
          <p:spPr>
            <a:xfrm>
              <a:off x="9023378" y="2072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3" name="pt45813"/>
            <p:cNvSpPr/>
            <p:nvPr/>
          </p:nvSpPr>
          <p:spPr>
            <a:xfrm>
              <a:off x="8856549" y="2098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4" name="pt45814"/>
            <p:cNvSpPr/>
            <p:nvPr/>
          </p:nvSpPr>
          <p:spPr>
            <a:xfrm>
              <a:off x="8841866" y="2071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5" name="pt45815"/>
            <p:cNvSpPr/>
            <p:nvPr/>
          </p:nvSpPr>
          <p:spPr>
            <a:xfrm>
              <a:off x="8398928" y="2327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6" name="pt45816"/>
            <p:cNvSpPr/>
            <p:nvPr/>
          </p:nvSpPr>
          <p:spPr>
            <a:xfrm>
              <a:off x="8910892" y="2132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7" name="pt45817"/>
            <p:cNvSpPr/>
            <p:nvPr/>
          </p:nvSpPr>
          <p:spPr>
            <a:xfrm>
              <a:off x="8523538" y="2420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8" name="pt45818"/>
            <p:cNvSpPr/>
            <p:nvPr/>
          </p:nvSpPr>
          <p:spPr>
            <a:xfrm>
              <a:off x="9030214" y="1725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9" name="pt45819"/>
            <p:cNvSpPr/>
            <p:nvPr/>
          </p:nvSpPr>
          <p:spPr>
            <a:xfrm>
              <a:off x="9101309" y="2195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0" name="pt45820"/>
            <p:cNvSpPr/>
            <p:nvPr/>
          </p:nvSpPr>
          <p:spPr>
            <a:xfrm>
              <a:off x="9023378" y="186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1" name="pt45821"/>
            <p:cNvSpPr/>
            <p:nvPr/>
          </p:nvSpPr>
          <p:spPr>
            <a:xfrm>
              <a:off x="8648148" y="2391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2" name="pt45822"/>
            <p:cNvSpPr/>
            <p:nvPr/>
          </p:nvSpPr>
          <p:spPr>
            <a:xfrm>
              <a:off x="8610820" y="1988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3" name="pt45823"/>
            <p:cNvSpPr/>
            <p:nvPr/>
          </p:nvSpPr>
          <p:spPr>
            <a:xfrm>
              <a:off x="8856549" y="2173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4" name="pt45824"/>
            <p:cNvSpPr/>
            <p:nvPr/>
          </p:nvSpPr>
          <p:spPr>
            <a:xfrm>
              <a:off x="9023378" y="1867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5" name="pt45825"/>
            <p:cNvSpPr/>
            <p:nvPr/>
          </p:nvSpPr>
          <p:spPr>
            <a:xfrm>
              <a:off x="8879672" y="2033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6" name="pt45826"/>
            <p:cNvSpPr/>
            <p:nvPr/>
          </p:nvSpPr>
          <p:spPr>
            <a:xfrm>
              <a:off x="9877988" y="2502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7" name="pt45827"/>
            <p:cNvSpPr/>
            <p:nvPr/>
          </p:nvSpPr>
          <p:spPr>
            <a:xfrm>
              <a:off x="8439043" y="2203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8" name="pt45828"/>
            <p:cNvSpPr/>
            <p:nvPr/>
          </p:nvSpPr>
          <p:spPr>
            <a:xfrm>
              <a:off x="8439043" y="2337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9" name="pt45829"/>
            <p:cNvSpPr/>
            <p:nvPr/>
          </p:nvSpPr>
          <p:spPr>
            <a:xfrm>
              <a:off x="9170243" y="184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0" name="pt45830"/>
            <p:cNvSpPr/>
            <p:nvPr/>
          </p:nvSpPr>
          <p:spPr>
            <a:xfrm>
              <a:off x="9317391" y="2162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1" name="pt45831"/>
            <p:cNvSpPr/>
            <p:nvPr/>
          </p:nvSpPr>
          <p:spPr>
            <a:xfrm>
              <a:off x="9497514" y="2399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2" name="pt45832"/>
            <p:cNvSpPr/>
            <p:nvPr/>
          </p:nvSpPr>
          <p:spPr>
            <a:xfrm>
              <a:off x="8937484" y="2056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3" name="pt45833"/>
            <p:cNvSpPr/>
            <p:nvPr/>
          </p:nvSpPr>
          <p:spPr>
            <a:xfrm>
              <a:off x="9439815" y="2057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4" name="pt45834"/>
            <p:cNvSpPr/>
            <p:nvPr/>
          </p:nvSpPr>
          <p:spPr>
            <a:xfrm>
              <a:off x="9156826" y="2075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5" name="pt45835"/>
            <p:cNvSpPr/>
            <p:nvPr/>
          </p:nvSpPr>
          <p:spPr>
            <a:xfrm>
              <a:off x="9124182" y="2038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6" name="pt45836"/>
            <p:cNvSpPr/>
            <p:nvPr/>
          </p:nvSpPr>
          <p:spPr>
            <a:xfrm>
              <a:off x="9070866" y="2014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7" name="pt45837"/>
            <p:cNvSpPr/>
            <p:nvPr/>
          </p:nvSpPr>
          <p:spPr>
            <a:xfrm>
              <a:off x="8347210" y="2216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8" name="pt45838"/>
            <p:cNvSpPr/>
            <p:nvPr/>
          </p:nvSpPr>
          <p:spPr>
            <a:xfrm>
              <a:off x="8939717" y="2003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9" name="pt45839"/>
            <p:cNvSpPr/>
            <p:nvPr/>
          </p:nvSpPr>
          <p:spPr>
            <a:xfrm>
              <a:off x="8347210" y="2244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0" name="pt45840"/>
            <p:cNvSpPr/>
            <p:nvPr/>
          </p:nvSpPr>
          <p:spPr>
            <a:xfrm>
              <a:off x="8439043" y="230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1" name="pt45841"/>
            <p:cNvSpPr/>
            <p:nvPr/>
          </p:nvSpPr>
          <p:spPr>
            <a:xfrm>
              <a:off x="8648148" y="2319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2" name="pt45842"/>
            <p:cNvSpPr/>
            <p:nvPr/>
          </p:nvSpPr>
          <p:spPr>
            <a:xfrm>
              <a:off x="8713389" y="2196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3" name="pt45843"/>
            <p:cNvSpPr/>
            <p:nvPr/>
          </p:nvSpPr>
          <p:spPr>
            <a:xfrm>
              <a:off x="8803653" y="2127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4" name="pt45844"/>
            <p:cNvSpPr/>
            <p:nvPr/>
          </p:nvSpPr>
          <p:spPr>
            <a:xfrm>
              <a:off x="9258470" y="2013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5" name="pt45845"/>
            <p:cNvSpPr/>
            <p:nvPr/>
          </p:nvSpPr>
          <p:spPr>
            <a:xfrm>
              <a:off x="9269435" y="1884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6" name="pt45846"/>
            <p:cNvSpPr/>
            <p:nvPr/>
          </p:nvSpPr>
          <p:spPr>
            <a:xfrm>
              <a:off x="9013348" y="1349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7" name="pt45847"/>
            <p:cNvSpPr/>
            <p:nvPr/>
          </p:nvSpPr>
          <p:spPr>
            <a:xfrm>
              <a:off x="8973968" y="1930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8" name="pt45848"/>
            <p:cNvSpPr/>
            <p:nvPr/>
          </p:nvSpPr>
          <p:spPr>
            <a:xfrm>
              <a:off x="9220880" y="1885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9" name="pt45849"/>
            <p:cNvSpPr/>
            <p:nvPr/>
          </p:nvSpPr>
          <p:spPr>
            <a:xfrm>
              <a:off x="8523538" y="2655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0" name="pt45850"/>
            <p:cNvSpPr/>
            <p:nvPr/>
          </p:nvSpPr>
          <p:spPr>
            <a:xfrm>
              <a:off x="9689893" y="1759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1" name="pt45851"/>
            <p:cNvSpPr/>
            <p:nvPr/>
          </p:nvSpPr>
          <p:spPr>
            <a:xfrm>
              <a:off x="8973968" y="1891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2" name="pt45852"/>
            <p:cNvSpPr/>
            <p:nvPr/>
          </p:nvSpPr>
          <p:spPr>
            <a:xfrm>
              <a:off x="8767051" y="1943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3" name="pt45853"/>
            <p:cNvSpPr/>
            <p:nvPr/>
          </p:nvSpPr>
          <p:spPr>
            <a:xfrm>
              <a:off x="9045633" y="2141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4" name="pt45854"/>
            <p:cNvSpPr/>
            <p:nvPr/>
          </p:nvSpPr>
          <p:spPr>
            <a:xfrm>
              <a:off x="8580788" y="2210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5" name="pt45855"/>
            <p:cNvSpPr/>
            <p:nvPr/>
          </p:nvSpPr>
          <p:spPr>
            <a:xfrm>
              <a:off x="8688264" y="2230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6" name="pt45856"/>
            <p:cNvSpPr/>
            <p:nvPr/>
          </p:nvSpPr>
          <p:spPr>
            <a:xfrm>
              <a:off x="8347210" y="2401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7" name="pt45857"/>
            <p:cNvSpPr/>
            <p:nvPr/>
          </p:nvSpPr>
          <p:spPr>
            <a:xfrm>
              <a:off x="8624143" y="2342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8" name="pt45858"/>
            <p:cNvSpPr/>
            <p:nvPr/>
          </p:nvSpPr>
          <p:spPr>
            <a:xfrm>
              <a:off x="8923469" y="1950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9" name="pt45859"/>
            <p:cNvSpPr/>
            <p:nvPr/>
          </p:nvSpPr>
          <p:spPr>
            <a:xfrm>
              <a:off x="8679043" y="2367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0" name="pt45860"/>
            <p:cNvSpPr/>
            <p:nvPr/>
          </p:nvSpPr>
          <p:spPr>
            <a:xfrm>
              <a:off x="8471820" y="2232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1" name="pt45861"/>
            <p:cNvSpPr/>
            <p:nvPr/>
          </p:nvSpPr>
          <p:spPr>
            <a:xfrm>
              <a:off x="8830008" y="1975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2" name="pt45862"/>
            <p:cNvSpPr/>
            <p:nvPr/>
          </p:nvSpPr>
          <p:spPr>
            <a:xfrm>
              <a:off x="8439043" y="2360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3" name="pt45863"/>
            <p:cNvSpPr/>
            <p:nvPr/>
          </p:nvSpPr>
          <p:spPr>
            <a:xfrm>
              <a:off x="9143758" y="2075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4" name="pt45864"/>
            <p:cNvSpPr/>
            <p:nvPr/>
          </p:nvSpPr>
          <p:spPr>
            <a:xfrm>
              <a:off x="8274318" y="2479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5" name="pt45865"/>
            <p:cNvSpPr/>
            <p:nvPr/>
          </p:nvSpPr>
          <p:spPr>
            <a:xfrm>
              <a:off x="9332489" y="2055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6" name="pt45866"/>
            <p:cNvSpPr/>
            <p:nvPr/>
          </p:nvSpPr>
          <p:spPr>
            <a:xfrm>
              <a:off x="9030214" y="169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7" name="pt45867"/>
            <p:cNvSpPr/>
            <p:nvPr/>
          </p:nvSpPr>
          <p:spPr>
            <a:xfrm>
              <a:off x="8713389" y="2143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8" name="pt45868"/>
            <p:cNvSpPr/>
            <p:nvPr/>
          </p:nvSpPr>
          <p:spPr>
            <a:xfrm>
              <a:off x="8932933" y="1895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9" name="pt45869"/>
            <p:cNvSpPr/>
            <p:nvPr/>
          </p:nvSpPr>
          <p:spPr>
            <a:xfrm>
              <a:off x="8471820" y="2346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0" name="pt45870"/>
            <p:cNvSpPr/>
            <p:nvPr/>
          </p:nvSpPr>
          <p:spPr>
            <a:xfrm>
              <a:off x="8954618" y="2193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1" name="pt45871"/>
            <p:cNvSpPr/>
            <p:nvPr/>
          </p:nvSpPr>
          <p:spPr>
            <a:xfrm>
              <a:off x="8523538" y="242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2" name="pt45872"/>
            <p:cNvSpPr/>
            <p:nvPr/>
          </p:nvSpPr>
          <p:spPr>
            <a:xfrm>
              <a:off x="9363803" y="2104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3" name="pt45873"/>
            <p:cNvSpPr/>
            <p:nvPr/>
          </p:nvSpPr>
          <p:spPr>
            <a:xfrm>
              <a:off x="8636546" y="2204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4" name="pt45874"/>
            <p:cNvSpPr/>
            <p:nvPr/>
          </p:nvSpPr>
          <p:spPr>
            <a:xfrm>
              <a:off x="8347210" y="2358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5" name="pt45875"/>
            <p:cNvSpPr/>
            <p:nvPr/>
          </p:nvSpPr>
          <p:spPr>
            <a:xfrm>
              <a:off x="8439043" y="2312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6" name="pt45876"/>
            <p:cNvSpPr/>
            <p:nvPr/>
          </p:nvSpPr>
          <p:spPr>
            <a:xfrm>
              <a:off x="8596430" y="2247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7" name="pt45877"/>
            <p:cNvSpPr/>
            <p:nvPr/>
          </p:nvSpPr>
          <p:spPr>
            <a:xfrm>
              <a:off x="8274318" y="1899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8" name="pt45878"/>
            <p:cNvSpPr/>
            <p:nvPr/>
          </p:nvSpPr>
          <p:spPr>
            <a:xfrm>
              <a:off x="8958659" y="2224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9" name="pt45879"/>
            <p:cNvSpPr/>
            <p:nvPr/>
          </p:nvSpPr>
          <p:spPr>
            <a:xfrm>
              <a:off x="9761216" y="2182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0" name="pt45880"/>
            <p:cNvSpPr/>
            <p:nvPr/>
          </p:nvSpPr>
          <p:spPr>
            <a:xfrm>
              <a:off x="9065434" y="165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1" name="pt45881"/>
            <p:cNvSpPr/>
            <p:nvPr/>
          </p:nvSpPr>
          <p:spPr>
            <a:xfrm>
              <a:off x="9040639" y="1703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2" name="pt45882"/>
            <p:cNvSpPr/>
            <p:nvPr/>
          </p:nvSpPr>
          <p:spPr>
            <a:xfrm>
              <a:off x="8471820" y="2419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3" name="pt45883"/>
            <p:cNvSpPr/>
            <p:nvPr/>
          </p:nvSpPr>
          <p:spPr>
            <a:xfrm>
              <a:off x="8821645" y="216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4" name="pt45884"/>
            <p:cNvSpPr/>
            <p:nvPr/>
          </p:nvSpPr>
          <p:spPr>
            <a:xfrm>
              <a:off x="8897369" y="2206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5" name="pt45885"/>
            <p:cNvSpPr/>
            <p:nvPr/>
          </p:nvSpPr>
          <p:spPr>
            <a:xfrm>
              <a:off x="9140881" y="2048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6" name="pt45886"/>
            <p:cNvSpPr/>
            <p:nvPr/>
          </p:nvSpPr>
          <p:spPr>
            <a:xfrm>
              <a:off x="9210359" y="1804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7" name="pt45887"/>
            <p:cNvSpPr/>
            <p:nvPr/>
          </p:nvSpPr>
          <p:spPr>
            <a:xfrm>
              <a:off x="8921023" y="1659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8" name="pt45888"/>
            <p:cNvSpPr/>
            <p:nvPr/>
          </p:nvSpPr>
          <p:spPr>
            <a:xfrm>
              <a:off x="8923469" y="1981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9" name="pt45889"/>
            <p:cNvSpPr/>
            <p:nvPr/>
          </p:nvSpPr>
          <p:spPr>
            <a:xfrm>
              <a:off x="8398928" y="261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0" name="pt45890"/>
            <p:cNvSpPr/>
            <p:nvPr/>
          </p:nvSpPr>
          <p:spPr>
            <a:xfrm>
              <a:off x="9367540" y="2065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1" name="pt45891"/>
            <p:cNvSpPr/>
            <p:nvPr/>
          </p:nvSpPr>
          <p:spPr>
            <a:xfrm>
              <a:off x="8580788" y="2205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2" name="pt45892"/>
            <p:cNvSpPr/>
            <p:nvPr/>
          </p:nvSpPr>
          <p:spPr>
            <a:xfrm>
              <a:off x="8975793" y="1983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3" name="pt45893"/>
            <p:cNvSpPr/>
            <p:nvPr/>
          </p:nvSpPr>
          <p:spPr>
            <a:xfrm>
              <a:off x="8735430" y="2141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4" name="pt45894"/>
            <p:cNvSpPr/>
            <p:nvPr/>
          </p:nvSpPr>
          <p:spPr>
            <a:xfrm>
              <a:off x="9055223" y="2148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5" name="pt45895"/>
            <p:cNvSpPr/>
            <p:nvPr/>
          </p:nvSpPr>
          <p:spPr>
            <a:xfrm>
              <a:off x="8841866" y="1952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6" name="pt45896"/>
            <p:cNvSpPr/>
            <p:nvPr/>
          </p:nvSpPr>
          <p:spPr>
            <a:xfrm>
              <a:off x="8439043" y="2219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7" name="pt45897"/>
            <p:cNvSpPr/>
            <p:nvPr/>
          </p:nvSpPr>
          <p:spPr>
            <a:xfrm>
              <a:off x="8910892" y="2056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8" name="pt45898"/>
            <p:cNvSpPr/>
            <p:nvPr/>
          </p:nvSpPr>
          <p:spPr>
            <a:xfrm>
              <a:off x="9032878" y="1729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9" name="pt45899"/>
            <p:cNvSpPr/>
            <p:nvPr/>
          </p:nvSpPr>
          <p:spPr>
            <a:xfrm>
              <a:off x="9182728" y="1987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0" name="pt45900"/>
            <p:cNvSpPr/>
            <p:nvPr/>
          </p:nvSpPr>
          <p:spPr>
            <a:xfrm>
              <a:off x="8838000" y="1999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1" name="pt45901"/>
            <p:cNvSpPr/>
            <p:nvPr/>
          </p:nvSpPr>
          <p:spPr>
            <a:xfrm>
              <a:off x="8761156" y="2200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2" name="pt45902"/>
            <p:cNvSpPr/>
            <p:nvPr/>
          </p:nvSpPr>
          <p:spPr>
            <a:xfrm>
              <a:off x="9227269" y="2114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3" name="pt45903"/>
            <p:cNvSpPr/>
            <p:nvPr/>
          </p:nvSpPr>
          <p:spPr>
            <a:xfrm>
              <a:off x="9223188" y="1917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4" name="pt45904"/>
            <p:cNvSpPr/>
            <p:nvPr/>
          </p:nvSpPr>
          <p:spPr>
            <a:xfrm>
              <a:off x="9188382" y="1965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5" name="pt45905"/>
            <p:cNvSpPr/>
            <p:nvPr/>
          </p:nvSpPr>
          <p:spPr>
            <a:xfrm>
              <a:off x="8925882" y="1936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6" name="pt45906"/>
            <p:cNvSpPr/>
            <p:nvPr/>
          </p:nvSpPr>
          <p:spPr>
            <a:xfrm>
              <a:off x="8274318" y="2470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7" name="pt45907"/>
            <p:cNvSpPr/>
            <p:nvPr/>
          </p:nvSpPr>
          <p:spPr>
            <a:xfrm>
              <a:off x="8580788" y="2288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8" name="pt45908"/>
            <p:cNvSpPr/>
            <p:nvPr/>
          </p:nvSpPr>
          <p:spPr>
            <a:xfrm>
              <a:off x="9334969" y="2175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9" name="pt45909"/>
            <p:cNvSpPr/>
            <p:nvPr/>
          </p:nvSpPr>
          <p:spPr>
            <a:xfrm>
              <a:off x="8713389" y="2194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0" name="pt45910"/>
            <p:cNvSpPr/>
            <p:nvPr/>
          </p:nvSpPr>
          <p:spPr>
            <a:xfrm>
              <a:off x="8624143" y="2492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1" name="pt45911"/>
            <p:cNvSpPr/>
            <p:nvPr/>
          </p:nvSpPr>
          <p:spPr>
            <a:xfrm>
              <a:off x="9045633" y="2144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2" name="pt45912"/>
            <p:cNvSpPr/>
            <p:nvPr/>
          </p:nvSpPr>
          <p:spPr>
            <a:xfrm>
              <a:off x="8923469" y="1819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3" name="pt45913"/>
            <p:cNvSpPr/>
            <p:nvPr/>
          </p:nvSpPr>
          <p:spPr>
            <a:xfrm>
              <a:off x="8523538" y="2475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4" name="pt45914"/>
            <p:cNvSpPr/>
            <p:nvPr/>
          </p:nvSpPr>
          <p:spPr>
            <a:xfrm>
              <a:off x="8713389" y="189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5" name="pt45915"/>
            <p:cNvSpPr/>
            <p:nvPr/>
          </p:nvSpPr>
          <p:spPr>
            <a:xfrm>
              <a:off x="9877988" y="2522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6" name="pt45916"/>
            <p:cNvSpPr/>
            <p:nvPr/>
          </p:nvSpPr>
          <p:spPr>
            <a:xfrm>
              <a:off x="8274318" y="2134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7" name="pt45917"/>
            <p:cNvSpPr/>
            <p:nvPr/>
          </p:nvSpPr>
          <p:spPr>
            <a:xfrm>
              <a:off x="9351205" y="1948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8" name="pt45918"/>
            <p:cNvSpPr/>
            <p:nvPr/>
          </p:nvSpPr>
          <p:spPr>
            <a:xfrm>
              <a:off x="9045633" y="2278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9" name="pt45919"/>
            <p:cNvSpPr/>
            <p:nvPr/>
          </p:nvSpPr>
          <p:spPr>
            <a:xfrm>
              <a:off x="9086240" y="2019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0" name="pt45920"/>
            <p:cNvSpPr/>
            <p:nvPr/>
          </p:nvSpPr>
          <p:spPr>
            <a:xfrm>
              <a:off x="8471820" y="2699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1" name="pt45921"/>
            <p:cNvSpPr/>
            <p:nvPr/>
          </p:nvSpPr>
          <p:spPr>
            <a:xfrm>
              <a:off x="8713389" y="2133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2" name="pt45922"/>
            <p:cNvSpPr/>
            <p:nvPr/>
          </p:nvSpPr>
          <p:spPr>
            <a:xfrm>
              <a:off x="8274318" y="2108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3" name="pt45923"/>
            <p:cNvSpPr/>
            <p:nvPr/>
          </p:nvSpPr>
          <p:spPr>
            <a:xfrm>
              <a:off x="9367540" y="1963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4" name="pt45924"/>
            <p:cNvSpPr/>
            <p:nvPr/>
          </p:nvSpPr>
          <p:spPr>
            <a:xfrm>
              <a:off x="8798858" y="1930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5" name="pt45925"/>
            <p:cNvSpPr/>
            <p:nvPr/>
          </p:nvSpPr>
          <p:spPr>
            <a:xfrm>
              <a:off x="8563654" y="2308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6" name="pt45926"/>
            <p:cNvSpPr/>
            <p:nvPr/>
          </p:nvSpPr>
          <p:spPr>
            <a:xfrm>
              <a:off x="9095805" y="1586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7" name="pt45927"/>
            <p:cNvSpPr/>
            <p:nvPr/>
          </p:nvSpPr>
          <p:spPr>
            <a:xfrm>
              <a:off x="8659047" y="2335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8" name="pt45928"/>
            <p:cNvSpPr/>
            <p:nvPr/>
          </p:nvSpPr>
          <p:spPr>
            <a:xfrm>
              <a:off x="9179833" y="1936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9" name="pt45929"/>
            <p:cNvSpPr/>
            <p:nvPr/>
          </p:nvSpPr>
          <p:spPr>
            <a:xfrm>
              <a:off x="9156826" y="2019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0" name="pt45930"/>
            <p:cNvSpPr/>
            <p:nvPr/>
          </p:nvSpPr>
          <p:spPr>
            <a:xfrm>
              <a:off x="9040639" y="1696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1" name="pt45931"/>
            <p:cNvSpPr/>
            <p:nvPr/>
          </p:nvSpPr>
          <p:spPr>
            <a:xfrm>
              <a:off x="8783657" y="2049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2" name="pt45932"/>
            <p:cNvSpPr/>
            <p:nvPr/>
          </p:nvSpPr>
          <p:spPr>
            <a:xfrm>
              <a:off x="8841866" y="1992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3" name="pt45933"/>
            <p:cNvSpPr/>
            <p:nvPr/>
          </p:nvSpPr>
          <p:spPr>
            <a:xfrm>
              <a:off x="8580788" y="221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4" name="pt45934"/>
            <p:cNvSpPr/>
            <p:nvPr/>
          </p:nvSpPr>
          <p:spPr>
            <a:xfrm>
              <a:off x="9101309" y="2125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5" name="pt45935"/>
            <p:cNvSpPr/>
            <p:nvPr/>
          </p:nvSpPr>
          <p:spPr>
            <a:xfrm>
              <a:off x="9211830" y="1810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6" name="pt45936"/>
            <p:cNvSpPr/>
            <p:nvPr/>
          </p:nvSpPr>
          <p:spPr>
            <a:xfrm>
              <a:off x="9212805" y="1820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7" name="pt45937"/>
            <p:cNvSpPr/>
            <p:nvPr/>
          </p:nvSpPr>
          <p:spPr>
            <a:xfrm>
              <a:off x="9717541" y="2291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8" name="pt45938"/>
            <p:cNvSpPr/>
            <p:nvPr/>
          </p:nvSpPr>
          <p:spPr>
            <a:xfrm>
              <a:off x="8808322" y="2231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9" name="pt45939"/>
            <p:cNvSpPr/>
            <p:nvPr/>
          </p:nvSpPr>
          <p:spPr>
            <a:xfrm>
              <a:off x="8347210" y="2230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0" name="pt45940"/>
            <p:cNvSpPr/>
            <p:nvPr/>
          </p:nvSpPr>
          <p:spPr>
            <a:xfrm>
              <a:off x="8439043" y="2437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1" name="pt45941"/>
            <p:cNvSpPr/>
            <p:nvPr/>
          </p:nvSpPr>
          <p:spPr>
            <a:xfrm>
              <a:off x="8783657" y="215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2" name="pt45942"/>
            <p:cNvSpPr/>
            <p:nvPr/>
          </p:nvSpPr>
          <p:spPr>
            <a:xfrm>
              <a:off x="8398928" y="2431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3" name="pt45943"/>
            <p:cNvSpPr/>
            <p:nvPr/>
          </p:nvSpPr>
          <p:spPr>
            <a:xfrm>
              <a:off x="9317391" y="2206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4" name="pt45944"/>
            <p:cNvSpPr/>
            <p:nvPr/>
          </p:nvSpPr>
          <p:spPr>
            <a:xfrm>
              <a:off x="8274318" y="2336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5" name="pt45945"/>
            <p:cNvSpPr/>
            <p:nvPr/>
          </p:nvSpPr>
          <p:spPr>
            <a:xfrm>
              <a:off x="9371804" y="1968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6" name="pt45946"/>
            <p:cNvSpPr/>
            <p:nvPr/>
          </p:nvSpPr>
          <p:spPr>
            <a:xfrm>
              <a:off x="8932933" y="1905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7" name="pt45947"/>
            <p:cNvSpPr/>
            <p:nvPr/>
          </p:nvSpPr>
          <p:spPr>
            <a:xfrm>
              <a:off x="8471820" y="2396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8" name="pt45948"/>
            <p:cNvSpPr/>
            <p:nvPr/>
          </p:nvSpPr>
          <p:spPr>
            <a:xfrm>
              <a:off x="8274318" y="2520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9" name="pt45949"/>
            <p:cNvSpPr/>
            <p:nvPr/>
          </p:nvSpPr>
          <p:spPr>
            <a:xfrm>
              <a:off x="9049289" y="2170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0" name="pt45950"/>
            <p:cNvSpPr/>
            <p:nvPr/>
          </p:nvSpPr>
          <p:spPr>
            <a:xfrm>
              <a:off x="8845651" y="2016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1" name="pt45951"/>
            <p:cNvSpPr/>
            <p:nvPr/>
          </p:nvSpPr>
          <p:spPr>
            <a:xfrm>
              <a:off x="8918543" y="2024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2" name="pt45952"/>
            <p:cNvSpPr/>
            <p:nvPr/>
          </p:nvSpPr>
          <p:spPr>
            <a:xfrm>
              <a:off x="9657982" y="1771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3" name="pt45953"/>
            <p:cNvSpPr/>
            <p:nvPr/>
          </p:nvSpPr>
          <p:spPr>
            <a:xfrm>
              <a:off x="8563654" y="2218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4" name="pt45954"/>
            <p:cNvSpPr/>
            <p:nvPr/>
          </p:nvSpPr>
          <p:spPr>
            <a:xfrm>
              <a:off x="8913479" y="1740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5" name="pt45955"/>
            <p:cNvSpPr/>
            <p:nvPr/>
          </p:nvSpPr>
          <p:spPr>
            <a:xfrm>
              <a:off x="8697035" y="2229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6" name="pt45956"/>
            <p:cNvSpPr/>
            <p:nvPr/>
          </p:nvSpPr>
          <p:spPr>
            <a:xfrm>
              <a:off x="9156826" y="2013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7" name="pt45957"/>
            <p:cNvSpPr/>
            <p:nvPr/>
          </p:nvSpPr>
          <p:spPr>
            <a:xfrm>
              <a:off x="9707347" y="1775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8" name="pt45958"/>
            <p:cNvSpPr/>
            <p:nvPr/>
          </p:nvSpPr>
          <p:spPr>
            <a:xfrm>
              <a:off x="9156826" y="2084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9" name="pt45959"/>
            <p:cNvSpPr/>
            <p:nvPr/>
          </p:nvSpPr>
          <p:spPr>
            <a:xfrm>
              <a:off x="9247994" y="1750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0" name="pt45960"/>
            <p:cNvSpPr/>
            <p:nvPr/>
          </p:nvSpPr>
          <p:spPr>
            <a:xfrm>
              <a:off x="8347210" y="2338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1" name="pt45961"/>
            <p:cNvSpPr/>
            <p:nvPr/>
          </p:nvSpPr>
          <p:spPr>
            <a:xfrm>
              <a:off x="8798858" y="2105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2" name="pt45962"/>
            <p:cNvSpPr/>
            <p:nvPr/>
          </p:nvSpPr>
          <p:spPr>
            <a:xfrm>
              <a:off x="8439043" y="2227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3" name="pt45963"/>
            <p:cNvSpPr/>
            <p:nvPr/>
          </p:nvSpPr>
          <p:spPr>
            <a:xfrm>
              <a:off x="8659047" y="2386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4" name="pt45964"/>
            <p:cNvSpPr/>
            <p:nvPr/>
          </p:nvSpPr>
          <p:spPr>
            <a:xfrm>
              <a:off x="8939717" y="2062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5" name="pt45965"/>
            <p:cNvSpPr/>
            <p:nvPr/>
          </p:nvSpPr>
          <p:spPr>
            <a:xfrm>
              <a:off x="8274318" y="2439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6" name="pt45966"/>
            <p:cNvSpPr/>
            <p:nvPr/>
          </p:nvSpPr>
          <p:spPr>
            <a:xfrm>
              <a:off x="8580788" y="2119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7" name="pt45967"/>
            <p:cNvSpPr/>
            <p:nvPr/>
          </p:nvSpPr>
          <p:spPr>
            <a:xfrm>
              <a:off x="8863465" y="2062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8" name="pt45968"/>
            <p:cNvSpPr/>
            <p:nvPr/>
          </p:nvSpPr>
          <p:spPr>
            <a:xfrm>
              <a:off x="8523538" y="2395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9" name="pt45969"/>
            <p:cNvSpPr/>
            <p:nvPr/>
          </p:nvSpPr>
          <p:spPr>
            <a:xfrm>
              <a:off x="8973968" y="2033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0" name="pt45970"/>
            <p:cNvSpPr/>
            <p:nvPr/>
          </p:nvSpPr>
          <p:spPr>
            <a:xfrm>
              <a:off x="9054052" y="2219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1" name="pt45971"/>
            <p:cNvSpPr/>
            <p:nvPr/>
          </p:nvSpPr>
          <p:spPr>
            <a:xfrm>
              <a:off x="9431373" y="1869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2" name="pt45972"/>
            <p:cNvSpPr/>
            <p:nvPr/>
          </p:nvSpPr>
          <p:spPr>
            <a:xfrm>
              <a:off x="8688264" y="227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3" name="pt45973"/>
            <p:cNvSpPr/>
            <p:nvPr/>
          </p:nvSpPr>
          <p:spPr>
            <a:xfrm>
              <a:off x="9097658" y="2108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4" name="pt45974"/>
            <p:cNvSpPr/>
            <p:nvPr/>
          </p:nvSpPr>
          <p:spPr>
            <a:xfrm>
              <a:off x="8439043" y="2313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5" name="pt45975"/>
            <p:cNvSpPr/>
            <p:nvPr/>
          </p:nvSpPr>
          <p:spPr>
            <a:xfrm>
              <a:off x="9013348" y="1643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6" name="pt45976"/>
            <p:cNvSpPr/>
            <p:nvPr/>
          </p:nvSpPr>
          <p:spPr>
            <a:xfrm>
              <a:off x="8563654" y="2211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7" name="pt45977"/>
            <p:cNvSpPr/>
            <p:nvPr/>
          </p:nvSpPr>
          <p:spPr>
            <a:xfrm>
              <a:off x="8939717" y="2094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8" name="pt45978"/>
            <p:cNvSpPr/>
            <p:nvPr/>
          </p:nvSpPr>
          <p:spPr>
            <a:xfrm>
              <a:off x="9645731" y="2181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9" name="pt45979"/>
            <p:cNvSpPr/>
            <p:nvPr/>
          </p:nvSpPr>
          <p:spPr>
            <a:xfrm>
              <a:off x="9048079" y="2075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0" name="pt45980"/>
            <p:cNvSpPr/>
            <p:nvPr/>
          </p:nvSpPr>
          <p:spPr>
            <a:xfrm>
              <a:off x="8610820" y="2058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1" name="pt45981"/>
            <p:cNvSpPr/>
            <p:nvPr/>
          </p:nvSpPr>
          <p:spPr>
            <a:xfrm>
              <a:off x="9196543" y="2033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2" name="pt45982"/>
            <p:cNvSpPr/>
            <p:nvPr/>
          </p:nvSpPr>
          <p:spPr>
            <a:xfrm>
              <a:off x="9780125" y="2615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3" name="pt45983"/>
            <p:cNvSpPr/>
            <p:nvPr/>
          </p:nvSpPr>
          <p:spPr>
            <a:xfrm>
              <a:off x="9226820" y="1899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4" name="pt45984"/>
            <p:cNvSpPr/>
            <p:nvPr/>
          </p:nvSpPr>
          <p:spPr>
            <a:xfrm>
              <a:off x="9143758" y="2077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5" name="pt45985"/>
            <p:cNvSpPr/>
            <p:nvPr/>
          </p:nvSpPr>
          <p:spPr>
            <a:xfrm>
              <a:off x="8624143" y="2517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6" name="pt45986"/>
            <p:cNvSpPr/>
            <p:nvPr/>
          </p:nvSpPr>
          <p:spPr>
            <a:xfrm>
              <a:off x="9143758" y="2240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7" name="pt45987"/>
            <p:cNvSpPr/>
            <p:nvPr/>
          </p:nvSpPr>
          <p:spPr>
            <a:xfrm>
              <a:off x="8803653" y="2292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8" name="pt45988"/>
            <p:cNvSpPr/>
            <p:nvPr/>
          </p:nvSpPr>
          <p:spPr>
            <a:xfrm>
              <a:off x="8398928" y="2392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9" name="pt45989"/>
            <p:cNvSpPr/>
            <p:nvPr/>
          </p:nvSpPr>
          <p:spPr>
            <a:xfrm>
              <a:off x="8648148" y="2367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0" name="pt45990"/>
            <p:cNvSpPr/>
            <p:nvPr/>
          </p:nvSpPr>
          <p:spPr>
            <a:xfrm>
              <a:off x="9034195" y="1723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1" name="pt45991"/>
            <p:cNvSpPr/>
            <p:nvPr/>
          </p:nvSpPr>
          <p:spPr>
            <a:xfrm>
              <a:off x="9211830" y="1860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2" name="pt45992"/>
            <p:cNvSpPr/>
            <p:nvPr/>
          </p:nvSpPr>
          <p:spPr>
            <a:xfrm>
              <a:off x="9226820" y="2053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3" name="pt45993"/>
            <p:cNvSpPr/>
            <p:nvPr/>
          </p:nvSpPr>
          <p:spPr>
            <a:xfrm>
              <a:off x="8274318" y="2411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4" name="pt45994"/>
            <p:cNvSpPr/>
            <p:nvPr/>
          </p:nvSpPr>
          <p:spPr>
            <a:xfrm>
              <a:off x="9049289" y="2159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5" name="pt45995"/>
            <p:cNvSpPr/>
            <p:nvPr/>
          </p:nvSpPr>
          <p:spPr>
            <a:xfrm>
              <a:off x="9499399" y="232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6" name="pt45996"/>
            <p:cNvSpPr/>
            <p:nvPr/>
          </p:nvSpPr>
          <p:spPr>
            <a:xfrm>
              <a:off x="9243545" y="2172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7" name="pt45997"/>
            <p:cNvSpPr/>
            <p:nvPr/>
          </p:nvSpPr>
          <p:spPr>
            <a:xfrm>
              <a:off x="9490707" y="222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8" name="pt45998"/>
            <p:cNvSpPr/>
            <p:nvPr/>
          </p:nvSpPr>
          <p:spPr>
            <a:xfrm>
              <a:off x="8735430" y="2029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9" name="pt45999"/>
            <p:cNvSpPr/>
            <p:nvPr/>
          </p:nvSpPr>
          <p:spPr>
            <a:xfrm>
              <a:off x="9066533" y="1932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0" name="pt46000"/>
            <p:cNvSpPr/>
            <p:nvPr/>
          </p:nvSpPr>
          <p:spPr>
            <a:xfrm>
              <a:off x="9602828" y="2576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1" name="pt46001"/>
            <p:cNvSpPr/>
            <p:nvPr/>
          </p:nvSpPr>
          <p:spPr>
            <a:xfrm>
              <a:off x="8274318" y="2422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2" name="pt46002"/>
            <p:cNvSpPr/>
            <p:nvPr/>
          </p:nvSpPr>
          <p:spPr>
            <a:xfrm>
              <a:off x="9325618" y="2150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3" name="pt46003"/>
            <p:cNvSpPr/>
            <p:nvPr/>
          </p:nvSpPr>
          <p:spPr>
            <a:xfrm>
              <a:off x="8471820" y="2703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4" name="pt46004"/>
            <p:cNvSpPr/>
            <p:nvPr/>
          </p:nvSpPr>
          <p:spPr>
            <a:xfrm>
              <a:off x="9282758" y="1739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5" name="pt46005"/>
            <p:cNvSpPr/>
            <p:nvPr/>
          </p:nvSpPr>
          <p:spPr>
            <a:xfrm>
              <a:off x="8523538" y="2656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6" name="pt46006"/>
            <p:cNvSpPr/>
            <p:nvPr/>
          </p:nvSpPr>
          <p:spPr>
            <a:xfrm>
              <a:off x="8523538" y="2315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7" name="pt46007"/>
            <p:cNvSpPr/>
            <p:nvPr/>
          </p:nvSpPr>
          <p:spPr>
            <a:xfrm>
              <a:off x="8544712" y="2313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8" name="pt46008"/>
            <p:cNvSpPr/>
            <p:nvPr/>
          </p:nvSpPr>
          <p:spPr>
            <a:xfrm>
              <a:off x="9126552" y="1949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9" name="pt46009"/>
            <p:cNvSpPr/>
            <p:nvPr/>
          </p:nvSpPr>
          <p:spPr>
            <a:xfrm>
              <a:off x="8398928" y="2615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0" name="pt46010"/>
            <p:cNvSpPr/>
            <p:nvPr/>
          </p:nvSpPr>
          <p:spPr>
            <a:xfrm>
              <a:off x="8648148" y="2291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1" name="pt46011"/>
            <p:cNvSpPr/>
            <p:nvPr/>
          </p:nvSpPr>
          <p:spPr>
            <a:xfrm>
              <a:off x="8544712" y="2372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2" name="pt46012"/>
            <p:cNvSpPr/>
            <p:nvPr/>
          </p:nvSpPr>
          <p:spPr>
            <a:xfrm>
              <a:off x="8471820" y="2327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3" name="pt46013"/>
            <p:cNvSpPr/>
            <p:nvPr/>
          </p:nvSpPr>
          <p:spPr>
            <a:xfrm>
              <a:off x="9681061" y="2188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4" name="pt46014"/>
            <p:cNvSpPr/>
            <p:nvPr/>
          </p:nvSpPr>
          <p:spPr>
            <a:xfrm>
              <a:off x="9413835" y="1948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5" name="pt46015"/>
            <p:cNvSpPr/>
            <p:nvPr/>
          </p:nvSpPr>
          <p:spPr>
            <a:xfrm>
              <a:off x="8274318" y="2453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6" name="pt46016"/>
            <p:cNvSpPr/>
            <p:nvPr/>
          </p:nvSpPr>
          <p:spPr>
            <a:xfrm>
              <a:off x="8913479" y="1852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7" name="pt46017"/>
            <p:cNvSpPr/>
            <p:nvPr/>
          </p:nvSpPr>
          <p:spPr>
            <a:xfrm>
              <a:off x="8778290" y="2131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8" name="pt46018"/>
            <p:cNvSpPr/>
            <p:nvPr/>
          </p:nvSpPr>
          <p:spPr>
            <a:xfrm>
              <a:off x="9054052" y="2147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9" name="pt46019"/>
            <p:cNvSpPr/>
            <p:nvPr/>
          </p:nvSpPr>
          <p:spPr>
            <a:xfrm>
              <a:off x="9049289" y="2198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0" name="pt46020"/>
            <p:cNvSpPr/>
            <p:nvPr/>
          </p:nvSpPr>
          <p:spPr>
            <a:xfrm>
              <a:off x="8544712" y="2386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1" name="pt46021"/>
            <p:cNvSpPr/>
            <p:nvPr/>
          </p:nvSpPr>
          <p:spPr>
            <a:xfrm>
              <a:off x="9124182" y="1948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2" name="pt46022"/>
            <p:cNvSpPr/>
            <p:nvPr/>
          </p:nvSpPr>
          <p:spPr>
            <a:xfrm>
              <a:off x="8798858" y="1980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3" name="pt46023"/>
            <p:cNvSpPr/>
            <p:nvPr/>
          </p:nvSpPr>
          <p:spPr>
            <a:xfrm>
              <a:off x="8523538" y="2499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4" name="pt46024"/>
            <p:cNvSpPr/>
            <p:nvPr/>
          </p:nvSpPr>
          <p:spPr>
            <a:xfrm>
              <a:off x="8596430" y="2352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5" name="pt46025"/>
            <p:cNvSpPr/>
            <p:nvPr/>
          </p:nvSpPr>
          <p:spPr>
            <a:xfrm>
              <a:off x="9180997" y="1902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6" name="pt46026"/>
            <p:cNvSpPr/>
            <p:nvPr/>
          </p:nvSpPr>
          <p:spPr>
            <a:xfrm>
              <a:off x="9170243" y="1915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7" name="pt46027"/>
            <p:cNvSpPr/>
            <p:nvPr/>
          </p:nvSpPr>
          <p:spPr>
            <a:xfrm>
              <a:off x="8834048" y="1980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8" name="pt46028"/>
            <p:cNvSpPr/>
            <p:nvPr/>
          </p:nvSpPr>
          <p:spPr>
            <a:xfrm>
              <a:off x="9488519" y="240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9" name="pt46029"/>
            <p:cNvSpPr/>
            <p:nvPr/>
          </p:nvSpPr>
          <p:spPr>
            <a:xfrm>
              <a:off x="8923469" y="1855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0" name="pt46030"/>
            <p:cNvSpPr/>
            <p:nvPr/>
          </p:nvSpPr>
          <p:spPr>
            <a:xfrm>
              <a:off x="9149376" y="2139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1" name="pt46031"/>
            <p:cNvSpPr/>
            <p:nvPr/>
          </p:nvSpPr>
          <p:spPr>
            <a:xfrm>
              <a:off x="8471820" y="2615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2" name="pt46032"/>
            <p:cNvSpPr/>
            <p:nvPr/>
          </p:nvSpPr>
          <p:spPr>
            <a:xfrm>
              <a:off x="8471820" y="2275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3" name="pt46033"/>
            <p:cNvSpPr/>
            <p:nvPr/>
          </p:nvSpPr>
          <p:spPr>
            <a:xfrm>
              <a:off x="8897369" y="2188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4" name="pt46034"/>
            <p:cNvSpPr/>
            <p:nvPr/>
          </p:nvSpPr>
          <p:spPr>
            <a:xfrm>
              <a:off x="8439043" y="2281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5" name="pt46035"/>
            <p:cNvSpPr/>
            <p:nvPr/>
          </p:nvSpPr>
          <p:spPr>
            <a:xfrm>
              <a:off x="8830008" y="2164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6" name="pt46036"/>
            <p:cNvSpPr/>
            <p:nvPr/>
          </p:nvSpPr>
          <p:spPr>
            <a:xfrm>
              <a:off x="8563654" y="2319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7" name="pt46037"/>
            <p:cNvSpPr/>
            <p:nvPr/>
          </p:nvSpPr>
          <p:spPr>
            <a:xfrm>
              <a:off x="8563654" y="2155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8" name="pt46038"/>
            <p:cNvSpPr/>
            <p:nvPr/>
          </p:nvSpPr>
          <p:spPr>
            <a:xfrm>
              <a:off x="9780125" y="2657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9" name="pt46039"/>
            <p:cNvSpPr/>
            <p:nvPr/>
          </p:nvSpPr>
          <p:spPr>
            <a:xfrm>
              <a:off x="8996361" y="1907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0" name="pt46040"/>
            <p:cNvSpPr/>
            <p:nvPr/>
          </p:nvSpPr>
          <p:spPr>
            <a:xfrm>
              <a:off x="8982914" y="1825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1" name="pt46041"/>
            <p:cNvSpPr/>
            <p:nvPr/>
          </p:nvSpPr>
          <p:spPr>
            <a:xfrm>
              <a:off x="9332489" y="2143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2" name="pt46042"/>
            <p:cNvSpPr/>
            <p:nvPr/>
          </p:nvSpPr>
          <p:spPr>
            <a:xfrm>
              <a:off x="9203327" y="1708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3" name="pt46043"/>
            <p:cNvSpPr/>
            <p:nvPr/>
          </p:nvSpPr>
          <p:spPr>
            <a:xfrm>
              <a:off x="8596430" y="2340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4" name="pt46044"/>
            <p:cNvSpPr/>
            <p:nvPr/>
          </p:nvSpPr>
          <p:spPr>
            <a:xfrm>
              <a:off x="8274318" y="2540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5" name="pt46045"/>
            <p:cNvSpPr/>
            <p:nvPr/>
          </p:nvSpPr>
          <p:spPr>
            <a:xfrm>
              <a:off x="8721041" y="2179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6" name="pt46046"/>
            <p:cNvSpPr/>
            <p:nvPr/>
          </p:nvSpPr>
          <p:spPr>
            <a:xfrm>
              <a:off x="8925882" y="1925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7" name="pt46047"/>
            <p:cNvSpPr/>
            <p:nvPr/>
          </p:nvSpPr>
          <p:spPr>
            <a:xfrm>
              <a:off x="9657982" y="1877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8" name="pt46048"/>
            <p:cNvSpPr/>
            <p:nvPr/>
          </p:nvSpPr>
          <p:spPr>
            <a:xfrm>
              <a:off x="8624143" y="2459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9" name="pt46049"/>
            <p:cNvSpPr/>
            <p:nvPr/>
          </p:nvSpPr>
          <p:spPr>
            <a:xfrm>
              <a:off x="8748753" y="2063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0" name="pt46050"/>
            <p:cNvSpPr/>
            <p:nvPr/>
          </p:nvSpPr>
          <p:spPr>
            <a:xfrm>
              <a:off x="8830008" y="2283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1" name="pt46051"/>
            <p:cNvSpPr/>
            <p:nvPr/>
          </p:nvSpPr>
          <p:spPr>
            <a:xfrm>
              <a:off x="9034195" y="1722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2" name="pt46052"/>
            <p:cNvSpPr/>
            <p:nvPr/>
          </p:nvSpPr>
          <p:spPr>
            <a:xfrm>
              <a:off x="9394753" y="1999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3" name="pt46053"/>
            <p:cNvSpPr/>
            <p:nvPr/>
          </p:nvSpPr>
          <p:spPr>
            <a:xfrm>
              <a:off x="9313270" y="2162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4" name="pt46054"/>
            <p:cNvSpPr/>
            <p:nvPr/>
          </p:nvSpPr>
          <p:spPr>
            <a:xfrm>
              <a:off x="9075096" y="1843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5" name="pt46055"/>
            <p:cNvSpPr/>
            <p:nvPr/>
          </p:nvSpPr>
          <p:spPr>
            <a:xfrm>
              <a:off x="9089164" y="1686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6" name="pt46056"/>
            <p:cNvSpPr/>
            <p:nvPr/>
          </p:nvSpPr>
          <p:spPr>
            <a:xfrm>
              <a:off x="9356962" y="2049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7" name="pt46057"/>
            <p:cNvSpPr/>
            <p:nvPr/>
          </p:nvSpPr>
          <p:spPr>
            <a:xfrm>
              <a:off x="9394753" y="219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8" name="pt46058"/>
            <p:cNvSpPr/>
            <p:nvPr/>
          </p:nvSpPr>
          <p:spPr>
            <a:xfrm>
              <a:off x="9171470" y="1923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9" name="pt46059"/>
            <p:cNvSpPr/>
            <p:nvPr/>
          </p:nvSpPr>
          <p:spPr>
            <a:xfrm>
              <a:off x="9282758" y="2115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0" name="pt46060"/>
            <p:cNvSpPr/>
            <p:nvPr/>
          </p:nvSpPr>
          <p:spPr>
            <a:xfrm>
              <a:off x="8939717" y="2058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1" name="pt46061"/>
            <p:cNvSpPr/>
            <p:nvPr/>
          </p:nvSpPr>
          <p:spPr>
            <a:xfrm>
              <a:off x="8610820" y="2016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2" name="pt46062"/>
            <p:cNvSpPr/>
            <p:nvPr/>
          </p:nvSpPr>
          <p:spPr>
            <a:xfrm>
              <a:off x="8817313" y="1855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3" name="pt46063"/>
            <p:cNvSpPr/>
            <p:nvPr/>
          </p:nvSpPr>
          <p:spPr>
            <a:xfrm>
              <a:off x="9227269" y="2061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4" name="pt46064"/>
            <p:cNvSpPr/>
            <p:nvPr/>
          </p:nvSpPr>
          <p:spPr>
            <a:xfrm>
              <a:off x="8580788" y="2248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5" name="pt46065"/>
            <p:cNvSpPr/>
            <p:nvPr/>
          </p:nvSpPr>
          <p:spPr>
            <a:xfrm>
              <a:off x="9295774" y="1927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6" name="pt46066"/>
            <p:cNvSpPr/>
            <p:nvPr/>
          </p:nvSpPr>
          <p:spPr>
            <a:xfrm>
              <a:off x="9502529" y="2619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7" name="pt46067"/>
            <p:cNvSpPr/>
            <p:nvPr/>
          </p:nvSpPr>
          <p:spPr>
            <a:xfrm>
              <a:off x="8471820" y="2621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8" name="pt46068"/>
            <p:cNvSpPr/>
            <p:nvPr/>
          </p:nvSpPr>
          <p:spPr>
            <a:xfrm>
              <a:off x="8908267" y="1946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9" name="pt46069"/>
            <p:cNvSpPr/>
            <p:nvPr/>
          </p:nvSpPr>
          <p:spPr>
            <a:xfrm>
              <a:off x="8347210" y="2356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0" name="pt46070"/>
            <p:cNvSpPr/>
            <p:nvPr/>
          </p:nvSpPr>
          <p:spPr>
            <a:xfrm>
              <a:off x="8937484" y="2048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1" name="pt46071"/>
            <p:cNvSpPr/>
            <p:nvPr/>
          </p:nvSpPr>
          <p:spPr>
            <a:xfrm>
              <a:off x="9090127" y="1751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2" name="pt46072"/>
            <p:cNvSpPr/>
            <p:nvPr/>
          </p:nvSpPr>
          <p:spPr>
            <a:xfrm>
              <a:off x="8659047" y="2376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3" name="pt46073"/>
            <p:cNvSpPr/>
            <p:nvPr/>
          </p:nvSpPr>
          <p:spPr>
            <a:xfrm>
              <a:off x="9211830" y="1800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4" name="pt46074"/>
            <p:cNvSpPr/>
            <p:nvPr/>
          </p:nvSpPr>
          <p:spPr>
            <a:xfrm>
              <a:off x="8439043" y="2164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5" name="pt46075"/>
            <p:cNvSpPr/>
            <p:nvPr/>
          </p:nvSpPr>
          <p:spPr>
            <a:xfrm>
              <a:off x="9074048" y="1899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6" name="pt46076"/>
            <p:cNvSpPr/>
            <p:nvPr/>
          </p:nvSpPr>
          <p:spPr>
            <a:xfrm>
              <a:off x="9013348" y="1292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7" name="pt46077"/>
            <p:cNvSpPr/>
            <p:nvPr/>
          </p:nvSpPr>
          <p:spPr>
            <a:xfrm>
              <a:off x="8939717" y="1976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8" name="pt46078"/>
            <p:cNvSpPr/>
            <p:nvPr/>
          </p:nvSpPr>
          <p:spPr>
            <a:xfrm>
              <a:off x="9002725" y="1906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9" name="pt46079"/>
            <p:cNvSpPr/>
            <p:nvPr/>
          </p:nvSpPr>
          <p:spPr>
            <a:xfrm>
              <a:off x="8996361" y="1954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0" name="pt46080"/>
            <p:cNvSpPr/>
            <p:nvPr/>
          </p:nvSpPr>
          <p:spPr>
            <a:xfrm>
              <a:off x="8849358" y="2128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1" name="pt46081"/>
            <p:cNvSpPr/>
            <p:nvPr/>
          </p:nvSpPr>
          <p:spPr>
            <a:xfrm>
              <a:off x="8808322" y="2324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2" name="pt46082"/>
            <p:cNvSpPr/>
            <p:nvPr/>
          </p:nvSpPr>
          <p:spPr>
            <a:xfrm>
              <a:off x="8873363" y="1993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3" name="pt46083"/>
            <p:cNvSpPr/>
            <p:nvPr/>
          </p:nvSpPr>
          <p:spPr>
            <a:xfrm>
              <a:off x="8870124" y="2189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4" name="pt46084"/>
            <p:cNvSpPr/>
            <p:nvPr/>
          </p:nvSpPr>
          <p:spPr>
            <a:xfrm>
              <a:off x="9356962" y="2119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5" name="pt46085"/>
            <p:cNvSpPr/>
            <p:nvPr/>
          </p:nvSpPr>
          <p:spPr>
            <a:xfrm>
              <a:off x="9057543" y="1666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6" name="pt46086"/>
            <p:cNvSpPr/>
            <p:nvPr/>
          </p:nvSpPr>
          <p:spPr>
            <a:xfrm>
              <a:off x="8563654" y="2132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7" name="pt46087"/>
            <p:cNvSpPr/>
            <p:nvPr/>
          </p:nvSpPr>
          <p:spPr>
            <a:xfrm>
              <a:off x="8845651" y="2142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8" name="pt46088"/>
            <p:cNvSpPr/>
            <p:nvPr/>
          </p:nvSpPr>
          <p:spPr>
            <a:xfrm>
              <a:off x="8610820" y="2153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9" name="pt46089"/>
            <p:cNvSpPr/>
            <p:nvPr/>
          </p:nvSpPr>
          <p:spPr>
            <a:xfrm>
              <a:off x="8948383" y="2039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0" name="pt46090"/>
            <p:cNvSpPr/>
            <p:nvPr/>
          </p:nvSpPr>
          <p:spPr>
            <a:xfrm>
              <a:off x="8713389" y="2333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1" name="pt46091"/>
            <p:cNvSpPr/>
            <p:nvPr/>
          </p:nvSpPr>
          <p:spPr>
            <a:xfrm>
              <a:off x="9013348" y="1486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2" name="pt46092"/>
            <p:cNvSpPr/>
            <p:nvPr/>
          </p:nvSpPr>
          <p:spPr>
            <a:xfrm>
              <a:off x="8958659" y="222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3" name="pt46093"/>
            <p:cNvSpPr/>
            <p:nvPr/>
          </p:nvSpPr>
          <p:spPr>
            <a:xfrm>
              <a:off x="9644546" y="2159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4" name="pt46094"/>
            <p:cNvSpPr/>
            <p:nvPr/>
          </p:nvSpPr>
          <p:spPr>
            <a:xfrm>
              <a:off x="9568569" y="2308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5" name="pt46095"/>
            <p:cNvSpPr/>
            <p:nvPr/>
          </p:nvSpPr>
          <p:spPr>
            <a:xfrm>
              <a:off x="8439043" y="2321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6" name="pt46096"/>
            <p:cNvSpPr/>
            <p:nvPr/>
          </p:nvSpPr>
          <p:spPr>
            <a:xfrm>
              <a:off x="8742215" y="2030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7" name="pt46097"/>
            <p:cNvSpPr/>
            <p:nvPr/>
          </p:nvSpPr>
          <p:spPr>
            <a:xfrm>
              <a:off x="8471820" y="2454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8" name="pt46098"/>
            <p:cNvSpPr/>
            <p:nvPr/>
          </p:nvSpPr>
          <p:spPr>
            <a:xfrm>
              <a:off x="8347210" y="2344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9" name="pt46099"/>
            <p:cNvSpPr/>
            <p:nvPr/>
          </p:nvSpPr>
          <p:spPr>
            <a:xfrm>
              <a:off x="9176891" y="1895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0" name="pt46100"/>
            <p:cNvSpPr/>
            <p:nvPr/>
          </p:nvSpPr>
          <p:spPr>
            <a:xfrm>
              <a:off x="8347210" y="2289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1" name="pt46101"/>
            <p:cNvSpPr/>
            <p:nvPr/>
          </p:nvSpPr>
          <p:spPr>
            <a:xfrm>
              <a:off x="8398928" y="2455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2" name="pt46102"/>
            <p:cNvSpPr/>
            <p:nvPr/>
          </p:nvSpPr>
          <p:spPr>
            <a:xfrm>
              <a:off x="8956650" y="2249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3" name="pt46103"/>
            <p:cNvSpPr/>
            <p:nvPr/>
          </p:nvSpPr>
          <p:spPr>
            <a:xfrm>
              <a:off x="8471820" y="2434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4" name="pt46104"/>
            <p:cNvSpPr/>
            <p:nvPr/>
          </p:nvSpPr>
          <p:spPr>
            <a:xfrm>
              <a:off x="8897369" y="2126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5" name="pt46105"/>
            <p:cNvSpPr/>
            <p:nvPr/>
          </p:nvSpPr>
          <p:spPr>
            <a:xfrm>
              <a:off x="8596430" y="2260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6" name="pt46106"/>
            <p:cNvSpPr/>
            <p:nvPr/>
          </p:nvSpPr>
          <p:spPr>
            <a:xfrm>
              <a:off x="8783657" y="2035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7" name="pt46107"/>
            <p:cNvSpPr/>
            <p:nvPr/>
          </p:nvSpPr>
          <p:spPr>
            <a:xfrm>
              <a:off x="8610820" y="1943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8" name="pt46108"/>
            <p:cNvSpPr/>
            <p:nvPr/>
          </p:nvSpPr>
          <p:spPr>
            <a:xfrm>
              <a:off x="8748753" y="2170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9" name="pt46109"/>
            <p:cNvSpPr/>
            <p:nvPr/>
          </p:nvSpPr>
          <p:spPr>
            <a:xfrm>
              <a:off x="9118525" y="2021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0" name="pt46110"/>
            <p:cNvSpPr/>
            <p:nvPr/>
          </p:nvSpPr>
          <p:spPr>
            <a:xfrm>
              <a:off x="9157488" y="1674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1" name="pt46111"/>
            <p:cNvSpPr/>
            <p:nvPr/>
          </p:nvSpPr>
          <p:spPr>
            <a:xfrm>
              <a:off x="8580788" y="2172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2" name="pt46112"/>
            <p:cNvSpPr/>
            <p:nvPr/>
          </p:nvSpPr>
          <p:spPr>
            <a:xfrm>
              <a:off x="8891661" y="2140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3" name="pt46113"/>
            <p:cNvSpPr/>
            <p:nvPr/>
          </p:nvSpPr>
          <p:spPr>
            <a:xfrm>
              <a:off x="8908267" y="2064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4" name="pt46114"/>
            <p:cNvSpPr/>
            <p:nvPr/>
          </p:nvSpPr>
          <p:spPr>
            <a:xfrm>
              <a:off x="8580788" y="2042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5" name="pt46115"/>
            <p:cNvSpPr/>
            <p:nvPr/>
          </p:nvSpPr>
          <p:spPr>
            <a:xfrm>
              <a:off x="9379078" y="2024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6" name="pt46116"/>
            <p:cNvSpPr/>
            <p:nvPr/>
          </p:nvSpPr>
          <p:spPr>
            <a:xfrm>
              <a:off x="8610820" y="2006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7" name="pt46117"/>
            <p:cNvSpPr/>
            <p:nvPr/>
          </p:nvSpPr>
          <p:spPr>
            <a:xfrm>
              <a:off x="8954618" y="2249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8" name="pt46118"/>
            <p:cNvSpPr/>
            <p:nvPr/>
          </p:nvSpPr>
          <p:spPr>
            <a:xfrm>
              <a:off x="9179833" y="1969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9" name="pt46119"/>
            <p:cNvSpPr/>
            <p:nvPr/>
          </p:nvSpPr>
          <p:spPr>
            <a:xfrm>
              <a:off x="8783657" y="2393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0" name="pt46120"/>
            <p:cNvSpPr/>
            <p:nvPr/>
          </p:nvSpPr>
          <p:spPr>
            <a:xfrm>
              <a:off x="8838000" y="1998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1" name="pt46121"/>
            <p:cNvSpPr/>
            <p:nvPr/>
          </p:nvSpPr>
          <p:spPr>
            <a:xfrm>
              <a:off x="9645731" y="2382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2" name="pt46122"/>
            <p:cNvSpPr/>
            <p:nvPr/>
          </p:nvSpPr>
          <p:spPr>
            <a:xfrm>
              <a:off x="9049289" y="2232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3" name="pt46123"/>
            <p:cNvSpPr/>
            <p:nvPr/>
          </p:nvSpPr>
          <p:spPr>
            <a:xfrm>
              <a:off x="9490707" y="228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4" name="pt46124"/>
            <p:cNvSpPr/>
            <p:nvPr/>
          </p:nvSpPr>
          <p:spPr>
            <a:xfrm>
              <a:off x="9339588" y="2185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5" name="pt46125"/>
            <p:cNvSpPr/>
            <p:nvPr/>
          </p:nvSpPr>
          <p:spPr>
            <a:xfrm>
              <a:off x="9212805" y="1771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6" name="pt46126"/>
            <p:cNvSpPr/>
            <p:nvPr/>
          </p:nvSpPr>
          <p:spPr>
            <a:xfrm>
              <a:off x="9564013" y="2322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7" name="pt46127"/>
            <p:cNvSpPr/>
            <p:nvPr/>
          </p:nvSpPr>
          <p:spPr>
            <a:xfrm>
              <a:off x="8972124" y="2027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8" name="pt46128"/>
            <p:cNvSpPr/>
            <p:nvPr/>
          </p:nvSpPr>
          <p:spPr>
            <a:xfrm>
              <a:off x="8721041" y="1916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9" name="pt46129"/>
            <p:cNvSpPr/>
            <p:nvPr/>
          </p:nvSpPr>
          <p:spPr>
            <a:xfrm>
              <a:off x="8523538" y="244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0" name="pt46130"/>
            <p:cNvSpPr/>
            <p:nvPr/>
          </p:nvSpPr>
          <p:spPr>
            <a:xfrm>
              <a:off x="8347210" y="2267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1" name="pt46131"/>
            <p:cNvSpPr/>
            <p:nvPr/>
          </p:nvSpPr>
          <p:spPr>
            <a:xfrm>
              <a:off x="8624143" y="2390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2" name="pt46132"/>
            <p:cNvSpPr/>
            <p:nvPr/>
          </p:nvSpPr>
          <p:spPr>
            <a:xfrm>
              <a:off x="8761156" y="2287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3" name="pt46133"/>
            <p:cNvSpPr/>
            <p:nvPr/>
          </p:nvSpPr>
          <p:spPr>
            <a:xfrm>
              <a:off x="9066533" y="1763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4" name="pt46134"/>
            <p:cNvSpPr/>
            <p:nvPr/>
          </p:nvSpPr>
          <p:spPr>
            <a:xfrm>
              <a:off x="9273294" y="1588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5" name="pt46135"/>
            <p:cNvSpPr/>
            <p:nvPr/>
          </p:nvSpPr>
          <p:spPr>
            <a:xfrm>
              <a:off x="8636546" y="2368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6" name="pt46136"/>
            <p:cNvSpPr/>
            <p:nvPr/>
          </p:nvSpPr>
          <p:spPr>
            <a:xfrm>
              <a:off x="9049289" y="2172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7" name="pt46137"/>
            <p:cNvSpPr/>
            <p:nvPr/>
          </p:nvSpPr>
          <p:spPr>
            <a:xfrm>
              <a:off x="8523538" y="2267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8" name="pt46138"/>
            <p:cNvSpPr/>
            <p:nvPr/>
          </p:nvSpPr>
          <p:spPr>
            <a:xfrm>
              <a:off x="8398928" y="2450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9" name="pt46139"/>
            <p:cNvSpPr/>
            <p:nvPr/>
          </p:nvSpPr>
          <p:spPr>
            <a:xfrm>
              <a:off x="9368156" y="2021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0" name="pt46140"/>
            <p:cNvSpPr/>
            <p:nvPr/>
          </p:nvSpPr>
          <p:spPr>
            <a:xfrm>
              <a:off x="8563654" y="2289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1" name="pt46141"/>
            <p:cNvSpPr/>
            <p:nvPr/>
          </p:nvSpPr>
          <p:spPr>
            <a:xfrm>
              <a:off x="9046860" y="2141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2" name="pt46142"/>
            <p:cNvSpPr/>
            <p:nvPr/>
          </p:nvSpPr>
          <p:spPr>
            <a:xfrm>
              <a:off x="8523538" y="2355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3" name="pt46143"/>
            <p:cNvSpPr/>
            <p:nvPr/>
          </p:nvSpPr>
          <p:spPr>
            <a:xfrm>
              <a:off x="9044397" y="2060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4" name="pt46144"/>
            <p:cNvSpPr/>
            <p:nvPr/>
          </p:nvSpPr>
          <p:spPr>
            <a:xfrm>
              <a:off x="9379078" y="1950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5" name="pt46145"/>
            <p:cNvSpPr/>
            <p:nvPr/>
          </p:nvSpPr>
          <p:spPr>
            <a:xfrm>
              <a:off x="9077174" y="1875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6" name="pt46146"/>
            <p:cNvSpPr/>
            <p:nvPr/>
          </p:nvSpPr>
          <p:spPr>
            <a:xfrm>
              <a:off x="8624143" y="2469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7" name="pt46147"/>
            <p:cNvSpPr/>
            <p:nvPr/>
          </p:nvSpPr>
          <p:spPr>
            <a:xfrm>
              <a:off x="9681061" y="2267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8" name="pt46148"/>
            <p:cNvSpPr/>
            <p:nvPr/>
          </p:nvSpPr>
          <p:spPr>
            <a:xfrm>
              <a:off x="9717541" y="2241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9" name="pt46149"/>
            <p:cNvSpPr/>
            <p:nvPr/>
          </p:nvSpPr>
          <p:spPr>
            <a:xfrm>
              <a:off x="8808322" y="2238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0" name="pt46150"/>
            <p:cNvSpPr/>
            <p:nvPr/>
          </p:nvSpPr>
          <p:spPr>
            <a:xfrm>
              <a:off x="9200228" y="2066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1" name="pt46151"/>
            <p:cNvSpPr/>
            <p:nvPr/>
          </p:nvSpPr>
          <p:spPr>
            <a:xfrm>
              <a:off x="8544712" y="242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2" name="pt46152"/>
            <p:cNvSpPr/>
            <p:nvPr/>
          </p:nvSpPr>
          <p:spPr>
            <a:xfrm>
              <a:off x="8596430" y="2095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3" name="pt46153"/>
            <p:cNvSpPr/>
            <p:nvPr/>
          </p:nvSpPr>
          <p:spPr>
            <a:xfrm>
              <a:off x="8274318" y="2342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4" name="pt46154"/>
            <p:cNvSpPr/>
            <p:nvPr/>
          </p:nvSpPr>
          <p:spPr>
            <a:xfrm>
              <a:off x="8866825" y="2169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5" name="pt46155"/>
            <p:cNvSpPr/>
            <p:nvPr/>
          </p:nvSpPr>
          <p:spPr>
            <a:xfrm>
              <a:off x="9401001" y="2094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6" name="pt46156"/>
            <p:cNvSpPr/>
            <p:nvPr/>
          </p:nvSpPr>
          <p:spPr>
            <a:xfrm>
              <a:off x="9761216" y="238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7" name="pt46157"/>
            <p:cNvSpPr/>
            <p:nvPr/>
          </p:nvSpPr>
          <p:spPr>
            <a:xfrm>
              <a:off x="8274318" y="2342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8" name="pt46158"/>
            <p:cNvSpPr/>
            <p:nvPr/>
          </p:nvSpPr>
          <p:spPr>
            <a:xfrm>
              <a:off x="9187265" y="1985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9" name="pt46159"/>
            <p:cNvSpPr/>
            <p:nvPr/>
          </p:nvSpPr>
          <p:spPr>
            <a:xfrm>
              <a:off x="9535645" y="1914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0" name="pt46160"/>
            <p:cNvSpPr/>
            <p:nvPr/>
          </p:nvSpPr>
          <p:spPr>
            <a:xfrm>
              <a:off x="9286988" y="1998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1" name="pt46161"/>
            <p:cNvSpPr/>
            <p:nvPr/>
          </p:nvSpPr>
          <p:spPr>
            <a:xfrm>
              <a:off x="9034195" y="1737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2" name="pt46162"/>
            <p:cNvSpPr/>
            <p:nvPr/>
          </p:nvSpPr>
          <p:spPr>
            <a:xfrm>
              <a:off x="8948383" y="207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3" name="pt46163"/>
            <p:cNvSpPr/>
            <p:nvPr/>
          </p:nvSpPr>
          <p:spPr>
            <a:xfrm>
              <a:off x="9103999" y="202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4" name="pt46164"/>
            <p:cNvSpPr/>
            <p:nvPr/>
          </p:nvSpPr>
          <p:spPr>
            <a:xfrm>
              <a:off x="8523538" y="2422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5" name="pt46165"/>
            <p:cNvSpPr/>
            <p:nvPr/>
          </p:nvSpPr>
          <p:spPr>
            <a:xfrm>
              <a:off x="8923469" y="1952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6" name="pt46166"/>
            <p:cNvSpPr/>
            <p:nvPr/>
          </p:nvSpPr>
          <p:spPr>
            <a:xfrm>
              <a:off x="8398928" y="2335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7" name="pt46167"/>
            <p:cNvSpPr/>
            <p:nvPr/>
          </p:nvSpPr>
          <p:spPr>
            <a:xfrm>
              <a:off x="8748753" y="1992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8" name="pt46168"/>
            <p:cNvSpPr/>
            <p:nvPr/>
          </p:nvSpPr>
          <p:spPr>
            <a:xfrm>
              <a:off x="8913479" y="1844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9" name="pt46169"/>
            <p:cNvSpPr/>
            <p:nvPr/>
          </p:nvSpPr>
          <p:spPr>
            <a:xfrm>
              <a:off x="8812874" y="2096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0" name="pt46170"/>
            <p:cNvSpPr/>
            <p:nvPr/>
          </p:nvSpPr>
          <p:spPr>
            <a:xfrm>
              <a:off x="8897369" y="2111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1" name="pt46171"/>
            <p:cNvSpPr/>
            <p:nvPr/>
          </p:nvSpPr>
          <p:spPr>
            <a:xfrm>
              <a:off x="9039368" y="171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2" name="pt46172"/>
            <p:cNvSpPr/>
            <p:nvPr/>
          </p:nvSpPr>
          <p:spPr>
            <a:xfrm>
              <a:off x="8783657" y="2033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3" name="pt46173"/>
            <p:cNvSpPr/>
            <p:nvPr/>
          </p:nvSpPr>
          <p:spPr>
            <a:xfrm>
              <a:off x="9220880" y="1840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4" name="pt46174"/>
            <p:cNvSpPr/>
            <p:nvPr/>
          </p:nvSpPr>
          <p:spPr>
            <a:xfrm>
              <a:off x="8636546" y="2361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5" name="pt46175"/>
            <p:cNvSpPr/>
            <p:nvPr/>
          </p:nvSpPr>
          <p:spPr>
            <a:xfrm>
              <a:off x="8688264" y="2287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6" name="pt46176"/>
            <p:cNvSpPr/>
            <p:nvPr/>
          </p:nvSpPr>
          <p:spPr>
            <a:xfrm>
              <a:off x="8713389" y="224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7" name="pt46177"/>
            <p:cNvSpPr/>
            <p:nvPr/>
          </p:nvSpPr>
          <p:spPr>
            <a:xfrm>
              <a:off x="8948383" y="2024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8" name="pt46178"/>
            <p:cNvSpPr/>
            <p:nvPr/>
          </p:nvSpPr>
          <p:spPr>
            <a:xfrm>
              <a:off x="9095805" y="1657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9" name="pt46179"/>
            <p:cNvSpPr/>
            <p:nvPr/>
          </p:nvSpPr>
          <p:spPr>
            <a:xfrm>
              <a:off x="9026144" y="1790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0" name="pt46180"/>
            <p:cNvSpPr/>
            <p:nvPr/>
          </p:nvSpPr>
          <p:spPr>
            <a:xfrm>
              <a:off x="9083269" y="1871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1" name="pt46181"/>
            <p:cNvSpPr/>
            <p:nvPr/>
          </p:nvSpPr>
          <p:spPr>
            <a:xfrm>
              <a:off x="8659047" y="2324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2" name="pt46182"/>
            <p:cNvSpPr/>
            <p:nvPr/>
          </p:nvSpPr>
          <p:spPr>
            <a:xfrm>
              <a:off x="8544712" y="2337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3" name="pt46183"/>
            <p:cNvSpPr/>
            <p:nvPr/>
          </p:nvSpPr>
          <p:spPr>
            <a:xfrm>
              <a:off x="9005825" y="1497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4" name="pt46184"/>
            <p:cNvSpPr/>
            <p:nvPr/>
          </p:nvSpPr>
          <p:spPr>
            <a:xfrm>
              <a:off x="9187265" y="2075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5" name="pt46185"/>
            <p:cNvSpPr/>
            <p:nvPr/>
          </p:nvSpPr>
          <p:spPr>
            <a:xfrm>
              <a:off x="8439043" y="2345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6" name="pt46186"/>
            <p:cNvSpPr/>
            <p:nvPr/>
          </p:nvSpPr>
          <p:spPr>
            <a:xfrm>
              <a:off x="8398928" y="2309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7" name="pt46187"/>
            <p:cNvSpPr/>
            <p:nvPr/>
          </p:nvSpPr>
          <p:spPr>
            <a:xfrm>
              <a:off x="8610820" y="2235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8" name="pt46188"/>
            <p:cNvSpPr/>
            <p:nvPr/>
          </p:nvSpPr>
          <p:spPr>
            <a:xfrm>
              <a:off x="9876105" y="2488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9" name="pt46189"/>
            <p:cNvSpPr/>
            <p:nvPr/>
          </p:nvSpPr>
          <p:spPr>
            <a:xfrm>
              <a:off x="8866825" y="2130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0" name="pt46190"/>
            <p:cNvSpPr/>
            <p:nvPr/>
          </p:nvSpPr>
          <p:spPr>
            <a:xfrm>
              <a:off x="8523538" y="2410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1" name="pt46191"/>
            <p:cNvSpPr/>
            <p:nvPr/>
          </p:nvSpPr>
          <p:spPr>
            <a:xfrm>
              <a:off x="9585294" y="2268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2" name="pt46192"/>
            <p:cNvSpPr/>
            <p:nvPr/>
          </p:nvSpPr>
          <p:spPr>
            <a:xfrm>
              <a:off x="9124975" y="2068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3" name="pt46193"/>
            <p:cNvSpPr/>
            <p:nvPr/>
          </p:nvSpPr>
          <p:spPr>
            <a:xfrm>
              <a:off x="8439043" y="2379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4" name="pt46194"/>
            <p:cNvSpPr/>
            <p:nvPr/>
          </p:nvSpPr>
          <p:spPr>
            <a:xfrm>
              <a:off x="8636546" y="2228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5" name="pt46195"/>
            <p:cNvSpPr/>
            <p:nvPr/>
          </p:nvSpPr>
          <p:spPr>
            <a:xfrm>
              <a:off x="9519804" y="2224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6" name="pt46196"/>
            <p:cNvSpPr/>
            <p:nvPr/>
          </p:nvSpPr>
          <p:spPr>
            <a:xfrm>
              <a:off x="8742215" y="211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7" name="pt46197"/>
            <p:cNvSpPr/>
            <p:nvPr/>
          </p:nvSpPr>
          <p:spPr>
            <a:xfrm>
              <a:off x="8274318" y="2587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8" name="pt46198"/>
            <p:cNvSpPr/>
            <p:nvPr/>
          </p:nvSpPr>
          <p:spPr>
            <a:xfrm>
              <a:off x="8580788" y="2263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9" name="pt46199"/>
            <p:cNvSpPr/>
            <p:nvPr/>
          </p:nvSpPr>
          <p:spPr>
            <a:xfrm>
              <a:off x="8910892" y="2154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0" name="pt46200"/>
            <p:cNvSpPr/>
            <p:nvPr/>
          </p:nvSpPr>
          <p:spPr>
            <a:xfrm>
              <a:off x="8812874" y="2229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1" name="pt46201"/>
            <p:cNvSpPr/>
            <p:nvPr/>
          </p:nvSpPr>
          <p:spPr>
            <a:xfrm>
              <a:off x="8596430" y="2135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2" name="pt46202"/>
            <p:cNvSpPr/>
            <p:nvPr/>
          </p:nvSpPr>
          <p:spPr>
            <a:xfrm>
              <a:off x="9502529" y="2468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3" name="pt46203"/>
            <p:cNvSpPr/>
            <p:nvPr/>
          </p:nvSpPr>
          <p:spPr>
            <a:xfrm>
              <a:off x="9124182" y="2139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4" name="pt46204"/>
            <p:cNvSpPr/>
            <p:nvPr/>
          </p:nvSpPr>
          <p:spPr>
            <a:xfrm>
              <a:off x="8870124" y="2219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5" name="pt46205"/>
            <p:cNvSpPr/>
            <p:nvPr/>
          </p:nvSpPr>
          <p:spPr>
            <a:xfrm>
              <a:off x="9233005" y="2216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6" name="pt46206"/>
            <p:cNvSpPr/>
            <p:nvPr/>
          </p:nvSpPr>
          <p:spPr>
            <a:xfrm>
              <a:off x="9095805" y="1896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7" name="pt46207"/>
            <p:cNvSpPr/>
            <p:nvPr/>
          </p:nvSpPr>
          <p:spPr>
            <a:xfrm>
              <a:off x="8347210" y="2489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8" name="pt46208"/>
            <p:cNvSpPr/>
            <p:nvPr/>
          </p:nvSpPr>
          <p:spPr>
            <a:xfrm>
              <a:off x="9181576" y="1931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9" name="pt46209"/>
            <p:cNvSpPr/>
            <p:nvPr/>
          </p:nvSpPr>
          <p:spPr>
            <a:xfrm>
              <a:off x="9055223" y="2105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0" name="pt46210"/>
            <p:cNvSpPr/>
            <p:nvPr/>
          </p:nvSpPr>
          <p:spPr>
            <a:xfrm>
              <a:off x="8624143" y="2431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1" name="pt46211"/>
            <p:cNvSpPr/>
            <p:nvPr/>
          </p:nvSpPr>
          <p:spPr>
            <a:xfrm>
              <a:off x="8873363" y="2079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2" name="pt46212"/>
            <p:cNvSpPr/>
            <p:nvPr/>
          </p:nvSpPr>
          <p:spPr>
            <a:xfrm>
              <a:off x="8849358" y="1993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3" name="pt46213"/>
            <p:cNvSpPr/>
            <p:nvPr/>
          </p:nvSpPr>
          <p:spPr>
            <a:xfrm>
              <a:off x="8471820" y="2365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4" name="pt46214"/>
            <p:cNvSpPr/>
            <p:nvPr/>
          </p:nvSpPr>
          <p:spPr>
            <a:xfrm>
              <a:off x="8817313" y="2059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5" name="pt46215"/>
            <p:cNvSpPr/>
            <p:nvPr/>
          </p:nvSpPr>
          <p:spPr>
            <a:xfrm>
              <a:off x="8910892" y="2068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6" name="pt46216"/>
            <p:cNvSpPr/>
            <p:nvPr/>
          </p:nvSpPr>
          <p:spPr>
            <a:xfrm>
              <a:off x="8772758" y="2153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7" name="pt46217"/>
            <p:cNvSpPr/>
            <p:nvPr/>
          </p:nvSpPr>
          <p:spPr>
            <a:xfrm>
              <a:off x="8897369" y="1882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8" name="pt46218"/>
            <p:cNvSpPr/>
            <p:nvPr/>
          </p:nvSpPr>
          <p:spPr>
            <a:xfrm>
              <a:off x="8398928" y="2375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9" name="pt46219"/>
            <p:cNvSpPr/>
            <p:nvPr/>
          </p:nvSpPr>
          <p:spPr>
            <a:xfrm>
              <a:off x="9420231" y="1956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0" name="pt46220"/>
            <p:cNvSpPr/>
            <p:nvPr/>
          </p:nvSpPr>
          <p:spPr>
            <a:xfrm>
              <a:off x="9124182" y="2192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1" name="pt46221"/>
            <p:cNvSpPr/>
            <p:nvPr/>
          </p:nvSpPr>
          <p:spPr>
            <a:xfrm>
              <a:off x="9049289" y="2281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2" name="pt46222"/>
            <p:cNvSpPr/>
            <p:nvPr/>
          </p:nvSpPr>
          <p:spPr>
            <a:xfrm>
              <a:off x="8982914" y="1806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3" name="pt46223"/>
            <p:cNvSpPr/>
            <p:nvPr/>
          </p:nvSpPr>
          <p:spPr>
            <a:xfrm>
              <a:off x="8964553" y="2191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4" name="pt46224"/>
            <p:cNvSpPr/>
            <p:nvPr/>
          </p:nvSpPr>
          <p:spPr>
            <a:xfrm>
              <a:off x="8748753" y="2071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5" name="pt46225"/>
            <p:cNvSpPr/>
            <p:nvPr/>
          </p:nvSpPr>
          <p:spPr>
            <a:xfrm>
              <a:off x="9054052" y="2261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6" name="pt46226"/>
            <p:cNvSpPr/>
            <p:nvPr/>
          </p:nvSpPr>
          <p:spPr>
            <a:xfrm>
              <a:off x="8830008" y="2284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7" name="pt46227"/>
            <p:cNvSpPr/>
            <p:nvPr/>
          </p:nvSpPr>
          <p:spPr>
            <a:xfrm>
              <a:off x="8999571" y="1794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8" name="pt46228"/>
            <p:cNvSpPr/>
            <p:nvPr/>
          </p:nvSpPr>
          <p:spPr>
            <a:xfrm>
              <a:off x="9417918" y="1777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9" name="pt46229"/>
            <p:cNvSpPr/>
            <p:nvPr/>
          </p:nvSpPr>
          <p:spPr>
            <a:xfrm>
              <a:off x="9567694" y="2346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0" name="pt46230"/>
            <p:cNvSpPr/>
            <p:nvPr/>
          </p:nvSpPr>
          <p:spPr>
            <a:xfrm>
              <a:off x="8471820" y="2379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1" name="pt46231"/>
            <p:cNvSpPr/>
            <p:nvPr/>
          </p:nvSpPr>
          <p:spPr>
            <a:xfrm>
              <a:off x="8838000" y="2063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2" name="pt46232"/>
            <p:cNvSpPr/>
            <p:nvPr/>
          </p:nvSpPr>
          <p:spPr>
            <a:xfrm>
              <a:off x="8499532" y="2387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3" name="pt46233"/>
            <p:cNvSpPr/>
            <p:nvPr/>
          </p:nvSpPr>
          <p:spPr>
            <a:xfrm>
              <a:off x="9502529" y="2447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4" name="pt46234"/>
            <p:cNvSpPr/>
            <p:nvPr/>
          </p:nvSpPr>
          <p:spPr>
            <a:xfrm>
              <a:off x="9657982" y="1876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5" name="pt46235"/>
            <p:cNvSpPr/>
            <p:nvPr/>
          </p:nvSpPr>
          <p:spPr>
            <a:xfrm>
              <a:off x="9262568" y="1975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6" name="pt46236"/>
            <p:cNvSpPr/>
            <p:nvPr/>
          </p:nvSpPr>
          <p:spPr>
            <a:xfrm>
              <a:off x="8563654" y="2204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7" name="pt46237"/>
            <p:cNvSpPr/>
            <p:nvPr/>
          </p:nvSpPr>
          <p:spPr>
            <a:xfrm>
              <a:off x="8624143" y="2437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8" name="pt46238"/>
            <p:cNvSpPr/>
            <p:nvPr/>
          </p:nvSpPr>
          <p:spPr>
            <a:xfrm>
              <a:off x="8398928" y="249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9" name="pt46239"/>
            <p:cNvSpPr/>
            <p:nvPr/>
          </p:nvSpPr>
          <p:spPr>
            <a:xfrm>
              <a:off x="8941923" y="2049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0" name="pt46240"/>
            <p:cNvSpPr/>
            <p:nvPr/>
          </p:nvSpPr>
          <p:spPr>
            <a:xfrm>
              <a:off x="8471820" y="2367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1" name="pt46241"/>
            <p:cNvSpPr/>
            <p:nvPr/>
          </p:nvSpPr>
          <p:spPr>
            <a:xfrm>
              <a:off x="8713389" y="2040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2" name="pt46242"/>
            <p:cNvSpPr/>
            <p:nvPr/>
          </p:nvSpPr>
          <p:spPr>
            <a:xfrm>
              <a:off x="8834048" y="1880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3" name="pt46243"/>
            <p:cNvSpPr/>
            <p:nvPr/>
          </p:nvSpPr>
          <p:spPr>
            <a:xfrm>
              <a:off x="8636546" y="2457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4" name="pt46244"/>
            <p:cNvSpPr/>
            <p:nvPr/>
          </p:nvSpPr>
          <p:spPr>
            <a:xfrm>
              <a:off x="9371804" y="1936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5" name="pt46245"/>
            <p:cNvSpPr/>
            <p:nvPr/>
          </p:nvSpPr>
          <p:spPr>
            <a:xfrm>
              <a:off x="9317391" y="2125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6" name="pt46246"/>
            <p:cNvSpPr/>
            <p:nvPr/>
          </p:nvSpPr>
          <p:spPr>
            <a:xfrm>
              <a:off x="9023378" y="1769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7" name="pt46247"/>
            <p:cNvSpPr/>
            <p:nvPr/>
          </p:nvSpPr>
          <p:spPr>
            <a:xfrm>
              <a:off x="8972124" y="2131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8" name="pt46248"/>
            <p:cNvSpPr/>
            <p:nvPr/>
          </p:nvSpPr>
          <p:spPr>
            <a:xfrm>
              <a:off x="9448796" y="2015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9" name="pt46249"/>
            <p:cNvSpPr/>
            <p:nvPr/>
          </p:nvSpPr>
          <p:spPr>
            <a:xfrm>
              <a:off x="8544712" y="2564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0" name="pt46250"/>
            <p:cNvSpPr/>
            <p:nvPr/>
          </p:nvSpPr>
          <p:spPr>
            <a:xfrm>
              <a:off x="8636546" y="2438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1" name="pt46251"/>
            <p:cNvSpPr/>
            <p:nvPr/>
          </p:nvSpPr>
          <p:spPr>
            <a:xfrm>
              <a:off x="8812874" y="2151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2" name="pt46252"/>
            <p:cNvSpPr/>
            <p:nvPr/>
          </p:nvSpPr>
          <p:spPr>
            <a:xfrm>
              <a:off x="8499532" y="2463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3" name="pt46253"/>
            <p:cNvSpPr/>
            <p:nvPr/>
          </p:nvSpPr>
          <p:spPr>
            <a:xfrm>
              <a:off x="9182728" y="1998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4" name="pt46254"/>
            <p:cNvSpPr/>
            <p:nvPr/>
          </p:nvSpPr>
          <p:spPr>
            <a:xfrm>
              <a:off x="9223646" y="1885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5" name="pt46255"/>
            <p:cNvSpPr/>
            <p:nvPr/>
          </p:nvSpPr>
          <p:spPr>
            <a:xfrm>
              <a:off x="8347210" y="233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6" name="pt46256"/>
            <p:cNvSpPr/>
            <p:nvPr/>
          </p:nvSpPr>
          <p:spPr>
            <a:xfrm>
              <a:off x="8523538" y="2517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7" name="pt46257"/>
            <p:cNvSpPr/>
            <p:nvPr/>
          </p:nvSpPr>
          <p:spPr>
            <a:xfrm>
              <a:off x="8471820" y="243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8" name="pt46258"/>
            <p:cNvSpPr/>
            <p:nvPr/>
          </p:nvSpPr>
          <p:spPr>
            <a:xfrm>
              <a:off x="9103999" y="2172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9" name="pt46259"/>
            <p:cNvSpPr/>
            <p:nvPr/>
          </p:nvSpPr>
          <p:spPr>
            <a:xfrm>
              <a:off x="9026144" y="1820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0" name="pt46260"/>
            <p:cNvSpPr/>
            <p:nvPr/>
          </p:nvSpPr>
          <p:spPr>
            <a:xfrm>
              <a:off x="8471820" y="2337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1" name="pt46261"/>
            <p:cNvSpPr/>
            <p:nvPr/>
          </p:nvSpPr>
          <p:spPr>
            <a:xfrm>
              <a:off x="8523538" y="2410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2" name="pt46262"/>
            <p:cNvSpPr/>
            <p:nvPr/>
          </p:nvSpPr>
          <p:spPr>
            <a:xfrm>
              <a:off x="9381946" y="2170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3" name="pt46263"/>
            <p:cNvSpPr/>
            <p:nvPr/>
          </p:nvSpPr>
          <p:spPr>
            <a:xfrm>
              <a:off x="8274318" y="2437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4" name="pt46264"/>
            <p:cNvSpPr/>
            <p:nvPr/>
          </p:nvSpPr>
          <p:spPr>
            <a:xfrm>
              <a:off x="8563654" y="2140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5" name="pt46265"/>
            <p:cNvSpPr/>
            <p:nvPr/>
          </p:nvSpPr>
          <p:spPr>
            <a:xfrm>
              <a:off x="8688264" y="2240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6" name="pt46266"/>
            <p:cNvSpPr/>
            <p:nvPr/>
          </p:nvSpPr>
          <p:spPr>
            <a:xfrm>
              <a:off x="8713389" y="2163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7" name="pt46267"/>
            <p:cNvSpPr/>
            <p:nvPr/>
          </p:nvSpPr>
          <p:spPr>
            <a:xfrm>
              <a:off x="8688264" y="1892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8" name="pt46268"/>
            <p:cNvSpPr/>
            <p:nvPr/>
          </p:nvSpPr>
          <p:spPr>
            <a:xfrm>
              <a:off x="8713389" y="2143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9" name="pt46269"/>
            <p:cNvSpPr/>
            <p:nvPr/>
          </p:nvSpPr>
          <p:spPr>
            <a:xfrm>
              <a:off x="8778290" y="2367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0" name="pt46270"/>
            <p:cNvSpPr/>
            <p:nvPr/>
          </p:nvSpPr>
          <p:spPr>
            <a:xfrm>
              <a:off x="8742215" y="2047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1" name="pt46271"/>
            <p:cNvSpPr/>
            <p:nvPr/>
          </p:nvSpPr>
          <p:spPr>
            <a:xfrm>
              <a:off x="8882745" y="1506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2" name="pt46272"/>
            <p:cNvSpPr/>
            <p:nvPr/>
          </p:nvSpPr>
          <p:spPr>
            <a:xfrm>
              <a:off x="9258470" y="2007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3" name="pt46273"/>
            <p:cNvSpPr/>
            <p:nvPr/>
          </p:nvSpPr>
          <p:spPr>
            <a:xfrm>
              <a:off x="8921023" y="1756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4" name="pt46274"/>
            <p:cNvSpPr/>
            <p:nvPr/>
          </p:nvSpPr>
          <p:spPr>
            <a:xfrm>
              <a:off x="8544712" y="2432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5" name="pt46275"/>
            <p:cNvSpPr/>
            <p:nvPr/>
          </p:nvSpPr>
          <p:spPr>
            <a:xfrm>
              <a:off x="8999571" y="180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6" name="pt46276"/>
            <p:cNvSpPr/>
            <p:nvPr/>
          </p:nvSpPr>
          <p:spPr>
            <a:xfrm>
              <a:off x="8499532" y="2413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7" name="pt46277"/>
            <p:cNvSpPr/>
            <p:nvPr/>
          </p:nvSpPr>
          <p:spPr>
            <a:xfrm>
              <a:off x="9431373" y="1879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8" name="pt46278"/>
            <p:cNvSpPr/>
            <p:nvPr/>
          </p:nvSpPr>
          <p:spPr>
            <a:xfrm>
              <a:off x="8697035" y="2273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9" name="pt46279"/>
            <p:cNvSpPr/>
            <p:nvPr/>
          </p:nvSpPr>
          <p:spPr>
            <a:xfrm>
              <a:off x="8544712" y="2416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0" name="pt46280"/>
            <p:cNvSpPr/>
            <p:nvPr/>
          </p:nvSpPr>
          <p:spPr>
            <a:xfrm>
              <a:off x="8834048" y="1981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1" name="pt46281"/>
            <p:cNvSpPr/>
            <p:nvPr/>
          </p:nvSpPr>
          <p:spPr>
            <a:xfrm>
              <a:off x="9334476" y="2092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2" name="pt46282"/>
            <p:cNvSpPr/>
            <p:nvPr/>
          </p:nvSpPr>
          <p:spPr>
            <a:xfrm>
              <a:off x="8471820" y="2518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3" name="pt46283"/>
            <p:cNvSpPr/>
            <p:nvPr/>
          </p:nvSpPr>
          <p:spPr>
            <a:xfrm>
              <a:off x="8580788" y="2217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4" name="pt46284"/>
            <p:cNvSpPr/>
            <p:nvPr/>
          </p:nvSpPr>
          <p:spPr>
            <a:xfrm>
              <a:off x="9124182" y="2048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5" name="pt46285"/>
            <p:cNvSpPr/>
            <p:nvPr/>
          </p:nvSpPr>
          <p:spPr>
            <a:xfrm>
              <a:off x="8274318" y="2424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6" name="pt46286"/>
            <p:cNvSpPr/>
            <p:nvPr/>
          </p:nvSpPr>
          <p:spPr>
            <a:xfrm>
              <a:off x="8888738" y="2342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7" name="pt46287"/>
            <p:cNvSpPr/>
            <p:nvPr/>
          </p:nvSpPr>
          <p:spPr>
            <a:xfrm>
              <a:off x="8610820" y="2008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8" name="pt46288"/>
            <p:cNvSpPr/>
            <p:nvPr/>
          </p:nvSpPr>
          <p:spPr>
            <a:xfrm>
              <a:off x="8398928" y="2195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9" name="pt46289"/>
            <p:cNvSpPr/>
            <p:nvPr/>
          </p:nvSpPr>
          <p:spPr>
            <a:xfrm>
              <a:off x="8697035" y="1992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0" name="pt46290"/>
            <p:cNvSpPr/>
            <p:nvPr/>
          </p:nvSpPr>
          <p:spPr>
            <a:xfrm>
              <a:off x="8439043" y="2524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1" name="pt46291"/>
            <p:cNvSpPr/>
            <p:nvPr/>
          </p:nvSpPr>
          <p:spPr>
            <a:xfrm>
              <a:off x="8964553" y="2169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2" name="pt46292"/>
            <p:cNvSpPr/>
            <p:nvPr/>
          </p:nvSpPr>
          <p:spPr>
            <a:xfrm>
              <a:off x="8398928" y="2431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3" name="pt46293"/>
            <p:cNvSpPr/>
            <p:nvPr/>
          </p:nvSpPr>
          <p:spPr>
            <a:xfrm>
              <a:off x="8596430" y="2288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4" name="pt46294"/>
            <p:cNvSpPr/>
            <p:nvPr/>
          </p:nvSpPr>
          <p:spPr>
            <a:xfrm>
              <a:off x="9413835" y="1953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5" name="pt46295"/>
            <p:cNvSpPr/>
            <p:nvPr/>
          </p:nvSpPr>
          <p:spPr>
            <a:xfrm>
              <a:off x="8398928" y="2486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6" name="pt46296"/>
            <p:cNvSpPr/>
            <p:nvPr/>
          </p:nvSpPr>
          <p:spPr>
            <a:xfrm>
              <a:off x="8563654" y="2208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7" name="pt46297"/>
            <p:cNvSpPr/>
            <p:nvPr/>
          </p:nvSpPr>
          <p:spPr>
            <a:xfrm>
              <a:off x="8544712" y="2299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8" name="pt46298"/>
            <p:cNvSpPr/>
            <p:nvPr/>
          </p:nvSpPr>
          <p:spPr>
            <a:xfrm>
              <a:off x="8274318" y="2433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9" name="pt46299"/>
            <p:cNvSpPr/>
            <p:nvPr/>
          </p:nvSpPr>
          <p:spPr>
            <a:xfrm>
              <a:off x="8688264" y="2256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0" name="pt46300"/>
            <p:cNvSpPr/>
            <p:nvPr/>
          </p:nvSpPr>
          <p:spPr>
            <a:xfrm>
              <a:off x="8767051" y="2166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1" name="pt46301"/>
            <p:cNvSpPr/>
            <p:nvPr/>
          </p:nvSpPr>
          <p:spPr>
            <a:xfrm>
              <a:off x="9379078" y="1941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2" name="pt46302"/>
            <p:cNvSpPr/>
            <p:nvPr/>
          </p:nvSpPr>
          <p:spPr>
            <a:xfrm>
              <a:off x="8808322" y="2192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3" name="pt46303"/>
            <p:cNvSpPr/>
            <p:nvPr/>
          </p:nvSpPr>
          <p:spPr>
            <a:xfrm>
              <a:off x="9103999" y="1970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4" name="pt46304"/>
            <p:cNvSpPr/>
            <p:nvPr/>
          </p:nvSpPr>
          <p:spPr>
            <a:xfrm>
              <a:off x="8347210" y="2333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5" name="pt46305"/>
            <p:cNvSpPr/>
            <p:nvPr/>
          </p:nvSpPr>
          <p:spPr>
            <a:xfrm>
              <a:off x="8624143" y="2516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6" name="pt46306"/>
            <p:cNvSpPr/>
            <p:nvPr/>
          </p:nvSpPr>
          <p:spPr>
            <a:xfrm>
              <a:off x="8523538" y="2416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7" name="pt46307"/>
            <p:cNvSpPr/>
            <p:nvPr/>
          </p:nvSpPr>
          <p:spPr>
            <a:xfrm>
              <a:off x="9381946" y="219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8" name="pt46308"/>
            <p:cNvSpPr/>
            <p:nvPr/>
          </p:nvSpPr>
          <p:spPr>
            <a:xfrm>
              <a:off x="8347210" y="2133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9" name="pt46309"/>
            <p:cNvSpPr/>
            <p:nvPr/>
          </p:nvSpPr>
          <p:spPr>
            <a:xfrm>
              <a:off x="8471820" y="2436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0" name="pt46310"/>
            <p:cNvSpPr/>
            <p:nvPr/>
          </p:nvSpPr>
          <p:spPr>
            <a:xfrm>
              <a:off x="8636546" y="2206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1" name="pt46311"/>
            <p:cNvSpPr/>
            <p:nvPr/>
          </p:nvSpPr>
          <p:spPr>
            <a:xfrm>
              <a:off x="8705398" y="2246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2" name="pt46312"/>
            <p:cNvSpPr/>
            <p:nvPr/>
          </p:nvSpPr>
          <p:spPr>
            <a:xfrm>
              <a:off x="8838000" y="2142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3" name="pt46313"/>
            <p:cNvSpPr/>
            <p:nvPr/>
          </p:nvSpPr>
          <p:spPr>
            <a:xfrm>
              <a:off x="8803653" y="202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4" name="pt46314"/>
            <p:cNvSpPr/>
            <p:nvPr/>
          </p:nvSpPr>
          <p:spPr>
            <a:xfrm>
              <a:off x="8923469" y="2009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5" name="pt46315"/>
            <p:cNvSpPr/>
            <p:nvPr/>
          </p:nvSpPr>
          <p:spPr>
            <a:xfrm>
              <a:off x="8439043" y="2485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6" name="pt46316"/>
            <p:cNvSpPr/>
            <p:nvPr/>
          </p:nvSpPr>
          <p:spPr>
            <a:xfrm>
              <a:off x="9219949" y="1947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7" name="pt46317"/>
            <p:cNvSpPr/>
            <p:nvPr/>
          </p:nvSpPr>
          <p:spPr>
            <a:xfrm>
              <a:off x="8817313" y="2046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8" name="pt46318"/>
            <p:cNvSpPr/>
            <p:nvPr/>
          </p:nvSpPr>
          <p:spPr>
            <a:xfrm>
              <a:off x="9054052" y="2193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9" name="pt46319"/>
            <p:cNvSpPr/>
            <p:nvPr/>
          </p:nvSpPr>
          <p:spPr>
            <a:xfrm>
              <a:off x="8596430" y="2026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0" name="pt46320"/>
            <p:cNvSpPr/>
            <p:nvPr/>
          </p:nvSpPr>
          <p:spPr>
            <a:xfrm>
              <a:off x="8930613" y="1651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1" name="pt46321"/>
            <p:cNvSpPr/>
            <p:nvPr/>
          </p:nvSpPr>
          <p:spPr>
            <a:xfrm>
              <a:off x="8580788" y="2137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2" name="pt46322"/>
            <p:cNvSpPr/>
            <p:nvPr/>
          </p:nvSpPr>
          <p:spPr>
            <a:xfrm>
              <a:off x="8849358" y="1985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3" name="pt46323"/>
            <p:cNvSpPr/>
            <p:nvPr/>
          </p:nvSpPr>
          <p:spPr>
            <a:xfrm>
              <a:off x="8748753" y="2041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4" name="pt46324"/>
            <p:cNvSpPr/>
            <p:nvPr/>
          </p:nvSpPr>
          <p:spPr>
            <a:xfrm>
              <a:off x="8274318" y="2466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5" name="pt46325"/>
            <p:cNvSpPr/>
            <p:nvPr/>
          </p:nvSpPr>
          <p:spPr>
            <a:xfrm>
              <a:off x="8705398" y="2196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6" name="pt46326"/>
            <p:cNvSpPr/>
            <p:nvPr/>
          </p:nvSpPr>
          <p:spPr>
            <a:xfrm>
              <a:off x="9219949" y="1935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7" name="pt46327"/>
            <p:cNvSpPr/>
            <p:nvPr/>
          </p:nvSpPr>
          <p:spPr>
            <a:xfrm>
              <a:off x="8834048" y="197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8" name="pt46328"/>
            <p:cNvSpPr/>
            <p:nvPr/>
          </p:nvSpPr>
          <p:spPr>
            <a:xfrm>
              <a:off x="8610820" y="2203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9" name="pt46329"/>
            <p:cNvSpPr/>
            <p:nvPr/>
          </p:nvSpPr>
          <p:spPr>
            <a:xfrm>
              <a:off x="9269435" y="1930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0" name="pt46330"/>
            <p:cNvSpPr/>
            <p:nvPr/>
          </p:nvSpPr>
          <p:spPr>
            <a:xfrm>
              <a:off x="9233005" y="2223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1" name="pt46331"/>
            <p:cNvSpPr/>
            <p:nvPr/>
          </p:nvSpPr>
          <p:spPr>
            <a:xfrm>
              <a:off x="8439043" y="2243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2" name="pt46332"/>
            <p:cNvSpPr/>
            <p:nvPr/>
          </p:nvSpPr>
          <p:spPr>
            <a:xfrm>
              <a:off x="9564013" y="2361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3" name="pt46333"/>
            <p:cNvSpPr/>
            <p:nvPr/>
          </p:nvSpPr>
          <p:spPr>
            <a:xfrm>
              <a:off x="8954618" y="2238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4" name="pt46334"/>
            <p:cNvSpPr/>
            <p:nvPr/>
          </p:nvSpPr>
          <p:spPr>
            <a:xfrm>
              <a:off x="8803653" y="2158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5" name="pt46335"/>
            <p:cNvSpPr/>
            <p:nvPr/>
          </p:nvSpPr>
          <p:spPr>
            <a:xfrm>
              <a:off x="8274318" y="2273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6" name="pt46336"/>
            <p:cNvSpPr/>
            <p:nvPr/>
          </p:nvSpPr>
          <p:spPr>
            <a:xfrm>
              <a:off x="8544712" y="2470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7" name="pt46337"/>
            <p:cNvSpPr/>
            <p:nvPr/>
          </p:nvSpPr>
          <p:spPr>
            <a:xfrm>
              <a:off x="8624143" y="2459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8" name="pt46338"/>
            <p:cNvSpPr/>
            <p:nvPr/>
          </p:nvSpPr>
          <p:spPr>
            <a:xfrm>
              <a:off x="8897369" y="2236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9" name="pt46339"/>
            <p:cNvSpPr/>
            <p:nvPr/>
          </p:nvSpPr>
          <p:spPr>
            <a:xfrm>
              <a:off x="9367540" y="2082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0" name="pt46340"/>
            <p:cNvSpPr/>
            <p:nvPr/>
          </p:nvSpPr>
          <p:spPr>
            <a:xfrm>
              <a:off x="9302684" y="1860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1" name="pt46341"/>
            <p:cNvSpPr/>
            <p:nvPr/>
          </p:nvSpPr>
          <p:spPr>
            <a:xfrm>
              <a:off x="8669323" y="235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2" name="pt46342"/>
            <p:cNvSpPr/>
            <p:nvPr/>
          </p:nvSpPr>
          <p:spPr>
            <a:xfrm>
              <a:off x="8610820" y="2007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3" name="pt46343"/>
            <p:cNvSpPr/>
            <p:nvPr/>
          </p:nvSpPr>
          <p:spPr>
            <a:xfrm>
              <a:off x="8930613" y="1836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4" name="pt46344"/>
            <p:cNvSpPr/>
            <p:nvPr/>
          </p:nvSpPr>
          <p:spPr>
            <a:xfrm>
              <a:off x="8841866" y="1854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5" name="pt46345"/>
            <p:cNvSpPr/>
            <p:nvPr/>
          </p:nvSpPr>
          <p:spPr>
            <a:xfrm>
              <a:off x="8913479" y="1842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6" name="pt46346"/>
            <p:cNvSpPr/>
            <p:nvPr/>
          </p:nvSpPr>
          <p:spPr>
            <a:xfrm>
              <a:off x="9413835" y="1950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7" name="pt46347"/>
            <p:cNvSpPr/>
            <p:nvPr/>
          </p:nvSpPr>
          <p:spPr>
            <a:xfrm>
              <a:off x="8544712" y="2333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8" name="pt46348"/>
            <p:cNvSpPr/>
            <p:nvPr/>
          </p:nvSpPr>
          <p:spPr>
            <a:xfrm>
              <a:off x="8838000" y="1998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9" name="pt46349"/>
            <p:cNvSpPr/>
            <p:nvPr/>
          </p:nvSpPr>
          <p:spPr>
            <a:xfrm>
              <a:off x="9044397" y="2053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0" name="pt46350"/>
            <p:cNvSpPr/>
            <p:nvPr/>
          </p:nvSpPr>
          <p:spPr>
            <a:xfrm>
              <a:off x="8523538" y="2542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1" name="pt46351"/>
            <p:cNvSpPr/>
            <p:nvPr/>
          </p:nvSpPr>
          <p:spPr>
            <a:xfrm>
              <a:off x="8937484" y="2069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2" name="pt46352"/>
            <p:cNvSpPr/>
            <p:nvPr/>
          </p:nvSpPr>
          <p:spPr>
            <a:xfrm>
              <a:off x="8939717" y="2064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3" name="pt46353"/>
            <p:cNvSpPr/>
            <p:nvPr/>
          </p:nvSpPr>
          <p:spPr>
            <a:xfrm>
              <a:off x="8471820" y="2547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4" name="pt46354"/>
            <p:cNvSpPr/>
            <p:nvPr/>
          </p:nvSpPr>
          <p:spPr>
            <a:xfrm>
              <a:off x="8742215" y="2142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5" name="pt46355"/>
            <p:cNvSpPr/>
            <p:nvPr/>
          </p:nvSpPr>
          <p:spPr>
            <a:xfrm>
              <a:off x="8705398" y="2192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6" name="pt46356"/>
            <p:cNvSpPr/>
            <p:nvPr/>
          </p:nvSpPr>
          <p:spPr>
            <a:xfrm>
              <a:off x="9116046" y="2041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7" name="pt46357"/>
            <p:cNvSpPr/>
            <p:nvPr/>
          </p:nvSpPr>
          <p:spPr>
            <a:xfrm>
              <a:off x="8856549" y="2229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8" name="pt46358"/>
            <p:cNvSpPr/>
            <p:nvPr/>
          </p:nvSpPr>
          <p:spPr>
            <a:xfrm>
              <a:off x="8748753" y="1967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9" name="pt46359"/>
            <p:cNvSpPr/>
            <p:nvPr/>
          </p:nvSpPr>
          <p:spPr>
            <a:xfrm>
              <a:off x="8274318" y="2493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0" name="pt46360"/>
            <p:cNvSpPr/>
            <p:nvPr/>
          </p:nvSpPr>
          <p:spPr>
            <a:xfrm>
              <a:off x="8544712" y="2378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1" name="pt46361"/>
            <p:cNvSpPr/>
            <p:nvPr/>
          </p:nvSpPr>
          <p:spPr>
            <a:xfrm>
              <a:off x="9486197" y="2392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2" name="pt46362"/>
            <p:cNvSpPr/>
            <p:nvPr/>
          </p:nvSpPr>
          <p:spPr>
            <a:xfrm>
              <a:off x="8563654" y="2205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3" name="pt46363"/>
            <p:cNvSpPr/>
            <p:nvPr/>
          </p:nvSpPr>
          <p:spPr>
            <a:xfrm>
              <a:off x="8948383" y="203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4" name="pt46364"/>
            <p:cNvSpPr/>
            <p:nvPr/>
          </p:nvSpPr>
          <p:spPr>
            <a:xfrm>
              <a:off x="8471820" y="2399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5" name="pt46365"/>
            <p:cNvSpPr/>
            <p:nvPr/>
          </p:nvSpPr>
          <p:spPr>
            <a:xfrm>
              <a:off x="8788868" y="2078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6" name="pt46366"/>
            <p:cNvSpPr/>
            <p:nvPr/>
          </p:nvSpPr>
          <p:spPr>
            <a:xfrm>
              <a:off x="9761170" y="2421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7" name="pt46367"/>
            <p:cNvSpPr/>
            <p:nvPr/>
          </p:nvSpPr>
          <p:spPr>
            <a:xfrm>
              <a:off x="9233005" y="2163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8" name="pt46368"/>
            <p:cNvSpPr/>
            <p:nvPr/>
          </p:nvSpPr>
          <p:spPr>
            <a:xfrm>
              <a:off x="9077174" y="1900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9" name="pt46369"/>
            <p:cNvSpPr/>
            <p:nvPr/>
          </p:nvSpPr>
          <p:spPr>
            <a:xfrm>
              <a:off x="9199706" y="2054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0" name="pt46370"/>
            <p:cNvSpPr/>
            <p:nvPr/>
          </p:nvSpPr>
          <p:spPr>
            <a:xfrm>
              <a:off x="9435925" y="1879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1" name="pt46371"/>
            <p:cNvSpPr/>
            <p:nvPr/>
          </p:nvSpPr>
          <p:spPr>
            <a:xfrm>
              <a:off x="8798858" y="2061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2" name="pt46372"/>
            <p:cNvSpPr/>
            <p:nvPr/>
          </p:nvSpPr>
          <p:spPr>
            <a:xfrm>
              <a:off x="8659047" y="2379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3" name="pt46373"/>
            <p:cNvSpPr/>
            <p:nvPr/>
          </p:nvSpPr>
          <p:spPr>
            <a:xfrm>
              <a:off x="9294237" y="1910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4" name="pt46374"/>
            <p:cNvSpPr/>
            <p:nvPr/>
          </p:nvSpPr>
          <p:spPr>
            <a:xfrm>
              <a:off x="8894537" y="2129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5" name="pt46375"/>
            <p:cNvSpPr/>
            <p:nvPr/>
          </p:nvSpPr>
          <p:spPr>
            <a:xfrm>
              <a:off x="8398928" y="2502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6" name="pt46376"/>
            <p:cNvSpPr/>
            <p:nvPr/>
          </p:nvSpPr>
          <p:spPr>
            <a:xfrm>
              <a:off x="9005825" y="1719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7" name="pt46377"/>
            <p:cNvSpPr/>
            <p:nvPr/>
          </p:nvSpPr>
          <p:spPr>
            <a:xfrm>
              <a:off x="9568569" y="2402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8" name="pt46378"/>
            <p:cNvSpPr/>
            <p:nvPr/>
          </p:nvSpPr>
          <p:spPr>
            <a:xfrm>
              <a:off x="8735430" y="2135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9" name="pt46379"/>
            <p:cNvSpPr/>
            <p:nvPr/>
          </p:nvSpPr>
          <p:spPr>
            <a:xfrm>
              <a:off x="8679043" y="2332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0" name="pt46380"/>
            <p:cNvSpPr/>
            <p:nvPr/>
          </p:nvSpPr>
          <p:spPr>
            <a:xfrm>
              <a:off x="8748753" y="2000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1" name="pt46381"/>
            <p:cNvSpPr/>
            <p:nvPr/>
          </p:nvSpPr>
          <p:spPr>
            <a:xfrm>
              <a:off x="8705398" y="2137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2" name="pt46382"/>
            <p:cNvSpPr/>
            <p:nvPr/>
          </p:nvSpPr>
          <p:spPr>
            <a:xfrm>
              <a:off x="9363803" y="2123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3" name="pt46383"/>
            <p:cNvSpPr/>
            <p:nvPr/>
          </p:nvSpPr>
          <p:spPr>
            <a:xfrm>
              <a:off x="9030214" y="1773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4" name="pt46384"/>
            <p:cNvSpPr/>
            <p:nvPr/>
          </p:nvSpPr>
          <p:spPr>
            <a:xfrm>
              <a:off x="8274318" y="2397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5" name="pt46385"/>
            <p:cNvSpPr/>
            <p:nvPr/>
          </p:nvSpPr>
          <p:spPr>
            <a:xfrm>
              <a:off x="8669323" y="2355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6" name="pt46386"/>
            <p:cNvSpPr/>
            <p:nvPr/>
          </p:nvSpPr>
          <p:spPr>
            <a:xfrm>
              <a:off x="9005825" y="1709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7" name="pt46387"/>
            <p:cNvSpPr/>
            <p:nvPr/>
          </p:nvSpPr>
          <p:spPr>
            <a:xfrm>
              <a:off x="8398928" y="226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8" name="pt46388"/>
            <p:cNvSpPr/>
            <p:nvPr/>
          </p:nvSpPr>
          <p:spPr>
            <a:xfrm>
              <a:off x="8988075" y="2027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9" name="pt46389"/>
            <p:cNvSpPr/>
            <p:nvPr/>
          </p:nvSpPr>
          <p:spPr>
            <a:xfrm>
              <a:off x="8659047" y="2365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0" name="pt46390"/>
            <p:cNvSpPr/>
            <p:nvPr/>
          </p:nvSpPr>
          <p:spPr>
            <a:xfrm>
              <a:off x="8563654" y="2233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1" name="pt46391"/>
            <p:cNvSpPr/>
            <p:nvPr/>
          </p:nvSpPr>
          <p:spPr>
            <a:xfrm>
              <a:off x="8761156" y="2283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2" name="pt46392"/>
            <p:cNvSpPr/>
            <p:nvPr/>
          </p:nvSpPr>
          <p:spPr>
            <a:xfrm>
              <a:off x="8347210" y="2358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3" name="pt46393"/>
            <p:cNvSpPr/>
            <p:nvPr/>
          </p:nvSpPr>
          <p:spPr>
            <a:xfrm>
              <a:off x="9594013" y="2542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4" name="pt46394"/>
            <p:cNvSpPr/>
            <p:nvPr/>
          </p:nvSpPr>
          <p:spPr>
            <a:xfrm>
              <a:off x="9223646" y="1938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5" name="pt46395"/>
            <p:cNvSpPr/>
            <p:nvPr/>
          </p:nvSpPr>
          <p:spPr>
            <a:xfrm>
              <a:off x="8439043" y="2292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6" name="pt46396"/>
            <p:cNvSpPr/>
            <p:nvPr/>
          </p:nvSpPr>
          <p:spPr>
            <a:xfrm>
              <a:off x="8984651" y="1911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7" name="pt46397"/>
            <p:cNvSpPr/>
            <p:nvPr/>
          </p:nvSpPr>
          <p:spPr>
            <a:xfrm>
              <a:off x="8821645" y="2127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8" name="pt46398"/>
            <p:cNvSpPr/>
            <p:nvPr/>
          </p:nvSpPr>
          <p:spPr>
            <a:xfrm>
              <a:off x="8624143" y="2496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9" name="pt46399"/>
            <p:cNvSpPr/>
            <p:nvPr/>
          </p:nvSpPr>
          <p:spPr>
            <a:xfrm>
              <a:off x="8761156" y="2253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0" name="pt46400"/>
            <p:cNvSpPr/>
            <p:nvPr/>
          </p:nvSpPr>
          <p:spPr>
            <a:xfrm>
              <a:off x="9040639" y="1645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1" name="pt46401"/>
            <p:cNvSpPr/>
            <p:nvPr/>
          </p:nvSpPr>
          <p:spPr>
            <a:xfrm>
              <a:off x="9074048" y="1783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2" name="pt46402"/>
            <p:cNvSpPr/>
            <p:nvPr/>
          </p:nvSpPr>
          <p:spPr>
            <a:xfrm>
              <a:off x="9339588" y="2127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3" name="pt46403"/>
            <p:cNvSpPr/>
            <p:nvPr/>
          </p:nvSpPr>
          <p:spPr>
            <a:xfrm>
              <a:off x="8523538" y="2374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4" name="pt46404"/>
            <p:cNvSpPr/>
            <p:nvPr/>
          </p:nvSpPr>
          <p:spPr>
            <a:xfrm>
              <a:off x="9877988" y="2627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5" name="pt46405"/>
            <p:cNvSpPr/>
            <p:nvPr/>
          </p:nvSpPr>
          <p:spPr>
            <a:xfrm>
              <a:off x="8439043" y="2408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6" name="pt46406"/>
            <p:cNvSpPr/>
            <p:nvPr/>
          </p:nvSpPr>
          <p:spPr>
            <a:xfrm>
              <a:off x="9149376" y="2136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7" name="pt46407"/>
            <p:cNvSpPr/>
            <p:nvPr/>
          </p:nvSpPr>
          <p:spPr>
            <a:xfrm>
              <a:off x="8923469" y="1818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8" name="pt46408"/>
            <p:cNvSpPr/>
            <p:nvPr/>
          </p:nvSpPr>
          <p:spPr>
            <a:xfrm>
              <a:off x="9040639" y="1732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9" name="pt46409"/>
            <p:cNvSpPr/>
            <p:nvPr/>
          </p:nvSpPr>
          <p:spPr>
            <a:xfrm>
              <a:off x="9689893" y="1519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0" name="pt46410"/>
            <p:cNvSpPr/>
            <p:nvPr/>
          </p:nvSpPr>
          <p:spPr>
            <a:xfrm>
              <a:off x="8398928" y="2464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1" name="pt46411"/>
            <p:cNvSpPr/>
            <p:nvPr/>
          </p:nvSpPr>
          <p:spPr>
            <a:xfrm>
              <a:off x="8624143" y="2338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2" name="pt46412"/>
            <p:cNvSpPr/>
            <p:nvPr/>
          </p:nvSpPr>
          <p:spPr>
            <a:xfrm>
              <a:off x="8398928" y="2420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3" name="pt46413"/>
            <p:cNvSpPr/>
            <p:nvPr/>
          </p:nvSpPr>
          <p:spPr>
            <a:xfrm>
              <a:off x="8973968" y="1971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4" name="pt46414"/>
            <p:cNvSpPr/>
            <p:nvPr/>
          </p:nvSpPr>
          <p:spPr>
            <a:xfrm>
              <a:off x="9065434" y="1799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5" name="pt46415"/>
            <p:cNvSpPr/>
            <p:nvPr/>
          </p:nvSpPr>
          <p:spPr>
            <a:xfrm>
              <a:off x="8830008" y="2185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6" name="pt46416"/>
            <p:cNvSpPr/>
            <p:nvPr/>
          </p:nvSpPr>
          <p:spPr>
            <a:xfrm>
              <a:off x="8659047" y="2408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7" name="pt46417"/>
            <p:cNvSpPr/>
            <p:nvPr/>
          </p:nvSpPr>
          <p:spPr>
            <a:xfrm>
              <a:off x="9045633" y="2167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8" name="pt46418"/>
            <p:cNvSpPr/>
            <p:nvPr/>
          </p:nvSpPr>
          <p:spPr>
            <a:xfrm>
              <a:off x="8812874" y="2124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9" name="pt46419"/>
            <p:cNvSpPr/>
            <p:nvPr/>
          </p:nvSpPr>
          <p:spPr>
            <a:xfrm>
              <a:off x="8544712" y="2368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0" name="pt46420"/>
            <p:cNvSpPr/>
            <p:nvPr/>
          </p:nvSpPr>
          <p:spPr>
            <a:xfrm>
              <a:off x="8856549" y="2245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1" name="pt46421"/>
            <p:cNvSpPr/>
            <p:nvPr/>
          </p:nvSpPr>
          <p:spPr>
            <a:xfrm>
              <a:off x="9049289" y="2303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2" name="pt46422"/>
            <p:cNvSpPr/>
            <p:nvPr/>
          </p:nvSpPr>
          <p:spPr>
            <a:xfrm>
              <a:off x="8830008" y="2132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3" name="pt46423"/>
            <p:cNvSpPr/>
            <p:nvPr/>
          </p:nvSpPr>
          <p:spPr>
            <a:xfrm>
              <a:off x="8596430" y="2142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4" name="pt46424"/>
            <p:cNvSpPr/>
            <p:nvPr/>
          </p:nvSpPr>
          <p:spPr>
            <a:xfrm>
              <a:off x="8956650" y="2304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5" name="pt46425"/>
            <p:cNvSpPr/>
            <p:nvPr/>
          </p:nvSpPr>
          <p:spPr>
            <a:xfrm>
              <a:off x="8879672" y="1930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6" name="pt46426"/>
            <p:cNvSpPr/>
            <p:nvPr/>
          </p:nvSpPr>
          <p:spPr>
            <a:xfrm>
              <a:off x="8596430" y="2199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7" name="pt46427"/>
            <p:cNvSpPr/>
            <p:nvPr/>
          </p:nvSpPr>
          <p:spPr>
            <a:xfrm>
              <a:off x="8610820" y="2176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8" name="pt46428"/>
            <p:cNvSpPr/>
            <p:nvPr/>
          </p:nvSpPr>
          <p:spPr>
            <a:xfrm>
              <a:off x="9328959" y="2213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9" name="pt46429"/>
            <p:cNvSpPr/>
            <p:nvPr/>
          </p:nvSpPr>
          <p:spPr>
            <a:xfrm>
              <a:off x="9196543" y="2061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0" name="pt46430"/>
            <p:cNvSpPr/>
            <p:nvPr/>
          </p:nvSpPr>
          <p:spPr>
            <a:xfrm>
              <a:off x="8697035" y="2285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1" name="pt46431"/>
            <p:cNvSpPr/>
            <p:nvPr/>
          </p:nvSpPr>
          <p:spPr>
            <a:xfrm>
              <a:off x="8471820" y="2412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2" name="pt46432"/>
            <p:cNvSpPr/>
            <p:nvPr/>
          </p:nvSpPr>
          <p:spPr>
            <a:xfrm>
              <a:off x="9210359" y="1780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3" name="pt46433"/>
            <p:cNvSpPr/>
            <p:nvPr/>
          </p:nvSpPr>
          <p:spPr>
            <a:xfrm>
              <a:off x="8856549" y="2178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4" name="pt46434"/>
            <p:cNvSpPr/>
            <p:nvPr/>
          </p:nvSpPr>
          <p:spPr>
            <a:xfrm>
              <a:off x="8821645" y="2014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5" name="pt46435"/>
            <p:cNvSpPr/>
            <p:nvPr/>
          </p:nvSpPr>
          <p:spPr>
            <a:xfrm>
              <a:off x="9027511" y="1862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6" name="pt46436"/>
            <p:cNvSpPr/>
            <p:nvPr/>
          </p:nvSpPr>
          <p:spPr>
            <a:xfrm>
              <a:off x="9118525" y="2146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7" name="pt46437"/>
            <p:cNvSpPr/>
            <p:nvPr/>
          </p:nvSpPr>
          <p:spPr>
            <a:xfrm>
              <a:off x="9281436" y="1975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8" name="pt46438"/>
            <p:cNvSpPr/>
            <p:nvPr/>
          </p:nvSpPr>
          <p:spPr>
            <a:xfrm>
              <a:off x="9032878" y="1615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9" name="pt46439"/>
            <p:cNvSpPr/>
            <p:nvPr/>
          </p:nvSpPr>
          <p:spPr>
            <a:xfrm>
              <a:off x="8347210" y="2316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0" name="pt46440"/>
            <p:cNvSpPr/>
            <p:nvPr/>
          </p:nvSpPr>
          <p:spPr>
            <a:xfrm>
              <a:off x="8838000" y="2016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1" name="pt46441"/>
            <p:cNvSpPr/>
            <p:nvPr/>
          </p:nvSpPr>
          <p:spPr>
            <a:xfrm>
              <a:off x="9585294" y="2251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2" name="pt46442"/>
            <p:cNvSpPr/>
            <p:nvPr/>
          </p:nvSpPr>
          <p:spPr>
            <a:xfrm>
              <a:off x="8636546" y="2323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3" name="pt46443"/>
            <p:cNvSpPr/>
            <p:nvPr/>
          </p:nvSpPr>
          <p:spPr>
            <a:xfrm>
              <a:off x="9089164" y="174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4" name="pt46444"/>
            <p:cNvSpPr/>
            <p:nvPr/>
          </p:nvSpPr>
          <p:spPr>
            <a:xfrm>
              <a:off x="8679043" y="2248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5" name="pt46445"/>
            <p:cNvSpPr/>
            <p:nvPr/>
          </p:nvSpPr>
          <p:spPr>
            <a:xfrm>
              <a:off x="8347210" y="2264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6" name="pt46446"/>
            <p:cNvSpPr/>
            <p:nvPr/>
          </p:nvSpPr>
          <p:spPr>
            <a:xfrm>
              <a:off x="9401001" y="2257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7" name="pt46447"/>
            <p:cNvSpPr/>
            <p:nvPr/>
          </p:nvSpPr>
          <p:spPr>
            <a:xfrm>
              <a:off x="9026144" y="1669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8" name="pt46448"/>
            <p:cNvSpPr/>
            <p:nvPr/>
          </p:nvSpPr>
          <p:spPr>
            <a:xfrm>
              <a:off x="8778290" y="2088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9" name="pt46449"/>
            <p:cNvSpPr/>
            <p:nvPr/>
          </p:nvSpPr>
          <p:spPr>
            <a:xfrm>
              <a:off x="9356962" y="2216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0" name="pt46450"/>
            <p:cNvSpPr/>
            <p:nvPr/>
          </p:nvSpPr>
          <p:spPr>
            <a:xfrm>
              <a:off x="9127336" y="2031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1" name="pt46451"/>
            <p:cNvSpPr/>
            <p:nvPr/>
          </p:nvSpPr>
          <p:spPr>
            <a:xfrm>
              <a:off x="8812874" y="2158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2" name="pt46452"/>
            <p:cNvSpPr/>
            <p:nvPr/>
          </p:nvSpPr>
          <p:spPr>
            <a:xfrm>
              <a:off x="9157488" y="192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3" name="pt46453"/>
            <p:cNvSpPr/>
            <p:nvPr/>
          </p:nvSpPr>
          <p:spPr>
            <a:xfrm>
              <a:off x="9431373" y="1915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4" name="pt46454"/>
            <p:cNvSpPr/>
            <p:nvPr/>
          </p:nvSpPr>
          <p:spPr>
            <a:xfrm>
              <a:off x="8471820" y="2525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5" name="pt46455"/>
            <p:cNvSpPr/>
            <p:nvPr/>
          </p:nvSpPr>
          <p:spPr>
            <a:xfrm>
              <a:off x="9367540" y="2133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6" name="pt46456"/>
            <p:cNvSpPr/>
            <p:nvPr/>
          </p:nvSpPr>
          <p:spPr>
            <a:xfrm>
              <a:off x="9792213" y="2383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7" name="pt46457"/>
            <p:cNvSpPr/>
            <p:nvPr/>
          </p:nvSpPr>
          <p:spPr>
            <a:xfrm>
              <a:off x="8803653" y="1962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8" name="pt46458"/>
            <p:cNvSpPr/>
            <p:nvPr/>
          </p:nvSpPr>
          <p:spPr>
            <a:xfrm>
              <a:off x="9334969" y="2162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9" name="pt46459"/>
            <p:cNvSpPr/>
            <p:nvPr/>
          </p:nvSpPr>
          <p:spPr>
            <a:xfrm>
              <a:off x="8902901" y="2087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0" name="pt46460"/>
            <p:cNvSpPr/>
            <p:nvPr/>
          </p:nvSpPr>
          <p:spPr>
            <a:xfrm>
              <a:off x="8973968" y="1841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1" name="pt46461"/>
            <p:cNvSpPr/>
            <p:nvPr/>
          </p:nvSpPr>
          <p:spPr>
            <a:xfrm>
              <a:off x="9110981" y="1969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2" name="pt46462"/>
            <p:cNvSpPr/>
            <p:nvPr/>
          </p:nvSpPr>
          <p:spPr>
            <a:xfrm>
              <a:off x="9351205" y="2101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3" name="pt46463"/>
            <p:cNvSpPr/>
            <p:nvPr/>
          </p:nvSpPr>
          <p:spPr>
            <a:xfrm>
              <a:off x="8970261" y="2122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4" name="pt46464"/>
            <p:cNvSpPr/>
            <p:nvPr/>
          </p:nvSpPr>
          <p:spPr>
            <a:xfrm>
              <a:off x="9381946" y="2045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5" name="pt46465"/>
            <p:cNvSpPr/>
            <p:nvPr/>
          </p:nvSpPr>
          <p:spPr>
            <a:xfrm>
              <a:off x="8783657" y="2165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6" name="pt46466"/>
            <p:cNvSpPr/>
            <p:nvPr/>
          </p:nvSpPr>
          <p:spPr>
            <a:xfrm>
              <a:off x="8274318" y="2362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7" name="pt46467"/>
            <p:cNvSpPr/>
            <p:nvPr/>
          </p:nvSpPr>
          <p:spPr>
            <a:xfrm>
              <a:off x="9275707" y="1821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8" name="pt46468"/>
            <p:cNvSpPr/>
            <p:nvPr/>
          </p:nvSpPr>
          <p:spPr>
            <a:xfrm>
              <a:off x="8688264" y="2278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9" name="pt46469"/>
            <p:cNvSpPr/>
            <p:nvPr/>
          </p:nvSpPr>
          <p:spPr>
            <a:xfrm>
              <a:off x="9331236" y="2232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0" name="pt46470"/>
            <p:cNvSpPr/>
            <p:nvPr/>
          </p:nvSpPr>
          <p:spPr>
            <a:xfrm>
              <a:off x="8659047" y="2352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1" name="pt46471"/>
            <p:cNvSpPr/>
            <p:nvPr/>
          </p:nvSpPr>
          <p:spPr>
            <a:xfrm>
              <a:off x="9212805" y="175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2" name="pt46472"/>
            <p:cNvSpPr/>
            <p:nvPr/>
          </p:nvSpPr>
          <p:spPr>
            <a:xfrm>
              <a:off x="9110981" y="2061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3" name="pt46473"/>
            <p:cNvSpPr/>
            <p:nvPr/>
          </p:nvSpPr>
          <p:spPr>
            <a:xfrm>
              <a:off x="9099493" y="1974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4" name="pt46474"/>
            <p:cNvSpPr/>
            <p:nvPr/>
          </p:nvSpPr>
          <p:spPr>
            <a:xfrm>
              <a:off x="9227269" y="2075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5" name="pt46475"/>
            <p:cNvSpPr/>
            <p:nvPr/>
          </p:nvSpPr>
          <p:spPr>
            <a:xfrm>
              <a:off x="9115211" y="2067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6" name="pt46476"/>
            <p:cNvSpPr/>
            <p:nvPr/>
          </p:nvSpPr>
          <p:spPr>
            <a:xfrm>
              <a:off x="9681061" y="2696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7" name="pt46477"/>
            <p:cNvSpPr/>
            <p:nvPr/>
          </p:nvSpPr>
          <p:spPr>
            <a:xfrm>
              <a:off x="8767051" y="1997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8" name="pt46478"/>
            <p:cNvSpPr/>
            <p:nvPr/>
          </p:nvSpPr>
          <p:spPr>
            <a:xfrm>
              <a:off x="9034195" y="1836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9" name="pt46479"/>
            <p:cNvSpPr/>
            <p:nvPr/>
          </p:nvSpPr>
          <p:spPr>
            <a:xfrm>
              <a:off x="9035502" y="1753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0" name="pt46480"/>
            <p:cNvSpPr/>
            <p:nvPr/>
          </p:nvSpPr>
          <p:spPr>
            <a:xfrm>
              <a:off x="8721041" y="2118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1" name="pt46481"/>
            <p:cNvSpPr/>
            <p:nvPr/>
          </p:nvSpPr>
          <p:spPr>
            <a:xfrm>
              <a:off x="8876545" y="1786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2" name="pt46482"/>
            <p:cNvSpPr/>
            <p:nvPr/>
          </p:nvSpPr>
          <p:spPr>
            <a:xfrm>
              <a:off x="8471820" y="2313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3" name="pt46483"/>
            <p:cNvSpPr/>
            <p:nvPr/>
          </p:nvSpPr>
          <p:spPr>
            <a:xfrm>
              <a:off x="8830008" y="2040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4" name="pt46484"/>
            <p:cNvSpPr/>
            <p:nvPr/>
          </p:nvSpPr>
          <p:spPr>
            <a:xfrm>
              <a:off x="9562976" y="236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5" name="pt46485"/>
            <p:cNvSpPr/>
            <p:nvPr/>
          </p:nvSpPr>
          <p:spPr>
            <a:xfrm>
              <a:off x="8982914" y="1799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6" name="pt46486"/>
            <p:cNvSpPr/>
            <p:nvPr/>
          </p:nvSpPr>
          <p:spPr>
            <a:xfrm>
              <a:off x="8817313" y="1963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7" name="pt46487"/>
            <p:cNvSpPr/>
            <p:nvPr/>
          </p:nvSpPr>
          <p:spPr>
            <a:xfrm>
              <a:off x="8347210" y="243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8" name="pt46488"/>
            <p:cNvSpPr/>
            <p:nvPr/>
          </p:nvSpPr>
          <p:spPr>
            <a:xfrm>
              <a:off x="8679043" y="2078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9" name="pt46489"/>
            <p:cNvSpPr/>
            <p:nvPr/>
          </p:nvSpPr>
          <p:spPr>
            <a:xfrm>
              <a:off x="9519804" y="2544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0" name="pt46490"/>
            <p:cNvSpPr/>
            <p:nvPr/>
          </p:nvSpPr>
          <p:spPr>
            <a:xfrm>
              <a:off x="9379078" y="2041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1" name="pt46491"/>
            <p:cNvSpPr/>
            <p:nvPr/>
          </p:nvSpPr>
          <p:spPr>
            <a:xfrm>
              <a:off x="9087220" y="1938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2" name="pt46492"/>
            <p:cNvSpPr/>
            <p:nvPr/>
          </p:nvSpPr>
          <p:spPr>
            <a:xfrm>
              <a:off x="8688264" y="2318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3" name="pt46493"/>
            <p:cNvSpPr/>
            <p:nvPr/>
          </p:nvSpPr>
          <p:spPr>
            <a:xfrm>
              <a:off x="9262568" y="2089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4" name="pt46494"/>
            <p:cNvSpPr/>
            <p:nvPr/>
          </p:nvSpPr>
          <p:spPr>
            <a:xfrm>
              <a:off x="8721041" y="2153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5" name="pt46495"/>
            <p:cNvSpPr/>
            <p:nvPr/>
          </p:nvSpPr>
          <p:spPr>
            <a:xfrm>
              <a:off x="8830008" y="2250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6" name="pt46496"/>
            <p:cNvSpPr/>
            <p:nvPr/>
          </p:nvSpPr>
          <p:spPr>
            <a:xfrm>
              <a:off x="9482767" y="2358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7" name="pt46497"/>
            <p:cNvSpPr/>
            <p:nvPr/>
          </p:nvSpPr>
          <p:spPr>
            <a:xfrm>
              <a:off x="9083269" y="188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8" name="pt46498"/>
            <p:cNvSpPr/>
            <p:nvPr/>
          </p:nvSpPr>
          <p:spPr>
            <a:xfrm>
              <a:off x="9075096" y="1991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9" name="pt46499"/>
            <p:cNvSpPr/>
            <p:nvPr/>
          </p:nvSpPr>
          <p:spPr>
            <a:xfrm>
              <a:off x="9562976" y="2284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0" name="pt46500"/>
            <p:cNvSpPr/>
            <p:nvPr/>
          </p:nvSpPr>
          <p:spPr>
            <a:xfrm>
              <a:off x="8882745" y="1922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1" name="pt46501"/>
            <p:cNvSpPr/>
            <p:nvPr/>
          </p:nvSpPr>
          <p:spPr>
            <a:xfrm>
              <a:off x="8873363" y="1982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2" name="pt46502"/>
            <p:cNvSpPr/>
            <p:nvPr/>
          </p:nvSpPr>
          <p:spPr>
            <a:xfrm>
              <a:off x="8648148" y="2278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3" name="pt46503"/>
            <p:cNvSpPr/>
            <p:nvPr/>
          </p:nvSpPr>
          <p:spPr>
            <a:xfrm>
              <a:off x="8937484" y="2090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4" name="pt46504"/>
            <p:cNvSpPr/>
            <p:nvPr/>
          </p:nvSpPr>
          <p:spPr>
            <a:xfrm>
              <a:off x="8347210" y="2422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5" name="pt46505"/>
            <p:cNvSpPr/>
            <p:nvPr/>
          </p:nvSpPr>
          <p:spPr>
            <a:xfrm>
              <a:off x="9142325" y="2029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6" name="pt46506"/>
            <p:cNvSpPr/>
            <p:nvPr/>
          </p:nvSpPr>
          <p:spPr>
            <a:xfrm>
              <a:off x="8937484" y="2121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7" name="pt46507"/>
            <p:cNvSpPr/>
            <p:nvPr/>
          </p:nvSpPr>
          <p:spPr>
            <a:xfrm>
              <a:off x="8274318" y="2419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8" name="pt46508"/>
            <p:cNvSpPr/>
            <p:nvPr/>
          </p:nvSpPr>
          <p:spPr>
            <a:xfrm>
              <a:off x="8748753" y="2080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9" name="pt46509"/>
            <p:cNvSpPr/>
            <p:nvPr/>
          </p:nvSpPr>
          <p:spPr>
            <a:xfrm>
              <a:off x="8624143" y="2462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0" name="pt46510"/>
            <p:cNvSpPr/>
            <p:nvPr/>
          </p:nvSpPr>
          <p:spPr>
            <a:xfrm>
              <a:off x="8956650" y="2286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1" name="pt46511"/>
            <p:cNvSpPr/>
            <p:nvPr/>
          </p:nvSpPr>
          <p:spPr>
            <a:xfrm>
              <a:off x="9070866" y="2035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2" name="pt46512"/>
            <p:cNvSpPr/>
            <p:nvPr/>
          </p:nvSpPr>
          <p:spPr>
            <a:xfrm>
              <a:off x="9089164" y="1686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3" name="pt46513"/>
            <p:cNvSpPr/>
            <p:nvPr/>
          </p:nvSpPr>
          <p:spPr>
            <a:xfrm>
              <a:off x="9219949" y="1898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4" name="pt46514"/>
            <p:cNvSpPr/>
            <p:nvPr/>
          </p:nvSpPr>
          <p:spPr>
            <a:xfrm>
              <a:off x="8580788" y="2454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5" name="pt46515"/>
            <p:cNvSpPr/>
            <p:nvPr/>
          </p:nvSpPr>
          <p:spPr>
            <a:xfrm>
              <a:off x="9236019" y="2129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6" name="pt46516"/>
            <p:cNvSpPr/>
            <p:nvPr/>
          </p:nvSpPr>
          <p:spPr>
            <a:xfrm>
              <a:off x="9431373" y="1868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7" name="pt46517"/>
            <p:cNvSpPr/>
            <p:nvPr/>
          </p:nvSpPr>
          <p:spPr>
            <a:xfrm>
              <a:off x="8735430" y="2242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8" name="pt46518"/>
            <p:cNvSpPr/>
            <p:nvPr/>
          </p:nvSpPr>
          <p:spPr>
            <a:xfrm>
              <a:off x="8439043" y="2562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9" name="pt46519"/>
            <p:cNvSpPr/>
            <p:nvPr/>
          </p:nvSpPr>
          <p:spPr>
            <a:xfrm>
              <a:off x="8954618" y="2332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0" name="pt46520"/>
            <p:cNvSpPr/>
            <p:nvPr/>
          </p:nvSpPr>
          <p:spPr>
            <a:xfrm>
              <a:off x="8659047" y="2334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1" name="pt46521"/>
            <p:cNvSpPr/>
            <p:nvPr/>
          </p:nvSpPr>
          <p:spPr>
            <a:xfrm>
              <a:off x="8398928" y="2294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2" name="pt46522"/>
            <p:cNvSpPr/>
            <p:nvPr/>
          </p:nvSpPr>
          <p:spPr>
            <a:xfrm>
              <a:off x="8852989" y="1853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3" name="pt46523"/>
            <p:cNvSpPr/>
            <p:nvPr/>
          </p:nvSpPr>
          <p:spPr>
            <a:xfrm>
              <a:off x="9046860" y="2363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4" name="pt46524"/>
            <p:cNvSpPr/>
            <p:nvPr/>
          </p:nvSpPr>
          <p:spPr>
            <a:xfrm>
              <a:off x="8935223" y="1917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5" name="pt46525"/>
            <p:cNvSpPr/>
            <p:nvPr/>
          </p:nvSpPr>
          <p:spPr>
            <a:xfrm>
              <a:off x="9147988" y="2170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6" name="pt46526"/>
            <p:cNvSpPr/>
            <p:nvPr/>
          </p:nvSpPr>
          <p:spPr>
            <a:xfrm>
              <a:off x="9313270" y="2158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7" name="pt46527"/>
            <p:cNvSpPr/>
            <p:nvPr/>
          </p:nvSpPr>
          <p:spPr>
            <a:xfrm>
              <a:off x="8688264" y="2259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8" name="pt46528"/>
            <p:cNvSpPr/>
            <p:nvPr/>
          </p:nvSpPr>
          <p:spPr>
            <a:xfrm>
              <a:off x="8988075" y="1969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9" name="pt46529"/>
            <p:cNvSpPr/>
            <p:nvPr/>
          </p:nvSpPr>
          <p:spPr>
            <a:xfrm>
              <a:off x="9761216" y="2277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0" name="pt46530"/>
            <p:cNvSpPr/>
            <p:nvPr/>
          </p:nvSpPr>
          <p:spPr>
            <a:xfrm>
              <a:off x="9236019" y="2091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1" name="pt46531"/>
            <p:cNvSpPr/>
            <p:nvPr/>
          </p:nvSpPr>
          <p:spPr>
            <a:xfrm>
              <a:off x="8563654" y="2153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2" name="pt46532"/>
            <p:cNvSpPr/>
            <p:nvPr/>
          </p:nvSpPr>
          <p:spPr>
            <a:xfrm>
              <a:off x="8973968" y="1927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3" name="pt46533"/>
            <p:cNvSpPr/>
            <p:nvPr/>
          </p:nvSpPr>
          <p:spPr>
            <a:xfrm>
              <a:off x="9176891" y="1877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4" name="pt46534"/>
            <p:cNvSpPr/>
            <p:nvPr/>
          </p:nvSpPr>
          <p:spPr>
            <a:xfrm>
              <a:off x="8778290" y="2050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5" name="pt46535"/>
            <p:cNvSpPr/>
            <p:nvPr/>
          </p:nvSpPr>
          <p:spPr>
            <a:xfrm>
              <a:off x="8347210" y="2331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6" name="pt46536"/>
            <p:cNvSpPr/>
            <p:nvPr/>
          </p:nvSpPr>
          <p:spPr>
            <a:xfrm>
              <a:off x="8970261" y="199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7" name="pt46537"/>
            <p:cNvSpPr/>
            <p:nvPr/>
          </p:nvSpPr>
          <p:spPr>
            <a:xfrm>
              <a:off x="8523538" y="2269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8" name="pt46538"/>
            <p:cNvSpPr/>
            <p:nvPr/>
          </p:nvSpPr>
          <p:spPr>
            <a:xfrm>
              <a:off x="8610820" y="2007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9" name="pt46539"/>
            <p:cNvSpPr/>
            <p:nvPr/>
          </p:nvSpPr>
          <p:spPr>
            <a:xfrm>
              <a:off x="9071933" y="1873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0" name="pt46540"/>
            <p:cNvSpPr/>
            <p:nvPr/>
          </p:nvSpPr>
          <p:spPr>
            <a:xfrm>
              <a:off x="8923469" y="2002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1" name="pt46541"/>
            <p:cNvSpPr/>
            <p:nvPr/>
          </p:nvSpPr>
          <p:spPr>
            <a:xfrm>
              <a:off x="9171470" y="1934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2" name="pt46542"/>
            <p:cNvSpPr/>
            <p:nvPr/>
          </p:nvSpPr>
          <p:spPr>
            <a:xfrm>
              <a:off x="8563654" y="2310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3" name="pt46543"/>
            <p:cNvSpPr/>
            <p:nvPr/>
          </p:nvSpPr>
          <p:spPr>
            <a:xfrm>
              <a:off x="8954618" y="2218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4" name="pt46544"/>
            <p:cNvSpPr/>
            <p:nvPr/>
          </p:nvSpPr>
          <p:spPr>
            <a:xfrm>
              <a:off x="8624143" y="2393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5" name="pt46545"/>
            <p:cNvSpPr/>
            <p:nvPr/>
          </p:nvSpPr>
          <p:spPr>
            <a:xfrm>
              <a:off x="9176891" y="1921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6" name="pt46546"/>
            <p:cNvSpPr/>
            <p:nvPr/>
          </p:nvSpPr>
          <p:spPr>
            <a:xfrm>
              <a:off x="8596430" y="2347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7" name="pt46547"/>
            <p:cNvSpPr/>
            <p:nvPr/>
          </p:nvSpPr>
          <p:spPr>
            <a:xfrm>
              <a:off x="8748753" y="1983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8" name="pt46548"/>
            <p:cNvSpPr/>
            <p:nvPr/>
          </p:nvSpPr>
          <p:spPr>
            <a:xfrm>
              <a:off x="8713389" y="2430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9" name="pt46549"/>
            <p:cNvSpPr/>
            <p:nvPr/>
          </p:nvSpPr>
          <p:spPr>
            <a:xfrm>
              <a:off x="8972124" y="2098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0" name="pt46550"/>
            <p:cNvSpPr/>
            <p:nvPr/>
          </p:nvSpPr>
          <p:spPr>
            <a:xfrm>
              <a:off x="8648148" y="2379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1" name="pt46551"/>
            <p:cNvSpPr/>
            <p:nvPr/>
          </p:nvSpPr>
          <p:spPr>
            <a:xfrm>
              <a:off x="8817313" y="1972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2" name="pt46552"/>
            <p:cNvSpPr/>
            <p:nvPr/>
          </p:nvSpPr>
          <p:spPr>
            <a:xfrm>
              <a:off x="8471820" y="2357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3" name="pt46553"/>
            <p:cNvSpPr/>
            <p:nvPr/>
          </p:nvSpPr>
          <p:spPr>
            <a:xfrm>
              <a:off x="9513165" y="2434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4" name="pt46554"/>
            <p:cNvSpPr/>
            <p:nvPr/>
          </p:nvSpPr>
          <p:spPr>
            <a:xfrm>
              <a:off x="8679043" y="2285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5" name="pt46555"/>
            <p:cNvSpPr/>
            <p:nvPr/>
          </p:nvSpPr>
          <p:spPr>
            <a:xfrm>
              <a:off x="8274318" y="2447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6" name="pt46556"/>
            <p:cNvSpPr/>
            <p:nvPr/>
          </p:nvSpPr>
          <p:spPr>
            <a:xfrm>
              <a:off x="9334476" y="211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7" name="pt46557"/>
            <p:cNvSpPr/>
            <p:nvPr/>
          </p:nvSpPr>
          <p:spPr>
            <a:xfrm>
              <a:off x="8648148" y="235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8" name="pt46558"/>
            <p:cNvSpPr/>
            <p:nvPr/>
          </p:nvSpPr>
          <p:spPr>
            <a:xfrm>
              <a:off x="8439043" y="2234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9" name="pt46559"/>
            <p:cNvSpPr/>
            <p:nvPr/>
          </p:nvSpPr>
          <p:spPr>
            <a:xfrm>
              <a:off x="8755061" y="2232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0" name="pt46560"/>
            <p:cNvSpPr/>
            <p:nvPr/>
          </p:nvSpPr>
          <p:spPr>
            <a:xfrm>
              <a:off x="9356962" y="2192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1" name="pt46561"/>
            <p:cNvSpPr/>
            <p:nvPr/>
          </p:nvSpPr>
          <p:spPr>
            <a:xfrm>
              <a:off x="9421909" y="1950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2" name="pt46562"/>
            <p:cNvSpPr/>
            <p:nvPr/>
          </p:nvSpPr>
          <p:spPr>
            <a:xfrm>
              <a:off x="8274318" y="2468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3" name="pt46563"/>
            <p:cNvSpPr/>
            <p:nvPr/>
          </p:nvSpPr>
          <p:spPr>
            <a:xfrm>
              <a:off x="8688264" y="2389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4" name="pt46564"/>
            <p:cNvSpPr/>
            <p:nvPr/>
          </p:nvSpPr>
          <p:spPr>
            <a:xfrm>
              <a:off x="8808322" y="2193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5" name="pt46565"/>
            <p:cNvSpPr/>
            <p:nvPr/>
          </p:nvSpPr>
          <p:spPr>
            <a:xfrm>
              <a:off x="9275707" y="1903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6" name="pt46566"/>
            <p:cNvSpPr/>
            <p:nvPr/>
          </p:nvSpPr>
          <p:spPr>
            <a:xfrm>
              <a:off x="8913479" y="1778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7" name="pt46567"/>
            <p:cNvSpPr/>
            <p:nvPr/>
          </p:nvSpPr>
          <p:spPr>
            <a:xfrm>
              <a:off x="8610820" y="2156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8" name="pt46568"/>
            <p:cNvSpPr/>
            <p:nvPr/>
          </p:nvSpPr>
          <p:spPr>
            <a:xfrm>
              <a:off x="8347210" y="2323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9" name="pt46569"/>
            <p:cNvSpPr/>
            <p:nvPr/>
          </p:nvSpPr>
          <p:spPr>
            <a:xfrm>
              <a:off x="9157488" y="1749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0" name="pt46570"/>
            <p:cNvSpPr/>
            <p:nvPr/>
          </p:nvSpPr>
          <p:spPr>
            <a:xfrm>
              <a:off x="9005825" y="1635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1" name="pt46571"/>
            <p:cNvSpPr/>
            <p:nvPr/>
          </p:nvSpPr>
          <p:spPr>
            <a:xfrm>
              <a:off x="8783657" y="2337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2" name="pt46572"/>
            <p:cNvSpPr/>
            <p:nvPr/>
          </p:nvSpPr>
          <p:spPr>
            <a:xfrm>
              <a:off x="9077174" y="1877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3" name="pt46573"/>
            <p:cNvSpPr/>
            <p:nvPr/>
          </p:nvSpPr>
          <p:spPr>
            <a:xfrm>
              <a:off x="8471820" y="2525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4" name="pt46574"/>
            <p:cNvSpPr/>
            <p:nvPr/>
          </p:nvSpPr>
          <p:spPr>
            <a:xfrm>
              <a:off x="8838000" y="1991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5" name="pt46575"/>
            <p:cNvSpPr/>
            <p:nvPr/>
          </p:nvSpPr>
          <p:spPr>
            <a:xfrm>
              <a:off x="8688264" y="2249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6" name="pt46576"/>
            <p:cNvSpPr/>
            <p:nvPr/>
          </p:nvSpPr>
          <p:spPr>
            <a:xfrm>
              <a:off x="9226820" y="1986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7" name="pt46577"/>
            <p:cNvSpPr/>
            <p:nvPr/>
          </p:nvSpPr>
          <p:spPr>
            <a:xfrm>
              <a:off x="9099493" y="2082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8" name="pt46578"/>
            <p:cNvSpPr/>
            <p:nvPr/>
          </p:nvSpPr>
          <p:spPr>
            <a:xfrm>
              <a:off x="9040639" y="1732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9" name="pt46579"/>
            <p:cNvSpPr/>
            <p:nvPr/>
          </p:nvSpPr>
          <p:spPr>
            <a:xfrm>
              <a:off x="8471820" y="2450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0" name="pt46580"/>
            <p:cNvSpPr/>
            <p:nvPr/>
          </p:nvSpPr>
          <p:spPr>
            <a:xfrm>
              <a:off x="9211830" y="1685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1" name="pt46581"/>
            <p:cNvSpPr/>
            <p:nvPr/>
          </p:nvSpPr>
          <p:spPr>
            <a:xfrm>
              <a:off x="9439678" y="1913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2" name="pt46582"/>
            <p:cNvSpPr/>
            <p:nvPr/>
          </p:nvSpPr>
          <p:spPr>
            <a:xfrm>
              <a:off x="8803653" y="2028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3" name="pt46583"/>
            <p:cNvSpPr/>
            <p:nvPr/>
          </p:nvSpPr>
          <p:spPr>
            <a:xfrm>
              <a:off x="8838000" y="2054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4" name="pt46584"/>
            <p:cNvSpPr/>
            <p:nvPr/>
          </p:nvSpPr>
          <p:spPr>
            <a:xfrm>
              <a:off x="9379078" y="2039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5" name="pt46585"/>
            <p:cNvSpPr/>
            <p:nvPr/>
          </p:nvSpPr>
          <p:spPr>
            <a:xfrm>
              <a:off x="9419155" y="1964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6" name="pt46586"/>
            <p:cNvSpPr/>
            <p:nvPr/>
          </p:nvSpPr>
          <p:spPr>
            <a:xfrm>
              <a:off x="8755061" y="2262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7" name="pt46587"/>
            <p:cNvSpPr/>
            <p:nvPr/>
          </p:nvSpPr>
          <p:spPr>
            <a:xfrm>
              <a:off x="8849358" y="2036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8" name="pt46588"/>
            <p:cNvSpPr/>
            <p:nvPr/>
          </p:nvSpPr>
          <p:spPr>
            <a:xfrm>
              <a:off x="9059833" y="1774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9" name="pt46589"/>
            <p:cNvSpPr/>
            <p:nvPr/>
          </p:nvSpPr>
          <p:spPr>
            <a:xfrm>
              <a:off x="9160112" y="1585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0" name="pt46590"/>
            <p:cNvSpPr/>
            <p:nvPr/>
          </p:nvSpPr>
          <p:spPr>
            <a:xfrm>
              <a:off x="8347210" y="2440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1" name="pt46591"/>
            <p:cNvSpPr/>
            <p:nvPr/>
          </p:nvSpPr>
          <p:spPr>
            <a:xfrm>
              <a:off x="9655598" y="2247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2" name="pt46592"/>
            <p:cNvSpPr/>
            <p:nvPr/>
          </p:nvSpPr>
          <p:spPr>
            <a:xfrm>
              <a:off x="8274318" y="2187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3" name="pt46593"/>
            <p:cNvSpPr/>
            <p:nvPr/>
          </p:nvSpPr>
          <p:spPr>
            <a:xfrm>
              <a:off x="8544712" y="2434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4" name="pt46594"/>
            <p:cNvSpPr/>
            <p:nvPr/>
          </p:nvSpPr>
          <p:spPr>
            <a:xfrm>
              <a:off x="8563654" y="2215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5" name="pt46595"/>
            <p:cNvSpPr/>
            <p:nvPr/>
          </p:nvSpPr>
          <p:spPr>
            <a:xfrm>
              <a:off x="8398928" y="2489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6" name="pt46596"/>
            <p:cNvSpPr/>
            <p:nvPr/>
          </p:nvSpPr>
          <p:spPr>
            <a:xfrm>
              <a:off x="8742215" y="1955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7" name="pt46597"/>
            <p:cNvSpPr/>
            <p:nvPr/>
          </p:nvSpPr>
          <p:spPr>
            <a:xfrm>
              <a:off x="8962610" y="2290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8" name="pt46598"/>
            <p:cNvSpPr/>
            <p:nvPr/>
          </p:nvSpPr>
          <p:spPr>
            <a:xfrm>
              <a:off x="9297299" y="1915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9" name="pt46599"/>
            <p:cNvSpPr/>
            <p:nvPr/>
          </p:nvSpPr>
          <p:spPr>
            <a:xfrm>
              <a:off x="8669323" y="2372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0" name="pt46600"/>
            <p:cNvSpPr/>
            <p:nvPr/>
          </p:nvSpPr>
          <p:spPr>
            <a:xfrm>
              <a:off x="8596430" y="2314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1" name="pt46601"/>
            <p:cNvSpPr/>
            <p:nvPr/>
          </p:nvSpPr>
          <p:spPr>
            <a:xfrm>
              <a:off x="8948383" y="2059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2" name="pt46602"/>
            <p:cNvSpPr/>
            <p:nvPr/>
          </p:nvSpPr>
          <p:spPr>
            <a:xfrm>
              <a:off x="9499399" y="2380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3" name="pt46603"/>
            <p:cNvSpPr/>
            <p:nvPr/>
          </p:nvSpPr>
          <p:spPr>
            <a:xfrm>
              <a:off x="9101309" y="2250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4" name="pt46604"/>
            <p:cNvSpPr/>
            <p:nvPr/>
          </p:nvSpPr>
          <p:spPr>
            <a:xfrm>
              <a:off x="9108394" y="1968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5" name="pt46605"/>
            <p:cNvSpPr/>
            <p:nvPr/>
          </p:nvSpPr>
          <p:spPr>
            <a:xfrm>
              <a:off x="8973968" y="1959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6" name="pt46606"/>
            <p:cNvSpPr/>
            <p:nvPr/>
          </p:nvSpPr>
          <p:spPr>
            <a:xfrm>
              <a:off x="8274318" y="251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7" name="pt46607"/>
            <p:cNvSpPr/>
            <p:nvPr/>
          </p:nvSpPr>
          <p:spPr>
            <a:xfrm>
              <a:off x="9101309" y="2247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8" name="pt46608"/>
            <p:cNvSpPr/>
            <p:nvPr/>
          </p:nvSpPr>
          <p:spPr>
            <a:xfrm>
              <a:off x="8834048" y="1927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9" name="pt46609"/>
            <p:cNvSpPr/>
            <p:nvPr/>
          </p:nvSpPr>
          <p:spPr>
            <a:xfrm>
              <a:off x="9118525" y="2044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0" name="pt46610"/>
            <p:cNvSpPr/>
            <p:nvPr/>
          </p:nvSpPr>
          <p:spPr>
            <a:xfrm>
              <a:off x="8923469" y="1978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1" name="pt46611"/>
            <p:cNvSpPr/>
            <p:nvPr/>
          </p:nvSpPr>
          <p:spPr>
            <a:xfrm>
              <a:off x="9294237" y="1825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2" name="pt46612"/>
            <p:cNvSpPr/>
            <p:nvPr/>
          </p:nvSpPr>
          <p:spPr>
            <a:xfrm>
              <a:off x="9148684" y="2212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3" name="pt46613"/>
            <p:cNvSpPr/>
            <p:nvPr/>
          </p:nvSpPr>
          <p:spPr>
            <a:xfrm>
              <a:off x="8347210" y="2317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4" name="pt46614"/>
            <p:cNvSpPr/>
            <p:nvPr/>
          </p:nvSpPr>
          <p:spPr>
            <a:xfrm>
              <a:off x="8636546" y="2276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5" name="pt46615"/>
            <p:cNvSpPr/>
            <p:nvPr/>
          </p:nvSpPr>
          <p:spPr>
            <a:xfrm>
              <a:off x="9233005" y="216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6" name="pt46616"/>
            <p:cNvSpPr/>
            <p:nvPr/>
          </p:nvSpPr>
          <p:spPr>
            <a:xfrm>
              <a:off x="8798858" y="1961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7" name="pt46617"/>
            <p:cNvSpPr/>
            <p:nvPr/>
          </p:nvSpPr>
          <p:spPr>
            <a:xfrm>
              <a:off x="9693515" y="1643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8" name="pt46618"/>
            <p:cNvSpPr/>
            <p:nvPr/>
          </p:nvSpPr>
          <p:spPr>
            <a:xfrm>
              <a:off x="8398928" y="2393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9" name="pt46619"/>
            <p:cNvSpPr/>
            <p:nvPr/>
          </p:nvSpPr>
          <p:spPr>
            <a:xfrm>
              <a:off x="9097658" y="1964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0" name="pt46620"/>
            <p:cNvSpPr/>
            <p:nvPr/>
          </p:nvSpPr>
          <p:spPr>
            <a:xfrm>
              <a:off x="8713389" y="2241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1" name="pt46621"/>
            <p:cNvSpPr/>
            <p:nvPr/>
          </p:nvSpPr>
          <p:spPr>
            <a:xfrm>
              <a:off x="8742215" y="2182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2" name="pt46622"/>
            <p:cNvSpPr/>
            <p:nvPr/>
          </p:nvSpPr>
          <p:spPr>
            <a:xfrm>
              <a:off x="8834048" y="204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3" name="pt46623"/>
            <p:cNvSpPr/>
            <p:nvPr/>
          </p:nvSpPr>
          <p:spPr>
            <a:xfrm>
              <a:off x="8347210" y="2141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4" name="pt46624"/>
            <p:cNvSpPr/>
            <p:nvPr/>
          </p:nvSpPr>
          <p:spPr>
            <a:xfrm>
              <a:off x="8825875" y="2173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5" name="pt46625"/>
            <p:cNvSpPr/>
            <p:nvPr/>
          </p:nvSpPr>
          <p:spPr>
            <a:xfrm>
              <a:off x="8274318" y="2460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6" name="pt46626"/>
            <p:cNvSpPr/>
            <p:nvPr/>
          </p:nvSpPr>
          <p:spPr>
            <a:xfrm>
              <a:off x="8798858" y="1990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7" name="pt46627"/>
            <p:cNvSpPr/>
            <p:nvPr/>
          </p:nvSpPr>
          <p:spPr>
            <a:xfrm>
              <a:off x="9226820" y="1885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8" name="pt46628"/>
            <p:cNvSpPr/>
            <p:nvPr/>
          </p:nvSpPr>
          <p:spPr>
            <a:xfrm>
              <a:off x="9877988" y="2651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9" name="pt46629"/>
            <p:cNvSpPr/>
            <p:nvPr/>
          </p:nvSpPr>
          <p:spPr>
            <a:xfrm>
              <a:off x="8918543" y="1918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0" name="pt46630"/>
            <p:cNvSpPr/>
            <p:nvPr/>
          </p:nvSpPr>
          <p:spPr>
            <a:xfrm>
              <a:off x="8610820" y="2100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1" name="pt46631"/>
            <p:cNvSpPr/>
            <p:nvPr/>
          </p:nvSpPr>
          <p:spPr>
            <a:xfrm>
              <a:off x="9381946" y="2157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2" name="pt46632"/>
            <p:cNvSpPr/>
            <p:nvPr/>
          </p:nvSpPr>
          <p:spPr>
            <a:xfrm>
              <a:off x="9110981" y="2063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3" name="pt46633"/>
            <p:cNvSpPr/>
            <p:nvPr/>
          </p:nvSpPr>
          <p:spPr>
            <a:xfrm>
              <a:off x="8648148" y="2331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4" name="pt46634"/>
            <p:cNvSpPr/>
            <p:nvPr/>
          </p:nvSpPr>
          <p:spPr>
            <a:xfrm>
              <a:off x="8398928" y="2292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5" name="pt46635"/>
            <p:cNvSpPr/>
            <p:nvPr/>
          </p:nvSpPr>
          <p:spPr>
            <a:xfrm>
              <a:off x="8439043" y="2401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6" name="pt46636"/>
            <p:cNvSpPr/>
            <p:nvPr/>
          </p:nvSpPr>
          <p:spPr>
            <a:xfrm>
              <a:off x="8471820" y="2345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7" name="pt46637"/>
            <p:cNvSpPr/>
            <p:nvPr/>
          </p:nvSpPr>
          <p:spPr>
            <a:xfrm>
              <a:off x="8948383" y="1991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8" name="pt46638"/>
            <p:cNvSpPr/>
            <p:nvPr/>
          </p:nvSpPr>
          <p:spPr>
            <a:xfrm>
              <a:off x="9142325" y="2192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9" name="pt46639"/>
            <p:cNvSpPr/>
            <p:nvPr/>
          </p:nvSpPr>
          <p:spPr>
            <a:xfrm>
              <a:off x="8596430" y="2215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0" name="pt46640"/>
            <p:cNvSpPr/>
            <p:nvPr/>
          </p:nvSpPr>
          <p:spPr>
            <a:xfrm>
              <a:off x="8274318" y="2511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1" name="pt46641"/>
            <p:cNvSpPr/>
            <p:nvPr/>
          </p:nvSpPr>
          <p:spPr>
            <a:xfrm>
              <a:off x="8274318" y="2412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2" name="pt46642"/>
            <p:cNvSpPr/>
            <p:nvPr/>
          </p:nvSpPr>
          <p:spPr>
            <a:xfrm>
              <a:off x="8964553" y="2092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3" name="pt46643"/>
            <p:cNvSpPr/>
            <p:nvPr/>
          </p:nvSpPr>
          <p:spPr>
            <a:xfrm>
              <a:off x="8713389" y="2335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4" name="pt46644"/>
            <p:cNvSpPr/>
            <p:nvPr/>
          </p:nvSpPr>
          <p:spPr>
            <a:xfrm>
              <a:off x="9363803" y="2024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5" name="pt46645"/>
            <p:cNvSpPr/>
            <p:nvPr/>
          </p:nvSpPr>
          <p:spPr>
            <a:xfrm>
              <a:off x="8952564" y="2200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6" name="pt46646"/>
            <p:cNvSpPr/>
            <p:nvPr/>
          </p:nvSpPr>
          <p:spPr>
            <a:xfrm>
              <a:off x="8596430" y="2333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7" name="pt46647"/>
            <p:cNvSpPr/>
            <p:nvPr/>
          </p:nvSpPr>
          <p:spPr>
            <a:xfrm>
              <a:off x="8544712" y="2287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8" name="pt46648"/>
            <p:cNvSpPr/>
            <p:nvPr/>
          </p:nvSpPr>
          <p:spPr>
            <a:xfrm>
              <a:off x="9439678" y="1959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9" name="pt46649"/>
            <p:cNvSpPr/>
            <p:nvPr/>
          </p:nvSpPr>
          <p:spPr>
            <a:xfrm>
              <a:off x="8923469" y="1955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0" name="pt46650"/>
            <p:cNvSpPr/>
            <p:nvPr/>
          </p:nvSpPr>
          <p:spPr>
            <a:xfrm>
              <a:off x="8439043" y="243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1" name="pt46651"/>
            <p:cNvSpPr/>
            <p:nvPr/>
          </p:nvSpPr>
          <p:spPr>
            <a:xfrm>
              <a:off x="8713389" y="2172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2" name="pt46652"/>
            <p:cNvSpPr/>
            <p:nvPr/>
          </p:nvSpPr>
          <p:spPr>
            <a:xfrm>
              <a:off x="8849358" y="2248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3" name="pt46653"/>
            <p:cNvSpPr/>
            <p:nvPr/>
          </p:nvSpPr>
          <p:spPr>
            <a:xfrm>
              <a:off x="9829630" y="2568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4" name="pt46654"/>
            <p:cNvSpPr/>
            <p:nvPr/>
          </p:nvSpPr>
          <p:spPr>
            <a:xfrm>
              <a:off x="8580788" y="2172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5" name="pt46655"/>
            <p:cNvSpPr/>
            <p:nvPr/>
          </p:nvSpPr>
          <p:spPr>
            <a:xfrm>
              <a:off x="9681061" y="2413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6" name="pt46656"/>
            <p:cNvSpPr/>
            <p:nvPr/>
          </p:nvSpPr>
          <p:spPr>
            <a:xfrm>
              <a:off x="9124182" y="1958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7" name="pt46657"/>
            <p:cNvSpPr/>
            <p:nvPr/>
          </p:nvSpPr>
          <p:spPr>
            <a:xfrm>
              <a:off x="9274677" y="1980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8" name="pt46658"/>
            <p:cNvSpPr/>
            <p:nvPr/>
          </p:nvSpPr>
          <p:spPr>
            <a:xfrm>
              <a:off x="8697035" y="226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9" name="pt46659"/>
            <p:cNvSpPr/>
            <p:nvPr/>
          </p:nvSpPr>
          <p:spPr>
            <a:xfrm>
              <a:off x="9101309" y="2059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0" name="pt46660"/>
            <p:cNvSpPr/>
            <p:nvPr/>
          </p:nvSpPr>
          <p:spPr>
            <a:xfrm>
              <a:off x="9040639" y="1745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1" name="pt46661"/>
            <p:cNvSpPr/>
            <p:nvPr/>
          </p:nvSpPr>
          <p:spPr>
            <a:xfrm>
              <a:off x="8439043" y="2357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2" name="pt46662"/>
            <p:cNvSpPr/>
            <p:nvPr/>
          </p:nvSpPr>
          <p:spPr>
            <a:xfrm>
              <a:off x="9681061" y="2484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3" name="pt46663"/>
            <p:cNvSpPr/>
            <p:nvPr/>
          </p:nvSpPr>
          <p:spPr>
            <a:xfrm>
              <a:off x="8721041" y="2246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4" name="pt46664"/>
            <p:cNvSpPr/>
            <p:nvPr/>
          </p:nvSpPr>
          <p:spPr>
            <a:xfrm>
              <a:off x="9086240" y="1899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5" name="pt46665"/>
            <p:cNvSpPr/>
            <p:nvPr/>
          </p:nvSpPr>
          <p:spPr>
            <a:xfrm>
              <a:off x="9203327" y="1810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6" name="pt46666"/>
            <p:cNvSpPr/>
            <p:nvPr/>
          </p:nvSpPr>
          <p:spPr>
            <a:xfrm>
              <a:off x="9645731" y="2308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7" name="pt46667"/>
            <p:cNvSpPr/>
            <p:nvPr/>
          </p:nvSpPr>
          <p:spPr>
            <a:xfrm>
              <a:off x="9334476" y="2060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8" name="pt46668"/>
            <p:cNvSpPr/>
            <p:nvPr/>
          </p:nvSpPr>
          <p:spPr>
            <a:xfrm>
              <a:off x="9077174" y="1951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9" name="pt46669"/>
            <p:cNvSpPr/>
            <p:nvPr/>
          </p:nvSpPr>
          <p:spPr>
            <a:xfrm>
              <a:off x="9074048" y="1847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0" name="pt46670"/>
            <p:cNvSpPr/>
            <p:nvPr/>
          </p:nvSpPr>
          <p:spPr>
            <a:xfrm>
              <a:off x="8728379" y="2130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1" name="pt46671"/>
            <p:cNvSpPr/>
            <p:nvPr/>
          </p:nvSpPr>
          <p:spPr>
            <a:xfrm>
              <a:off x="9743490" y="2263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2" name="pt46672"/>
            <p:cNvSpPr/>
            <p:nvPr/>
          </p:nvSpPr>
          <p:spPr>
            <a:xfrm>
              <a:off x="9179833" y="1907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3" name="pt46673"/>
            <p:cNvSpPr/>
            <p:nvPr/>
          </p:nvSpPr>
          <p:spPr>
            <a:xfrm>
              <a:off x="9331236" y="2155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4" name="pt46674"/>
            <p:cNvSpPr/>
            <p:nvPr/>
          </p:nvSpPr>
          <p:spPr>
            <a:xfrm>
              <a:off x="8973968" y="1913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5" name="pt46675"/>
            <p:cNvSpPr/>
            <p:nvPr/>
          </p:nvSpPr>
          <p:spPr>
            <a:xfrm>
              <a:off x="9328959" y="213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6" name="pt46676"/>
            <p:cNvSpPr/>
            <p:nvPr/>
          </p:nvSpPr>
          <p:spPr>
            <a:xfrm>
              <a:off x="9002725" y="1871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7" name="pt46677"/>
            <p:cNvSpPr/>
            <p:nvPr/>
          </p:nvSpPr>
          <p:spPr>
            <a:xfrm>
              <a:off x="8910892" y="2122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8" name="pt46678"/>
            <p:cNvSpPr/>
            <p:nvPr/>
          </p:nvSpPr>
          <p:spPr>
            <a:xfrm>
              <a:off x="8648148" y="2497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9" name="pt46679"/>
            <p:cNvSpPr/>
            <p:nvPr/>
          </p:nvSpPr>
          <p:spPr>
            <a:xfrm>
              <a:off x="8347210" y="2447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0" name="pt46680"/>
            <p:cNvSpPr/>
            <p:nvPr/>
          </p:nvSpPr>
          <p:spPr>
            <a:xfrm>
              <a:off x="9806800" y="2336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1" name="pt46681"/>
            <p:cNvSpPr/>
            <p:nvPr/>
          </p:nvSpPr>
          <p:spPr>
            <a:xfrm>
              <a:off x="9057543" y="1957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2" name="pt46682"/>
            <p:cNvSpPr/>
            <p:nvPr/>
          </p:nvSpPr>
          <p:spPr>
            <a:xfrm>
              <a:off x="9040639" y="1696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3" name="pt46683"/>
            <p:cNvSpPr/>
            <p:nvPr/>
          </p:nvSpPr>
          <p:spPr>
            <a:xfrm>
              <a:off x="9184443" y="2175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4" name="pt46684"/>
            <p:cNvSpPr/>
            <p:nvPr/>
          </p:nvSpPr>
          <p:spPr>
            <a:xfrm>
              <a:off x="9302684" y="1786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5" name="pt46685"/>
            <p:cNvSpPr/>
            <p:nvPr/>
          </p:nvSpPr>
          <p:spPr>
            <a:xfrm>
              <a:off x="8972124" y="2052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6" name="pt46686"/>
            <p:cNvSpPr/>
            <p:nvPr/>
          </p:nvSpPr>
          <p:spPr>
            <a:xfrm>
              <a:off x="9558274" y="2152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7" name="pt46687"/>
            <p:cNvSpPr/>
            <p:nvPr/>
          </p:nvSpPr>
          <p:spPr>
            <a:xfrm>
              <a:off x="9066533" y="1820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8" name="pt46688"/>
            <p:cNvSpPr/>
            <p:nvPr/>
          </p:nvSpPr>
          <p:spPr>
            <a:xfrm>
              <a:off x="8808322" y="2261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9" name="pt46689"/>
            <p:cNvSpPr/>
            <p:nvPr/>
          </p:nvSpPr>
          <p:spPr>
            <a:xfrm>
              <a:off x="9281436" y="202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0" name="pt46690"/>
            <p:cNvSpPr/>
            <p:nvPr/>
          </p:nvSpPr>
          <p:spPr>
            <a:xfrm>
              <a:off x="9331236" y="1937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1" name="pt46691"/>
            <p:cNvSpPr/>
            <p:nvPr/>
          </p:nvSpPr>
          <p:spPr>
            <a:xfrm>
              <a:off x="9336196" y="2141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2" name="pt46692"/>
            <p:cNvSpPr/>
            <p:nvPr/>
          </p:nvSpPr>
          <p:spPr>
            <a:xfrm>
              <a:off x="8688264" y="2330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3" name="pt46693"/>
            <p:cNvSpPr/>
            <p:nvPr/>
          </p:nvSpPr>
          <p:spPr>
            <a:xfrm>
              <a:off x="8939717" y="2040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4" name="pt46694"/>
            <p:cNvSpPr/>
            <p:nvPr/>
          </p:nvSpPr>
          <p:spPr>
            <a:xfrm>
              <a:off x="8398928" y="2311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5" name="pt46695"/>
            <p:cNvSpPr/>
            <p:nvPr/>
          </p:nvSpPr>
          <p:spPr>
            <a:xfrm>
              <a:off x="9296080" y="1806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6" name="pt46696"/>
            <p:cNvSpPr/>
            <p:nvPr/>
          </p:nvSpPr>
          <p:spPr>
            <a:xfrm>
              <a:off x="9442137" y="1955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7" name="pt46697"/>
            <p:cNvSpPr/>
            <p:nvPr/>
          </p:nvSpPr>
          <p:spPr>
            <a:xfrm>
              <a:off x="8580788" y="1974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8" name="pt46698"/>
            <p:cNvSpPr/>
            <p:nvPr/>
          </p:nvSpPr>
          <p:spPr>
            <a:xfrm>
              <a:off x="8580788" y="2214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9" name="pt46699"/>
            <p:cNvSpPr/>
            <p:nvPr/>
          </p:nvSpPr>
          <p:spPr>
            <a:xfrm>
              <a:off x="9002725" y="1891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0" name="pt46700"/>
            <p:cNvSpPr/>
            <p:nvPr/>
          </p:nvSpPr>
          <p:spPr>
            <a:xfrm>
              <a:off x="8948383" y="2045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1" name="pt46701"/>
            <p:cNvSpPr/>
            <p:nvPr/>
          </p:nvSpPr>
          <p:spPr>
            <a:xfrm>
              <a:off x="8398928" y="2479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2" name="pt46702"/>
            <p:cNvSpPr/>
            <p:nvPr/>
          </p:nvSpPr>
          <p:spPr>
            <a:xfrm>
              <a:off x="9189492" y="2050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3" name="pt46703"/>
            <p:cNvSpPr/>
            <p:nvPr/>
          </p:nvSpPr>
          <p:spPr>
            <a:xfrm>
              <a:off x="8688264" y="229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4" name="pt46704"/>
            <p:cNvSpPr/>
            <p:nvPr/>
          </p:nvSpPr>
          <p:spPr>
            <a:xfrm>
              <a:off x="9537091" y="1606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5" name="pt46705"/>
            <p:cNvSpPr/>
            <p:nvPr/>
          </p:nvSpPr>
          <p:spPr>
            <a:xfrm>
              <a:off x="8659047" y="2382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6" name="pt46706"/>
            <p:cNvSpPr/>
            <p:nvPr/>
          </p:nvSpPr>
          <p:spPr>
            <a:xfrm>
              <a:off x="9188382" y="2047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7" name="pt46707"/>
            <p:cNvSpPr/>
            <p:nvPr/>
          </p:nvSpPr>
          <p:spPr>
            <a:xfrm>
              <a:off x="8721041" y="200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8" name="pt46708"/>
            <p:cNvSpPr/>
            <p:nvPr/>
          </p:nvSpPr>
          <p:spPr>
            <a:xfrm>
              <a:off x="8897369" y="2113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9" name="pt46709"/>
            <p:cNvSpPr/>
            <p:nvPr/>
          </p:nvSpPr>
          <p:spPr>
            <a:xfrm>
              <a:off x="8876545" y="1556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0" name="pt46710"/>
            <p:cNvSpPr/>
            <p:nvPr/>
          </p:nvSpPr>
          <p:spPr>
            <a:xfrm>
              <a:off x="8879672" y="1891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1" name="pt46711"/>
            <p:cNvSpPr/>
            <p:nvPr/>
          </p:nvSpPr>
          <p:spPr>
            <a:xfrm>
              <a:off x="8610820" y="2158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2" name="pt46712"/>
            <p:cNvSpPr/>
            <p:nvPr/>
          </p:nvSpPr>
          <p:spPr>
            <a:xfrm>
              <a:off x="8347210" y="2391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3" name="pt46713"/>
            <p:cNvSpPr/>
            <p:nvPr/>
          </p:nvSpPr>
          <p:spPr>
            <a:xfrm>
              <a:off x="8523538" y="2325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4" name="pt46714"/>
            <p:cNvSpPr/>
            <p:nvPr/>
          </p:nvSpPr>
          <p:spPr>
            <a:xfrm>
              <a:off x="9062094" y="1956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5" name="pt46715"/>
            <p:cNvSpPr/>
            <p:nvPr/>
          </p:nvSpPr>
          <p:spPr>
            <a:xfrm>
              <a:off x="9191144" y="2104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6" name="pt46716"/>
            <p:cNvSpPr/>
            <p:nvPr/>
          </p:nvSpPr>
          <p:spPr>
            <a:xfrm>
              <a:off x="8610820" y="2088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7" name="pt46717"/>
            <p:cNvSpPr/>
            <p:nvPr/>
          </p:nvSpPr>
          <p:spPr>
            <a:xfrm>
              <a:off x="8398928" y="2523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8" name="pt46718"/>
            <p:cNvSpPr/>
            <p:nvPr/>
          </p:nvSpPr>
          <p:spPr>
            <a:xfrm>
              <a:off x="8274318" y="2337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9" name="pt46719"/>
            <p:cNvSpPr/>
            <p:nvPr/>
          </p:nvSpPr>
          <p:spPr>
            <a:xfrm>
              <a:off x="9707347" y="1945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0" name="pt46720"/>
            <p:cNvSpPr/>
            <p:nvPr/>
          </p:nvSpPr>
          <p:spPr>
            <a:xfrm>
              <a:off x="9513165" y="2405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1" name="pt46721"/>
            <p:cNvSpPr/>
            <p:nvPr/>
          </p:nvSpPr>
          <p:spPr>
            <a:xfrm>
              <a:off x="9149376" y="2095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2" name="pt46722"/>
            <p:cNvSpPr/>
            <p:nvPr/>
          </p:nvSpPr>
          <p:spPr>
            <a:xfrm>
              <a:off x="9614018" y="2177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3" name="pt46723"/>
            <p:cNvSpPr/>
            <p:nvPr/>
          </p:nvSpPr>
          <p:spPr>
            <a:xfrm>
              <a:off x="9356962" y="2110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4" name="pt46724"/>
            <p:cNvSpPr/>
            <p:nvPr/>
          </p:nvSpPr>
          <p:spPr>
            <a:xfrm>
              <a:off x="9034195" y="1640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5" name="pt46725"/>
            <p:cNvSpPr/>
            <p:nvPr/>
          </p:nvSpPr>
          <p:spPr>
            <a:xfrm>
              <a:off x="9334476" y="2162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6" name="pt46726"/>
            <p:cNvSpPr/>
            <p:nvPr/>
          </p:nvSpPr>
          <p:spPr>
            <a:xfrm>
              <a:off x="9689893" y="1987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7" name="pt46727"/>
            <p:cNvSpPr/>
            <p:nvPr/>
          </p:nvSpPr>
          <p:spPr>
            <a:xfrm>
              <a:off x="8697035" y="2268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8" name="pt46728"/>
            <p:cNvSpPr/>
            <p:nvPr/>
          </p:nvSpPr>
          <p:spPr>
            <a:xfrm>
              <a:off x="8274318" y="2428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9" name="pt46729"/>
            <p:cNvSpPr/>
            <p:nvPr/>
          </p:nvSpPr>
          <p:spPr>
            <a:xfrm>
              <a:off x="9099493" y="2071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0" name="pt46730"/>
            <p:cNvSpPr/>
            <p:nvPr/>
          </p:nvSpPr>
          <p:spPr>
            <a:xfrm>
              <a:off x="8873363" y="2188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1" name="pt46731"/>
            <p:cNvSpPr/>
            <p:nvPr/>
          </p:nvSpPr>
          <p:spPr>
            <a:xfrm>
              <a:off x="9513165" y="2425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2" name="pt46732"/>
            <p:cNvSpPr/>
            <p:nvPr/>
          </p:nvSpPr>
          <p:spPr>
            <a:xfrm>
              <a:off x="8841866" y="1970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3" name="pt46733"/>
            <p:cNvSpPr/>
            <p:nvPr/>
          </p:nvSpPr>
          <p:spPr>
            <a:xfrm>
              <a:off x="8783657" y="2066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4" name="pt46734"/>
            <p:cNvSpPr/>
            <p:nvPr/>
          </p:nvSpPr>
          <p:spPr>
            <a:xfrm>
              <a:off x="8923469" y="1910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5" name="pt46735"/>
            <p:cNvSpPr/>
            <p:nvPr/>
          </p:nvSpPr>
          <p:spPr>
            <a:xfrm>
              <a:off x="8772758" y="1946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6" name="pt46736"/>
            <p:cNvSpPr/>
            <p:nvPr/>
          </p:nvSpPr>
          <p:spPr>
            <a:xfrm>
              <a:off x="8876545" y="184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7" name="pt46737"/>
            <p:cNvSpPr/>
            <p:nvPr/>
          </p:nvSpPr>
          <p:spPr>
            <a:xfrm>
              <a:off x="9074048" y="1824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8" name="pt46738"/>
            <p:cNvSpPr/>
            <p:nvPr/>
          </p:nvSpPr>
          <p:spPr>
            <a:xfrm>
              <a:off x="9413835" y="1953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9" name="pt46739"/>
            <p:cNvSpPr/>
            <p:nvPr/>
          </p:nvSpPr>
          <p:spPr>
            <a:xfrm>
              <a:off x="9097658" y="203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0" name="pt46740"/>
            <p:cNvSpPr/>
            <p:nvPr/>
          </p:nvSpPr>
          <p:spPr>
            <a:xfrm>
              <a:off x="8659047" y="2275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1" name="pt46741"/>
            <p:cNvSpPr/>
            <p:nvPr/>
          </p:nvSpPr>
          <p:spPr>
            <a:xfrm>
              <a:off x="9005825" y="1717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2" name="pt46742"/>
            <p:cNvSpPr/>
            <p:nvPr/>
          </p:nvSpPr>
          <p:spPr>
            <a:xfrm>
              <a:off x="8471820" y="236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3" name="pt46743"/>
            <p:cNvSpPr/>
            <p:nvPr/>
          </p:nvSpPr>
          <p:spPr>
            <a:xfrm>
              <a:off x="8721041" y="2060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4" name="pt46744"/>
            <p:cNvSpPr/>
            <p:nvPr/>
          </p:nvSpPr>
          <p:spPr>
            <a:xfrm>
              <a:off x="8471820" y="2307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5" name="pt46745"/>
            <p:cNvSpPr/>
            <p:nvPr/>
          </p:nvSpPr>
          <p:spPr>
            <a:xfrm>
              <a:off x="8948383" y="2011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6" name="pt46746"/>
            <p:cNvSpPr/>
            <p:nvPr/>
          </p:nvSpPr>
          <p:spPr>
            <a:xfrm>
              <a:off x="9190595" y="2089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7" name="pt46747"/>
            <p:cNvSpPr/>
            <p:nvPr/>
          </p:nvSpPr>
          <p:spPr>
            <a:xfrm>
              <a:off x="9394753" y="2173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8" name="pt46748"/>
            <p:cNvSpPr/>
            <p:nvPr/>
          </p:nvSpPr>
          <p:spPr>
            <a:xfrm>
              <a:off x="8948383" y="2090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9" name="pt46749"/>
            <p:cNvSpPr/>
            <p:nvPr/>
          </p:nvSpPr>
          <p:spPr>
            <a:xfrm>
              <a:off x="8705398" y="2175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0" name="pt46750"/>
            <p:cNvSpPr/>
            <p:nvPr/>
          </p:nvSpPr>
          <p:spPr>
            <a:xfrm>
              <a:off x="8274318" y="2600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1" name="pt46751"/>
            <p:cNvSpPr/>
            <p:nvPr/>
          </p:nvSpPr>
          <p:spPr>
            <a:xfrm>
              <a:off x="8523538" y="248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2" name="pt46752"/>
            <p:cNvSpPr/>
            <p:nvPr/>
          </p:nvSpPr>
          <p:spPr>
            <a:xfrm>
              <a:off x="8471820" y="2364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3" name="pt46753"/>
            <p:cNvSpPr/>
            <p:nvPr/>
          </p:nvSpPr>
          <p:spPr>
            <a:xfrm>
              <a:off x="8812874" y="2346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4" name="pt46754"/>
            <p:cNvSpPr/>
            <p:nvPr/>
          </p:nvSpPr>
          <p:spPr>
            <a:xfrm>
              <a:off x="8580788" y="2126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5" name="pt46755"/>
            <p:cNvSpPr/>
            <p:nvPr/>
          </p:nvSpPr>
          <p:spPr>
            <a:xfrm>
              <a:off x="9152801" y="1895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6" name="pt46756"/>
            <p:cNvSpPr/>
            <p:nvPr/>
          </p:nvSpPr>
          <p:spPr>
            <a:xfrm>
              <a:off x="8742215" y="2070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7" name="pt46757"/>
            <p:cNvSpPr/>
            <p:nvPr/>
          </p:nvSpPr>
          <p:spPr>
            <a:xfrm>
              <a:off x="8398928" y="2374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8" name="pt46758"/>
            <p:cNvSpPr/>
            <p:nvPr/>
          </p:nvSpPr>
          <p:spPr>
            <a:xfrm>
              <a:off x="9124182" y="1970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9" name="pt46759"/>
            <p:cNvSpPr/>
            <p:nvPr/>
          </p:nvSpPr>
          <p:spPr>
            <a:xfrm>
              <a:off x="8705398" y="2102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0" name="pt46760"/>
            <p:cNvSpPr/>
            <p:nvPr/>
          </p:nvSpPr>
          <p:spPr>
            <a:xfrm>
              <a:off x="8347210" y="2397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1" name="pt46761"/>
            <p:cNvSpPr/>
            <p:nvPr/>
          </p:nvSpPr>
          <p:spPr>
            <a:xfrm>
              <a:off x="8439043" y="2304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2" name="pt46762"/>
            <p:cNvSpPr/>
            <p:nvPr/>
          </p:nvSpPr>
          <p:spPr>
            <a:xfrm>
              <a:off x="8973968" y="1999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3" name="pt46763"/>
            <p:cNvSpPr/>
            <p:nvPr/>
          </p:nvSpPr>
          <p:spPr>
            <a:xfrm>
              <a:off x="8544712" y="2380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4" name="pt46764"/>
            <p:cNvSpPr/>
            <p:nvPr/>
          </p:nvSpPr>
          <p:spPr>
            <a:xfrm>
              <a:off x="8964553" y="2223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5" name="pt46765"/>
            <p:cNvSpPr/>
            <p:nvPr/>
          </p:nvSpPr>
          <p:spPr>
            <a:xfrm>
              <a:off x="8563654" y="2184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6" name="pt46766"/>
            <p:cNvSpPr/>
            <p:nvPr/>
          </p:nvSpPr>
          <p:spPr>
            <a:xfrm>
              <a:off x="9442137" y="2052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7" name="pt46767"/>
            <p:cNvSpPr/>
            <p:nvPr/>
          </p:nvSpPr>
          <p:spPr>
            <a:xfrm>
              <a:off x="8398928" y="2449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8" name="pt46768"/>
            <p:cNvSpPr/>
            <p:nvPr/>
          </p:nvSpPr>
          <p:spPr>
            <a:xfrm>
              <a:off x="8728379" y="2211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9" name="pt46769"/>
            <p:cNvSpPr/>
            <p:nvPr/>
          </p:nvSpPr>
          <p:spPr>
            <a:xfrm>
              <a:off x="8624143" y="2537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0" name="pt46770"/>
            <p:cNvSpPr/>
            <p:nvPr/>
          </p:nvSpPr>
          <p:spPr>
            <a:xfrm>
              <a:off x="8849358" y="224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1" name="pt46771"/>
            <p:cNvSpPr/>
            <p:nvPr/>
          </p:nvSpPr>
          <p:spPr>
            <a:xfrm>
              <a:off x="8984651" y="1762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2" name="pt46772"/>
            <p:cNvSpPr/>
            <p:nvPr/>
          </p:nvSpPr>
          <p:spPr>
            <a:xfrm>
              <a:off x="9005825" y="1622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3" name="pt46773"/>
            <p:cNvSpPr/>
            <p:nvPr/>
          </p:nvSpPr>
          <p:spPr>
            <a:xfrm>
              <a:off x="8830008" y="1966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4" name="pt46774"/>
            <p:cNvSpPr/>
            <p:nvPr/>
          </p:nvSpPr>
          <p:spPr>
            <a:xfrm>
              <a:off x="9074048" y="1959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5" name="pt46775"/>
            <p:cNvSpPr/>
            <p:nvPr/>
          </p:nvSpPr>
          <p:spPr>
            <a:xfrm>
              <a:off x="8580788" y="232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6" name="pt46776"/>
            <p:cNvSpPr/>
            <p:nvPr/>
          </p:nvSpPr>
          <p:spPr>
            <a:xfrm>
              <a:off x="8713389" y="2212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7" name="pt46777"/>
            <p:cNvSpPr/>
            <p:nvPr/>
          </p:nvSpPr>
          <p:spPr>
            <a:xfrm>
              <a:off x="8523538" y="2414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8" name="pt46778"/>
            <p:cNvSpPr/>
            <p:nvPr/>
          </p:nvSpPr>
          <p:spPr>
            <a:xfrm>
              <a:off x="8788868" y="2031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9" name="pt46779"/>
            <p:cNvSpPr/>
            <p:nvPr/>
          </p:nvSpPr>
          <p:spPr>
            <a:xfrm>
              <a:off x="8879672" y="1944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0" name="pt46780"/>
            <p:cNvSpPr/>
            <p:nvPr/>
          </p:nvSpPr>
          <p:spPr>
            <a:xfrm>
              <a:off x="8721041" y="2084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1" name="pt46781"/>
            <p:cNvSpPr/>
            <p:nvPr/>
          </p:nvSpPr>
          <p:spPr>
            <a:xfrm>
              <a:off x="8948383" y="2007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2" name="pt46782"/>
            <p:cNvSpPr/>
            <p:nvPr/>
          </p:nvSpPr>
          <p:spPr>
            <a:xfrm>
              <a:off x="8863465" y="2155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3" name="pt46783"/>
            <p:cNvSpPr/>
            <p:nvPr/>
          </p:nvSpPr>
          <p:spPr>
            <a:xfrm>
              <a:off x="8563654" y="2282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4" name="pt46784"/>
            <p:cNvSpPr/>
            <p:nvPr/>
          </p:nvSpPr>
          <p:spPr>
            <a:xfrm>
              <a:off x="9286988" y="1844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5" name="pt46785"/>
            <p:cNvSpPr/>
            <p:nvPr/>
          </p:nvSpPr>
          <p:spPr>
            <a:xfrm>
              <a:off x="9136479" y="2186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6" name="pt46786"/>
            <p:cNvSpPr/>
            <p:nvPr/>
          </p:nvSpPr>
          <p:spPr>
            <a:xfrm>
              <a:off x="8610820" y="2178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7" name="pt46787"/>
            <p:cNvSpPr/>
            <p:nvPr/>
          </p:nvSpPr>
          <p:spPr>
            <a:xfrm>
              <a:off x="8913479" y="1749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8" name="pt46788"/>
            <p:cNvSpPr/>
            <p:nvPr/>
          </p:nvSpPr>
          <p:spPr>
            <a:xfrm>
              <a:off x="9220880" y="188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9" name="pt46789"/>
            <p:cNvSpPr/>
            <p:nvPr/>
          </p:nvSpPr>
          <p:spPr>
            <a:xfrm>
              <a:off x="8274318" y="2476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0" name="pt46790"/>
            <p:cNvSpPr/>
            <p:nvPr/>
          </p:nvSpPr>
          <p:spPr>
            <a:xfrm>
              <a:off x="8274318" y="2106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1" name="pt46791"/>
            <p:cNvSpPr/>
            <p:nvPr/>
          </p:nvSpPr>
          <p:spPr>
            <a:xfrm>
              <a:off x="9212805" y="1905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2" name="pt46792"/>
            <p:cNvSpPr/>
            <p:nvPr/>
          </p:nvSpPr>
          <p:spPr>
            <a:xfrm>
              <a:off x="8902901" y="2059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3" name="pt46793"/>
            <p:cNvSpPr/>
            <p:nvPr/>
          </p:nvSpPr>
          <p:spPr>
            <a:xfrm>
              <a:off x="9027511" y="1821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4" name="pt46794"/>
            <p:cNvSpPr/>
            <p:nvPr/>
          </p:nvSpPr>
          <p:spPr>
            <a:xfrm>
              <a:off x="8803653" y="2051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5" name="pt46795"/>
            <p:cNvSpPr/>
            <p:nvPr/>
          </p:nvSpPr>
          <p:spPr>
            <a:xfrm>
              <a:off x="8830008" y="2197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6" name="pt46796"/>
            <p:cNvSpPr/>
            <p:nvPr/>
          </p:nvSpPr>
          <p:spPr>
            <a:xfrm>
              <a:off x="8274318" y="2457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7" name="pt46797"/>
            <p:cNvSpPr/>
            <p:nvPr/>
          </p:nvSpPr>
          <p:spPr>
            <a:xfrm>
              <a:off x="8563654" y="2279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8" name="pt46798"/>
            <p:cNvSpPr/>
            <p:nvPr/>
          </p:nvSpPr>
          <p:spPr>
            <a:xfrm>
              <a:off x="9308769" y="2204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9" name="pt46799"/>
            <p:cNvSpPr/>
            <p:nvPr/>
          </p:nvSpPr>
          <p:spPr>
            <a:xfrm>
              <a:off x="9103999" y="2197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0" name="pt46800"/>
            <p:cNvSpPr/>
            <p:nvPr/>
          </p:nvSpPr>
          <p:spPr>
            <a:xfrm>
              <a:off x="8870124" y="2246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1" name="pt46801"/>
            <p:cNvSpPr/>
            <p:nvPr/>
          </p:nvSpPr>
          <p:spPr>
            <a:xfrm>
              <a:off x="9564013" y="2312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2" name="pt46802"/>
            <p:cNvSpPr/>
            <p:nvPr/>
          </p:nvSpPr>
          <p:spPr>
            <a:xfrm>
              <a:off x="9877988" y="2510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3" name="pt46803"/>
            <p:cNvSpPr/>
            <p:nvPr/>
          </p:nvSpPr>
          <p:spPr>
            <a:xfrm>
              <a:off x="9005825" y="1650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4" name="pt46804"/>
            <p:cNvSpPr/>
            <p:nvPr/>
          </p:nvSpPr>
          <p:spPr>
            <a:xfrm>
              <a:off x="9223646" y="1906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5" name="pt46805"/>
            <p:cNvSpPr/>
            <p:nvPr/>
          </p:nvSpPr>
          <p:spPr>
            <a:xfrm>
              <a:off x="8471820" y="2517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6" name="pt46806"/>
            <p:cNvSpPr/>
            <p:nvPr/>
          </p:nvSpPr>
          <p:spPr>
            <a:xfrm>
              <a:off x="8439043" y="2306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7" name="pt46807"/>
            <p:cNvSpPr/>
            <p:nvPr/>
          </p:nvSpPr>
          <p:spPr>
            <a:xfrm>
              <a:off x="8398928" y="2455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8" name="pt46808"/>
            <p:cNvSpPr/>
            <p:nvPr/>
          </p:nvSpPr>
          <p:spPr>
            <a:xfrm>
              <a:off x="9171470" y="1802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9" name="pt46809"/>
            <p:cNvSpPr/>
            <p:nvPr/>
          </p:nvSpPr>
          <p:spPr>
            <a:xfrm>
              <a:off x="8636546" y="231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0" name="pt46810"/>
            <p:cNvSpPr/>
            <p:nvPr/>
          </p:nvSpPr>
          <p:spPr>
            <a:xfrm>
              <a:off x="9439815" y="1849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1" name="pt46811"/>
            <p:cNvSpPr/>
            <p:nvPr/>
          </p:nvSpPr>
          <p:spPr>
            <a:xfrm>
              <a:off x="9040639" y="1712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2" name="pt46812"/>
            <p:cNvSpPr/>
            <p:nvPr/>
          </p:nvSpPr>
          <p:spPr>
            <a:xfrm>
              <a:off x="9564013" y="2290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3" name="pt46813"/>
            <p:cNvSpPr/>
            <p:nvPr/>
          </p:nvSpPr>
          <p:spPr>
            <a:xfrm>
              <a:off x="9149376" y="2137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4" name="pt46814"/>
            <p:cNvSpPr/>
            <p:nvPr/>
          </p:nvSpPr>
          <p:spPr>
            <a:xfrm>
              <a:off x="8471820" y="2236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5" name="pt46815"/>
            <p:cNvSpPr/>
            <p:nvPr/>
          </p:nvSpPr>
          <p:spPr>
            <a:xfrm>
              <a:off x="8783657" y="2158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6" name="pt46816"/>
            <p:cNvSpPr/>
            <p:nvPr/>
          </p:nvSpPr>
          <p:spPr>
            <a:xfrm>
              <a:off x="8563654" y="2261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7" name="pt46817"/>
            <p:cNvSpPr/>
            <p:nvPr/>
          </p:nvSpPr>
          <p:spPr>
            <a:xfrm>
              <a:off x="9363383" y="2136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8" name="pt46818"/>
            <p:cNvSpPr/>
            <p:nvPr/>
          </p:nvSpPr>
          <p:spPr>
            <a:xfrm>
              <a:off x="8728379" y="2086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9" name="pt46819"/>
            <p:cNvSpPr/>
            <p:nvPr/>
          </p:nvSpPr>
          <p:spPr>
            <a:xfrm>
              <a:off x="8471820" y="2415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0" name="pt46820"/>
            <p:cNvSpPr/>
            <p:nvPr/>
          </p:nvSpPr>
          <p:spPr>
            <a:xfrm>
              <a:off x="8748753" y="1975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1" name="pt46821"/>
            <p:cNvSpPr/>
            <p:nvPr/>
          </p:nvSpPr>
          <p:spPr>
            <a:xfrm>
              <a:off x="9294237" y="1947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2" name="pt46822"/>
            <p:cNvSpPr/>
            <p:nvPr/>
          </p:nvSpPr>
          <p:spPr>
            <a:xfrm>
              <a:off x="9066533" y="1779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3" name="pt46823"/>
            <p:cNvSpPr/>
            <p:nvPr/>
          </p:nvSpPr>
          <p:spPr>
            <a:xfrm>
              <a:off x="8923469" y="1946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4" name="pt46824"/>
            <p:cNvSpPr/>
            <p:nvPr/>
          </p:nvSpPr>
          <p:spPr>
            <a:xfrm>
              <a:off x="8891661" y="2102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5" name="pt46825"/>
            <p:cNvSpPr/>
            <p:nvPr/>
          </p:nvSpPr>
          <p:spPr>
            <a:xfrm>
              <a:off x="8439043" y="2316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6" name="pt46826"/>
            <p:cNvSpPr/>
            <p:nvPr/>
          </p:nvSpPr>
          <p:spPr>
            <a:xfrm>
              <a:off x="9439815" y="1847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7" name="pt46827"/>
            <p:cNvSpPr/>
            <p:nvPr/>
          </p:nvSpPr>
          <p:spPr>
            <a:xfrm>
              <a:off x="9044397" y="1959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8" name="pt46828"/>
            <p:cNvSpPr/>
            <p:nvPr/>
          </p:nvSpPr>
          <p:spPr>
            <a:xfrm>
              <a:off x="8772758" y="2022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9" name="pt46829"/>
            <p:cNvSpPr/>
            <p:nvPr/>
          </p:nvSpPr>
          <p:spPr>
            <a:xfrm>
              <a:off x="8648148" y="2095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0" name="pt46830"/>
            <p:cNvSpPr/>
            <p:nvPr/>
          </p:nvSpPr>
          <p:spPr>
            <a:xfrm>
              <a:off x="8669323" y="2368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1" name="pt46831"/>
            <p:cNvSpPr/>
            <p:nvPr/>
          </p:nvSpPr>
          <p:spPr>
            <a:xfrm>
              <a:off x="9602828" y="2242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2" name="pt46832"/>
            <p:cNvSpPr/>
            <p:nvPr/>
          </p:nvSpPr>
          <p:spPr>
            <a:xfrm>
              <a:off x="8783657" y="2168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3" name="pt46833"/>
            <p:cNvSpPr/>
            <p:nvPr/>
          </p:nvSpPr>
          <p:spPr>
            <a:xfrm>
              <a:off x="8610820" y="2120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4" name="pt46834"/>
            <p:cNvSpPr/>
            <p:nvPr/>
          </p:nvSpPr>
          <p:spPr>
            <a:xfrm>
              <a:off x="9190595" y="2112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5" name="pt46835"/>
            <p:cNvSpPr/>
            <p:nvPr/>
          </p:nvSpPr>
          <p:spPr>
            <a:xfrm>
              <a:off x="8808322" y="2221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6" name="pt46836"/>
            <p:cNvSpPr/>
            <p:nvPr/>
          </p:nvSpPr>
          <p:spPr>
            <a:xfrm>
              <a:off x="9199183" y="2017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7" name="pt46837"/>
            <p:cNvSpPr/>
            <p:nvPr/>
          </p:nvSpPr>
          <p:spPr>
            <a:xfrm>
              <a:off x="8941923" y="2046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8" name="pt46838"/>
            <p:cNvSpPr/>
            <p:nvPr/>
          </p:nvSpPr>
          <p:spPr>
            <a:xfrm>
              <a:off x="8788868" y="2111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9" name="pt46839"/>
            <p:cNvSpPr/>
            <p:nvPr/>
          </p:nvSpPr>
          <p:spPr>
            <a:xfrm>
              <a:off x="9140881" y="1989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0" name="pt46840"/>
            <p:cNvSpPr/>
            <p:nvPr/>
          </p:nvSpPr>
          <p:spPr>
            <a:xfrm>
              <a:off x="8274318" y="2638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1" name="pt46841"/>
            <p:cNvSpPr/>
            <p:nvPr/>
          </p:nvSpPr>
          <p:spPr>
            <a:xfrm>
              <a:off x="8659047" y="2365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2" name="pt46842"/>
            <p:cNvSpPr/>
            <p:nvPr/>
          </p:nvSpPr>
          <p:spPr>
            <a:xfrm>
              <a:off x="9503592" y="2584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3" name="pt46843"/>
            <p:cNvSpPr/>
            <p:nvPr/>
          </p:nvSpPr>
          <p:spPr>
            <a:xfrm>
              <a:off x="8274318" y="2505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4" name="pt46844"/>
            <p:cNvSpPr/>
            <p:nvPr/>
          </p:nvSpPr>
          <p:spPr>
            <a:xfrm>
              <a:off x="8923469" y="1992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5" name="pt46845"/>
            <p:cNvSpPr/>
            <p:nvPr/>
          </p:nvSpPr>
          <p:spPr>
            <a:xfrm>
              <a:off x="8523538" y="2384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6" name="pt46846"/>
            <p:cNvSpPr/>
            <p:nvPr/>
          </p:nvSpPr>
          <p:spPr>
            <a:xfrm>
              <a:off x="8398928" y="2467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7" name="pt46847"/>
            <p:cNvSpPr/>
            <p:nvPr/>
          </p:nvSpPr>
          <p:spPr>
            <a:xfrm>
              <a:off x="8923469" y="191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8" name="pt46848"/>
            <p:cNvSpPr/>
            <p:nvPr/>
          </p:nvSpPr>
          <p:spPr>
            <a:xfrm>
              <a:off x="8866825" y="2186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9" name="pt46849"/>
            <p:cNvSpPr/>
            <p:nvPr/>
          </p:nvSpPr>
          <p:spPr>
            <a:xfrm>
              <a:off x="8610820" y="1814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0" name="pt46850"/>
            <p:cNvSpPr/>
            <p:nvPr/>
          </p:nvSpPr>
          <p:spPr>
            <a:xfrm>
              <a:off x="9083269" y="1949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1" name="pt46851"/>
            <p:cNvSpPr/>
            <p:nvPr/>
          </p:nvSpPr>
          <p:spPr>
            <a:xfrm>
              <a:off x="8897369" y="2059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2" name="pt46852"/>
            <p:cNvSpPr/>
            <p:nvPr/>
          </p:nvSpPr>
          <p:spPr>
            <a:xfrm>
              <a:off x="9525526" y="1799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3" name="pt46853"/>
            <p:cNvSpPr/>
            <p:nvPr/>
          </p:nvSpPr>
          <p:spPr>
            <a:xfrm>
              <a:off x="9602828" y="2258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4" name="pt46854"/>
            <p:cNvSpPr/>
            <p:nvPr/>
          </p:nvSpPr>
          <p:spPr>
            <a:xfrm>
              <a:off x="8923469" y="1912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5" name="pt46855"/>
            <p:cNvSpPr/>
            <p:nvPr/>
          </p:nvSpPr>
          <p:spPr>
            <a:xfrm>
              <a:off x="9332489" y="2165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6" name="pt46856"/>
            <p:cNvSpPr/>
            <p:nvPr/>
          </p:nvSpPr>
          <p:spPr>
            <a:xfrm>
              <a:off x="8852989" y="2047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7" name="pt46857"/>
            <p:cNvSpPr/>
            <p:nvPr/>
          </p:nvSpPr>
          <p:spPr>
            <a:xfrm>
              <a:off x="9040639" y="1781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8" name="pt46858"/>
            <p:cNvSpPr/>
            <p:nvPr/>
          </p:nvSpPr>
          <p:spPr>
            <a:xfrm>
              <a:off x="9719466" y="2117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9" name="pt46859"/>
            <p:cNvSpPr/>
            <p:nvPr/>
          </p:nvSpPr>
          <p:spPr>
            <a:xfrm>
              <a:off x="8610820" y="2189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0" name="pt46860"/>
            <p:cNvSpPr/>
            <p:nvPr/>
          </p:nvSpPr>
          <p:spPr>
            <a:xfrm>
              <a:off x="9143758" y="2133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1" name="pt46861"/>
            <p:cNvSpPr/>
            <p:nvPr/>
          </p:nvSpPr>
          <p:spPr>
            <a:xfrm>
              <a:off x="8713389" y="2164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2" name="pt46862"/>
            <p:cNvSpPr/>
            <p:nvPr/>
          </p:nvSpPr>
          <p:spPr>
            <a:xfrm>
              <a:off x="8923469" y="1965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3" name="pt46863"/>
            <p:cNvSpPr/>
            <p:nvPr/>
          </p:nvSpPr>
          <p:spPr>
            <a:xfrm>
              <a:off x="9336196" y="2222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4" name="pt46864"/>
            <p:cNvSpPr/>
            <p:nvPr/>
          </p:nvSpPr>
          <p:spPr>
            <a:xfrm>
              <a:off x="8856549" y="2165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5" name="pt46865"/>
            <p:cNvSpPr/>
            <p:nvPr/>
          </p:nvSpPr>
          <p:spPr>
            <a:xfrm>
              <a:off x="8748753" y="2088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6" name="pt46866"/>
            <p:cNvSpPr/>
            <p:nvPr/>
          </p:nvSpPr>
          <p:spPr>
            <a:xfrm>
              <a:off x="8347210" y="2514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7" name="pt46867"/>
            <p:cNvSpPr/>
            <p:nvPr/>
          </p:nvSpPr>
          <p:spPr>
            <a:xfrm>
              <a:off x="9187265" y="201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8" name="pt46868"/>
            <p:cNvSpPr/>
            <p:nvPr/>
          </p:nvSpPr>
          <p:spPr>
            <a:xfrm>
              <a:off x="9054052" y="2193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9" name="pt46869"/>
            <p:cNvSpPr/>
            <p:nvPr/>
          </p:nvSpPr>
          <p:spPr>
            <a:xfrm>
              <a:off x="9039368" y="1678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0" name="pt46870"/>
            <p:cNvSpPr/>
            <p:nvPr/>
          </p:nvSpPr>
          <p:spPr>
            <a:xfrm>
              <a:off x="8984651" y="1862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1" name="pt46871"/>
            <p:cNvSpPr/>
            <p:nvPr/>
          </p:nvSpPr>
          <p:spPr>
            <a:xfrm>
              <a:off x="9223188" y="1917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2" name="pt46872"/>
            <p:cNvSpPr/>
            <p:nvPr/>
          </p:nvSpPr>
          <p:spPr>
            <a:xfrm>
              <a:off x="8705398" y="2193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3" name="pt46873"/>
            <p:cNvSpPr/>
            <p:nvPr/>
          </p:nvSpPr>
          <p:spPr>
            <a:xfrm>
              <a:off x="9297299" y="1933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4" name="pt46874"/>
            <p:cNvSpPr/>
            <p:nvPr/>
          </p:nvSpPr>
          <p:spPr>
            <a:xfrm>
              <a:off x="8347210" y="2206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5" name="pt46875"/>
            <p:cNvSpPr/>
            <p:nvPr/>
          </p:nvSpPr>
          <p:spPr>
            <a:xfrm>
              <a:off x="9421909" y="1910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6" name="pt46876"/>
            <p:cNvSpPr/>
            <p:nvPr/>
          </p:nvSpPr>
          <p:spPr>
            <a:xfrm>
              <a:off x="8610820" y="2037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7" name="pt46877"/>
            <p:cNvSpPr/>
            <p:nvPr/>
          </p:nvSpPr>
          <p:spPr>
            <a:xfrm>
              <a:off x="8812874" y="198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8" name="pt46878"/>
            <p:cNvSpPr/>
            <p:nvPr/>
          </p:nvSpPr>
          <p:spPr>
            <a:xfrm>
              <a:off x="9657982" y="2155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9" name="pt46879"/>
            <p:cNvSpPr/>
            <p:nvPr/>
          </p:nvSpPr>
          <p:spPr>
            <a:xfrm>
              <a:off x="8596430" y="2233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0" name="pt46880"/>
            <p:cNvSpPr/>
            <p:nvPr/>
          </p:nvSpPr>
          <p:spPr>
            <a:xfrm>
              <a:off x="9262568" y="2092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1" name="pt46881"/>
            <p:cNvSpPr/>
            <p:nvPr/>
          </p:nvSpPr>
          <p:spPr>
            <a:xfrm>
              <a:off x="8891661" y="2134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2" name="pt46882"/>
            <p:cNvSpPr/>
            <p:nvPr/>
          </p:nvSpPr>
          <p:spPr>
            <a:xfrm>
              <a:off x="9160112" y="1678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3" name="pt46883"/>
            <p:cNvSpPr/>
            <p:nvPr/>
          </p:nvSpPr>
          <p:spPr>
            <a:xfrm>
              <a:off x="8897369" y="2258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4" name="pt46884"/>
            <p:cNvSpPr/>
            <p:nvPr/>
          </p:nvSpPr>
          <p:spPr>
            <a:xfrm>
              <a:off x="8897369" y="2087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5" name="pt46885"/>
            <p:cNvSpPr/>
            <p:nvPr/>
          </p:nvSpPr>
          <p:spPr>
            <a:xfrm>
              <a:off x="9118525" y="2019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6" name="pt46886"/>
            <p:cNvSpPr/>
            <p:nvPr/>
          </p:nvSpPr>
          <p:spPr>
            <a:xfrm>
              <a:off x="9187265" y="205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7" name="pt46887"/>
            <p:cNvSpPr/>
            <p:nvPr/>
          </p:nvSpPr>
          <p:spPr>
            <a:xfrm>
              <a:off x="8659047" y="2330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8" name="pt46888"/>
            <p:cNvSpPr/>
            <p:nvPr/>
          </p:nvSpPr>
          <p:spPr>
            <a:xfrm>
              <a:off x="9439678" y="1903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9" name="pt46889"/>
            <p:cNvSpPr/>
            <p:nvPr/>
          </p:nvSpPr>
          <p:spPr>
            <a:xfrm>
              <a:off x="8845651" y="1990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0" name="pt46890"/>
            <p:cNvSpPr/>
            <p:nvPr/>
          </p:nvSpPr>
          <p:spPr>
            <a:xfrm>
              <a:off x="8721041" y="1919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1" name="pt46891"/>
            <p:cNvSpPr/>
            <p:nvPr/>
          </p:nvSpPr>
          <p:spPr>
            <a:xfrm>
              <a:off x="8932933" y="1873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2" name="pt46892"/>
            <p:cNvSpPr/>
            <p:nvPr/>
          </p:nvSpPr>
          <p:spPr>
            <a:xfrm>
              <a:off x="8713389" y="2280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3" name="pt46893"/>
            <p:cNvSpPr/>
            <p:nvPr/>
          </p:nvSpPr>
          <p:spPr>
            <a:xfrm>
              <a:off x="8688264" y="2289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4" name="pt46894"/>
            <p:cNvSpPr/>
            <p:nvPr/>
          </p:nvSpPr>
          <p:spPr>
            <a:xfrm>
              <a:off x="9439678" y="1669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5" name="pt46895"/>
            <p:cNvSpPr/>
            <p:nvPr/>
          </p:nvSpPr>
          <p:spPr>
            <a:xfrm>
              <a:off x="8788868" y="2010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6" name="pt46896"/>
            <p:cNvSpPr/>
            <p:nvPr/>
          </p:nvSpPr>
          <p:spPr>
            <a:xfrm>
              <a:off x="9707347" y="1827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7" name="pt46897"/>
            <p:cNvSpPr/>
            <p:nvPr/>
          </p:nvSpPr>
          <p:spPr>
            <a:xfrm>
              <a:off x="8610820" y="210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8" name="pt46898"/>
            <p:cNvSpPr/>
            <p:nvPr/>
          </p:nvSpPr>
          <p:spPr>
            <a:xfrm>
              <a:off x="8471820" y="2349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9" name="pt46899"/>
            <p:cNvSpPr/>
            <p:nvPr/>
          </p:nvSpPr>
          <p:spPr>
            <a:xfrm>
              <a:off x="8499532" y="2478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0" name="pt46900"/>
            <p:cNvSpPr/>
            <p:nvPr/>
          </p:nvSpPr>
          <p:spPr>
            <a:xfrm>
              <a:off x="8624143" y="2493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1" name="pt46901"/>
            <p:cNvSpPr/>
            <p:nvPr/>
          </p:nvSpPr>
          <p:spPr>
            <a:xfrm>
              <a:off x="8697035" y="2226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2" name="pt46902"/>
            <p:cNvSpPr/>
            <p:nvPr/>
          </p:nvSpPr>
          <p:spPr>
            <a:xfrm>
              <a:off x="9367540" y="2002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3" name="pt46903"/>
            <p:cNvSpPr/>
            <p:nvPr/>
          </p:nvSpPr>
          <p:spPr>
            <a:xfrm>
              <a:off x="9356962" y="2168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4" name="pt46904"/>
            <p:cNvSpPr/>
            <p:nvPr/>
          </p:nvSpPr>
          <p:spPr>
            <a:xfrm>
              <a:off x="9017715" y="1814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5" name="pt46905"/>
            <p:cNvSpPr/>
            <p:nvPr/>
          </p:nvSpPr>
          <p:spPr>
            <a:xfrm>
              <a:off x="9066533" y="1687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6" name="pt46906"/>
            <p:cNvSpPr/>
            <p:nvPr/>
          </p:nvSpPr>
          <p:spPr>
            <a:xfrm>
              <a:off x="8347210" y="2332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7" name="pt46907"/>
            <p:cNvSpPr/>
            <p:nvPr/>
          </p:nvSpPr>
          <p:spPr>
            <a:xfrm>
              <a:off x="8728379" y="2092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8" name="pt46908"/>
            <p:cNvSpPr/>
            <p:nvPr/>
          </p:nvSpPr>
          <p:spPr>
            <a:xfrm>
              <a:off x="9538128" y="1794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9" name="pt46909"/>
            <p:cNvSpPr/>
            <p:nvPr/>
          </p:nvSpPr>
          <p:spPr>
            <a:xfrm>
              <a:off x="8398928" y="2401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0" name="pt46910"/>
            <p:cNvSpPr/>
            <p:nvPr/>
          </p:nvSpPr>
          <p:spPr>
            <a:xfrm>
              <a:off x="9537091" y="1687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1" name="pt46911"/>
            <p:cNvSpPr/>
            <p:nvPr/>
          </p:nvSpPr>
          <p:spPr>
            <a:xfrm>
              <a:off x="8975793" y="1964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2" name="pt46912"/>
            <p:cNvSpPr/>
            <p:nvPr/>
          </p:nvSpPr>
          <p:spPr>
            <a:xfrm>
              <a:off x="8669323" y="2518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3" name="pt46913"/>
            <p:cNvSpPr/>
            <p:nvPr/>
          </p:nvSpPr>
          <p:spPr>
            <a:xfrm>
              <a:off x="9089164" y="169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4" name="pt46914"/>
            <p:cNvSpPr/>
            <p:nvPr/>
          </p:nvSpPr>
          <p:spPr>
            <a:xfrm>
              <a:off x="8274318" y="2573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5" name="pt46915"/>
            <p:cNvSpPr/>
            <p:nvPr/>
          </p:nvSpPr>
          <p:spPr>
            <a:xfrm>
              <a:off x="8879672" y="206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6" name="pt46916"/>
            <p:cNvSpPr/>
            <p:nvPr/>
          </p:nvSpPr>
          <p:spPr>
            <a:xfrm>
              <a:off x="8812874" y="2118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7" name="pt46917"/>
            <p:cNvSpPr/>
            <p:nvPr/>
          </p:nvSpPr>
          <p:spPr>
            <a:xfrm>
              <a:off x="8761156" y="2353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8" name="pt46918"/>
            <p:cNvSpPr/>
            <p:nvPr/>
          </p:nvSpPr>
          <p:spPr>
            <a:xfrm>
              <a:off x="8761156" y="2319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9" name="pt46919"/>
            <p:cNvSpPr/>
            <p:nvPr/>
          </p:nvSpPr>
          <p:spPr>
            <a:xfrm>
              <a:off x="9199706" y="2044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0" name="pt46920"/>
            <p:cNvSpPr/>
            <p:nvPr/>
          </p:nvSpPr>
          <p:spPr>
            <a:xfrm>
              <a:off x="8471820" y="241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1" name="pt46921"/>
            <p:cNvSpPr/>
            <p:nvPr/>
          </p:nvSpPr>
          <p:spPr>
            <a:xfrm>
              <a:off x="8439043" y="2309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2" name="pt46922"/>
            <p:cNvSpPr/>
            <p:nvPr/>
          </p:nvSpPr>
          <p:spPr>
            <a:xfrm>
              <a:off x="9124975" y="2026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3" name="pt46923"/>
            <p:cNvSpPr/>
            <p:nvPr/>
          </p:nvSpPr>
          <p:spPr>
            <a:xfrm>
              <a:off x="9187265" y="2025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4" name="pt46924"/>
            <p:cNvSpPr/>
            <p:nvPr/>
          </p:nvSpPr>
          <p:spPr>
            <a:xfrm>
              <a:off x="8523538" y="2374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5" name="pt46925"/>
            <p:cNvSpPr/>
            <p:nvPr/>
          </p:nvSpPr>
          <p:spPr>
            <a:xfrm>
              <a:off x="9077174" y="1890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6" name="pt46926"/>
            <p:cNvSpPr/>
            <p:nvPr/>
          </p:nvSpPr>
          <p:spPr>
            <a:xfrm>
              <a:off x="9317391" y="2184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7" name="pt46927"/>
            <p:cNvSpPr/>
            <p:nvPr/>
          </p:nvSpPr>
          <p:spPr>
            <a:xfrm>
              <a:off x="9034195" y="1697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8" name="pt46928"/>
            <p:cNvSpPr/>
            <p:nvPr/>
          </p:nvSpPr>
          <p:spPr>
            <a:xfrm>
              <a:off x="8347210" y="2373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9" name="pt46929"/>
            <p:cNvSpPr/>
            <p:nvPr/>
          </p:nvSpPr>
          <p:spPr>
            <a:xfrm>
              <a:off x="9282758" y="2001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0" name="pt46930"/>
            <p:cNvSpPr/>
            <p:nvPr/>
          </p:nvSpPr>
          <p:spPr>
            <a:xfrm>
              <a:off x="8624143" y="2394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1" name="pt46931"/>
            <p:cNvSpPr/>
            <p:nvPr/>
          </p:nvSpPr>
          <p:spPr>
            <a:xfrm>
              <a:off x="8808322" y="2205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2" name="pt46932"/>
            <p:cNvSpPr/>
            <p:nvPr/>
          </p:nvSpPr>
          <p:spPr>
            <a:xfrm>
              <a:off x="9655598" y="2254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3" name="pt46933"/>
            <p:cNvSpPr/>
            <p:nvPr/>
          </p:nvSpPr>
          <p:spPr>
            <a:xfrm>
              <a:off x="9120160" y="211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4" name="pt46934"/>
            <p:cNvSpPr/>
            <p:nvPr/>
          </p:nvSpPr>
          <p:spPr>
            <a:xfrm>
              <a:off x="8659047" y="2322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5" name="pt46935"/>
            <p:cNvSpPr/>
            <p:nvPr/>
          </p:nvSpPr>
          <p:spPr>
            <a:xfrm>
              <a:off x="8544712" y="2390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6" name="pt46936"/>
            <p:cNvSpPr/>
            <p:nvPr/>
          </p:nvSpPr>
          <p:spPr>
            <a:xfrm>
              <a:off x="8888738" y="2113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7" name="pt46937"/>
            <p:cNvSpPr/>
            <p:nvPr/>
          </p:nvSpPr>
          <p:spPr>
            <a:xfrm>
              <a:off x="8398928" y="2332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8" name="pt46938"/>
            <p:cNvSpPr/>
            <p:nvPr/>
          </p:nvSpPr>
          <p:spPr>
            <a:xfrm>
              <a:off x="9541125" y="1655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9" name="pt46939"/>
            <p:cNvSpPr/>
            <p:nvPr/>
          </p:nvSpPr>
          <p:spPr>
            <a:xfrm>
              <a:off x="8439043" y="2209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0" name="pt46940"/>
            <p:cNvSpPr/>
            <p:nvPr/>
          </p:nvSpPr>
          <p:spPr>
            <a:xfrm>
              <a:off x="8439043" y="226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1" name="pt46941"/>
            <p:cNvSpPr/>
            <p:nvPr/>
          </p:nvSpPr>
          <p:spPr>
            <a:xfrm>
              <a:off x="8778290" y="2068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2" name="pt46942"/>
            <p:cNvSpPr/>
            <p:nvPr/>
          </p:nvSpPr>
          <p:spPr>
            <a:xfrm>
              <a:off x="8563654" y="2230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3" name="pt46943"/>
            <p:cNvSpPr/>
            <p:nvPr/>
          </p:nvSpPr>
          <p:spPr>
            <a:xfrm>
              <a:off x="9274677" y="2054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4" name="pt46944"/>
            <p:cNvSpPr/>
            <p:nvPr/>
          </p:nvSpPr>
          <p:spPr>
            <a:xfrm>
              <a:off x="8705398" y="2162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5" name="pt46945"/>
            <p:cNvSpPr/>
            <p:nvPr/>
          </p:nvSpPr>
          <p:spPr>
            <a:xfrm>
              <a:off x="8347210" y="2428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6" name="pt46946"/>
            <p:cNvSpPr/>
            <p:nvPr/>
          </p:nvSpPr>
          <p:spPr>
            <a:xfrm>
              <a:off x="9110981" y="1932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7" name="pt46947"/>
            <p:cNvSpPr/>
            <p:nvPr/>
          </p:nvSpPr>
          <p:spPr>
            <a:xfrm>
              <a:off x="9497514" y="2633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8" name="pt46948"/>
            <p:cNvSpPr/>
            <p:nvPr/>
          </p:nvSpPr>
          <p:spPr>
            <a:xfrm>
              <a:off x="8636546" y="2459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9" name="pt46949"/>
            <p:cNvSpPr/>
            <p:nvPr/>
          </p:nvSpPr>
          <p:spPr>
            <a:xfrm>
              <a:off x="8798858" y="2112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0" name="pt46950"/>
            <p:cNvSpPr/>
            <p:nvPr/>
          </p:nvSpPr>
          <p:spPr>
            <a:xfrm>
              <a:off x="8713389" y="2346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1" name="pt46951"/>
            <p:cNvSpPr/>
            <p:nvPr/>
          </p:nvSpPr>
          <p:spPr>
            <a:xfrm>
              <a:off x="8879672" y="1894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2" name="pt46952"/>
            <p:cNvSpPr/>
            <p:nvPr/>
          </p:nvSpPr>
          <p:spPr>
            <a:xfrm>
              <a:off x="9124182" y="1969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3" name="pt46953"/>
            <p:cNvSpPr/>
            <p:nvPr/>
          </p:nvSpPr>
          <p:spPr>
            <a:xfrm>
              <a:off x="9013348" y="1197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4" name="pt46954"/>
            <p:cNvSpPr/>
            <p:nvPr/>
          </p:nvSpPr>
          <p:spPr>
            <a:xfrm>
              <a:off x="8688264" y="2284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5" name="pt46955"/>
            <p:cNvSpPr/>
            <p:nvPr/>
          </p:nvSpPr>
          <p:spPr>
            <a:xfrm>
              <a:off x="8624143" y="2431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6" name="pt46956"/>
            <p:cNvSpPr/>
            <p:nvPr/>
          </p:nvSpPr>
          <p:spPr>
            <a:xfrm>
              <a:off x="8705398" y="2254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7" name="pt46957"/>
            <p:cNvSpPr/>
            <p:nvPr/>
          </p:nvSpPr>
          <p:spPr>
            <a:xfrm>
              <a:off x="9074048" y="1785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8" name="pt46958"/>
            <p:cNvSpPr/>
            <p:nvPr/>
          </p:nvSpPr>
          <p:spPr>
            <a:xfrm>
              <a:off x="9176891" y="2212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9" name="pt46959"/>
            <p:cNvSpPr/>
            <p:nvPr/>
          </p:nvSpPr>
          <p:spPr>
            <a:xfrm>
              <a:off x="9071933" y="2027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0" name="pt46960"/>
            <p:cNvSpPr/>
            <p:nvPr/>
          </p:nvSpPr>
          <p:spPr>
            <a:xfrm>
              <a:off x="8688264" y="2232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1" name="pt46961"/>
            <p:cNvSpPr/>
            <p:nvPr/>
          </p:nvSpPr>
          <p:spPr>
            <a:xfrm>
              <a:off x="9296080" y="1786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2" name="pt46962"/>
            <p:cNvSpPr/>
            <p:nvPr/>
          </p:nvSpPr>
          <p:spPr>
            <a:xfrm>
              <a:off x="8636546" y="2301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3" name="pt46963"/>
            <p:cNvSpPr/>
            <p:nvPr/>
          </p:nvSpPr>
          <p:spPr>
            <a:xfrm>
              <a:off x="8999571" y="1669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4" name="pt46964"/>
            <p:cNvSpPr/>
            <p:nvPr/>
          </p:nvSpPr>
          <p:spPr>
            <a:xfrm>
              <a:off x="9142325" y="2010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5" name="pt46965"/>
            <p:cNvSpPr/>
            <p:nvPr/>
          </p:nvSpPr>
          <p:spPr>
            <a:xfrm>
              <a:off x="8398928" y="2507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6" name="pt46966"/>
            <p:cNvSpPr/>
            <p:nvPr/>
          </p:nvSpPr>
          <p:spPr>
            <a:xfrm>
              <a:off x="8866825" y="2217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7" name="pt46967"/>
            <p:cNvSpPr/>
            <p:nvPr/>
          </p:nvSpPr>
          <p:spPr>
            <a:xfrm>
              <a:off x="9101309" y="2166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8" name="pt46968"/>
            <p:cNvSpPr/>
            <p:nvPr/>
          </p:nvSpPr>
          <p:spPr>
            <a:xfrm>
              <a:off x="8821645" y="2035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9" name="pt46969"/>
            <p:cNvSpPr/>
            <p:nvPr/>
          </p:nvSpPr>
          <p:spPr>
            <a:xfrm>
              <a:off x="8982914" y="1875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0" name="pt46970"/>
            <p:cNvSpPr/>
            <p:nvPr/>
          </p:nvSpPr>
          <p:spPr>
            <a:xfrm>
              <a:off x="9877988" y="2367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1" name="pt46971"/>
            <p:cNvSpPr/>
            <p:nvPr/>
          </p:nvSpPr>
          <p:spPr>
            <a:xfrm>
              <a:off x="8755061" y="2129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2" name="pt46972"/>
            <p:cNvSpPr/>
            <p:nvPr/>
          </p:nvSpPr>
          <p:spPr>
            <a:xfrm>
              <a:off x="8910892" y="2013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3" name="pt46973"/>
            <p:cNvSpPr/>
            <p:nvPr/>
          </p:nvSpPr>
          <p:spPr>
            <a:xfrm>
              <a:off x="9040639" y="1718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4" name="pt46974"/>
            <p:cNvSpPr/>
            <p:nvPr/>
          </p:nvSpPr>
          <p:spPr>
            <a:xfrm>
              <a:off x="8821645" y="2179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5" name="pt46975"/>
            <p:cNvSpPr/>
            <p:nvPr/>
          </p:nvSpPr>
          <p:spPr>
            <a:xfrm>
              <a:off x="8713389" y="2261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6" name="pt46976"/>
            <p:cNvSpPr/>
            <p:nvPr/>
          </p:nvSpPr>
          <p:spPr>
            <a:xfrm>
              <a:off x="8398928" y="2512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7" name="pt46977"/>
            <p:cNvSpPr/>
            <p:nvPr/>
          </p:nvSpPr>
          <p:spPr>
            <a:xfrm>
              <a:off x="8973968" y="1929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8" name="pt46978"/>
            <p:cNvSpPr/>
            <p:nvPr/>
          </p:nvSpPr>
          <p:spPr>
            <a:xfrm>
              <a:off x="9527393" y="1588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9" name="pt46979"/>
            <p:cNvSpPr/>
            <p:nvPr/>
          </p:nvSpPr>
          <p:spPr>
            <a:xfrm>
              <a:off x="9054052" y="2228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0" name="pt46980"/>
            <p:cNvSpPr/>
            <p:nvPr/>
          </p:nvSpPr>
          <p:spPr>
            <a:xfrm>
              <a:off x="8439043" y="2221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1" name="pt46981"/>
            <p:cNvSpPr/>
            <p:nvPr/>
          </p:nvSpPr>
          <p:spPr>
            <a:xfrm>
              <a:off x="8398928" y="2389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2" name="pt46982"/>
            <p:cNvSpPr/>
            <p:nvPr/>
          </p:nvSpPr>
          <p:spPr>
            <a:xfrm>
              <a:off x="9017715" y="190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3" name="pt46983"/>
            <p:cNvSpPr/>
            <p:nvPr/>
          </p:nvSpPr>
          <p:spPr>
            <a:xfrm>
              <a:off x="8982914" y="1875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4" name="pt46984"/>
            <p:cNvSpPr/>
            <p:nvPr/>
          </p:nvSpPr>
          <p:spPr>
            <a:xfrm>
              <a:off x="9262568" y="2072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5" name="pt46985"/>
            <p:cNvSpPr/>
            <p:nvPr/>
          </p:nvSpPr>
          <p:spPr>
            <a:xfrm>
              <a:off x="9124182" y="2096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6" name="pt46986"/>
            <p:cNvSpPr/>
            <p:nvPr/>
          </p:nvSpPr>
          <p:spPr>
            <a:xfrm>
              <a:off x="8761156" y="2201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7" name="pt46987"/>
            <p:cNvSpPr/>
            <p:nvPr/>
          </p:nvSpPr>
          <p:spPr>
            <a:xfrm>
              <a:off x="8523538" y="250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8" name="pt46988"/>
            <p:cNvSpPr/>
            <p:nvPr/>
          </p:nvSpPr>
          <p:spPr>
            <a:xfrm>
              <a:off x="8596430" y="2297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9" name="pt46989"/>
            <p:cNvSpPr/>
            <p:nvPr/>
          </p:nvSpPr>
          <p:spPr>
            <a:xfrm>
              <a:off x="8439043" y="2280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0" name="pt46990"/>
            <p:cNvSpPr/>
            <p:nvPr/>
          </p:nvSpPr>
          <p:spPr>
            <a:xfrm>
              <a:off x="8596430" y="2369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1" name="pt46991"/>
            <p:cNvSpPr/>
            <p:nvPr/>
          </p:nvSpPr>
          <p:spPr>
            <a:xfrm>
              <a:off x="8964553" y="2292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2" name="pt46992"/>
            <p:cNvSpPr/>
            <p:nvPr/>
          </p:nvSpPr>
          <p:spPr>
            <a:xfrm>
              <a:off x="8964553" y="2296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3" name="pt46993"/>
            <p:cNvSpPr/>
            <p:nvPr/>
          </p:nvSpPr>
          <p:spPr>
            <a:xfrm>
              <a:off x="8624143" y="2534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4" name="pt46994"/>
            <p:cNvSpPr/>
            <p:nvPr/>
          </p:nvSpPr>
          <p:spPr>
            <a:xfrm>
              <a:off x="9190595" y="2125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5" name="pt46995"/>
            <p:cNvSpPr/>
            <p:nvPr/>
          </p:nvSpPr>
          <p:spPr>
            <a:xfrm>
              <a:off x="8439043" y="2366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6" name="pt46996"/>
            <p:cNvSpPr/>
            <p:nvPr/>
          </p:nvSpPr>
          <p:spPr>
            <a:xfrm>
              <a:off x="8347210" y="2429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7" name="pt46997"/>
            <p:cNvSpPr/>
            <p:nvPr/>
          </p:nvSpPr>
          <p:spPr>
            <a:xfrm>
              <a:off x="8398928" y="2235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8" name="pt46998"/>
            <p:cNvSpPr/>
            <p:nvPr/>
          </p:nvSpPr>
          <p:spPr>
            <a:xfrm>
              <a:off x="9448796" y="1976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9" name="pt46999"/>
            <p:cNvSpPr/>
            <p:nvPr/>
          </p:nvSpPr>
          <p:spPr>
            <a:xfrm>
              <a:off x="9059833" y="1638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0" name="pt47000"/>
            <p:cNvSpPr/>
            <p:nvPr/>
          </p:nvSpPr>
          <p:spPr>
            <a:xfrm>
              <a:off x="8735430" y="2143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1" name="pt47001"/>
            <p:cNvSpPr/>
            <p:nvPr/>
          </p:nvSpPr>
          <p:spPr>
            <a:xfrm>
              <a:off x="8499532" y="2459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2" name="pt47002"/>
            <p:cNvSpPr/>
            <p:nvPr/>
          </p:nvSpPr>
          <p:spPr>
            <a:xfrm>
              <a:off x="9317391" y="2239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3" name="pt47003"/>
            <p:cNvSpPr/>
            <p:nvPr/>
          </p:nvSpPr>
          <p:spPr>
            <a:xfrm>
              <a:off x="8962610" y="2200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4" name="pt47004"/>
            <p:cNvSpPr/>
            <p:nvPr/>
          </p:nvSpPr>
          <p:spPr>
            <a:xfrm>
              <a:off x="9394753" y="2223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5" name="pt47005"/>
            <p:cNvSpPr/>
            <p:nvPr/>
          </p:nvSpPr>
          <p:spPr>
            <a:xfrm>
              <a:off x="8925882" y="1974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6" name="pt47006"/>
            <p:cNvSpPr/>
            <p:nvPr/>
          </p:nvSpPr>
          <p:spPr>
            <a:xfrm>
              <a:off x="8398928" y="2360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7" name="pt47007"/>
            <p:cNvSpPr/>
            <p:nvPr/>
          </p:nvSpPr>
          <p:spPr>
            <a:xfrm>
              <a:off x="8274318" y="2412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8" name="pt47008"/>
            <p:cNvSpPr/>
            <p:nvPr/>
          </p:nvSpPr>
          <p:spPr>
            <a:xfrm>
              <a:off x="9023378" y="1767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9" name="pt47009"/>
            <p:cNvSpPr/>
            <p:nvPr/>
          </p:nvSpPr>
          <p:spPr>
            <a:xfrm>
              <a:off x="8767051" y="2244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0" name="pt47010"/>
            <p:cNvSpPr/>
            <p:nvPr/>
          </p:nvSpPr>
          <p:spPr>
            <a:xfrm>
              <a:off x="9367540" y="2084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1" name="pt47011"/>
            <p:cNvSpPr/>
            <p:nvPr/>
          </p:nvSpPr>
          <p:spPr>
            <a:xfrm>
              <a:off x="8610820" y="217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2" name="pt47012"/>
            <p:cNvSpPr/>
            <p:nvPr/>
          </p:nvSpPr>
          <p:spPr>
            <a:xfrm>
              <a:off x="8870124" y="2191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3" name="pt47013"/>
            <p:cNvSpPr/>
            <p:nvPr/>
          </p:nvSpPr>
          <p:spPr>
            <a:xfrm>
              <a:off x="8439043" y="2391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4" name="pt47014"/>
            <p:cNvSpPr/>
            <p:nvPr/>
          </p:nvSpPr>
          <p:spPr>
            <a:xfrm>
              <a:off x="8347210" y="2318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5" name="pt47015"/>
            <p:cNvSpPr/>
            <p:nvPr/>
          </p:nvSpPr>
          <p:spPr>
            <a:xfrm>
              <a:off x="9655598" y="2603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6" name="pt47016"/>
            <p:cNvSpPr/>
            <p:nvPr/>
          </p:nvSpPr>
          <p:spPr>
            <a:xfrm>
              <a:off x="8274318" y="2624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7" name="pt47017"/>
            <p:cNvSpPr/>
            <p:nvPr/>
          </p:nvSpPr>
          <p:spPr>
            <a:xfrm>
              <a:off x="8948383" y="2027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8" name="pt47018"/>
            <p:cNvSpPr/>
            <p:nvPr/>
          </p:nvSpPr>
          <p:spPr>
            <a:xfrm>
              <a:off x="9099493" y="2170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9" name="pt47019"/>
            <p:cNvSpPr/>
            <p:nvPr/>
          </p:nvSpPr>
          <p:spPr>
            <a:xfrm>
              <a:off x="8705398" y="2146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0" name="pt47020"/>
            <p:cNvSpPr/>
            <p:nvPr/>
          </p:nvSpPr>
          <p:spPr>
            <a:xfrm>
              <a:off x="8894537" y="2275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1" name="pt47021"/>
            <p:cNvSpPr/>
            <p:nvPr/>
          </p:nvSpPr>
          <p:spPr>
            <a:xfrm>
              <a:off x="9203327" y="1784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2" name="pt47022"/>
            <p:cNvSpPr/>
            <p:nvPr/>
          </p:nvSpPr>
          <p:spPr>
            <a:xfrm>
              <a:off x="9179833" y="1942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3" name="pt47023"/>
            <p:cNvSpPr/>
            <p:nvPr/>
          </p:nvSpPr>
          <p:spPr>
            <a:xfrm>
              <a:off x="9026144" y="1833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4" name="pt47024"/>
            <p:cNvSpPr/>
            <p:nvPr/>
          </p:nvSpPr>
          <p:spPr>
            <a:xfrm>
              <a:off x="8439043" y="2267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5" name="pt47025"/>
            <p:cNvSpPr/>
            <p:nvPr/>
          </p:nvSpPr>
          <p:spPr>
            <a:xfrm>
              <a:off x="8439043" y="2282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6" name="pt47026"/>
            <p:cNvSpPr/>
            <p:nvPr/>
          </p:nvSpPr>
          <p:spPr>
            <a:xfrm>
              <a:off x="9602828" y="2263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7" name="pt47027"/>
            <p:cNvSpPr/>
            <p:nvPr/>
          </p:nvSpPr>
          <p:spPr>
            <a:xfrm>
              <a:off x="9594013" y="2367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8" name="pt47028"/>
            <p:cNvSpPr/>
            <p:nvPr/>
          </p:nvSpPr>
          <p:spPr>
            <a:xfrm>
              <a:off x="9176891" y="2014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9" name="pt47029"/>
            <p:cNvSpPr/>
            <p:nvPr/>
          </p:nvSpPr>
          <p:spPr>
            <a:xfrm>
              <a:off x="9448796" y="1955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0" name="pt47030"/>
            <p:cNvSpPr/>
            <p:nvPr/>
          </p:nvSpPr>
          <p:spPr>
            <a:xfrm>
              <a:off x="8398928" y="2336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1" name="pt47031"/>
            <p:cNvSpPr/>
            <p:nvPr/>
          </p:nvSpPr>
          <p:spPr>
            <a:xfrm>
              <a:off x="8870124" y="2141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2" name="pt47032"/>
            <p:cNvSpPr/>
            <p:nvPr/>
          </p:nvSpPr>
          <p:spPr>
            <a:xfrm>
              <a:off x="9339588" y="2023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3" name="pt47033"/>
            <p:cNvSpPr/>
            <p:nvPr/>
          </p:nvSpPr>
          <p:spPr>
            <a:xfrm>
              <a:off x="8767051" y="2065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4" name="pt47034"/>
            <p:cNvSpPr/>
            <p:nvPr/>
          </p:nvSpPr>
          <p:spPr>
            <a:xfrm>
              <a:off x="8398928" y="2498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5" name="pt47035"/>
            <p:cNvSpPr/>
            <p:nvPr/>
          </p:nvSpPr>
          <p:spPr>
            <a:xfrm>
              <a:off x="9371804" y="2016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6" name="pt47036"/>
            <p:cNvSpPr/>
            <p:nvPr/>
          </p:nvSpPr>
          <p:spPr>
            <a:xfrm>
              <a:off x="8544712" y="2454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7" name="pt47037"/>
            <p:cNvSpPr/>
            <p:nvPr/>
          </p:nvSpPr>
          <p:spPr>
            <a:xfrm>
              <a:off x="9110123" y="2061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8" name="pt47038"/>
            <p:cNvSpPr/>
            <p:nvPr/>
          </p:nvSpPr>
          <p:spPr>
            <a:xfrm>
              <a:off x="8761156" y="2334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9" name="pt47039"/>
            <p:cNvSpPr/>
            <p:nvPr/>
          </p:nvSpPr>
          <p:spPr>
            <a:xfrm>
              <a:off x="8761156" y="2426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0" name="pt47040"/>
            <p:cNvSpPr/>
            <p:nvPr/>
          </p:nvSpPr>
          <p:spPr>
            <a:xfrm>
              <a:off x="9379078" y="194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1" name="pt47041"/>
            <p:cNvSpPr/>
            <p:nvPr/>
          </p:nvSpPr>
          <p:spPr>
            <a:xfrm>
              <a:off x="8624143" y="2487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2" name="pt47042"/>
            <p:cNvSpPr/>
            <p:nvPr/>
          </p:nvSpPr>
          <p:spPr>
            <a:xfrm>
              <a:off x="8954618" y="2236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3" name="pt47043"/>
            <p:cNvSpPr/>
            <p:nvPr/>
          </p:nvSpPr>
          <p:spPr>
            <a:xfrm>
              <a:off x="8596430" y="2188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4" name="pt47044"/>
            <p:cNvSpPr/>
            <p:nvPr/>
          </p:nvSpPr>
          <p:spPr>
            <a:xfrm>
              <a:off x="8471820" y="2421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5" name="pt47045"/>
            <p:cNvSpPr/>
            <p:nvPr/>
          </p:nvSpPr>
          <p:spPr>
            <a:xfrm>
              <a:off x="8948383" y="2088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6" name="pt47046"/>
            <p:cNvSpPr/>
            <p:nvPr/>
          </p:nvSpPr>
          <p:spPr>
            <a:xfrm>
              <a:off x="8921023" y="1601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7" name="pt47047"/>
            <p:cNvSpPr/>
            <p:nvPr/>
          </p:nvSpPr>
          <p:spPr>
            <a:xfrm>
              <a:off x="9189492" y="2015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8" name="pt47048"/>
            <p:cNvSpPr/>
            <p:nvPr/>
          </p:nvSpPr>
          <p:spPr>
            <a:xfrm>
              <a:off x="8834048" y="1850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9" name="pt47049"/>
            <p:cNvSpPr/>
            <p:nvPr/>
          </p:nvSpPr>
          <p:spPr>
            <a:xfrm>
              <a:off x="9488519" y="2404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0" name="pt47050"/>
            <p:cNvSpPr/>
            <p:nvPr/>
          </p:nvSpPr>
          <p:spPr>
            <a:xfrm>
              <a:off x="8721041" y="2155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1" name="pt47051"/>
            <p:cNvSpPr/>
            <p:nvPr/>
          </p:nvSpPr>
          <p:spPr>
            <a:xfrm>
              <a:off x="8636546" y="2430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2" name="pt47052"/>
            <p:cNvSpPr/>
            <p:nvPr/>
          </p:nvSpPr>
          <p:spPr>
            <a:xfrm>
              <a:off x="9184443" y="2016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3" name="pt47053"/>
            <p:cNvSpPr/>
            <p:nvPr/>
          </p:nvSpPr>
          <p:spPr>
            <a:xfrm>
              <a:off x="8563654" y="2364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4" name="pt47054"/>
            <p:cNvSpPr/>
            <p:nvPr/>
          </p:nvSpPr>
          <p:spPr>
            <a:xfrm>
              <a:off x="8471820" y="2413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5" name="pt47055"/>
            <p:cNvSpPr/>
            <p:nvPr/>
          </p:nvSpPr>
          <p:spPr>
            <a:xfrm>
              <a:off x="9191144" y="2296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6" name="pt47056"/>
            <p:cNvSpPr/>
            <p:nvPr/>
          </p:nvSpPr>
          <p:spPr>
            <a:xfrm>
              <a:off x="9281436" y="1891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7" name="pt47057"/>
            <p:cNvSpPr/>
            <p:nvPr/>
          </p:nvSpPr>
          <p:spPr>
            <a:xfrm>
              <a:off x="8798858" y="2037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8" name="pt47058"/>
            <p:cNvSpPr/>
            <p:nvPr/>
          </p:nvSpPr>
          <p:spPr>
            <a:xfrm>
              <a:off x="8825875" y="2215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9" name="pt47059"/>
            <p:cNvSpPr/>
            <p:nvPr/>
          </p:nvSpPr>
          <p:spPr>
            <a:xfrm>
              <a:off x="9419155" y="2074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0" name="pt47060"/>
            <p:cNvSpPr/>
            <p:nvPr/>
          </p:nvSpPr>
          <p:spPr>
            <a:xfrm>
              <a:off x="8954618" y="2311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1" name="pt47061"/>
            <p:cNvSpPr/>
            <p:nvPr/>
          </p:nvSpPr>
          <p:spPr>
            <a:xfrm>
              <a:off x="9062094" y="1611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2" name="pt47062"/>
            <p:cNvSpPr/>
            <p:nvPr/>
          </p:nvSpPr>
          <p:spPr>
            <a:xfrm>
              <a:off x="8610820" y="2035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3" name="pt47063"/>
            <p:cNvSpPr/>
            <p:nvPr/>
          </p:nvSpPr>
          <p:spPr>
            <a:xfrm>
              <a:off x="9191144" y="2114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4" name="pt47064"/>
            <p:cNvSpPr/>
            <p:nvPr/>
          </p:nvSpPr>
          <p:spPr>
            <a:xfrm>
              <a:off x="8439043" y="2425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5" name="pt47065"/>
            <p:cNvSpPr/>
            <p:nvPr/>
          </p:nvSpPr>
          <p:spPr>
            <a:xfrm>
              <a:off x="8932933" y="1766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6" name="pt47066"/>
            <p:cNvSpPr/>
            <p:nvPr/>
          </p:nvSpPr>
          <p:spPr>
            <a:xfrm>
              <a:off x="8659047" y="241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7" name="pt47067"/>
            <p:cNvSpPr/>
            <p:nvPr/>
          </p:nvSpPr>
          <p:spPr>
            <a:xfrm>
              <a:off x="8705398" y="2262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8" name="pt47068"/>
            <p:cNvSpPr/>
            <p:nvPr/>
          </p:nvSpPr>
          <p:spPr>
            <a:xfrm>
              <a:off x="9223646" y="1859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9" name="pt47069"/>
            <p:cNvSpPr/>
            <p:nvPr/>
          </p:nvSpPr>
          <p:spPr>
            <a:xfrm>
              <a:off x="8347210" y="2432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0" name="pt47070"/>
            <p:cNvSpPr/>
            <p:nvPr/>
          </p:nvSpPr>
          <p:spPr>
            <a:xfrm>
              <a:off x="9541125" y="1718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1" name="pt47071"/>
            <p:cNvSpPr/>
            <p:nvPr/>
          </p:nvSpPr>
          <p:spPr>
            <a:xfrm>
              <a:off x="8659047" y="2313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2" name="pt47072"/>
            <p:cNvSpPr/>
            <p:nvPr/>
          </p:nvSpPr>
          <p:spPr>
            <a:xfrm>
              <a:off x="8636546" y="2442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3" name="pt47073"/>
            <p:cNvSpPr/>
            <p:nvPr/>
          </p:nvSpPr>
          <p:spPr>
            <a:xfrm>
              <a:off x="9614018" y="2393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4" name="pt47074"/>
            <p:cNvSpPr/>
            <p:nvPr/>
          </p:nvSpPr>
          <p:spPr>
            <a:xfrm>
              <a:off x="8761156" y="2296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5" name="pt47075"/>
            <p:cNvSpPr/>
            <p:nvPr/>
          </p:nvSpPr>
          <p:spPr>
            <a:xfrm>
              <a:off x="8274318" y="2435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6" name="pt47076"/>
            <p:cNvSpPr/>
            <p:nvPr/>
          </p:nvSpPr>
          <p:spPr>
            <a:xfrm>
              <a:off x="8610820" y="2029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7" name="pt47077"/>
            <p:cNvSpPr/>
            <p:nvPr/>
          </p:nvSpPr>
          <p:spPr>
            <a:xfrm>
              <a:off x="8830008" y="1907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8" name="pt47078"/>
            <p:cNvSpPr/>
            <p:nvPr/>
          </p:nvSpPr>
          <p:spPr>
            <a:xfrm>
              <a:off x="8398928" y="235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9" name="pt47079"/>
            <p:cNvSpPr/>
            <p:nvPr/>
          </p:nvSpPr>
          <p:spPr>
            <a:xfrm>
              <a:off x="8499532" y="238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0" name="pt47080"/>
            <p:cNvSpPr/>
            <p:nvPr/>
          </p:nvSpPr>
          <p:spPr>
            <a:xfrm>
              <a:off x="9597877" y="2191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1" name="pt47081"/>
            <p:cNvSpPr/>
            <p:nvPr/>
          </p:nvSpPr>
          <p:spPr>
            <a:xfrm>
              <a:off x="8984651" y="1767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2" name="pt47082"/>
            <p:cNvSpPr/>
            <p:nvPr/>
          </p:nvSpPr>
          <p:spPr>
            <a:xfrm>
              <a:off x="8798858" y="210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3" name="pt47083"/>
            <p:cNvSpPr/>
            <p:nvPr/>
          </p:nvSpPr>
          <p:spPr>
            <a:xfrm>
              <a:off x="9488519" y="2432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4" name="pt47084"/>
            <p:cNvSpPr/>
            <p:nvPr/>
          </p:nvSpPr>
          <p:spPr>
            <a:xfrm>
              <a:off x="8879672" y="2005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5" name="pt47085"/>
            <p:cNvSpPr/>
            <p:nvPr/>
          </p:nvSpPr>
          <p:spPr>
            <a:xfrm>
              <a:off x="9196543" y="2075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6" name="pt47086"/>
            <p:cNvSpPr/>
            <p:nvPr/>
          </p:nvSpPr>
          <p:spPr>
            <a:xfrm>
              <a:off x="9421909" y="2005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7" name="pt47087"/>
            <p:cNvSpPr/>
            <p:nvPr/>
          </p:nvSpPr>
          <p:spPr>
            <a:xfrm>
              <a:off x="9191144" y="2102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8" name="pt47088"/>
            <p:cNvSpPr/>
            <p:nvPr/>
          </p:nvSpPr>
          <p:spPr>
            <a:xfrm>
              <a:off x="8610820" y="2021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9" name="pt47089"/>
            <p:cNvSpPr/>
            <p:nvPr/>
          </p:nvSpPr>
          <p:spPr>
            <a:xfrm>
              <a:off x="9258470" y="2034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0" name="pt47090"/>
            <p:cNvSpPr/>
            <p:nvPr/>
          </p:nvSpPr>
          <p:spPr>
            <a:xfrm>
              <a:off x="8659047" y="2292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1" name="pt47091"/>
            <p:cNvSpPr/>
            <p:nvPr/>
          </p:nvSpPr>
          <p:spPr>
            <a:xfrm>
              <a:off x="9181576" y="2012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2" name="pt47092"/>
            <p:cNvSpPr/>
            <p:nvPr/>
          </p:nvSpPr>
          <p:spPr>
            <a:xfrm>
              <a:off x="8624143" y="2385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3" name="pt47093"/>
            <p:cNvSpPr/>
            <p:nvPr/>
          </p:nvSpPr>
          <p:spPr>
            <a:xfrm>
              <a:off x="8688264" y="2332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4" name="pt47094"/>
            <p:cNvSpPr/>
            <p:nvPr/>
          </p:nvSpPr>
          <p:spPr>
            <a:xfrm>
              <a:off x="8713389" y="2197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5" name="pt47095"/>
            <p:cNvSpPr/>
            <p:nvPr/>
          </p:nvSpPr>
          <p:spPr>
            <a:xfrm>
              <a:off x="8748753" y="206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6" name="pt47096"/>
            <p:cNvSpPr/>
            <p:nvPr/>
          </p:nvSpPr>
          <p:spPr>
            <a:xfrm>
              <a:off x="8347210" y="2279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7" name="pt47097"/>
            <p:cNvSpPr/>
            <p:nvPr/>
          </p:nvSpPr>
          <p:spPr>
            <a:xfrm>
              <a:off x="8735430" y="2151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8" name="pt47098"/>
            <p:cNvSpPr/>
            <p:nvPr/>
          </p:nvSpPr>
          <p:spPr>
            <a:xfrm>
              <a:off x="9519098" y="2454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9" name="pt47099"/>
            <p:cNvSpPr/>
            <p:nvPr/>
          </p:nvSpPr>
          <p:spPr>
            <a:xfrm>
              <a:off x="8347210" y="2322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0" name="pt47100"/>
            <p:cNvSpPr/>
            <p:nvPr/>
          </p:nvSpPr>
          <p:spPr>
            <a:xfrm>
              <a:off x="9124182" y="2075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1" name="pt47101"/>
            <p:cNvSpPr/>
            <p:nvPr/>
          </p:nvSpPr>
          <p:spPr>
            <a:xfrm>
              <a:off x="9218071" y="1747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2" name="pt47102"/>
            <p:cNvSpPr/>
            <p:nvPr/>
          </p:nvSpPr>
          <p:spPr>
            <a:xfrm>
              <a:off x="9170243" y="1688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3" name="pt47103"/>
            <p:cNvSpPr/>
            <p:nvPr/>
          </p:nvSpPr>
          <p:spPr>
            <a:xfrm>
              <a:off x="8596430" y="2115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4" name="pt47104"/>
            <p:cNvSpPr/>
            <p:nvPr/>
          </p:nvSpPr>
          <p:spPr>
            <a:xfrm>
              <a:off x="9413835" y="1883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5" name="pt47105"/>
            <p:cNvSpPr/>
            <p:nvPr/>
          </p:nvSpPr>
          <p:spPr>
            <a:xfrm>
              <a:off x="9223188" y="188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6" name="pt47106"/>
            <p:cNvSpPr/>
            <p:nvPr/>
          </p:nvSpPr>
          <p:spPr>
            <a:xfrm>
              <a:off x="8274318" y="2569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7" name="pt47107"/>
            <p:cNvSpPr/>
            <p:nvPr/>
          </p:nvSpPr>
          <p:spPr>
            <a:xfrm>
              <a:off x="8659047" y="2371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8" name="pt47108"/>
            <p:cNvSpPr/>
            <p:nvPr/>
          </p:nvSpPr>
          <p:spPr>
            <a:xfrm>
              <a:off x="8879672" y="196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9" name="pt47109"/>
            <p:cNvSpPr/>
            <p:nvPr/>
          </p:nvSpPr>
          <p:spPr>
            <a:xfrm>
              <a:off x="8439043" y="2335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0" name="pt47110"/>
            <p:cNvSpPr/>
            <p:nvPr/>
          </p:nvSpPr>
          <p:spPr>
            <a:xfrm>
              <a:off x="9421909" y="1975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1" name="pt47111"/>
            <p:cNvSpPr/>
            <p:nvPr/>
          </p:nvSpPr>
          <p:spPr>
            <a:xfrm>
              <a:off x="9149376" y="2136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2" name="pt47112"/>
            <p:cNvSpPr/>
            <p:nvPr/>
          </p:nvSpPr>
          <p:spPr>
            <a:xfrm>
              <a:off x="8659047" y="2251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3" name="pt47113"/>
            <p:cNvSpPr/>
            <p:nvPr/>
          </p:nvSpPr>
          <p:spPr>
            <a:xfrm>
              <a:off x="8910892" y="2108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4" name="pt47114"/>
            <p:cNvSpPr/>
            <p:nvPr/>
          </p:nvSpPr>
          <p:spPr>
            <a:xfrm>
              <a:off x="8610820" y="2151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5" name="pt47115"/>
            <p:cNvSpPr/>
            <p:nvPr/>
          </p:nvSpPr>
          <p:spPr>
            <a:xfrm>
              <a:off x="8803653" y="2001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6" name="pt47116"/>
            <p:cNvSpPr/>
            <p:nvPr/>
          </p:nvSpPr>
          <p:spPr>
            <a:xfrm>
              <a:off x="8274318" y="2366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7" name="pt47117"/>
            <p:cNvSpPr/>
            <p:nvPr/>
          </p:nvSpPr>
          <p:spPr>
            <a:xfrm>
              <a:off x="9182728" y="2055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8" name="pt47118"/>
            <p:cNvSpPr/>
            <p:nvPr/>
          </p:nvSpPr>
          <p:spPr>
            <a:xfrm>
              <a:off x="8761156" y="2240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9" name="pt47119"/>
            <p:cNvSpPr/>
            <p:nvPr/>
          </p:nvSpPr>
          <p:spPr>
            <a:xfrm>
              <a:off x="9156826" y="2137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0" name="pt47120"/>
            <p:cNvSpPr/>
            <p:nvPr/>
          </p:nvSpPr>
          <p:spPr>
            <a:xfrm>
              <a:off x="8908267" y="2102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1" name="pt47121"/>
            <p:cNvSpPr/>
            <p:nvPr/>
          </p:nvSpPr>
          <p:spPr>
            <a:xfrm>
              <a:off x="9371804" y="2061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2" name="pt47122"/>
            <p:cNvSpPr/>
            <p:nvPr/>
          </p:nvSpPr>
          <p:spPr>
            <a:xfrm>
              <a:off x="8439043" y="2250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3" name="pt47123"/>
            <p:cNvSpPr/>
            <p:nvPr/>
          </p:nvSpPr>
          <p:spPr>
            <a:xfrm>
              <a:off x="9160112" y="1639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4" name="pt47124"/>
            <p:cNvSpPr/>
            <p:nvPr/>
          </p:nvSpPr>
          <p:spPr>
            <a:xfrm>
              <a:off x="8812874" y="2062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5" name="pt47125"/>
            <p:cNvSpPr/>
            <p:nvPr/>
          </p:nvSpPr>
          <p:spPr>
            <a:xfrm>
              <a:off x="8923469" y="1968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6" name="pt47126"/>
            <p:cNvSpPr/>
            <p:nvPr/>
          </p:nvSpPr>
          <p:spPr>
            <a:xfrm>
              <a:off x="8596430" y="2031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7" name="pt47127"/>
            <p:cNvSpPr/>
            <p:nvPr/>
          </p:nvSpPr>
          <p:spPr>
            <a:xfrm>
              <a:off x="9108394" y="2082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8" name="pt47128"/>
            <p:cNvSpPr/>
            <p:nvPr/>
          </p:nvSpPr>
          <p:spPr>
            <a:xfrm>
              <a:off x="9439815" y="1790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9" name="pt47129"/>
            <p:cNvSpPr/>
            <p:nvPr/>
          </p:nvSpPr>
          <p:spPr>
            <a:xfrm>
              <a:off x="9143758" y="2092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0" name="pt47130"/>
            <p:cNvSpPr/>
            <p:nvPr/>
          </p:nvSpPr>
          <p:spPr>
            <a:xfrm>
              <a:off x="9336196" y="2148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1" name="pt47131"/>
            <p:cNvSpPr/>
            <p:nvPr/>
          </p:nvSpPr>
          <p:spPr>
            <a:xfrm>
              <a:off x="9066533" y="1840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2" name="pt47132"/>
            <p:cNvSpPr/>
            <p:nvPr/>
          </p:nvSpPr>
          <p:spPr>
            <a:xfrm>
              <a:off x="8713389" y="2296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3" name="pt47133"/>
            <p:cNvSpPr/>
            <p:nvPr/>
          </p:nvSpPr>
          <p:spPr>
            <a:xfrm>
              <a:off x="8274318" y="2708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4" name="pt47134"/>
            <p:cNvSpPr/>
            <p:nvPr/>
          </p:nvSpPr>
          <p:spPr>
            <a:xfrm>
              <a:off x="8659047" y="2496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5" name="pt47135"/>
            <p:cNvSpPr/>
            <p:nvPr/>
          </p:nvSpPr>
          <p:spPr>
            <a:xfrm>
              <a:off x="8471820" y="2515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6" name="pt47136"/>
            <p:cNvSpPr/>
            <p:nvPr/>
          </p:nvSpPr>
          <p:spPr>
            <a:xfrm>
              <a:off x="8923469" y="1853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7" name="pt47137"/>
            <p:cNvSpPr/>
            <p:nvPr/>
          </p:nvSpPr>
          <p:spPr>
            <a:xfrm>
              <a:off x="8471820" y="2343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8" name="pt47138"/>
            <p:cNvSpPr/>
            <p:nvPr/>
          </p:nvSpPr>
          <p:spPr>
            <a:xfrm>
              <a:off x="9103999" y="2089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9" name="pt47139"/>
            <p:cNvSpPr/>
            <p:nvPr/>
          </p:nvSpPr>
          <p:spPr>
            <a:xfrm>
              <a:off x="9513165" y="2425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0" name="pt47140"/>
            <p:cNvSpPr/>
            <p:nvPr/>
          </p:nvSpPr>
          <p:spPr>
            <a:xfrm>
              <a:off x="8274318" y="2486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1" name="pt47141"/>
            <p:cNvSpPr/>
            <p:nvPr/>
          </p:nvSpPr>
          <p:spPr>
            <a:xfrm>
              <a:off x="9226820" y="1972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2" name="pt47142"/>
            <p:cNvSpPr/>
            <p:nvPr/>
          </p:nvSpPr>
          <p:spPr>
            <a:xfrm>
              <a:off x="8596430" y="2297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3" name="pt47143"/>
            <p:cNvSpPr/>
            <p:nvPr/>
          </p:nvSpPr>
          <p:spPr>
            <a:xfrm>
              <a:off x="8523538" y="231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4" name="pt47144"/>
            <p:cNvSpPr/>
            <p:nvPr/>
          </p:nvSpPr>
          <p:spPr>
            <a:xfrm>
              <a:off x="8398928" y="2404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5" name="pt47145"/>
            <p:cNvSpPr/>
            <p:nvPr/>
          </p:nvSpPr>
          <p:spPr>
            <a:xfrm>
              <a:off x="8713389" y="2147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6" name="pt47146"/>
            <p:cNvSpPr/>
            <p:nvPr/>
          </p:nvSpPr>
          <p:spPr>
            <a:xfrm>
              <a:off x="8939717" y="2021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7" name="pt47147"/>
            <p:cNvSpPr/>
            <p:nvPr/>
          </p:nvSpPr>
          <p:spPr>
            <a:xfrm>
              <a:off x="8471820" y="2455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8" name="pt47148"/>
            <p:cNvSpPr/>
            <p:nvPr/>
          </p:nvSpPr>
          <p:spPr>
            <a:xfrm>
              <a:off x="8274318" y="2462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9" name="pt47149"/>
            <p:cNvSpPr/>
            <p:nvPr/>
          </p:nvSpPr>
          <p:spPr>
            <a:xfrm>
              <a:off x="8471820" y="2213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0" name="pt47150"/>
            <p:cNvSpPr/>
            <p:nvPr/>
          </p:nvSpPr>
          <p:spPr>
            <a:xfrm>
              <a:off x="9066533" y="1904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1" name="pt47151"/>
            <p:cNvSpPr/>
            <p:nvPr/>
          </p:nvSpPr>
          <p:spPr>
            <a:xfrm>
              <a:off x="9681061" y="2060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2" name="pt47152"/>
            <p:cNvSpPr/>
            <p:nvPr/>
          </p:nvSpPr>
          <p:spPr>
            <a:xfrm>
              <a:off x="8761156" y="2241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3" name="pt47153"/>
            <p:cNvSpPr/>
            <p:nvPr/>
          </p:nvSpPr>
          <p:spPr>
            <a:xfrm>
              <a:off x="9761216" y="2517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4" name="pt47154"/>
            <p:cNvSpPr/>
            <p:nvPr/>
          </p:nvSpPr>
          <p:spPr>
            <a:xfrm>
              <a:off x="8347210" y="2367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5" name="pt47155"/>
            <p:cNvSpPr/>
            <p:nvPr/>
          </p:nvSpPr>
          <p:spPr>
            <a:xfrm>
              <a:off x="9066533" y="1842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6" name="pt47156"/>
            <p:cNvSpPr/>
            <p:nvPr/>
          </p:nvSpPr>
          <p:spPr>
            <a:xfrm>
              <a:off x="9002725" y="1884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7" name="pt47157"/>
            <p:cNvSpPr/>
            <p:nvPr/>
          </p:nvSpPr>
          <p:spPr>
            <a:xfrm>
              <a:off x="8939717" y="2011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8" name="pt47158"/>
            <p:cNvSpPr/>
            <p:nvPr/>
          </p:nvSpPr>
          <p:spPr>
            <a:xfrm>
              <a:off x="8624143" y="2445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9" name="pt47159"/>
            <p:cNvSpPr/>
            <p:nvPr/>
          </p:nvSpPr>
          <p:spPr>
            <a:xfrm>
              <a:off x="8910892" y="2051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0" name="pt47160"/>
            <p:cNvSpPr/>
            <p:nvPr/>
          </p:nvSpPr>
          <p:spPr>
            <a:xfrm>
              <a:off x="9108394" y="2048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1" name="pt47161"/>
            <p:cNvSpPr/>
            <p:nvPr/>
          </p:nvSpPr>
          <p:spPr>
            <a:xfrm>
              <a:off x="8274318" y="2368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2" name="pt47162"/>
            <p:cNvSpPr/>
            <p:nvPr/>
          </p:nvSpPr>
          <p:spPr>
            <a:xfrm>
              <a:off x="8956650" y="2306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3" name="pt47163"/>
            <p:cNvSpPr/>
            <p:nvPr/>
          </p:nvSpPr>
          <p:spPr>
            <a:xfrm>
              <a:off x="8439043" y="2442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4" name="pt47164"/>
            <p:cNvSpPr/>
            <p:nvPr/>
          </p:nvSpPr>
          <p:spPr>
            <a:xfrm>
              <a:off x="9219949" y="2146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5" name="pt47165"/>
            <p:cNvSpPr/>
            <p:nvPr/>
          </p:nvSpPr>
          <p:spPr>
            <a:xfrm>
              <a:off x="8274318" y="2376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6" name="pt47166"/>
            <p:cNvSpPr/>
            <p:nvPr/>
          </p:nvSpPr>
          <p:spPr>
            <a:xfrm>
              <a:off x="9044397" y="1955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7" name="pt47167"/>
            <p:cNvSpPr/>
            <p:nvPr/>
          </p:nvSpPr>
          <p:spPr>
            <a:xfrm>
              <a:off x="8624143" y="2521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8" name="pt47168"/>
            <p:cNvSpPr/>
            <p:nvPr/>
          </p:nvSpPr>
          <p:spPr>
            <a:xfrm>
              <a:off x="8544712" y="2360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9" name="pt47169"/>
            <p:cNvSpPr/>
            <p:nvPr/>
          </p:nvSpPr>
          <p:spPr>
            <a:xfrm>
              <a:off x="8821645" y="2009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0" name="pt47170"/>
            <p:cNvSpPr/>
            <p:nvPr/>
          </p:nvSpPr>
          <p:spPr>
            <a:xfrm>
              <a:off x="8439043" y="2348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1" name="pt47171"/>
            <p:cNvSpPr/>
            <p:nvPr/>
          </p:nvSpPr>
          <p:spPr>
            <a:xfrm>
              <a:off x="8954618" y="2350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2" name="pt47172"/>
            <p:cNvSpPr/>
            <p:nvPr/>
          </p:nvSpPr>
          <p:spPr>
            <a:xfrm>
              <a:off x="8439043" y="2024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3" name="pt47173"/>
            <p:cNvSpPr/>
            <p:nvPr/>
          </p:nvSpPr>
          <p:spPr>
            <a:xfrm>
              <a:off x="9066533" y="1924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4" name="pt47174"/>
            <p:cNvSpPr/>
            <p:nvPr/>
          </p:nvSpPr>
          <p:spPr>
            <a:xfrm>
              <a:off x="8930613" y="1795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5" name="pt47175"/>
            <p:cNvSpPr/>
            <p:nvPr/>
          </p:nvSpPr>
          <p:spPr>
            <a:xfrm>
              <a:off x="8398928" y="2442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6" name="pt47176"/>
            <p:cNvSpPr/>
            <p:nvPr/>
          </p:nvSpPr>
          <p:spPr>
            <a:xfrm>
              <a:off x="8274318" y="2302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7" name="pt47177"/>
            <p:cNvSpPr/>
            <p:nvPr/>
          </p:nvSpPr>
          <p:spPr>
            <a:xfrm>
              <a:off x="9087220" y="1912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8" name="pt47178"/>
            <p:cNvSpPr/>
            <p:nvPr/>
          </p:nvSpPr>
          <p:spPr>
            <a:xfrm>
              <a:off x="8954618" y="2295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9" name="pt47179"/>
            <p:cNvSpPr/>
            <p:nvPr/>
          </p:nvSpPr>
          <p:spPr>
            <a:xfrm>
              <a:off x="8669323" y="2419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0" name="pt47180"/>
            <p:cNvSpPr/>
            <p:nvPr/>
          </p:nvSpPr>
          <p:spPr>
            <a:xfrm>
              <a:off x="8347210" y="2441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1" name="pt47181"/>
            <p:cNvSpPr/>
            <p:nvPr/>
          </p:nvSpPr>
          <p:spPr>
            <a:xfrm>
              <a:off x="8997973" y="1743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2" name="pt47182"/>
            <p:cNvSpPr/>
            <p:nvPr/>
          </p:nvSpPr>
          <p:spPr>
            <a:xfrm>
              <a:off x="9005825" y="1628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3" name="pt47183"/>
            <p:cNvSpPr/>
            <p:nvPr/>
          </p:nvSpPr>
          <p:spPr>
            <a:xfrm>
              <a:off x="8659047" y="2553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4" name="pt47184"/>
            <p:cNvSpPr/>
            <p:nvPr/>
          </p:nvSpPr>
          <p:spPr>
            <a:xfrm>
              <a:off x="9332489" y="2100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5" name="pt47185"/>
            <p:cNvSpPr/>
            <p:nvPr/>
          </p:nvSpPr>
          <p:spPr>
            <a:xfrm>
              <a:off x="9101309" y="2233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6" name="pt47186"/>
            <p:cNvSpPr/>
            <p:nvPr/>
          </p:nvSpPr>
          <p:spPr>
            <a:xfrm>
              <a:off x="9031551" y="1581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7" name="pt47187"/>
            <p:cNvSpPr/>
            <p:nvPr/>
          </p:nvSpPr>
          <p:spPr>
            <a:xfrm>
              <a:off x="9040639" y="1660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8" name="pt47188"/>
            <p:cNvSpPr/>
            <p:nvPr/>
          </p:nvSpPr>
          <p:spPr>
            <a:xfrm>
              <a:off x="9027511" y="1837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9" name="pt47189"/>
            <p:cNvSpPr/>
            <p:nvPr/>
          </p:nvSpPr>
          <p:spPr>
            <a:xfrm>
              <a:off x="9188382" y="205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0" name="pt47190"/>
            <p:cNvSpPr/>
            <p:nvPr/>
          </p:nvSpPr>
          <p:spPr>
            <a:xfrm>
              <a:off x="8471820" y="2510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1" name="pt47191"/>
            <p:cNvSpPr/>
            <p:nvPr/>
          </p:nvSpPr>
          <p:spPr>
            <a:xfrm>
              <a:off x="9069792" y="1750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2" name="pt47192"/>
            <p:cNvSpPr/>
            <p:nvPr/>
          </p:nvSpPr>
          <p:spPr>
            <a:xfrm>
              <a:off x="8659047" y="2430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3" name="pt47193"/>
            <p:cNvSpPr/>
            <p:nvPr/>
          </p:nvSpPr>
          <p:spPr>
            <a:xfrm>
              <a:off x="8471820" y="2395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4" name="pt47194"/>
            <p:cNvSpPr/>
            <p:nvPr/>
          </p:nvSpPr>
          <p:spPr>
            <a:xfrm>
              <a:off x="8825875" y="2134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5" name="pt47195"/>
            <p:cNvSpPr/>
            <p:nvPr/>
          </p:nvSpPr>
          <p:spPr>
            <a:xfrm>
              <a:off x="8834048" y="1996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6" name="pt47196"/>
            <p:cNvSpPr/>
            <p:nvPr/>
          </p:nvSpPr>
          <p:spPr>
            <a:xfrm>
              <a:off x="9564013" y="2121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7" name="pt47197"/>
            <p:cNvSpPr/>
            <p:nvPr/>
          </p:nvSpPr>
          <p:spPr>
            <a:xfrm>
              <a:off x="9269435" y="2003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8" name="pt47198"/>
            <p:cNvSpPr/>
            <p:nvPr/>
          </p:nvSpPr>
          <p:spPr>
            <a:xfrm>
              <a:off x="9074048" y="1789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9" name="pt47199"/>
            <p:cNvSpPr/>
            <p:nvPr/>
          </p:nvSpPr>
          <p:spPr>
            <a:xfrm>
              <a:off x="8873363" y="2074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0" name="pt47200"/>
            <p:cNvSpPr/>
            <p:nvPr/>
          </p:nvSpPr>
          <p:spPr>
            <a:xfrm>
              <a:off x="8471820" y="2589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1" name="pt47201"/>
            <p:cNvSpPr/>
            <p:nvPr/>
          </p:nvSpPr>
          <p:spPr>
            <a:xfrm>
              <a:off x="8398928" y="2368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2" name="pt47202"/>
            <p:cNvSpPr/>
            <p:nvPr/>
          </p:nvSpPr>
          <p:spPr>
            <a:xfrm>
              <a:off x="8798858" y="2152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3" name="pt47203"/>
            <p:cNvSpPr/>
            <p:nvPr/>
          </p:nvSpPr>
          <p:spPr>
            <a:xfrm>
              <a:off x="9030214" y="1840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4" name="pt47204"/>
            <p:cNvSpPr/>
            <p:nvPr/>
          </p:nvSpPr>
          <p:spPr>
            <a:xfrm>
              <a:off x="9500971" y="2403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5" name="pt47205"/>
            <p:cNvSpPr/>
            <p:nvPr/>
          </p:nvSpPr>
          <p:spPr>
            <a:xfrm>
              <a:off x="8274318" y="2261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6" name="pt47206"/>
            <p:cNvSpPr/>
            <p:nvPr/>
          </p:nvSpPr>
          <p:spPr>
            <a:xfrm>
              <a:off x="8563654" y="2226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7" name="pt47207"/>
            <p:cNvSpPr/>
            <p:nvPr/>
          </p:nvSpPr>
          <p:spPr>
            <a:xfrm>
              <a:off x="8821645" y="2332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8" name="pt47208"/>
            <p:cNvSpPr/>
            <p:nvPr/>
          </p:nvSpPr>
          <p:spPr>
            <a:xfrm>
              <a:off x="8471820" y="2258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9" name="pt47209"/>
            <p:cNvSpPr/>
            <p:nvPr/>
          </p:nvSpPr>
          <p:spPr>
            <a:xfrm>
              <a:off x="8499532" y="2443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0" name="pt47210"/>
            <p:cNvSpPr/>
            <p:nvPr/>
          </p:nvSpPr>
          <p:spPr>
            <a:xfrm>
              <a:off x="8932933" y="1822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1" name="pt47211"/>
            <p:cNvSpPr/>
            <p:nvPr/>
          </p:nvSpPr>
          <p:spPr>
            <a:xfrm>
              <a:off x="8624143" y="2402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2" name="pt47212"/>
            <p:cNvSpPr/>
            <p:nvPr/>
          </p:nvSpPr>
          <p:spPr>
            <a:xfrm>
              <a:off x="9268724" y="1725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3" name="pt47213"/>
            <p:cNvSpPr/>
            <p:nvPr/>
          </p:nvSpPr>
          <p:spPr>
            <a:xfrm>
              <a:off x="8939717" y="2042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4" name="pt47214"/>
            <p:cNvSpPr/>
            <p:nvPr/>
          </p:nvSpPr>
          <p:spPr>
            <a:xfrm>
              <a:off x="9295774" y="1890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5" name="pt47215"/>
            <p:cNvSpPr/>
            <p:nvPr/>
          </p:nvSpPr>
          <p:spPr>
            <a:xfrm>
              <a:off x="8523538" y="2570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6" name="pt47216"/>
            <p:cNvSpPr/>
            <p:nvPr/>
          </p:nvSpPr>
          <p:spPr>
            <a:xfrm>
              <a:off x="9127336" y="1908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7" name="pt47217"/>
            <p:cNvSpPr/>
            <p:nvPr/>
          </p:nvSpPr>
          <p:spPr>
            <a:xfrm>
              <a:off x="8697035" y="2181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8" name="pt47218"/>
            <p:cNvSpPr/>
            <p:nvPr/>
          </p:nvSpPr>
          <p:spPr>
            <a:xfrm>
              <a:off x="9351205" y="2132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9" name="pt47219"/>
            <p:cNvSpPr/>
            <p:nvPr/>
          </p:nvSpPr>
          <p:spPr>
            <a:xfrm>
              <a:off x="9049289" y="2269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0" name="pt47220"/>
            <p:cNvSpPr/>
            <p:nvPr/>
          </p:nvSpPr>
          <p:spPr>
            <a:xfrm>
              <a:off x="9331236" y="2178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1" name="pt47221"/>
            <p:cNvSpPr/>
            <p:nvPr/>
          </p:nvSpPr>
          <p:spPr>
            <a:xfrm>
              <a:off x="8761156" y="2312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2" name="pt47222"/>
            <p:cNvSpPr/>
            <p:nvPr/>
          </p:nvSpPr>
          <p:spPr>
            <a:xfrm>
              <a:off x="8688264" y="2347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3" name="pt47223"/>
            <p:cNvSpPr/>
            <p:nvPr/>
          </p:nvSpPr>
          <p:spPr>
            <a:xfrm>
              <a:off x="8274318" y="2264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4" name="pt47224"/>
            <p:cNvSpPr/>
            <p:nvPr/>
          </p:nvSpPr>
          <p:spPr>
            <a:xfrm>
              <a:off x="8610820" y="1801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5" name="pt47225"/>
            <p:cNvSpPr/>
            <p:nvPr/>
          </p:nvSpPr>
          <p:spPr>
            <a:xfrm>
              <a:off x="9394753" y="1976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6" name="pt47226"/>
            <p:cNvSpPr/>
            <p:nvPr/>
          </p:nvSpPr>
          <p:spPr>
            <a:xfrm>
              <a:off x="9437742" y="1951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7" name="pt47227"/>
            <p:cNvSpPr/>
            <p:nvPr/>
          </p:nvSpPr>
          <p:spPr>
            <a:xfrm>
              <a:off x="8398928" y="2387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8" name="pt47228"/>
            <p:cNvSpPr/>
            <p:nvPr/>
          </p:nvSpPr>
          <p:spPr>
            <a:xfrm>
              <a:off x="8274318" y="2396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9" name="pt47229"/>
            <p:cNvSpPr/>
            <p:nvPr/>
          </p:nvSpPr>
          <p:spPr>
            <a:xfrm>
              <a:off x="9525526" y="167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0" name="pt47230"/>
            <p:cNvSpPr/>
            <p:nvPr/>
          </p:nvSpPr>
          <p:spPr>
            <a:xfrm>
              <a:off x="9160112" y="1893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1" name="pt47231"/>
            <p:cNvSpPr/>
            <p:nvPr/>
          </p:nvSpPr>
          <p:spPr>
            <a:xfrm>
              <a:off x="8964553" y="2277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2" name="pt47232"/>
            <p:cNvSpPr/>
            <p:nvPr/>
          </p:nvSpPr>
          <p:spPr>
            <a:xfrm>
              <a:off x="9370394" y="2085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3" name="pt47233"/>
            <p:cNvSpPr/>
            <p:nvPr/>
          </p:nvSpPr>
          <p:spPr>
            <a:xfrm>
              <a:off x="9976916" y="257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4" name="pt47234"/>
            <p:cNvSpPr/>
            <p:nvPr/>
          </p:nvSpPr>
          <p:spPr>
            <a:xfrm>
              <a:off x="8398928" y="2351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5" name="pt47235"/>
            <p:cNvSpPr/>
            <p:nvPr/>
          </p:nvSpPr>
          <p:spPr>
            <a:xfrm>
              <a:off x="8523538" y="2366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6" name="pt47236"/>
            <p:cNvSpPr/>
            <p:nvPr/>
          </p:nvSpPr>
          <p:spPr>
            <a:xfrm>
              <a:off x="8659047" y="2155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7" name="pt47237"/>
            <p:cNvSpPr/>
            <p:nvPr/>
          </p:nvSpPr>
          <p:spPr>
            <a:xfrm>
              <a:off x="9171470" y="2067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8" name="pt47238"/>
            <p:cNvSpPr/>
            <p:nvPr/>
          </p:nvSpPr>
          <p:spPr>
            <a:xfrm>
              <a:off x="9043153" y="1737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9" name="pt47239"/>
            <p:cNvSpPr/>
            <p:nvPr/>
          </p:nvSpPr>
          <p:spPr>
            <a:xfrm>
              <a:off x="8636546" y="2491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0" name="pt47240"/>
            <p:cNvSpPr/>
            <p:nvPr/>
          </p:nvSpPr>
          <p:spPr>
            <a:xfrm>
              <a:off x="8523538" y="2399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1" name="pt47241"/>
            <p:cNvSpPr/>
            <p:nvPr/>
          </p:nvSpPr>
          <p:spPr>
            <a:xfrm>
              <a:off x="9077174" y="187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2" name="pt47242"/>
            <p:cNvSpPr/>
            <p:nvPr/>
          </p:nvSpPr>
          <p:spPr>
            <a:xfrm>
              <a:off x="9544151" y="2357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3" name="pt47243"/>
            <p:cNvSpPr/>
            <p:nvPr/>
          </p:nvSpPr>
          <p:spPr>
            <a:xfrm>
              <a:off x="8347210" y="2230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4" name="pt47244"/>
            <p:cNvSpPr/>
            <p:nvPr/>
          </p:nvSpPr>
          <p:spPr>
            <a:xfrm>
              <a:off x="8866825" y="2148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5" name="pt47245"/>
            <p:cNvSpPr/>
            <p:nvPr/>
          </p:nvSpPr>
          <p:spPr>
            <a:xfrm>
              <a:off x="9233005" y="2143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6" name="pt47246"/>
            <p:cNvSpPr/>
            <p:nvPr/>
          </p:nvSpPr>
          <p:spPr>
            <a:xfrm>
              <a:off x="9045633" y="2328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7" name="pt47247"/>
            <p:cNvSpPr/>
            <p:nvPr/>
          </p:nvSpPr>
          <p:spPr>
            <a:xfrm>
              <a:off x="9639141" y="2041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8" name="pt47248"/>
            <p:cNvSpPr/>
            <p:nvPr/>
          </p:nvSpPr>
          <p:spPr>
            <a:xfrm>
              <a:off x="8817313" y="200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9" name="pt47249"/>
            <p:cNvSpPr/>
            <p:nvPr/>
          </p:nvSpPr>
          <p:spPr>
            <a:xfrm>
              <a:off x="9126552" y="1939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0" name="pt47250"/>
            <p:cNvSpPr/>
            <p:nvPr/>
          </p:nvSpPr>
          <p:spPr>
            <a:xfrm>
              <a:off x="9567694" y="2247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1" name="pt47251"/>
            <p:cNvSpPr/>
            <p:nvPr/>
          </p:nvSpPr>
          <p:spPr>
            <a:xfrm>
              <a:off x="8274318" y="2241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2" name="pt47252"/>
            <p:cNvSpPr/>
            <p:nvPr/>
          </p:nvSpPr>
          <p:spPr>
            <a:xfrm>
              <a:off x="8563654" y="2220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3" name="pt47253"/>
            <p:cNvSpPr/>
            <p:nvPr/>
          </p:nvSpPr>
          <p:spPr>
            <a:xfrm>
              <a:off x="8783657" y="2072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4" name="pt47254"/>
            <p:cNvSpPr/>
            <p:nvPr/>
          </p:nvSpPr>
          <p:spPr>
            <a:xfrm>
              <a:off x="9034195" y="1715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5" name="pt47255"/>
            <p:cNvSpPr/>
            <p:nvPr/>
          </p:nvSpPr>
          <p:spPr>
            <a:xfrm>
              <a:off x="9101309" y="2132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6" name="pt47256"/>
            <p:cNvSpPr/>
            <p:nvPr/>
          </p:nvSpPr>
          <p:spPr>
            <a:xfrm>
              <a:off x="9124182" y="1978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7" name="pt47257"/>
            <p:cNvSpPr/>
            <p:nvPr/>
          </p:nvSpPr>
          <p:spPr>
            <a:xfrm>
              <a:off x="8274318" y="2513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8" name="pt47258"/>
            <p:cNvSpPr/>
            <p:nvPr/>
          </p:nvSpPr>
          <p:spPr>
            <a:xfrm>
              <a:off x="8882745" y="1924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9" name="pt47259"/>
            <p:cNvSpPr/>
            <p:nvPr/>
          </p:nvSpPr>
          <p:spPr>
            <a:xfrm>
              <a:off x="8856549" y="2202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0" name="pt47260"/>
            <p:cNvSpPr/>
            <p:nvPr/>
          </p:nvSpPr>
          <p:spPr>
            <a:xfrm>
              <a:off x="8688264" y="2217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1" name="pt47261"/>
            <p:cNvSpPr/>
            <p:nvPr/>
          </p:nvSpPr>
          <p:spPr>
            <a:xfrm>
              <a:off x="9334476" y="2117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2" name="pt47262"/>
            <p:cNvSpPr/>
            <p:nvPr/>
          </p:nvSpPr>
          <p:spPr>
            <a:xfrm>
              <a:off x="8825875" y="2082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3" name="pt47263"/>
            <p:cNvSpPr/>
            <p:nvPr/>
          </p:nvSpPr>
          <p:spPr>
            <a:xfrm>
              <a:off x="8932933" y="1888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4" name="pt47264"/>
            <p:cNvSpPr/>
            <p:nvPr/>
          </p:nvSpPr>
          <p:spPr>
            <a:xfrm>
              <a:off x="8721041" y="1912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5" name="pt47265"/>
            <p:cNvSpPr/>
            <p:nvPr/>
          </p:nvSpPr>
          <p:spPr>
            <a:xfrm>
              <a:off x="9451392" y="2123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6" name="pt47266"/>
            <p:cNvSpPr/>
            <p:nvPr/>
          </p:nvSpPr>
          <p:spPr>
            <a:xfrm>
              <a:off x="9585294" y="2264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7" name="pt47267"/>
            <p:cNvSpPr/>
            <p:nvPr/>
          </p:nvSpPr>
          <p:spPr>
            <a:xfrm>
              <a:off x="8755061" y="221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8" name="pt47268"/>
            <p:cNvSpPr/>
            <p:nvPr/>
          </p:nvSpPr>
          <p:spPr>
            <a:xfrm>
              <a:off x="8834048" y="2003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9" name="pt47269"/>
            <p:cNvSpPr/>
            <p:nvPr/>
          </p:nvSpPr>
          <p:spPr>
            <a:xfrm>
              <a:off x="8876545" y="1870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0" name="pt47270"/>
            <p:cNvSpPr/>
            <p:nvPr/>
          </p:nvSpPr>
          <p:spPr>
            <a:xfrm>
              <a:off x="9069792" y="177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1" name="pt47271"/>
            <p:cNvSpPr/>
            <p:nvPr/>
          </p:nvSpPr>
          <p:spPr>
            <a:xfrm>
              <a:off x="9143758" y="2037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2" name="pt47272"/>
            <p:cNvSpPr/>
            <p:nvPr/>
          </p:nvSpPr>
          <p:spPr>
            <a:xfrm>
              <a:off x="9089164" y="1718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3" name="pt47273"/>
            <p:cNvSpPr/>
            <p:nvPr/>
          </p:nvSpPr>
          <p:spPr>
            <a:xfrm>
              <a:off x="8856549" y="2241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4" name="pt47274"/>
            <p:cNvSpPr/>
            <p:nvPr/>
          </p:nvSpPr>
          <p:spPr>
            <a:xfrm>
              <a:off x="8659047" y="2391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5" name="pt47275"/>
            <p:cNvSpPr/>
            <p:nvPr/>
          </p:nvSpPr>
          <p:spPr>
            <a:xfrm>
              <a:off x="8523538" y="2438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6" name="pt47276"/>
            <p:cNvSpPr/>
            <p:nvPr/>
          </p:nvSpPr>
          <p:spPr>
            <a:xfrm>
              <a:off x="8997973" y="1871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7" name="pt47277"/>
            <p:cNvSpPr/>
            <p:nvPr/>
          </p:nvSpPr>
          <p:spPr>
            <a:xfrm>
              <a:off x="9002725" y="1979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8" name="pt47278"/>
            <p:cNvSpPr/>
            <p:nvPr/>
          </p:nvSpPr>
          <p:spPr>
            <a:xfrm>
              <a:off x="9431373" y="1839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9" name="pt47279"/>
            <p:cNvSpPr/>
            <p:nvPr/>
          </p:nvSpPr>
          <p:spPr>
            <a:xfrm>
              <a:off x="9371804" y="203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0" name="pt47280"/>
            <p:cNvSpPr/>
            <p:nvPr/>
          </p:nvSpPr>
          <p:spPr>
            <a:xfrm>
              <a:off x="8471820" y="2449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1" name="pt47281"/>
            <p:cNvSpPr/>
            <p:nvPr/>
          </p:nvSpPr>
          <p:spPr>
            <a:xfrm>
              <a:off x="8659047" y="2362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2" name="pt47282"/>
            <p:cNvSpPr/>
            <p:nvPr/>
          </p:nvSpPr>
          <p:spPr>
            <a:xfrm>
              <a:off x="8964553" y="2286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3" name="pt47283"/>
            <p:cNvSpPr/>
            <p:nvPr/>
          </p:nvSpPr>
          <p:spPr>
            <a:xfrm>
              <a:off x="9719466" y="227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4" name="pt47284"/>
            <p:cNvSpPr/>
            <p:nvPr/>
          </p:nvSpPr>
          <p:spPr>
            <a:xfrm>
              <a:off x="9568569" y="2257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5" name="pt47285"/>
            <p:cNvSpPr/>
            <p:nvPr/>
          </p:nvSpPr>
          <p:spPr>
            <a:xfrm>
              <a:off x="9059833" y="1924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6" name="pt47286"/>
            <p:cNvSpPr/>
            <p:nvPr/>
          </p:nvSpPr>
          <p:spPr>
            <a:xfrm>
              <a:off x="8970261" y="2164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7" name="pt47287"/>
            <p:cNvSpPr/>
            <p:nvPr/>
          </p:nvSpPr>
          <p:spPr>
            <a:xfrm>
              <a:off x="8897369" y="2067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8" name="pt47288"/>
            <p:cNvSpPr/>
            <p:nvPr/>
          </p:nvSpPr>
          <p:spPr>
            <a:xfrm>
              <a:off x="8274318" y="2464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9" name="pt47289"/>
            <p:cNvSpPr/>
            <p:nvPr/>
          </p:nvSpPr>
          <p:spPr>
            <a:xfrm>
              <a:off x="9086240" y="1906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0" name="pt47290"/>
            <p:cNvSpPr/>
            <p:nvPr/>
          </p:nvSpPr>
          <p:spPr>
            <a:xfrm>
              <a:off x="9030214" y="1701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1" name="pt47291"/>
            <p:cNvSpPr/>
            <p:nvPr/>
          </p:nvSpPr>
          <p:spPr>
            <a:xfrm>
              <a:off x="8735430" y="2248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2" name="pt47292"/>
            <p:cNvSpPr/>
            <p:nvPr/>
          </p:nvSpPr>
          <p:spPr>
            <a:xfrm>
              <a:off x="9027511" y="1804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3" name="pt47293"/>
            <p:cNvSpPr/>
            <p:nvPr/>
          </p:nvSpPr>
          <p:spPr>
            <a:xfrm>
              <a:off x="8624143" y="2392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4" name="pt47294"/>
            <p:cNvSpPr/>
            <p:nvPr/>
          </p:nvSpPr>
          <p:spPr>
            <a:xfrm>
              <a:off x="8347210" y="2380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5" name="pt47295"/>
            <p:cNvSpPr/>
            <p:nvPr/>
          </p:nvSpPr>
          <p:spPr>
            <a:xfrm>
              <a:off x="8812874" y="2145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6" name="pt47296"/>
            <p:cNvSpPr/>
            <p:nvPr/>
          </p:nvSpPr>
          <p:spPr>
            <a:xfrm>
              <a:off x="9332489" y="2146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7" name="pt47297"/>
            <p:cNvSpPr/>
            <p:nvPr/>
          </p:nvSpPr>
          <p:spPr>
            <a:xfrm>
              <a:off x="8688264" y="2282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8" name="pt47298"/>
            <p:cNvSpPr/>
            <p:nvPr/>
          </p:nvSpPr>
          <p:spPr>
            <a:xfrm>
              <a:off x="8721041" y="1999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9" name="pt47299"/>
            <p:cNvSpPr/>
            <p:nvPr/>
          </p:nvSpPr>
          <p:spPr>
            <a:xfrm>
              <a:off x="9502529" y="2458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0" name="pt47300"/>
            <p:cNvSpPr/>
            <p:nvPr/>
          </p:nvSpPr>
          <p:spPr>
            <a:xfrm>
              <a:off x="9497514" y="2549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1" name="pt47301"/>
            <p:cNvSpPr/>
            <p:nvPr/>
          </p:nvSpPr>
          <p:spPr>
            <a:xfrm>
              <a:off x="9231697" y="2028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2" name="pt47302"/>
            <p:cNvSpPr/>
            <p:nvPr/>
          </p:nvSpPr>
          <p:spPr>
            <a:xfrm>
              <a:off x="8659047" y="2441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3" name="pt47303"/>
            <p:cNvSpPr/>
            <p:nvPr/>
          </p:nvSpPr>
          <p:spPr>
            <a:xfrm>
              <a:off x="8347210" y="2460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4" name="pt47304"/>
            <p:cNvSpPr/>
            <p:nvPr/>
          </p:nvSpPr>
          <p:spPr>
            <a:xfrm>
              <a:off x="9437742" y="1968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5" name="pt47305"/>
            <p:cNvSpPr/>
            <p:nvPr/>
          </p:nvSpPr>
          <p:spPr>
            <a:xfrm>
              <a:off x="8964553" y="2303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6" name="pt47306"/>
            <p:cNvSpPr/>
            <p:nvPr/>
          </p:nvSpPr>
          <p:spPr>
            <a:xfrm>
              <a:off x="8499532" y="247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7" name="pt47307"/>
            <p:cNvSpPr/>
            <p:nvPr/>
          </p:nvSpPr>
          <p:spPr>
            <a:xfrm>
              <a:off x="9059833" y="1783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8" name="pt47308"/>
            <p:cNvSpPr/>
            <p:nvPr/>
          </p:nvSpPr>
          <p:spPr>
            <a:xfrm>
              <a:off x="8471820" y="2398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9" name="pt47309"/>
            <p:cNvSpPr/>
            <p:nvPr/>
          </p:nvSpPr>
          <p:spPr>
            <a:xfrm>
              <a:off x="8755061" y="2237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0" name="pt47310"/>
            <p:cNvSpPr/>
            <p:nvPr/>
          </p:nvSpPr>
          <p:spPr>
            <a:xfrm>
              <a:off x="8274318" y="2393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1" name="pt47311"/>
            <p:cNvSpPr/>
            <p:nvPr/>
          </p:nvSpPr>
          <p:spPr>
            <a:xfrm>
              <a:off x="9108394" y="2050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2" name="pt47312"/>
            <p:cNvSpPr/>
            <p:nvPr/>
          </p:nvSpPr>
          <p:spPr>
            <a:xfrm>
              <a:off x="9336196" y="2091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3" name="pt47313"/>
            <p:cNvSpPr/>
            <p:nvPr/>
          </p:nvSpPr>
          <p:spPr>
            <a:xfrm>
              <a:off x="8798858" y="2030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4" name="pt47314"/>
            <p:cNvSpPr/>
            <p:nvPr/>
          </p:nvSpPr>
          <p:spPr>
            <a:xfrm>
              <a:off x="8778290" y="2154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5" name="pt47315"/>
            <p:cNvSpPr/>
            <p:nvPr/>
          </p:nvSpPr>
          <p:spPr>
            <a:xfrm>
              <a:off x="8973968" y="1897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6" name="pt47316"/>
            <p:cNvSpPr/>
            <p:nvPr/>
          </p:nvSpPr>
          <p:spPr>
            <a:xfrm>
              <a:off x="8834048" y="173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7" name="pt47317"/>
            <p:cNvSpPr/>
            <p:nvPr/>
          </p:nvSpPr>
          <p:spPr>
            <a:xfrm>
              <a:off x="8439043" y="2184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8" name="pt47318"/>
            <p:cNvSpPr/>
            <p:nvPr/>
          </p:nvSpPr>
          <p:spPr>
            <a:xfrm>
              <a:off x="8921023" y="1777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9" name="pt47319"/>
            <p:cNvSpPr/>
            <p:nvPr/>
          </p:nvSpPr>
          <p:spPr>
            <a:xfrm>
              <a:off x="8932933" y="1871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0" name="pt47320"/>
            <p:cNvSpPr/>
            <p:nvPr/>
          </p:nvSpPr>
          <p:spPr>
            <a:xfrm>
              <a:off x="8697035" y="2275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1" name="pt47321"/>
            <p:cNvSpPr/>
            <p:nvPr/>
          </p:nvSpPr>
          <p:spPr>
            <a:xfrm>
              <a:off x="8688264" y="2220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2" name="pt47322"/>
            <p:cNvSpPr/>
            <p:nvPr/>
          </p:nvSpPr>
          <p:spPr>
            <a:xfrm>
              <a:off x="8669323" y="2392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3" name="pt47323"/>
            <p:cNvSpPr/>
            <p:nvPr/>
          </p:nvSpPr>
          <p:spPr>
            <a:xfrm>
              <a:off x="9707347" y="1769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4" name="pt47324"/>
            <p:cNvSpPr/>
            <p:nvPr/>
          </p:nvSpPr>
          <p:spPr>
            <a:xfrm>
              <a:off x="8610820" y="2041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5" name="pt47325"/>
            <p:cNvSpPr/>
            <p:nvPr/>
          </p:nvSpPr>
          <p:spPr>
            <a:xfrm>
              <a:off x="9519098" y="2521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6" name="pt47326"/>
            <p:cNvSpPr/>
            <p:nvPr/>
          </p:nvSpPr>
          <p:spPr>
            <a:xfrm>
              <a:off x="9049289" y="2328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7" name="pt47327"/>
            <p:cNvSpPr/>
            <p:nvPr/>
          </p:nvSpPr>
          <p:spPr>
            <a:xfrm>
              <a:off x="9568569" y="2523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8" name="pt47328"/>
            <p:cNvSpPr/>
            <p:nvPr/>
          </p:nvSpPr>
          <p:spPr>
            <a:xfrm>
              <a:off x="8767051" y="2097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9" name="pt47329"/>
            <p:cNvSpPr/>
            <p:nvPr/>
          </p:nvSpPr>
          <p:spPr>
            <a:xfrm>
              <a:off x="9439678" y="1954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0" name="pt47330"/>
            <p:cNvSpPr/>
            <p:nvPr/>
          </p:nvSpPr>
          <p:spPr>
            <a:xfrm>
              <a:off x="8624143" y="2543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1" name="pt47331"/>
            <p:cNvSpPr/>
            <p:nvPr/>
          </p:nvSpPr>
          <p:spPr>
            <a:xfrm>
              <a:off x="8398928" y="2268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2" name="pt47332"/>
            <p:cNvSpPr/>
            <p:nvPr/>
          </p:nvSpPr>
          <p:spPr>
            <a:xfrm>
              <a:off x="8648148" y="2472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3" name="pt47333"/>
            <p:cNvSpPr/>
            <p:nvPr/>
          </p:nvSpPr>
          <p:spPr>
            <a:xfrm>
              <a:off x="8997973" y="1652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4" name="pt47334"/>
            <p:cNvSpPr/>
            <p:nvPr/>
          </p:nvSpPr>
          <p:spPr>
            <a:xfrm>
              <a:off x="9313270" y="2130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5" name="pt47335"/>
            <p:cNvSpPr/>
            <p:nvPr/>
          </p:nvSpPr>
          <p:spPr>
            <a:xfrm>
              <a:off x="9829630" y="2438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6" name="pt47336"/>
            <p:cNvSpPr/>
            <p:nvPr/>
          </p:nvSpPr>
          <p:spPr>
            <a:xfrm>
              <a:off x="9502529" y="2435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7" name="pt47337"/>
            <p:cNvSpPr/>
            <p:nvPr/>
          </p:nvSpPr>
          <p:spPr>
            <a:xfrm>
              <a:off x="8705398" y="2076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8" name="pt47338"/>
            <p:cNvSpPr/>
            <p:nvPr/>
          </p:nvSpPr>
          <p:spPr>
            <a:xfrm>
              <a:off x="9829630" y="2612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9" name="pt47339"/>
            <p:cNvSpPr/>
            <p:nvPr/>
          </p:nvSpPr>
          <p:spPr>
            <a:xfrm>
              <a:off x="9203327" y="1829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0" name="pt47340"/>
            <p:cNvSpPr/>
            <p:nvPr/>
          </p:nvSpPr>
          <p:spPr>
            <a:xfrm>
              <a:off x="8274318" y="2653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1" name="pt47341"/>
            <p:cNvSpPr/>
            <p:nvPr/>
          </p:nvSpPr>
          <p:spPr>
            <a:xfrm>
              <a:off x="8596430" y="2273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2" name="pt47342"/>
            <p:cNvSpPr/>
            <p:nvPr/>
          </p:nvSpPr>
          <p:spPr>
            <a:xfrm>
              <a:off x="8596430" y="2405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3" name="pt47343"/>
            <p:cNvSpPr/>
            <p:nvPr/>
          </p:nvSpPr>
          <p:spPr>
            <a:xfrm>
              <a:off x="9334476" y="2025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4" name="pt47344"/>
            <p:cNvSpPr/>
            <p:nvPr/>
          </p:nvSpPr>
          <p:spPr>
            <a:xfrm>
              <a:off x="9030214" y="1807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5" name="pt47345"/>
            <p:cNvSpPr/>
            <p:nvPr/>
          </p:nvSpPr>
          <p:spPr>
            <a:xfrm>
              <a:off x="9468702" y="2210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6" name="pt47346"/>
            <p:cNvSpPr/>
            <p:nvPr/>
          </p:nvSpPr>
          <p:spPr>
            <a:xfrm>
              <a:off x="8735430" y="2310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7" name="pt47347"/>
            <p:cNvSpPr/>
            <p:nvPr/>
          </p:nvSpPr>
          <p:spPr>
            <a:xfrm>
              <a:off x="9044397" y="2025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8" name="pt47348"/>
            <p:cNvSpPr/>
            <p:nvPr/>
          </p:nvSpPr>
          <p:spPr>
            <a:xfrm>
              <a:off x="8544712" y="2475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9" name="pt47349"/>
            <p:cNvSpPr/>
            <p:nvPr/>
          </p:nvSpPr>
          <p:spPr>
            <a:xfrm>
              <a:off x="9281436" y="1635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0" name="pt47350"/>
            <p:cNvSpPr/>
            <p:nvPr/>
          </p:nvSpPr>
          <p:spPr>
            <a:xfrm>
              <a:off x="9017715" y="186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1" name="pt47351"/>
            <p:cNvSpPr/>
            <p:nvPr/>
          </p:nvSpPr>
          <p:spPr>
            <a:xfrm>
              <a:off x="8921023" y="1708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2" name="pt47352"/>
            <p:cNvSpPr/>
            <p:nvPr/>
          </p:nvSpPr>
          <p:spPr>
            <a:xfrm>
              <a:off x="9110981" y="1999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3" name="pt47353"/>
            <p:cNvSpPr/>
            <p:nvPr/>
          </p:nvSpPr>
          <p:spPr>
            <a:xfrm>
              <a:off x="8439043" y="2298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4" name="pt47354"/>
            <p:cNvSpPr/>
            <p:nvPr/>
          </p:nvSpPr>
          <p:spPr>
            <a:xfrm>
              <a:off x="8870124" y="2221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5" name="pt47355"/>
            <p:cNvSpPr/>
            <p:nvPr/>
          </p:nvSpPr>
          <p:spPr>
            <a:xfrm>
              <a:off x="8728379" y="2106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6" name="pt47356"/>
            <p:cNvSpPr/>
            <p:nvPr/>
          </p:nvSpPr>
          <p:spPr>
            <a:xfrm>
              <a:off x="8891661" y="1946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7" name="pt47357"/>
            <p:cNvSpPr/>
            <p:nvPr/>
          </p:nvSpPr>
          <p:spPr>
            <a:xfrm>
              <a:off x="8596430" y="2123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8" name="pt47358"/>
            <p:cNvSpPr/>
            <p:nvPr/>
          </p:nvSpPr>
          <p:spPr>
            <a:xfrm>
              <a:off x="9075096" y="1822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9" name="pt47359"/>
            <p:cNvSpPr/>
            <p:nvPr/>
          </p:nvSpPr>
          <p:spPr>
            <a:xfrm>
              <a:off x="9220880" y="1951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0" name="pt47360"/>
            <p:cNvSpPr/>
            <p:nvPr/>
          </p:nvSpPr>
          <p:spPr>
            <a:xfrm>
              <a:off x="8544712" y="2247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1" name="pt47361"/>
            <p:cNvSpPr/>
            <p:nvPr/>
          </p:nvSpPr>
          <p:spPr>
            <a:xfrm>
              <a:off x="8596430" y="2298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2" name="pt47362"/>
            <p:cNvSpPr/>
            <p:nvPr/>
          </p:nvSpPr>
          <p:spPr>
            <a:xfrm>
              <a:off x="8610820" y="1963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3" name="pt47363"/>
            <p:cNvSpPr/>
            <p:nvPr/>
          </p:nvSpPr>
          <p:spPr>
            <a:xfrm>
              <a:off x="8439043" y="2502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4" name="pt47364"/>
            <p:cNvSpPr/>
            <p:nvPr/>
          </p:nvSpPr>
          <p:spPr>
            <a:xfrm>
              <a:off x="8930613" y="1801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5" name="pt47365"/>
            <p:cNvSpPr/>
            <p:nvPr/>
          </p:nvSpPr>
          <p:spPr>
            <a:xfrm>
              <a:off x="8984651" y="173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6" name="pt47366"/>
            <p:cNvSpPr/>
            <p:nvPr/>
          </p:nvSpPr>
          <p:spPr>
            <a:xfrm>
              <a:off x="9176891" y="1857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7" name="pt47367"/>
            <p:cNvSpPr/>
            <p:nvPr/>
          </p:nvSpPr>
          <p:spPr>
            <a:xfrm>
              <a:off x="9034195" y="1594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8" name="pt47368"/>
            <p:cNvSpPr/>
            <p:nvPr/>
          </p:nvSpPr>
          <p:spPr>
            <a:xfrm>
              <a:off x="8908267" y="2115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9" name="pt47369"/>
            <p:cNvSpPr/>
            <p:nvPr/>
          </p:nvSpPr>
          <p:spPr>
            <a:xfrm>
              <a:off x="8838000" y="1960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0" name="pt47370"/>
            <p:cNvSpPr/>
            <p:nvPr/>
          </p:nvSpPr>
          <p:spPr>
            <a:xfrm>
              <a:off x="9363803" y="2035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1" name="pt47371"/>
            <p:cNvSpPr/>
            <p:nvPr/>
          </p:nvSpPr>
          <p:spPr>
            <a:xfrm>
              <a:off x="8812874" y="2145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2" name="pt47372"/>
            <p:cNvSpPr/>
            <p:nvPr/>
          </p:nvSpPr>
          <p:spPr>
            <a:xfrm>
              <a:off x="8939717" y="2082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3" name="pt47373"/>
            <p:cNvSpPr/>
            <p:nvPr/>
          </p:nvSpPr>
          <p:spPr>
            <a:xfrm>
              <a:off x="8788868" y="1919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4" name="pt47374"/>
            <p:cNvSpPr/>
            <p:nvPr/>
          </p:nvSpPr>
          <p:spPr>
            <a:xfrm>
              <a:off x="8866825" y="2205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5" name="pt47375"/>
            <p:cNvSpPr/>
            <p:nvPr/>
          </p:nvSpPr>
          <p:spPr>
            <a:xfrm>
              <a:off x="9363803" y="2084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6" name="pt47376"/>
            <p:cNvSpPr/>
            <p:nvPr/>
          </p:nvSpPr>
          <p:spPr>
            <a:xfrm>
              <a:off x="9077174" y="1891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7" name="pt47377"/>
            <p:cNvSpPr/>
            <p:nvPr/>
          </p:nvSpPr>
          <p:spPr>
            <a:xfrm>
              <a:off x="8996361" y="1958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8" name="pt47378"/>
            <p:cNvSpPr/>
            <p:nvPr/>
          </p:nvSpPr>
          <p:spPr>
            <a:xfrm>
              <a:off x="9413835" y="1922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9" name="pt47379"/>
            <p:cNvSpPr/>
            <p:nvPr/>
          </p:nvSpPr>
          <p:spPr>
            <a:xfrm>
              <a:off x="9086240" y="1889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0" name="pt47380"/>
            <p:cNvSpPr/>
            <p:nvPr/>
          </p:nvSpPr>
          <p:spPr>
            <a:xfrm>
              <a:off x="9519804" y="2452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1" name="pt47381"/>
            <p:cNvSpPr/>
            <p:nvPr/>
          </p:nvSpPr>
          <p:spPr>
            <a:xfrm>
              <a:off x="8755061" y="2012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2" name="pt47382"/>
            <p:cNvSpPr/>
            <p:nvPr/>
          </p:nvSpPr>
          <p:spPr>
            <a:xfrm>
              <a:off x="9140881" y="2144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3" name="pt47383"/>
            <p:cNvSpPr/>
            <p:nvPr/>
          </p:nvSpPr>
          <p:spPr>
            <a:xfrm>
              <a:off x="8888738" y="215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4" name="pt47384"/>
            <p:cNvSpPr/>
            <p:nvPr/>
          </p:nvSpPr>
          <p:spPr>
            <a:xfrm>
              <a:off x="8347210" y="2263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5" name="pt47385"/>
            <p:cNvSpPr/>
            <p:nvPr/>
          </p:nvSpPr>
          <p:spPr>
            <a:xfrm>
              <a:off x="9187265" y="2011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6" name="pt47386"/>
            <p:cNvSpPr/>
            <p:nvPr/>
          </p:nvSpPr>
          <p:spPr>
            <a:xfrm>
              <a:off x="9482767" y="2561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7" name="pt47387"/>
            <p:cNvSpPr/>
            <p:nvPr/>
          </p:nvSpPr>
          <p:spPr>
            <a:xfrm>
              <a:off x="9040639" y="1748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8" name="pt47388"/>
            <p:cNvSpPr/>
            <p:nvPr/>
          </p:nvSpPr>
          <p:spPr>
            <a:xfrm>
              <a:off x="8910892" y="2110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9" name="pt47389"/>
            <p:cNvSpPr/>
            <p:nvPr/>
          </p:nvSpPr>
          <p:spPr>
            <a:xfrm>
              <a:off x="9258470" y="1931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0" name="pt47390"/>
            <p:cNvSpPr/>
            <p:nvPr/>
          </p:nvSpPr>
          <p:spPr>
            <a:xfrm>
              <a:off x="9143758" y="2243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1" name="pt47391"/>
            <p:cNvSpPr/>
            <p:nvPr/>
          </p:nvSpPr>
          <p:spPr>
            <a:xfrm>
              <a:off x="8735430" y="2064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2" name="pt47392"/>
            <p:cNvSpPr/>
            <p:nvPr/>
          </p:nvSpPr>
          <p:spPr>
            <a:xfrm>
              <a:off x="9143758" y="1970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3" name="pt47393"/>
            <p:cNvSpPr/>
            <p:nvPr/>
          </p:nvSpPr>
          <p:spPr>
            <a:xfrm>
              <a:off x="9126552" y="2099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4" name="pt47394"/>
            <p:cNvSpPr/>
            <p:nvPr/>
          </p:nvSpPr>
          <p:spPr>
            <a:xfrm>
              <a:off x="8580788" y="2241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5" name="pt47395"/>
            <p:cNvSpPr/>
            <p:nvPr/>
          </p:nvSpPr>
          <p:spPr>
            <a:xfrm>
              <a:off x="9034195" y="1690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6" name="pt47396"/>
            <p:cNvSpPr/>
            <p:nvPr/>
          </p:nvSpPr>
          <p:spPr>
            <a:xfrm>
              <a:off x="9043153" y="1790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7" name="pt47397"/>
            <p:cNvSpPr/>
            <p:nvPr/>
          </p:nvSpPr>
          <p:spPr>
            <a:xfrm>
              <a:off x="9361481" y="1994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8" name="pt47398"/>
            <p:cNvSpPr/>
            <p:nvPr/>
          </p:nvSpPr>
          <p:spPr>
            <a:xfrm>
              <a:off x="8624143" y="2362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9" name="pt47399"/>
            <p:cNvSpPr/>
            <p:nvPr/>
          </p:nvSpPr>
          <p:spPr>
            <a:xfrm>
              <a:off x="8830008" y="215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0" name="pt47400"/>
            <p:cNvSpPr/>
            <p:nvPr/>
          </p:nvSpPr>
          <p:spPr>
            <a:xfrm>
              <a:off x="8845651" y="2213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1" name="pt47401"/>
            <p:cNvSpPr/>
            <p:nvPr/>
          </p:nvSpPr>
          <p:spPr>
            <a:xfrm>
              <a:off x="8659047" y="2309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2" name="pt47402"/>
            <p:cNvSpPr/>
            <p:nvPr/>
          </p:nvSpPr>
          <p:spPr>
            <a:xfrm>
              <a:off x="9087220" y="1949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3" name="pt47403"/>
            <p:cNvSpPr/>
            <p:nvPr/>
          </p:nvSpPr>
          <p:spPr>
            <a:xfrm>
              <a:off x="9187265" y="2074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4" name="pt47404"/>
            <p:cNvSpPr/>
            <p:nvPr/>
          </p:nvSpPr>
          <p:spPr>
            <a:xfrm>
              <a:off x="9189492" y="2057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5" name="pt47405"/>
            <p:cNvSpPr/>
            <p:nvPr/>
          </p:nvSpPr>
          <p:spPr>
            <a:xfrm>
              <a:off x="8705398" y="2164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6" name="pt47406"/>
            <p:cNvSpPr/>
            <p:nvPr/>
          </p:nvSpPr>
          <p:spPr>
            <a:xfrm>
              <a:off x="8923469" y="1975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7" name="pt47407"/>
            <p:cNvSpPr/>
            <p:nvPr/>
          </p:nvSpPr>
          <p:spPr>
            <a:xfrm>
              <a:off x="8610820" y="2229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8" name="pt47408"/>
            <p:cNvSpPr/>
            <p:nvPr/>
          </p:nvSpPr>
          <p:spPr>
            <a:xfrm>
              <a:off x="8398928" y="2326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9" name="pt47409"/>
            <p:cNvSpPr/>
            <p:nvPr/>
          </p:nvSpPr>
          <p:spPr>
            <a:xfrm>
              <a:off x="9182728" y="1924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0" name="pt47410"/>
            <p:cNvSpPr/>
            <p:nvPr/>
          </p:nvSpPr>
          <p:spPr>
            <a:xfrm>
              <a:off x="9553956" y="2250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1" name="pt47411"/>
            <p:cNvSpPr/>
            <p:nvPr/>
          </p:nvSpPr>
          <p:spPr>
            <a:xfrm>
              <a:off x="8471820" y="2432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2" name="pt47412"/>
            <p:cNvSpPr/>
            <p:nvPr/>
          </p:nvSpPr>
          <p:spPr>
            <a:xfrm>
              <a:off x="8705398" y="2149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3" name="pt47413"/>
            <p:cNvSpPr/>
            <p:nvPr/>
          </p:nvSpPr>
          <p:spPr>
            <a:xfrm>
              <a:off x="8274318" y="2371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4" name="pt47414"/>
            <p:cNvSpPr/>
            <p:nvPr/>
          </p:nvSpPr>
          <p:spPr>
            <a:xfrm>
              <a:off x="9057543" y="1617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5" name="pt47415"/>
            <p:cNvSpPr/>
            <p:nvPr/>
          </p:nvSpPr>
          <p:spPr>
            <a:xfrm>
              <a:off x="8471820" y="2371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6" name="pt47416"/>
            <p:cNvSpPr/>
            <p:nvPr/>
          </p:nvSpPr>
          <p:spPr>
            <a:xfrm>
              <a:off x="8954618" y="2364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7" name="pt47417"/>
            <p:cNvSpPr/>
            <p:nvPr/>
          </p:nvSpPr>
          <p:spPr>
            <a:xfrm>
              <a:off x="8910892" y="2154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8" name="pt47418"/>
            <p:cNvSpPr/>
            <p:nvPr/>
          </p:nvSpPr>
          <p:spPr>
            <a:xfrm>
              <a:off x="9074048" y="1980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9" name="pt47419"/>
            <p:cNvSpPr/>
            <p:nvPr/>
          </p:nvSpPr>
          <p:spPr>
            <a:xfrm>
              <a:off x="8873363" y="1980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0" name="pt47420"/>
            <p:cNvSpPr/>
            <p:nvPr/>
          </p:nvSpPr>
          <p:spPr>
            <a:xfrm>
              <a:off x="9563530" y="2342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1" name="pt47421"/>
            <p:cNvSpPr/>
            <p:nvPr/>
          </p:nvSpPr>
          <p:spPr>
            <a:xfrm>
              <a:off x="9585294" y="2113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2" name="pt47422"/>
            <p:cNvSpPr/>
            <p:nvPr/>
          </p:nvSpPr>
          <p:spPr>
            <a:xfrm>
              <a:off x="8798858" y="1982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3" name="pt47423"/>
            <p:cNvSpPr/>
            <p:nvPr/>
          </p:nvSpPr>
          <p:spPr>
            <a:xfrm>
              <a:off x="9126552" y="1964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4" name="pt47424"/>
            <p:cNvSpPr/>
            <p:nvPr/>
          </p:nvSpPr>
          <p:spPr>
            <a:xfrm>
              <a:off x="9110123" y="1972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5" name="pt47425"/>
            <p:cNvSpPr/>
            <p:nvPr/>
          </p:nvSpPr>
          <p:spPr>
            <a:xfrm>
              <a:off x="9201267" y="1835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6" name="pt47426"/>
            <p:cNvSpPr/>
            <p:nvPr/>
          </p:nvSpPr>
          <p:spPr>
            <a:xfrm>
              <a:off x="8523538" y="2554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7" name="pt47427"/>
            <p:cNvSpPr/>
            <p:nvPr/>
          </p:nvSpPr>
          <p:spPr>
            <a:xfrm>
              <a:off x="8580788" y="2100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8" name="pt47428"/>
            <p:cNvSpPr/>
            <p:nvPr/>
          </p:nvSpPr>
          <p:spPr>
            <a:xfrm>
              <a:off x="8688264" y="2254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9" name="pt47429"/>
            <p:cNvSpPr/>
            <p:nvPr/>
          </p:nvSpPr>
          <p:spPr>
            <a:xfrm>
              <a:off x="8932933" y="1759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0" name="pt47430"/>
            <p:cNvSpPr/>
            <p:nvPr/>
          </p:nvSpPr>
          <p:spPr>
            <a:xfrm>
              <a:off x="9051686" y="2200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1" name="pt47431"/>
            <p:cNvSpPr/>
            <p:nvPr/>
          </p:nvSpPr>
          <p:spPr>
            <a:xfrm>
              <a:off x="8439043" y="2213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2" name="pt47432"/>
            <p:cNvSpPr/>
            <p:nvPr/>
          </p:nvSpPr>
          <p:spPr>
            <a:xfrm>
              <a:off x="8636546" y="2519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3" name="pt47433"/>
            <p:cNvSpPr/>
            <p:nvPr/>
          </p:nvSpPr>
          <p:spPr>
            <a:xfrm>
              <a:off x="8636546" y="2408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4" name="pt47434"/>
            <p:cNvSpPr/>
            <p:nvPr/>
          </p:nvSpPr>
          <p:spPr>
            <a:xfrm>
              <a:off x="9497514" y="2462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5" name="pt47435"/>
            <p:cNvSpPr/>
            <p:nvPr/>
          </p:nvSpPr>
          <p:spPr>
            <a:xfrm>
              <a:off x="8471820" y="2445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6" name="pt47436"/>
            <p:cNvSpPr/>
            <p:nvPr/>
          </p:nvSpPr>
          <p:spPr>
            <a:xfrm>
              <a:off x="8954618" y="2358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7" name="pt47437"/>
            <p:cNvSpPr/>
            <p:nvPr/>
          </p:nvSpPr>
          <p:spPr>
            <a:xfrm>
              <a:off x="8439043" y="2266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8" name="pt47438"/>
            <p:cNvSpPr/>
            <p:nvPr/>
          </p:nvSpPr>
          <p:spPr>
            <a:xfrm>
              <a:off x="9363383" y="2114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9" name="pt47439"/>
            <p:cNvSpPr/>
            <p:nvPr/>
          </p:nvSpPr>
          <p:spPr>
            <a:xfrm>
              <a:off x="8471820" y="2434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0" name="pt47440"/>
            <p:cNvSpPr/>
            <p:nvPr/>
          </p:nvSpPr>
          <p:spPr>
            <a:xfrm>
              <a:off x="8923469" y="1897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1" name="pt47441"/>
            <p:cNvSpPr/>
            <p:nvPr/>
          </p:nvSpPr>
          <p:spPr>
            <a:xfrm>
              <a:off x="8659047" y="2442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2" name="pt47442"/>
            <p:cNvSpPr/>
            <p:nvPr/>
          </p:nvSpPr>
          <p:spPr>
            <a:xfrm>
              <a:off x="8499532" y="2478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3" name="pt47443"/>
            <p:cNvSpPr/>
            <p:nvPr/>
          </p:nvSpPr>
          <p:spPr>
            <a:xfrm>
              <a:off x="8274318" y="225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4" name="pt47444"/>
            <p:cNvSpPr/>
            <p:nvPr/>
          </p:nvSpPr>
          <p:spPr>
            <a:xfrm>
              <a:off x="9538128" y="1756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5" name="pt47445"/>
            <p:cNvSpPr/>
            <p:nvPr/>
          </p:nvSpPr>
          <p:spPr>
            <a:xfrm>
              <a:off x="9286988" y="189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6" name="pt47446"/>
            <p:cNvSpPr/>
            <p:nvPr/>
          </p:nvSpPr>
          <p:spPr>
            <a:xfrm>
              <a:off x="8596430" y="2170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7" name="pt47447"/>
            <p:cNvSpPr/>
            <p:nvPr/>
          </p:nvSpPr>
          <p:spPr>
            <a:xfrm>
              <a:off x="8648148" y="2235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8" name="pt47448"/>
            <p:cNvSpPr/>
            <p:nvPr/>
          </p:nvSpPr>
          <p:spPr>
            <a:xfrm>
              <a:off x="8742215" y="2137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9" name="pt47449"/>
            <p:cNvSpPr/>
            <p:nvPr/>
          </p:nvSpPr>
          <p:spPr>
            <a:xfrm>
              <a:off x="9062094" y="1855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0" name="pt47450"/>
            <p:cNvSpPr/>
            <p:nvPr/>
          </p:nvSpPr>
          <p:spPr>
            <a:xfrm>
              <a:off x="8821645" y="2095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1" name="pt47451"/>
            <p:cNvSpPr/>
            <p:nvPr/>
          </p:nvSpPr>
          <p:spPr>
            <a:xfrm>
              <a:off x="9044397" y="2034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2" name="pt47452"/>
            <p:cNvSpPr/>
            <p:nvPr/>
          </p:nvSpPr>
          <p:spPr>
            <a:xfrm>
              <a:off x="9379078" y="2182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3" name="pt47453"/>
            <p:cNvSpPr/>
            <p:nvPr/>
          </p:nvSpPr>
          <p:spPr>
            <a:xfrm>
              <a:off x="8471820" y="2300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4" name="pt47454"/>
            <p:cNvSpPr/>
            <p:nvPr/>
          </p:nvSpPr>
          <p:spPr>
            <a:xfrm>
              <a:off x="8439043" y="2400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5" name="pt47455"/>
            <p:cNvSpPr/>
            <p:nvPr/>
          </p:nvSpPr>
          <p:spPr>
            <a:xfrm>
              <a:off x="9101309" y="1961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6" name="pt47456"/>
            <p:cNvSpPr/>
            <p:nvPr/>
          </p:nvSpPr>
          <p:spPr>
            <a:xfrm>
              <a:off x="9413835" y="2081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7" name="pt47457"/>
            <p:cNvSpPr/>
            <p:nvPr/>
          </p:nvSpPr>
          <p:spPr>
            <a:xfrm>
              <a:off x="8659047" y="2231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8" name="pt47458"/>
            <p:cNvSpPr/>
            <p:nvPr/>
          </p:nvSpPr>
          <p:spPr>
            <a:xfrm>
              <a:off x="8863465" y="2179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9" name="pt47459"/>
            <p:cNvSpPr/>
            <p:nvPr/>
          </p:nvSpPr>
          <p:spPr>
            <a:xfrm>
              <a:off x="8958659" y="2262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0" name="pt47460"/>
            <p:cNvSpPr/>
            <p:nvPr/>
          </p:nvSpPr>
          <p:spPr>
            <a:xfrm>
              <a:off x="8274318" y="2574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1" name="pt47461"/>
            <p:cNvSpPr/>
            <p:nvPr/>
          </p:nvSpPr>
          <p:spPr>
            <a:xfrm>
              <a:off x="9806800" y="2420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2" name="pt47462"/>
            <p:cNvSpPr/>
            <p:nvPr/>
          </p:nvSpPr>
          <p:spPr>
            <a:xfrm>
              <a:off x="8688264" y="2222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3" name="pt47463"/>
            <p:cNvSpPr/>
            <p:nvPr/>
          </p:nvSpPr>
          <p:spPr>
            <a:xfrm>
              <a:off x="8439043" y="2481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4" name="pt47464"/>
            <p:cNvSpPr/>
            <p:nvPr/>
          </p:nvSpPr>
          <p:spPr>
            <a:xfrm>
              <a:off x="9427147" y="1795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5" name="pt47465"/>
            <p:cNvSpPr/>
            <p:nvPr/>
          </p:nvSpPr>
          <p:spPr>
            <a:xfrm>
              <a:off x="8748753" y="1998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6" name="pt47466"/>
            <p:cNvSpPr/>
            <p:nvPr/>
          </p:nvSpPr>
          <p:spPr>
            <a:xfrm>
              <a:off x="8688264" y="2238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7" name="pt47467"/>
            <p:cNvSpPr/>
            <p:nvPr/>
          </p:nvSpPr>
          <p:spPr>
            <a:xfrm>
              <a:off x="9199706" y="2150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8" name="pt47468"/>
            <p:cNvSpPr/>
            <p:nvPr/>
          </p:nvSpPr>
          <p:spPr>
            <a:xfrm>
              <a:off x="9237295" y="2187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9" name="pt47469"/>
            <p:cNvSpPr/>
            <p:nvPr/>
          </p:nvSpPr>
          <p:spPr>
            <a:xfrm>
              <a:off x="8274318" y="2674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0" name="pt47470"/>
            <p:cNvSpPr/>
            <p:nvPr/>
          </p:nvSpPr>
          <p:spPr>
            <a:xfrm>
              <a:off x="8274318" y="2371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1" name="pt47471"/>
            <p:cNvSpPr/>
            <p:nvPr/>
          </p:nvSpPr>
          <p:spPr>
            <a:xfrm>
              <a:off x="8975793" y="1926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2" name="pt47472"/>
            <p:cNvSpPr/>
            <p:nvPr/>
          </p:nvSpPr>
          <p:spPr>
            <a:xfrm>
              <a:off x="9356962" y="2075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3" name="pt47473"/>
            <p:cNvSpPr/>
            <p:nvPr/>
          </p:nvSpPr>
          <p:spPr>
            <a:xfrm>
              <a:off x="9535645" y="1916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4" name="pt47474"/>
            <p:cNvSpPr/>
            <p:nvPr/>
          </p:nvSpPr>
          <p:spPr>
            <a:xfrm>
              <a:off x="8783657" y="2169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5" name="pt47475"/>
            <p:cNvSpPr/>
            <p:nvPr/>
          </p:nvSpPr>
          <p:spPr>
            <a:xfrm>
              <a:off x="8888738" y="2071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6" name="pt47476"/>
            <p:cNvSpPr/>
            <p:nvPr/>
          </p:nvSpPr>
          <p:spPr>
            <a:xfrm>
              <a:off x="9218071" y="1769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7" name="pt47477"/>
            <p:cNvSpPr/>
            <p:nvPr/>
          </p:nvSpPr>
          <p:spPr>
            <a:xfrm>
              <a:off x="8812874" y="2105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8" name="pt47478"/>
            <p:cNvSpPr/>
            <p:nvPr/>
          </p:nvSpPr>
          <p:spPr>
            <a:xfrm>
              <a:off x="9541125" y="171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9" name="pt47479"/>
            <p:cNvSpPr/>
            <p:nvPr/>
          </p:nvSpPr>
          <p:spPr>
            <a:xfrm>
              <a:off x="8347210" y="2404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0" name="pt47480"/>
            <p:cNvSpPr/>
            <p:nvPr/>
          </p:nvSpPr>
          <p:spPr>
            <a:xfrm>
              <a:off x="8952564" y="2119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1" name="pt47481"/>
            <p:cNvSpPr/>
            <p:nvPr/>
          </p:nvSpPr>
          <p:spPr>
            <a:xfrm>
              <a:off x="8932933" y="183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2" name="pt47482"/>
            <p:cNvSpPr/>
            <p:nvPr/>
          </p:nvSpPr>
          <p:spPr>
            <a:xfrm>
              <a:off x="8742215" y="2068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3" name="pt47483"/>
            <p:cNvSpPr/>
            <p:nvPr/>
          </p:nvSpPr>
          <p:spPr>
            <a:xfrm>
              <a:off x="8838000" y="1888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4" name="pt47484"/>
            <p:cNvSpPr/>
            <p:nvPr/>
          </p:nvSpPr>
          <p:spPr>
            <a:xfrm>
              <a:off x="8563654" y="225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5" name="pt47485"/>
            <p:cNvSpPr/>
            <p:nvPr/>
          </p:nvSpPr>
          <p:spPr>
            <a:xfrm>
              <a:off x="9196543" y="2033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6" name="pt47486"/>
            <p:cNvSpPr/>
            <p:nvPr/>
          </p:nvSpPr>
          <p:spPr>
            <a:xfrm>
              <a:off x="9027511" y="1735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7" name="pt47487"/>
            <p:cNvSpPr/>
            <p:nvPr/>
          </p:nvSpPr>
          <p:spPr>
            <a:xfrm>
              <a:off x="9086240" y="1956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8" name="pt47488"/>
            <p:cNvSpPr/>
            <p:nvPr/>
          </p:nvSpPr>
          <p:spPr>
            <a:xfrm>
              <a:off x="9065434" y="1786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9" name="pt47489"/>
            <p:cNvSpPr/>
            <p:nvPr/>
          </p:nvSpPr>
          <p:spPr>
            <a:xfrm>
              <a:off x="8439043" y="2315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0" name="pt47490"/>
            <p:cNvSpPr/>
            <p:nvPr/>
          </p:nvSpPr>
          <p:spPr>
            <a:xfrm>
              <a:off x="8956650" y="2288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1" name="pt47491"/>
            <p:cNvSpPr/>
            <p:nvPr/>
          </p:nvSpPr>
          <p:spPr>
            <a:xfrm>
              <a:off x="8913479" y="1847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2" name="pt47492"/>
            <p:cNvSpPr/>
            <p:nvPr/>
          </p:nvSpPr>
          <p:spPr>
            <a:xfrm>
              <a:off x="9313270" y="2125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3" name="pt47493"/>
            <p:cNvSpPr/>
            <p:nvPr/>
          </p:nvSpPr>
          <p:spPr>
            <a:xfrm>
              <a:off x="8563654" y="2217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4" name="pt47494"/>
            <p:cNvSpPr/>
            <p:nvPr/>
          </p:nvSpPr>
          <p:spPr>
            <a:xfrm>
              <a:off x="9227269" y="2021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5" name="pt47495"/>
            <p:cNvSpPr/>
            <p:nvPr/>
          </p:nvSpPr>
          <p:spPr>
            <a:xfrm>
              <a:off x="8563654" y="2189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6" name="pt47496"/>
            <p:cNvSpPr/>
            <p:nvPr/>
          </p:nvSpPr>
          <p:spPr>
            <a:xfrm>
              <a:off x="9437742" y="1807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7" name="pt47497"/>
            <p:cNvSpPr/>
            <p:nvPr/>
          </p:nvSpPr>
          <p:spPr>
            <a:xfrm>
              <a:off x="9395106" y="2141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8" name="pt47498"/>
            <p:cNvSpPr/>
            <p:nvPr/>
          </p:nvSpPr>
          <p:spPr>
            <a:xfrm>
              <a:off x="8648148" y="2318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9" name="pt47499"/>
            <p:cNvSpPr/>
            <p:nvPr/>
          </p:nvSpPr>
          <p:spPr>
            <a:xfrm>
              <a:off x="9368156" y="1963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0" name="pt47500"/>
            <p:cNvSpPr/>
            <p:nvPr/>
          </p:nvSpPr>
          <p:spPr>
            <a:xfrm>
              <a:off x="8347210" y="2388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1" name="pt47501"/>
            <p:cNvSpPr/>
            <p:nvPr/>
          </p:nvSpPr>
          <p:spPr>
            <a:xfrm>
              <a:off x="8439043" y="2020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2" name="pt47502"/>
            <p:cNvSpPr/>
            <p:nvPr/>
          </p:nvSpPr>
          <p:spPr>
            <a:xfrm>
              <a:off x="8398928" y="2290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3" name="pt47503"/>
            <p:cNvSpPr/>
            <p:nvPr/>
          </p:nvSpPr>
          <p:spPr>
            <a:xfrm>
              <a:off x="8610820" y="2173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4" name="pt47504"/>
            <p:cNvSpPr/>
            <p:nvPr/>
          </p:nvSpPr>
          <p:spPr>
            <a:xfrm>
              <a:off x="9497514" y="2524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5" name="pt47505"/>
            <p:cNvSpPr/>
            <p:nvPr/>
          </p:nvSpPr>
          <p:spPr>
            <a:xfrm>
              <a:off x="8761156" y="2089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6" name="pt47506"/>
            <p:cNvSpPr/>
            <p:nvPr/>
          </p:nvSpPr>
          <p:spPr>
            <a:xfrm>
              <a:off x="8398928" y="2489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7" name="pt47507"/>
            <p:cNvSpPr/>
            <p:nvPr/>
          </p:nvSpPr>
          <p:spPr>
            <a:xfrm>
              <a:off x="8721041" y="2193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8" name="pt47508"/>
            <p:cNvSpPr/>
            <p:nvPr/>
          </p:nvSpPr>
          <p:spPr>
            <a:xfrm>
              <a:off x="9002725" y="1713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9" name="pt47509"/>
            <p:cNvSpPr/>
            <p:nvPr/>
          </p:nvSpPr>
          <p:spPr>
            <a:xfrm>
              <a:off x="8849358" y="2153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0" name="pt47510"/>
            <p:cNvSpPr/>
            <p:nvPr/>
          </p:nvSpPr>
          <p:spPr>
            <a:xfrm>
              <a:off x="8471820" y="2437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1" name="pt47511"/>
            <p:cNvSpPr/>
            <p:nvPr/>
          </p:nvSpPr>
          <p:spPr>
            <a:xfrm>
              <a:off x="9049289" y="2204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2" name="pt47512"/>
            <p:cNvSpPr/>
            <p:nvPr/>
          </p:nvSpPr>
          <p:spPr>
            <a:xfrm>
              <a:off x="9334476" y="2079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3" name="pt47513"/>
            <p:cNvSpPr/>
            <p:nvPr/>
          </p:nvSpPr>
          <p:spPr>
            <a:xfrm>
              <a:off x="8610820" y="2054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4" name="pt47514"/>
            <p:cNvSpPr/>
            <p:nvPr/>
          </p:nvSpPr>
          <p:spPr>
            <a:xfrm>
              <a:off x="9268724" y="1644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5" name="pt47515"/>
            <p:cNvSpPr/>
            <p:nvPr/>
          </p:nvSpPr>
          <p:spPr>
            <a:xfrm>
              <a:off x="8849358" y="2018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6" name="pt47516"/>
            <p:cNvSpPr/>
            <p:nvPr/>
          </p:nvSpPr>
          <p:spPr>
            <a:xfrm>
              <a:off x="8941923" y="2029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7" name="pt47517"/>
            <p:cNvSpPr/>
            <p:nvPr/>
          </p:nvSpPr>
          <p:spPr>
            <a:xfrm>
              <a:off x="9567694" y="2743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8" name="pt47518"/>
            <p:cNvSpPr/>
            <p:nvPr/>
          </p:nvSpPr>
          <p:spPr>
            <a:xfrm>
              <a:off x="8821645" y="2178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9" name="pt47519"/>
            <p:cNvSpPr/>
            <p:nvPr/>
          </p:nvSpPr>
          <p:spPr>
            <a:xfrm>
              <a:off x="8563654" y="2157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0" name="pt47520"/>
            <p:cNvSpPr/>
            <p:nvPr/>
          </p:nvSpPr>
          <p:spPr>
            <a:xfrm>
              <a:off x="9562976" y="2154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1" name="pt47521"/>
            <p:cNvSpPr/>
            <p:nvPr/>
          </p:nvSpPr>
          <p:spPr>
            <a:xfrm>
              <a:off x="8954618" y="2340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2" name="pt47522"/>
            <p:cNvSpPr/>
            <p:nvPr/>
          </p:nvSpPr>
          <p:spPr>
            <a:xfrm>
              <a:off x="9002725" y="2010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3" name="pt47523"/>
            <p:cNvSpPr/>
            <p:nvPr/>
          </p:nvSpPr>
          <p:spPr>
            <a:xfrm>
              <a:off x="8636546" y="2457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4" name="pt47524"/>
            <p:cNvSpPr/>
            <p:nvPr/>
          </p:nvSpPr>
          <p:spPr>
            <a:xfrm>
              <a:off x="8772758" y="2137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5" name="pt47525"/>
            <p:cNvSpPr/>
            <p:nvPr/>
          </p:nvSpPr>
          <p:spPr>
            <a:xfrm>
              <a:off x="8274318" y="2410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6" name="pt47526"/>
            <p:cNvSpPr/>
            <p:nvPr/>
          </p:nvSpPr>
          <p:spPr>
            <a:xfrm>
              <a:off x="8439043" y="2374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7" name="pt47527"/>
            <p:cNvSpPr/>
            <p:nvPr/>
          </p:nvSpPr>
          <p:spPr>
            <a:xfrm>
              <a:off x="9294237" y="1801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8" name="pt47528"/>
            <p:cNvSpPr/>
            <p:nvPr/>
          </p:nvSpPr>
          <p:spPr>
            <a:xfrm>
              <a:off x="8728379" y="1983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9" name="pt47529"/>
            <p:cNvSpPr/>
            <p:nvPr/>
          </p:nvSpPr>
          <p:spPr>
            <a:xfrm>
              <a:off x="8596430" y="2241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0" name="pt47530"/>
            <p:cNvSpPr/>
            <p:nvPr/>
          </p:nvSpPr>
          <p:spPr>
            <a:xfrm>
              <a:off x="8803653" y="2138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1" name="pt47531"/>
            <p:cNvSpPr/>
            <p:nvPr/>
          </p:nvSpPr>
          <p:spPr>
            <a:xfrm>
              <a:off x="9096734" y="164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2" name="pt47532"/>
            <p:cNvSpPr/>
            <p:nvPr/>
          </p:nvSpPr>
          <p:spPr>
            <a:xfrm>
              <a:off x="8849358" y="2143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3" name="pt47533"/>
            <p:cNvSpPr/>
            <p:nvPr/>
          </p:nvSpPr>
          <p:spPr>
            <a:xfrm>
              <a:off x="8659047" y="2391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4" name="pt47534"/>
            <p:cNvSpPr/>
            <p:nvPr/>
          </p:nvSpPr>
          <p:spPr>
            <a:xfrm>
              <a:off x="8975793" y="2025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5" name="pt47535"/>
            <p:cNvSpPr/>
            <p:nvPr/>
          </p:nvSpPr>
          <p:spPr>
            <a:xfrm>
              <a:off x="9657982" y="2117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6" name="pt47536"/>
            <p:cNvSpPr/>
            <p:nvPr/>
          </p:nvSpPr>
          <p:spPr>
            <a:xfrm>
              <a:off x="8697035" y="2258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7" name="pt47537"/>
            <p:cNvSpPr/>
            <p:nvPr/>
          </p:nvSpPr>
          <p:spPr>
            <a:xfrm>
              <a:off x="9553956" y="2242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8" name="pt47538"/>
            <p:cNvSpPr/>
            <p:nvPr/>
          </p:nvSpPr>
          <p:spPr>
            <a:xfrm>
              <a:off x="8735430" y="2053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9" name="pt47539"/>
            <p:cNvSpPr/>
            <p:nvPr/>
          </p:nvSpPr>
          <p:spPr>
            <a:xfrm>
              <a:off x="9332489" y="2123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0" name="pt47540"/>
            <p:cNvSpPr/>
            <p:nvPr/>
          </p:nvSpPr>
          <p:spPr>
            <a:xfrm>
              <a:off x="8523538" y="2512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1" name="pt47541"/>
            <p:cNvSpPr/>
            <p:nvPr/>
          </p:nvSpPr>
          <p:spPr>
            <a:xfrm>
              <a:off x="9976916" y="2429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2" name="pt47542"/>
            <p:cNvSpPr/>
            <p:nvPr/>
          </p:nvSpPr>
          <p:spPr>
            <a:xfrm>
              <a:off x="8648148" y="2271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3" name="pt47543"/>
            <p:cNvSpPr/>
            <p:nvPr/>
          </p:nvSpPr>
          <p:spPr>
            <a:xfrm>
              <a:off x="9227269" y="2018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4" name="pt47544"/>
            <p:cNvSpPr/>
            <p:nvPr/>
          </p:nvSpPr>
          <p:spPr>
            <a:xfrm>
              <a:off x="9048079" y="2202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5" name="pt47545"/>
            <p:cNvSpPr/>
            <p:nvPr/>
          </p:nvSpPr>
          <p:spPr>
            <a:xfrm>
              <a:off x="8937484" y="2085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6" name="pt47546"/>
            <p:cNvSpPr/>
            <p:nvPr/>
          </p:nvSpPr>
          <p:spPr>
            <a:xfrm>
              <a:off x="8439043" y="2203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7" name="pt47547"/>
            <p:cNvSpPr/>
            <p:nvPr/>
          </p:nvSpPr>
          <p:spPr>
            <a:xfrm>
              <a:off x="9034195" y="1709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8" name="pt47548"/>
            <p:cNvSpPr/>
            <p:nvPr/>
          </p:nvSpPr>
          <p:spPr>
            <a:xfrm>
              <a:off x="8688264" y="2093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9" name="pt47549"/>
            <p:cNvSpPr/>
            <p:nvPr/>
          </p:nvSpPr>
          <p:spPr>
            <a:xfrm>
              <a:off x="8761156" y="2193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0" name="pt47550"/>
            <p:cNvSpPr/>
            <p:nvPr/>
          </p:nvSpPr>
          <p:spPr>
            <a:xfrm>
              <a:off x="9490707" y="2339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1" name="pt47551"/>
            <p:cNvSpPr/>
            <p:nvPr/>
          </p:nvSpPr>
          <p:spPr>
            <a:xfrm>
              <a:off x="9040639" y="1698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2" name="pt47552"/>
            <p:cNvSpPr/>
            <p:nvPr/>
          </p:nvSpPr>
          <p:spPr>
            <a:xfrm>
              <a:off x="8894537" y="2091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3" name="pt47553"/>
            <p:cNvSpPr/>
            <p:nvPr/>
          </p:nvSpPr>
          <p:spPr>
            <a:xfrm>
              <a:off x="8688264" y="2266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4" name="pt47554"/>
            <p:cNvSpPr/>
            <p:nvPr/>
          </p:nvSpPr>
          <p:spPr>
            <a:xfrm>
              <a:off x="8347210" y="2332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5" name="pt47555"/>
            <p:cNvSpPr/>
            <p:nvPr/>
          </p:nvSpPr>
          <p:spPr>
            <a:xfrm>
              <a:off x="9336196" y="2257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6" name="pt47556"/>
            <p:cNvSpPr/>
            <p:nvPr/>
          </p:nvSpPr>
          <p:spPr>
            <a:xfrm>
              <a:off x="9089164" y="1716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7" name="pt47557"/>
            <p:cNvSpPr/>
            <p:nvPr/>
          </p:nvSpPr>
          <p:spPr>
            <a:xfrm>
              <a:off x="8523538" y="251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8" name="pt47558"/>
            <p:cNvSpPr/>
            <p:nvPr/>
          </p:nvSpPr>
          <p:spPr>
            <a:xfrm>
              <a:off x="9379078" y="1950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9" name="pt47559"/>
            <p:cNvSpPr/>
            <p:nvPr/>
          </p:nvSpPr>
          <p:spPr>
            <a:xfrm>
              <a:off x="8950486" y="2007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0" name="pt47560"/>
            <p:cNvSpPr/>
            <p:nvPr/>
          </p:nvSpPr>
          <p:spPr>
            <a:xfrm>
              <a:off x="9026144" y="1762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1" name="pt47561"/>
            <p:cNvSpPr/>
            <p:nvPr/>
          </p:nvSpPr>
          <p:spPr>
            <a:xfrm>
              <a:off x="8563654" y="2161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2" name="pt47562"/>
            <p:cNvSpPr/>
            <p:nvPr/>
          </p:nvSpPr>
          <p:spPr>
            <a:xfrm>
              <a:off x="8544712" y="2373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3" name="pt47563"/>
            <p:cNvSpPr/>
            <p:nvPr/>
          </p:nvSpPr>
          <p:spPr>
            <a:xfrm>
              <a:off x="9361481" y="2057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4" name="pt47564"/>
            <p:cNvSpPr/>
            <p:nvPr/>
          </p:nvSpPr>
          <p:spPr>
            <a:xfrm>
              <a:off x="8523538" y="245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5" name="pt47565"/>
            <p:cNvSpPr/>
            <p:nvPr/>
          </p:nvSpPr>
          <p:spPr>
            <a:xfrm>
              <a:off x="8742215" y="2115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6" name="pt47566"/>
            <p:cNvSpPr/>
            <p:nvPr/>
          </p:nvSpPr>
          <p:spPr>
            <a:xfrm>
              <a:off x="9002725" y="1879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7" name="pt47567"/>
            <p:cNvSpPr/>
            <p:nvPr/>
          </p:nvSpPr>
          <p:spPr>
            <a:xfrm>
              <a:off x="8876545" y="1827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8" name="pt47568"/>
            <p:cNvSpPr/>
            <p:nvPr/>
          </p:nvSpPr>
          <p:spPr>
            <a:xfrm>
              <a:off x="9743490" y="216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9" name="pt47569"/>
            <p:cNvSpPr/>
            <p:nvPr/>
          </p:nvSpPr>
          <p:spPr>
            <a:xfrm>
              <a:off x="8439043" y="2154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0" name="pt47570"/>
            <p:cNvSpPr/>
            <p:nvPr/>
          </p:nvSpPr>
          <p:spPr>
            <a:xfrm>
              <a:off x="8897369" y="1871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1" name="pt47571"/>
            <p:cNvSpPr/>
            <p:nvPr/>
          </p:nvSpPr>
          <p:spPr>
            <a:xfrm>
              <a:off x="9203327" y="1824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2" name="pt47572"/>
            <p:cNvSpPr/>
            <p:nvPr/>
          </p:nvSpPr>
          <p:spPr>
            <a:xfrm>
              <a:off x="9045633" y="2319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3" name="pt47573"/>
            <p:cNvSpPr/>
            <p:nvPr/>
          </p:nvSpPr>
          <p:spPr>
            <a:xfrm>
              <a:off x="8812874" y="2312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4" name="pt47574"/>
            <p:cNvSpPr/>
            <p:nvPr/>
          </p:nvSpPr>
          <p:spPr>
            <a:xfrm>
              <a:off x="9030214" y="1808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5" name="pt47575"/>
            <p:cNvSpPr/>
            <p:nvPr/>
          </p:nvSpPr>
          <p:spPr>
            <a:xfrm>
              <a:off x="9002725" y="1975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6" name="pt47576"/>
            <p:cNvSpPr/>
            <p:nvPr/>
          </p:nvSpPr>
          <p:spPr>
            <a:xfrm>
              <a:off x="8610820" y="2146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7" name="pt47577"/>
            <p:cNvSpPr/>
            <p:nvPr/>
          </p:nvSpPr>
          <p:spPr>
            <a:xfrm>
              <a:off x="8648148" y="2320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8" name="pt47578"/>
            <p:cNvSpPr/>
            <p:nvPr/>
          </p:nvSpPr>
          <p:spPr>
            <a:xfrm>
              <a:off x="8798858" y="2136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9" name="pt47579"/>
            <p:cNvSpPr/>
            <p:nvPr/>
          </p:nvSpPr>
          <p:spPr>
            <a:xfrm>
              <a:off x="9005825" y="1772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0" name="pt47580"/>
            <p:cNvSpPr/>
            <p:nvPr/>
          </p:nvSpPr>
          <p:spPr>
            <a:xfrm>
              <a:off x="8688264" y="2238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1" name="pt47581"/>
            <p:cNvSpPr/>
            <p:nvPr/>
          </p:nvSpPr>
          <p:spPr>
            <a:xfrm>
              <a:off x="8398928" y="2424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2" name="pt47582"/>
            <p:cNvSpPr/>
            <p:nvPr/>
          </p:nvSpPr>
          <p:spPr>
            <a:xfrm>
              <a:off x="8347210" y="2473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3" name="pt47583"/>
            <p:cNvSpPr/>
            <p:nvPr/>
          </p:nvSpPr>
          <p:spPr>
            <a:xfrm>
              <a:off x="8721041" y="2029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4" name="pt47584"/>
            <p:cNvSpPr/>
            <p:nvPr/>
          </p:nvSpPr>
          <p:spPr>
            <a:xfrm>
              <a:off x="9143758" y="1944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5" name="pt47585"/>
            <p:cNvSpPr/>
            <p:nvPr/>
          </p:nvSpPr>
          <p:spPr>
            <a:xfrm>
              <a:off x="8783657" y="2029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6" name="pt47586"/>
            <p:cNvSpPr/>
            <p:nvPr/>
          </p:nvSpPr>
          <p:spPr>
            <a:xfrm>
              <a:off x="9553956" y="2320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7" name="pt47587"/>
            <p:cNvSpPr/>
            <p:nvPr/>
          </p:nvSpPr>
          <p:spPr>
            <a:xfrm>
              <a:off x="8876545" y="1825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8" name="pt47588"/>
            <p:cNvSpPr/>
            <p:nvPr/>
          </p:nvSpPr>
          <p:spPr>
            <a:xfrm>
              <a:off x="8888738" y="2139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9" name="pt47589"/>
            <p:cNvSpPr/>
            <p:nvPr/>
          </p:nvSpPr>
          <p:spPr>
            <a:xfrm>
              <a:off x="8713389" y="2224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0" name="pt47590"/>
            <p:cNvSpPr/>
            <p:nvPr/>
          </p:nvSpPr>
          <p:spPr>
            <a:xfrm>
              <a:off x="8596430" y="2287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1" name="pt47591"/>
            <p:cNvSpPr/>
            <p:nvPr/>
          </p:nvSpPr>
          <p:spPr>
            <a:xfrm>
              <a:off x="8347210" y="2398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2" name="pt47592"/>
            <p:cNvSpPr/>
            <p:nvPr/>
          </p:nvSpPr>
          <p:spPr>
            <a:xfrm>
              <a:off x="9212805" y="1825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3" name="pt47593"/>
            <p:cNvSpPr/>
            <p:nvPr/>
          </p:nvSpPr>
          <p:spPr>
            <a:xfrm>
              <a:off x="8697035" y="2283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4" name="pt47594"/>
            <p:cNvSpPr/>
            <p:nvPr/>
          </p:nvSpPr>
          <p:spPr>
            <a:xfrm>
              <a:off x="8471820" y="2546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5" name="pt47595"/>
            <p:cNvSpPr/>
            <p:nvPr/>
          </p:nvSpPr>
          <p:spPr>
            <a:xfrm>
              <a:off x="8841866" y="2031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6" name="pt47596"/>
            <p:cNvSpPr/>
            <p:nvPr/>
          </p:nvSpPr>
          <p:spPr>
            <a:xfrm>
              <a:off x="8849358" y="2102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7" name="pt47597"/>
            <p:cNvSpPr/>
            <p:nvPr/>
          </p:nvSpPr>
          <p:spPr>
            <a:xfrm>
              <a:off x="9040639" y="1624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8" name="pt47598"/>
            <p:cNvSpPr/>
            <p:nvPr/>
          </p:nvSpPr>
          <p:spPr>
            <a:xfrm>
              <a:off x="8398928" y="2325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9" name="pt47599"/>
            <p:cNvSpPr/>
            <p:nvPr/>
          </p:nvSpPr>
          <p:spPr>
            <a:xfrm>
              <a:off x="8735430" y="204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0" name="pt47600"/>
            <p:cNvSpPr/>
            <p:nvPr/>
          </p:nvSpPr>
          <p:spPr>
            <a:xfrm>
              <a:off x="8580788" y="2306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1" name="pt47601"/>
            <p:cNvSpPr/>
            <p:nvPr/>
          </p:nvSpPr>
          <p:spPr>
            <a:xfrm>
              <a:off x="9026144" y="1598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2" name="pt47602"/>
            <p:cNvSpPr/>
            <p:nvPr/>
          </p:nvSpPr>
          <p:spPr>
            <a:xfrm>
              <a:off x="8876545" y="184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3" name="pt47603"/>
            <p:cNvSpPr/>
            <p:nvPr/>
          </p:nvSpPr>
          <p:spPr>
            <a:xfrm>
              <a:off x="8648148" y="2501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4" name="pt47604"/>
            <p:cNvSpPr/>
            <p:nvPr/>
          </p:nvSpPr>
          <p:spPr>
            <a:xfrm>
              <a:off x="8742215" y="213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5" name="pt47605"/>
            <p:cNvSpPr/>
            <p:nvPr/>
          </p:nvSpPr>
          <p:spPr>
            <a:xfrm>
              <a:off x="9152801" y="2075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6" name="pt47606"/>
            <p:cNvSpPr/>
            <p:nvPr/>
          </p:nvSpPr>
          <p:spPr>
            <a:xfrm>
              <a:off x="8659047" y="2217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7" name="pt47607"/>
            <p:cNvSpPr/>
            <p:nvPr/>
          </p:nvSpPr>
          <p:spPr>
            <a:xfrm>
              <a:off x="8713389" y="2405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8" name="pt47608"/>
            <p:cNvSpPr/>
            <p:nvPr/>
          </p:nvSpPr>
          <p:spPr>
            <a:xfrm>
              <a:off x="8958659" y="2253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9" name="pt47609"/>
            <p:cNvSpPr/>
            <p:nvPr/>
          </p:nvSpPr>
          <p:spPr>
            <a:xfrm>
              <a:off x="8659047" y="2328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0" name="pt47610"/>
            <p:cNvSpPr/>
            <p:nvPr/>
          </p:nvSpPr>
          <p:spPr>
            <a:xfrm>
              <a:off x="9039368" y="1728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1" name="pt47611"/>
            <p:cNvSpPr/>
            <p:nvPr/>
          </p:nvSpPr>
          <p:spPr>
            <a:xfrm>
              <a:off x="9231697" y="2133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2" name="pt47612"/>
            <p:cNvSpPr/>
            <p:nvPr/>
          </p:nvSpPr>
          <p:spPr>
            <a:xfrm>
              <a:off x="9190595" y="2074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3" name="pt47613"/>
            <p:cNvSpPr/>
            <p:nvPr/>
          </p:nvSpPr>
          <p:spPr>
            <a:xfrm>
              <a:off x="8439043" y="2282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4" name="pt47614"/>
            <p:cNvSpPr/>
            <p:nvPr/>
          </p:nvSpPr>
          <p:spPr>
            <a:xfrm>
              <a:off x="8982914" y="1825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5" name="pt47615"/>
            <p:cNvSpPr/>
            <p:nvPr/>
          </p:nvSpPr>
          <p:spPr>
            <a:xfrm>
              <a:off x="8798858" y="2021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6" name="pt47616"/>
            <p:cNvSpPr/>
            <p:nvPr/>
          </p:nvSpPr>
          <p:spPr>
            <a:xfrm>
              <a:off x="9627091" y="2331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7" name="pt47617"/>
            <p:cNvSpPr/>
            <p:nvPr/>
          </p:nvSpPr>
          <p:spPr>
            <a:xfrm>
              <a:off x="9223188" y="2007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8" name="pt47618"/>
            <p:cNvSpPr/>
            <p:nvPr/>
          </p:nvSpPr>
          <p:spPr>
            <a:xfrm>
              <a:off x="9199706" y="2020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9" name="pt47619"/>
            <p:cNvSpPr/>
            <p:nvPr/>
          </p:nvSpPr>
          <p:spPr>
            <a:xfrm>
              <a:off x="9247994" y="205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0" name="pt47620"/>
            <p:cNvSpPr/>
            <p:nvPr/>
          </p:nvSpPr>
          <p:spPr>
            <a:xfrm>
              <a:off x="9336196" y="2123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1" name="pt47621"/>
            <p:cNvSpPr/>
            <p:nvPr/>
          </p:nvSpPr>
          <p:spPr>
            <a:xfrm>
              <a:off x="8879672" y="205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2" name="pt47622"/>
            <p:cNvSpPr/>
            <p:nvPr/>
          </p:nvSpPr>
          <p:spPr>
            <a:xfrm>
              <a:off x="8398928" y="223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3" name="pt47623"/>
            <p:cNvSpPr/>
            <p:nvPr/>
          </p:nvSpPr>
          <p:spPr>
            <a:xfrm>
              <a:off x="9189492" y="2099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4" name="pt47624"/>
            <p:cNvSpPr/>
            <p:nvPr/>
          </p:nvSpPr>
          <p:spPr>
            <a:xfrm>
              <a:off x="8803653" y="2025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5" name="pt47625"/>
            <p:cNvSpPr/>
            <p:nvPr/>
          </p:nvSpPr>
          <p:spPr>
            <a:xfrm>
              <a:off x="9567694" y="2464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6" name="pt47626"/>
            <p:cNvSpPr/>
            <p:nvPr/>
          </p:nvSpPr>
          <p:spPr>
            <a:xfrm>
              <a:off x="8798858" y="2077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7" name="pt47627"/>
            <p:cNvSpPr/>
            <p:nvPr/>
          </p:nvSpPr>
          <p:spPr>
            <a:xfrm>
              <a:off x="8274318" y="2364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8" name="pt47628"/>
            <p:cNvSpPr/>
            <p:nvPr/>
          </p:nvSpPr>
          <p:spPr>
            <a:xfrm>
              <a:off x="9046860" y="2257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9" name="pt47629"/>
            <p:cNvSpPr/>
            <p:nvPr/>
          </p:nvSpPr>
          <p:spPr>
            <a:xfrm>
              <a:off x="8742215" y="2198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0" name="pt47630"/>
            <p:cNvSpPr/>
            <p:nvPr/>
          </p:nvSpPr>
          <p:spPr>
            <a:xfrm>
              <a:off x="9099493" y="1956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1" name="pt47631"/>
            <p:cNvSpPr/>
            <p:nvPr/>
          </p:nvSpPr>
          <p:spPr>
            <a:xfrm>
              <a:off x="8954618" y="2228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2" name="pt47632"/>
            <p:cNvSpPr/>
            <p:nvPr/>
          </p:nvSpPr>
          <p:spPr>
            <a:xfrm>
              <a:off x="8563654" y="2151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3" name="pt47633"/>
            <p:cNvSpPr/>
            <p:nvPr/>
          </p:nvSpPr>
          <p:spPr>
            <a:xfrm>
              <a:off x="9110981" y="2048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4" name="pt47634"/>
            <p:cNvSpPr/>
            <p:nvPr/>
          </p:nvSpPr>
          <p:spPr>
            <a:xfrm>
              <a:off x="8902901" y="2045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5" name="pt47635"/>
            <p:cNvSpPr/>
            <p:nvPr/>
          </p:nvSpPr>
          <p:spPr>
            <a:xfrm>
              <a:off x="8783657" y="2000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6" name="pt47636"/>
            <p:cNvSpPr/>
            <p:nvPr/>
          </p:nvSpPr>
          <p:spPr>
            <a:xfrm>
              <a:off x="8876545" y="1942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7" name="pt47637"/>
            <p:cNvSpPr/>
            <p:nvPr/>
          </p:nvSpPr>
          <p:spPr>
            <a:xfrm>
              <a:off x="9585294" y="207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8" name="pt47638"/>
            <p:cNvSpPr/>
            <p:nvPr/>
          </p:nvSpPr>
          <p:spPr>
            <a:xfrm>
              <a:off x="8921023" y="1762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9" name="pt47639"/>
            <p:cNvSpPr/>
            <p:nvPr/>
          </p:nvSpPr>
          <p:spPr>
            <a:xfrm>
              <a:off x="8563654" y="2265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0" name="pt47640"/>
            <p:cNvSpPr/>
            <p:nvPr/>
          </p:nvSpPr>
          <p:spPr>
            <a:xfrm>
              <a:off x="9103999" y="1985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1" name="pt47641"/>
            <p:cNvSpPr/>
            <p:nvPr/>
          </p:nvSpPr>
          <p:spPr>
            <a:xfrm>
              <a:off x="8347210" y="2350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2" name="pt47642"/>
            <p:cNvSpPr/>
            <p:nvPr/>
          </p:nvSpPr>
          <p:spPr>
            <a:xfrm>
              <a:off x="9253114" y="1961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3" name="pt47643"/>
            <p:cNvSpPr/>
            <p:nvPr/>
          </p:nvSpPr>
          <p:spPr>
            <a:xfrm>
              <a:off x="8923469" y="1956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4" name="pt47644"/>
            <p:cNvSpPr/>
            <p:nvPr/>
          </p:nvSpPr>
          <p:spPr>
            <a:xfrm>
              <a:off x="8523538" y="2402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5" name="pt47645"/>
            <p:cNvSpPr/>
            <p:nvPr/>
          </p:nvSpPr>
          <p:spPr>
            <a:xfrm>
              <a:off x="8544712" y="2341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6" name="pt47646"/>
            <p:cNvSpPr/>
            <p:nvPr/>
          </p:nvSpPr>
          <p:spPr>
            <a:xfrm>
              <a:off x="9381946" y="2045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7" name="pt47647"/>
            <p:cNvSpPr/>
            <p:nvPr/>
          </p:nvSpPr>
          <p:spPr>
            <a:xfrm>
              <a:off x="9500971" y="2484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8" name="pt47648"/>
            <p:cNvSpPr/>
            <p:nvPr/>
          </p:nvSpPr>
          <p:spPr>
            <a:xfrm>
              <a:off x="9116046" y="1935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9" name="pt47649"/>
            <p:cNvSpPr/>
            <p:nvPr/>
          </p:nvSpPr>
          <p:spPr>
            <a:xfrm>
              <a:off x="8958659" y="2254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0" name="pt47650"/>
            <p:cNvSpPr/>
            <p:nvPr/>
          </p:nvSpPr>
          <p:spPr>
            <a:xfrm>
              <a:off x="8954618" y="2284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1" name="pt47651"/>
            <p:cNvSpPr/>
            <p:nvPr/>
          </p:nvSpPr>
          <p:spPr>
            <a:xfrm>
              <a:off x="8778290" y="204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2" name="pt47652"/>
            <p:cNvSpPr/>
            <p:nvPr/>
          </p:nvSpPr>
          <p:spPr>
            <a:xfrm>
              <a:off x="9046860" y="2331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3" name="pt47653"/>
            <p:cNvSpPr/>
            <p:nvPr/>
          </p:nvSpPr>
          <p:spPr>
            <a:xfrm>
              <a:off x="9062094" y="1927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4" name="pt47654"/>
            <p:cNvSpPr/>
            <p:nvPr/>
          </p:nvSpPr>
          <p:spPr>
            <a:xfrm>
              <a:off x="8825875" y="2155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5" name="pt47655"/>
            <p:cNvSpPr/>
            <p:nvPr/>
          </p:nvSpPr>
          <p:spPr>
            <a:xfrm>
              <a:off x="8863465" y="2183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6" name="pt47656"/>
            <p:cNvSpPr/>
            <p:nvPr/>
          </p:nvSpPr>
          <p:spPr>
            <a:xfrm>
              <a:off x="8669323" y="2369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7" name="pt47657"/>
            <p:cNvSpPr/>
            <p:nvPr/>
          </p:nvSpPr>
          <p:spPr>
            <a:xfrm>
              <a:off x="8471820" y="2636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8" name="pt47658"/>
            <p:cNvSpPr/>
            <p:nvPr/>
          </p:nvSpPr>
          <p:spPr>
            <a:xfrm>
              <a:off x="9645731" y="2425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9" name="pt47659"/>
            <p:cNvSpPr/>
            <p:nvPr/>
          </p:nvSpPr>
          <p:spPr>
            <a:xfrm>
              <a:off x="8471820" y="2349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0" name="pt47660"/>
            <p:cNvSpPr/>
            <p:nvPr/>
          </p:nvSpPr>
          <p:spPr>
            <a:xfrm>
              <a:off x="8347210" y="2605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1" name="pt47661"/>
            <p:cNvSpPr/>
            <p:nvPr/>
          </p:nvSpPr>
          <p:spPr>
            <a:xfrm>
              <a:off x="8659047" y="2397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2" name="pt47662"/>
            <p:cNvSpPr/>
            <p:nvPr/>
          </p:nvSpPr>
          <p:spPr>
            <a:xfrm>
              <a:off x="8879672" y="1953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3" name="pt47663"/>
            <p:cNvSpPr/>
            <p:nvPr/>
          </p:nvSpPr>
          <p:spPr>
            <a:xfrm>
              <a:off x="8439043" y="2298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4" name="pt47664"/>
            <p:cNvSpPr/>
            <p:nvPr/>
          </p:nvSpPr>
          <p:spPr>
            <a:xfrm>
              <a:off x="8742215" y="2079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5" name="pt47665"/>
            <p:cNvSpPr/>
            <p:nvPr/>
          </p:nvSpPr>
          <p:spPr>
            <a:xfrm>
              <a:off x="8274318" y="2412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6" name="pt47666"/>
            <p:cNvSpPr/>
            <p:nvPr/>
          </p:nvSpPr>
          <p:spPr>
            <a:xfrm>
              <a:off x="8439043" y="2416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7" name="pt47667"/>
            <p:cNvSpPr/>
            <p:nvPr/>
          </p:nvSpPr>
          <p:spPr>
            <a:xfrm>
              <a:off x="9451392" y="1940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8" name="pt47668"/>
            <p:cNvSpPr/>
            <p:nvPr/>
          </p:nvSpPr>
          <p:spPr>
            <a:xfrm>
              <a:off x="8471820" y="2333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9" name="pt47669"/>
            <p:cNvSpPr/>
            <p:nvPr/>
          </p:nvSpPr>
          <p:spPr>
            <a:xfrm>
              <a:off x="8596430" y="2302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0" name="pt47670"/>
            <p:cNvSpPr/>
            <p:nvPr/>
          </p:nvSpPr>
          <p:spPr>
            <a:xfrm>
              <a:off x="8274318" y="2472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1" name="pt47671"/>
            <p:cNvSpPr/>
            <p:nvPr/>
          </p:nvSpPr>
          <p:spPr>
            <a:xfrm>
              <a:off x="9334476" y="2047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2" name="pt47672"/>
            <p:cNvSpPr/>
            <p:nvPr/>
          </p:nvSpPr>
          <p:spPr>
            <a:xfrm>
              <a:off x="8439043" y="2182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3" name="pt47673"/>
            <p:cNvSpPr/>
            <p:nvPr/>
          </p:nvSpPr>
          <p:spPr>
            <a:xfrm>
              <a:off x="9156826" y="2082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4" name="pt47674"/>
            <p:cNvSpPr/>
            <p:nvPr/>
          </p:nvSpPr>
          <p:spPr>
            <a:xfrm>
              <a:off x="8679043" y="2310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5" name="pt47675"/>
            <p:cNvSpPr/>
            <p:nvPr/>
          </p:nvSpPr>
          <p:spPr>
            <a:xfrm>
              <a:off x="8954618" y="226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6" name="pt47676"/>
            <p:cNvSpPr/>
            <p:nvPr/>
          </p:nvSpPr>
          <p:spPr>
            <a:xfrm>
              <a:off x="8624143" y="2438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7" name="pt47677"/>
            <p:cNvSpPr/>
            <p:nvPr/>
          </p:nvSpPr>
          <p:spPr>
            <a:xfrm>
              <a:off x="9421909" y="2030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8" name="pt47678"/>
            <p:cNvSpPr/>
            <p:nvPr/>
          </p:nvSpPr>
          <p:spPr>
            <a:xfrm>
              <a:off x="8596430" y="2204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9" name="pt47679"/>
            <p:cNvSpPr/>
            <p:nvPr/>
          </p:nvSpPr>
          <p:spPr>
            <a:xfrm>
              <a:off x="8523538" y="2499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0" name="pt47680"/>
            <p:cNvSpPr/>
            <p:nvPr/>
          </p:nvSpPr>
          <p:spPr>
            <a:xfrm>
              <a:off x="8958659" y="2229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1" name="pt47681"/>
            <p:cNvSpPr/>
            <p:nvPr/>
          </p:nvSpPr>
          <p:spPr>
            <a:xfrm>
              <a:off x="9367540" y="2119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2" name="pt47682"/>
            <p:cNvSpPr/>
            <p:nvPr/>
          </p:nvSpPr>
          <p:spPr>
            <a:xfrm>
              <a:off x="9090127" y="1718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3" name="pt47683"/>
            <p:cNvSpPr/>
            <p:nvPr/>
          </p:nvSpPr>
          <p:spPr>
            <a:xfrm>
              <a:off x="8950486" y="2162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4" name="pt47684"/>
            <p:cNvSpPr/>
            <p:nvPr/>
          </p:nvSpPr>
          <p:spPr>
            <a:xfrm>
              <a:off x="8882745" y="1847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5" name="pt47685"/>
            <p:cNvSpPr/>
            <p:nvPr/>
          </p:nvSpPr>
          <p:spPr>
            <a:xfrm>
              <a:off x="9124182" y="2108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6" name="pt47686"/>
            <p:cNvSpPr/>
            <p:nvPr/>
          </p:nvSpPr>
          <p:spPr>
            <a:xfrm>
              <a:off x="8972124" y="2119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7" name="pt47687"/>
            <p:cNvSpPr/>
            <p:nvPr/>
          </p:nvSpPr>
          <p:spPr>
            <a:xfrm>
              <a:off x="9062094" y="1976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8" name="pt47688"/>
            <p:cNvSpPr/>
            <p:nvPr/>
          </p:nvSpPr>
          <p:spPr>
            <a:xfrm>
              <a:off x="9152801" y="1965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9" name="pt47689"/>
            <p:cNvSpPr/>
            <p:nvPr/>
          </p:nvSpPr>
          <p:spPr>
            <a:xfrm>
              <a:off x="8274318" y="2586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0" name="pt47690"/>
            <p:cNvSpPr/>
            <p:nvPr/>
          </p:nvSpPr>
          <p:spPr>
            <a:xfrm>
              <a:off x="8838000" y="210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1" name="pt47691"/>
            <p:cNvSpPr/>
            <p:nvPr/>
          </p:nvSpPr>
          <p:spPr>
            <a:xfrm>
              <a:off x="9806800" y="2527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2" name="pt47692"/>
            <p:cNvSpPr/>
            <p:nvPr/>
          </p:nvSpPr>
          <p:spPr>
            <a:xfrm>
              <a:off x="8742215" y="2064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3" name="pt47693"/>
            <p:cNvSpPr/>
            <p:nvPr/>
          </p:nvSpPr>
          <p:spPr>
            <a:xfrm>
              <a:off x="9302684" y="1990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4" name="pt47694"/>
            <p:cNvSpPr/>
            <p:nvPr/>
          </p:nvSpPr>
          <p:spPr>
            <a:xfrm>
              <a:off x="8274318" y="2596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5" name="pt47695"/>
            <p:cNvSpPr/>
            <p:nvPr/>
          </p:nvSpPr>
          <p:spPr>
            <a:xfrm>
              <a:off x="8735430" y="2157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6" name="pt47696"/>
            <p:cNvSpPr/>
            <p:nvPr/>
          </p:nvSpPr>
          <p:spPr>
            <a:xfrm>
              <a:off x="9431373" y="181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7" name="pt47697"/>
            <p:cNvSpPr/>
            <p:nvPr/>
          </p:nvSpPr>
          <p:spPr>
            <a:xfrm>
              <a:off x="8347210" y="2321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8" name="pt47698"/>
            <p:cNvSpPr/>
            <p:nvPr/>
          </p:nvSpPr>
          <p:spPr>
            <a:xfrm>
              <a:off x="9075096" y="1917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9" name="pt47699"/>
            <p:cNvSpPr/>
            <p:nvPr/>
          </p:nvSpPr>
          <p:spPr>
            <a:xfrm>
              <a:off x="8913479" y="1697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0" name="pt47700"/>
            <p:cNvSpPr/>
            <p:nvPr/>
          </p:nvSpPr>
          <p:spPr>
            <a:xfrm>
              <a:off x="8748753" y="197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1" name="pt47701"/>
            <p:cNvSpPr/>
            <p:nvPr/>
          </p:nvSpPr>
          <p:spPr>
            <a:xfrm>
              <a:off x="9148684" y="2107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2" name="pt47702"/>
            <p:cNvSpPr/>
            <p:nvPr/>
          </p:nvSpPr>
          <p:spPr>
            <a:xfrm>
              <a:off x="8636546" y="2431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3" name="pt47703"/>
            <p:cNvSpPr/>
            <p:nvPr/>
          </p:nvSpPr>
          <p:spPr>
            <a:xfrm>
              <a:off x="8908267" y="1993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4" name="pt47704"/>
            <p:cNvSpPr/>
            <p:nvPr/>
          </p:nvSpPr>
          <p:spPr>
            <a:xfrm>
              <a:off x="9544151" y="2207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5" name="pt47705"/>
            <p:cNvSpPr/>
            <p:nvPr/>
          </p:nvSpPr>
          <p:spPr>
            <a:xfrm>
              <a:off x="8728379" y="2064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6" name="pt47706"/>
            <p:cNvSpPr/>
            <p:nvPr/>
          </p:nvSpPr>
          <p:spPr>
            <a:xfrm>
              <a:off x="9262568" y="2029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7" name="pt47707"/>
            <p:cNvSpPr/>
            <p:nvPr/>
          </p:nvSpPr>
          <p:spPr>
            <a:xfrm>
              <a:off x="9792213" y="2473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8" name="pt47708"/>
            <p:cNvSpPr/>
            <p:nvPr/>
          </p:nvSpPr>
          <p:spPr>
            <a:xfrm>
              <a:off x="9005825" y="1789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9" name="pt47709"/>
            <p:cNvSpPr/>
            <p:nvPr/>
          </p:nvSpPr>
          <p:spPr>
            <a:xfrm>
              <a:off x="9071933" y="2144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0" name="pt47710"/>
            <p:cNvSpPr/>
            <p:nvPr/>
          </p:nvSpPr>
          <p:spPr>
            <a:xfrm>
              <a:off x="8923469" y="1950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1" name="pt47711"/>
            <p:cNvSpPr/>
            <p:nvPr/>
          </p:nvSpPr>
          <p:spPr>
            <a:xfrm>
              <a:off x="9655598" y="2515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2" name="pt47712"/>
            <p:cNvSpPr/>
            <p:nvPr/>
          </p:nvSpPr>
          <p:spPr>
            <a:xfrm>
              <a:off x="9806800" y="2569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3" name="pt47713"/>
            <p:cNvSpPr/>
            <p:nvPr/>
          </p:nvSpPr>
          <p:spPr>
            <a:xfrm>
              <a:off x="9160112" y="1635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4" name="pt47714"/>
            <p:cNvSpPr/>
            <p:nvPr/>
          </p:nvSpPr>
          <p:spPr>
            <a:xfrm>
              <a:off x="9417918" y="1713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5" name="pt47715"/>
            <p:cNvSpPr/>
            <p:nvPr/>
          </p:nvSpPr>
          <p:spPr>
            <a:xfrm>
              <a:off x="8772758" y="2181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6" name="pt47716"/>
            <p:cNvSpPr/>
            <p:nvPr/>
          </p:nvSpPr>
          <p:spPr>
            <a:xfrm>
              <a:off x="8713389" y="2383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7" name="pt47717"/>
            <p:cNvSpPr/>
            <p:nvPr/>
          </p:nvSpPr>
          <p:spPr>
            <a:xfrm>
              <a:off x="8274318" y="2419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8" name="pt47718"/>
            <p:cNvSpPr/>
            <p:nvPr/>
          </p:nvSpPr>
          <p:spPr>
            <a:xfrm>
              <a:off x="8803653" y="2130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9" name="pt47719"/>
            <p:cNvSpPr/>
            <p:nvPr/>
          </p:nvSpPr>
          <p:spPr>
            <a:xfrm>
              <a:off x="8863465" y="2300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0" name="pt47720"/>
            <p:cNvSpPr/>
            <p:nvPr/>
          </p:nvSpPr>
          <p:spPr>
            <a:xfrm>
              <a:off x="9193323" y="2050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1" name="pt47721"/>
            <p:cNvSpPr/>
            <p:nvPr/>
          </p:nvSpPr>
          <p:spPr>
            <a:xfrm>
              <a:off x="9614018" y="2262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2" name="pt47722"/>
            <p:cNvSpPr/>
            <p:nvPr/>
          </p:nvSpPr>
          <p:spPr>
            <a:xfrm>
              <a:off x="8544712" y="2367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3" name="pt47723"/>
            <p:cNvSpPr/>
            <p:nvPr/>
          </p:nvSpPr>
          <p:spPr>
            <a:xfrm>
              <a:off x="8972124" y="2095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4" name="pt47724"/>
            <p:cNvSpPr/>
            <p:nvPr/>
          </p:nvSpPr>
          <p:spPr>
            <a:xfrm>
              <a:off x="9013348" y="1533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5" name="pt47725"/>
            <p:cNvSpPr/>
            <p:nvPr/>
          </p:nvSpPr>
          <p:spPr>
            <a:xfrm>
              <a:off x="9002725" y="1946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6" name="pt47726"/>
            <p:cNvSpPr/>
            <p:nvPr/>
          </p:nvSpPr>
          <p:spPr>
            <a:xfrm>
              <a:off x="8852989" y="2066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7" name="pt47727"/>
            <p:cNvSpPr/>
            <p:nvPr/>
          </p:nvSpPr>
          <p:spPr>
            <a:xfrm>
              <a:off x="8523538" y="2470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8" name="pt47728"/>
            <p:cNvSpPr/>
            <p:nvPr/>
          </p:nvSpPr>
          <p:spPr>
            <a:xfrm>
              <a:off x="9294853" y="1970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9" name="pt47729"/>
            <p:cNvSpPr/>
            <p:nvPr/>
          </p:nvSpPr>
          <p:spPr>
            <a:xfrm>
              <a:off x="9066533" y="1728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0" name="pt47730"/>
            <p:cNvSpPr/>
            <p:nvPr/>
          </p:nvSpPr>
          <p:spPr>
            <a:xfrm>
              <a:off x="9332489" y="2067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1" name="pt47731"/>
            <p:cNvSpPr/>
            <p:nvPr/>
          </p:nvSpPr>
          <p:spPr>
            <a:xfrm>
              <a:off x="9334476" y="2085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2" name="pt47732"/>
            <p:cNvSpPr/>
            <p:nvPr/>
          </p:nvSpPr>
          <p:spPr>
            <a:xfrm>
              <a:off x="8841866" y="212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3" name="pt47733"/>
            <p:cNvSpPr/>
            <p:nvPr/>
          </p:nvSpPr>
          <p:spPr>
            <a:xfrm>
              <a:off x="9023378" y="186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4" name="pt47734"/>
            <p:cNvSpPr/>
            <p:nvPr/>
          </p:nvSpPr>
          <p:spPr>
            <a:xfrm>
              <a:off x="8856549" y="2191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5" name="pt47735"/>
            <p:cNvSpPr/>
            <p:nvPr/>
          </p:nvSpPr>
          <p:spPr>
            <a:xfrm>
              <a:off x="8648148" y="2482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6" name="pt47736"/>
            <p:cNvSpPr/>
            <p:nvPr/>
          </p:nvSpPr>
          <p:spPr>
            <a:xfrm>
              <a:off x="9002725" y="1934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7" name="pt47737"/>
            <p:cNvSpPr/>
            <p:nvPr/>
          </p:nvSpPr>
          <p:spPr>
            <a:xfrm>
              <a:off x="8748753" y="2048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8" name="pt47738"/>
            <p:cNvSpPr/>
            <p:nvPr/>
          </p:nvSpPr>
          <p:spPr>
            <a:xfrm>
              <a:off x="8879672" y="2076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9" name="pt47739"/>
            <p:cNvSpPr/>
            <p:nvPr/>
          </p:nvSpPr>
          <p:spPr>
            <a:xfrm>
              <a:off x="8910892" y="2141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0" name="pt47740"/>
            <p:cNvSpPr/>
            <p:nvPr/>
          </p:nvSpPr>
          <p:spPr>
            <a:xfrm>
              <a:off x="8761156" y="2218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1" name="pt47741"/>
            <p:cNvSpPr/>
            <p:nvPr/>
          </p:nvSpPr>
          <p:spPr>
            <a:xfrm>
              <a:off x="8636546" y="2352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2" name="pt47742"/>
            <p:cNvSpPr/>
            <p:nvPr/>
          </p:nvSpPr>
          <p:spPr>
            <a:xfrm>
              <a:off x="9285373" y="1853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3" name="pt47743"/>
            <p:cNvSpPr/>
            <p:nvPr/>
          </p:nvSpPr>
          <p:spPr>
            <a:xfrm>
              <a:off x="8563654" y="2169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4" name="pt47744"/>
            <p:cNvSpPr/>
            <p:nvPr/>
          </p:nvSpPr>
          <p:spPr>
            <a:xfrm>
              <a:off x="9236019" y="2112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5" name="pt47745"/>
            <p:cNvSpPr/>
            <p:nvPr/>
          </p:nvSpPr>
          <p:spPr>
            <a:xfrm>
              <a:off x="9181576" y="1925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6" name="pt47746"/>
            <p:cNvSpPr/>
            <p:nvPr/>
          </p:nvSpPr>
          <p:spPr>
            <a:xfrm>
              <a:off x="8713389" y="2339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7" name="pt47747"/>
            <p:cNvSpPr/>
            <p:nvPr/>
          </p:nvSpPr>
          <p:spPr>
            <a:xfrm>
              <a:off x="9149376" y="2099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8" name="pt47748"/>
            <p:cNvSpPr/>
            <p:nvPr/>
          </p:nvSpPr>
          <p:spPr>
            <a:xfrm>
              <a:off x="8523538" y="2533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9" name="pt47749"/>
            <p:cNvSpPr/>
            <p:nvPr/>
          </p:nvSpPr>
          <p:spPr>
            <a:xfrm>
              <a:off x="8563654" y="2259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0" name="pt47750"/>
            <p:cNvSpPr/>
            <p:nvPr/>
          </p:nvSpPr>
          <p:spPr>
            <a:xfrm>
              <a:off x="8954618" y="2241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1" name="pt47751"/>
            <p:cNvSpPr/>
            <p:nvPr/>
          </p:nvSpPr>
          <p:spPr>
            <a:xfrm>
              <a:off x="8897369" y="2042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2" name="pt47752"/>
            <p:cNvSpPr/>
            <p:nvPr/>
          </p:nvSpPr>
          <p:spPr>
            <a:xfrm>
              <a:off x="8563654" y="2172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3" name="pt47753"/>
            <p:cNvSpPr/>
            <p:nvPr/>
          </p:nvSpPr>
          <p:spPr>
            <a:xfrm>
              <a:off x="8845651" y="2013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4" name="pt47754"/>
            <p:cNvSpPr/>
            <p:nvPr/>
          </p:nvSpPr>
          <p:spPr>
            <a:xfrm>
              <a:off x="8876545" y="184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5" name="pt47755"/>
            <p:cNvSpPr/>
            <p:nvPr/>
          </p:nvSpPr>
          <p:spPr>
            <a:xfrm>
              <a:off x="9065434" y="1770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6" name="pt47756"/>
            <p:cNvSpPr/>
            <p:nvPr/>
          </p:nvSpPr>
          <p:spPr>
            <a:xfrm>
              <a:off x="9503592" y="2655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7" name="pt47757"/>
            <p:cNvSpPr/>
            <p:nvPr/>
          </p:nvSpPr>
          <p:spPr>
            <a:xfrm>
              <a:off x="9059833" y="1761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8" name="pt47758"/>
            <p:cNvSpPr/>
            <p:nvPr/>
          </p:nvSpPr>
          <p:spPr>
            <a:xfrm>
              <a:off x="9218071" y="1788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9" name="pt47759"/>
            <p:cNvSpPr/>
            <p:nvPr/>
          </p:nvSpPr>
          <p:spPr>
            <a:xfrm>
              <a:off x="9035502" y="1739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0" name="pt47760"/>
            <p:cNvSpPr/>
            <p:nvPr/>
          </p:nvSpPr>
          <p:spPr>
            <a:xfrm>
              <a:off x="9334969" y="2295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1" name="pt47761"/>
            <p:cNvSpPr/>
            <p:nvPr/>
          </p:nvSpPr>
          <p:spPr>
            <a:xfrm>
              <a:off x="9124975" y="1970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2" name="pt47762"/>
            <p:cNvSpPr/>
            <p:nvPr/>
          </p:nvSpPr>
          <p:spPr>
            <a:xfrm>
              <a:off x="8798858" y="1948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3" name="pt47763"/>
            <p:cNvSpPr/>
            <p:nvPr/>
          </p:nvSpPr>
          <p:spPr>
            <a:xfrm>
              <a:off x="8767051" y="2250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4" name="pt47764"/>
            <p:cNvSpPr/>
            <p:nvPr/>
          </p:nvSpPr>
          <p:spPr>
            <a:xfrm>
              <a:off x="8636546" y="241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5" name="pt47765"/>
            <p:cNvSpPr/>
            <p:nvPr/>
          </p:nvSpPr>
          <p:spPr>
            <a:xfrm>
              <a:off x="8688264" y="2418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6" name="pt47766"/>
            <p:cNvSpPr/>
            <p:nvPr/>
          </p:nvSpPr>
          <p:spPr>
            <a:xfrm>
              <a:off x="9527393" y="1812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7" name="pt47767"/>
            <p:cNvSpPr/>
            <p:nvPr/>
          </p:nvSpPr>
          <p:spPr>
            <a:xfrm>
              <a:off x="9233005" y="2209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8" name="pt47768"/>
            <p:cNvSpPr/>
            <p:nvPr/>
          </p:nvSpPr>
          <p:spPr>
            <a:xfrm>
              <a:off x="9086240" y="1924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9" name="pt47769"/>
            <p:cNvSpPr/>
            <p:nvPr/>
          </p:nvSpPr>
          <p:spPr>
            <a:xfrm>
              <a:off x="8679043" y="2399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0" name="pt47770"/>
            <p:cNvSpPr/>
            <p:nvPr/>
          </p:nvSpPr>
          <p:spPr>
            <a:xfrm>
              <a:off x="9243545" y="2169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1" name="pt47771"/>
            <p:cNvSpPr/>
            <p:nvPr/>
          </p:nvSpPr>
          <p:spPr>
            <a:xfrm>
              <a:off x="8821645" y="2093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2" name="pt47772"/>
            <p:cNvSpPr/>
            <p:nvPr/>
          </p:nvSpPr>
          <p:spPr>
            <a:xfrm>
              <a:off x="9140881" y="203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3" name="pt47773"/>
            <p:cNvSpPr/>
            <p:nvPr/>
          </p:nvSpPr>
          <p:spPr>
            <a:xfrm>
              <a:off x="8274318" y="2407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4" name="pt47774"/>
            <p:cNvSpPr/>
            <p:nvPr/>
          </p:nvSpPr>
          <p:spPr>
            <a:xfrm>
              <a:off x="8964553" y="2276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5" name="pt47775"/>
            <p:cNvSpPr/>
            <p:nvPr/>
          </p:nvSpPr>
          <p:spPr>
            <a:xfrm>
              <a:off x="8778290" y="1972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6" name="pt47776"/>
            <p:cNvSpPr/>
            <p:nvPr/>
          </p:nvSpPr>
          <p:spPr>
            <a:xfrm>
              <a:off x="9045633" y="2235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7" name="pt47777"/>
            <p:cNvSpPr/>
            <p:nvPr/>
          </p:nvSpPr>
          <p:spPr>
            <a:xfrm>
              <a:off x="8713389" y="2453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8" name="pt47778"/>
            <p:cNvSpPr/>
            <p:nvPr/>
          </p:nvSpPr>
          <p:spPr>
            <a:xfrm>
              <a:off x="9044397" y="2084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9" name="pt47779"/>
            <p:cNvSpPr/>
            <p:nvPr/>
          </p:nvSpPr>
          <p:spPr>
            <a:xfrm>
              <a:off x="8544712" y="2527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0" name="pt47780"/>
            <p:cNvSpPr/>
            <p:nvPr/>
          </p:nvSpPr>
          <p:spPr>
            <a:xfrm>
              <a:off x="9031551" y="1528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1" name="pt47781"/>
            <p:cNvSpPr/>
            <p:nvPr/>
          </p:nvSpPr>
          <p:spPr>
            <a:xfrm>
              <a:off x="9363383" y="2017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2" name="pt47782"/>
            <p:cNvSpPr/>
            <p:nvPr/>
          </p:nvSpPr>
          <p:spPr>
            <a:xfrm>
              <a:off x="8808322" y="2245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3" name="pt47783"/>
            <p:cNvSpPr/>
            <p:nvPr/>
          </p:nvSpPr>
          <p:spPr>
            <a:xfrm>
              <a:off x="9057543" y="1738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4" name="pt47784"/>
            <p:cNvSpPr/>
            <p:nvPr/>
          </p:nvSpPr>
          <p:spPr>
            <a:xfrm>
              <a:off x="9500971" y="2420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5" name="pt47785"/>
            <p:cNvSpPr/>
            <p:nvPr/>
          </p:nvSpPr>
          <p:spPr>
            <a:xfrm>
              <a:off x="8891661" y="2096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6" name="pt47786"/>
            <p:cNvSpPr/>
            <p:nvPr/>
          </p:nvSpPr>
          <p:spPr>
            <a:xfrm>
              <a:off x="8610820" y="2097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7" name="pt47787"/>
            <p:cNvSpPr/>
            <p:nvPr/>
          </p:nvSpPr>
          <p:spPr>
            <a:xfrm>
              <a:off x="8841866" y="1984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8" name="pt47788"/>
            <p:cNvSpPr/>
            <p:nvPr/>
          </p:nvSpPr>
          <p:spPr>
            <a:xfrm>
              <a:off x="9087220" y="1932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9" name="pt47789"/>
            <p:cNvSpPr/>
            <p:nvPr/>
          </p:nvSpPr>
          <p:spPr>
            <a:xfrm>
              <a:off x="8274318" y="2439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0" name="pt47790"/>
            <p:cNvSpPr/>
            <p:nvPr/>
          </p:nvSpPr>
          <p:spPr>
            <a:xfrm>
              <a:off x="8610820" y="2080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1" name="pt47791"/>
            <p:cNvSpPr/>
            <p:nvPr/>
          </p:nvSpPr>
          <p:spPr>
            <a:xfrm>
              <a:off x="9655598" y="2327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2" name="pt47792"/>
            <p:cNvSpPr/>
            <p:nvPr/>
          </p:nvSpPr>
          <p:spPr>
            <a:xfrm>
              <a:off x="9086240" y="1964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3" name="pt47793"/>
            <p:cNvSpPr/>
            <p:nvPr/>
          </p:nvSpPr>
          <p:spPr>
            <a:xfrm>
              <a:off x="8596430" y="2346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4" name="pt47794"/>
            <p:cNvSpPr/>
            <p:nvPr/>
          </p:nvSpPr>
          <p:spPr>
            <a:xfrm>
              <a:off x="8845651" y="2006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5" name="pt47795"/>
            <p:cNvSpPr/>
            <p:nvPr/>
          </p:nvSpPr>
          <p:spPr>
            <a:xfrm>
              <a:off x="8954618" y="2256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6" name="pt47796"/>
            <p:cNvSpPr/>
            <p:nvPr/>
          </p:nvSpPr>
          <p:spPr>
            <a:xfrm>
              <a:off x="9231697" y="2019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7" name="pt47797"/>
            <p:cNvSpPr/>
            <p:nvPr/>
          </p:nvSpPr>
          <p:spPr>
            <a:xfrm>
              <a:off x="9066533" y="1755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8" name="pt47798"/>
            <p:cNvSpPr/>
            <p:nvPr/>
          </p:nvSpPr>
          <p:spPr>
            <a:xfrm>
              <a:off x="9005825" y="1583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9" name="pt47799"/>
            <p:cNvSpPr/>
            <p:nvPr/>
          </p:nvSpPr>
          <p:spPr>
            <a:xfrm>
              <a:off x="8544712" y="2297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0" name="pt47800"/>
            <p:cNvSpPr/>
            <p:nvPr/>
          </p:nvSpPr>
          <p:spPr>
            <a:xfrm>
              <a:off x="8772758" y="2160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1" name="pt47801"/>
            <p:cNvSpPr/>
            <p:nvPr/>
          </p:nvSpPr>
          <p:spPr>
            <a:xfrm>
              <a:off x="8825875" y="2034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2" name="pt47802"/>
            <p:cNvSpPr/>
            <p:nvPr/>
          </p:nvSpPr>
          <p:spPr>
            <a:xfrm>
              <a:off x="8808322" y="2252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3" name="pt47803"/>
            <p:cNvSpPr/>
            <p:nvPr/>
          </p:nvSpPr>
          <p:spPr>
            <a:xfrm>
              <a:off x="9040639" y="1713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4" name="pt47804"/>
            <p:cNvSpPr/>
            <p:nvPr/>
          </p:nvSpPr>
          <p:spPr>
            <a:xfrm>
              <a:off x="9199183" y="2023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5" name="pt47805"/>
            <p:cNvSpPr/>
            <p:nvPr/>
          </p:nvSpPr>
          <p:spPr>
            <a:xfrm>
              <a:off x="8688264" y="2270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6" name="pt47806"/>
            <p:cNvSpPr/>
            <p:nvPr/>
          </p:nvSpPr>
          <p:spPr>
            <a:xfrm>
              <a:off x="9005825" y="1507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7" name="pt47807"/>
            <p:cNvSpPr/>
            <p:nvPr/>
          </p:nvSpPr>
          <p:spPr>
            <a:xfrm>
              <a:off x="9223646" y="1860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8" name="pt47808"/>
            <p:cNvSpPr/>
            <p:nvPr/>
          </p:nvSpPr>
          <p:spPr>
            <a:xfrm>
              <a:off x="9039368" y="1814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9" name="pt47809"/>
            <p:cNvSpPr/>
            <p:nvPr/>
          </p:nvSpPr>
          <p:spPr>
            <a:xfrm>
              <a:off x="8713389" y="2189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0" name="pt47810"/>
            <p:cNvSpPr/>
            <p:nvPr/>
          </p:nvSpPr>
          <p:spPr>
            <a:xfrm>
              <a:off x="8580788" y="2139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1" name="pt47811"/>
            <p:cNvSpPr/>
            <p:nvPr/>
          </p:nvSpPr>
          <p:spPr>
            <a:xfrm>
              <a:off x="8996361" y="1983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2" name="pt47812"/>
            <p:cNvSpPr/>
            <p:nvPr/>
          </p:nvSpPr>
          <p:spPr>
            <a:xfrm>
              <a:off x="8669323" y="236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3" name="pt47813"/>
            <p:cNvSpPr/>
            <p:nvPr/>
          </p:nvSpPr>
          <p:spPr>
            <a:xfrm>
              <a:off x="9027511" y="1791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4" name="pt47814"/>
            <p:cNvSpPr/>
            <p:nvPr/>
          </p:nvSpPr>
          <p:spPr>
            <a:xfrm>
              <a:off x="8636546" y="2427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5" name="pt47815"/>
            <p:cNvSpPr/>
            <p:nvPr/>
          </p:nvSpPr>
          <p:spPr>
            <a:xfrm>
              <a:off x="8679043" y="1931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6" name="pt47816"/>
            <p:cNvSpPr/>
            <p:nvPr/>
          </p:nvSpPr>
          <p:spPr>
            <a:xfrm>
              <a:off x="8742215" y="2064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7" name="pt47817"/>
            <p:cNvSpPr/>
            <p:nvPr/>
          </p:nvSpPr>
          <p:spPr>
            <a:xfrm>
              <a:off x="8471820" y="2341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8" name="pt47818"/>
            <p:cNvSpPr/>
            <p:nvPr/>
          </p:nvSpPr>
          <p:spPr>
            <a:xfrm>
              <a:off x="9527393" y="1689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9" name="pt47819"/>
            <p:cNvSpPr/>
            <p:nvPr/>
          </p:nvSpPr>
          <p:spPr>
            <a:xfrm>
              <a:off x="8748753" y="1915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0" name="pt47820"/>
            <p:cNvSpPr/>
            <p:nvPr/>
          </p:nvSpPr>
          <p:spPr>
            <a:xfrm>
              <a:off x="8981160" y="1931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1" name="pt47821"/>
            <p:cNvSpPr/>
            <p:nvPr/>
          </p:nvSpPr>
          <p:spPr>
            <a:xfrm>
              <a:off x="8274318" y="2468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2" name="pt47822"/>
            <p:cNvSpPr/>
            <p:nvPr/>
          </p:nvSpPr>
          <p:spPr>
            <a:xfrm>
              <a:off x="8398928" y="2276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3" name="pt47823"/>
            <p:cNvSpPr/>
            <p:nvPr/>
          </p:nvSpPr>
          <p:spPr>
            <a:xfrm>
              <a:off x="8997973" y="1830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4" name="pt47824"/>
            <p:cNvSpPr/>
            <p:nvPr/>
          </p:nvSpPr>
          <p:spPr>
            <a:xfrm>
              <a:off x="8596430" y="2361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5" name="pt47825"/>
            <p:cNvSpPr/>
            <p:nvPr/>
          </p:nvSpPr>
          <p:spPr>
            <a:xfrm>
              <a:off x="8471820" y="2407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6" name="pt47826"/>
            <p:cNvSpPr/>
            <p:nvPr/>
          </p:nvSpPr>
          <p:spPr>
            <a:xfrm>
              <a:off x="9627091" y="2436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7" name="pt47827"/>
            <p:cNvSpPr/>
            <p:nvPr/>
          </p:nvSpPr>
          <p:spPr>
            <a:xfrm>
              <a:off x="8636546" y="2329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8" name="pt47828"/>
            <p:cNvSpPr/>
            <p:nvPr/>
          </p:nvSpPr>
          <p:spPr>
            <a:xfrm>
              <a:off x="9237295" y="214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9" name="pt47829"/>
            <p:cNvSpPr/>
            <p:nvPr/>
          </p:nvSpPr>
          <p:spPr>
            <a:xfrm>
              <a:off x="9039368" y="1831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0" name="pt47830"/>
            <p:cNvSpPr/>
            <p:nvPr/>
          </p:nvSpPr>
          <p:spPr>
            <a:xfrm>
              <a:off x="9187265" y="1985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1" name="pt47831"/>
            <p:cNvSpPr/>
            <p:nvPr/>
          </p:nvSpPr>
          <p:spPr>
            <a:xfrm>
              <a:off x="9049289" y="2281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2" name="pt47832"/>
            <p:cNvSpPr/>
            <p:nvPr/>
          </p:nvSpPr>
          <p:spPr>
            <a:xfrm>
              <a:off x="9147988" y="2096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3" name="pt47833"/>
            <p:cNvSpPr/>
            <p:nvPr/>
          </p:nvSpPr>
          <p:spPr>
            <a:xfrm>
              <a:off x="9368156" y="2131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4" name="pt47834"/>
            <p:cNvSpPr/>
            <p:nvPr/>
          </p:nvSpPr>
          <p:spPr>
            <a:xfrm>
              <a:off x="8910892" y="1924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5" name="pt47835"/>
            <p:cNvSpPr/>
            <p:nvPr/>
          </p:nvSpPr>
          <p:spPr>
            <a:xfrm>
              <a:off x="9226820" y="180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6" name="pt47836"/>
            <p:cNvSpPr/>
            <p:nvPr/>
          </p:nvSpPr>
          <p:spPr>
            <a:xfrm>
              <a:off x="8879672" y="1958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7" name="pt47837"/>
            <p:cNvSpPr/>
            <p:nvPr/>
          </p:nvSpPr>
          <p:spPr>
            <a:xfrm>
              <a:off x="8984651" y="1799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8" name="pt47838"/>
            <p:cNvSpPr/>
            <p:nvPr/>
          </p:nvSpPr>
          <p:spPr>
            <a:xfrm>
              <a:off x="9435925" y="1868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9" name="pt47839"/>
            <p:cNvSpPr/>
            <p:nvPr/>
          </p:nvSpPr>
          <p:spPr>
            <a:xfrm>
              <a:off x="8856549" y="2260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0" name="pt47840"/>
            <p:cNvSpPr/>
            <p:nvPr/>
          </p:nvSpPr>
          <p:spPr>
            <a:xfrm>
              <a:off x="8596430" y="2299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1" name="pt47841"/>
            <p:cNvSpPr/>
            <p:nvPr/>
          </p:nvSpPr>
          <p:spPr>
            <a:xfrm>
              <a:off x="8948383" y="2033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2" name="pt47842"/>
            <p:cNvSpPr/>
            <p:nvPr/>
          </p:nvSpPr>
          <p:spPr>
            <a:xfrm>
              <a:off x="8274318" y="2374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3" name="pt47843"/>
            <p:cNvSpPr/>
            <p:nvPr/>
          </p:nvSpPr>
          <p:spPr>
            <a:xfrm>
              <a:off x="8471820" y="2382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4" name="pt47844"/>
            <p:cNvSpPr/>
            <p:nvPr/>
          </p:nvSpPr>
          <p:spPr>
            <a:xfrm>
              <a:off x="8761156" y="2231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5" name="pt47845"/>
            <p:cNvSpPr/>
            <p:nvPr/>
          </p:nvSpPr>
          <p:spPr>
            <a:xfrm>
              <a:off x="8439043" y="233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6" name="pt47846"/>
            <p:cNvSpPr/>
            <p:nvPr/>
          </p:nvSpPr>
          <p:spPr>
            <a:xfrm>
              <a:off x="8624143" y="2444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7" name="pt47847"/>
            <p:cNvSpPr/>
            <p:nvPr/>
          </p:nvSpPr>
          <p:spPr>
            <a:xfrm>
              <a:off x="9308769" y="2147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8" name="pt47848"/>
            <p:cNvSpPr/>
            <p:nvPr/>
          </p:nvSpPr>
          <p:spPr>
            <a:xfrm>
              <a:off x="8897369" y="2043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9" name="pt47849"/>
            <p:cNvSpPr/>
            <p:nvPr/>
          </p:nvSpPr>
          <p:spPr>
            <a:xfrm>
              <a:off x="8958659" y="2337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0" name="pt47850"/>
            <p:cNvSpPr/>
            <p:nvPr/>
          </p:nvSpPr>
          <p:spPr>
            <a:xfrm>
              <a:off x="8767051" y="2226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1" name="pt47851"/>
            <p:cNvSpPr/>
            <p:nvPr/>
          </p:nvSpPr>
          <p:spPr>
            <a:xfrm>
              <a:off x="9026144" y="1950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2" name="pt47852"/>
            <p:cNvSpPr/>
            <p:nvPr/>
          </p:nvSpPr>
          <p:spPr>
            <a:xfrm>
              <a:off x="9074048" y="1880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3" name="pt47853"/>
            <p:cNvSpPr/>
            <p:nvPr/>
          </p:nvSpPr>
          <p:spPr>
            <a:xfrm>
              <a:off x="9395106" y="2233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4" name="pt47854"/>
            <p:cNvSpPr/>
            <p:nvPr/>
          </p:nvSpPr>
          <p:spPr>
            <a:xfrm>
              <a:off x="9639141" y="2089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5" name="pt47855"/>
            <p:cNvSpPr/>
            <p:nvPr/>
          </p:nvSpPr>
          <p:spPr>
            <a:xfrm>
              <a:off x="9101309" y="206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6" name="pt47856"/>
            <p:cNvSpPr/>
            <p:nvPr/>
          </p:nvSpPr>
          <p:spPr>
            <a:xfrm>
              <a:off x="8523538" y="2543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7" name="pt47857"/>
            <p:cNvSpPr/>
            <p:nvPr/>
          </p:nvSpPr>
          <p:spPr>
            <a:xfrm>
              <a:off x="9182728" y="2000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8" name="pt47858"/>
            <p:cNvSpPr/>
            <p:nvPr/>
          </p:nvSpPr>
          <p:spPr>
            <a:xfrm>
              <a:off x="8523538" y="2412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9" name="pt47859"/>
            <p:cNvSpPr/>
            <p:nvPr/>
          </p:nvSpPr>
          <p:spPr>
            <a:xfrm>
              <a:off x="9049289" y="2288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0" name="pt47860"/>
            <p:cNvSpPr/>
            <p:nvPr/>
          </p:nvSpPr>
          <p:spPr>
            <a:xfrm>
              <a:off x="9538128" y="1684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1" name="pt47861"/>
            <p:cNvSpPr/>
            <p:nvPr/>
          </p:nvSpPr>
          <p:spPr>
            <a:xfrm>
              <a:off x="9075096" y="180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2" name="pt47862"/>
            <p:cNvSpPr/>
            <p:nvPr/>
          </p:nvSpPr>
          <p:spPr>
            <a:xfrm>
              <a:off x="9351205" y="212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3" name="pt47863"/>
            <p:cNvSpPr/>
            <p:nvPr/>
          </p:nvSpPr>
          <p:spPr>
            <a:xfrm>
              <a:off x="9351205" y="2099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4" name="pt47864"/>
            <p:cNvSpPr/>
            <p:nvPr/>
          </p:nvSpPr>
          <p:spPr>
            <a:xfrm>
              <a:off x="8952564" y="2166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5" name="pt47865"/>
            <p:cNvSpPr/>
            <p:nvPr/>
          </p:nvSpPr>
          <p:spPr>
            <a:xfrm>
              <a:off x="8755061" y="2212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6" name="pt47866"/>
            <p:cNvSpPr/>
            <p:nvPr/>
          </p:nvSpPr>
          <p:spPr>
            <a:xfrm>
              <a:off x="9065434" y="1847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7" name="pt47867"/>
            <p:cNvSpPr/>
            <p:nvPr/>
          </p:nvSpPr>
          <p:spPr>
            <a:xfrm>
              <a:off x="8688264" y="2116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8" name="pt47868"/>
            <p:cNvSpPr/>
            <p:nvPr/>
          </p:nvSpPr>
          <p:spPr>
            <a:xfrm>
              <a:off x="8772758" y="204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9" name="pt47869"/>
            <p:cNvSpPr/>
            <p:nvPr/>
          </p:nvSpPr>
          <p:spPr>
            <a:xfrm>
              <a:off x="9317391" y="2163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0" name="pt47870"/>
            <p:cNvSpPr/>
            <p:nvPr/>
          </p:nvSpPr>
          <p:spPr>
            <a:xfrm>
              <a:off x="8856549" y="2202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1" name="pt47871"/>
            <p:cNvSpPr/>
            <p:nvPr/>
          </p:nvSpPr>
          <p:spPr>
            <a:xfrm>
              <a:off x="8772758" y="2039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2" name="pt47872"/>
            <p:cNvSpPr/>
            <p:nvPr/>
          </p:nvSpPr>
          <p:spPr>
            <a:xfrm>
              <a:off x="8783657" y="2315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3" name="pt47873"/>
            <p:cNvSpPr/>
            <p:nvPr/>
          </p:nvSpPr>
          <p:spPr>
            <a:xfrm>
              <a:off x="8742215" y="202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4" name="pt47874"/>
            <p:cNvSpPr/>
            <p:nvPr/>
          </p:nvSpPr>
          <p:spPr>
            <a:xfrm>
              <a:off x="8596430" y="2443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5" name="pt47875"/>
            <p:cNvSpPr/>
            <p:nvPr/>
          </p:nvSpPr>
          <p:spPr>
            <a:xfrm>
              <a:off x="9101309" y="2017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6" name="pt47876"/>
            <p:cNvSpPr/>
            <p:nvPr/>
          </p:nvSpPr>
          <p:spPr>
            <a:xfrm>
              <a:off x="8838000" y="1984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7" name="pt47877"/>
            <p:cNvSpPr/>
            <p:nvPr/>
          </p:nvSpPr>
          <p:spPr>
            <a:xfrm>
              <a:off x="8882745" y="1577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8" name="pt47878"/>
            <p:cNvSpPr/>
            <p:nvPr/>
          </p:nvSpPr>
          <p:spPr>
            <a:xfrm>
              <a:off x="9089164" y="1921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9" name="pt47879"/>
            <p:cNvSpPr/>
            <p:nvPr/>
          </p:nvSpPr>
          <p:spPr>
            <a:xfrm>
              <a:off x="8713389" y="2334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0" name="pt47880"/>
            <p:cNvSpPr/>
            <p:nvPr/>
          </p:nvSpPr>
          <p:spPr>
            <a:xfrm>
              <a:off x="8563654" y="2225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1" name="pt47881"/>
            <p:cNvSpPr/>
            <p:nvPr/>
          </p:nvSpPr>
          <p:spPr>
            <a:xfrm>
              <a:off x="8610820" y="2168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2" name="pt47882"/>
            <p:cNvSpPr/>
            <p:nvPr/>
          </p:nvSpPr>
          <p:spPr>
            <a:xfrm>
              <a:off x="9237295" y="2084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3" name="pt47883"/>
            <p:cNvSpPr/>
            <p:nvPr/>
          </p:nvSpPr>
          <p:spPr>
            <a:xfrm>
              <a:off x="8523538" y="2443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4" name="pt47884"/>
            <p:cNvSpPr/>
            <p:nvPr/>
          </p:nvSpPr>
          <p:spPr>
            <a:xfrm>
              <a:off x="8596430" y="2266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5" name="pt47885"/>
            <p:cNvSpPr/>
            <p:nvPr/>
          </p:nvSpPr>
          <p:spPr>
            <a:xfrm>
              <a:off x="8713389" y="2090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6" name="pt47886"/>
            <p:cNvSpPr/>
            <p:nvPr/>
          </p:nvSpPr>
          <p:spPr>
            <a:xfrm>
              <a:off x="8398928" y="2391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7" name="pt47887"/>
            <p:cNvSpPr/>
            <p:nvPr/>
          </p:nvSpPr>
          <p:spPr>
            <a:xfrm>
              <a:off x="9401682" y="2163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8" name="pt47888"/>
            <p:cNvSpPr/>
            <p:nvPr/>
          </p:nvSpPr>
          <p:spPr>
            <a:xfrm>
              <a:off x="9567694" y="2556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9" name="pt47889"/>
            <p:cNvSpPr/>
            <p:nvPr/>
          </p:nvSpPr>
          <p:spPr>
            <a:xfrm>
              <a:off x="9502529" y="2459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0" name="pt47890"/>
            <p:cNvSpPr/>
            <p:nvPr/>
          </p:nvSpPr>
          <p:spPr>
            <a:xfrm>
              <a:off x="8636546" y="2313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1" name="pt47891"/>
            <p:cNvSpPr/>
            <p:nvPr/>
          </p:nvSpPr>
          <p:spPr>
            <a:xfrm>
              <a:off x="8849358" y="216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2" name="pt47892"/>
            <p:cNvSpPr/>
            <p:nvPr/>
          </p:nvSpPr>
          <p:spPr>
            <a:xfrm>
              <a:off x="8821645" y="2117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3" name="pt47893"/>
            <p:cNvSpPr/>
            <p:nvPr/>
          </p:nvSpPr>
          <p:spPr>
            <a:xfrm>
              <a:off x="8713389" y="2218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4" name="pt47894"/>
            <p:cNvSpPr/>
            <p:nvPr/>
          </p:nvSpPr>
          <p:spPr>
            <a:xfrm>
              <a:off x="9200228" y="1853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5" name="pt47895"/>
            <p:cNvSpPr/>
            <p:nvPr/>
          </p:nvSpPr>
          <p:spPr>
            <a:xfrm>
              <a:off x="8659047" y="2430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6" name="pt47896"/>
            <p:cNvSpPr/>
            <p:nvPr/>
          </p:nvSpPr>
          <p:spPr>
            <a:xfrm>
              <a:off x="9049289" y="2154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7" name="pt47897"/>
            <p:cNvSpPr/>
            <p:nvPr/>
          </p:nvSpPr>
          <p:spPr>
            <a:xfrm>
              <a:off x="8973968" y="1987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8" name="pt47898"/>
            <p:cNvSpPr/>
            <p:nvPr/>
          </p:nvSpPr>
          <p:spPr>
            <a:xfrm>
              <a:off x="8398928" y="2308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9" name="pt47899"/>
            <p:cNvSpPr/>
            <p:nvPr/>
          </p:nvSpPr>
          <p:spPr>
            <a:xfrm>
              <a:off x="8471820" y="2432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0" name="pt47900"/>
            <p:cNvSpPr/>
            <p:nvPr/>
          </p:nvSpPr>
          <p:spPr>
            <a:xfrm>
              <a:off x="8636546" y="2446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1" name="pt47901"/>
            <p:cNvSpPr/>
            <p:nvPr/>
          </p:nvSpPr>
          <p:spPr>
            <a:xfrm>
              <a:off x="8964553" y="227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2" name="pt47902"/>
            <p:cNvSpPr/>
            <p:nvPr/>
          </p:nvSpPr>
          <p:spPr>
            <a:xfrm>
              <a:off x="9200228" y="1834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3" name="pt47903"/>
            <p:cNvSpPr/>
            <p:nvPr/>
          </p:nvSpPr>
          <p:spPr>
            <a:xfrm>
              <a:off x="8636546" y="2406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4" name="pt47904"/>
            <p:cNvSpPr/>
            <p:nvPr/>
          </p:nvSpPr>
          <p:spPr>
            <a:xfrm>
              <a:off x="8761156" y="2318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5" name="pt47905"/>
            <p:cNvSpPr/>
            <p:nvPr/>
          </p:nvSpPr>
          <p:spPr>
            <a:xfrm>
              <a:off x="8713389" y="2326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6" name="pt47906"/>
            <p:cNvSpPr/>
            <p:nvPr/>
          </p:nvSpPr>
          <p:spPr>
            <a:xfrm>
              <a:off x="8688264" y="2337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7" name="pt47907"/>
            <p:cNvSpPr/>
            <p:nvPr/>
          </p:nvSpPr>
          <p:spPr>
            <a:xfrm>
              <a:off x="9614018" y="2288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8" name="pt47908"/>
            <p:cNvSpPr/>
            <p:nvPr/>
          </p:nvSpPr>
          <p:spPr>
            <a:xfrm>
              <a:off x="9065434" y="1774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9" name="pt47909"/>
            <p:cNvSpPr/>
            <p:nvPr/>
          </p:nvSpPr>
          <p:spPr>
            <a:xfrm>
              <a:off x="8876545" y="1866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0" name="pt47910"/>
            <p:cNvSpPr/>
            <p:nvPr/>
          </p:nvSpPr>
          <p:spPr>
            <a:xfrm>
              <a:off x="9023378" y="1918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1" name="pt47911"/>
            <p:cNvSpPr/>
            <p:nvPr/>
          </p:nvSpPr>
          <p:spPr>
            <a:xfrm>
              <a:off x="9066533" y="1922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2" name="pt47912"/>
            <p:cNvSpPr/>
            <p:nvPr/>
          </p:nvSpPr>
          <p:spPr>
            <a:xfrm>
              <a:off x="9268724" y="1565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3" name="pt47913"/>
            <p:cNvSpPr/>
            <p:nvPr/>
          </p:nvSpPr>
          <p:spPr>
            <a:xfrm>
              <a:off x="8873363" y="2061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4" name="pt47914"/>
            <p:cNvSpPr/>
            <p:nvPr/>
          </p:nvSpPr>
          <p:spPr>
            <a:xfrm>
              <a:off x="8897369" y="225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5" name="pt47915"/>
            <p:cNvSpPr/>
            <p:nvPr/>
          </p:nvSpPr>
          <p:spPr>
            <a:xfrm>
              <a:off x="9048079" y="2171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6" name="pt47916"/>
            <p:cNvSpPr/>
            <p:nvPr/>
          </p:nvSpPr>
          <p:spPr>
            <a:xfrm>
              <a:off x="8523538" y="2440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7" name="pt47917"/>
            <p:cNvSpPr/>
            <p:nvPr/>
          </p:nvSpPr>
          <p:spPr>
            <a:xfrm>
              <a:off x="8563654" y="2205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8" name="pt47918"/>
            <p:cNvSpPr/>
            <p:nvPr/>
          </p:nvSpPr>
          <p:spPr>
            <a:xfrm>
              <a:off x="8999571" y="1767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9" name="pt47919"/>
            <p:cNvSpPr/>
            <p:nvPr/>
          </p:nvSpPr>
          <p:spPr>
            <a:xfrm>
              <a:off x="8735430" y="2125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0" name="pt47920"/>
            <p:cNvSpPr/>
            <p:nvPr/>
          </p:nvSpPr>
          <p:spPr>
            <a:xfrm>
              <a:off x="9030214" y="1737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1" name="pt47921"/>
            <p:cNvSpPr/>
            <p:nvPr/>
          </p:nvSpPr>
          <p:spPr>
            <a:xfrm>
              <a:off x="9351205" y="2049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2" name="pt47922"/>
            <p:cNvSpPr/>
            <p:nvPr/>
          </p:nvSpPr>
          <p:spPr>
            <a:xfrm>
              <a:off x="9877988" y="2369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3" name="pt47923"/>
            <p:cNvSpPr/>
            <p:nvPr/>
          </p:nvSpPr>
          <p:spPr>
            <a:xfrm>
              <a:off x="9051686" y="2205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4" name="pt47924"/>
            <p:cNvSpPr/>
            <p:nvPr/>
          </p:nvSpPr>
          <p:spPr>
            <a:xfrm>
              <a:off x="8834048" y="1949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5" name="pt47925"/>
            <p:cNvSpPr/>
            <p:nvPr/>
          </p:nvSpPr>
          <p:spPr>
            <a:xfrm>
              <a:off x="9541125" y="1592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6" name="pt47926"/>
            <p:cNvSpPr/>
            <p:nvPr/>
          </p:nvSpPr>
          <p:spPr>
            <a:xfrm>
              <a:off x="9370394" y="2104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7" name="pt47927"/>
            <p:cNvSpPr/>
            <p:nvPr/>
          </p:nvSpPr>
          <p:spPr>
            <a:xfrm>
              <a:off x="9488519" y="2460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8" name="pt47928"/>
            <p:cNvSpPr/>
            <p:nvPr/>
          </p:nvSpPr>
          <p:spPr>
            <a:xfrm>
              <a:off x="8856549" y="2291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9" name="pt47929"/>
            <p:cNvSpPr/>
            <p:nvPr/>
          </p:nvSpPr>
          <p:spPr>
            <a:xfrm>
              <a:off x="8838000" y="2183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0" name="pt47930"/>
            <p:cNvSpPr/>
            <p:nvPr/>
          </p:nvSpPr>
          <p:spPr>
            <a:xfrm>
              <a:off x="8347210" y="2166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1" name="pt47931"/>
            <p:cNvSpPr/>
            <p:nvPr/>
          </p:nvSpPr>
          <p:spPr>
            <a:xfrm>
              <a:off x="9294237" y="1784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2" name="pt47932"/>
            <p:cNvSpPr/>
            <p:nvPr/>
          </p:nvSpPr>
          <p:spPr>
            <a:xfrm>
              <a:off x="9030214" y="1642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3" name="pt47933"/>
            <p:cNvSpPr/>
            <p:nvPr/>
          </p:nvSpPr>
          <p:spPr>
            <a:xfrm>
              <a:off x="8999571" y="1792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4" name="pt47934"/>
            <p:cNvSpPr/>
            <p:nvPr/>
          </p:nvSpPr>
          <p:spPr>
            <a:xfrm>
              <a:off x="9413835" y="1951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5" name="pt47935"/>
            <p:cNvSpPr/>
            <p:nvPr/>
          </p:nvSpPr>
          <p:spPr>
            <a:xfrm>
              <a:off x="9644062" y="2280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6" name="pt47936"/>
            <p:cNvSpPr/>
            <p:nvPr/>
          </p:nvSpPr>
          <p:spPr>
            <a:xfrm>
              <a:off x="8838000" y="1960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7" name="pt47937"/>
            <p:cNvSpPr/>
            <p:nvPr/>
          </p:nvSpPr>
          <p:spPr>
            <a:xfrm>
              <a:off x="8918543" y="1921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8" name="pt47938"/>
            <p:cNvSpPr/>
            <p:nvPr/>
          </p:nvSpPr>
          <p:spPr>
            <a:xfrm>
              <a:off x="8596430" y="2310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9" name="pt47939"/>
            <p:cNvSpPr/>
            <p:nvPr/>
          </p:nvSpPr>
          <p:spPr>
            <a:xfrm>
              <a:off x="8648148" y="2298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0" name="pt47940"/>
            <p:cNvSpPr/>
            <p:nvPr/>
          </p:nvSpPr>
          <p:spPr>
            <a:xfrm>
              <a:off x="9120160" y="2073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1" name="pt47941"/>
            <p:cNvSpPr/>
            <p:nvPr/>
          </p:nvSpPr>
          <p:spPr>
            <a:xfrm>
              <a:off x="9535645" y="1990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2" name="pt47942"/>
            <p:cNvSpPr/>
            <p:nvPr/>
          </p:nvSpPr>
          <p:spPr>
            <a:xfrm>
              <a:off x="9792213" y="2598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3" name="pt47943"/>
            <p:cNvSpPr/>
            <p:nvPr/>
          </p:nvSpPr>
          <p:spPr>
            <a:xfrm>
              <a:off x="9180997" y="1989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4" name="pt47944"/>
            <p:cNvSpPr/>
            <p:nvPr/>
          </p:nvSpPr>
          <p:spPr>
            <a:xfrm>
              <a:off x="8856549" y="2310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5" name="pt47945"/>
            <p:cNvSpPr/>
            <p:nvPr/>
          </p:nvSpPr>
          <p:spPr>
            <a:xfrm>
              <a:off x="8882745" y="1680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6" name="pt47946"/>
            <p:cNvSpPr/>
            <p:nvPr/>
          </p:nvSpPr>
          <p:spPr>
            <a:xfrm>
              <a:off x="8274318" y="2536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7" name="pt47947"/>
            <p:cNvSpPr/>
            <p:nvPr/>
          </p:nvSpPr>
          <p:spPr>
            <a:xfrm>
              <a:off x="9160112" y="1882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8" name="pt47948"/>
            <p:cNvSpPr/>
            <p:nvPr/>
          </p:nvSpPr>
          <p:spPr>
            <a:xfrm>
              <a:off x="8778290" y="1975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9" name="pt47949"/>
            <p:cNvSpPr/>
            <p:nvPr/>
          </p:nvSpPr>
          <p:spPr>
            <a:xfrm>
              <a:off x="8721041" y="1902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0" name="pt47950"/>
            <p:cNvSpPr/>
            <p:nvPr/>
          </p:nvSpPr>
          <p:spPr>
            <a:xfrm>
              <a:off x="9097658" y="2016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1" name="pt47951"/>
            <p:cNvSpPr/>
            <p:nvPr/>
          </p:nvSpPr>
          <p:spPr>
            <a:xfrm>
              <a:off x="8274318" y="238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2" name="pt47952"/>
            <p:cNvSpPr/>
            <p:nvPr/>
          </p:nvSpPr>
          <p:spPr>
            <a:xfrm>
              <a:off x="8274318" y="2501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3" name="pt47953"/>
            <p:cNvSpPr/>
            <p:nvPr/>
          </p:nvSpPr>
          <p:spPr>
            <a:xfrm>
              <a:off x="8793933" y="1991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4" name="pt47954"/>
            <p:cNvSpPr/>
            <p:nvPr/>
          </p:nvSpPr>
          <p:spPr>
            <a:xfrm>
              <a:off x="8499532" y="2428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5" name="pt47955"/>
            <p:cNvSpPr/>
            <p:nvPr/>
          </p:nvSpPr>
          <p:spPr>
            <a:xfrm>
              <a:off x="8471820" y="2318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6" name="pt47956"/>
            <p:cNvSpPr/>
            <p:nvPr/>
          </p:nvSpPr>
          <p:spPr>
            <a:xfrm>
              <a:off x="8856549" y="2150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7" name="pt47957"/>
            <p:cNvSpPr/>
            <p:nvPr/>
          </p:nvSpPr>
          <p:spPr>
            <a:xfrm>
              <a:off x="9281436" y="1864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8" name="pt47958"/>
            <p:cNvSpPr/>
            <p:nvPr/>
          </p:nvSpPr>
          <p:spPr>
            <a:xfrm>
              <a:off x="8439043" y="2530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9" name="pt47959"/>
            <p:cNvSpPr/>
            <p:nvPr/>
          </p:nvSpPr>
          <p:spPr>
            <a:xfrm>
              <a:off x="8610820" y="1990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0" name="pt47960"/>
            <p:cNvSpPr/>
            <p:nvPr/>
          </p:nvSpPr>
          <p:spPr>
            <a:xfrm>
              <a:off x="8648148" y="2494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1" name="pt47961"/>
            <p:cNvSpPr/>
            <p:nvPr/>
          </p:nvSpPr>
          <p:spPr>
            <a:xfrm>
              <a:off x="9439678" y="1871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2" name="pt47962"/>
            <p:cNvSpPr/>
            <p:nvPr/>
          </p:nvSpPr>
          <p:spPr>
            <a:xfrm>
              <a:off x="8648148" y="2301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3" name="pt47963"/>
            <p:cNvSpPr/>
            <p:nvPr/>
          </p:nvSpPr>
          <p:spPr>
            <a:xfrm>
              <a:off x="8948383" y="2072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4" name="pt47964"/>
            <p:cNvSpPr/>
            <p:nvPr/>
          </p:nvSpPr>
          <p:spPr>
            <a:xfrm>
              <a:off x="9488519" y="2447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5" name="pt47965"/>
            <p:cNvSpPr/>
            <p:nvPr/>
          </p:nvSpPr>
          <p:spPr>
            <a:xfrm>
              <a:off x="8713389" y="2211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6" name="pt47966"/>
            <p:cNvSpPr/>
            <p:nvPr/>
          </p:nvSpPr>
          <p:spPr>
            <a:xfrm>
              <a:off x="9184443" y="2017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7" name="pt47967"/>
            <p:cNvSpPr/>
            <p:nvPr/>
          </p:nvSpPr>
          <p:spPr>
            <a:xfrm>
              <a:off x="9567694" y="2575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8" name="pt47968"/>
            <p:cNvSpPr/>
            <p:nvPr/>
          </p:nvSpPr>
          <p:spPr>
            <a:xfrm>
              <a:off x="9497514" y="2439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9" name="pt47969"/>
            <p:cNvSpPr/>
            <p:nvPr/>
          </p:nvSpPr>
          <p:spPr>
            <a:xfrm>
              <a:off x="8863465" y="2183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0" name="pt47970"/>
            <p:cNvSpPr/>
            <p:nvPr/>
          </p:nvSpPr>
          <p:spPr>
            <a:xfrm>
              <a:off x="9075096" y="2012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1" name="pt47971"/>
            <p:cNvSpPr/>
            <p:nvPr/>
          </p:nvSpPr>
          <p:spPr>
            <a:xfrm>
              <a:off x="8563654" y="2382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2" name="pt47972"/>
            <p:cNvSpPr/>
            <p:nvPr/>
          </p:nvSpPr>
          <p:spPr>
            <a:xfrm>
              <a:off x="8563654" y="2222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3" name="pt47973"/>
            <p:cNvSpPr/>
            <p:nvPr/>
          </p:nvSpPr>
          <p:spPr>
            <a:xfrm>
              <a:off x="9597877" y="2102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4" name="pt47974"/>
            <p:cNvSpPr/>
            <p:nvPr/>
          </p:nvSpPr>
          <p:spPr>
            <a:xfrm>
              <a:off x="9567694" y="2474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5" name="pt47975"/>
            <p:cNvSpPr/>
            <p:nvPr/>
          </p:nvSpPr>
          <p:spPr>
            <a:xfrm>
              <a:off x="8755061" y="2257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6" name="pt47976"/>
            <p:cNvSpPr/>
            <p:nvPr/>
          </p:nvSpPr>
          <p:spPr>
            <a:xfrm>
              <a:off x="9099493" y="2061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7" name="pt47977"/>
            <p:cNvSpPr/>
            <p:nvPr/>
          </p:nvSpPr>
          <p:spPr>
            <a:xfrm>
              <a:off x="8852989" y="1732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8" name="pt47978"/>
            <p:cNvSpPr/>
            <p:nvPr/>
          </p:nvSpPr>
          <p:spPr>
            <a:xfrm>
              <a:off x="9231697" y="2122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9" name="pt47979"/>
            <p:cNvSpPr/>
            <p:nvPr/>
          </p:nvSpPr>
          <p:spPr>
            <a:xfrm>
              <a:off x="9707347" y="1660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0" name="pt47980"/>
            <p:cNvSpPr/>
            <p:nvPr/>
          </p:nvSpPr>
          <p:spPr>
            <a:xfrm>
              <a:off x="8783657" y="2236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1" name="pt47981"/>
            <p:cNvSpPr/>
            <p:nvPr/>
          </p:nvSpPr>
          <p:spPr>
            <a:xfrm>
              <a:off x="9026144" y="1862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2" name="pt47982"/>
            <p:cNvSpPr/>
            <p:nvPr/>
          </p:nvSpPr>
          <p:spPr>
            <a:xfrm>
              <a:off x="8817313" y="1924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3" name="pt47983"/>
            <p:cNvSpPr/>
            <p:nvPr/>
          </p:nvSpPr>
          <p:spPr>
            <a:xfrm>
              <a:off x="9187265" y="2075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4" name="pt47984"/>
            <p:cNvSpPr/>
            <p:nvPr/>
          </p:nvSpPr>
          <p:spPr>
            <a:xfrm>
              <a:off x="8398928" y="2481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5" name="pt47985"/>
            <p:cNvSpPr/>
            <p:nvPr/>
          </p:nvSpPr>
          <p:spPr>
            <a:xfrm>
              <a:off x="9334476" y="2100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6" name="pt47986"/>
            <p:cNvSpPr/>
            <p:nvPr/>
          </p:nvSpPr>
          <p:spPr>
            <a:xfrm>
              <a:off x="9223188" y="1931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7" name="pt47987"/>
            <p:cNvSpPr/>
            <p:nvPr/>
          </p:nvSpPr>
          <p:spPr>
            <a:xfrm>
              <a:off x="9294853" y="1917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8" name="pt47988"/>
            <p:cNvSpPr/>
            <p:nvPr/>
          </p:nvSpPr>
          <p:spPr>
            <a:xfrm>
              <a:off x="9627091" y="2180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9" name="pt47989"/>
            <p:cNvSpPr/>
            <p:nvPr/>
          </p:nvSpPr>
          <p:spPr>
            <a:xfrm>
              <a:off x="8761156" y="2195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0" name="pt47990"/>
            <p:cNvSpPr/>
            <p:nvPr/>
          </p:nvSpPr>
          <p:spPr>
            <a:xfrm>
              <a:off x="9317391" y="2258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1" name="pt47991"/>
            <p:cNvSpPr/>
            <p:nvPr/>
          </p:nvSpPr>
          <p:spPr>
            <a:xfrm>
              <a:off x="9040639" y="1752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2" name="pt47992"/>
            <p:cNvSpPr/>
            <p:nvPr/>
          </p:nvSpPr>
          <p:spPr>
            <a:xfrm>
              <a:off x="8783657" y="2176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3" name="pt47993"/>
            <p:cNvSpPr/>
            <p:nvPr/>
          </p:nvSpPr>
          <p:spPr>
            <a:xfrm>
              <a:off x="8849358" y="1996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4" name="pt47994"/>
            <p:cNvSpPr/>
            <p:nvPr/>
          </p:nvSpPr>
          <p:spPr>
            <a:xfrm>
              <a:off x="8767051" y="2077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5" name="pt47995"/>
            <p:cNvSpPr/>
            <p:nvPr/>
          </p:nvSpPr>
          <p:spPr>
            <a:xfrm>
              <a:off x="8713389" y="2322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6" name="pt47996"/>
            <p:cNvSpPr/>
            <p:nvPr/>
          </p:nvSpPr>
          <p:spPr>
            <a:xfrm>
              <a:off x="8879672" y="2156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7" name="pt47997"/>
            <p:cNvSpPr/>
            <p:nvPr/>
          </p:nvSpPr>
          <p:spPr>
            <a:xfrm>
              <a:off x="9273294" y="1742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8" name="pt47998"/>
            <p:cNvSpPr/>
            <p:nvPr/>
          </p:nvSpPr>
          <p:spPr>
            <a:xfrm>
              <a:off x="9086240" y="2019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9" name="pt47999"/>
            <p:cNvSpPr/>
            <p:nvPr/>
          </p:nvSpPr>
          <p:spPr>
            <a:xfrm>
              <a:off x="8834048" y="2061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0" name="pt48000"/>
            <p:cNvSpPr/>
            <p:nvPr/>
          </p:nvSpPr>
          <p:spPr>
            <a:xfrm>
              <a:off x="8398928" y="2281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1" name="pt48001"/>
            <p:cNvSpPr/>
            <p:nvPr/>
          </p:nvSpPr>
          <p:spPr>
            <a:xfrm>
              <a:off x="8669323" y="233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2" name="pt48002"/>
            <p:cNvSpPr/>
            <p:nvPr/>
          </p:nvSpPr>
          <p:spPr>
            <a:xfrm>
              <a:off x="9681061" y="2206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3" name="pt48003"/>
            <p:cNvSpPr/>
            <p:nvPr/>
          </p:nvSpPr>
          <p:spPr>
            <a:xfrm>
              <a:off x="8398928" y="2631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4" name="pt48004"/>
            <p:cNvSpPr/>
            <p:nvPr/>
          </p:nvSpPr>
          <p:spPr>
            <a:xfrm>
              <a:off x="8471820" y="2332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5" name="pt48005"/>
            <p:cNvSpPr/>
            <p:nvPr/>
          </p:nvSpPr>
          <p:spPr>
            <a:xfrm>
              <a:off x="9097658" y="2165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6" name="pt48006"/>
            <p:cNvSpPr/>
            <p:nvPr/>
          </p:nvSpPr>
          <p:spPr>
            <a:xfrm>
              <a:off x="8398928" y="2392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7" name="pt48007"/>
            <p:cNvSpPr/>
            <p:nvPr/>
          </p:nvSpPr>
          <p:spPr>
            <a:xfrm>
              <a:off x="8834048" y="1925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8" name="pt48008"/>
            <p:cNvSpPr/>
            <p:nvPr/>
          </p:nvSpPr>
          <p:spPr>
            <a:xfrm>
              <a:off x="9513165" y="2386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9" name="pt48009"/>
            <p:cNvSpPr/>
            <p:nvPr/>
          </p:nvSpPr>
          <p:spPr>
            <a:xfrm>
              <a:off x="9468702" y="2034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0" name="pt48010"/>
            <p:cNvSpPr/>
            <p:nvPr/>
          </p:nvSpPr>
          <p:spPr>
            <a:xfrm>
              <a:off x="8563654" y="2256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1" name="pt48011"/>
            <p:cNvSpPr/>
            <p:nvPr/>
          </p:nvSpPr>
          <p:spPr>
            <a:xfrm>
              <a:off x="9157488" y="1882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2" name="pt48012"/>
            <p:cNvSpPr/>
            <p:nvPr/>
          </p:nvSpPr>
          <p:spPr>
            <a:xfrm>
              <a:off x="9519804" y="2731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3" name="pt48013"/>
            <p:cNvSpPr/>
            <p:nvPr/>
          </p:nvSpPr>
          <p:spPr>
            <a:xfrm>
              <a:off x="8866825" y="2068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4" name="pt48014"/>
            <p:cNvSpPr/>
            <p:nvPr/>
          </p:nvSpPr>
          <p:spPr>
            <a:xfrm>
              <a:off x="8563654" y="2147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5" name="pt48015"/>
            <p:cNvSpPr/>
            <p:nvPr/>
          </p:nvSpPr>
          <p:spPr>
            <a:xfrm>
              <a:off x="8783657" y="2226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6" name="pt48016"/>
            <p:cNvSpPr/>
            <p:nvPr/>
          </p:nvSpPr>
          <p:spPr>
            <a:xfrm>
              <a:off x="9594013" y="2245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7" name="pt48017"/>
            <p:cNvSpPr/>
            <p:nvPr/>
          </p:nvSpPr>
          <p:spPr>
            <a:xfrm>
              <a:off x="8636546" y="2424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8" name="pt48018"/>
            <p:cNvSpPr/>
            <p:nvPr/>
          </p:nvSpPr>
          <p:spPr>
            <a:xfrm>
              <a:off x="8834048" y="1922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9" name="pt48019"/>
            <p:cNvSpPr/>
            <p:nvPr/>
          </p:nvSpPr>
          <p:spPr>
            <a:xfrm>
              <a:off x="8523538" y="2266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0" name="pt48020"/>
            <p:cNvSpPr/>
            <p:nvPr/>
          </p:nvSpPr>
          <p:spPr>
            <a:xfrm>
              <a:off x="9059833" y="1936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1" name="pt48021"/>
            <p:cNvSpPr/>
            <p:nvPr/>
          </p:nvSpPr>
          <p:spPr>
            <a:xfrm>
              <a:off x="8274318" y="239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2" name="pt48022"/>
            <p:cNvSpPr/>
            <p:nvPr/>
          </p:nvSpPr>
          <p:spPr>
            <a:xfrm>
              <a:off x="8398928" y="2444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3" name="pt48023"/>
            <p:cNvSpPr/>
            <p:nvPr/>
          </p:nvSpPr>
          <p:spPr>
            <a:xfrm>
              <a:off x="8347210" y="2321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4" name="pt48024"/>
            <p:cNvSpPr/>
            <p:nvPr/>
          </p:nvSpPr>
          <p:spPr>
            <a:xfrm>
              <a:off x="9095805" y="1634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5" name="pt48025"/>
            <p:cNvSpPr/>
            <p:nvPr/>
          </p:nvSpPr>
          <p:spPr>
            <a:xfrm>
              <a:off x="8972124" y="2019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6" name="pt48026"/>
            <p:cNvSpPr/>
            <p:nvPr/>
          </p:nvSpPr>
          <p:spPr>
            <a:xfrm>
              <a:off x="8398928" y="2299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7" name="pt48027"/>
            <p:cNvSpPr/>
            <p:nvPr/>
          </p:nvSpPr>
          <p:spPr>
            <a:xfrm>
              <a:off x="8471820" y="2545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8" name="pt48028"/>
            <p:cNvSpPr/>
            <p:nvPr/>
          </p:nvSpPr>
          <p:spPr>
            <a:xfrm>
              <a:off x="8648148" y="2381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9" name="pt48029"/>
            <p:cNvSpPr/>
            <p:nvPr/>
          </p:nvSpPr>
          <p:spPr>
            <a:xfrm>
              <a:off x="8873363" y="2076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0" name="pt48030"/>
            <p:cNvSpPr/>
            <p:nvPr/>
          </p:nvSpPr>
          <p:spPr>
            <a:xfrm>
              <a:off x="8950486" y="2127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1" name="pt48031"/>
            <p:cNvSpPr/>
            <p:nvPr/>
          </p:nvSpPr>
          <p:spPr>
            <a:xfrm>
              <a:off x="8596430" y="2195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2" name="pt48032"/>
            <p:cNvSpPr/>
            <p:nvPr/>
          </p:nvSpPr>
          <p:spPr>
            <a:xfrm>
              <a:off x="8713389" y="2259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3" name="pt48033"/>
            <p:cNvSpPr/>
            <p:nvPr/>
          </p:nvSpPr>
          <p:spPr>
            <a:xfrm>
              <a:off x="8748753" y="2027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4" name="pt48034"/>
            <p:cNvSpPr/>
            <p:nvPr/>
          </p:nvSpPr>
          <p:spPr>
            <a:xfrm>
              <a:off x="8937484" y="2089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5" name="pt48035"/>
            <p:cNvSpPr/>
            <p:nvPr/>
          </p:nvSpPr>
          <p:spPr>
            <a:xfrm>
              <a:off x="9059833" y="1944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6" name="pt48036"/>
            <p:cNvSpPr/>
            <p:nvPr/>
          </p:nvSpPr>
          <p:spPr>
            <a:xfrm>
              <a:off x="9334476" y="208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7" name="pt48037"/>
            <p:cNvSpPr/>
            <p:nvPr/>
          </p:nvSpPr>
          <p:spPr>
            <a:xfrm>
              <a:off x="8274318" y="2586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8" name="pt48038"/>
            <p:cNvSpPr/>
            <p:nvPr/>
          </p:nvSpPr>
          <p:spPr>
            <a:xfrm>
              <a:off x="9049289" y="2257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9" name="pt48039"/>
            <p:cNvSpPr/>
            <p:nvPr/>
          </p:nvSpPr>
          <p:spPr>
            <a:xfrm>
              <a:off x="9334476" y="2037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0" name="pt48040"/>
            <p:cNvSpPr/>
            <p:nvPr/>
          </p:nvSpPr>
          <p:spPr>
            <a:xfrm>
              <a:off x="8975793" y="1904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1" name="pt48041"/>
            <p:cNvSpPr/>
            <p:nvPr/>
          </p:nvSpPr>
          <p:spPr>
            <a:xfrm>
              <a:off x="8973968" y="1963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2" name="pt48042"/>
            <p:cNvSpPr/>
            <p:nvPr/>
          </p:nvSpPr>
          <p:spPr>
            <a:xfrm>
              <a:off x="8274318" y="249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3" name="pt48043"/>
            <p:cNvSpPr/>
            <p:nvPr/>
          </p:nvSpPr>
          <p:spPr>
            <a:xfrm>
              <a:off x="9040639" y="1823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4" name="pt48044"/>
            <p:cNvSpPr/>
            <p:nvPr/>
          </p:nvSpPr>
          <p:spPr>
            <a:xfrm>
              <a:off x="9005825" y="1560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5" name="pt48045"/>
            <p:cNvSpPr/>
            <p:nvPr/>
          </p:nvSpPr>
          <p:spPr>
            <a:xfrm>
              <a:off x="9339588" y="2103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6" name="pt48046"/>
            <p:cNvSpPr/>
            <p:nvPr/>
          </p:nvSpPr>
          <p:spPr>
            <a:xfrm>
              <a:off x="9482767" y="2305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7" name="pt48047"/>
            <p:cNvSpPr/>
            <p:nvPr/>
          </p:nvSpPr>
          <p:spPr>
            <a:xfrm>
              <a:off x="8937484" y="2056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8" name="pt48048"/>
            <p:cNvSpPr/>
            <p:nvPr/>
          </p:nvSpPr>
          <p:spPr>
            <a:xfrm>
              <a:off x="8636546" y="2320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9" name="pt48049"/>
            <p:cNvSpPr/>
            <p:nvPr/>
          </p:nvSpPr>
          <p:spPr>
            <a:xfrm>
              <a:off x="9124182" y="2015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0" name="pt48050"/>
            <p:cNvSpPr/>
            <p:nvPr/>
          </p:nvSpPr>
          <p:spPr>
            <a:xfrm>
              <a:off x="8347210" y="2130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1" name="pt48051"/>
            <p:cNvSpPr/>
            <p:nvPr/>
          </p:nvSpPr>
          <p:spPr>
            <a:xfrm>
              <a:off x="9381946" y="213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2" name="pt48052"/>
            <p:cNvSpPr/>
            <p:nvPr/>
          </p:nvSpPr>
          <p:spPr>
            <a:xfrm>
              <a:off x="8948383" y="2150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3" name="pt48053"/>
            <p:cNvSpPr/>
            <p:nvPr/>
          </p:nvSpPr>
          <p:spPr>
            <a:xfrm>
              <a:off x="8563654" y="2160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4" name="pt48054"/>
            <p:cNvSpPr/>
            <p:nvPr/>
          </p:nvSpPr>
          <p:spPr>
            <a:xfrm>
              <a:off x="8755061" y="2145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5" name="pt48055"/>
            <p:cNvSpPr/>
            <p:nvPr/>
          </p:nvSpPr>
          <p:spPr>
            <a:xfrm>
              <a:off x="8610820" y="1968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6" name="pt48056"/>
            <p:cNvSpPr/>
            <p:nvPr/>
          </p:nvSpPr>
          <p:spPr>
            <a:xfrm>
              <a:off x="9219949" y="1858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7" name="pt48057"/>
            <p:cNvSpPr/>
            <p:nvPr/>
          </p:nvSpPr>
          <p:spPr>
            <a:xfrm>
              <a:off x="9401001" y="2037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8" name="pt48058"/>
            <p:cNvSpPr/>
            <p:nvPr/>
          </p:nvSpPr>
          <p:spPr>
            <a:xfrm>
              <a:off x="8648148" y="2406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9" name="pt48059"/>
            <p:cNvSpPr/>
            <p:nvPr/>
          </p:nvSpPr>
          <p:spPr>
            <a:xfrm>
              <a:off x="9002725" y="2084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0" name="pt48060"/>
            <p:cNvSpPr/>
            <p:nvPr/>
          </p:nvSpPr>
          <p:spPr>
            <a:xfrm>
              <a:off x="8610820" y="2057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1" name="pt48061"/>
            <p:cNvSpPr/>
            <p:nvPr/>
          </p:nvSpPr>
          <p:spPr>
            <a:xfrm>
              <a:off x="8817313" y="2021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2" name="pt48062"/>
            <p:cNvSpPr/>
            <p:nvPr/>
          </p:nvSpPr>
          <p:spPr>
            <a:xfrm>
              <a:off x="9066533" y="1767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3" name="pt48063"/>
            <p:cNvSpPr/>
            <p:nvPr/>
          </p:nvSpPr>
          <p:spPr>
            <a:xfrm>
              <a:off x="9253114" y="1980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4" name="pt48064"/>
            <p:cNvSpPr/>
            <p:nvPr/>
          </p:nvSpPr>
          <p:spPr>
            <a:xfrm>
              <a:off x="8783657" y="2167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5" name="pt48065"/>
            <p:cNvSpPr/>
            <p:nvPr/>
          </p:nvSpPr>
          <p:spPr>
            <a:xfrm>
              <a:off x="9069792" y="1695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6" name="pt48066"/>
            <p:cNvSpPr/>
            <p:nvPr/>
          </p:nvSpPr>
          <p:spPr>
            <a:xfrm>
              <a:off x="9210359" y="1763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7" name="pt48067"/>
            <p:cNvSpPr/>
            <p:nvPr/>
          </p:nvSpPr>
          <p:spPr>
            <a:xfrm>
              <a:off x="8659047" y="2344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8" name="pt48068"/>
            <p:cNvSpPr/>
            <p:nvPr/>
          </p:nvSpPr>
          <p:spPr>
            <a:xfrm>
              <a:off x="8728379" y="2044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9" name="pt48069"/>
            <p:cNvSpPr/>
            <p:nvPr/>
          </p:nvSpPr>
          <p:spPr>
            <a:xfrm>
              <a:off x="8852989" y="1975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0" name="pt48070"/>
            <p:cNvSpPr/>
            <p:nvPr/>
          </p:nvSpPr>
          <p:spPr>
            <a:xfrm>
              <a:off x="9002725" y="1948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1" name="pt48071"/>
            <p:cNvSpPr/>
            <p:nvPr/>
          </p:nvSpPr>
          <p:spPr>
            <a:xfrm>
              <a:off x="8954618" y="2202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2" name="pt48072"/>
            <p:cNvSpPr/>
            <p:nvPr/>
          </p:nvSpPr>
          <p:spPr>
            <a:xfrm>
              <a:off x="8876545" y="1889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3" name="pt48073"/>
            <p:cNvSpPr/>
            <p:nvPr/>
          </p:nvSpPr>
          <p:spPr>
            <a:xfrm>
              <a:off x="9379078" y="2063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4" name="pt48074"/>
            <p:cNvSpPr/>
            <p:nvPr/>
          </p:nvSpPr>
          <p:spPr>
            <a:xfrm>
              <a:off x="8748753" y="2043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5" name="pt48075"/>
            <p:cNvSpPr/>
            <p:nvPr/>
          </p:nvSpPr>
          <p:spPr>
            <a:xfrm>
              <a:off x="9310188" y="2064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6" name="pt48076"/>
            <p:cNvSpPr/>
            <p:nvPr/>
          </p:nvSpPr>
          <p:spPr>
            <a:xfrm>
              <a:off x="8274318" y="2159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7" name="pt48077"/>
            <p:cNvSpPr/>
            <p:nvPr/>
          </p:nvSpPr>
          <p:spPr>
            <a:xfrm>
              <a:off x="8347210" y="2271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8" name="pt48078"/>
            <p:cNvSpPr/>
            <p:nvPr/>
          </p:nvSpPr>
          <p:spPr>
            <a:xfrm>
              <a:off x="8856549" y="2191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9" name="pt48079"/>
            <p:cNvSpPr/>
            <p:nvPr/>
          </p:nvSpPr>
          <p:spPr>
            <a:xfrm>
              <a:off x="8772758" y="2068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0" name="pt48080"/>
            <p:cNvSpPr/>
            <p:nvPr/>
          </p:nvSpPr>
          <p:spPr>
            <a:xfrm>
              <a:off x="8845651" y="1851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1" name="pt48081"/>
            <p:cNvSpPr/>
            <p:nvPr/>
          </p:nvSpPr>
          <p:spPr>
            <a:xfrm>
              <a:off x="8742215" y="2017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2" name="pt48082"/>
            <p:cNvSpPr/>
            <p:nvPr/>
          </p:nvSpPr>
          <p:spPr>
            <a:xfrm>
              <a:off x="8812874" y="2111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3" name="pt48083"/>
            <p:cNvSpPr/>
            <p:nvPr/>
          </p:nvSpPr>
          <p:spPr>
            <a:xfrm>
              <a:off x="8669323" y="2416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4" name="pt48084"/>
            <p:cNvSpPr/>
            <p:nvPr/>
          </p:nvSpPr>
          <p:spPr>
            <a:xfrm>
              <a:off x="8713389" y="2124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5" name="pt48085"/>
            <p:cNvSpPr/>
            <p:nvPr/>
          </p:nvSpPr>
          <p:spPr>
            <a:xfrm>
              <a:off x="9110123" y="2237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6" name="pt48086"/>
            <p:cNvSpPr/>
            <p:nvPr/>
          </p:nvSpPr>
          <p:spPr>
            <a:xfrm>
              <a:off x="8803653" y="2110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7" name="pt48087"/>
            <p:cNvSpPr/>
            <p:nvPr/>
          </p:nvSpPr>
          <p:spPr>
            <a:xfrm>
              <a:off x="8798858" y="2243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8" name="pt48088"/>
            <p:cNvSpPr/>
            <p:nvPr/>
          </p:nvSpPr>
          <p:spPr>
            <a:xfrm>
              <a:off x="8879672" y="1940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9" name="pt48089"/>
            <p:cNvSpPr/>
            <p:nvPr/>
          </p:nvSpPr>
          <p:spPr>
            <a:xfrm>
              <a:off x="8398928" y="2532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0" name="pt48090"/>
            <p:cNvSpPr/>
            <p:nvPr/>
          </p:nvSpPr>
          <p:spPr>
            <a:xfrm>
              <a:off x="8838000" y="1909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1" name="pt48091"/>
            <p:cNvSpPr/>
            <p:nvPr/>
          </p:nvSpPr>
          <p:spPr>
            <a:xfrm>
              <a:off x="8713389" y="2143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2" name="pt48092"/>
            <p:cNvSpPr/>
            <p:nvPr/>
          </p:nvSpPr>
          <p:spPr>
            <a:xfrm>
              <a:off x="8849358" y="1958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3" name="pt48093"/>
            <p:cNvSpPr/>
            <p:nvPr/>
          </p:nvSpPr>
          <p:spPr>
            <a:xfrm>
              <a:off x="9070866" y="2025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4" name="pt48094"/>
            <p:cNvSpPr/>
            <p:nvPr/>
          </p:nvSpPr>
          <p:spPr>
            <a:xfrm>
              <a:off x="9236019" y="2203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5" name="pt48095"/>
            <p:cNvSpPr/>
            <p:nvPr/>
          </p:nvSpPr>
          <p:spPr>
            <a:xfrm>
              <a:off x="9657982" y="1864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6" name="pt48096"/>
            <p:cNvSpPr/>
            <p:nvPr/>
          </p:nvSpPr>
          <p:spPr>
            <a:xfrm>
              <a:off x="8964553" y="2208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7" name="pt48097"/>
            <p:cNvSpPr/>
            <p:nvPr/>
          </p:nvSpPr>
          <p:spPr>
            <a:xfrm>
              <a:off x="8274318" y="2177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8" name="pt48098"/>
            <p:cNvSpPr/>
            <p:nvPr/>
          </p:nvSpPr>
          <p:spPr>
            <a:xfrm>
              <a:off x="8821645" y="2051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9" name="pt48099"/>
            <p:cNvSpPr/>
            <p:nvPr/>
          </p:nvSpPr>
          <p:spPr>
            <a:xfrm>
              <a:off x="8845651" y="1932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0" name="pt48100"/>
            <p:cNvSpPr/>
            <p:nvPr/>
          </p:nvSpPr>
          <p:spPr>
            <a:xfrm>
              <a:off x="8721041" y="2304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1" name="pt48101"/>
            <p:cNvSpPr/>
            <p:nvPr/>
          </p:nvSpPr>
          <p:spPr>
            <a:xfrm>
              <a:off x="9227269" y="2147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2" name="pt48102"/>
            <p:cNvSpPr/>
            <p:nvPr/>
          </p:nvSpPr>
          <p:spPr>
            <a:xfrm>
              <a:off x="9184443" y="2095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3" name="pt48103"/>
            <p:cNvSpPr/>
            <p:nvPr/>
          </p:nvSpPr>
          <p:spPr>
            <a:xfrm>
              <a:off x="8274318" y="2263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4" name="pt48104"/>
            <p:cNvSpPr/>
            <p:nvPr/>
          </p:nvSpPr>
          <p:spPr>
            <a:xfrm>
              <a:off x="8798858" y="200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5" name="pt48105"/>
            <p:cNvSpPr/>
            <p:nvPr/>
          </p:nvSpPr>
          <p:spPr>
            <a:xfrm>
              <a:off x="8499532" y="2479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6" name="pt48106"/>
            <p:cNvSpPr/>
            <p:nvPr/>
          </p:nvSpPr>
          <p:spPr>
            <a:xfrm>
              <a:off x="9124182" y="2123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7" name="pt48107"/>
            <p:cNvSpPr/>
            <p:nvPr/>
          </p:nvSpPr>
          <p:spPr>
            <a:xfrm>
              <a:off x="8856549" y="2175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8" name="pt48108"/>
            <p:cNvSpPr/>
            <p:nvPr/>
          </p:nvSpPr>
          <p:spPr>
            <a:xfrm>
              <a:off x="8596430" y="2323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9" name="pt48109"/>
            <p:cNvSpPr/>
            <p:nvPr/>
          </p:nvSpPr>
          <p:spPr>
            <a:xfrm>
              <a:off x="9538128" y="1693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0" name="pt48110"/>
            <p:cNvSpPr/>
            <p:nvPr/>
          </p:nvSpPr>
          <p:spPr>
            <a:xfrm>
              <a:off x="8986371" y="1828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1" name="pt48111"/>
            <p:cNvSpPr/>
            <p:nvPr/>
          </p:nvSpPr>
          <p:spPr>
            <a:xfrm>
              <a:off x="9196543" y="2010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2" name="pt48112"/>
            <p:cNvSpPr/>
            <p:nvPr/>
          </p:nvSpPr>
          <p:spPr>
            <a:xfrm>
              <a:off x="8563654" y="2235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3" name="pt48113"/>
            <p:cNvSpPr/>
            <p:nvPr/>
          </p:nvSpPr>
          <p:spPr>
            <a:xfrm>
              <a:off x="8879672" y="1958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4" name="pt48114"/>
            <p:cNvSpPr/>
            <p:nvPr/>
          </p:nvSpPr>
          <p:spPr>
            <a:xfrm>
              <a:off x="8923469" y="1951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5" name="pt48115"/>
            <p:cNvSpPr/>
            <p:nvPr/>
          </p:nvSpPr>
          <p:spPr>
            <a:xfrm>
              <a:off x="8439043" y="2297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6" name="pt48116"/>
            <p:cNvSpPr/>
            <p:nvPr/>
          </p:nvSpPr>
          <p:spPr>
            <a:xfrm>
              <a:off x="9160112" y="1565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7" name="pt48117"/>
            <p:cNvSpPr/>
            <p:nvPr/>
          </p:nvSpPr>
          <p:spPr>
            <a:xfrm>
              <a:off x="8544712" y="2386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8" name="pt48118"/>
            <p:cNvSpPr/>
            <p:nvPr/>
          </p:nvSpPr>
          <p:spPr>
            <a:xfrm>
              <a:off x="8471820" y="2470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9" name="pt48119"/>
            <p:cNvSpPr/>
            <p:nvPr/>
          </p:nvSpPr>
          <p:spPr>
            <a:xfrm>
              <a:off x="8274318" y="2301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0" name="pt48120"/>
            <p:cNvSpPr/>
            <p:nvPr/>
          </p:nvSpPr>
          <p:spPr>
            <a:xfrm>
              <a:off x="8471820" y="232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1" name="pt48121"/>
            <p:cNvSpPr/>
            <p:nvPr/>
          </p:nvSpPr>
          <p:spPr>
            <a:xfrm>
              <a:off x="9243545" y="2157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2" name="pt48122"/>
            <p:cNvSpPr/>
            <p:nvPr/>
          </p:nvSpPr>
          <p:spPr>
            <a:xfrm>
              <a:off x="8648148" y="2304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3" name="pt48123"/>
            <p:cNvSpPr/>
            <p:nvPr/>
          </p:nvSpPr>
          <p:spPr>
            <a:xfrm>
              <a:off x="9563530" y="2395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4" name="pt48124"/>
            <p:cNvSpPr/>
            <p:nvPr/>
          </p:nvSpPr>
          <p:spPr>
            <a:xfrm>
              <a:off x="8849358" y="2111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5" name="pt48125"/>
            <p:cNvSpPr/>
            <p:nvPr/>
          </p:nvSpPr>
          <p:spPr>
            <a:xfrm>
              <a:off x="9211830" y="1818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6" name="pt48126"/>
            <p:cNvSpPr/>
            <p:nvPr/>
          </p:nvSpPr>
          <p:spPr>
            <a:xfrm>
              <a:off x="8845651" y="2135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7" name="pt48127"/>
            <p:cNvSpPr/>
            <p:nvPr/>
          </p:nvSpPr>
          <p:spPr>
            <a:xfrm>
              <a:off x="8908267" y="1979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8" name="pt48128"/>
            <p:cNvSpPr/>
            <p:nvPr/>
          </p:nvSpPr>
          <p:spPr>
            <a:xfrm>
              <a:off x="8697035" y="2249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9" name="pt48129"/>
            <p:cNvSpPr/>
            <p:nvPr/>
          </p:nvSpPr>
          <p:spPr>
            <a:xfrm>
              <a:off x="9127336" y="1987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0" name="pt48130"/>
            <p:cNvSpPr/>
            <p:nvPr/>
          </p:nvSpPr>
          <p:spPr>
            <a:xfrm>
              <a:off x="8398928" y="2239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1" name="pt48131"/>
            <p:cNvSpPr/>
            <p:nvPr/>
          </p:nvSpPr>
          <p:spPr>
            <a:xfrm>
              <a:off x="9182728" y="1925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2" name="pt48132"/>
            <p:cNvSpPr/>
            <p:nvPr/>
          </p:nvSpPr>
          <p:spPr>
            <a:xfrm>
              <a:off x="8471820" y="2397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3" name="pt48133"/>
            <p:cNvSpPr/>
            <p:nvPr/>
          </p:nvSpPr>
          <p:spPr>
            <a:xfrm>
              <a:off x="9236019" y="2163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4" name="pt48134"/>
            <p:cNvSpPr/>
            <p:nvPr/>
          </p:nvSpPr>
          <p:spPr>
            <a:xfrm>
              <a:off x="8721041" y="1847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5" name="pt48135"/>
            <p:cNvSpPr/>
            <p:nvPr/>
          </p:nvSpPr>
          <p:spPr>
            <a:xfrm>
              <a:off x="8544712" y="2322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6" name="pt48136"/>
            <p:cNvSpPr/>
            <p:nvPr/>
          </p:nvSpPr>
          <p:spPr>
            <a:xfrm>
              <a:off x="8923469" y="1931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7" name="pt48137"/>
            <p:cNvSpPr/>
            <p:nvPr/>
          </p:nvSpPr>
          <p:spPr>
            <a:xfrm>
              <a:off x="9247994" y="2034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8" name="pt48138"/>
            <p:cNvSpPr/>
            <p:nvPr/>
          </p:nvSpPr>
          <p:spPr>
            <a:xfrm>
              <a:off x="8274318" y="2429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9" name="pt48139"/>
            <p:cNvSpPr/>
            <p:nvPr/>
          </p:nvSpPr>
          <p:spPr>
            <a:xfrm>
              <a:off x="8803653" y="2003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0" name="pt48140"/>
            <p:cNvSpPr/>
            <p:nvPr/>
          </p:nvSpPr>
          <p:spPr>
            <a:xfrm>
              <a:off x="8274318" y="2584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1" name="pt48141"/>
            <p:cNvSpPr/>
            <p:nvPr/>
          </p:nvSpPr>
          <p:spPr>
            <a:xfrm>
              <a:off x="8347210" y="2399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2" name="pt48142"/>
            <p:cNvSpPr/>
            <p:nvPr/>
          </p:nvSpPr>
          <p:spPr>
            <a:xfrm>
              <a:off x="8923469" y="1957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3" name="pt48143"/>
            <p:cNvSpPr/>
            <p:nvPr/>
          </p:nvSpPr>
          <p:spPr>
            <a:xfrm>
              <a:off x="9054052" y="2169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4" name="pt48144"/>
            <p:cNvSpPr/>
            <p:nvPr/>
          </p:nvSpPr>
          <p:spPr>
            <a:xfrm>
              <a:off x="8882745" y="1573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5" name="pt48145"/>
            <p:cNvSpPr/>
            <p:nvPr/>
          </p:nvSpPr>
          <p:spPr>
            <a:xfrm>
              <a:off x="8439043" y="2312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6" name="pt48146"/>
            <p:cNvSpPr/>
            <p:nvPr/>
          </p:nvSpPr>
          <p:spPr>
            <a:xfrm>
              <a:off x="8563654" y="2189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7" name="pt48147"/>
            <p:cNvSpPr/>
            <p:nvPr/>
          </p:nvSpPr>
          <p:spPr>
            <a:xfrm>
              <a:off x="8988075" y="1916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8" name="pt48148"/>
            <p:cNvSpPr/>
            <p:nvPr/>
          </p:nvSpPr>
          <p:spPr>
            <a:xfrm>
              <a:off x="9199706" y="1982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9" name="pt48149"/>
            <p:cNvSpPr/>
            <p:nvPr/>
          </p:nvSpPr>
          <p:spPr>
            <a:xfrm>
              <a:off x="8838000" y="2130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0" name="pt48150"/>
            <p:cNvSpPr/>
            <p:nvPr/>
          </p:nvSpPr>
          <p:spPr>
            <a:xfrm>
              <a:off x="8596430" y="2196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1" name="pt48151"/>
            <p:cNvSpPr/>
            <p:nvPr/>
          </p:nvSpPr>
          <p:spPr>
            <a:xfrm>
              <a:off x="8852989" y="1904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2" name="pt48152"/>
            <p:cNvSpPr/>
            <p:nvPr/>
          </p:nvSpPr>
          <p:spPr>
            <a:xfrm>
              <a:off x="8761156" y="2329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3" name="pt48153"/>
            <p:cNvSpPr/>
            <p:nvPr/>
          </p:nvSpPr>
          <p:spPr>
            <a:xfrm>
              <a:off x="8870124" y="2232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4" name="pt48154"/>
            <p:cNvSpPr/>
            <p:nvPr/>
          </p:nvSpPr>
          <p:spPr>
            <a:xfrm>
              <a:off x="8921023" y="1696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5" name="pt48155"/>
            <p:cNvSpPr/>
            <p:nvPr/>
          </p:nvSpPr>
          <p:spPr>
            <a:xfrm>
              <a:off x="8439043" y="2344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6" name="pt48156"/>
            <p:cNvSpPr/>
            <p:nvPr/>
          </p:nvSpPr>
          <p:spPr>
            <a:xfrm>
              <a:off x="8923469" y="1882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7" name="pt48157"/>
            <p:cNvSpPr/>
            <p:nvPr/>
          </p:nvSpPr>
          <p:spPr>
            <a:xfrm>
              <a:off x="9027511" y="1839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8" name="pt48158"/>
            <p:cNvSpPr/>
            <p:nvPr/>
          </p:nvSpPr>
          <p:spPr>
            <a:xfrm>
              <a:off x="9089164" y="1611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9" name="pt48159"/>
            <p:cNvSpPr/>
            <p:nvPr/>
          </p:nvSpPr>
          <p:spPr>
            <a:xfrm>
              <a:off x="9806800" y="2415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0" name="pt48160"/>
            <p:cNvSpPr/>
            <p:nvPr/>
          </p:nvSpPr>
          <p:spPr>
            <a:xfrm>
              <a:off x="8954618" y="2300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1" name="pt48161"/>
            <p:cNvSpPr/>
            <p:nvPr/>
          </p:nvSpPr>
          <p:spPr>
            <a:xfrm>
              <a:off x="9108394" y="2006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2" name="pt48162"/>
            <p:cNvSpPr/>
            <p:nvPr/>
          </p:nvSpPr>
          <p:spPr>
            <a:xfrm>
              <a:off x="9193323" y="2157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3" name="pt48163"/>
            <p:cNvSpPr/>
            <p:nvPr/>
          </p:nvSpPr>
          <p:spPr>
            <a:xfrm>
              <a:off x="9644062" y="2087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4" name="pt48164"/>
            <p:cNvSpPr/>
            <p:nvPr/>
          </p:nvSpPr>
          <p:spPr>
            <a:xfrm>
              <a:off x="9336196" y="215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5" name="pt48165"/>
            <p:cNvSpPr/>
            <p:nvPr/>
          </p:nvSpPr>
          <p:spPr>
            <a:xfrm>
              <a:off x="8939717" y="204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6" name="pt48166"/>
            <p:cNvSpPr/>
            <p:nvPr/>
          </p:nvSpPr>
          <p:spPr>
            <a:xfrm>
              <a:off x="8783657" y="2016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7" name="pt48167"/>
            <p:cNvSpPr/>
            <p:nvPr/>
          </p:nvSpPr>
          <p:spPr>
            <a:xfrm>
              <a:off x="9048079" y="2138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8" name="pt48168"/>
            <p:cNvSpPr/>
            <p:nvPr/>
          </p:nvSpPr>
          <p:spPr>
            <a:xfrm>
              <a:off x="9049289" y="2172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9" name="pt48169"/>
            <p:cNvSpPr/>
            <p:nvPr/>
          </p:nvSpPr>
          <p:spPr>
            <a:xfrm>
              <a:off x="9040639" y="1748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0" name="pt48170"/>
            <p:cNvSpPr/>
            <p:nvPr/>
          </p:nvSpPr>
          <p:spPr>
            <a:xfrm>
              <a:off x="9243545" y="2084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1" name="pt48171"/>
            <p:cNvSpPr/>
            <p:nvPr/>
          </p:nvSpPr>
          <p:spPr>
            <a:xfrm>
              <a:off x="9089164" y="1670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2" name="pt48172"/>
            <p:cNvSpPr/>
            <p:nvPr/>
          </p:nvSpPr>
          <p:spPr>
            <a:xfrm>
              <a:off x="8908267" y="2214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3" name="pt48173"/>
            <p:cNvSpPr/>
            <p:nvPr/>
          </p:nvSpPr>
          <p:spPr>
            <a:xfrm>
              <a:off x="8580788" y="228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4" name="pt48174"/>
            <p:cNvSpPr/>
            <p:nvPr/>
          </p:nvSpPr>
          <p:spPr>
            <a:xfrm>
              <a:off x="8866825" y="2146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5" name="pt48175"/>
            <p:cNvSpPr/>
            <p:nvPr/>
          </p:nvSpPr>
          <p:spPr>
            <a:xfrm>
              <a:off x="9048079" y="2185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6" name="pt48176"/>
            <p:cNvSpPr/>
            <p:nvPr/>
          </p:nvSpPr>
          <p:spPr>
            <a:xfrm>
              <a:off x="8679043" y="2259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7" name="pt48177"/>
            <p:cNvSpPr/>
            <p:nvPr/>
          </p:nvSpPr>
          <p:spPr>
            <a:xfrm>
              <a:off x="8721041" y="2147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8" name="pt48178"/>
            <p:cNvSpPr/>
            <p:nvPr/>
          </p:nvSpPr>
          <p:spPr>
            <a:xfrm>
              <a:off x="9281436" y="1910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9" name="pt48179"/>
            <p:cNvSpPr/>
            <p:nvPr/>
          </p:nvSpPr>
          <p:spPr>
            <a:xfrm>
              <a:off x="9417918" y="1656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0" name="pt48180"/>
            <p:cNvSpPr/>
            <p:nvPr/>
          </p:nvSpPr>
          <p:spPr>
            <a:xfrm>
              <a:off x="9233005" y="2298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1" name="pt48181"/>
            <p:cNvSpPr/>
            <p:nvPr/>
          </p:nvSpPr>
          <p:spPr>
            <a:xfrm>
              <a:off x="9258470" y="1919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2" name="pt48182"/>
            <p:cNvSpPr/>
            <p:nvPr/>
          </p:nvSpPr>
          <p:spPr>
            <a:xfrm>
              <a:off x="8274318" y="2417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3" name="pt48183"/>
            <p:cNvSpPr/>
            <p:nvPr/>
          </p:nvSpPr>
          <p:spPr>
            <a:xfrm>
              <a:off x="8876545" y="1843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4" name="pt48184"/>
            <p:cNvSpPr/>
            <p:nvPr/>
          </p:nvSpPr>
          <p:spPr>
            <a:xfrm>
              <a:off x="8954618" y="2359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5" name="pt48185"/>
            <p:cNvSpPr/>
            <p:nvPr/>
          </p:nvSpPr>
          <p:spPr>
            <a:xfrm>
              <a:off x="8705398" y="2192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6" name="pt48186"/>
            <p:cNvSpPr/>
            <p:nvPr/>
          </p:nvSpPr>
          <p:spPr>
            <a:xfrm>
              <a:off x="8398928" y="2124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7" name="pt48187"/>
            <p:cNvSpPr/>
            <p:nvPr/>
          </p:nvSpPr>
          <p:spPr>
            <a:xfrm>
              <a:off x="8274318" y="2465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8" name="pt48188"/>
            <p:cNvSpPr/>
            <p:nvPr/>
          </p:nvSpPr>
          <p:spPr>
            <a:xfrm>
              <a:off x="8439043" y="2295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9" name="pt48189"/>
            <p:cNvSpPr/>
            <p:nvPr/>
          </p:nvSpPr>
          <p:spPr>
            <a:xfrm>
              <a:off x="9538128" y="1893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0" name="pt48190"/>
            <p:cNvSpPr/>
            <p:nvPr/>
          </p:nvSpPr>
          <p:spPr>
            <a:xfrm>
              <a:off x="8932933" y="1731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1" name="pt48191"/>
            <p:cNvSpPr/>
            <p:nvPr/>
          </p:nvSpPr>
          <p:spPr>
            <a:xfrm>
              <a:off x="8439043" y="2321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2" name="pt48192"/>
            <p:cNvSpPr/>
            <p:nvPr/>
          </p:nvSpPr>
          <p:spPr>
            <a:xfrm>
              <a:off x="9302684" y="2024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3" name="pt48193"/>
            <p:cNvSpPr/>
            <p:nvPr/>
          </p:nvSpPr>
          <p:spPr>
            <a:xfrm>
              <a:off x="9097658" y="2092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4" name="pt48194"/>
            <p:cNvSpPr/>
            <p:nvPr/>
          </p:nvSpPr>
          <p:spPr>
            <a:xfrm>
              <a:off x="8610820" y="1960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5" name="pt48195"/>
            <p:cNvSpPr/>
            <p:nvPr/>
          </p:nvSpPr>
          <p:spPr>
            <a:xfrm>
              <a:off x="9124182" y="2012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6" name="pt48196"/>
            <p:cNvSpPr/>
            <p:nvPr/>
          </p:nvSpPr>
          <p:spPr>
            <a:xfrm>
              <a:off x="8610820" y="1902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7" name="pt48197"/>
            <p:cNvSpPr/>
            <p:nvPr/>
          </p:nvSpPr>
          <p:spPr>
            <a:xfrm>
              <a:off x="9187265" y="2070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8" name="pt48198"/>
            <p:cNvSpPr/>
            <p:nvPr/>
          </p:nvSpPr>
          <p:spPr>
            <a:xfrm>
              <a:off x="8735430" y="2133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9" name="pt48199"/>
            <p:cNvSpPr/>
            <p:nvPr/>
          </p:nvSpPr>
          <p:spPr>
            <a:xfrm>
              <a:off x="9187265" y="1971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0" name="pt48200"/>
            <p:cNvSpPr/>
            <p:nvPr/>
          </p:nvSpPr>
          <p:spPr>
            <a:xfrm>
              <a:off x="8735430" y="2279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1" name="pt48201"/>
            <p:cNvSpPr/>
            <p:nvPr/>
          </p:nvSpPr>
          <p:spPr>
            <a:xfrm>
              <a:off x="9103999" y="1970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2" name="pt48202"/>
            <p:cNvSpPr/>
            <p:nvPr/>
          </p:nvSpPr>
          <p:spPr>
            <a:xfrm>
              <a:off x="9089164" y="1650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3" name="pt48203"/>
            <p:cNvSpPr/>
            <p:nvPr/>
          </p:nvSpPr>
          <p:spPr>
            <a:xfrm>
              <a:off x="9074048" y="1848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4" name="pt48204"/>
            <p:cNvSpPr/>
            <p:nvPr/>
          </p:nvSpPr>
          <p:spPr>
            <a:xfrm>
              <a:off x="8812874" y="2175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5" name="pt48205"/>
            <p:cNvSpPr/>
            <p:nvPr/>
          </p:nvSpPr>
          <p:spPr>
            <a:xfrm>
              <a:off x="9325618" y="2206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6" name="pt48206"/>
            <p:cNvSpPr/>
            <p:nvPr/>
          </p:nvSpPr>
          <p:spPr>
            <a:xfrm>
              <a:off x="8879672" y="1982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7" name="pt48207"/>
            <p:cNvSpPr/>
            <p:nvPr/>
          </p:nvSpPr>
          <p:spPr>
            <a:xfrm>
              <a:off x="9120160" y="1938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8" name="pt48208"/>
            <p:cNvSpPr/>
            <p:nvPr/>
          </p:nvSpPr>
          <p:spPr>
            <a:xfrm>
              <a:off x="8721041" y="217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9" name="pt48209"/>
            <p:cNvSpPr/>
            <p:nvPr/>
          </p:nvSpPr>
          <p:spPr>
            <a:xfrm>
              <a:off x="8841866" y="1837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0" name="pt48210"/>
            <p:cNvSpPr/>
            <p:nvPr/>
          </p:nvSpPr>
          <p:spPr>
            <a:xfrm>
              <a:off x="8830008" y="2183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1" name="pt48211"/>
            <p:cNvSpPr/>
            <p:nvPr/>
          </p:nvSpPr>
          <p:spPr>
            <a:xfrm>
              <a:off x="8398928" y="2369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2" name="pt48212"/>
            <p:cNvSpPr/>
            <p:nvPr/>
          </p:nvSpPr>
          <p:spPr>
            <a:xfrm>
              <a:off x="9157488" y="1847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3" name="pt48213"/>
            <p:cNvSpPr/>
            <p:nvPr/>
          </p:nvSpPr>
          <p:spPr>
            <a:xfrm>
              <a:off x="8975793" y="188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4" name="pt48214"/>
            <p:cNvSpPr/>
            <p:nvPr/>
          </p:nvSpPr>
          <p:spPr>
            <a:xfrm>
              <a:off x="8870124" y="2189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5" name="pt48215"/>
            <p:cNvSpPr/>
            <p:nvPr/>
          </p:nvSpPr>
          <p:spPr>
            <a:xfrm>
              <a:off x="8398928" y="2144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6" name="pt48216"/>
            <p:cNvSpPr/>
            <p:nvPr/>
          </p:nvSpPr>
          <p:spPr>
            <a:xfrm>
              <a:off x="8939717" y="2111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7" name="pt48217"/>
            <p:cNvSpPr/>
            <p:nvPr/>
          </p:nvSpPr>
          <p:spPr>
            <a:xfrm>
              <a:off x="8755061" y="2117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8" name="pt48218"/>
            <p:cNvSpPr/>
            <p:nvPr/>
          </p:nvSpPr>
          <p:spPr>
            <a:xfrm>
              <a:off x="9401682" y="2241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9" name="pt48219"/>
            <p:cNvSpPr/>
            <p:nvPr/>
          </p:nvSpPr>
          <p:spPr>
            <a:xfrm>
              <a:off x="8879672" y="2020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0" name="pt48220"/>
            <p:cNvSpPr/>
            <p:nvPr/>
          </p:nvSpPr>
          <p:spPr>
            <a:xfrm>
              <a:off x="9040639" y="172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1" name="pt48221"/>
            <p:cNvSpPr/>
            <p:nvPr/>
          </p:nvSpPr>
          <p:spPr>
            <a:xfrm>
              <a:off x="9086240" y="2010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2" name="pt48222"/>
            <p:cNvSpPr/>
            <p:nvPr/>
          </p:nvSpPr>
          <p:spPr>
            <a:xfrm>
              <a:off x="9413835" y="1959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3" name="pt48223"/>
            <p:cNvSpPr/>
            <p:nvPr/>
          </p:nvSpPr>
          <p:spPr>
            <a:xfrm>
              <a:off x="9553956" y="218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4" name="pt48224"/>
            <p:cNvSpPr/>
            <p:nvPr/>
          </p:nvSpPr>
          <p:spPr>
            <a:xfrm>
              <a:off x="8962610" y="2180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5" name="pt48225"/>
            <p:cNvSpPr/>
            <p:nvPr/>
          </p:nvSpPr>
          <p:spPr>
            <a:xfrm>
              <a:off x="8471820" y="2398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6" name="pt48226"/>
            <p:cNvSpPr/>
            <p:nvPr/>
          </p:nvSpPr>
          <p:spPr>
            <a:xfrm>
              <a:off x="8986371" y="1760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7" name="pt48227"/>
            <p:cNvSpPr/>
            <p:nvPr/>
          </p:nvSpPr>
          <p:spPr>
            <a:xfrm>
              <a:off x="9537091" y="1604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8" name="pt48228"/>
            <p:cNvSpPr/>
            <p:nvPr/>
          </p:nvSpPr>
          <p:spPr>
            <a:xfrm>
              <a:off x="8755061" y="2128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9" name="pt48229"/>
            <p:cNvSpPr/>
            <p:nvPr/>
          </p:nvSpPr>
          <p:spPr>
            <a:xfrm>
              <a:off x="8544712" y="2347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0" name="pt48230"/>
            <p:cNvSpPr/>
            <p:nvPr/>
          </p:nvSpPr>
          <p:spPr>
            <a:xfrm>
              <a:off x="8821645" y="2028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1" name="pt48231"/>
            <p:cNvSpPr/>
            <p:nvPr/>
          </p:nvSpPr>
          <p:spPr>
            <a:xfrm>
              <a:off x="8948383" y="2082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2" name="pt48232"/>
            <p:cNvSpPr/>
            <p:nvPr/>
          </p:nvSpPr>
          <p:spPr>
            <a:xfrm>
              <a:off x="8748753" y="1997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3" name="pt48233"/>
            <p:cNvSpPr/>
            <p:nvPr/>
          </p:nvSpPr>
          <p:spPr>
            <a:xfrm>
              <a:off x="9013348" y="1562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4" name="pt48234"/>
            <p:cNvSpPr/>
            <p:nvPr/>
          </p:nvSpPr>
          <p:spPr>
            <a:xfrm>
              <a:off x="8882745" y="1653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5" name="pt48235"/>
            <p:cNvSpPr/>
            <p:nvPr/>
          </p:nvSpPr>
          <p:spPr>
            <a:xfrm>
              <a:off x="9262568" y="2064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6" name="pt48236"/>
            <p:cNvSpPr/>
            <p:nvPr/>
          </p:nvSpPr>
          <p:spPr>
            <a:xfrm>
              <a:off x="9034195" y="1715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7" name="pt48237"/>
            <p:cNvSpPr/>
            <p:nvPr/>
          </p:nvSpPr>
          <p:spPr>
            <a:xfrm>
              <a:off x="8274318" y="2566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8" name="pt48238"/>
            <p:cNvSpPr/>
            <p:nvPr/>
          </p:nvSpPr>
          <p:spPr>
            <a:xfrm>
              <a:off x="8563654" y="2176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9" name="pt48239"/>
            <p:cNvSpPr/>
            <p:nvPr/>
          </p:nvSpPr>
          <p:spPr>
            <a:xfrm>
              <a:off x="9066533" y="1728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0" name="pt48240"/>
            <p:cNvSpPr/>
            <p:nvPr/>
          </p:nvSpPr>
          <p:spPr>
            <a:xfrm>
              <a:off x="8713389" y="2251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1" name="pt48241"/>
            <p:cNvSpPr/>
            <p:nvPr/>
          </p:nvSpPr>
          <p:spPr>
            <a:xfrm>
              <a:off x="9644062" y="2347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2" name="pt48242"/>
            <p:cNvSpPr/>
            <p:nvPr/>
          </p:nvSpPr>
          <p:spPr>
            <a:xfrm>
              <a:off x="8688264" y="2237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3" name="pt48243"/>
            <p:cNvSpPr/>
            <p:nvPr/>
          </p:nvSpPr>
          <p:spPr>
            <a:xfrm>
              <a:off x="9096734" y="1656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4" name="pt48244"/>
            <p:cNvSpPr/>
            <p:nvPr/>
          </p:nvSpPr>
          <p:spPr>
            <a:xfrm>
              <a:off x="8783657" y="2157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5" name="pt48245"/>
            <p:cNvSpPr/>
            <p:nvPr/>
          </p:nvSpPr>
          <p:spPr>
            <a:xfrm>
              <a:off x="9247994" y="2042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6" name="pt48246"/>
            <p:cNvSpPr/>
            <p:nvPr/>
          </p:nvSpPr>
          <p:spPr>
            <a:xfrm>
              <a:off x="8274318" y="2551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7" name="pt48247"/>
            <p:cNvSpPr/>
            <p:nvPr/>
          </p:nvSpPr>
          <p:spPr>
            <a:xfrm>
              <a:off x="8523538" y="2388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8" name="pt48248"/>
            <p:cNvSpPr/>
            <p:nvPr/>
          </p:nvSpPr>
          <p:spPr>
            <a:xfrm>
              <a:off x="9379078" y="2000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9" name="pt48249"/>
            <p:cNvSpPr/>
            <p:nvPr/>
          </p:nvSpPr>
          <p:spPr>
            <a:xfrm>
              <a:off x="8499532" y="2477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0" name="pt48250"/>
            <p:cNvSpPr/>
            <p:nvPr/>
          </p:nvSpPr>
          <p:spPr>
            <a:xfrm>
              <a:off x="8935223" y="1912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1" name="pt48251"/>
            <p:cNvSpPr/>
            <p:nvPr/>
          </p:nvSpPr>
          <p:spPr>
            <a:xfrm>
              <a:off x="8697035" y="2229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2" name="pt48252"/>
            <p:cNvSpPr/>
            <p:nvPr/>
          </p:nvSpPr>
          <p:spPr>
            <a:xfrm>
              <a:off x="9005825" y="1524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3" name="pt48253"/>
            <p:cNvSpPr/>
            <p:nvPr/>
          </p:nvSpPr>
          <p:spPr>
            <a:xfrm>
              <a:off x="8636546" y="2431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4" name="pt48254"/>
            <p:cNvSpPr/>
            <p:nvPr/>
          </p:nvSpPr>
          <p:spPr>
            <a:xfrm>
              <a:off x="8721041" y="1823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5" name="pt48255"/>
            <p:cNvSpPr/>
            <p:nvPr/>
          </p:nvSpPr>
          <p:spPr>
            <a:xfrm>
              <a:off x="8274318" y="2586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6" name="pt48256"/>
            <p:cNvSpPr/>
            <p:nvPr/>
          </p:nvSpPr>
          <p:spPr>
            <a:xfrm>
              <a:off x="9118525" y="210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7" name="pt48257"/>
            <p:cNvSpPr/>
            <p:nvPr/>
          </p:nvSpPr>
          <p:spPr>
            <a:xfrm>
              <a:off x="8636546" y="2118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8" name="pt48258"/>
            <p:cNvSpPr/>
            <p:nvPr/>
          </p:nvSpPr>
          <p:spPr>
            <a:xfrm>
              <a:off x="8954618" y="2301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9" name="pt48259"/>
            <p:cNvSpPr/>
            <p:nvPr/>
          </p:nvSpPr>
          <p:spPr>
            <a:xfrm>
              <a:off x="8523538" y="2320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0" name="pt48260"/>
            <p:cNvSpPr/>
            <p:nvPr/>
          </p:nvSpPr>
          <p:spPr>
            <a:xfrm>
              <a:off x="9028868" y="1809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1" name="pt48261"/>
            <p:cNvSpPr/>
            <p:nvPr/>
          </p:nvSpPr>
          <p:spPr>
            <a:xfrm>
              <a:off x="8932933" y="186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2" name="pt48262"/>
            <p:cNvSpPr/>
            <p:nvPr/>
          </p:nvSpPr>
          <p:spPr>
            <a:xfrm>
              <a:off x="9351205" y="2172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3" name="pt48263"/>
            <p:cNvSpPr/>
            <p:nvPr/>
          </p:nvSpPr>
          <p:spPr>
            <a:xfrm>
              <a:off x="9124182" y="1915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4" name="pt48264"/>
            <p:cNvSpPr/>
            <p:nvPr/>
          </p:nvSpPr>
          <p:spPr>
            <a:xfrm>
              <a:off x="9356962" y="2103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5" name="pt48265"/>
            <p:cNvSpPr/>
            <p:nvPr/>
          </p:nvSpPr>
          <p:spPr>
            <a:xfrm>
              <a:off x="8624143" y="2383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6" name="pt48266"/>
            <p:cNvSpPr/>
            <p:nvPr/>
          </p:nvSpPr>
          <p:spPr>
            <a:xfrm>
              <a:off x="9096734" y="1652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7" name="pt48267"/>
            <p:cNvSpPr/>
            <p:nvPr/>
          </p:nvSpPr>
          <p:spPr>
            <a:xfrm>
              <a:off x="8523538" y="2541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8" name="pt48268"/>
            <p:cNvSpPr/>
            <p:nvPr/>
          </p:nvSpPr>
          <p:spPr>
            <a:xfrm>
              <a:off x="9717541" y="2047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9" name="pt48269"/>
            <p:cNvSpPr/>
            <p:nvPr/>
          </p:nvSpPr>
          <p:spPr>
            <a:xfrm>
              <a:off x="8636546" y="222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0" name="pt48270"/>
            <p:cNvSpPr/>
            <p:nvPr/>
          </p:nvSpPr>
          <p:spPr>
            <a:xfrm>
              <a:off x="8923469" y="1867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1" name="pt48271"/>
            <p:cNvSpPr/>
            <p:nvPr/>
          </p:nvSpPr>
          <p:spPr>
            <a:xfrm>
              <a:off x="9482767" y="2418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2" name="pt48272"/>
            <p:cNvSpPr/>
            <p:nvPr/>
          </p:nvSpPr>
          <p:spPr>
            <a:xfrm>
              <a:off x="8596430" y="2300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3" name="pt48273"/>
            <p:cNvSpPr/>
            <p:nvPr/>
          </p:nvSpPr>
          <p:spPr>
            <a:xfrm>
              <a:off x="9585294" y="2401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4" name="pt48274"/>
            <p:cNvSpPr/>
            <p:nvPr/>
          </p:nvSpPr>
          <p:spPr>
            <a:xfrm>
              <a:off x="8688264" y="2324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5" name="pt48275"/>
            <p:cNvSpPr/>
            <p:nvPr/>
          </p:nvSpPr>
          <p:spPr>
            <a:xfrm>
              <a:off x="8636546" y="2357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6" name="pt48276"/>
            <p:cNvSpPr/>
            <p:nvPr/>
          </p:nvSpPr>
          <p:spPr>
            <a:xfrm>
              <a:off x="9486197" y="2515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7" name="pt48277"/>
            <p:cNvSpPr/>
            <p:nvPr/>
          </p:nvSpPr>
          <p:spPr>
            <a:xfrm>
              <a:off x="8956650" y="2287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8" name="pt48278"/>
            <p:cNvSpPr/>
            <p:nvPr/>
          </p:nvSpPr>
          <p:spPr>
            <a:xfrm>
              <a:off x="8778290" y="2128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9" name="pt48279"/>
            <p:cNvSpPr/>
            <p:nvPr/>
          </p:nvSpPr>
          <p:spPr>
            <a:xfrm>
              <a:off x="8876545" y="1518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0" name="pt48280"/>
            <p:cNvSpPr/>
            <p:nvPr/>
          </p:nvSpPr>
          <p:spPr>
            <a:xfrm>
              <a:off x="9075096" y="1816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1" name="pt48281"/>
            <p:cNvSpPr/>
            <p:nvPr/>
          </p:nvSpPr>
          <p:spPr>
            <a:xfrm>
              <a:off x="8950486" y="2118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2" name="pt48282"/>
            <p:cNvSpPr/>
            <p:nvPr/>
          </p:nvSpPr>
          <p:spPr>
            <a:xfrm>
              <a:off x="8679043" y="2270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3" name="pt48283"/>
            <p:cNvSpPr/>
            <p:nvPr/>
          </p:nvSpPr>
          <p:spPr>
            <a:xfrm>
              <a:off x="8952564" y="2212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4" name="pt48284"/>
            <p:cNvSpPr/>
            <p:nvPr/>
          </p:nvSpPr>
          <p:spPr>
            <a:xfrm>
              <a:off x="9302684" y="1914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5" name="pt48285"/>
            <p:cNvSpPr/>
            <p:nvPr/>
          </p:nvSpPr>
          <p:spPr>
            <a:xfrm>
              <a:off x="8772758" y="209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6" name="pt48286"/>
            <p:cNvSpPr/>
            <p:nvPr/>
          </p:nvSpPr>
          <p:spPr>
            <a:xfrm>
              <a:off x="8471820" y="2414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7" name="pt48287"/>
            <p:cNvSpPr/>
            <p:nvPr/>
          </p:nvSpPr>
          <p:spPr>
            <a:xfrm>
              <a:off x="8888738" y="2088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8" name="pt48288"/>
            <p:cNvSpPr/>
            <p:nvPr/>
          </p:nvSpPr>
          <p:spPr>
            <a:xfrm>
              <a:off x="9394753" y="2152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9" name="pt48289"/>
            <p:cNvSpPr/>
            <p:nvPr/>
          </p:nvSpPr>
          <p:spPr>
            <a:xfrm>
              <a:off x="8636546" y="2274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0" name="pt48290"/>
            <p:cNvSpPr/>
            <p:nvPr/>
          </p:nvSpPr>
          <p:spPr>
            <a:xfrm>
              <a:off x="8563654" y="2209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1" name="pt48291"/>
            <p:cNvSpPr/>
            <p:nvPr/>
          </p:nvSpPr>
          <p:spPr>
            <a:xfrm>
              <a:off x="8580788" y="2351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2" name="pt48292"/>
            <p:cNvSpPr/>
            <p:nvPr/>
          </p:nvSpPr>
          <p:spPr>
            <a:xfrm>
              <a:off x="8544712" y="2335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3" name="pt48293"/>
            <p:cNvSpPr/>
            <p:nvPr/>
          </p:nvSpPr>
          <p:spPr>
            <a:xfrm>
              <a:off x="8767051" y="1961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4" name="pt48294"/>
            <p:cNvSpPr/>
            <p:nvPr/>
          </p:nvSpPr>
          <p:spPr>
            <a:xfrm>
              <a:off x="8902901" y="2065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5" name="pt48295"/>
            <p:cNvSpPr/>
            <p:nvPr/>
          </p:nvSpPr>
          <p:spPr>
            <a:xfrm>
              <a:off x="8544712" y="2251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6" name="pt48296"/>
            <p:cNvSpPr/>
            <p:nvPr/>
          </p:nvSpPr>
          <p:spPr>
            <a:xfrm>
              <a:off x="8347210" y="2280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7" name="pt48297"/>
            <p:cNvSpPr/>
            <p:nvPr/>
          </p:nvSpPr>
          <p:spPr>
            <a:xfrm>
              <a:off x="8688264" y="2331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8" name="pt48298"/>
            <p:cNvSpPr/>
            <p:nvPr/>
          </p:nvSpPr>
          <p:spPr>
            <a:xfrm>
              <a:off x="8852989" y="181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9" name="pt48299"/>
            <p:cNvSpPr/>
            <p:nvPr/>
          </p:nvSpPr>
          <p:spPr>
            <a:xfrm>
              <a:off x="9120160" y="2099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0" name="pt48300"/>
            <p:cNvSpPr/>
            <p:nvPr/>
          </p:nvSpPr>
          <p:spPr>
            <a:xfrm>
              <a:off x="9071933" y="2085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1" name="pt48301"/>
            <p:cNvSpPr/>
            <p:nvPr/>
          </p:nvSpPr>
          <p:spPr>
            <a:xfrm>
              <a:off x="8948383" y="2009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2" name="pt48302"/>
            <p:cNvSpPr/>
            <p:nvPr/>
          </p:nvSpPr>
          <p:spPr>
            <a:xfrm>
              <a:off x="9187265" y="2066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3" name="pt48303"/>
            <p:cNvSpPr/>
            <p:nvPr/>
          </p:nvSpPr>
          <p:spPr>
            <a:xfrm>
              <a:off x="8988075" y="1929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4" name="pt48304"/>
            <p:cNvSpPr/>
            <p:nvPr/>
          </p:nvSpPr>
          <p:spPr>
            <a:xfrm>
              <a:off x="9275707" y="1738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5" name="pt48305"/>
            <p:cNvSpPr/>
            <p:nvPr/>
          </p:nvSpPr>
          <p:spPr>
            <a:xfrm>
              <a:off x="8648148" y="230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6" name="pt48306"/>
            <p:cNvSpPr/>
            <p:nvPr/>
          </p:nvSpPr>
          <p:spPr>
            <a:xfrm>
              <a:off x="9074048" y="1906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7" name="pt48307"/>
            <p:cNvSpPr/>
            <p:nvPr/>
          </p:nvSpPr>
          <p:spPr>
            <a:xfrm>
              <a:off x="9049289" y="2227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8" name="pt48308"/>
            <p:cNvSpPr/>
            <p:nvPr/>
          </p:nvSpPr>
          <p:spPr>
            <a:xfrm>
              <a:off x="9719466" y="2359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9" name="pt48309"/>
            <p:cNvSpPr/>
            <p:nvPr/>
          </p:nvSpPr>
          <p:spPr>
            <a:xfrm>
              <a:off x="8523538" y="236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0" name="pt48310"/>
            <p:cNvSpPr/>
            <p:nvPr/>
          </p:nvSpPr>
          <p:spPr>
            <a:xfrm>
              <a:off x="8793933" y="2133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1" name="pt48311"/>
            <p:cNvSpPr/>
            <p:nvPr/>
          </p:nvSpPr>
          <p:spPr>
            <a:xfrm>
              <a:off x="8812874" y="2012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2" name="pt48312"/>
            <p:cNvSpPr/>
            <p:nvPr/>
          </p:nvSpPr>
          <p:spPr>
            <a:xfrm>
              <a:off x="8439043" y="2365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3" name="pt48313"/>
            <p:cNvSpPr/>
            <p:nvPr/>
          </p:nvSpPr>
          <p:spPr>
            <a:xfrm>
              <a:off x="8636546" y="2421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4" name="pt48314"/>
            <p:cNvSpPr/>
            <p:nvPr/>
          </p:nvSpPr>
          <p:spPr>
            <a:xfrm>
              <a:off x="8544712" y="243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5" name="pt48315"/>
            <p:cNvSpPr/>
            <p:nvPr/>
          </p:nvSpPr>
          <p:spPr>
            <a:xfrm>
              <a:off x="9124182" y="2081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6" name="pt48316"/>
            <p:cNvSpPr/>
            <p:nvPr/>
          </p:nvSpPr>
          <p:spPr>
            <a:xfrm>
              <a:off x="8975793" y="1969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7" name="pt48317"/>
            <p:cNvSpPr/>
            <p:nvPr/>
          </p:nvSpPr>
          <p:spPr>
            <a:xfrm>
              <a:off x="9180997" y="1910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8" name="pt48318"/>
            <p:cNvSpPr/>
            <p:nvPr/>
          </p:nvSpPr>
          <p:spPr>
            <a:xfrm>
              <a:off x="9027511" y="1829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9" name="pt48319"/>
            <p:cNvSpPr/>
            <p:nvPr/>
          </p:nvSpPr>
          <p:spPr>
            <a:xfrm>
              <a:off x="9356962" y="2071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0" name="pt48320"/>
            <p:cNvSpPr/>
            <p:nvPr/>
          </p:nvSpPr>
          <p:spPr>
            <a:xfrm>
              <a:off x="8838000" y="1994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1" name="pt48321"/>
            <p:cNvSpPr/>
            <p:nvPr/>
          </p:nvSpPr>
          <p:spPr>
            <a:xfrm>
              <a:off x="9040639" y="1716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2" name="pt48322"/>
            <p:cNvSpPr/>
            <p:nvPr/>
          </p:nvSpPr>
          <p:spPr>
            <a:xfrm>
              <a:off x="8563654" y="2206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3" name="pt48323"/>
            <p:cNvSpPr/>
            <p:nvPr/>
          </p:nvSpPr>
          <p:spPr>
            <a:xfrm>
              <a:off x="9717541" y="2207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4" name="pt48324"/>
            <p:cNvSpPr/>
            <p:nvPr/>
          </p:nvSpPr>
          <p:spPr>
            <a:xfrm>
              <a:off x="8563654" y="2306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5" name="pt48325"/>
            <p:cNvSpPr/>
            <p:nvPr/>
          </p:nvSpPr>
          <p:spPr>
            <a:xfrm>
              <a:off x="8669323" y="2508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6" name="pt48326"/>
            <p:cNvSpPr/>
            <p:nvPr/>
          </p:nvSpPr>
          <p:spPr>
            <a:xfrm>
              <a:off x="9016271" y="1600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7" name="pt48327"/>
            <p:cNvSpPr/>
            <p:nvPr/>
          </p:nvSpPr>
          <p:spPr>
            <a:xfrm>
              <a:off x="8610820" y="2159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8" name="pt48328"/>
            <p:cNvSpPr/>
            <p:nvPr/>
          </p:nvSpPr>
          <p:spPr>
            <a:xfrm>
              <a:off x="8817313" y="1986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9" name="pt48329"/>
            <p:cNvSpPr/>
            <p:nvPr/>
          </p:nvSpPr>
          <p:spPr>
            <a:xfrm>
              <a:off x="9074048" y="1937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0" name="pt48330"/>
            <p:cNvSpPr/>
            <p:nvPr/>
          </p:nvSpPr>
          <p:spPr>
            <a:xfrm>
              <a:off x="8803653" y="2006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1" name="pt48331"/>
            <p:cNvSpPr/>
            <p:nvPr/>
          </p:nvSpPr>
          <p:spPr>
            <a:xfrm>
              <a:off x="8398928" y="2207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2" name="pt48332"/>
            <p:cNvSpPr/>
            <p:nvPr/>
          </p:nvSpPr>
          <p:spPr>
            <a:xfrm>
              <a:off x="8398928" y="2458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3" name="pt48333"/>
            <p:cNvSpPr/>
            <p:nvPr/>
          </p:nvSpPr>
          <p:spPr>
            <a:xfrm>
              <a:off x="8624143" y="2535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4" name="pt48334"/>
            <p:cNvSpPr/>
            <p:nvPr/>
          </p:nvSpPr>
          <p:spPr>
            <a:xfrm>
              <a:off x="8910892" y="1884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5" name="pt48335"/>
            <p:cNvSpPr/>
            <p:nvPr/>
          </p:nvSpPr>
          <p:spPr>
            <a:xfrm>
              <a:off x="8659047" y="2339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6" name="pt48336"/>
            <p:cNvSpPr/>
            <p:nvPr/>
          </p:nvSpPr>
          <p:spPr>
            <a:xfrm>
              <a:off x="8274318" y="2623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7" name="pt48337"/>
            <p:cNvSpPr/>
            <p:nvPr/>
          </p:nvSpPr>
          <p:spPr>
            <a:xfrm>
              <a:off x="8563654" y="2221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8" name="pt48338"/>
            <p:cNvSpPr/>
            <p:nvPr/>
          </p:nvSpPr>
          <p:spPr>
            <a:xfrm>
              <a:off x="9877988" y="2710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9" name="pt48339"/>
            <p:cNvSpPr/>
            <p:nvPr/>
          </p:nvSpPr>
          <p:spPr>
            <a:xfrm>
              <a:off x="8761156" y="2344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0" name="pt48340"/>
            <p:cNvSpPr/>
            <p:nvPr/>
          </p:nvSpPr>
          <p:spPr>
            <a:xfrm>
              <a:off x="9502529" y="2453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1" name="pt48341"/>
            <p:cNvSpPr/>
            <p:nvPr/>
          </p:nvSpPr>
          <p:spPr>
            <a:xfrm>
              <a:off x="9563530" y="243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2" name="pt48342"/>
            <p:cNvSpPr/>
            <p:nvPr/>
          </p:nvSpPr>
          <p:spPr>
            <a:xfrm>
              <a:off x="8439043" y="2333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3" name="pt48343"/>
            <p:cNvSpPr/>
            <p:nvPr/>
          </p:nvSpPr>
          <p:spPr>
            <a:xfrm>
              <a:off x="8778290" y="216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4" name="pt48344"/>
            <p:cNvSpPr/>
            <p:nvPr/>
          </p:nvSpPr>
          <p:spPr>
            <a:xfrm>
              <a:off x="8923469" y="1973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5" name="pt48345"/>
            <p:cNvSpPr/>
            <p:nvPr/>
          </p:nvSpPr>
          <p:spPr>
            <a:xfrm>
              <a:off x="8783657" y="2232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6" name="pt48346"/>
            <p:cNvSpPr/>
            <p:nvPr/>
          </p:nvSpPr>
          <p:spPr>
            <a:xfrm>
              <a:off x="8610820" y="2037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7" name="pt48347"/>
            <p:cNvSpPr/>
            <p:nvPr/>
          </p:nvSpPr>
          <p:spPr>
            <a:xfrm>
              <a:off x="8648148" y="2341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8" name="pt48348"/>
            <p:cNvSpPr/>
            <p:nvPr/>
          </p:nvSpPr>
          <p:spPr>
            <a:xfrm>
              <a:off x="9401682" y="2144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9" name="pt48349"/>
            <p:cNvSpPr/>
            <p:nvPr/>
          </p:nvSpPr>
          <p:spPr>
            <a:xfrm>
              <a:off x="8923469" y="1799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0" name="pt48350"/>
            <p:cNvSpPr/>
            <p:nvPr/>
          </p:nvSpPr>
          <p:spPr>
            <a:xfrm>
              <a:off x="9594013" y="256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1" name="pt48351"/>
            <p:cNvSpPr/>
            <p:nvPr/>
          </p:nvSpPr>
          <p:spPr>
            <a:xfrm>
              <a:off x="8748753" y="208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2" name="pt48352"/>
            <p:cNvSpPr/>
            <p:nvPr/>
          </p:nvSpPr>
          <p:spPr>
            <a:xfrm>
              <a:off x="8439043" y="220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3" name="pt48353"/>
            <p:cNvSpPr/>
            <p:nvPr/>
          </p:nvSpPr>
          <p:spPr>
            <a:xfrm>
              <a:off x="9124182" y="2084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4" name="pt48354"/>
            <p:cNvSpPr/>
            <p:nvPr/>
          </p:nvSpPr>
          <p:spPr>
            <a:xfrm>
              <a:off x="8849358" y="1973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5" name="pt48355"/>
            <p:cNvSpPr/>
            <p:nvPr/>
          </p:nvSpPr>
          <p:spPr>
            <a:xfrm>
              <a:off x="8748753" y="1992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6" name="pt48356"/>
            <p:cNvSpPr/>
            <p:nvPr/>
          </p:nvSpPr>
          <p:spPr>
            <a:xfrm>
              <a:off x="8923469" y="1970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7" name="pt48357"/>
            <p:cNvSpPr/>
            <p:nvPr/>
          </p:nvSpPr>
          <p:spPr>
            <a:xfrm>
              <a:off x="8347210" y="2107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8" name="pt48358"/>
            <p:cNvSpPr/>
            <p:nvPr/>
          </p:nvSpPr>
          <p:spPr>
            <a:xfrm>
              <a:off x="9124182" y="2072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9" name="pt48359"/>
            <p:cNvSpPr/>
            <p:nvPr/>
          </p:nvSpPr>
          <p:spPr>
            <a:xfrm>
              <a:off x="8563654" y="2140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0" name="pt48360"/>
            <p:cNvSpPr/>
            <p:nvPr/>
          </p:nvSpPr>
          <p:spPr>
            <a:xfrm>
              <a:off x="9281436" y="1911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1" name="pt48361"/>
            <p:cNvSpPr/>
            <p:nvPr/>
          </p:nvSpPr>
          <p:spPr>
            <a:xfrm>
              <a:off x="8982914" y="1901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2" name="pt48362"/>
            <p:cNvSpPr/>
            <p:nvPr/>
          </p:nvSpPr>
          <p:spPr>
            <a:xfrm>
              <a:off x="8648148" y="2284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3" name="pt48363"/>
            <p:cNvSpPr/>
            <p:nvPr/>
          </p:nvSpPr>
          <p:spPr>
            <a:xfrm>
              <a:off x="8910892" y="2041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4" name="pt48364"/>
            <p:cNvSpPr/>
            <p:nvPr/>
          </p:nvSpPr>
          <p:spPr>
            <a:xfrm>
              <a:off x="8274318" y="2309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5" name="pt48365"/>
            <p:cNvSpPr/>
            <p:nvPr/>
          </p:nvSpPr>
          <p:spPr>
            <a:xfrm>
              <a:off x="9074048" y="1854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6" name="pt48366"/>
            <p:cNvSpPr/>
            <p:nvPr/>
          </p:nvSpPr>
          <p:spPr>
            <a:xfrm>
              <a:off x="8897369" y="2146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7" name="pt48367"/>
            <p:cNvSpPr/>
            <p:nvPr/>
          </p:nvSpPr>
          <p:spPr>
            <a:xfrm>
              <a:off x="8817313" y="2177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8" name="pt48368"/>
            <p:cNvSpPr/>
            <p:nvPr/>
          </p:nvSpPr>
          <p:spPr>
            <a:xfrm>
              <a:off x="9087220" y="1828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9" name="pt48369"/>
            <p:cNvSpPr/>
            <p:nvPr/>
          </p:nvSpPr>
          <p:spPr>
            <a:xfrm>
              <a:off x="8274318" y="2340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0" name="pt48370"/>
            <p:cNvSpPr/>
            <p:nvPr/>
          </p:nvSpPr>
          <p:spPr>
            <a:xfrm>
              <a:off x="9200748" y="1762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1" name="pt48371"/>
            <p:cNvSpPr/>
            <p:nvPr/>
          </p:nvSpPr>
          <p:spPr>
            <a:xfrm>
              <a:off x="8679043" y="2120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2" name="pt48372"/>
            <p:cNvSpPr/>
            <p:nvPr/>
          </p:nvSpPr>
          <p:spPr>
            <a:xfrm>
              <a:off x="9160112" y="1634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3" name="pt48373"/>
            <p:cNvSpPr/>
            <p:nvPr/>
          </p:nvSpPr>
          <p:spPr>
            <a:xfrm>
              <a:off x="8688264" y="2235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4" name="pt48374"/>
            <p:cNvSpPr/>
            <p:nvPr/>
          </p:nvSpPr>
          <p:spPr>
            <a:xfrm>
              <a:off x="9199183" y="210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5" name="pt48375"/>
            <p:cNvSpPr/>
            <p:nvPr/>
          </p:nvSpPr>
          <p:spPr>
            <a:xfrm>
              <a:off x="8778290" y="2215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6" name="pt48376"/>
            <p:cNvSpPr/>
            <p:nvPr/>
          </p:nvSpPr>
          <p:spPr>
            <a:xfrm>
              <a:off x="8347210" y="2272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7" name="pt48377"/>
            <p:cNvSpPr/>
            <p:nvPr/>
          </p:nvSpPr>
          <p:spPr>
            <a:xfrm>
              <a:off x="8948383" y="2097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8" name="pt48378"/>
            <p:cNvSpPr/>
            <p:nvPr/>
          </p:nvSpPr>
          <p:spPr>
            <a:xfrm>
              <a:off x="9049289" y="213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9" name="pt48379"/>
            <p:cNvSpPr/>
            <p:nvPr/>
          </p:nvSpPr>
          <p:spPr>
            <a:xfrm>
              <a:off x="8596430" y="2198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0" name="pt48380"/>
            <p:cNvSpPr/>
            <p:nvPr/>
          </p:nvSpPr>
          <p:spPr>
            <a:xfrm>
              <a:off x="9332489" y="198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1" name="pt48381"/>
            <p:cNvSpPr/>
            <p:nvPr/>
          </p:nvSpPr>
          <p:spPr>
            <a:xfrm>
              <a:off x="8648148" y="2399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2" name="pt48382"/>
            <p:cNvSpPr/>
            <p:nvPr/>
          </p:nvSpPr>
          <p:spPr>
            <a:xfrm>
              <a:off x="8876545" y="1889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3" name="pt48383"/>
            <p:cNvSpPr/>
            <p:nvPr/>
          </p:nvSpPr>
          <p:spPr>
            <a:xfrm>
              <a:off x="9023378" y="1911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4" name="pt48384"/>
            <p:cNvSpPr/>
            <p:nvPr/>
          </p:nvSpPr>
          <p:spPr>
            <a:xfrm>
              <a:off x="8948383" y="2048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5" name="pt48385"/>
            <p:cNvSpPr/>
            <p:nvPr/>
          </p:nvSpPr>
          <p:spPr>
            <a:xfrm>
              <a:off x="8982914" y="1836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6" name="pt48386"/>
            <p:cNvSpPr/>
            <p:nvPr/>
          </p:nvSpPr>
          <p:spPr>
            <a:xfrm>
              <a:off x="8636546" y="2371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7" name="pt48387"/>
            <p:cNvSpPr/>
            <p:nvPr/>
          </p:nvSpPr>
          <p:spPr>
            <a:xfrm>
              <a:off x="8648148" y="2357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8" name="pt48388"/>
            <p:cNvSpPr/>
            <p:nvPr/>
          </p:nvSpPr>
          <p:spPr>
            <a:xfrm>
              <a:off x="8398928" y="2233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9" name="pt48389"/>
            <p:cNvSpPr/>
            <p:nvPr/>
          </p:nvSpPr>
          <p:spPr>
            <a:xfrm>
              <a:off x="8347210" y="2245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0" name="pt48390"/>
            <p:cNvSpPr/>
            <p:nvPr/>
          </p:nvSpPr>
          <p:spPr>
            <a:xfrm>
              <a:off x="8975793" y="1963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1" name="pt48391"/>
            <p:cNvSpPr/>
            <p:nvPr/>
          </p:nvSpPr>
          <p:spPr>
            <a:xfrm>
              <a:off x="8274318" y="2504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2" name="pt48392"/>
            <p:cNvSpPr/>
            <p:nvPr/>
          </p:nvSpPr>
          <p:spPr>
            <a:xfrm>
              <a:off x="8596430" y="2477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3" name="pt48393"/>
            <p:cNvSpPr/>
            <p:nvPr/>
          </p:nvSpPr>
          <p:spPr>
            <a:xfrm>
              <a:off x="8523538" y="2478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4" name="pt48394"/>
            <p:cNvSpPr/>
            <p:nvPr/>
          </p:nvSpPr>
          <p:spPr>
            <a:xfrm>
              <a:off x="8888738" y="2169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5" name="pt48395"/>
            <p:cNvSpPr/>
            <p:nvPr/>
          </p:nvSpPr>
          <p:spPr>
            <a:xfrm>
              <a:off x="8721041" y="2024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6" name="pt48396"/>
            <p:cNvSpPr/>
            <p:nvPr/>
          </p:nvSpPr>
          <p:spPr>
            <a:xfrm>
              <a:off x="8274318" y="2542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7" name="pt48397"/>
            <p:cNvSpPr/>
            <p:nvPr/>
          </p:nvSpPr>
          <p:spPr>
            <a:xfrm>
              <a:off x="9503592" y="2471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8" name="pt48398"/>
            <p:cNvSpPr/>
            <p:nvPr/>
          </p:nvSpPr>
          <p:spPr>
            <a:xfrm>
              <a:off x="9442137" y="1854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9" name="pt48399"/>
            <p:cNvSpPr/>
            <p:nvPr/>
          </p:nvSpPr>
          <p:spPr>
            <a:xfrm>
              <a:off x="9124182" y="1956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0" name="pt48400"/>
            <p:cNvSpPr/>
            <p:nvPr/>
          </p:nvSpPr>
          <p:spPr>
            <a:xfrm>
              <a:off x="8870124" y="2395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1" name="pt48401"/>
            <p:cNvSpPr/>
            <p:nvPr/>
          </p:nvSpPr>
          <p:spPr>
            <a:xfrm>
              <a:off x="9295774" y="1906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2" name="pt48402"/>
            <p:cNvSpPr/>
            <p:nvPr/>
          </p:nvSpPr>
          <p:spPr>
            <a:xfrm>
              <a:off x="9124182" y="1981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3" name="pt48403"/>
            <p:cNvSpPr/>
            <p:nvPr/>
          </p:nvSpPr>
          <p:spPr>
            <a:xfrm>
              <a:off x="8624143" y="2565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4" name="pt48404"/>
            <p:cNvSpPr/>
            <p:nvPr/>
          </p:nvSpPr>
          <p:spPr>
            <a:xfrm>
              <a:off x="8939717" y="2074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5" name="pt48405"/>
            <p:cNvSpPr/>
            <p:nvPr/>
          </p:nvSpPr>
          <p:spPr>
            <a:xfrm>
              <a:off x="8891661" y="2138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6" name="pt48406"/>
            <p:cNvSpPr/>
            <p:nvPr/>
          </p:nvSpPr>
          <p:spPr>
            <a:xfrm>
              <a:off x="8713389" y="2205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7" name="pt48407"/>
            <p:cNvSpPr/>
            <p:nvPr/>
          </p:nvSpPr>
          <p:spPr>
            <a:xfrm>
              <a:off x="8735430" y="2128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8" name="pt48408"/>
            <p:cNvSpPr/>
            <p:nvPr/>
          </p:nvSpPr>
          <p:spPr>
            <a:xfrm>
              <a:off x="9442137" y="1907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9" name="pt48409"/>
            <p:cNvSpPr/>
            <p:nvPr/>
          </p:nvSpPr>
          <p:spPr>
            <a:xfrm>
              <a:off x="8783657" y="2163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0" name="pt48410"/>
            <p:cNvSpPr/>
            <p:nvPr/>
          </p:nvSpPr>
          <p:spPr>
            <a:xfrm>
              <a:off x="9544151" y="2165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1" name="pt48411"/>
            <p:cNvSpPr/>
            <p:nvPr/>
          </p:nvSpPr>
          <p:spPr>
            <a:xfrm>
              <a:off x="9258470" y="2034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2" name="pt48412"/>
            <p:cNvSpPr/>
            <p:nvPr/>
          </p:nvSpPr>
          <p:spPr>
            <a:xfrm>
              <a:off x="8624143" y="2473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3" name="pt48413"/>
            <p:cNvSpPr/>
            <p:nvPr/>
          </p:nvSpPr>
          <p:spPr>
            <a:xfrm>
              <a:off x="8755061" y="2267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4" name="pt48414"/>
            <p:cNvSpPr/>
            <p:nvPr/>
          </p:nvSpPr>
          <p:spPr>
            <a:xfrm>
              <a:off x="8669323" y="2362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5" name="pt48415"/>
            <p:cNvSpPr/>
            <p:nvPr/>
          </p:nvSpPr>
          <p:spPr>
            <a:xfrm>
              <a:off x="8897369" y="2056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6" name="pt48416"/>
            <p:cNvSpPr/>
            <p:nvPr/>
          </p:nvSpPr>
          <p:spPr>
            <a:xfrm>
              <a:off x="8964553" y="2251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7" name="pt48417"/>
            <p:cNvSpPr/>
            <p:nvPr/>
          </p:nvSpPr>
          <p:spPr>
            <a:xfrm>
              <a:off x="8274318" y="2362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8" name="pt48418"/>
            <p:cNvSpPr/>
            <p:nvPr/>
          </p:nvSpPr>
          <p:spPr>
            <a:xfrm>
              <a:off x="8274318" y="2410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9" name="pt48419"/>
            <p:cNvSpPr/>
            <p:nvPr/>
          </p:nvSpPr>
          <p:spPr>
            <a:xfrm>
              <a:off x="9780125" y="2600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0" name="pt48420"/>
            <p:cNvSpPr/>
            <p:nvPr/>
          </p:nvSpPr>
          <p:spPr>
            <a:xfrm>
              <a:off x="8624143" y="2516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1" name="pt48421"/>
            <p:cNvSpPr/>
            <p:nvPr/>
          </p:nvSpPr>
          <p:spPr>
            <a:xfrm>
              <a:off x="9719466" y="2078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2" name="pt48422"/>
            <p:cNvSpPr/>
            <p:nvPr/>
          </p:nvSpPr>
          <p:spPr>
            <a:xfrm>
              <a:off x="8891661" y="2121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3" name="pt48423"/>
            <p:cNvSpPr/>
            <p:nvPr/>
          </p:nvSpPr>
          <p:spPr>
            <a:xfrm>
              <a:off x="8610820" y="2086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4" name="pt48424"/>
            <p:cNvSpPr/>
            <p:nvPr/>
          </p:nvSpPr>
          <p:spPr>
            <a:xfrm>
              <a:off x="9395106" y="2088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5" name="pt48425"/>
            <p:cNvSpPr/>
            <p:nvPr/>
          </p:nvSpPr>
          <p:spPr>
            <a:xfrm>
              <a:off x="8888738" y="2183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6" name="pt48426"/>
            <p:cNvSpPr/>
            <p:nvPr/>
          </p:nvSpPr>
          <p:spPr>
            <a:xfrm>
              <a:off x="9127336" y="2052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7" name="pt48427"/>
            <p:cNvSpPr/>
            <p:nvPr/>
          </p:nvSpPr>
          <p:spPr>
            <a:xfrm>
              <a:off x="8648148" y="2361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8" name="pt48428"/>
            <p:cNvSpPr/>
            <p:nvPr/>
          </p:nvSpPr>
          <p:spPr>
            <a:xfrm>
              <a:off x="9313270" y="2131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9" name="pt48429"/>
            <p:cNvSpPr/>
            <p:nvPr/>
          </p:nvSpPr>
          <p:spPr>
            <a:xfrm>
              <a:off x="9439815" y="1813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0" name="pt48430"/>
            <p:cNvSpPr/>
            <p:nvPr/>
          </p:nvSpPr>
          <p:spPr>
            <a:xfrm>
              <a:off x="9057543" y="1608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1" name="pt48431"/>
            <p:cNvSpPr/>
            <p:nvPr/>
          </p:nvSpPr>
          <p:spPr>
            <a:xfrm>
              <a:off x="8721041" y="1918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2" name="pt48432"/>
            <p:cNvSpPr/>
            <p:nvPr/>
          </p:nvSpPr>
          <p:spPr>
            <a:xfrm>
              <a:off x="8610820" y="1985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3" name="pt48433"/>
            <p:cNvSpPr/>
            <p:nvPr/>
          </p:nvSpPr>
          <p:spPr>
            <a:xfrm>
              <a:off x="9034195" y="1677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4" name="pt48434"/>
            <p:cNvSpPr/>
            <p:nvPr/>
          </p:nvSpPr>
          <p:spPr>
            <a:xfrm>
              <a:off x="8471820" y="2423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5" name="pt48435"/>
            <p:cNvSpPr/>
            <p:nvPr/>
          </p:nvSpPr>
          <p:spPr>
            <a:xfrm>
              <a:off x="8274318" y="260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6" name="pt48436"/>
            <p:cNvSpPr/>
            <p:nvPr/>
          </p:nvSpPr>
          <p:spPr>
            <a:xfrm>
              <a:off x="8713389" y="2246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7" name="pt48437"/>
            <p:cNvSpPr/>
            <p:nvPr/>
          </p:nvSpPr>
          <p:spPr>
            <a:xfrm>
              <a:off x="8937484" y="2123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8" name="pt48438"/>
            <p:cNvSpPr/>
            <p:nvPr/>
          </p:nvSpPr>
          <p:spPr>
            <a:xfrm>
              <a:off x="8748753" y="2022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9" name="pt48439"/>
            <p:cNvSpPr/>
            <p:nvPr/>
          </p:nvSpPr>
          <p:spPr>
            <a:xfrm>
              <a:off x="8636546" y="2314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0" name="pt48440"/>
            <p:cNvSpPr/>
            <p:nvPr/>
          </p:nvSpPr>
          <p:spPr>
            <a:xfrm>
              <a:off x="9101309" y="2009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1" name="pt48441"/>
            <p:cNvSpPr/>
            <p:nvPr/>
          </p:nvSpPr>
          <p:spPr>
            <a:xfrm>
              <a:off x="8849358" y="1959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2" name="pt48442"/>
            <p:cNvSpPr/>
            <p:nvPr/>
          </p:nvSpPr>
          <p:spPr>
            <a:xfrm>
              <a:off x="9563530" y="2518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3" name="pt48443"/>
            <p:cNvSpPr/>
            <p:nvPr/>
          </p:nvSpPr>
          <p:spPr>
            <a:xfrm>
              <a:off x="8499532" y="2496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4" name="pt48444"/>
            <p:cNvSpPr/>
            <p:nvPr/>
          </p:nvSpPr>
          <p:spPr>
            <a:xfrm>
              <a:off x="8930613" y="1817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5" name="pt48445"/>
            <p:cNvSpPr/>
            <p:nvPr/>
          </p:nvSpPr>
          <p:spPr>
            <a:xfrm>
              <a:off x="8910892" y="2127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6" name="pt48446"/>
            <p:cNvSpPr/>
            <p:nvPr/>
          </p:nvSpPr>
          <p:spPr>
            <a:xfrm>
              <a:off x="9089164" y="1633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7" name="pt48447"/>
            <p:cNvSpPr/>
            <p:nvPr/>
          </p:nvSpPr>
          <p:spPr>
            <a:xfrm>
              <a:off x="9482767" y="2338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8" name="pt48448"/>
            <p:cNvSpPr/>
            <p:nvPr/>
          </p:nvSpPr>
          <p:spPr>
            <a:xfrm>
              <a:off x="8728379" y="1982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9" name="pt48449"/>
            <p:cNvSpPr/>
            <p:nvPr/>
          </p:nvSpPr>
          <p:spPr>
            <a:xfrm>
              <a:off x="9655598" y="2301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0" name="pt48450"/>
            <p:cNvSpPr/>
            <p:nvPr/>
          </p:nvSpPr>
          <p:spPr>
            <a:xfrm>
              <a:off x="8398928" y="2403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1" name="pt48451"/>
            <p:cNvSpPr/>
            <p:nvPr/>
          </p:nvSpPr>
          <p:spPr>
            <a:xfrm>
              <a:off x="8921023" y="1785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2" name="pt48452"/>
            <p:cNvSpPr/>
            <p:nvPr/>
          </p:nvSpPr>
          <p:spPr>
            <a:xfrm>
              <a:off x="8471820" y="2336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3" name="pt48453"/>
            <p:cNvSpPr/>
            <p:nvPr/>
          </p:nvSpPr>
          <p:spPr>
            <a:xfrm>
              <a:off x="9143758" y="2042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4" name="pt48454"/>
            <p:cNvSpPr/>
            <p:nvPr/>
          </p:nvSpPr>
          <p:spPr>
            <a:xfrm>
              <a:off x="8471820" y="2588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5" name="pt48455"/>
            <p:cNvSpPr/>
            <p:nvPr/>
          </p:nvSpPr>
          <p:spPr>
            <a:xfrm>
              <a:off x="9049289" y="2334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6" name="pt48456"/>
            <p:cNvSpPr/>
            <p:nvPr/>
          </p:nvSpPr>
          <p:spPr>
            <a:xfrm>
              <a:off x="8659047" y="2383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7" name="pt48457"/>
            <p:cNvSpPr/>
            <p:nvPr/>
          </p:nvSpPr>
          <p:spPr>
            <a:xfrm>
              <a:off x="8902901" y="2146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8" name="pt48458"/>
            <p:cNvSpPr/>
            <p:nvPr/>
          </p:nvSpPr>
          <p:spPr>
            <a:xfrm>
              <a:off x="8563654" y="1924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9" name="pt48459"/>
            <p:cNvSpPr/>
            <p:nvPr/>
          </p:nvSpPr>
          <p:spPr>
            <a:xfrm>
              <a:off x="8876545" y="1685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0" name="pt48460"/>
            <p:cNvSpPr/>
            <p:nvPr/>
          </p:nvSpPr>
          <p:spPr>
            <a:xfrm>
              <a:off x="9049289" y="2316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1" name="pt48461"/>
            <p:cNvSpPr/>
            <p:nvPr/>
          </p:nvSpPr>
          <p:spPr>
            <a:xfrm>
              <a:off x="8624143" y="2384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2" name="pt48462"/>
            <p:cNvSpPr/>
            <p:nvPr/>
          </p:nvSpPr>
          <p:spPr>
            <a:xfrm>
              <a:off x="9069792" y="1794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3" name="pt48463"/>
            <p:cNvSpPr/>
            <p:nvPr/>
          </p:nvSpPr>
          <p:spPr>
            <a:xfrm>
              <a:off x="9118525" y="2002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4" name="pt48464"/>
            <p:cNvSpPr/>
            <p:nvPr/>
          </p:nvSpPr>
          <p:spPr>
            <a:xfrm>
              <a:off x="9527393" y="183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5" name="pt48465"/>
            <p:cNvSpPr/>
            <p:nvPr/>
          </p:nvSpPr>
          <p:spPr>
            <a:xfrm>
              <a:off x="8648148" y="2296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6" name="pt48466"/>
            <p:cNvSpPr/>
            <p:nvPr/>
          </p:nvSpPr>
          <p:spPr>
            <a:xfrm>
              <a:off x="8713389" y="2212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7" name="pt48467"/>
            <p:cNvSpPr/>
            <p:nvPr/>
          </p:nvSpPr>
          <p:spPr>
            <a:xfrm>
              <a:off x="8439043" y="2138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8" name="pt48468"/>
            <p:cNvSpPr/>
            <p:nvPr/>
          </p:nvSpPr>
          <p:spPr>
            <a:xfrm>
              <a:off x="8713389" y="2252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9" name="pt48469"/>
            <p:cNvSpPr/>
            <p:nvPr/>
          </p:nvSpPr>
          <p:spPr>
            <a:xfrm>
              <a:off x="9645731" y="2397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0" name="pt48470"/>
            <p:cNvSpPr/>
            <p:nvPr/>
          </p:nvSpPr>
          <p:spPr>
            <a:xfrm>
              <a:off x="8669323" y="2534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1" name="pt48471"/>
            <p:cNvSpPr/>
            <p:nvPr/>
          </p:nvSpPr>
          <p:spPr>
            <a:xfrm>
              <a:off x="8761156" y="2164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2" name="pt48472"/>
            <p:cNvSpPr/>
            <p:nvPr/>
          </p:nvSpPr>
          <p:spPr>
            <a:xfrm>
              <a:off x="8636546" y="2416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3" name="pt48473"/>
            <p:cNvSpPr/>
            <p:nvPr/>
          </p:nvSpPr>
          <p:spPr>
            <a:xfrm>
              <a:off x="9419155" y="1865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4" name="pt48474"/>
            <p:cNvSpPr/>
            <p:nvPr/>
          </p:nvSpPr>
          <p:spPr>
            <a:xfrm>
              <a:off x="8950486" y="2138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5" name="pt48475"/>
            <p:cNvSpPr/>
            <p:nvPr/>
          </p:nvSpPr>
          <p:spPr>
            <a:xfrm>
              <a:off x="9568569" y="2318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6" name="pt48476"/>
            <p:cNvSpPr/>
            <p:nvPr/>
          </p:nvSpPr>
          <p:spPr>
            <a:xfrm>
              <a:off x="8742215" y="2177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7" name="pt48477"/>
            <p:cNvSpPr/>
            <p:nvPr/>
          </p:nvSpPr>
          <p:spPr>
            <a:xfrm>
              <a:off x="9313270" y="2174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8" name="pt48478"/>
            <p:cNvSpPr/>
            <p:nvPr/>
          </p:nvSpPr>
          <p:spPr>
            <a:xfrm>
              <a:off x="8624143" y="2430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9" name="pt48479"/>
            <p:cNvSpPr/>
            <p:nvPr/>
          </p:nvSpPr>
          <p:spPr>
            <a:xfrm>
              <a:off x="9170243" y="189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0" name="pt48480"/>
            <p:cNvSpPr/>
            <p:nvPr/>
          </p:nvSpPr>
          <p:spPr>
            <a:xfrm>
              <a:off x="9211830" y="1793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1" name="pt48481"/>
            <p:cNvSpPr/>
            <p:nvPr/>
          </p:nvSpPr>
          <p:spPr>
            <a:xfrm>
              <a:off x="9051686" y="2179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2" name="pt48482"/>
            <p:cNvSpPr/>
            <p:nvPr/>
          </p:nvSpPr>
          <p:spPr>
            <a:xfrm>
              <a:off x="8659047" y="2448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3" name="pt48483"/>
            <p:cNvSpPr/>
            <p:nvPr/>
          </p:nvSpPr>
          <p:spPr>
            <a:xfrm>
              <a:off x="8688264" y="2332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4" name="pt48484"/>
            <p:cNvSpPr/>
            <p:nvPr/>
          </p:nvSpPr>
          <p:spPr>
            <a:xfrm>
              <a:off x="8798858" y="2109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5" name="pt48485"/>
            <p:cNvSpPr/>
            <p:nvPr/>
          </p:nvSpPr>
          <p:spPr>
            <a:xfrm>
              <a:off x="8852989" y="1855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6" name="pt48486"/>
            <p:cNvSpPr/>
            <p:nvPr/>
          </p:nvSpPr>
          <p:spPr>
            <a:xfrm>
              <a:off x="9286988" y="2083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7" name="pt48487"/>
            <p:cNvSpPr/>
            <p:nvPr/>
          </p:nvSpPr>
          <p:spPr>
            <a:xfrm>
              <a:off x="9077174" y="1912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8" name="pt48488"/>
            <p:cNvSpPr/>
            <p:nvPr/>
          </p:nvSpPr>
          <p:spPr>
            <a:xfrm>
              <a:off x="8439043" y="2349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9" name="pt48489"/>
            <p:cNvSpPr/>
            <p:nvPr/>
          </p:nvSpPr>
          <p:spPr>
            <a:xfrm>
              <a:off x="9071933" y="1820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0" name="pt48490"/>
            <p:cNvSpPr/>
            <p:nvPr/>
          </p:nvSpPr>
          <p:spPr>
            <a:xfrm>
              <a:off x="8636546" y="2403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1" name="pt48491"/>
            <p:cNvSpPr/>
            <p:nvPr/>
          </p:nvSpPr>
          <p:spPr>
            <a:xfrm>
              <a:off x="9331236" y="1883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2" name="pt48492"/>
            <p:cNvSpPr/>
            <p:nvPr/>
          </p:nvSpPr>
          <p:spPr>
            <a:xfrm>
              <a:off x="8954618" y="2365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3" name="pt48493"/>
            <p:cNvSpPr/>
            <p:nvPr/>
          </p:nvSpPr>
          <p:spPr>
            <a:xfrm>
              <a:off x="8772758" y="2058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4" name="pt48494"/>
            <p:cNvSpPr/>
            <p:nvPr/>
          </p:nvSpPr>
          <p:spPr>
            <a:xfrm>
              <a:off x="8439043" y="2536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5" name="pt48495"/>
            <p:cNvSpPr/>
            <p:nvPr/>
          </p:nvSpPr>
          <p:spPr>
            <a:xfrm>
              <a:off x="8964553" y="2268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6" name="pt48496"/>
            <p:cNvSpPr/>
            <p:nvPr/>
          </p:nvSpPr>
          <p:spPr>
            <a:xfrm>
              <a:off x="9027511" y="1938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7" name="pt48497"/>
            <p:cNvSpPr/>
            <p:nvPr/>
          </p:nvSpPr>
          <p:spPr>
            <a:xfrm>
              <a:off x="8274318" y="2377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8" name="pt48498"/>
            <p:cNvSpPr/>
            <p:nvPr/>
          </p:nvSpPr>
          <p:spPr>
            <a:xfrm>
              <a:off x="8910892" y="2025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9" name="pt48499"/>
            <p:cNvSpPr/>
            <p:nvPr/>
          </p:nvSpPr>
          <p:spPr>
            <a:xfrm>
              <a:off x="9334476" y="2156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0" name="pt48500"/>
            <p:cNvSpPr/>
            <p:nvPr/>
          </p:nvSpPr>
          <p:spPr>
            <a:xfrm>
              <a:off x="9876105" y="254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1" name="pt48501"/>
            <p:cNvSpPr/>
            <p:nvPr/>
          </p:nvSpPr>
          <p:spPr>
            <a:xfrm>
              <a:off x="8523538" y="2537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2" name="pt48502"/>
            <p:cNvSpPr/>
            <p:nvPr/>
          </p:nvSpPr>
          <p:spPr>
            <a:xfrm>
              <a:off x="9332489" y="2221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3" name="pt48503"/>
            <p:cNvSpPr/>
            <p:nvPr/>
          </p:nvSpPr>
          <p:spPr>
            <a:xfrm>
              <a:off x="8825875" y="2201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4" name="pt48504"/>
            <p:cNvSpPr/>
            <p:nvPr/>
          </p:nvSpPr>
          <p:spPr>
            <a:xfrm>
              <a:off x="9196543" y="2005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5" name="pt48505"/>
            <p:cNvSpPr/>
            <p:nvPr/>
          </p:nvSpPr>
          <p:spPr>
            <a:xfrm>
              <a:off x="9083269" y="1939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6" name="pt48506"/>
            <p:cNvSpPr/>
            <p:nvPr/>
          </p:nvSpPr>
          <p:spPr>
            <a:xfrm>
              <a:off x="9191144" y="2261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7" name="pt48507"/>
            <p:cNvSpPr/>
            <p:nvPr/>
          </p:nvSpPr>
          <p:spPr>
            <a:xfrm>
              <a:off x="8897369" y="2288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8" name="pt48508"/>
            <p:cNvSpPr/>
            <p:nvPr/>
          </p:nvSpPr>
          <p:spPr>
            <a:xfrm>
              <a:off x="8870124" y="2389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9" name="pt48509"/>
            <p:cNvSpPr/>
            <p:nvPr/>
          </p:nvSpPr>
          <p:spPr>
            <a:xfrm>
              <a:off x="8870124" y="2124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0" name="pt48510"/>
            <p:cNvSpPr/>
            <p:nvPr/>
          </p:nvSpPr>
          <p:spPr>
            <a:xfrm>
              <a:off x="8713389" y="2201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1" name="pt48511"/>
            <p:cNvSpPr/>
            <p:nvPr/>
          </p:nvSpPr>
          <p:spPr>
            <a:xfrm>
              <a:off x="8973968" y="2013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2" name="pt48512"/>
            <p:cNvSpPr/>
            <p:nvPr/>
          </p:nvSpPr>
          <p:spPr>
            <a:xfrm>
              <a:off x="8274318" y="2474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3" name="pt48513"/>
            <p:cNvSpPr/>
            <p:nvPr/>
          </p:nvSpPr>
          <p:spPr>
            <a:xfrm>
              <a:off x="9124975" y="1926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4" name="pt48514"/>
            <p:cNvSpPr/>
            <p:nvPr/>
          </p:nvSpPr>
          <p:spPr>
            <a:xfrm>
              <a:off x="9233005" y="2256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5" name="pt48515"/>
            <p:cNvSpPr/>
            <p:nvPr/>
          </p:nvSpPr>
          <p:spPr>
            <a:xfrm>
              <a:off x="9829630" y="2634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6" name="pt48516"/>
            <p:cNvSpPr/>
            <p:nvPr/>
          </p:nvSpPr>
          <p:spPr>
            <a:xfrm>
              <a:off x="8948383" y="2157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7" name="pt48517"/>
            <p:cNvSpPr/>
            <p:nvPr/>
          </p:nvSpPr>
          <p:spPr>
            <a:xfrm>
              <a:off x="8688264" y="2419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8" name="pt48518"/>
            <p:cNvSpPr/>
            <p:nvPr/>
          </p:nvSpPr>
          <p:spPr>
            <a:xfrm>
              <a:off x="8863465" y="2232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9" name="pt48519"/>
            <p:cNvSpPr/>
            <p:nvPr/>
          </p:nvSpPr>
          <p:spPr>
            <a:xfrm>
              <a:off x="8803653" y="2193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0" name="pt48520"/>
            <p:cNvSpPr/>
            <p:nvPr/>
          </p:nvSpPr>
          <p:spPr>
            <a:xfrm>
              <a:off x="8669323" y="2353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1" name="pt48521"/>
            <p:cNvSpPr/>
            <p:nvPr/>
          </p:nvSpPr>
          <p:spPr>
            <a:xfrm>
              <a:off x="8958659" y="2119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2" name="pt48522"/>
            <p:cNvSpPr/>
            <p:nvPr/>
          </p:nvSpPr>
          <p:spPr>
            <a:xfrm>
              <a:off x="8908267" y="1978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3" name="pt48523"/>
            <p:cNvSpPr/>
            <p:nvPr/>
          </p:nvSpPr>
          <p:spPr>
            <a:xfrm>
              <a:off x="8544712" y="2373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4" name="pt48524"/>
            <p:cNvSpPr/>
            <p:nvPr/>
          </p:nvSpPr>
          <p:spPr>
            <a:xfrm>
              <a:off x="8999571" y="1710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5" name="pt48525"/>
            <p:cNvSpPr/>
            <p:nvPr/>
          </p:nvSpPr>
          <p:spPr>
            <a:xfrm>
              <a:off x="8735430" y="2123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6" name="pt48526"/>
            <p:cNvSpPr/>
            <p:nvPr/>
          </p:nvSpPr>
          <p:spPr>
            <a:xfrm>
              <a:off x="8596430" y="2428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7" name="pt48527"/>
            <p:cNvSpPr/>
            <p:nvPr/>
          </p:nvSpPr>
          <p:spPr>
            <a:xfrm>
              <a:off x="9294853" y="1997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8" name="pt48528"/>
            <p:cNvSpPr/>
            <p:nvPr/>
          </p:nvSpPr>
          <p:spPr>
            <a:xfrm>
              <a:off x="8783657" y="2052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9" name="pt48529"/>
            <p:cNvSpPr/>
            <p:nvPr/>
          </p:nvSpPr>
          <p:spPr>
            <a:xfrm>
              <a:off x="8274318" y="2673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0" name="pt48530"/>
            <p:cNvSpPr/>
            <p:nvPr/>
          </p:nvSpPr>
          <p:spPr>
            <a:xfrm>
              <a:off x="9040639" y="1761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1" name="pt48531"/>
            <p:cNvSpPr/>
            <p:nvPr/>
          </p:nvSpPr>
          <p:spPr>
            <a:xfrm>
              <a:off x="8347210" y="233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2" name="pt48532"/>
            <p:cNvSpPr/>
            <p:nvPr/>
          </p:nvSpPr>
          <p:spPr>
            <a:xfrm>
              <a:off x="9535645" y="1955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3" name="pt48533"/>
            <p:cNvSpPr/>
            <p:nvPr/>
          </p:nvSpPr>
          <p:spPr>
            <a:xfrm>
              <a:off x="8793933" y="1905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4" name="pt48534"/>
            <p:cNvSpPr/>
            <p:nvPr/>
          </p:nvSpPr>
          <p:spPr>
            <a:xfrm>
              <a:off x="8941923" y="2078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5" name="pt48535"/>
            <p:cNvSpPr/>
            <p:nvPr/>
          </p:nvSpPr>
          <p:spPr>
            <a:xfrm>
              <a:off x="8988075" y="1920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6" name="pt48536"/>
            <p:cNvSpPr/>
            <p:nvPr/>
          </p:nvSpPr>
          <p:spPr>
            <a:xfrm>
              <a:off x="8902901" y="205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7" name="pt48537"/>
            <p:cNvSpPr/>
            <p:nvPr/>
          </p:nvSpPr>
          <p:spPr>
            <a:xfrm>
              <a:off x="8783657" y="2180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8" name="pt48538"/>
            <p:cNvSpPr/>
            <p:nvPr/>
          </p:nvSpPr>
          <p:spPr>
            <a:xfrm>
              <a:off x="8274318" y="2430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9" name="pt48539"/>
            <p:cNvSpPr/>
            <p:nvPr/>
          </p:nvSpPr>
          <p:spPr>
            <a:xfrm>
              <a:off x="9371804" y="2051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0" name="pt48540"/>
            <p:cNvSpPr/>
            <p:nvPr/>
          </p:nvSpPr>
          <p:spPr>
            <a:xfrm>
              <a:off x="8347210" y="2329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1" name="pt48541"/>
            <p:cNvSpPr/>
            <p:nvPr/>
          </p:nvSpPr>
          <p:spPr>
            <a:xfrm>
              <a:off x="8398928" y="2415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2" name="pt48542"/>
            <p:cNvSpPr/>
            <p:nvPr/>
          </p:nvSpPr>
          <p:spPr>
            <a:xfrm>
              <a:off x="8888738" y="2048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3" name="pt48543"/>
            <p:cNvSpPr/>
            <p:nvPr/>
          </p:nvSpPr>
          <p:spPr>
            <a:xfrm>
              <a:off x="8748753" y="2030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4" name="pt48544"/>
            <p:cNvSpPr/>
            <p:nvPr/>
          </p:nvSpPr>
          <p:spPr>
            <a:xfrm>
              <a:off x="8697035" y="2291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5" name="pt48545"/>
            <p:cNvSpPr/>
            <p:nvPr/>
          </p:nvSpPr>
          <p:spPr>
            <a:xfrm>
              <a:off x="8981160" y="1925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6" name="pt48546"/>
            <p:cNvSpPr/>
            <p:nvPr/>
          </p:nvSpPr>
          <p:spPr>
            <a:xfrm>
              <a:off x="8274318" y="2535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7" name="pt48547"/>
            <p:cNvSpPr/>
            <p:nvPr/>
          </p:nvSpPr>
          <p:spPr>
            <a:xfrm>
              <a:off x="8834048" y="1855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8" name="pt48548"/>
            <p:cNvSpPr/>
            <p:nvPr/>
          </p:nvSpPr>
          <p:spPr>
            <a:xfrm>
              <a:off x="9034195" y="1661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9" name="pt48549"/>
            <p:cNvSpPr/>
            <p:nvPr/>
          </p:nvSpPr>
          <p:spPr>
            <a:xfrm>
              <a:off x="9437742" y="1911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0" name="pt48550"/>
            <p:cNvSpPr/>
            <p:nvPr/>
          </p:nvSpPr>
          <p:spPr>
            <a:xfrm>
              <a:off x="8897369" y="2026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1" name="pt48551"/>
            <p:cNvSpPr/>
            <p:nvPr/>
          </p:nvSpPr>
          <p:spPr>
            <a:xfrm>
              <a:off x="8783657" y="2140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2" name="pt48552"/>
            <p:cNvSpPr/>
            <p:nvPr/>
          </p:nvSpPr>
          <p:spPr>
            <a:xfrm>
              <a:off x="8347210" y="2513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3" name="pt48553"/>
            <p:cNvSpPr/>
            <p:nvPr/>
          </p:nvSpPr>
          <p:spPr>
            <a:xfrm>
              <a:off x="9439678" y="1907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4" name="pt48554"/>
            <p:cNvSpPr/>
            <p:nvPr/>
          </p:nvSpPr>
          <p:spPr>
            <a:xfrm>
              <a:off x="8274318" y="2458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5" name="pt48555"/>
            <p:cNvSpPr/>
            <p:nvPr/>
          </p:nvSpPr>
          <p:spPr>
            <a:xfrm>
              <a:off x="8956650" y="2276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6" name="pt48556"/>
            <p:cNvSpPr/>
            <p:nvPr/>
          </p:nvSpPr>
          <p:spPr>
            <a:xfrm>
              <a:off x="9334476" y="2316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7" name="pt48557"/>
            <p:cNvSpPr/>
            <p:nvPr/>
          </p:nvSpPr>
          <p:spPr>
            <a:xfrm>
              <a:off x="9265854" y="2182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8" name="pt48558"/>
            <p:cNvSpPr/>
            <p:nvPr/>
          </p:nvSpPr>
          <p:spPr>
            <a:xfrm>
              <a:off x="8439043" y="2201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9" name="pt48559"/>
            <p:cNvSpPr/>
            <p:nvPr/>
          </p:nvSpPr>
          <p:spPr>
            <a:xfrm>
              <a:off x="9077174" y="2076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0" name="pt48560"/>
            <p:cNvSpPr/>
            <p:nvPr/>
          </p:nvSpPr>
          <p:spPr>
            <a:xfrm>
              <a:off x="8952564" y="2159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1" name="pt48561"/>
            <p:cNvSpPr/>
            <p:nvPr/>
          </p:nvSpPr>
          <p:spPr>
            <a:xfrm>
              <a:off x="8841866" y="1939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2" name="pt48562"/>
            <p:cNvSpPr/>
            <p:nvPr/>
          </p:nvSpPr>
          <p:spPr>
            <a:xfrm>
              <a:off x="9541125" y="1797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3" name="pt48563"/>
            <p:cNvSpPr/>
            <p:nvPr/>
          </p:nvSpPr>
          <p:spPr>
            <a:xfrm>
              <a:off x="8624143" y="2458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4" name="pt48564"/>
            <p:cNvSpPr/>
            <p:nvPr/>
          </p:nvSpPr>
          <p:spPr>
            <a:xfrm>
              <a:off x="8894537" y="2215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5" name="pt48565"/>
            <p:cNvSpPr/>
            <p:nvPr/>
          </p:nvSpPr>
          <p:spPr>
            <a:xfrm>
              <a:off x="9200228" y="1868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6" name="pt48566"/>
            <p:cNvSpPr/>
            <p:nvPr/>
          </p:nvSpPr>
          <p:spPr>
            <a:xfrm>
              <a:off x="8935223" y="1828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7" name="pt48567"/>
            <p:cNvSpPr/>
            <p:nvPr/>
          </p:nvSpPr>
          <p:spPr>
            <a:xfrm>
              <a:off x="8937484" y="2074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8" name="pt48568"/>
            <p:cNvSpPr/>
            <p:nvPr/>
          </p:nvSpPr>
          <p:spPr>
            <a:xfrm>
              <a:off x="8939717" y="202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9" name="pt48569"/>
            <p:cNvSpPr/>
            <p:nvPr/>
          </p:nvSpPr>
          <p:spPr>
            <a:xfrm>
              <a:off x="8648148" y="2311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0" name="pt48570"/>
            <p:cNvSpPr/>
            <p:nvPr/>
          </p:nvSpPr>
          <p:spPr>
            <a:xfrm>
              <a:off x="8973968" y="2046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1" name="pt48571"/>
            <p:cNvSpPr/>
            <p:nvPr/>
          </p:nvSpPr>
          <p:spPr>
            <a:xfrm>
              <a:off x="8274318" y="2521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2" name="pt48572"/>
            <p:cNvSpPr/>
            <p:nvPr/>
          </p:nvSpPr>
          <p:spPr>
            <a:xfrm>
              <a:off x="8870124" y="219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3" name="pt48573"/>
            <p:cNvSpPr/>
            <p:nvPr/>
          </p:nvSpPr>
          <p:spPr>
            <a:xfrm>
              <a:off x="8755061" y="2234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4" name="pt48574"/>
            <p:cNvSpPr/>
            <p:nvPr/>
          </p:nvSpPr>
          <p:spPr>
            <a:xfrm>
              <a:off x="8347210" y="2330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5" name="pt48575"/>
            <p:cNvSpPr/>
            <p:nvPr/>
          </p:nvSpPr>
          <p:spPr>
            <a:xfrm>
              <a:off x="9157488" y="1884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6" name="pt48576"/>
            <p:cNvSpPr/>
            <p:nvPr/>
          </p:nvSpPr>
          <p:spPr>
            <a:xfrm>
              <a:off x="9500971" y="2524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7" name="pt48577"/>
            <p:cNvSpPr/>
            <p:nvPr/>
          </p:nvSpPr>
          <p:spPr>
            <a:xfrm>
              <a:off x="8688264" y="2299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8" name="pt48578"/>
            <p:cNvSpPr/>
            <p:nvPr/>
          </p:nvSpPr>
          <p:spPr>
            <a:xfrm>
              <a:off x="9497514" y="2372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9" name="pt48579"/>
            <p:cNvSpPr/>
            <p:nvPr/>
          </p:nvSpPr>
          <p:spPr>
            <a:xfrm>
              <a:off x="8580788" y="2126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0" name="pt48580"/>
            <p:cNvSpPr/>
            <p:nvPr/>
          </p:nvSpPr>
          <p:spPr>
            <a:xfrm>
              <a:off x="8954618" y="2344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1" name="pt48581"/>
            <p:cNvSpPr/>
            <p:nvPr/>
          </p:nvSpPr>
          <p:spPr>
            <a:xfrm>
              <a:off x="8596430" y="2140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2" name="pt48582"/>
            <p:cNvSpPr/>
            <p:nvPr/>
          </p:nvSpPr>
          <p:spPr>
            <a:xfrm>
              <a:off x="8439043" y="2307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3" name="pt48583"/>
            <p:cNvSpPr/>
            <p:nvPr/>
          </p:nvSpPr>
          <p:spPr>
            <a:xfrm>
              <a:off x="9077174" y="1867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4" name="pt48584"/>
            <p:cNvSpPr/>
            <p:nvPr/>
          </p:nvSpPr>
          <p:spPr>
            <a:xfrm>
              <a:off x="9219949" y="1896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5" name="pt48585"/>
            <p:cNvSpPr/>
            <p:nvPr/>
          </p:nvSpPr>
          <p:spPr>
            <a:xfrm>
              <a:off x="8888738" y="2182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6" name="pt48586"/>
            <p:cNvSpPr/>
            <p:nvPr/>
          </p:nvSpPr>
          <p:spPr>
            <a:xfrm>
              <a:off x="8274318" y="2520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7" name="pt48587"/>
            <p:cNvSpPr/>
            <p:nvPr/>
          </p:nvSpPr>
          <p:spPr>
            <a:xfrm>
              <a:off x="8721041" y="1987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8" name="pt48588"/>
            <p:cNvSpPr/>
            <p:nvPr/>
          </p:nvSpPr>
          <p:spPr>
            <a:xfrm>
              <a:off x="8817313" y="2093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9" name="pt48589"/>
            <p:cNvSpPr/>
            <p:nvPr/>
          </p:nvSpPr>
          <p:spPr>
            <a:xfrm>
              <a:off x="8439043" y="230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0" name="pt48590"/>
            <p:cNvSpPr/>
            <p:nvPr/>
          </p:nvSpPr>
          <p:spPr>
            <a:xfrm>
              <a:off x="8347210" y="235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1" name="pt48591"/>
            <p:cNvSpPr/>
            <p:nvPr/>
          </p:nvSpPr>
          <p:spPr>
            <a:xfrm>
              <a:off x="9031551" y="1711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2" name="pt48592"/>
            <p:cNvSpPr/>
            <p:nvPr/>
          </p:nvSpPr>
          <p:spPr>
            <a:xfrm>
              <a:off x="8830008" y="2177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3" name="pt48593"/>
            <p:cNvSpPr/>
            <p:nvPr/>
          </p:nvSpPr>
          <p:spPr>
            <a:xfrm>
              <a:off x="9544151" y="2363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4" name="pt48594"/>
            <p:cNvSpPr/>
            <p:nvPr/>
          </p:nvSpPr>
          <p:spPr>
            <a:xfrm>
              <a:off x="8908267" y="2049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5" name="pt48595"/>
            <p:cNvSpPr/>
            <p:nvPr/>
          </p:nvSpPr>
          <p:spPr>
            <a:xfrm>
              <a:off x="8812874" y="2086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6" name="pt48596"/>
            <p:cNvSpPr/>
            <p:nvPr/>
          </p:nvSpPr>
          <p:spPr>
            <a:xfrm>
              <a:off x="9013348" y="1450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7" name="pt48597"/>
            <p:cNvSpPr/>
            <p:nvPr/>
          </p:nvSpPr>
          <p:spPr>
            <a:xfrm>
              <a:off x="8981160" y="1938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8" name="pt48598"/>
            <p:cNvSpPr/>
            <p:nvPr/>
          </p:nvSpPr>
          <p:spPr>
            <a:xfrm>
              <a:off x="9126552" y="2022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9" name="pt48599"/>
            <p:cNvSpPr/>
            <p:nvPr/>
          </p:nvSpPr>
          <p:spPr>
            <a:xfrm>
              <a:off x="8398928" y="2307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0" name="pt48600"/>
            <p:cNvSpPr/>
            <p:nvPr/>
          </p:nvSpPr>
          <p:spPr>
            <a:xfrm>
              <a:off x="9124182" y="206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1" name="pt48601"/>
            <p:cNvSpPr/>
            <p:nvPr/>
          </p:nvSpPr>
          <p:spPr>
            <a:xfrm>
              <a:off x="8772758" y="2179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2" name="pt48602"/>
            <p:cNvSpPr/>
            <p:nvPr/>
          </p:nvSpPr>
          <p:spPr>
            <a:xfrm>
              <a:off x="9187265" y="2015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3" name="pt48603"/>
            <p:cNvSpPr/>
            <p:nvPr/>
          </p:nvSpPr>
          <p:spPr>
            <a:xfrm>
              <a:off x="8798858" y="1965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4" name="pt48604"/>
            <p:cNvSpPr/>
            <p:nvPr/>
          </p:nvSpPr>
          <p:spPr>
            <a:xfrm>
              <a:off x="8610820" y="2123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5" name="pt48605"/>
            <p:cNvSpPr/>
            <p:nvPr/>
          </p:nvSpPr>
          <p:spPr>
            <a:xfrm>
              <a:off x="8679043" y="2376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6" name="pt48606"/>
            <p:cNvSpPr/>
            <p:nvPr/>
          </p:nvSpPr>
          <p:spPr>
            <a:xfrm>
              <a:off x="9030214" y="1735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7" name="pt48607"/>
            <p:cNvSpPr/>
            <p:nvPr/>
          </p:nvSpPr>
          <p:spPr>
            <a:xfrm>
              <a:off x="8721041" y="1854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8" name="pt48608"/>
            <p:cNvSpPr/>
            <p:nvPr/>
          </p:nvSpPr>
          <p:spPr>
            <a:xfrm>
              <a:off x="9086240" y="1979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9" name="pt48609"/>
            <p:cNvSpPr/>
            <p:nvPr/>
          </p:nvSpPr>
          <p:spPr>
            <a:xfrm>
              <a:off x="9490707" y="2328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0" name="pt48610"/>
            <p:cNvSpPr/>
            <p:nvPr/>
          </p:nvSpPr>
          <p:spPr>
            <a:xfrm>
              <a:off x="9101309" y="1992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1" name="pt48611"/>
            <p:cNvSpPr/>
            <p:nvPr/>
          </p:nvSpPr>
          <p:spPr>
            <a:xfrm>
              <a:off x="9039368" y="1722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2" name="pt48612"/>
            <p:cNvSpPr/>
            <p:nvPr/>
          </p:nvSpPr>
          <p:spPr>
            <a:xfrm>
              <a:off x="8910892" y="2103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3" name="pt48613"/>
            <p:cNvSpPr/>
            <p:nvPr/>
          </p:nvSpPr>
          <p:spPr>
            <a:xfrm>
              <a:off x="9313825" y="2137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4" name="pt48614"/>
            <p:cNvSpPr/>
            <p:nvPr/>
          </p:nvSpPr>
          <p:spPr>
            <a:xfrm>
              <a:off x="9644062" y="2231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5" name="pt48615"/>
            <p:cNvSpPr/>
            <p:nvPr/>
          </p:nvSpPr>
          <p:spPr>
            <a:xfrm>
              <a:off x="9005825" y="1509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6" name="pt48616"/>
            <p:cNvSpPr/>
            <p:nvPr/>
          </p:nvSpPr>
          <p:spPr>
            <a:xfrm>
              <a:off x="9976916" y="2609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7" name="pt48617"/>
            <p:cNvSpPr/>
            <p:nvPr/>
          </p:nvSpPr>
          <p:spPr>
            <a:xfrm>
              <a:off x="8761156" y="2475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8" name="pt48618"/>
            <p:cNvSpPr/>
            <p:nvPr/>
          </p:nvSpPr>
          <p:spPr>
            <a:xfrm>
              <a:off x="8596430" y="2157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9" name="pt48619"/>
            <p:cNvSpPr/>
            <p:nvPr/>
          </p:nvSpPr>
          <p:spPr>
            <a:xfrm>
              <a:off x="8523538" y="2494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0" name="pt48620"/>
            <p:cNvSpPr/>
            <p:nvPr/>
          </p:nvSpPr>
          <p:spPr>
            <a:xfrm>
              <a:off x="8798858" y="2033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1" name="pt48621"/>
            <p:cNvSpPr/>
            <p:nvPr/>
          </p:nvSpPr>
          <p:spPr>
            <a:xfrm>
              <a:off x="8812874" y="2051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2" name="pt48622"/>
            <p:cNvSpPr/>
            <p:nvPr/>
          </p:nvSpPr>
          <p:spPr>
            <a:xfrm>
              <a:off x="9431373" y="2004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3" name="pt48623"/>
            <p:cNvSpPr/>
            <p:nvPr/>
          </p:nvSpPr>
          <p:spPr>
            <a:xfrm>
              <a:off x="8398928" y="2398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4" name="pt48624"/>
            <p:cNvSpPr/>
            <p:nvPr/>
          </p:nvSpPr>
          <p:spPr>
            <a:xfrm>
              <a:off x="8958659" y="2241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5" name="pt48625"/>
            <p:cNvSpPr/>
            <p:nvPr/>
          </p:nvSpPr>
          <p:spPr>
            <a:xfrm>
              <a:off x="9223646" y="1882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6" name="pt48626"/>
            <p:cNvSpPr/>
            <p:nvPr/>
          </p:nvSpPr>
          <p:spPr>
            <a:xfrm>
              <a:off x="8563654" y="2213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7" name="pt48627"/>
            <p:cNvSpPr/>
            <p:nvPr/>
          </p:nvSpPr>
          <p:spPr>
            <a:xfrm>
              <a:off x="8697035" y="2223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8" name="pt48628"/>
            <p:cNvSpPr/>
            <p:nvPr/>
          </p:nvSpPr>
          <p:spPr>
            <a:xfrm>
              <a:off x="8838000" y="2070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9" name="pt48629"/>
            <p:cNvSpPr/>
            <p:nvPr/>
          </p:nvSpPr>
          <p:spPr>
            <a:xfrm>
              <a:off x="9193323" y="2086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0" name="pt48630"/>
            <p:cNvSpPr/>
            <p:nvPr/>
          </p:nvSpPr>
          <p:spPr>
            <a:xfrm>
              <a:off x="8852989" y="1988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1" name="pt48631"/>
            <p:cNvSpPr/>
            <p:nvPr/>
          </p:nvSpPr>
          <p:spPr>
            <a:xfrm>
              <a:off x="8761156" y="2328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2" name="pt48632"/>
            <p:cNvSpPr/>
            <p:nvPr/>
          </p:nvSpPr>
          <p:spPr>
            <a:xfrm>
              <a:off x="8563654" y="2151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3" name="pt48633"/>
            <p:cNvSpPr/>
            <p:nvPr/>
          </p:nvSpPr>
          <p:spPr>
            <a:xfrm>
              <a:off x="9274677" y="1799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4" name="pt48634"/>
            <p:cNvSpPr/>
            <p:nvPr/>
          </p:nvSpPr>
          <p:spPr>
            <a:xfrm>
              <a:off x="8742215" y="2143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5" name="pt48635"/>
            <p:cNvSpPr/>
            <p:nvPr/>
          </p:nvSpPr>
          <p:spPr>
            <a:xfrm>
              <a:off x="8908267" y="2090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6" name="pt48636"/>
            <p:cNvSpPr/>
            <p:nvPr/>
          </p:nvSpPr>
          <p:spPr>
            <a:xfrm>
              <a:off x="8728379" y="1888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7" name="pt48637"/>
            <p:cNvSpPr/>
            <p:nvPr/>
          </p:nvSpPr>
          <p:spPr>
            <a:xfrm>
              <a:off x="8845651" y="2048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8" name="pt48638"/>
            <p:cNvSpPr/>
            <p:nvPr/>
          </p:nvSpPr>
          <p:spPr>
            <a:xfrm>
              <a:off x="8999571" y="1626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9" name="pt48639"/>
            <p:cNvSpPr/>
            <p:nvPr/>
          </p:nvSpPr>
          <p:spPr>
            <a:xfrm>
              <a:off x="8563654" y="2235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0" name="pt48640"/>
            <p:cNvSpPr/>
            <p:nvPr/>
          </p:nvSpPr>
          <p:spPr>
            <a:xfrm>
              <a:off x="8274318" y="2598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1" name="pt48641"/>
            <p:cNvSpPr/>
            <p:nvPr/>
          </p:nvSpPr>
          <p:spPr>
            <a:xfrm>
              <a:off x="9538128" y="1798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2" name="pt48642"/>
            <p:cNvSpPr/>
            <p:nvPr/>
          </p:nvSpPr>
          <p:spPr>
            <a:xfrm>
              <a:off x="8798858" y="213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3" name="pt48643"/>
            <p:cNvSpPr/>
            <p:nvPr/>
          </p:nvSpPr>
          <p:spPr>
            <a:xfrm>
              <a:off x="9193323" y="2020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4" name="pt48644"/>
            <p:cNvSpPr/>
            <p:nvPr/>
          </p:nvSpPr>
          <p:spPr>
            <a:xfrm>
              <a:off x="8347210" y="2360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5" name="pt48645"/>
            <p:cNvSpPr/>
            <p:nvPr/>
          </p:nvSpPr>
          <p:spPr>
            <a:xfrm>
              <a:off x="9563530" y="2257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6" name="pt48646"/>
            <p:cNvSpPr/>
            <p:nvPr/>
          </p:nvSpPr>
          <p:spPr>
            <a:xfrm>
              <a:off x="8798858" y="2034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7" name="pt48647"/>
            <p:cNvSpPr/>
            <p:nvPr/>
          </p:nvSpPr>
          <p:spPr>
            <a:xfrm>
              <a:off x="9045633" y="2167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8" name="pt48648"/>
            <p:cNvSpPr/>
            <p:nvPr/>
          </p:nvSpPr>
          <p:spPr>
            <a:xfrm>
              <a:off x="9339588" y="2180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9" name="pt48649"/>
            <p:cNvSpPr/>
            <p:nvPr/>
          </p:nvSpPr>
          <p:spPr>
            <a:xfrm>
              <a:off x="9002725" y="1849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0" name="pt48650"/>
            <p:cNvSpPr/>
            <p:nvPr/>
          </p:nvSpPr>
          <p:spPr>
            <a:xfrm>
              <a:off x="8471820" y="2441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1" name="pt48651"/>
            <p:cNvSpPr/>
            <p:nvPr/>
          </p:nvSpPr>
          <p:spPr>
            <a:xfrm>
              <a:off x="8870124" y="2109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2" name="pt48652"/>
            <p:cNvSpPr/>
            <p:nvPr/>
          </p:nvSpPr>
          <p:spPr>
            <a:xfrm>
              <a:off x="9184443" y="2006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3" name="pt48653"/>
            <p:cNvSpPr/>
            <p:nvPr/>
          </p:nvSpPr>
          <p:spPr>
            <a:xfrm>
              <a:off x="8347210" y="2378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4" name="pt48654"/>
            <p:cNvSpPr/>
            <p:nvPr/>
          </p:nvSpPr>
          <p:spPr>
            <a:xfrm>
              <a:off x="9401001" y="2141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5" name="pt48655"/>
            <p:cNvSpPr/>
            <p:nvPr/>
          </p:nvSpPr>
          <p:spPr>
            <a:xfrm>
              <a:off x="8897369" y="2114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6" name="pt48656"/>
            <p:cNvSpPr/>
            <p:nvPr/>
          </p:nvSpPr>
          <p:spPr>
            <a:xfrm>
              <a:off x="8954618" y="2301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7" name="pt48657"/>
            <p:cNvSpPr/>
            <p:nvPr/>
          </p:nvSpPr>
          <p:spPr>
            <a:xfrm>
              <a:off x="9439815" y="1819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8" name="pt48658"/>
            <p:cNvSpPr/>
            <p:nvPr/>
          </p:nvSpPr>
          <p:spPr>
            <a:xfrm>
              <a:off x="8742215" y="2245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9" name="pt48659"/>
            <p:cNvSpPr/>
            <p:nvPr/>
          </p:nvSpPr>
          <p:spPr>
            <a:xfrm>
              <a:off x="8705398" y="2192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0" name="pt48660"/>
            <p:cNvSpPr/>
            <p:nvPr/>
          </p:nvSpPr>
          <p:spPr>
            <a:xfrm>
              <a:off x="9200748" y="1805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1" name="pt48661"/>
            <p:cNvSpPr/>
            <p:nvPr/>
          </p:nvSpPr>
          <p:spPr>
            <a:xfrm>
              <a:off x="8471820" y="2343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2" name="pt48662"/>
            <p:cNvSpPr/>
            <p:nvPr/>
          </p:nvSpPr>
          <p:spPr>
            <a:xfrm>
              <a:off x="8838000" y="2129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3" name="pt48663"/>
            <p:cNvSpPr/>
            <p:nvPr/>
          </p:nvSpPr>
          <p:spPr>
            <a:xfrm>
              <a:off x="9439678" y="1734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4" name="pt48664"/>
            <p:cNvSpPr/>
            <p:nvPr/>
          </p:nvSpPr>
          <p:spPr>
            <a:xfrm>
              <a:off x="8523538" y="2424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5" name="pt48665"/>
            <p:cNvSpPr/>
            <p:nvPr/>
          </p:nvSpPr>
          <p:spPr>
            <a:xfrm>
              <a:off x="8669323" y="2424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6" name="pt48666"/>
            <p:cNvSpPr/>
            <p:nvPr/>
          </p:nvSpPr>
          <p:spPr>
            <a:xfrm>
              <a:off x="9013348" y="1488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7" name="pt48667"/>
            <p:cNvSpPr/>
            <p:nvPr/>
          </p:nvSpPr>
          <p:spPr>
            <a:xfrm>
              <a:off x="8398928" y="2283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8" name="pt48668"/>
            <p:cNvSpPr/>
            <p:nvPr/>
          </p:nvSpPr>
          <p:spPr>
            <a:xfrm>
              <a:off x="8923469" y="1858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9" name="pt48669"/>
            <p:cNvSpPr/>
            <p:nvPr/>
          </p:nvSpPr>
          <p:spPr>
            <a:xfrm>
              <a:off x="9294237" y="2019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0" name="pt48670"/>
            <p:cNvSpPr/>
            <p:nvPr/>
          </p:nvSpPr>
          <p:spPr>
            <a:xfrm>
              <a:off x="8705398" y="2206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1" name="pt48671"/>
            <p:cNvSpPr/>
            <p:nvPr/>
          </p:nvSpPr>
          <p:spPr>
            <a:xfrm>
              <a:off x="8563654" y="2219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2" name="pt48672"/>
            <p:cNvSpPr/>
            <p:nvPr/>
          </p:nvSpPr>
          <p:spPr>
            <a:xfrm>
              <a:off x="8803653" y="2079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3" name="pt48673"/>
            <p:cNvSpPr/>
            <p:nvPr/>
          </p:nvSpPr>
          <p:spPr>
            <a:xfrm>
              <a:off x="8958659" y="2244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4" name="pt48674"/>
            <p:cNvSpPr/>
            <p:nvPr/>
          </p:nvSpPr>
          <p:spPr>
            <a:xfrm>
              <a:off x="8821645" y="2185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5" name="pt48675"/>
            <p:cNvSpPr/>
            <p:nvPr/>
          </p:nvSpPr>
          <p:spPr>
            <a:xfrm>
              <a:off x="9286988" y="1952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6" name="pt48676"/>
            <p:cNvSpPr/>
            <p:nvPr/>
          </p:nvSpPr>
          <p:spPr>
            <a:xfrm>
              <a:off x="8964553" y="211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7" name="pt48677"/>
            <p:cNvSpPr/>
            <p:nvPr/>
          </p:nvSpPr>
          <p:spPr>
            <a:xfrm>
              <a:off x="8721041" y="2282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8" name="pt48678"/>
            <p:cNvSpPr/>
            <p:nvPr/>
          </p:nvSpPr>
          <p:spPr>
            <a:xfrm>
              <a:off x="8834048" y="1976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9" name="pt48679"/>
            <p:cNvSpPr/>
            <p:nvPr/>
          </p:nvSpPr>
          <p:spPr>
            <a:xfrm>
              <a:off x="8817313" y="1966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0" name="pt48680"/>
            <p:cNvSpPr/>
            <p:nvPr/>
          </p:nvSpPr>
          <p:spPr>
            <a:xfrm>
              <a:off x="8923469" y="1889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1" name="pt48681"/>
            <p:cNvSpPr/>
            <p:nvPr/>
          </p:nvSpPr>
          <p:spPr>
            <a:xfrm>
              <a:off x="8471820" y="239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2" name="pt48682"/>
            <p:cNvSpPr/>
            <p:nvPr/>
          </p:nvSpPr>
          <p:spPr>
            <a:xfrm>
              <a:off x="8783657" y="2223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3" name="pt48683"/>
            <p:cNvSpPr/>
            <p:nvPr/>
          </p:nvSpPr>
          <p:spPr>
            <a:xfrm>
              <a:off x="8948383" y="2106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4" name="pt48684"/>
            <p:cNvSpPr/>
            <p:nvPr/>
          </p:nvSpPr>
          <p:spPr>
            <a:xfrm>
              <a:off x="9048079" y="2105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5" name="pt48685"/>
            <p:cNvSpPr/>
            <p:nvPr/>
          </p:nvSpPr>
          <p:spPr>
            <a:xfrm>
              <a:off x="8563654" y="220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6" name="pt48686"/>
            <p:cNvSpPr/>
            <p:nvPr/>
          </p:nvSpPr>
          <p:spPr>
            <a:xfrm>
              <a:off x="9553956" y="2156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7" name="pt48687"/>
            <p:cNvSpPr/>
            <p:nvPr/>
          </p:nvSpPr>
          <p:spPr>
            <a:xfrm>
              <a:off x="8849358" y="2260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8" name="pt48688"/>
            <p:cNvSpPr/>
            <p:nvPr/>
          </p:nvSpPr>
          <p:spPr>
            <a:xfrm>
              <a:off x="8471820" y="2385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9" name="pt48689"/>
            <p:cNvSpPr/>
            <p:nvPr/>
          </p:nvSpPr>
          <p:spPr>
            <a:xfrm>
              <a:off x="9142325" y="2135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0" name="pt48690"/>
            <p:cNvSpPr/>
            <p:nvPr/>
          </p:nvSpPr>
          <p:spPr>
            <a:xfrm>
              <a:off x="9538128" y="1775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1" name="pt48691"/>
            <p:cNvSpPr/>
            <p:nvPr/>
          </p:nvSpPr>
          <p:spPr>
            <a:xfrm>
              <a:off x="8767051" y="2272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2" name="pt48692"/>
            <p:cNvSpPr/>
            <p:nvPr/>
          </p:nvSpPr>
          <p:spPr>
            <a:xfrm>
              <a:off x="9030214" y="1733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3" name="pt48693"/>
            <p:cNvSpPr/>
            <p:nvPr/>
          </p:nvSpPr>
          <p:spPr>
            <a:xfrm>
              <a:off x="8783657" y="2052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4" name="pt48694"/>
            <p:cNvSpPr/>
            <p:nvPr/>
          </p:nvSpPr>
          <p:spPr>
            <a:xfrm>
              <a:off x="9059833" y="1704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5" name="pt48695"/>
            <p:cNvSpPr/>
            <p:nvPr/>
          </p:nvSpPr>
          <p:spPr>
            <a:xfrm>
              <a:off x="8636546" y="2396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6" name="pt48696"/>
            <p:cNvSpPr/>
            <p:nvPr/>
          </p:nvSpPr>
          <p:spPr>
            <a:xfrm>
              <a:off x="9023378" y="1894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7" name="pt48697"/>
            <p:cNvSpPr/>
            <p:nvPr/>
          </p:nvSpPr>
          <p:spPr>
            <a:xfrm>
              <a:off x="8669323" y="2475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8" name="pt48698"/>
            <p:cNvSpPr/>
            <p:nvPr/>
          </p:nvSpPr>
          <p:spPr>
            <a:xfrm>
              <a:off x="8499532" y="2425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9" name="pt48699"/>
            <p:cNvSpPr/>
            <p:nvPr/>
          </p:nvSpPr>
          <p:spPr>
            <a:xfrm>
              <a:off x="8742215" y="2021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0" name="pt48700"/>
            <p:cNvSpPr/>
            <p:nvPr/>
          </p:nvSpPr>
          <p:spPr>
            <a:xfrm>
              <a:off x="8648148" y="2399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1" name="pt48701"/>
            <p:cNvSpPr/>
            <p:nvPr/>
          </p:nvSpPr>
          <p:spPr>
            <a:xfrm>
              <a:off x="8563654" y="2214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2" name="pt48702"/>
            <p:cNvSpPr/>
            <p:nvPr/>
          </p:nvSpPr>
          <p:spPr>
            <a:xfrm>
              <a:off x="8659047" y="2512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3" name="pt48703"/>
            <p:cNvSpPr/>
            <p:nvPr/>
          </p:nvSpPr>
          <p:spPr>
            <a:xfrm>
              <a:off x="8471820" y="2627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4" name="pt48704"/>
            <p:cNvSpPr/>
            <p:nvPr/>
          </p:nvSpPr>
          <p:spPr>
            <a:xfrm>
              <a:off x="9126552" y="1987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5" name="pt48705"/>
            <p:cNvSpPr/>
            <p:nvPr/>
          </p:nvSpPr>
          <p:spPr>
            <a:xfrm>
              <a:off x="9200228" y="2002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6" name="pt48706"/>
            <p:cNvSpPr/>
            <p:nvPr/>
          </p:nvSpPr>
          <p:spPr>
            <a:xfrm>
              <a:off x="8778290" y="2028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7" name="pt48707"/>
            <p:cNvSpPr/>
            <p:nvPr/>
          </p:nvSpPr>
          <p:spPr>
            <a:xfrm>
              <a:off x="8958659" y="2120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8" name="pt48708"/>
            <p:cNvSpPr/>
            <p:nvPr/>
          </p:nvSpPr>
          <p:spPr>
            <a:xfrm>
              <a:off x="8970261" y="2031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9" name="pt48709"/>
            <p:cNvSpPr/>
            <p:nvPr/>
          </p:nvSpPr>
          <p:spPr>
            <a:xfrm>
              <a:off x="9553956" y="2254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0" name="pt48710"/>
            <p:cNvSpPr/>
            <p:nvPr/>
          </p:nvSpPr>
          <p:spPr>
            <a:xfrm>
              <a:off x="9334476" y="2140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1" name="pt48711"/>
            <p:cNvSpPr/>
            <p:nvPr/>
          </p:nvSpPr>
          <p:spPr>
            <a:xfrm>
              <a:off x="9045633" y="2115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2" name="pt48712"/>
            <p:cNvSpPr/>
            <p:nvPr/>
          </p:nvSpPr>
          <p:spPr>
            <a:xfrm>
              <a:off x="8499532" y="2458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3" name="pt48713"/>
            <p:cNvSpPr/>
            <p:nvPr/>
          </p:nvSpPr>
          <p:spPr>
            <a:xfrm>
              <a:off x="8659047" y="2326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4" name="pt48714"/>
            <p:cNvSpPr/>
            <p:nvPr/>
          </p:nvSpPr>
          <p:spPr>
            <a:xfrm>
              <a:off x="9184443" y="2036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5" name="pt48715"/>
            <p:cNvSpPr/>
            <p:nvPr/>
          </p:nvSpPr>
          <p:spPr>
            <a:xfrm>
              <a:off x="8705398" y="2174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6" name="pt48716"/>
            <p:cNvSpPr/>
            <p:nvPr/>
          </p:nvSpPr>
          <p:spPr>
            <a:xfrm>
              <a:off x="8274318" y="2430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7" name="pt48717"/>
            <p:cNvSpPr/>
            <p:nvPr/>
          </p:nvSpPr>
          <p:spPr>
            <a:xfrm>
              <a:off x="9087220" y="1997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8" name="pt48718"/>
            <p:cNvSpPr/>
            <p:nvPr/>
          </p:nvSpPr>
          <p:spPr>
            <a:xfrm>
              <a:off x="9285697" y="1926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9" name="pt48719"/>
            <p:cNvSpPr/>
            <p:nvPr/>
          </p:nvSpPr>
          <p:spPr>
            <a:xfrm>
              <a:off x="8596430" y="2329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0" name="pt48720"/>
            <p:cNvSpPr/>
            <p:nvPr/>
          </p:nvSpPr>
          <p:spPr>
            <a:xfrm>
              <a:off x="9401001" y="2246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1" name="pt48721"/>
            <p:cNvSpPr/>
            <p:nvPr/>
          </p:nvSpPr>
          <p:spPr>
            <a:xfrm>
              <a:off x="9310188" y="2206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2" name="pt48722"/>
            <p:cNvSpPr/>
            <p:nvPr/>
          </p:nvSpPr>
          <p:spPr>
            <a:xfrm>
              <a:off x="8274318" y="2425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3" name="pt48723"/>
            <p:cNvSpPr/>
            <p:nvPr/>
          </p:nvSpPr>
          <p:spPr>
            <a:xfrm>
              <a:off x="9541125" y="1525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4" name="pt48724"/>
            <p:cNvSpPr/>
            <p:nvPr/>
          </p:nvSpPr>
          <p:spPr>
            <a:xfrm>
              <a:off x="8705398" y="2185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5" name="pt48725"/>
            <p:cNvSpPr/>
            <p:nvPr/>
          </p:nvSpPr>
          <p:spPr>
            <a:xfrm>
              <a:off x="8923469" y="1974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6" name="pt48726"/>
            <p:cNvSpPr/>
            <p:nvPr/>
          </p:nvSpPr>
          <p:spPr>
            <a:xfrm>
              <a:off x="8958659" y="2280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7" name="pt48727"/>
            <p:cNvSpPr/>
            <p:nvPr/>
          </p:nvSpPr>
          <p:spPr>
            <a:xfrm>
              <a:off x="9525526" y="1675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8" name="pt48728"/>
            <p:cNvSpPr/>
            <p:nvPr/>
          </p:nvSpPr>
          <p:spPr>
            <a:xfrm>
              <a:off x="8659047" y="2338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9" name="pt48729"/>
            <p:cNvSpPr/>
            <p:nvPr/>
          </p:nvSpPr>
          <p:spPr>
            <a:xfrm>
              <a:off x="8891661" y="2016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0" name="pt48730"/>
            <p:cNvSpPr/>
            <p:nvPr/>
          </p:nvSpPr>
          <p:spPr>
            <a:xfrm>
              <a:off x="9655598" y="2438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1" name="pt48731"/>
            <p:cNvSpPr/>
            <p:nvPr/>
          </p:nvSpPr>
          <p:spPr>
            <a:xfrm>
              <a:off x="8544712" y="2363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2" name="pt48732"/>
            <p:cNvSpPr/>
            <p:nvPr/>
          </p:nvSpPr>
          <p:spPr>
            <a:xfrm>
              <a:off x="9976916" y="2685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3" name="pt48733"/>
            <p:cNvSpPr/>
            <p:nvPr/>
          </p:nvSpPr>
          <p:spPr>
            <a:xfrm>
              <a:off x="8852989" y="1941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4" name="pt48734"/>
            <p:cNvSpPr/>
            <p:nvPr/>
          </p:nvSpPr>
          <p:spPr>
            <a:xfrm>
              <a:off x="9030214" y="1706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5" name="pt48735"/>
            <p:cNvSpPr/>
            <p:nvPr/>
          </p:nvSpPr>
          <p:spPr>
            <a:xfrm>
              <a:off x="8891661" y="1946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6" name="pt48736"/>
            <p:cNvSpPr/>
            <p:nvPr/>
          </p:nvSpPr>
          <p:spPr>
            <a:xfrm>
              <a:off x="8596430" y="1977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7" name="pt48737"/>
            <p:cNvSpPr/>
            <p:nvPr/>
          </p:nvSpPr>
          <p:spPr>
            <a:xfrm>
              <a:off x="8624143" y="2495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8" name="pt48738"/>
            <p:cNvSpPr/>
            <p:nvPr/>
          </p:nvSpPr>
          <p:spPr>
            <a:xfrm>
              <a:off x="8274318" y="2715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9" name="pt48739"/>
            <p:cNvSpPr/>
            <p:nvPr/>
          </p:nvSpPr>
          <p:spPr>
            <a:xfrm>
              <a:off x="9101309" y="206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0" name="pt48740"/>
            <p:cNvSpPr/>
            <p:nvPr/>
          </p:nvSpPr>
          <p:spPr>
            <a:xfrm>
              <a:off x="8705398" y="2230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1" name="pt48741"/>
            <p:cNvSpPr/>
            <p:nvPr/>
          </p:nvSpPr>
          <p:spPr>
            <a:xfrm>
              <a:off x="8966476" y="221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2" name="pt48742"/>
            <p:cNvSpPr/>
            <p:nvPr/>
          </p:nvSpPr>
          <p:spPr>
            <a:xfrm>
              <a:off x="8873363" y="2011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3" name="pt48743"/>
            <p:cNvSpPr/>
            <p:nvPr/>
          </p:nvSpPr>
          <p:spPr>
            <a:xfrm>
              <a:off x="8274318" y="2584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4" name="pt48744"/>
            <p:cNvSpPr/>
            <p:nvPr/>
          </p:nvSpPr>
          <p:spPr>
            <a:xfrm>
              <a:off x="8803653" y="2232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5" name="pt48745"/>
            <p:cNvSpPr/>
            <p:nvPr/>
          </p:nvSpPr>
          <p:spPr>
            <a:xfrm>
              <a:off x="8923469" y="1944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6" name="pt48746"/>
            <p:cNvSpPr/>
            <p:nvPr/>
          </p:nvSpPr>
          <p:spPr>
            <a:xfrm>
              <a:off x="9381946" y="1946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7" name="pt48747"/>
            <p:cNvSpPr/>
            <p:nvPr/>
          </p:nvSpPr>
          <p:spPr>
            <a:xfrm>
              <a:off x="9043153" y="1710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8" name="pt48748"/>
            <p:cNvSpPr/>
            <p:nvPr/>
          </p:nvSpPr>
          <p:spPr>
            <a:xfrm>
              <a:off x="9048079" y="2141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9" name="pt48749"/>
            <p:cNvSpPr/>
            <p:nvPr/>
          </p:nvSpPr>
          <p:spPr>
            <a:xfrm>
              <a:off x="8873363" y="1978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0" name="pt48750"/>
            <p:cNvSpPr/>
            <p:nvPr/>
          </p:nvSpPr>
          <p:spPr>
            <a:xfrm>
              <a:off x="8932933" y="1790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1" name="pt48751"/>
            <p:cNvSpPr/>
            <p:nvPr/>
          </p:nvSpPr>
          <p:spPr>
            <a:xfrm>
              <a:off x="9334476" y="2083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2" name="pt48752"/>
            <p:cNvSpPr/>
            <p:nvPr/>
          </p:nvSpPr>
          <p:spPr>
            <a:xfrm>
              <a:off x="8398928" y="234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3" name="pt48753"/>
            <p:cNvSpPr/>
            <p:nvPr/>
          </p:nvSpPr>
          <p:spPr>
            <a:xfrm>
              <a:off x="8988075" y="1893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4" name="pt48754"/>
            <p:cNvSpPr/>
            <p:nvPr/>
          </p:nvSpPr>
          <p:spPr>
            <a:xfrm>
              <a:off x="9247994" y="2005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5" name="pt48755"/>
            <p:cNvSpPr/>
            <p:nvPr/>
          </p:nvSpPr>
          <p:spPr>
            <a:xfrm>
              <a:off x="8834048" y="1982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6" name="pt48756"/>
            <p:cNvSpPr/>
            <p:nvPr/>
          </p:nvSpPr>
          <p:spPr>
            <a:xfrm>
              <a:off x="8544712" y="2383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7" name="pt48757"/>
            <p:cNvSpPr/>
            <p:nvPr/>
          </p:nvSpPr>
          <p:spPr>
            <a:xfrm>
              <a:off x="9657982" y="1897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8" name="pt48758"/>
            <p:cNvSpPr/>
            <p:nvPr/>
          </p:nvSpPr>
          <p:spPr>
            <a:xfrm>
              <a:off x="9171470" y="1941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9" name="pt48759"/>
            <p:cNvSpPr/>
            <p:nvPr/>
          </p:nvSpPr>
          <p:spPr>
            <a:xfrm>
              <a:off x="9124182" y="2072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0" name="pt48760"/>
            <p:cNvSpPr/>
            <p:nvPr/>
          </p:nvSpPr>
          <p:spPr>
            <a:xfrm>
              <a:off x="8742215" y="2082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1" name="pt48761"/>
            <p:cNvSpPr/>
            <p:nvPr/>
          </p:nvSpPr>
          <p:spPr>
            <a:xfrm>
              <a:off x="9059833" y="1687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2" name="pt48762"/>
            <p:cNvSpPr/>
            <p:nvPr/>
          </p:nvSpPr>
          <p:spPr>
            <a:xfrm>
              <a:off x="9115211" y="2272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3" name="pt48763"/>
            <p:cNvSpPr/>
            <p:nvPr/>
          </p:nvSpPr>
          <p:spPr>
            <a:xfrm>
              <a:off x="9201267" y="1788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4" name="pt48764"/>
            <p:cNvSpPr/>
            <p:nvPr/>
          </p:nvSpPr>
          <p:spPr>
            <a:xfrm>
              <a:off x="8544712" y="2365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5" name="pt48765"/>
            <p:cNvSpPr/>
            <p:nvPr/>
          </p:nvSpPr>
          <p:spPr>
            <a:xfrm>
              <a:off x="9527393" y="1690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6" name="pt48766"/>
            <p:cNvSpPr/>
            <p:nvPr/>
          </p:nvSpPr>
          <p:spPr>
            <a:xfrm>
              <a:off x="9401682" y="2069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7" name="pt48767"/>
            <p:cNvSpPr/>
            <p:nvPr/>
          </p:nvSpPr>
          <p:spPr>
            <a:xfrm>
              <a:off x="9074048" y="2017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8" name="pt48768"/>
            <p:cNvSpPr/>
            <p:nvPr/>
          </p:nvSpPr>
          <p:spPr>
            <a:xfrm>
              <a:off x="8713389" y="2207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9" name="pt48769"/>
            <p:cNvSpPr/>
            <p:nvPr/>
          </p:nvSpPr>
          <p:spPr>
            <a:xfrm>
              <a:off x="9143758" y="2060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0" name="pt48770"/>
            <p:cNvSpPr/>
            <p:nvPr/>
          </p:nvSpPr>
          <p:spPr>
            <a:xfrm>
              <a:off x="8939717" y="2121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1" name="pt48771"/>
            <p:cNvSpPr/>
            <p:nvPr/>
          </p:nvSpPr>
          <p:spPr>
            <a:xfrm>
              <a:off x="8580788" y="2128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2" name="pt48772"/>
            <p:cNvSpPr/>
            <p:nvPr/>
          </p:nvSpPr>
          <p:spPr>
            <a:xfrm>
              <a:off x="8398928" y="2422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3" name="pt48773"/>
            <p:cNvSpPr/>
            <p:nvPr/>
          </p:nvSpPr>
          <p:spPr>
            <a:xfrm>
              <a:off x="9371804" y="1973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4" name="pt48774"/>
            <p:cNvSpPr/>
            <p:nvPr/>
          </p:nvSpPr>
          <p:spPr>
            <a:xfrm>
              <a:off x="9502529" y="2455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5" name="pt48775"/>
            <p:cNvSpPr/>
            <p:nvPr/>
          </p:nvSpPr>
          <p:spPr>
            <a:xfrm>
              <a:off x="9116046" y="2139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6" name="pt48776"/>
            <p:cNvSpPr/>
            <p:nvPr/>
          </p:nvSpPr>
          <p:spPr>
            <a:xfrm>
              <a:off x="8471820" y="2477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7" name="pt48777"/>
            <p:cNvSpPr/>
            <p:nvPr/>
          </p:nvSpPr>
          <p:spPr>
            <a:xfrm>
              <a:off x="8845651" y="2096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8" name="pt48778"/>
            <p:cNvSpPr/>
            <p:nvPr/>
          </p:nvSpPr>
          <p:spPr>
            <a:xfrm>
              <a:off x="9227269" y="2116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9" name="pt48779"/>
            <p:cNvSpPr/>
            <p:nvPr/>
          </p:nvSpPr>
          <p:spPr>
            <a:xfrm>
              <a:off x="9644546" y="2490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0" name="pt48780"/>
            <p:cNvSpPr/>
            <p:nvPr/>
          </p:nvSpPr>
          <p:spPr>
            <a:xfrm>
              <a:off x="8347210" y="2338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1" name="pt48781"/>
            <p:cNvSpPr/>
            <p:nvPr/>
          </p:nvSpPr>
          <p:spPr>
            <a:xfrm>
              <a:off x="8563654" y="2309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2" name="pt48782"/>
            <p:cNvSpPr/>
            <p:nvPr/>
          </p:nvSpPr>
          <p:spPr>
            <a:xfrm>
              <a:off x="8918543" y="1801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3" name="pt48783"/>
            <p:cNvSpPr/>
            <p:nvPr/>
          </p:nvSpPr>
          <p:spPr>
            <a:xfrm>
              <a:off x="8812874" y="1962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4" name="pt48784"/>
            <p:cNvSpPr/>
            <p:nvPr/>
          </p:nvSpPr>
          <p:spPr>
            <a:xfrm>
              <a:off x="8954618" y="2288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5" name="pt48785"/>
            <p:cNvSpPr/>
            <p:nvPr/>
          </p:nvSpPr>
          <p:spPr>
            <a:xfrm>
              <a:off x="8748753" y="2117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6" name="pt48786"/>
            <p:cNvSpPr/>
            <p:nvPr/>
          </p:nvSpPr>
          <p:spPr>
            <a:xfrm>
              <a:off x="8973968" y="1989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7" name="pt48787"/>
            <p:cNvSpPr/>
            <p:nvPr/>
          </p:nvSpPr>
          <p:spPr>
            <a:xfrm>
              <a:off x="9051686" y="2159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8" name="pt48788"/>
            <p:cNvSpPr/>
            <p:nvPr/>
          </p:nvSpPr>
          <p:spPr>
            <a:xfrm>
              <a:off x="9363383" y="2065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9" name="pt48789"/>
            <p:cNvSpPr/>
            <p:nvPr/>
          </p:nvSpPr>
          <p:spPr>
            <a:xfrm>
              <a:off x="8986371" y="1787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0" name="pt48790"/>
            <p:cNvSpPr/>
            <p:nvPr/>
          </p:nvSpPr>
          <p:spPr>
            <a:xfrm>
              <a:off x="8563654" y="2145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1" name="pt48791"/>
            <p:cNvSpPr/>
            <p:nvPr/>
          </p:nvSpPr>
          <p:spPr>
            <a:xfrm>
              <a:off x="9099493" y="2022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2" name="pt48792"/>
            <p:cNvSpPr/>
            <p:nvPr/>
          </p:nvSpPr>
          <p:spPr>
            <a:xfrm>
              <a:off x="8973968" y="1999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3" name="pt48793"/>
            <p:cNvSpPr/>
            <p:nvPr/>
          </p:nvSpPr>
          <p:spPr>
            <a:xfrm>
              <a:off x="8721041" y="2165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4" name="pt48794"/>
            <p:cNvSpPr/>
            <p:nvPr/>
          </p:nvSpPr>
          <p:spPr>
            <a:xfrm>
              <a:off x="9562976" y="2135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5" name="pt48795"/>
            <p:cNvSpPr/>
            <p:nvPr/>
          </p:nvSpPr>
          <p:spPr>
            <a:xfrm>
              <a:off x="9877988" y="2618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6" name="pt48796"/>
            <p:cNvSpPr/>
            <p:nvPr/>
          </p:nvSpPr>
          <p:spPr>
            <a:xfrm>
              <a:off x="9027511" y="1834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7" name="pt48797"/>
            <p:cNvSpPr/>
            <p:nvPr/>
          </p:nvSpPr>
          <p:spPr>
            <a:xfrm>
              <a:off x="9503592" y="2567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8" name="pt48798"/>
            <p:cNvSpPr/>
            <p:nvPr/>
          </p:nvSpPr>
          <p:spPr>
            <a:xfrm>
              <a:off x="9187265" y="2140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9" name="pt48799"/>
            <p:cNvSpPr/>
            <p:nvPr/>
          </p:nvSpPr>
          <p:spPr>
            <a:xfrm>
              <a:off x="9051686" y="2209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0" name="pt48800"/>
            <p:cNvSpPr/>
            <p:nvPr/>
          </p:nvSpPr>
          <p:spPr>
            <a:xfrm>
              <a:off x="8879672" y="2089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1" name="pt48801"/>
            <p:cNvSpPr/>
            <p:nvPr/>
          </p:nvSpPr>
          <p:spPr>
            <a:xfrm>
              <a:off x="8439043" y="2488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2" name="pt48802"/>
            <p:cNvSpPr/>
            <p:nvPr/>
          </p:nvSpPr>
          <p:spPr>
            <a:xfrm>
              <a:off x="8499532" y="2657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3" name="pt48803"/>
            <p:cNvSpPr/>
            <p:nvPr/>
          </p:nvSpPr>
          <p:spPr>
            <a:xfrm>
              <a:off x="8981160" y="198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4" name="pt48804"/>
            <p:cNvSpPr/>
            <p:nvPr/>
          </p:nvSpPr>
          <p:spPr>
            <a:xfrm>
              <a:off x="9296080" y="1777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5" name="pt48805"/>
            <p:cNvSpPr/>
            <p:nvPr/>
          </p:nvSpPr>
          <p:spPr>
            <a:xfrm>
              <a:off x="9563530" y="2159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6" name="pt48806"/>
            <p:cNvSpPr/>
            <p:nvPr/>
          </p:nvSpPr>
          <p:spPr>
            <a:xfrm>
              <a:off x="8499532" y="2279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7" name="pt48807"/>
            <p:cNvSpPr/>
            <p:nvPr/>
          </p:nvSpPr>
          <p:spPr>
            <a:xfrm>
              <a:off x="8812874" y="2205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8" name="pt48808"/>
            <p:cNvSpPr/>
            <p:nvPr/>
          </p:nvSpPr>
          <p:spPr>
            <a:xfrm>
              <a:off x="8923469" y="1965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9" name="pt48809"/>
            <p:cNvSpPr/>
            <p:nvPr/>
          </p:nvSpPr>
          <p:spPr>
            <a:xfrm>
              <a:off x="9066533" y="1925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0" name="pt48810"/>
            <p:cNvSpPr/>
            <p:nvPr/>
          </p:nvSpPr>
          <p:spPr>
            <a:xfrm>
              <a:off x="8808322" y="2265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1" name="pt48811"/>
            <p:cNvSpPr/>
            <p:nvPr/>
          </p:nvSpPr>
          <p:spPr>
            <a:xfrm>
              <a:off x="8523538" y="2397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2" name="pt48812"/>
            <p:cNvSpPr/>
            <p:nvPr/>
          </p:nvSpPr>
          <p:spPr>
            <a:xfrm>
              <a:off x="9005825" y="1724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3" name="pt48813"/>
            <p:cNvSpPr/>
            <p:nvPr/>
          </p:nvSpPr>
          <p:spPr>
            <a:xfrm>
              <a:off x="8849358" y="2192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4" name="pt48814"/>
            <p:cNvSpPr/>
            <p:nvPr/>
          </p:nvSpPr>
          <p:spPr>
            <a:xfrm>
              <a:off x="8697035" y="2299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5" name="pt48815"/>
            <p:cNvSpPr/>
            <p:nvPr/>
          </p:nvSpPr>
          <p:spPr>
            <a:xfrm>
              <a:off x="8563654" y="2159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6" name="pt48816"/>
            <p:cNvSpPr/>
            <p:nvPr/>
          </p:nvSpPr>
          <p:spPr>
            <a:xfrm>
              <a:off x="8596430" y="219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7" name="pt48817"/>
            <p:cNvSpPr/>
            <p:nvPr/>
          </p:nvSpPr>
          <p:spPr>
            <a:xfrm>
              <a:off x="8742215" y="1896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8" name="pt48818"/>
            <p:cNvSpPr/>
            <p:nvPr/>
          </p:nvSpPr>
          <p:spPr>
            <a:xfrm>
              <a:off x="9247994" y="1733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9" name="pt48819"/>
            <p:cNvSpPr/>
            <p:nvPr/>
          </p:nvSpPr>
          <p:spPr>
            <a:xfrm>
              <a:off x="8913479" y="1727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0" name="pt48820"/>
            <p:cNvSpPr/>
            <p:nvPr/>
          </p:nvSpPr>
          <p:spPr>
            <a:xfrm>
              <a:off x="8923469" y="1968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1" name="pt48821"/>
            <p:cNvSpPr/>
            <p:nvPr/>
          </p:nvSpPr>
          <p:spPr>
            <a:xfrm>
              <a:off x="9226820" y="1944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2" name="pt48822"/>
            <p:cNvSpPr/>
            <p:nvPr/>
          </p:nvSpPr>
          <p:spPr>
            <a:xfrm>
              <a:off x="8563654" y="2182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3" name="pt48823"/>
            <p:cNvSpPr/>
            <p:nvPr/>
          </p:nvSpPr>
          <p:spPr>
            <a:xfrm>
              <a:off x="8821645" y="2061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4" name="pt48824"/>
            <p:cNvSpPr/>
            <p:nvPr/>
          </p:nvSpPr>
          <p:spPr>
            <a:xfrm>
              <a:off x="8772758" y="2003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5" name="pt48825"/>
            <p:cNvSpPr/>
            <p:nvPr/>
          </p:nvSpPr>
          <p:spPr>
            <a:xfrm>
              <a:off x="8812874" y="2270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6" name="pt48826"/>
            <p:cNvSpPr/>
            <p:nvPr/>
          </p:nvSpPr>
          <p:spPr>
            <a:xfrm>
              <a:off x="8471820" y="2375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7" name="pt48827"/>
            <p:cNvSpPr/>
            <p:nvPr/>
          </p:nvSpPr>
          <p:spPr>
            <a:xfrm>
              <a:off x="8347210" y="2299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8" name="pt48828"/>
            <p:cNvSpPr/>
            <p:nvPr/>
          </p:nvSpPr>
          <p:spPr>
            <a:xfrm>
              <a:off x="9034195" y="1739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9" name="pt48829"/>
            <p:cNvSpPr/>
            <p:nvPr/>
          </p:nvSpPr>
          <p:spPr>
            <a:xfrm>
              <a:off x="8471820" y="2338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0" name="pt48830"/>
            <p:cNvSpPr/>
            <p:nvPr/>
          </p:nvSpPr>
          <p:spPr>
            <a:xfrm>
              <a:off x="8748753" y="1998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1" name="pt48831"/>
            <p:cNvSpPr/>
            <p:nvPr/>
          </p:nvSpPr>
          <p:spPr>
            <a:xfrm>
              <a:off x="9367540" y="2027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2" name="pt48832"/>
            <p:cNvSpPr/>
            <p:nvPr/>
          </p:nvSpPr>
          <p:spPr>
            <a:xfrm>
              <a:off x="8735430" y="2032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3" name="pt48833"/>
            <p:cNvSpPr/>
            <p:nvPr/>
          </p:nvSpPr>
          <p:spPr>
            <a:xfrm>
              <a:off x="8624143" y="2335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4" name="pt48834"/>
            <p:cNvSpPr/>
            <p:nvPr/>
          </p:nvSpPr>
          <p:spPr>
            <a:xfrm>
              <a:off x="9339588" y="2053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5" name="pt48835"/>
            <p:cNvSpPr/>
            <p:nvPr/>
          </p:nvSpPr>
          <p:spPr>
            <a:xfrm>
              <a:off x="9644546" y="2476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6" name="pt48836"/>
            <p:cNvSpPr/>
            <p:nvPr/>
          </p:nvSpPr>
          <p:spPr>
            <a:xfrm>
              <a:off x="8841866" y="1975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7" name="pt48837"/>
            <p:cNvSpPr/>
            <p:nvPr/>
          </p:nvSpPr>
          <p:spPr>
            <a:xfrm>
              <a:off x="9519098" y="2411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8" name="pt48838"/>
            <p:cNvSpPr/>
            <p:nvPr/>
          </p:nvSpPr>
          <p:spPr>
            <a:xfrm>
              <a:off x="8793933" y="2280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9" name="pt48839"/>
            <p:cNvSpPr/>
            <p:nvPr/>
          </p:nvSpPr>
          <p:spPr>
            <a:xfrm>
              <a:off x="9379078" y="1994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0" name="pt48840"/>
            <p:cNvSpPr/>
            <p:nvPr/>
          </p:nvSpPr>
          <p:spPr>
            <a:xfrm>
              <a:off x="8471820" y="2395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1" name="pt48841"/>
            <p:cNvSpPr/>
            <p:nvPr/>
          </p:nvSpPr>
          <p:spPr>
            <a:xfrm>
              <a:off x="8793933" y="2242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2" name="pt48842"/>
            <p:cNvSpPr/>
            <p:nvPr/>
          </p:nvSpPr>
          <p:spPr>
            <a:xfrm>
              <a:off x="8937484" y="2062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3" name="pt48843"/>
            <p:cNvSpPr/>
            <p:nvPr/>
          </p:nvSpPr>
          <p:spPr>
            <a:xfrm>
              <a:off x="8812874" y="2164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4" name="pt48844"/>
            <p:cNvSpPr/>
            <p:nvPr/>
          </p:nvSpPr>
          <p:spPr>
            <a:xfrm>
              <a:off x="8767051" y="2128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5" name="pt48845"/>
            <p:cNvSpPr/>
            <p:nvPr/>
          </p:nvSpPr>
          <p:spPr>
            <a:xfrm>
              <a:off x="9497514" y="2454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6" name="pt48846"/>
            <p:cNvSpPr/>
            <p:nvPr/>
          </p:nvSpPr>
          <p:spPr>
            <a:xfrm>
              <a:off x="8544712" y="2323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7" name="pt48847"/>
            <p:cNvSpPr/>
            <p:nvPr/>
          </p:nvSpPr>
          <p:spPr>
            <a:xfrm>
              <a:off x="9124975" y="2048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8" name="pt48848"/>
            <p:cNvSpPr/>
            <p:nvPr/>
          </p:nvSpPr>
          <p:spPr>
            <a:xfrm>
              <a:off x="9124182" y="2009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9" name="pt48849"/>
            <p:cNvSpPr/>
            <p:nvPr/>
          </p:nvSpPr>
          <p:spPr>
            <a:xfrm>
              <a:off x="9046860" y="2178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0" name="pt48850"/>
            <p:cNvSpPr/>
            <p:nvPr/>
          </p:nvSpPr>
          <p:spPr>
            <a:xfrm>
              <a:off x="9269435" y="1998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1" name="pt48851"/>
            <p:cNvSpPr/>
            <p:nvPr/>
          </p:nvSpPr>
          <p:spPr>
            <a:xfrm>
              <a:off x="8580788" y="2379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2" name="pt48852"/>
            <p:cNvSpPr/>
            <p:nvPr/>
          </p:nvSpPr>
          <p:spPr>
            <a:xfrm>
              <a:off x="8471820" y="2435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3" name="pt48853"/>
            <p:cNvSpPr/>
            <p:nvPr/>
          </p:nvSpPr>
          <p:spPr>
            <a:xfrm>
              <a:off x="8817313" y="2099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4" name="pt48854"/>
            <p:cNvSpPr/>
            <p:nvPr/>
          </p:nvSpPr>
          <p:spPr>
            <a:xfrm>
              <a:off x="8812874" y="2320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5" name="pt48855"/>
            <p:cNvSpPr/>
            <p:nvPr/>
          </p:nvSpPr>
          <p:spPr>
            <a:xfrm>
              <a:off x="9057543" y="162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6" name="pt48856"/>
            <p:cNvSpPr/>
            <p:nvPr/>
          </p:nvSpPr>
          <p:spPr>
            <a:xfrm>
              <a:off x="8398928" y="250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7" name="pt48857"/>
            <p:cNvSpPr/>
            <p:nvPr/>
          </p:nvSpPr>
          <p:spPr>
            <a:xfrm>
              <a:off x="9422061" y="1849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8" name="pt48858"/>
            <p:cNvSpPr/>
            <p:nvPr/>
          </p:nvSpPr>
          <p:spPr>
            <a:xfrm>
              <a:off x="9247994" y="2047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9" name="pt48859"/>
            <p:cNvSpPr/>
            <p:nvPr/>
          </p:nvSpPr>
          <p:spPr>
            <a:xfrm>
              <a:off x="9005825" y="1693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0" name="pt48860"/>
            <p:cNvSpPr/>
            <p:nvPr/>
          </p:nvSpPr>
          <p:spPr>
            <a:xfrm>
              <a:off x="8544712" y="2571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1" name="pt48861"/>
            <p:cNvSpPr/>
            <p:nvPr/>
          </p:nvSpPr>
          <p:spPr>
            <a:xfrm>
              <a:off x="9049289" y="2214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2" name="pt48862"/>
            <p:cNvSpPr/>
            <p:nvPr/>
          </p:nvSpPr>
          <p:spPr>
            <a:xfrm>
              <a:off x="8742215" y="2055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3" name="pt48863"/>
            <p:cNvSpPr/>
            <p:nvPr/>
          </p:nvSpPr>
          <p:spPr>
            <a:xfrm>
              <a:off x="8274318" y="2274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4" name="pt48864"/>
            <p:cNvSpPr/>
            <p:nvPr/>
          </p:nvSpPr>
          <p:spPr>
            <a:xfrm>
              <a:off x="9182728" y="196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5" name="pt48865"/>
            <p:cNvSpPr/>
            <p:nvPr/>
          </p:nvSpPr>
          <p:spPr>
            <a:xfrm>
              <a:off x="8803653" y="192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6" name="pt48866"/>
            <p:cNvSpPr/>
            <p:nvPr/>
          </p:nvSpPr>
          <p:spPr>
            <a:xfrm>
              <a:off x="8274318" y="2615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7" name="pt48867"/>
            <p:cNvSpPr/>
            <p:nvPr/>
          </p:nvSpPr>
          <p:spPr>
            <a:xfrm>
              <a:off x="9124182" y="2014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8" name="pt48868"/>
            <p:cNvSpPr/>
            <p:nvPr/>
          </p:nvSpPr>
          <p:spPr>
            <a:xfrm>
              <a:off x="8398928" y="241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9" name="pt48869"/>
            <p:cNvSpPr/>
            <p:nvPr/>
          </p:nvSpPr>
          <p:spPr>
            <a:xfrm>
              <a:off x="9431373" y="1840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0" name="pt48870"/>
            <p:cNvSpPr/>
            <p:nvPr/>
          </p:nvSpPr>
          <p:spPr>
            <a:xfrm>
              <a:off x="9191144" y="2192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1" name="pt48871"/>
            <p:cNvSpPr/>
            <p:nvPr/>
          </p:nvSpPr>
          <p:spPr>
            <a:xfrm>
              <a:off x="9212805" y="1842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2" name="pt48872"/>
            <p:cNvSpPr/>
            <p:nvPr/>
          </p:nvSpPr>
          <p:spPr>
            <a:xfrm>
              <a:off x="9336196" y="2144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3" name="pt48873"/>
            <p:cNvSpPr/>
            <p:nvPr/>
          </p:nvSpPr>
          <p:spPr>
            <a:xfrm>
              <a:off x="9513165" y="2343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4" name="pt48874"/>
            <p:cNvSpPr/>
            <p:nvPr/>
          </p:nvSpPr>
          <p:spPr>
            <a:xfrm>
              <a:off x="9034195" y="1644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5" name="pt48875"/>
            <p:cNvSpPr/>
            <p:nvPr/>
          </p:nvSpPr>
          <p:spPr>
            <a:xfrm>
              <a:off x="8742215" y="2016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6" name="pt48876"/>
            <p:cNvSpPr/>
            <p:nvPr/>
          </p:nvSpPr>
          <p:spPr>
            <a:xfrm>
              <a:off x="9877988" y="2415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7" name="pt48877"/>
            <p:cNvSpPr/>
            <p:nvPr/>
          </p:nvSpPr>
          <p:spPr>
            <a:xfrm>
              <a:off x="8398928" y="2441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8" name="pt48878"/>
            <p:cNvSpPr/>
            <p:nvPr/>
          </p:nvSpPr>
          <p:spPr>
            <a:xfrm>
              <a:off x="8713389" y="2222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9" name="pt48879"/>
            <p:cNvSpPr/>
            <p:nvPr/>
          </p:nvSpPr>
          <p:spPr>
            <a:xfrm>
              <a:off x="8596430" y="2156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0" name="pt48880"/>
            <p:cNvSpPr/>
            <p:nvPr/>
          </p:nvSpPr>
          <p:spPr>
            <a:xfrm>
              <a:off x="8838000" y="2040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1" name="pt48881"/>
            <p:cNvSpPr/>
            <p:nvPr/>
          </p:nvSpPr>
          <p:spPr>
            <a:xfrm>
              <a:off x="9331236" y="2062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2" name="pt48882"/>
            <p:cNvSpPr/>
            <p:nvPr/>
          </p:nvSpPr>
          <p:spPr>
            <a:xfrm>
              <a:off x="8894537" y="2177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3" name="pt48883"/>
            <p:cNvSpPr/>
            <p:nvPr/>
          </p:nvSpPr>
          <p:spPr>
            <a:xfrm>
              <a:off x="8830008" y="2172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4" name="pt48884"/>
            <p:cNvSpPr/>
            <p:nvPr/>
          </p:nvSpPr>
          <p:spPr>
            <a:xfrm>
              <a:off x="8863465" y="229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5" name="pt48885"/>
            <p:cNvSpPr/>
            <p:nvPr/>
          </p:nvSpPr>
          <p:spPr>
            <a:xfrm>
              <a:off x="9243545" y="2263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6" name="pt48886"/>
            <p:cNvSpPr/>
            <p:nvPr/>
          </p:nvSpPr>
          <p:spPr>
            <a:xfrm>
              <a:off x="8783657" y="2056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7" name="pt48887"/>
            <p:cNvSpPr/>
            <p:nvPr/>
          </p:nvSpPr>
          <p:spPr>
            <a:xfrm>
              <a:off x="8748753" y="2100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8" name="pt48888"/>
            <p:cNvSpPr/>
            <p:nvPr/>
          </p:nvSpPr>
          <p:spPr>
            <a:xfrm>
              <a:off x="8636546" y="2324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9" name="pt48889"/>
            <p:cNvSpPr/>
            <p:nvPr/>
          </p:nvSpPr>
          <p:spPr>
            <a:xfrm>
              <a:off x="9486197" y="2364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0" name="pt48890"/>
            <p:cNvSpPr/>
            <p:nvPr/>
          </p:nvSpPr>
          <p:spPr>
            <a:xfrm>
              <a:off x="9401001" y="204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1" name="pt48891"/>
            <p:cNvSpPr/>
            <p:nvPr/>
          </p:nvSpPr>
          <p:spPr>
            <a:xfrm>
              <a:off x="9157488" y="1925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2" name="pt48892"/>
            <p:cNvSpPr/>
            <p:nvPr/>
          </p:nvSpPr>
          <p:spPr>
            <a:xfrm>
              <a:off x="8471820" y="2525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3" name="pt48893"/>
            <p:cNvSpPr/>
            <p:nvPr/>
          </p:nvSpPr>
          <p:spPr>
            <a:xfrm>
              <a:off x="8688264" y="2470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4" name="pt48894"/>
            <p:cNvSpPr/>
            <p:nvPr/>
          </p:nvSpPr>
          <p:spPr>
            <a:xfrm>
              <a:off x="8812874" y="2125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5" name="pt48895"/>
            <p:cNvSpPr/>
            <p:nvPr/>
          </p:nvSpPr>
          <p:spPr>
            <a:xfrm>
              <a:off x="9201267" y="1754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6" name="pt48896"/>
            <p:cNvSpPr/>
            <p:nvPr/>
          </p:nvSpPr>
          <p:spPr>
            <a:xfrm>
              <a:off x="8966476" y="2206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7" name="pt48897"/>
            <p:cNvSpPr/>
            <p:nvPr/>
          </p:nvSpPr>
          <p:spPr>
            <a:xfrm>
              <a:off x="9519804" y="2586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8" name="pt48898"/>
            <p:cNvSpPr/>
            <p:nvPr/>
          </p:nvSpPr>
          <p:spPr>
            <a:xfrm>
              <a:off x="8879672" y="2084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9" name="pt48899"/>
            <p:cNvSpPr/>
            <p:nvPr/>
          </p:nvSpPr>
          <p:spPr>
            <a:xfrm>
              <a:off x="8856549" y="2071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0" name="pt48900"/>
            <p:cNvSpPr/>
            <p:nvPr/>
          </p:nvSpPr>
          <p:spPr>
            <a:xfrm>
              <a:off x="8798858" y="1976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1" name="pt48901"/>
            <p:cNvSpPr/>
            <p:nvPr/>
          </p:nvSpPr>
          <p:spPr>
            <a:xfrm>
              <a:off x="8748753" y="1976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2" name="pt48902"/>
            <p:cNvSpPr/>
            <p:nvPr/>
          </p:nvSpPr>
          <p:spPr>
            <a:xfrm>
              <a:off x="9681061" y="2478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3" name="pt48903"/>
            <p:cNvSpPr/>
            <p:nvPr/>
          </p:nvSpPr>
          <p:spPr>
            <a:xfrm>
              <a:off x="9370394" y="2081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4" name="pt48904"/>
            <p:cNvSpPr/>
            <p:nvPr/>
          </p:nvSpPr>
          <p:spPr>
            <a:xfrm>
              <a:off x="8921023" y="1769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5" name="pt48905"/>
            <p:cNvSpPr/>
            <p:nvPr/>
          </p:nvSpPr>
          <p:spPr>
            <a:xfrm>
              <a:off x="8347210" y="2295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6" name="pt48906"/>
            <p:cNvSpPr/>
            <p:nvPr/>
          </p:nvSpPr>
          <p:spPr>
            <a:xfrm>
              <a:off x="8274318" y="2543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7" name="pt48907"/>
            <p:cNvSpPr/>
            <p:nvPr/>
          </p:nvSpPr>
          <p:spPr>
            <a:xfrm>
              <a:off x="8398928" y="2432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8" name="pt48908"/>
            <p:cNvSpPr/>
            <p:nvPr/>
          </p:nvSpPr>
          <p:spPr>
            <a:xfrm>
              <a:off x="8772758" y="2074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9" name="pt48909"/>
            <p:cNvSpPr/>
            <p:nvPr/>
          </p:nvSpPr>
          <p:spPr>
            <a:xfrm>
              <a:off x="8921023" y="1685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0" name="pt48910"/>
            <p:cNvSpPr/>
            <p:nvPr/>
          </p:nvSpPr>
          <p:spPr>
            <a:xfrm>
              <a:off x="8923469" y="1920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1" name="pt48911"/>
            <p:cNvSpPr/>
            <p:nvPr/>
          </p:nvSpPr>
          <p:spPr>
            <a:xfrm>
              <a:off x="9439815" y="2022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2" name="pt48912"/>
            <p:cNvSpPr/>
            <p:nvPr/>
          </p:nvSpPr>
          <p:spPr>
            <a:xfrm>
              <a:off x="8688264" y="2318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3" name="pt48913"/>
            <p:cNvSpPr/>
            <p:nvPr/>
          </p:nvSpPr>
          <p:spPr>
            <a:xfrm>
              <a:off x="9090127" y="1676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4" name="pt48914"/>
            <p:cNvSpPr/>
            <p:nvPr/>
          </p:nvSpPr>
          <p:spPr>
            <a:xfrm>
              <a:off x="8347210" y="2345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5" name="pt48915"/>
            <p:cNvSpPr/>
            <p:nvPr/>
          </p:nvSpPr>
          <p:spPr>
            <a:xfrm>
              <a:off x="8755061" y="2118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6" name="pt48916"/>
            <p:cNvSpPr/>
            <p:nvPr/>
          </p:nvSpPr>
          <p:spPr>
            <a:xfrm>
              <a:off x="8735430" y="214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7" name="pt48917"/>
            <p:cNvSpPr/>
            <p:nvPr/>
          </p:nvSpPr>
          <p:spPr>
            <a:xfrm>
              <a:off x="9297299" y="2009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8" name="pt48918"/>
            <p:cNvSpPr/>
            <p:nvPr/>
          </p:nvSpPr>
          <p:spPr>
            <a:xfrm>
              <a:off x="8274318" y="2438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9" name="pt48919"/>
            <p:cNvSpPr/>
            <p:nvPr/>
          </p:nvSpPr>
          <p:spPr>
            <a:xfrm>
              <a:off x="9525526" y="1834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0" name="pt48920"/>
            <p:cNvSpPr/>
            <p:nvPr/>
          </p:nvSpPr>
          <p:spPr>
            <a:xfrm>
              <a:off x="8471820" y="2407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1" name="pt48921"/>
            <p:cNvSpPr/>
            <p:nvPr/>
          </p:nvSpPr>
          <p:spPr>
            <a:xfrm>
              <a:off x="8838000" y="2011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2" name="pt48922"/>
            <p:cNvSpPr/>
            <p:nvPr/>
          </p:nvSpPr>
          <p:spPr>
            <a:xfrm>
              <a:off x="8999571" y="1804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3" name="pt48923"/>
            <p:cNvSpPr/>
            <p:nvPr/>
          </p:nvSpPr>
          <p:spPr>
            <a:xfrm>
              <a:off x="8347210" y="2088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4" name="pt48924"/>
            <p:cNvSpPr/>
            <p:nvPr/>
          </p:nvSpPr>
          <p:spPr>
            <a:xfrm>
              <a:off x="8274318" y="2388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5" name="pt48925"/>
            <p:cNvSpPr/>
            <p:nvPr/>
          </p:nvSpPr>
          <p:spPr>
            <a:xfrm>
              <a:off x="9602828" y="2282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6" name="pt48926"/>
            <p:cNvSpPr/>
            <p:nvPr/>
          </p:nvSpPr>
          <p:spPr>
            <a:xfrm>
              <a:off x="9179833" y="1950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7" name="pt48927"/>
            <p:cNvSpPr/>
            <p:nvPr/>
          </p:nvSpPr>
          <p:spPr>
            <a:xfrm>
              <a:off x="9074048" y="1797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8" name="pt48928"/>
            <p:cNvSpPr/>
            <p:nvPr/>
          </p:nvSpPr>
          <p:spPr>
            <a:xfrm>
              <a:off x="8803653" y="2054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9" name="pt48929"/>
            <p:cNvSpPr/>
            <p:nvPr/>
          </p:nvSpPr>
          <p:spPr>
            <a:xfrm>
              <a:off x="8973968" y="1953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0" name="pt48930"/>
            <p:cNvSpPr/>
            <p:nvPr/>
          </p:nvSpPr>
          <p:spPr>
            <a:xfrm>
              <a:off x="9527393" y="1717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1" name="pt48931"/>
            <p:cNvSpPr/>
            <p:nvPr/>
          </p:nvSpPr>
          <p:spPr>
            <a:xfrm>
              <a:off x="8471820" y="2425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2" name="pt48932"/>
            <p:cNvSpPr/>
            <p:nvPr/>
          </p:nvSpPr>
          <p:spPr>
            <a:xfrm>
              <a:off x="8735430" y="2136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3" name="pt48933"/>
            <p:cNvSpPr/>
            <p:nvPr/>
          </p:nvSpPr>
          <p:spPr>
            <a:xfrm>
              <a:off x="8930613" y="1784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4" name="pt48934"/>
            <p:cNvSpPr/>
            <p:nvPr/>
          </p:nvSpPr>
          <p:spPr>
            <a:xfrm>
              <a:off x="8997973" y="1611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5" name="pt48935"/>
            <p:cNvSpPr/>
            <p:nvPr/>
          </p:nvSpPr>
          <p:spPr>
            <a:xfrm>
              <a:off x="8580788" y="2344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6" name="pt48936"/>
            <p:cNvSpPr/>
            <p:nvPr/>
          </p:nvSpPr>
          <p:spPr>
            <a:xfrm>
              <a:off x="8563654" y="2278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7" name="pt48937"/>
            <p:cNvSpPr/>
            <p:nvPr/>
          </p:nvSpPr>
          <p:spPr>
            <a:xfrm>
              <a:off x="8879672" y="1970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8" name="pt48938"/>
            <p:cNvSpPr/>
            <p:nvPr/>
          </p:nvSpPr>
          <p:spPr>
            <a:xfrm>
              <a:off x="9034195" y="1744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9" name="pt48939"/>
            <p:cNvSpPr/>
            <p:nvPr/>
          </p:nvSpPr>
          <p:spPr>
            <a:xfrm>
              <a:off x="8669323" y="2419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0" name="pt48940"/>
            <p:cNvSpPr/>
            <p:nvPr/>
          </p:nvSpPr>
          <p:spPr>
            <a:xfrm>
              <a:off x="9136479" y="1928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1" name="pt48941"/>
            <p:cNvSpPr/>
            <p:nvPr/>
          </p:nvSpPr>
          <p:spPr>
            <a:xfrm>
              <a:off x="9286988" y="2156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2" name="pt48942"/>
            <p:cNvSpPr/>
            <p:nvPr/>
          </p:nvSpPr>
          <p:spPr>
            <a:xfrm>
              <a:off x="8624143" y="2486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3" name="pt48943"/>
            <p:cNvSpPr/>
            <p:nvPr/>
          </p:nvSpPr>
          <p:spPr>
            <a:xfrm>
              <a:off x="8849358" y="1978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4" name="pt48944"/>
            <p:cNvSpPr/>
            <p:nvPr/>
          </p:nvSpPr>
          <p:spPr>
            <a:xfrm>
              <a:off x="8499532" y="2527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5" name="pt48945"/>
            <p:cNvSpPr/>
            <p:nvPr/>
          </p:nvSpPr>
          <p:spPr>
            <a:xfrm>
              <a:off x="8697035" y="2091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6" name="pt48946"/>
            <p:cNvSpPr/>
            <p:nvPr/>
          </p:nvSpPr>
          <p:spPr>
            <a:xfrm>
              <a:off x="9051686" y="2200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7" name="pt48947"/>
            <p:cNvSpPr/>
            <p:nvPr/>
          </p:nvSpPr>
          <p:spPr>
            <a:xfrm>
              <a:off x="9075096" y="1859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8" name="pt48948"/>
            <p:cNvSpPr/>
            <p:nvPr/>
          </p:nvSpPr>
          <p:spPr>
            <a:xfrm>
              <a:off x="9442137" y="1900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9" name="pt48949"/>
            <p:cNvSpPr/>
            <p:nvPr/>
          </p:nvSpPr>
          <p:spPr>
            <a:xfrm>
              <a:off x="9027511" y="1784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0" name="pt48950"/>
            <p:cNvSpPr/>
            <p:nvPr/>
          </p:nvSpPr>
          <p:spPr>
            <a:xfrm>
              <a:off x="9044397" y="2077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1" name="pt48951"/>
            <p:cNvSpPr/>
            <p:nvPr/>
          </p:nvSpPr>
          <p:spPr>
            <a:xfrm>
              <a:off x="8838000" y="1994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2" name="pt48952"/>
            <p:cNvSpPr/>
            <p:nvPr/>
          </p:nvSpPr>
          <p:spPr>
            <a:xfrm>
              <a:off x="9644546" y="2493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3" name="pt48953"/>
            <p:cNvSpPr/>
            <p:nvPr/>
          </p:nvSpPr>
          <p:spPr>
            <a:xfrm>
              <a:off x="9363383" y="2117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4" name="pt48954"/>
            <p:cNvSpPr/>
            <p:nvPr/>
          </p:nvSpPr>
          <p:spPr>
            <a:xfrm>
              <a:off x="8908267" y="1997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5" name="pt48955"/>
            <p:cNvSpPr/>
            <p:nvPr/>
          </p:nvSpPr>
          <p:spPr>
            <a:xfrm>
              <a:off x="8948383" y="2041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6" name="pt48956"/>
            <p:cNvSpPr/>
            <p:nvPr/>
          </p:nvSpPr>
          <p:spPr>
            <a:xfrm>
              <a:off x="9077174" y="1934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7" name="pt48957"/>
            <p:cNvSpPr/>
            <p:nvPr/>
          </p:nvSpPr>
          <p:spPr>
            <a:xfrm>
              <a:off x="8755061" y="2266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8" name="pt48958"/>
            <p:cNvSpPr/>
            <p:nvPr/>
          </p:nvSpPr>
          <p:spPr>
            <a:xfrm>
              <a:off x="9281436" y="1962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9" name="pt48959"/>
            <p:cNvSpPr/>
            <p:nvPr/>
          </p:nvSpPr>
          <p:spPr>
            <a:xfrm>
              <a:off x="9585294" y="227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0" name="pt48960"/>
            <p:cNvSpPr/>
            <p:nvPr/>
          </p:nvSpPr>
          <p:spPr>
            <a:xfrm>
              <a:off x="8767051" y="1962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1" name="pt48961"/>
            <p:cNvSpPr/>
            <p:nvPr/>
          </p:nvSpPr>
          <p:spPr>
            <a:xfrm>
              <a:off x="9065434" y="1782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2" name="pt48962"/>
            <p:cNvSpPr/>
            <p:nvPr/>
          </p:nvSpPr>
          <p:spPr>
            <a:xfrm>
              <a:off x="9420231" y="1771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3" name="pt48963"/>
            <p:cNvSpPr/>
            <p:nvPr/>
          </p:nvSpPr>
          <p:spPr>
            <a:xfrm>
              <a:off x="8950486" y="2090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4" name="pt48964"/>
            <p:cNvSpPr/>
            <p:nvPr/>
          </p:nvSpPr>
          <p:spPr>
            <a:xfrm>
              <a:off x="8596430" y="2266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5" name="pt48965"/>
            <p:cNvSpPr/>
            <p:nvPr/>
          </p:nvSpPr>
          <p:spPr>
            <a:xfrm>
              <a:off x="8812874" y="2123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6" name="pt48966"/>
            <p:cNvSpPr/>
            <p:nvPr/>
          </p:nvSpPr>
          <p:spPr>
            <a:xfrm>
              <a:off x="9046860" y="2165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7" name="pt48967"/>
            <p:cNvSpPr/>
            <p:nvPr/>
          </p:nvSpPr>
          <p:spPr>
            <a:xfrm>
              <a:off x="9719466" y="2033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8" name="pt48968"/>
            <p:cNvSpPr/>
            <p:nvPr/>
          </p:nvSpPr>
          <p:spPr>
            <a:xfrm>
              <a:off x="8783657" y="2071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9" name="pt48969"/>
            <p:cNvSpPr/>
            <p:nvPr/>
          </p:nvSpPr>
          <p:spPr>
            <a:xfrm>
              <a:off x="8950486" y="2032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0" name="pt48970"/>
            <p:cNvSpPr/>
            <p:nvPr/>
          </p:nvSpPr>
          <p:spPr>
            <a:xfrm>
              <a:off x="8563654" y="2229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1" name="pt48971"/>
            <p:cNvSpPr/>
            <p:nvPr/>
          </p:nvSpPr>
          <p:spPr>
            <a:xfrm>
              <a:off x="8398928" y="2389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2" name="pt48972"/>
            <p:cNvSpPr/>
            <p:nvPr/>
          </p:nvSpPr>
          <p:spPr>
            <a:xfrm>
              <a:off x="8439043" y="2281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3" name="pt48973"/>
            <p:cNvSpPr/>
            <p:nvPr/>
          </p:nvSpPr>
          <p:spPr>
            <a:xfrm>
              <a:off x="9331236" y="2223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4" name="pt48974"/>
            <p:cNvSpPr/>
            <p:nvPr/>
          </p:nvSpPr>
          <p:spPr>
            <a:xfrm>
              <a:off x="8648148" y="2449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5" name="pt48975"/>
            <p:cNvSpPr/>
            <p:nvPr/>
          </p:nvSpPr>
          <p:spPr>
            <a:xfrm>
              <a:off x="9645731" y="2346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6" name="pt48976"/>
            <p:cNvSpPr/>
            <p:nvPr/>
          </p:nvSpPr>
          <p:spPr>
            <a:xfrm>
              <a:off x="8830008" y="2079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7" name="pt48977"/>
            <p:cNvSpPr/>
            <p:nvPr/>
          </p:nvSpPr>
          <p:spPr>
            <a:xfrm>
              <a:off x="9179833" y="2067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8" name="pt48978"/>
            <p:cNvSpPr/>
            <p:nvPr/>
          </p:nvSpPr>
          <p:spPr>
            <a:xfrm>
              <a:off x="9689893" y="1542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9" name="pt48979"/>
            <p:cNvSpPr/>
            <p:nvPr/>
          </p:nvSpPr>
          <p:spPr>
            <a:xfrm>
              <a:off x="9427147" y="202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0" name="pt48980"/>
            <p:cNvSpPr/>
            <p:nvPr/>
          </p:nvSpPr>
          <p:spPr>
            <a:xfrm>
              <a:off x="8954618" y="225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1" name="pt48981"/>
            <p:cNvSpPr/>
            <p:nvPr/>
          </p:nvSpPr>
          <p:spPr>
            <a:xfrm>
              <a:off x="9035502" y="1846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2" name="pt48982"/>
            <p:cNvSpPr/>
            <p:nvPr/>
          </p:nvSpPr>
          <p:spPr>
            <a:xfrm>
              <a:off x="8398928" y="2253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3" name="pt48983"/>
            <p:cNvSpPr/>
            <p:nvPr/>
          </p:nvSpPr>
          <p:spPr>
            <a:xfrm>
              <a:off x="9681061" y="2398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4" name="pt48984"/>
            <p:cNvSpPr/>
            <p:nvPr/>
          </p:nvSpPr>
          <p:spPr>
            <a:xfrm>
              <a:off x="8845651" y="1987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5" name="pt48985"/>
            <p:cNvSpPr/>
            <p:nvPr/>
          </p:nvSpPr>
          <p:spPr>
            <a:xfrm>
              <a:off x="8988075" y="1928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6" name="pt48986"/>
            <p:cNvSpPr/>
            <p:nvPr/>
          </p:nvSpPr>
          <p:spPr>
            <a:xfrm>
              <a:off x="8793933" y="2147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7" name="pt48987"/>
            <p:cNvSpPr/>
            <p:nvPr/>
          </p:nvSpPr>
          <p:spPr>
            <a:xfrm>
              <a:off x="8659047" y="2201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8" name="pt48988"/>
            <p:cNvSpPr/>
            <p:nvPr/>
          </p:nvSpPr>
          <p:spPr>
            <a:xfrm>
              <a:off x="8888738" y="2333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9" name="pt48989"/>
            <p:cNvSpPr/>
            <p:nvPr/>
          </p:nvSpPr>
          <p:spPr>
            <a:xfrm>
              <a:off x="9537091" y="1582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0" name="pt48990"/>
            <p:cNvSpPr/>
            <p:nvPr/>
          </p:nvSpPr>
          <p:spPr>
            <a:xfrm>
              <a:off x="8958659" y="2282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1" name="pt48991"/>
            <p:cNvSpPr/>
            <p:nvPr/>
          </p:nvSpPr>
          <p:spPr>
            <a:xfrm>
              <a:off x="8755061" y="215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2" name="pt48992"/>
            <p:cNvSpPr/>
            <p:nvPr/>
          </p:nvSpPr>
          <p:spPr>
            <a:xfrm>
              <a:off x="9200748" y="1899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3" name="pt48993"/>
            <p:cNvSpPr/>
            <p:nvPr/>
          </p:nvSpPr>
          <p:spPr>
            <a:xfrm>
              <a:off x="8439043" y="2176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4" name="pt48994"/>
            <p:cNvSpPr/>
            <p:nvPr/>
          </p:nvSpPr>
          <p:spPr>
            <a:xfrm>
              <a:off x="8713389" y="2203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5" name="pt48995"/>
            <p:cNvSpPr/>
            <p:nvPr/>
          </p:nvSpPr>
          <p:spPr>
            <a:xfrm>
              <a:off x="8705398" y="2160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6" name="pt48996"/>
            <p:cNvSpPr/>
            <p:nvPr/>
          </p:nvSpPr>
          <p:spPr>
            <a:xfrm>
              <a:off x="8471820" y="2339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7" name="pt48997"/>
            <p:cNvSpPr/>
            <p:nvPr/>
          </p:nvSpPr>
          <p:spPr>
            <a:xfrm>
              <a:off x="8471820" y="2483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8" name="pt48998"/>
            <p:cNvSpPr/>
            <p:nvPr/>
          </p:nvSpPr>
          <p:spPr>
            <a:xfrm>
              <a:off x="9074048" y="2020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9" name="pt48999"/>
            <p:cNvSpPr/>
            <p:nvPr/>
          </p:nvSpPr>
          <p:spPr>
            <a:xfrm>
              <a:off x="8523538" y="2434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0" name="pt49000"/>
            <p:cNvSpPr/>
            <p:nvPr/>
          </p:nvSpPr>
          <p:spPr>
            <a:xfrm>
              <a:off x="8523538" y="2445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1" name="pt49001"/>
            <p:cNvSpPr/>
            <p:nvPr/>
          </p:nvSpPr>
          <p:spPr>
            <a:xfrm>
              <a:off x="8735430" y="2121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2" name="pt49002"/>
            <p:cNvSpPr/>
            <p:nvPr/>
          </p:nvSpPr>
          <p:spPr>
            <a:xfrm>
              <a:off x="8879672" y="2091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3" name="pt49003"/>
            <p:cNvSpPr/>
            <p:nvPr/>
          </p:nvSpPr>
          <p:spPr>
            <a:xfrm>
              <a:off x="8873363" y="2062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4" name="pt49004"/>
            <p:cNvSpPr/>
            <p:nvPr/>
          </p:nvSpPr>
          <p:spPr>
            <a:xfrm>
              <a:off x="8910892" y="1932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5" name="pt49005"/>
            <p:cNvSpPr/>
            <p:nvPr/>
          </p:nvSpPr>
          <p:spPr>
            <a:xfrm>
              <a:off x="9054052" y="2266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6" name="pt49006"/>
            <p:cNvSpPr/>
            <p:nvPr/>
          </p:nvSpPr>
          <p:spPr>
            <a:xfrm>
              <a:off x="8910892" y="1985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7" name="pt49007"/>
            <p:cNvSpPr/>
            <p:nvPr/>
          </p:nvSpPr>
          <p:spPr>
            <a:xfrm>
              <a:off x="9439815" y="185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8" name="pt49008"/>
            <p:cNvSpPr/>
            <p:nvPr/>
          </p:nvSpPr>
          <p:spPr>
            <a:xfrm>
              <a:off x="8923469" y="2013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9" name="pt49009"/>
            <p:cNvSpPr/>
            <p:nvPr/>
          </p:nvSpPr>
          <p:spPr>
            <a:xfrm>
              <a:off x="8439043" y="2249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0" name="pt49010"/>
            <p:cNvSpPr/>
            <p:nvPr/>
          </p:nvSpPr>
          <p:spPr>
            <a:xfrm>
              <a:off x="9237295" y="2167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1" name="pt49011"/>
            <p:cNvSpPr/>
            <p:nvPr/>
          </p:nvSpPr>
          <p:spPr>
            <a:xfrm>
              <a:off x="8767051" y="2272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2" name="pt49012"/>
            <p:cNvSpPr/>
            <p:nvPr/>
          </p:nvSpPr>
          <p:spPr>
            <a:xfrm>
              <a:off x="8856549" y="2304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3" name="pt49013"/>
            <p:cNvSpPr/>
            <p:nvPr/>
          </p:nvSpPr>
          <p:spPr>
            <a:xfrm>
              <a:off x="9247994" y="2063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4" name="pt49014"/>
            <p:cNvSpPr/>
            <p:nvPr/>
          </p:nvSpPr>
          <p:spPr>
            <a:xfrm>
              <a:off x="8610820" y="2013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5" name="pt49015"/>
            <p:cNvSpPr/>
            <p:nvPr/>
          </p:nvSpPr>
          <p:spPr>
            <a:xfrm>
              <a:off x="9116046" y="2017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6" name="pt49016"/>
            <p:cNvSpPr/>
            <p:nvPr/>
          </p:nvSpPr>
          <p:spPr>
            <a:xfrm>
              <a:off x="8471820" y="2329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7" name="pt49017"/>
            <p:cNvSpPr/>
            <p:nvPr/>
          </p:nvSpPr>
          <p:spPr>
            <a:xfrm>
              <a:off x="8523538" y="2527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8" name="pt49018"/>
            <p:cNvSpPr/>
            <p:nvPr/>
          </p:nvSpPr>
          <p:spPr>
            <a:xfrm>
              <a:off x="9087220" y="1944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9" name="pt49019"/>
            <p:cNvSpPr/>
            <p:nvPr/>
          </p:nvSpPr>
          <p:spPr>
            <a:xfrm>
              <a:off x="8879672" y="1990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0" name="pt49020"/>
            <p:cNvSpPr/>
            <p:nvPr/>
          </p:nvSpPr>
          <p:spPr>
            <a:xfrm>
              <a:off x="8439043" y="2329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1" name="pt49021"/>
            <p:cNvSpPr/>
            <p:nvPr/>
          </p:nvSpPr>
          <p:spPr>
            <a:xfrm>
              <a:off x="8669323" y="2349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2" name="pt49022"/>
            <p:cNvSpPr/>
            <p:nvPr/>
          </p:nvSpPr>
          <p:spPr>
            <a:xfrm>
              <a:off x="8897369" y="2025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3" name="pt49023"/>
            <p:cNvSpPr/>
            <p:nvPr/>
          </p:nvSpPr>
          <p:spPr>
            <a:xfrm>
              <a:off x="9223646" y="1842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4" name="pt49024"/>
            <p:cNvSpPr/>
            <p:nvPr/>
          </p:nvSpPr>
          <p:spPr>
            <a:xfrm>
              <a:off x="9149376" y="2130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5" name="pt49025"/>
            <p:cNvSpPr/>
            <p:nvPr/>
          </p:nvSpPr>
          <p:spPr>
            <a:xfrm>
              <a:off x="8783657" y="2292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6" name="pt49026"/>
            <p:cNvSpPr/>
            <p:nvPr/>
          </p:nvSpPr>
          <p:spPr>
            <a:xfrm>
              <a:off x="8580788" y="2417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7" name="pt49027"/>
            <p:cNvSpPr/>
            <p:nvPr/>
          </p:nvSpPr>
          <p:spPr>
            <a:xfrm>
              <a:off x="8834048" y="1886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8" name="pt49028"/>
            <p:cNvSpPr/>
            <p:nvPr/>
          </p:nvSpPr>
          <p:spPr>
            <a:xfrm>
              <a:off x="9482767" y="2306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9" name="pt49029"/>
            <p:cNvSpPr/>
            <p:nvPr/>
          </p:nvSpPr>
          <p:spPr>
            <a:xfrm>
              <a:off x="9034195" y="1659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0" name="pt49030"/>
            <p:cNvSpPr/>
            <p:nvPr/>
          </p:nvSpPr>
          <p:spPr>
            <a:xfrm>
              <a:off x="8902901" y="2006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1" name="pt49031"/>
            <p:cNvSpPr/>
            <p:nvPr/>
          </p:nvSpPr>
          <p:spPr>
            <a:xfrm>
              <a:off x="8688264" y="2314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2" name="pt49032"/>
            <p:cNvSpPr/>
            <p:nvPr/>
          </p:nvSpPr>
          <p:spPr>
            <a:xfrm>
              <a:off x="9027511" y="1886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3" name="pt49033"/>
            <p:cNvSpPr/>
            <p:nvPr/>
          </p:nvSpPr>
          <p:spPr>
            <a:xfrm>
              <a:off x="8952564" y="2211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4" name="pt49034"/>
            <p:cNvSpPr/>
            <p:nvPr/>
          </p:nvSpPr>
          <p:spPr>
            <a:xfrm>
              <a:off x="8962610" y="2243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5" name="pt49035"/>
            <p:cNvSpPr/>
            <p:nvPr/>
          </p:nvSpPr>
          <p:spPr>
            <a:xfrm>
              <a:off x="9394753" y="2089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6" name="pt49036"/>
            <p:cNvSpPr/>
            <p:nvPr/>
          </p:nvSpPr>
          <p:spPr>
            <a:xfrm>
              <a:off x="8803653" y="2168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7" name="pt49037"/>
            <p:cNvSpPr/>
            <p:nvPr/>
          </p:nvSpPr>
          <p:spPr>
            <a:xfrm>
              <a:off x="8688264" y="2252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8" name="pt49038"/>
            <p:cNvSpPr/>
            <p:nvPr/>
          </p:nvSpPr>
          <p:spPr>
            <a:xfrm>
              <a:off x="9086240" y="1952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9" name="pt49039"/>
            <p:cNvSpPr/>
            <p:nvPr/>
          </p:nvSpPr>
          <p:spPr>
            <a:xfrm>
              <a:off x="8798858" y="2107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0" name="pt49040"/>
            <p:cNvSpPr/>
            <p:nvPr/>
          </p:nvSpPr>
          <p:spPr>
            <a:xfrm>
              <a:off x="8544712" y="2389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1" name="pt49041"/>
            <p:cNvSpPr/>
            <p:nvPr/>
          </p:nvSpPr>
          <p:spPr>
            <a:xfrm>
              <a:off x="9090127" y="1855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2" name="pt49042"/>
            <p:cNvSpPr/>
            <p:nvPr/>
          </p:nvSpPr>
          <p:spPr>
            <a:xfrm>
              <a:off x="9212805" y="1764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3" name="pt49043"/>
            <p:cNvSpPr/>
            <p:nvPr/>
          </p:nvSpPr>
          <p:spPr>
            <a:xfrm>
              <a:off x="8999571" y="1663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4" name="pt49044"/>
            <p:cNvSpPr/>
            <p:nvPr/>
          </p:nvSpPr>
          <p:spPr>
            <a:xfrm>
              <a:off x="8817313" y="1998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5" name="pt49045"/>
            <p:cNvSpPr/>
            <p:nvPr/>
          </p:nvSpPr>
          <p:spPr>
            <a:xfrm>
              <a:off x="9077174" y="2027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6" name="pt49046"/>
            <p:cNvSpPr/>
            <p:nvPr/>
          </p:nvSpPr>
          <p:spPr>
            <a:xfrm>
              <a:off x="8471820" y="2458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7" name="pt49047"/>
            <p:cNvSpPr/>
            <p:nvPr/>
          </p:nvSpPr>
          <p:spPr>
            <a:xfrm>
              <a:off x="8803653" y="2235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8" name="pt49048"/>
            <p:cNvSpPr/>
            <p:nvPr/>
          </p:nvSpPr>
          <p:spPr>
            <a:xfrm>
              <a:off x="9269435" y="1777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9" name="pt49049"/>
            <p:cNvSpPr/>
            <p:nvPr/>
          </p:nvSpPr>
          <p:spPr>
            <a:xfrm>
              <a:off x="8439043" y="2253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0" name="pt49050"/>
            <p:cNvSpPr/>
            <p:nvPr/>
          </p:nvSpPr>
          <p:spPr>
            <a:xfrm>
              <a:off x="8761156" y="2223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1" name="pt49051"/>
            <p:cNvSpPr/>
            <p:nvPr/>
          </p:nvSpPr>
          <p:spPr>
            <a:xfrm>
              <a:off x="9371804" y="2041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2" name="pt49052"/>
            <p:cNvSpPr/>
            <p:nvPr/>
          </p:nvSpPr>
          <p:spPr>
            <a:xfrm>
              <a:off x="8778290" y="1974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3" name="pt49053"/>
            <p:cNvSpPr/>
            <p:nvPr/>
          </p:nvSpPr>
          <p:spPr>
            <a:xfrm>
              <a:off x="9062094" y="1756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4" name="pt49054"/>
            <p:cNvSpPr/>
            <p:nvPr/>
          </p:nvSpPr>
          <p:spPr>
            <a:xfrm>
              <a:off x="9090127" y="1699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5" name="pt49055"/>
            <p:cNvSpPr/>
            <p:nvPr/>
          </p:nvSpPr>
          <p:spPr>
            <a:xfrm>
              <a:off x="9027511" y="1907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6" name="pt49056"/>
            <p:cNvSpPr/>
            <p:nvPr/>
          </p:nvSpPr>
          <p:spPr>
            <a:xfrm>
              <a:off x="8523538" y="2355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7" name="pt49057"/>
            <p:cNvSpPr/>
            <p:nvPr/>
          </p:nvSpPr>
          <p:spPr>
            <a:xfrm>
              <a:off x="8986371" y="1753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8" name="pt49058"/>
            <p:cNvSpPr/>
            <p:nvPr/>
          </p:nvSpPr>
          <p:spPr>
            <a:xfrm>
              <a:off x="9199706" y="2159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9" name="pt49059"/>
            <p:cNvSpPr/>
            <p:nvPr/>
          </p:nvSpPr>
          <p:spPr>
            <a:xfrm>
              <a:off x="9339588" y="2115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0" name="pt49060"/>
            <p:cNvSpPr/>
            <p:nvPr/>
          </p:nvSpPr>
          <p:spPr>
            <a:xfrm>
              <a:off x="8721041" y="1968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1" name="pt49061"/>
            <p:cNvSpPr/>
            <p:nvPr/>
          </p:nvSpPr>
          <p:spPr>
            <a:xfrm>
              <a:off x="9086240" y="1959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2" name="pt49062"/>
            <p:cNvSpPr/>
            <p:nvPr/>
          </p:nvSpPr>
          <p:spPr>
            <a:xfrm>
              <a:off x="9594013" y="2420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3" name="pt49063"/>
            <p:cNvSpPr/>
            <p:nvPr/>
          </p:nvSpPr>
          <p:spPr>
            <a:xfrm>
              <a:off x="8999571" y="1666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4" name="pt49064"/>
            <p:cNvSpPr/>
            <p:nvPr/>
          </p:nvSpPr>
          <p:spPr>
            <a:xfrm>
              <a:off x="8610820" y="1993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5" name="pt49065"/>
            <p:cNvSpPr/>
            <p:nvPr/>
          </p:nvSpPr>
          <p:spPr>
            <a:xfrm>
              <a:off x="9401001" y="2053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6" name="pt49066"/>
            <p:cNvSpPr/>
            <p:nvPr/>
          </p:nvSpPr>
          <p:spPr>
            <a:xfrm>
              <a:off x="9497514" y="2361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7" name="pt49067"/>
            <p:cNvSpPr/>
            <p:nvPr/>
          </p:nvSpPr>
          <p:spPr>
            <a:xfrm>
              <a:off x="8808322" y="231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8" name="pt49068"/>
            <p:cNvSpPr/>
            <p:nvPr/>
          </p:nvSpPr>
          <p:spPr>
            <a:xfrm>
              <a:off x="8471820" y="2696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9" name="pt49069"/>
            <p:cNvSpPr/>
            <p:nvPr/>
          </p:nvSpPr>
          <p:spPr>
            <a:xfrm>
              <a:off x="8347210" y="2462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0" name="pt49070"/>
            <p:cNvSpPr/>
            <p:nvPr/>
          </p:nvSpPr>
          <p:spPr>
            <a:xfrm>
              <a:off x="9363383" y="2067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1" name="pt49071"/>
            <p:cNvSpPr/>
            <p:nvPr/>
          </p:nvSpPr>
          <p:spPr>
            <a:xfrm>
              <a:off x="9149376" y="2042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2" name="pt49072"/>
            <p:cNvSpPr/>
            <p:nvPr/>
          </p:nvSpPr>
          <p:spPr>
            <a:xfrm>
              <a:off x="9089164" y="168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3" name="pt49073"/>
            <p:cNvSpPr/>
            <p:nvPr/>
          </p:nvSpPr>
          <p:spPr>
            <a:xfrm>
              <a:off x="8812874" y="2098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4" name="pt49074"/>
            <p:cNvSpPr/>
            <p:nvPr/>
          </p:nvSpPr>
          <p:spPr>
            <a:xfrm>
              <a:off x="8838000" y="188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5" name="pt49075"/>
            <p:cNvSpPr/>
            <p:nvPr/>
          </p:nvSpPr>
          <p:spPr>
            <a:xfrm>
              <a:off x="8688264" y="2200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6" name="pt49076"/>
            <p:cNvSpPr/>
            <p:nvPr/>
          </p:nvSpPr>
          <p:spPr>
            <a:xfrm>
              <a:off x="9199183" y="2048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7" name="pt49077"/>
            <p:cNvSpPr/>
            <p:nvPr/>
          </p:nvSpPr>
          <p:spPr>
            <a:xfrm>
              <a:off x="9243545" y="2122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8" name="pt49078"/>
            <p:cNvSpPr/>
            <p:nvPr/>
          </p:nvSpPr>
          <p:spPr>
            <a:xfrm>
              <a:off x="8834048" y="1893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9" name="pt49079"/>
            <p:cNvSpPr/>
            <p:nvPr/>
          </p:nvSpPr>
          <p:spPr>
            <a:xfrm>
              <a:off x="8499532" y="2368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0" name="pt49080"/>
            <p:cNvSpPr/>
            <p:nvPr/>
          </p:nvSpPr>
          <p:spPr>
            <a:xfrm>
              <a:off x="9356962" y="213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1" name="pt49081"/>
            <p:cNvSpPr/>
            <p:nvPr/>
          </p:nvSpPr>
          <p:spPr>
            <a:xfrm>
              <a:off x="9442137" y="1948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2" name="pt49082"/>
            <p:cNvSpPr/>
            <p:nvPr/>
          </p:nvSpPr>
          <p:spPr>
            <a:xfrm>
              <a:off x="8636546" y="2367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3" name="pt49083"/>
            <p:cNvSpPr/>
            <p:nvPr/>
          </p:nvSpPr>
          <p:spPr>
            <a:xfrm>
              <a:off x="9077174" y="2021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4" name="pt49084"/>
            <p:cNvSpPr/>
            <p:nvPr/>
          </p:nvSpPr>
          <p:spPr>
            <a:xfrm>
              <a:off x="8767051" y="2017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5" name="pt49085"/>
            <p:cNvSpPr/>
            <p:nvPr/>
          </p:nvSpPr>
          <p:spPr>
            <a:xfrm>
              <a:off x="8274318" y="2262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6" name="pt49086"/>
            <p:cNvSpPr/>
            <p:nvPr/>
          </p:nvSpPr>
          <p:spPr>
            <a:xfrm>
              <a:off x="8876545" y="1511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7" name="pt49087"/>
            <p:cNvSpPr/>
            <p:nvPr/>
          </p:nvSpPr>
          <p:spPr>
            <a:xfrm>
              <a:off x="8923469" y="1904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8" name="pt49088"/>
            <p:cNvSpPr/>
            <p:nvPr/>
          </p:nvSpPr>
          <p:spPr>
            <a:xfrm>
              <a:off x="8563654" y="2275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9" name="pt49089"/>
            <p:cNvSpPr/>
            <p:nvPr/>
          </p:nvSpPr>
          <p:spPr>
            <a:xfrm>
              <a:off x="9065434" y="1771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0" name="pt49090"/>
            <p:cNvSpPr/>
            <p:nvPr/>
          </p:nvSpPr>
          <p:spPr>
            <a:xfrm>
              <a:off x="9448796" y="2029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1" name="pt49091"/>
            <p:cNvSpPr/>
            <p:nvPr/>
          </p:nvSpPr>
          <p:spPr>
            <a:xfrm>
              <a:off x="8499532" y="2305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2" name="pt49092"/>
            <p:cNvSpPr/>
            <p:nvPr/>
          </p:nvSpPr>
          <p:spPr>
            <a:xfrm>
              <a:off x="8761156" y="2313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3" name="pt49093"/>
            <p:cNvSpPr/>
            <p:nvPr/>
          </p:nvSpPr>
          <p:spPr>
            <a:xfrm>
              <a:off x="9176891" y="1903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4" name="pt49094"/>
            <p:cNvSpPr/>
            <p:nvPr/>
          </p:nvSpPr>
          <p:spPr>
            <a:xfrm>
              <a:off x="9054052" y="2175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5" name="pt49095"/>
            <p:cNvSpPr/>
            <p:nvPr/>
          </p:nvSpPr>
          <p:spPr>
            <a:xfrm>
              <a:off x="8596430" y="2244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6" name="pt49096"/>
            <p:cNvSpPr/>
            <p:nvPr/>
          </p:nvSpPr>
          <p:spPr>
            <a:xfrm>
              <a:off x="9180997" y="1933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7" name="pt49097"/>
            <p:cNvSpPr/>
            <p:nvPr/>
          </p:nvSpPr>
          <p:spPr>
            <a:xfrm>
              <a:off x="8610820" y="1980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8" name="pt49098"/>
            <p:cNvSpPr/>
            <p:nvPr/>
          </p:nvSpPr>
          <p:spPr>
            <a:xfrm>
              <a:off x="8580788" y="2256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9" name="pt49099"/>
            <p:cNvSpPr/>
            <p:nvPr/>
          </p:nvSpPr>
          <p:spPr>
            <a:xfrm>
              <a:off x="8274318" y="2440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0" name="pt49100"/>
            <p:cNvSpPr/>
            <p:nvPr/>
          </p:nvSpPr>
          <p:spPr>
            <a:xfrm>
              <a:off x="9568569" y="2208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1" name="pt49101"/>
            <p:cNvSpPr/>
            <p:nvPr/>
          </p:nvSpPr>
          <p:spPr>
            <a:xfrm>
              <a:off x="9101309" y="2021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2" name="pt49102"/>
            <p:cNvSpPr/>
            <p:nvPr/>
          </p:nvSpPr>
          <p:spPr>
            <a:xfrm>
              <a:off x="9126552" y="1999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3" name="pt49103"/>
            <p:cNvSpPr/>
            <p:nvPr/>
          </p:nvSpPr>
          <p:spPr>
            <a:xfrm>
              <a:off x="8679043" y="2483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4" name="pt49104"/>
            <p:cNvSpPr/>
            <p:nvPr/>
          </p:nvSpPr>
          <p:spPr>
            <a:xfrm>
              <a:off x="9451392" y="2019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5" name="pt49105"/>
            <p:cNvSpPr/>
            <p:nvPr/>
          </p:nvSpPr>
          <p:spPr>
            <a:xfrm>
              <a:off x="8624143" y="2526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6" name="pt49106"/>
            <p:cNvSpPr/>
            <p:nvPr/>
          </p:nvSpPr>
          <p:spPr>
            <a:xfrm>
              <a:off x="8659047" y="2352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7" name="pt49107"/>
            <p:cNvSpPr/>
            <p:nvPr/>
          </p:nvSpPr>
          <p:spPr>
            <a:xfrm>
              <a:off x="9218071" y="1776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8" name="pt49108"/>
            <p:cNvSpPr/>
            <p:nvPr/>
          </p:nvSpPr>
          <p:spPr>
            <a:xfrm>
              <a:off x="9334476" y="1977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9" name="pt49109"/>
            <p:cNvSpPr/>
            <p:nvPr/>
          </p:nvSpPr>
          <p:spPr>
            <a:xfrm>
              <a:off x="9005825" y="1652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0" name="pt49110"/>
            <p:cNvSpPr/>
            <p:nvPr/>
          </p:nvSpPr>
          <p:spPr>
            <a:xfrm>
              <a:off x="8913479" y="1811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1" name="pt49111"/>
            <p:cNvSpPr/>
            <p:nvPr/>
          </p:nvSpPr>
          <p:spPr>
            <a:xfrm>
              <a:off x="8563654" y="2285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2" name="pt49112"/>
            <p:cNvSpPr/>
            <p:nvPr/>
          </p:nvSpPr>
          <p:spPr>
            <a:xfrm>
              <a:off x="8499532" y="2491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3" name="pt49113"/>
            <p:cNvSpPr/>
            <p:nvPr/>
          </p:nvSpPr>
          <p:spPr>
            <a:xfrm>
              <a:off x="9308769" y="2196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4" name="pt49114"/>
            <p:cNvSpPr/>
            <p:nvPr/>
          </p:nvSpPr>
          <p:spPr>
            <a:xfrm>
              <a:off x="8274318" y="2275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5" name="pt49115"/>
            <p:cNvSpPr/>
            <p:nvPr/>
          </p:nvSpPr>
          <p:spPr>
            <a:xfrm>
              <a:off x="8697035" y="2134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6" name="pt49116"/>
            <p:cNvSpPr/>
            <p:nvPr/>
          </p:nvSpPr>
          <p:spPr>
            <a:xfrm>
              <a:off x="8274318" y="2439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7" name="pt49117"/>
            <p:cNvSpPr/>
            <p:nvPr/>
          </p:nvSpPr>
          <p:spPr>
            <a:xfrm>
              <a:off x="9381946" y="2086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8" name="pt49118"/>
            <p:cNvSpPr/>
            <p:nvPr/>
          </p:nvSpPr>
          <p:spPr>
            <a:xfrm>
              <a:off x="8274318" y="2366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9" name="pt49119"/>
            <p:cNvSpPr/>
            <p:nvPr/>
          </p:nvSpPr>
          <p:spPr>
            <a:xfrm>
              <a:off x="8688264" y="2469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0" name="pt49120"/>
            <p:cNvSpPr/>
            <p:nvPr/>
          </p:nvSpPr>
          <p:spPr>
            <a:xfrm>
              <a:off x="8669323" y="2346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1" name="pt49121"/>
            <p:cNvSpPr/>
            <p:nvPr/>
          </p:nvSpPr>
          <p:spPr>
            <a:xfrm>
              <a:off x="8688264" y="2322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2" name="pt49122"/>
            <p:cNvSpPr/>
            <p:nvPr/>
          </p:nvSpPr>
          <p:spPr>
            <a:xfrm>
              <a:off x="9451392" y="2082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3" name="pt49123"/>
            <p:cNvSpPr/>
            <p:nvPr/>
          </p:nvSpPr>
          <p:spPr>
            <a:xfrm>
              <a:off x="8659047" y="2324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4" name="pt49124"/>
            <p:cNvSpPr/>
            <p:nvPr/>
          </p:nvSpPr>
          <p:spPr>
            <a:xfrm>
              <a:off x="8713389" y="2204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5" name="pt49125"/>
            <p:cNvSpPr/>
            <p:nvPr/>
          </p:nvSpPr>
          <p:spPr>
            <a:xfrm>
              <a:off x="8721041" y="2270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6" name="pt49126"/>
            <p:cNvSpPr/>
            <p:nvPr/>
          </p:nvSpPr>
          <p:spPr>
            <a:xfrm>
              <a:off x="8610820" y="2010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7" name="pt49127"/>
            <p:cNvSpPr/>
            <p:nvPr/>
          </p:nvSpPr>
          <p:spPr>
            <a:xfrm>
              <a:off x="9707347" y="1875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8" name="pt49128"/>
            <p:cNvSpPr/>
            <p:nvPr/>
          </p:nvSpPr>
          <p:spPr>
            <a:xfrm>
              <a:off x="9193323" y="1996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9" name="pt49129"/>
            <p:cNvSpPr/>
            <p:nvPr/>
          </p:nvSpPr>
          <p:spPr>
            <a:xfrm>
              <a:off x="9877988" y="2633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0" name="pt49130"/>
            <p:cNvSpPr/>
            <p:nvPr/>
          </p:nvSpPr>
          <p:spPr>
            <a:xfrm>
              <a:off x="9002725" y="1725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1" name="pt49131"/>
            <p:cNvSpPr/>
            <p:nvPr/>
          </p:nvSpPr>
          <p:spPr>
            <a:xfrm>
              <a:off x="9219949" y="1919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2" name="pt49132"/>
            <p:cNvSpPr/>
            <p:nvPr/>
          </p:nvSpPr>
          <p:spPr>
            <a:xfrm>
              <a:off x="9448796" y="2102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3" name="pt49133"/>
            <p:cNvSpPr/>
            <p:nvPr/>
          </p:nvSpPr>
          <p:spPr>
            <a:xfrm>
              <a:off x="9417918" y="1837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4" name="pt49134"/>
            <p:cNvSpPr/>
            <p:nvPr/>
          </p:nvSpPr>
          <p:spPr>
            <a:xfrm>
              <a:off x="9030214" y="1777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5" name="pt49135"/>
            <p:cNvSpPr/>
            <p:nvPr/>
          </p:nvSpPr>
          <p:spPr>
            <a:xfrm>
              <a:off x="9334476" y="2089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6" name="pt49136"/>
            <p:cNvSpPr/>
            <p:nvPr/>
          </p:nvSpPr>
          <p:spPr>
            <a:xfrm>
              <a:off x="8610820" y="2044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7" name="pt49137"/>
            <p:cNvSpPr/>
            <p:nvPr/>
          </p:nvSpPr>
          <p:spPr>
            <a:xfrm>
              <a:off x="9115211" y="2178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8" name="pt49138"/>
            <p:cNvSpPr/>
            <p:nvPr/>
          </p:nvSpPr>
          <p:spPr>
            <a:xfrm>
              <a:off x="8954618" y="2301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9" name="pt49139"/>
            <p:cNvSpPr/>
            <p:nvPr/>
          </p:nvSpPr>
          <p:spPr>
            <a:xfrm>
              <a:off x="8838000" y="1974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0" name="pt49140"/>
            <p:cNvSpPr/>
            <p:nvPr/>
          </p:nvSpPr>
          <p:spPr>
            <a:xfrm>
              <a:off x="8834048" y="2080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1" name="pt49141"/>
            <p:cNvSpPr/>
            <p:nvPr/>
          </p:nvSpPr>
          <p:spPr>
            <a:xfrm>
              <a:off x="8705398" y="2046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2" name="pt49142"/>
            <p:cNvSpPr/>
            <p:nvPr/>
          </p:nvSpPr>
          <p:spPr>
            <a:xfrm>
              <a:off x="9302684" y="1917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3" name="pt49143"/>
            <p:cNvSpPr/>
            <p:nvPr/>
          </p:nvSpPr>
          <p:spPr>
            <a:xfrm>
              <a:off x="8954618" y="2236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4" name="pt49144"/>
            <p:cNvSpPr/>
            <p:nvPr/>
          </p:nvSpPr>
          <p:spPr>
            <a:xfrm>
              <a:off x="8742215" y="2021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5" name="pt49145"/>
            <p:cNvSpPr/>
            <p:nvPr/>
          </p:nvSpPr>
          <p:spPr>
            <a:xfrm>
              <a:off x="8879672" y="2123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6" name="pt49146"/>
            <p:cNvSpPr/>
            <p:nvPr/>
          </p:nvSpPr>
          <p:spPr>
            <a:xfrm>
              <a:off x="9086240" y="1909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7" name="pt49147"/>
            <p:cNvSpPr/>
            <p:nvPr/>
          </p:nvSpPr>
          <p:spPr>
            <a:xfrm>
              <a:off x="8471820" y="2275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8" name="pt49148"/>
            <p:cNvSpPr/>
            <p:nvPr/>
          </p:nvSpPr>
          <p:spPr>
            <a:xfrm>
              <a:off x="9437742" y="1913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9" name="pt49149"/>
            <p:cNvSpPr/>
            <p:nvPr/>
          </p:nvSpPr>
          <p:spPr>
            <a:xfrm>
              <a:off x="9199706" y="2003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0" name="pt49150"/>
            <p:cNvSpPr/>
            <p:nvPr/>
          </p:nvSpPr>
          <p:spPr>
            <a:xfrm>
              <a:off x="8274318" y="2574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1" name="pt49151"/>
            <p:cNvSpPr/>
            <p:nvPr/>
          </p:nvSpPr>
          <p:spPr>
            <a:xfrm>
              <a:off x="9295774" y="192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2" name="pt49152"/>
            <p:cNvSpPr/>
            <p:nvPr/>
          </p:nvSpPr>
          <p:spPr>
            <a:xfrm>
              <a:off x="9363383" y="202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3" name="pt49153"/>
            <p:cNvSpPr/>
            <p:nvPr/>
          </p:nvSpPr>
          <p:spPr>
            <a:xfrm>
              <a:off x="9285373" y="1757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4" name="pt49154"/>
            <p:cNvSpPr/>
            <p:nvPr/>
          </p:nvSpPr>
          <p:spPr>
            <a:xfrm>
              <a:off x="8778290" y="2056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5" name="pt49155"/>
            <p:cNvSpPr/>
            <p:nvPr/>
          </p:nvSpPr>
          <p:spPr>
            <a:xfrm>
              <a:off x="9223646" y="1855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6" name="pt49156"/>
            <p:cNvSpPr/>
            <p:nvPr/>
          </p:nvSpPr>
          <p:spPr>
            <a:xfrm>
              <a:off x="8471820" y="2367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7" name="pt49157"/>
            <p:cNvSpPr/>
            <p:nvPr/>
          </p:nvSpPr>
          <p:spPr>
            <a:xfrm>
              <a:off x="8398928" y="2411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8" name="pt49158"/>
            <p:cNvSpPr/>
            <p:nvPr/>
          </p:nvSpPr>
          <p:spPr>
            <a:xfrm>
              <a:off x="9055223" y="2194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9" name="pt49159"/>
            <p:cNvSpPr/>
            <p:nvPr/>
          </p:nvSpPr>
          <p:spPr>
            <a:xfrm>
              <a:off x="8930613" y="1839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0" name="pt49160"/>
            <p:cNvSpPr/>
            <p:nvPr/>
          </p:nvSpPr>
          <p:spPr>
            <a:xfrm>
              <a:off x="8930613" y="1813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1" name="pt49161"/>
            <p:cNvSpPr/>
            <p:nvPr/>
          </p:nvSpPr>
          <p:spPr>
            <a:xfrm>
              <a:off x="8841866" y="1859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2" name="pt49162"/>
            <p:cNvSpPr/>
            <p:nvPr/>
          </p:nvSpPr>
          <p:spPr>
            <a:xfrm>
              <a:off x="8659047" y="256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3" name="pt49163"/>
            <p:cNvSpPr/>
            <p:nvPr/>
          </p:nvSpPr>
          <p:spPr>
            <a:xfrm>
              <a:off x="8596430" y="2140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4" name="pt49164"/>
            <p:cNvSpPr/>
            <p:nvPr/>
          </p:nvSpPr>
          <p:spPr>
            <a:xfrm>
              <a:off x="8808322" y="2340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5" name="pt49165"/>
            <p:cNvSpPr/>
            <p:nvPr/>
          </p:nvSpPr>
          <p:spPr>
            <a:xfrm>
              <a:off x="8636546" y="2406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6" name="pt49166"/>
            <p:cNvSpPr/>
            <p:nvPr/>
          </p:nvSpPr>
          <p:spPr>
            <a:xfrm>
              <a:off x="9074048" y="178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7" name="pt49167"/>
            <p:cNvSpPr/>
            <p:nvPr/>
          </p:nvSpPr>
          <p:spPr>
            <a:xfrm>
              <a:off x="8580788" y="2323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8" name="pt49168"/>
            <p:cNvSpPr/>
            <p:nvPr/>
          </p:nvSpPr>
          <p:spPr>
            <a:xfrm>
              <a:off x="8913479" y="1795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9" name="pt49169"/>
            <p:cNvSpPr/>
            <p:nvPr/>
          </p:nvSpPr>
          <p:spPr>
            <a:xfrm>
              <a:off x="9034195" y="1645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0" name="pt49170"/>
            <p:cNvSpPr/>
            <p:nvPr/>
          </p:nvSpPr>
          <p:spPr>
            <a:xfrm>
              <a:off x="8999571" y="1625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1" name="pt49171"/>
            <p:cNvSpPr/>
            <p:nvPr/>
          </p:nvSpPr>
          <p:spPr>
            <a:xfrm>
              <a:off x="9223188" y="1963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2" name="pt49172"/>
            <p:cNvSpPr/>
            <p:nvPr/>
          </p:nvSpPr>
          <p:spPr>
            <a:xfrm>
              <a:off x="9065434" y="1743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3" name="pt49173"/>
            <p:cNvSpPr/>
            <p:nvPr/>
          </p:nvSpPr>
          <p:spPr>
            <a:xfrm>
              <a:off x="8659047" y="2477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4" name="pt49174"/>
            <p:cNvSpPr/>
            <p:nvPr/>
          </p:nvSpPr>
          <p:spPr>
            <a:xfrm>
              <a:off x="8735430" y="2162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5" name="pt49175"/>
            <p:cNvSpPr/>
            <p:nvPr/>
          </p:nvSpPr>
          <p:spPr>
            <a:xfrm>
              <a:off x="8274318" y="2472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6" name="pt49176"/>
            <p:cNvSpPr/>
            <p:nvPr/>
          </p:nvSpPr>
          <p:spPr>
            <a:xfrm>
              <a:off x="8697035" y="1978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7" name="pt49177"/>
            <p:cNvSpPr/>
            <p:nvPr/>
          </p:nvSpPr>
          <p:spPr>
            <a:xfrm>
              <a:off x="8913479" y="1797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8" name="pt49178"/>
            <p:cNvSpPr/>
            <p:nvPr/>
          </p:nvSpPr>
          <p:spPr>
            <a:xfrm>
              <a:off x="8958659" y="2220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9" name="pt49179"/>
            <p:cNvSpPr/>
            <p:nvPr/>
          </p:nvSpPr>
          <p:spPr>
            <a:xfrm>
              <a:off x="9187265" y="2161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0" name="pt49180"/>
            <p:cNvSpPr/>
            <p:nvPr/>
          </p:nvSpPr>
          <p:spPr>
            <a:xfrm>
              <a:off x="9431373" y="1848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1" name="pt49181"/>
            <p:cNvSpPr/>
            <p:nvPr/>
          </p:nvSpPr>
          <p:spPr>
            <a:xfrm>
              <a:off x="9297299" y="1974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2" name="pt49182"/>
            <p:cNvSpPr/>
            <p:nvPr/>
          </p:nvSpPr>
          <p:spPr>
            <a:xfrm>
              <a:off x="8563654" y="2322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3" name="pt49183"/>
            <p:cNvSpPr/>
            <p:nvPr/>
          </p:nvSpPr>
          <p:spPr>
            <a:xfrm>
              <a:off x="9210359" y="1721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4" name="pt49184"/>
            <p:cNvSpPr/>
            <p:nvPr/>
          </p:nvSpPr>
          <p:spPr>
            <a:xfrm>
              <a:off x="9110981" y="2130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5" name="pt49185"/>
            <p:cNvSpPr/>
            <p:nvPr/>
          </p:nvSpPr>
          <p:spPr>
            <a:xfrm>
              <a:off x="9219949" y="2029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6" name="pt49186"/>
            <p:cNvSpPr/>
            <p:nvPr/>
          </p:nvSpPr>
          <p:spPr>
            <a:xfrm>
              <a:off x="8596430" y="2480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7" name="pt49187"/>
            <p:cNvSpPr/>
            <p:nvPr/>
          </p:nvSpPr>
          <p:spPr>
            <a:xfrm>
              <a:off x="9074048" y="2050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8" name="pt49188"/>
            <p:cNvSpPr/>
            <p:nvPr/>
          </p:nvSpPr>
          <p:spPr>
            <a:xfrm>
              <a:off x="8523538" y="229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9" name="pt49189"/>
            <p:cNvSpPr/>
            <p:nvPr/>
          </p:nvSpPr>
          <p:spPr>
            <a:xfrm>
              <a:off x="8937484" y="2003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0" name="pt49190"/>
            <p:cNvSpPr/>
            <p:nvPr/>
          </p:nvSpPr>
          <p:spPr>
            <a:xfrm>
              <a:off x="8918543" y="1840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1" name="pt49191"/>
            <p:cNvSpPr/>
            <p:nvPr/>
          </p:nvSpPr>
          <p:spPr>
            <a:xfrm>
              <a:off x="8783657" y="2071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2" name="pt49192"/>
            <p:cNvSpPr/>
            <p:nvPr/>
          </p:nvSpPr>
          <p:spPr>
            <a:xfrm>
              <a:off x="9237295" y="2162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3" name="pt49193"/>
            <p:cNvSpPr/>
            <p:nvPr/>
          </p:nvSpPr>
          <p:spPr>
            <a:xfrm>
              <a:off x="8856549" y="2214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4" name="pt49194"/>
            <p:cNvSpPr/>
            <p:nvPr/>
          </p:nvSpPr>
          <p:spPr>
            <a:xfrm>
              <a:off x="9043153" y="1707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5" name="pt49195"/>
            <p:cNvSpPr/>
            <p:nvPr/>
          </p:nvSpPr>
          <p:spPr>
            <a:xfrm>
              <a:off x="8830008" y="2278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6" name="pt49196"/>
            <p:cNvSpPr/>
            <p:nvPr/>
          </p:nvSpPr>
          <p:spPr>
            <a:xfrm>
              <a:off x="8636546" y="2330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7" name="pt49197"/>
            <p:cNvSpPr/>
            <p:nvPr/>
          </p:nvSpPr>
          <p:spPr>
            <a:xfrm>
              <a:off x="8624143" y="2434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8" name="pt49198"/>
            <p:cNvSpPr/>
            <p:nvPr/>
          </p:nvSpPr>
          <p:spPr>
            <a:xfrm>
              <a:off x="9657982" y="1939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9" name="pt49199"/>
            <p:cNvSpPr/>
            <p:nvPr/>
          </p:nvSpPr>
          <p:spPr>
            <a:xfrm>
              <a:off x="8439043" y="229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0" name="pt49200"/>
            <p:cNvSpPr/>
            <p:nvPr/>
          </p:nvSpPr>
          <p:spPr>
            <a:xfrm>
              <a:off x="8688264" y="2219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1" name="pt49201"/>
            <p:cNvSpPr/>
            <p:nvPr/>
          </p:nvSpPr>
          <p:spPr>
            <a:xfrm>
              <a:off x="8523538" y="2400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2" name="pt49202"/>
            <p:cNvSpPr/>
            <p:nvPr/>
          </p:nvSpPr>
          <p:spPr>
            <a:xfrm>
              <a:off x="9334476" y="2170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3" name="pt49203"/>
            <p:cNvSpPr/>
            <p:nvPr/>
          </p:nvSpPr>
          <p:spPr>
            <a:xfrm>
              <a:off x="9585294" y="2278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4" name="pt49204"/>
            <p:cNvSpPr/>
            <p:nvPr/>
          </p:nvSpPr>
          <p:spPr>
            <a:xfrm>
              <a:off x="8471820" y="2412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5" name="pt49205"/>
            <p:cNvSpPr/>
            <p:nvPr/>
          </p:nvSpPr>
          <p:spPr>
            <a:xfrm>
              <a:off x="8876545" y="1908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6" name="pt49206"/>
            <p:cNvSpPr/>
            <p:nvPr/>
          </p:nvSpPr>
          <p:spPr>
            <a:xfrm>
              <a:off x="8697035" y="2198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7" name="pt49207"/>
            <p:cNvSpPr/>
            <p:nvPr/>
          </p:nvSpPr>
          <p:spPr>
            <a:xfrm>
              <a:off x="9089164" y="1658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8" name="pt49208"/>
            <p:cNvSpPr/>
            <p:nvPr/>
          </p:nvSpPr>
          <p:spPr>
            <a:xfrm>
              <a:off x="8803653" y="209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9" name="pt49209"/>
            <p:cNvSpPr/>
            <p:nvPr/>
          </p:nvSpPr>
          <p:spPr>
            <a:xfrm>
              <a:off x="8636546" y="2404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0" name="pt49210"/>
            <p:cNvSpPr/>
            <p:nvPr/>
          </p:nvSpPr>
          <p:spPr>
            <a:xfrm>
              <a:off x="8921023" y="1718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1" name="pt49211"/>
            <p:cNvSpPr/>
            <p:nvPr/>
          </p:nvSpPr>
          <p:spPr>
            <a:xfrm>
              <a:off x="8347210" y="2593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2" name="pt49212"/>
            <p:cNvSpPr/>
            <p:nvPr/>
          </p:nvSpPr>
          <p:spPr>
            <a:xfrm>
              <a:off x="8471820" y="2493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3" name="pt49213"/>
            <p:cNvSpPr/>
            <p:nvPr/>
          </p:nvSpPr>
          <p:spPr>
            <a:xfrm>
              <a:off x="9297299" y="1928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4" name="pt49214"/>
            <p:cNvSpPr/>
            <p:nvPr/>
          </p:nvSpPr>
          <p:spPr>
            <a:xfrm>
              <a:off x="9407038" y="2193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5" name="pt49215"/>
            <p:cNvSpPr/>
            <p:nvPr/>
          </p:nvSpPr>
          <p:spPr>
            <a:xfrm>
              <a:off x="9361481" y="2103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6" name="pt49216"/>
            <p:cNvSpPr/>
            <p:nvPr/>
          </p:nvSpPr>
          <p:spPr>
            <a:xfrm>
              <a:off x="8523538" y="250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7" name="pt49217"/>
            <p:cNvSpPr/>
            <p:nvPr/>
          </p:nvSpPr>
          <p:spPr>
            <a:xfrm>
              <a:off x="8274318" y="2573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8" name="pt49218"/>
            <p:cNvSpPr/>
            <p:nvPr/>
          </p:nvSpPr>
          <p:spPr>
            <a:xfrm>
              <a:off x="8954618" y="2273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9" name="pt49219"/>
            <p:cNvSpPr/>
            <p:nvPr/>
          </p:nvSpPr>
          <p:spPr>
            <a:xfrm>
              <a:off x="8688264" y="2253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0" name="pt49220"/>
            <p:cNvSpPr/>
            <p:nvPr/>
          </p:nvSpPr>
          <p:spPr>
            <a:xfrm>
              <a:off x="9124182" y="1965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1" name="pt49221"/>
            <p:cNvSpPr/>
            <p:nvPr/>
          </p:nvSpPr>
          <p:spPr>
            <a:xfrm>
              <a:off x="8688264" y="1970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2" name="pt49222"/>
            <p:cNvSpPr/>
            <p:nvPr/>
          </p:nvSpPr>
          <p:spPr>
            <a:xfrm>
              <a:off x="8866825" y="2173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3" name="pt49223"/>
            <p:cNvSpPr/>
            <p:nvPr/>
          </p:nvSpPr>
          <p:spPr>
            <a:xfrm>
              <a:off x="8398928" y="2450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4" name="pt49224"/>
            <p:cNvSpPr/>
            <p:nvPr/>
          </p:nvSpPr>
          <p:spPr>
            <a:xfrm>
              <a:off x="8803653" y="1959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5" name="pt49225"/>
            <p:cNvSpPr/>
            <p:nvPr/>
          </p:nvSpPr>
          <p:spPr>
            <a:xfrm>
              <a:off x="8999571" y="167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6" name="pt49226"/>
            <p:cNvSpPr/>
            <p:nvPr/>
          </p:nvSpPr>
          <p:spPr>
            <a:xfrm>
              <a:off x="9313270" y="2221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7" name="pt49227"/>
            <p:cNvSpPr/>
            <p:nvPr/>
          </p:nvSpPr>
          <p:spPr>
            <a:xfrm>
              <a:off x="9126552" y="201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8" name="pt49228"/>
            <p:cNvSpPr/>
            <p:nvPr/>
          </p:nvSpPr>
          <p:spPr>
            <a:xfrm>
              <a:off x="9170243" y="1765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9" name="pt49229"/>
            <p:cNvSpPr/>
            <p:nvPr/>
          </p:nvSpPr>
          <p:spPr>
            <a:xfrm>
              <a:off x="8471820" y="2435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0" name="pt49230"/>
            <p:cNvSpPr/>
            <p:nvPr/>
          </p:nvSpPr>
          <p:spPr>
            <a:xfrm>
              <a:off x="8873363" y="2055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1" name="pt49231"/>
            <p:cNvSpPr/>
            <p:nvPr/>
          </p:nvSpPr>
          <p:spPr>
            <a:xfrm>
              <a:off x="9026144" y="1869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2" name="pt49232"/>
            <p:cNvSpPr/>
            <p:nvPr/>
          </p:nvSpPr>
          <p:spPr>
            <a:xfrm>
              <a:off x="9187265" y="2026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3" name="pt49233"/>
            <p:cNvSpPr/>
            <p:nvPr/>
          </p:nvSpPr>
          <p:spPr>
            <a:xfrm>
              <a:off x="8544712" y="2452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4" name="pt49234"/>
            <p:cNvSpPr/>
            <p:nvPr/>
          </p:nvSpPr>
          <p:spPr>
            <a:xfrm>
              <a:off x="9200228" y="1940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5" name="pt49235"/>
            <p:cNvSpPr/>
            <p:nvPr/>
          </p:nvSpPr>
          <p:spPr>
            <a:xfrm>
              <a:off x="9054052" y="2282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6" name="pt49236"/>
            <p:cNvSpPr/>
            <p:nvPr/>
          </p:nvSpPr>
          <p:spPr>
            <a:xfrm>
              <a:off x="8439043" y="2351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7" name="pt49237"/>
            <p:cNvSpPr/>
            <p:nvPr/>
          </p:nvSpPr>
          <p:spPr>
            <a:xfrm>
              <a:off x="9538128" y="1678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8" name="pt49238"/>
            <p:cNvSpPr/>
            <p:nvPr/>
          </p:nvSpPr>
          <p:spPr>
            <a:xfrm>
              <a:off x="8544712" y="2301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9" name="pt49239"/>
            <p:cNvSpPr/>
            <p:nvPr/>
          </p:nvSpPr>
          <p:spPr>
            <a:xfrm>
              <a:off x="8852989" y="1855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0" name="pt49240"/>
            <p:cNvSpPr/>
            <p:nvPr/>
          </p:nvSpPr>
          <p:spPr>
            <a:xfrm>
              <a:off x="9266215" y="2076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1" name="pt49241"/>
            <p:cNvSpPr/>
            <p:nvPr/>
          </p:nvSpPr>
          <p:spPr>
            <a:xfrm>
              <a:off x="8563654" y="2157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2" name="pt49242"/>
            <p:cNvSpPr/>
            <p:nvPr/>
          </p:nvSpPr>
          <p:spPr>
            <a:xfrm>
              <a:off x="8973968" y="1981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3" name="pt49243"/>
            <p:cNvSpPr/>
            <p:nvPr/>
          </p:nvSpPr>
          <p:spPr>
            <a:xfrm>
              <a:off x="9040639" y="1803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4" name="pt49244"/>
            <p:cNvSpPr/>
            <p:nvPr/>
          </p:nvSpPr>
          <p:spPr>
            <a:xfrm>
              <a:off x="8563654" y="230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5" name="pt49245"/>
            <p:cNvSpPr/>
            <p:nvPr/>
          </p:nvSpPr>
          <p:spPr>
            <a:xfrm>
              <a:off x="9140881" y="2047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6" name="pt49246"/>
            <p:cNvSpPr/>
            <p:nvPr/>
          </p:nvSpPr>
          <p:spPr>
            <a:xfrm>
              <a:off x="9103999" y="2250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7" name="pt49247"/>
            <p:cNvSpPr/>
            <p:nvPr/>
          </p:nvSpPr>
          <p:spPr>
            <a:xfrm>
              <a:off x="8821645" y="2116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8" name="pt49248"/>
            <p:cNvSpPr/>
            <p:nvPr/>
          </p:nvSpPr>
          <p:spPr>
            <a:xfrm>
              <a:off x="9282758" y="2062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9" name="pt49249"/>
            <p:cNvSpPr/>
            <p:nvPr/>
          </p:nvSpPr>
          <p:spPr>
            <a:xfrm>
              <a:off x="8347210" y="2450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0" name="pt49250"/>
            <p:cNvSpPr/>
            <p:nvPr/>
          </p:nvSpPr>
          <p:spPr>
            <a:xfrm>
              <a:off x="8274318" y="2622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1" name="pt49251"/>
            <p:cNvSpPr/>
            <p:nvPr/>
          </p:nvSpPr>
          <p:spPr>
            <a:xfrm>
              <a:off x="8523538" y="2393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2" name="pt49252"/>
            <p:cNvSpPr/>
            <p:nvPr/>
          </p:nvSpPr>
          <p:spPr>
            <a:xfrm>
              <a:off x="9537091" y="1595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3" name="pt49253"/>
            <p:cNvSpPr/>
            <p:nvPr/>
          </p:nvSpPr>
          <p:spPr>
            <a:xfrm>
              <a:off x="9562976" y="230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4" name="pt49254"/>
            <p:cNvSpPr/>
            <p:nvPr/>
          </p:nvSpPr>
          <p:spPr>
            <a:xfrm>
              <a:off x="9097658" y="2092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5" name="pt49255"/>
            <p:cNvSpPr/>
            <p:nvPr/>
          </p:nvSpPr>
          <p:spPr>
            <a:xfrm>
              <a:off x="9258470" y="2020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6" name="pt49256"/>
            <p:cNvSpPr/>
            <p:nvPr/>
          </p:nvSpPr>
          <p:spPr>
            <a:xfrm>
              <a:off x="8274318" y="2346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7" name="pt49257"/>
            <p:cNvSpPr/>
            <p:nvPr/>
          </p:nvSpPr>
          <p:spPr>
            <a:xfrm>
              <a:off x="8697035" y="2181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8" name="pt49258"/>
            <p:cNvSpPr/>
            <p:nvPr/>
          </p:nvSpPr>
          <p:spPr>
            <a:xfrm>
              <a:off x="9049289" y="2155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9" name="pt49259"/>
            <p:cNvSpPr/>
            <p:nvPr/>
          </p:nvSpPr>
          <p:spPr>
            <a:xfrm>
              <a:off x="8856549" y="2225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0" name="pt49260"/>
            <p:cNvSpPr/>
            <p:nvPr/>
          </p:nvSpPr>
          <p:spPr>
            <a:xfrm>
              <a:off x="9247994" y="1974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1" name="pt49261"/>
            <p:cNvSpPr/>
            <p:nvPr/>
          </p:nvSpPr>
          <p:spPr>
            <a:xfrm>
              <a:off x="8986371" y="1849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2" name="pt49262"/>
            <p:cNvSpPr/>
            <p:nvPr/>
          </p:nvSpPr>
          <p:spPr>
            <a:xfrm>
              <a:off x="8274318" y="2311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3" name="pt49263"/>
            <p:cNvSpPr/>
            <p:nvPr/>
          </p:nvSpPr>
          <p:spPr>
            <a:xfrm>
              <a:off x="9313270" y="2152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4" name="pt49264"/>
            <p:cNvSpPr/>
            <p:nvPr/>
          </p:nvSpPr>
          <p:spPr>
            <a:xfrm>
              <a:off x="9370394" y="1993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5" name="pt49265"/>
            <p:cNvSpPr/>
            <p:nvPr/>
          </p:nvSpPr>
          <p:spPr>
            <a:xfrm>
              <a:off x="9031551" y="1661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6" name="pt49266"/>
            <p:cNvSpPr/>
            <p:nvPr/>
          </p:nvSpPr>
          <p:spPr>
            <a:xfrm>
              <a:off x="9227269" y="1999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7" name="pt49267"/>
            <p:cNvSpPr/>
            <p:nvPr/>
          </p:nvSpPr>
          <p:spPr>
            <a:xfrm>
              <a:off x="8471820" y="2333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8" name="pt49268"/>
            <p:cNvSpPr/>
            <p:nvPr/>
          </p:nvSpPr>
          <p:spPr>
            <a:xfrm>
              <a:off x="8624143" y="2402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9" name="pt49269"/>
            <p:cNvSpPr/>
            <p:nvPr/>
          </p:nvSpPr>
          <p:spPr>
            <a:xfrm>
              <a:off x="8398928" y="2426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0" name="pt49270"/>
            <p:cNvSpPr/>
            <p:nvPr/>
          </p:nvSpPr>
          <p:spPr>
            <a:xfrm>
              <a:off x="8648148" y="2364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1" name="pt49271"/>
            <p:cNvSpPr/>
            <p:nvPr/>
          </p:nvSpPr>
          <p:spPr>
            <a:xfrm>
              <a:off x="8876545" y="1571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2" name="pt49272"/>
            <p:cNvSpPr/>
            <p:nvPr/>
          </p:nvSpPr>
          <p:spPr>
            <a:xfrm>
              <a:off x="8471820" y="261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3" name="pt49273"/>
            <p:cNvSpPr/>
            <p:nvPr/>
          </p:nvSpPr>
          <p:spPr>
            <a:xfrm>
              <a:off x="8918543" y="1824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4" name="pt49274"/>
            <p:cNvSpPr/>
            <p:nvPr/>
          </p:nvSpPr>
          <p:spPr>
            <a:xfrm>
              <a:off x="8761156" y="2337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5" name="pt49275"/>
            <p:cNvSpPr/>
            <p:nvPr/>
          </p:nvSpPr>
          <p:spPr>
            <a:xfrm>
              <a:off x="9211830" y="1751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6" name="pt49276"/>
            <p:cNvSpPr/>
            <p:nvPr/>
          </p:nvSpPr>
          <p:spPr>
            <a:xfrm>
              <a:off x="9103999" y="2224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7" name="pt49277"/>
            <p:cNvSpPr/>
            <p:nvPr/>
          </p:nvSpPr>
          <p:spPr>
            <a:xfrm>
              <a:off x="8713389" y="2287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8" name="pt49278"/>
            <p:cNvSpPr/>
            <p:nvPr/>
          </p:nvSpPr>
          <p:spPr>
            <a:xfrm>
              <a:off x="8713389" y="2330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9" name="pt49279"/>
            <p:cNvSpPr/>
            <p:nvPr/>
          </p:nvSpPr>
          <p:spPr>
            <a:xfrm>
              <a:off x="9285697" y="1827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0" name="pt49280"/>
            <p:cNvSpPr/>
            <p:nvPr/>
          </p:nvSpPr>
          <p:spPr>
            <a:xfrm>
              <a:off x="8721041" y="2140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1" name="pt49281"/>
            <p:cNvSpPr/>
            <p:nvPr/>
          </p:nvSpPr>
          <p:spPr>
            <a:xfrm>
              <a:off x="8888738" y="2126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2" name="pt49282"/>
            <p:cNvSpPr/>
            <p:nvPr/>
          </p:nvSpPr>
          <p:spPr>
            <a:xfrm>
              <a:off x="8398928" y="2455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3" name="pt49283"/>
            <p:cNvSpPr/>
            <p:nvPr/>
          </p:nvSpPr>
          <p:spPr>
            <a:xfrm>
              <a:off x="8879672" y="2145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4" name="pt49284"/>
            <p:cNvSpPr/>
            <p:nvPr/>
          </p:nvSpPr>
          <p:spPr>
            <a:xfrm>
              <a:off x="9142325" y="2005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5" name="pt49285"/>
            <p:cNvSpPr/>
            <p:nvPr/>
          </p:nvSpPr>
          <p:spPr>
            <a:xfrm>
              <a:off x="9089164" y="1683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6" name="pt49286"/>
            <p:cNvSpPr/>
            <p:nvPr/>
          </p:nvSpPr>
          <p:spPr>
            <a:xfrm>
              <a:off x="8610820" y="2105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7" name="pt49287"/>
            <p:cNvSpPr/>
            <p:nvPr/>
          </p:nvSpPr>
          <p:spPr>
            <a:xfrm>
              <a:off x="9294237" y="1993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8" name="pt49288"/>
            <p:cNvSpPr/>
            <p:nvPr/>
          </p:nvSpPr>
          <p:spPr>
            <a:xfrm>
              <a:off x="8669323" y="2338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9" name="pt49289"/>
            <p:cNvSpPr/>
            <p:nvPr/>
          </p:nvSpPr>
          <p:spPr>
            <a:xfrm>
              <a:off x="8954618" y="2296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0" name="pt49290"/>
            <p:cNvSpPr/>
            <p:nvPr/>
          </p:nvSpPr>
          <p:spPr>
            <a:xfrm>
              <a:off x="9231697" y="2078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1" name="pt49291"/>
            <p:cNvSpPr/>
            <p:nvPr/>
          </p:nvSpPr>
          <p:spPr>
            <a:xfrm>
              <a:off x="9233005" y="2281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2" name="pt49292"/>
            <p:cNvSpPr/>
            <p:nvPr/>
          </p:nvSpPr>
          <p:spPr>
            <a:xfrm>
              <a:off x="8941923" y="2022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3" name="pt49293"/>
            <p:cNvSpPr/>
            <p:nvPr/>
          </p:nvSpPr>
          <p:spPr>
            <a:xfrm>
              <a:off x="8772758" y="2317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4" name="pt49294"/>
            <p:cNvSpPr/>
            <p:nvPr/>
          </p:nvSpPr>
          <p:spPr>
            <a:xfrm>
              <a:off x="9281436" y="2000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5" name="pt49295"/>
            <p:cNvSpPr/>
            <p:nvPr/>
          </p:nvSpPr>
          <p:spPr>
            <a:xfrm>
              <a:off x="8274318" y="2458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6" name="pt49296"/>
            <p:cNvSpPr/>
            <p:nvPr/>
          </p:nvSpPr>
          <p:spPr>
            <a:xfrm>
              <a:off x="8439043" y="2512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7" name="pt49297"/>
            <p:cNvSpPr/>
            <p:nvPr/>
          </p:nvSpPr>
          <p:spPr>
            <a:xfrm>
              <a:off x="9422061" y="202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8" name="pt49298"/>
            <p:cNvSpPr/>
            <p:nvPr/>
          </p:nvSpPr>
          <p:spPr>
            <a:xfrm>
              <a:off x="8845651" y="1888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9" name="pt49299"/>
            <p:cNvSpPr/>
            <p:nvPr/>
          </p:nvSpPr>
          <p:spPr>
            <a:xfrm>
              <a:off x="8735430" y="2119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0" name="pt49300"/>
            <p:cNvSpPr/>
            <p:nvPr/>
          </p:nvSpPr>
          <p:spPr>
            <a:xfrm>
              <a:off x="8471820" y="2452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1" name="pt49301"/>
            <p:cNvSpPr/>
            <p:nvPr/>
          </p:nvSpPr>
          <p:spPr>
            <a:xfrm>
              <a:off x="9558274" y="2247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2" name="pt49302"/>
            <p:cNvSpPr/>
            <p:nvPr/>
          </p:nvSpPr>
          <p:spPr>
            <a:xfrm>
              <a:off x="9431373" y="1807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3" name="pt49303"/>
            <p:cNvSpPr/>
            <p:nvPr/>
          </p:nvSpPr>
          <p:spPr>
            <a:xfrm>
              <a:off x="8870124" y="2176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4" name="pt49304"/>
            <p:cNvSpPr/>
            <p:nvPr/>
          </p:nvSpPr>
          <p:spPr>
            <a:xfrm>
              <a:off x="8688264" y="2340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5" name="pt49305"/>
            <p:cNvSpPr/>
            <p:nvPr/>
          </p:nvSpPr>
          <p:spPr>
            <a:xfrm>
              <a:off x="8471820" y="2559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6" name="pt49306"/>
            <p:cNvSpPr/>
            <p:nvPr/>
          </p:nvSpPr>
          <p:spPr>
            <a:xfrm>
              <a:off x="8596430" y="2342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7" name="pt49307"/>
            <p:cNvSpPr/>
            <p:nvPr/>
          </p:nvSpPr>
          <p:spPr>
            <a:xfrm>
              <a:off x="9639141" y="219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8" name="pt49308"/>
            <p:cNvSpPr/>
            <p:nvPr/>
          </p:nvSpPr>
          <p:spPr>
            <a:xfrm>
              <a:off x="8636546" y="2482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9" name="pt49309"/>
            <p:cNvSpPr/>
            <p:nvPr/>
          </p:nvSpPr>
          <p:spPr>
            <a:xfrm>
              <a:off x="9497514" y="2406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0" name="pt49310"/>
            <p:cNvSpPr/>
            <p:nvPr/>
          </p:nvSpPr>
          <p:spPr>
            <a:xfrm>
              <a:off x="8873363" y="2025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1" name="pt49311"/>
            <p:cNvSpPr/>
            <p:nvPr/>
          </p:nvSpPr>
          <p:spPr>
            <a:xfrm>
              <a:off x="9005825" y="1377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2" name="pt49312"/>
            <p:cNvSpPr/>
            <p:nvPr/>
          </p:nvSpPr>
          <p:spPr>
            <a:xfrm>
              <a:off x="8274318" y="2500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3" name="pt49313"/>
            <p:cNvSpPr/>
            <p:nvPr/>
          </p:nvSpPr>
          <p:spPr>
            <a:xfrm>
              <a:off x="8439043" y="2346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4" name="pt49314"/>
            <p:cNvSpPr/>
            <p:nvPr/>
          </p:nvSpPr>
          <p:spPr>
            <a:xfrm>
              <a:off x="8596430" y="2194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5" name="pt49315"/>
            <p:cNvSpPr/>
            <p:nvPr/>
          </p:nvSpPr>
          <p:spPr>
            <a:xfrm>
              <a:off x="8471820" y="2507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6" name="pt49316"/>
            <p:cNvSpPr/>
            <p:nvPr/>
          </p:nvSpPr>
          <p:spPr>
            <a:xfrm>
              <a:off x="8688264" y="226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7" name="pt49317"/>
            <p:cNvSpPr/>
            <p:nvPr/>
          </p:nvSpPr>
          <p:spPr>
            <a:xfrm>
              <a:off x="8347210" y="2309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8" name="pt49318"/>
            <p:cNvSpPr/>
            <p:nvPr/>
          </p:nvSpPr>
          <p:spPr>
            <a:xfrm>
              <a:off x="8596430" y="2203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9" name="pt49319"/>
            <p:cNvSpPr/>
            <p:nvPr/>
          </p:nvSpPr>
          <p:spPr>
            <a:xfrm>
              <a:off x="9243545" y="2081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0" name="pt49320"/>
            <p:cNvSpPr/>
            <p:nvPr/>
          </p:nvSpPr>
          <p:spPr>
            <a:xfrm>
              <a:off x="8849358" y="1953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1" name="pt49321"/>
            <p:cNvSpPr/>
            <p:nvPr/>
          </p:nvSpPr>
          <p:spPr>
            <a:xfrm>
              <a:off x="8471820" y="2452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2" name="pt49322"/>
            <p:cNvSpPr/>
            <p:nvPr/>
          </p:nvSpPr>
          <p:spPr>
            <a:xfrm>
              <a:off x="9439815" y="1810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3" name="pt49323"/>
            <p:cNvSpPr/>
            <p:nvPr/>
          </p:nvSpPr>
          <p:spPr>
            <a:xfrm>
              <a:off x="9219949" y="188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4" name="pt49324"/>
            <p:cNvSpPr/>
            <p:nvPr/>
          </p:nvSpPr>
          <p:spPr>
            <a:xfrm>
              <a:off x="8838000" y="2119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5" name="pt49325"/>
            <p:cNvSpPr/>
            <p:nvPr/>
          </p:nvSpPr>
          <p:spPr>
            <a:xfrm>
              <a:off x="9371804" y="2161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6" name="pt49326"/>
            <p:cNvSpPr/>
            <p:nvPr/>
          </p:nvSpPr>
          <p:spPr>
            <a:xfrm>
              <a:off x="9066533" y="1925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7" name="pt49327"/>
            <p:cNvSpPr/>
            <p:nvPr/>
          </p:nvSpPr>
          <p:spPr>
            <a:xfrm>
              <a:off x="8523538" y="2493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8" name="pt49328"/>
            <p:cNvSpPr/>
            <p:nvPr/>
          </p:nvSpPr>
          <p:spPr>
            <a:xfrm>
              <a:off x="9124182" y="2156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9" name="pt49329"/>
            <p:cNvSpPr/>
            <p:nvPr/>
          </p:nvSpPr>
          <p:spPr>
            <a:xfrm>
              <a:off x="9026144" y="1990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0" name="pt49330"/>
            <p:cNvSpPr/>
            <p:nvPr/>
          </p:nvSpPr>
          <p:spPr>
            <a:xfrm>
              <a:off x="9148684" y="2048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1" name="pt49331"/>
            <p:cNvSpPr/>
            <p:nvPr/>
          </p:nvSpPr>
          <p:spPr>
            <a:xfrm>
              <a:off x="9077174" y="1895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2" name="pt49332"/>
            <p:cNvSpPr/>
            <p:nvPr/>
          </p:nvSpPr>
          <p:spPr>
            <a:xfrm>
              <a:off x="8596430" y="2233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3" name="pt49333"/>
            <p:cNvSpPr/>
            <p:nvPr/>
          </p:nvSpPr>
          <p:spPr>
            <a:xfrm>
              <a:off x="9594013" y="2696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4" name="pt49334"/>
            <p:cNvSpPr/>
            <p:nvPr/>
          </p:nvSpPr>
          <p:spPr>
            <a:xfrm>
              <a:off x="9379078" y="1837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5" name="pt49335"/>
            <p:cNvSpPr/>
            <p:nvPr/>
          </p:nvSpPr>
          <p:spPr>
            <a:xfrm>
              <a:off x="8767051" y="2196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6" name="pt49336"/>
            <p:cNvSpPr/>
            <p:nvPr/>
          </p:nvSpPr>
          <p:spPr>
            <a:xfrm>
              <a:off x="9087220" y="1938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7" name="pt49337"/>
            <p:cNvSpPr/>
            <p:nvPr/>
          </p:nvSpPr>
          <p:spPr>
            <a:xfrm>
              <a:off x="9294237" y="1940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8" name="pt49338"/>
            <p:cNvSpPr/>
            <p:nvPr/>
          </p:nvSpPr>
          <p:spPr>
            <a:xfrm>
              <a:off x="8888738" y="2006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9" name="pt49339"/>
            <p:cNvSpPr/>
            <p:nvPr/>
          </p:nvSpPr>
          <p:spPr>
            <a:xfrm>
              <a:off x="8879672" y="2054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0" name="pt49340"/>
            <p:cNvSpPr/>
            <p:nvPr/>
          </p:nvSpPr>
          <p:spPr>
            <a:xfrm>
              <a:off x="8580788" y="2369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1" name="pt49341"/>
            <p:cNvSpPr/>
            <p:nvPr/>
          </p:nvSpPr>
          <p:spPr>
            <a:xfrm>
              <a:off x="8891661" y="2004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2" name="pt49342"/>
            <p:cNvSpPr/>
            <p:nvPr/>
          </p:nvSpPr>
          <p:spPr>
            <a:xfrm>
              <a:off x="8347210" y="2365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3" name="pt49343"/>
            <p:cNvSpPr/>
            <p:nvPr/>
          </p:nvSpPr>
          <p:spPr>
            <a:xfrm>
              <a:off x="8761156" y="2299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4" name="pt49344"/>
            <p:cNvSpPr/>
            <p:nvPr/>
          </p:nvSpPr>
          <p:spPr>
            <a:xfrm>
              <a:off x="8659047" y="2390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5" name="pt49345"/>
            <p:cNvSpPr/>
            <p:nvPr/>
          </p:nvSpPr>
          <p:spPr>
            <a:xfrm>
              <a:off x="8274318" y="258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6" name="pt49346"/>
            <p:cNvSpPr/>
            <p:nvPr/>
          </p:nvSpPr>
          <p:spPr>
            <a:xfrm>
              <a:off x="8910892" y="2119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7" name="pt49347"/>
            <p:cNvSpPr/>
            <p:nvPr/>
          </p:nvSpPr>
          <p:spPr>
            <a:xfrm>
              <a:off x="8398928" y="2522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8" name="pt49348"/>
            <p:cNvSpPr/>
            <p:nvPr/>
          </p:nvSpPr>
          <p:spPr>
            <a:xfrm>
              <a:off x="8471820" y="2360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9" name="pt49349"/>
            <p:cNvSpPr/>
            <p:nvPr/>
          </p:nvSpPr>
          <p:spPr>
            <a:xfrm>
              <a:off x="9089164" y="1666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0" name="pt49350"/>
            <p:cNvSpPr/>
            <p:nvPr/>
          </p:nvSpPr>
          <p:spPr>
            <a:xfrm>
              <a:off x="9193323" y="2045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1" name="pt49351"/>
            <p:cNvSpPr/>
            <p:nvPr/>
          </p:nvSpPr>
          <p:spPr>
            <a:xfrm>
              <a:off x="8908267" y="2062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2" name="pt49352"/>
            <p:cNvSpPr/>
            <p:nvPr/>
          </p:nvSpPr>
          <p:spPr>
            <a:xfrm>
              <a:off x="9597877" y="2169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3" name="pt49353"/>
            <p:cNvSpPr/>
            <p:nvPr/>
          </p:nvSpPr>
          <p:spPr>
            <a:xfrm>
              <a:off x="8721041" y="2103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4" name="pt49354"/>
            <p:cNvSpPr/>
            <p:nvPr/>
          </p:nvSpPr>
          <p:spPr>
            <a:xfrm>
              <a:off x="8471820" y="2451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5" name="pt49355"/>
            <p:cNvSpPr/>
            <p:nvPr/>
          </p:nvSpPr>
          <p:spPr>
            <a:xfrm>
              <a:off x="9332489" y="2056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6" name="pt49356"/>
            <p:cNvSpPr/>
            <p:nvPr/>
          </p:nvSpPr>
          <p:spPr>
            <a:xfrm>
              <a:off x="8580788" y="2289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7" name="pt49357"/>
            <p:cNvSpPr/>
            <p:nvPr/>
          </p:nvSpPr>
          <p:spPr>
            <a:xfrm>
              <a:off x="8624143" y="2393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8" name="pt49358"/>
            <p:cNvSpPr/>
            <p:nvPr/>
          </p:nvSpPr>
          <p:spPr>
            <a:xfrm>
              <a:off x="8897369" y="2018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9" name="pt49359"/>
            <p:cNvSpPr/>
            <p:nvPr/>
          </p:nvSpPr>
          <p:spPr>
            <a:xfrm>
              <a:off x="9199183" y="2055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0" name="pt49360"/>
            <p:cNvSpPr/>
            <p:nvPr/>
          </p:nvSpPr>
          <p:spPr>
            <a:xfrm>
              <a:off x="8398928" y="2368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1" name="pt49361"/>
            <p:cNvSpPr/>
            <p:nvPr/>
          </p:nvSpPr>
          <p:spPr>
            <a:xfrm>
              <a:off x="9187265" y="2121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2" name="pt49362"/>
            <p:cNvSpPr/>
            <p:nvPr/>
          </p:nvSpPr>
          <p:spPr>
            <a:xfrm>
              <a:off x="8274318" y="242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3" name="pt49363"/>
            <p:cNvSpPr/>
            <p:nvPr/>
          </p:nvSpPr>
          <p:spPr>
            <a:xfrm>
              <a:off x="8894537" y="210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4" name="pt49364"/>
            <p:cNvSpPr/>
            <p:nvPr/>
          </p:nvSpPr>
          <p:spPr>
            <a:xfrm>
              <a:off x="8610820" y="2128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5" name="pt49365"/>
            <p:cNvSpPr/>
            <p:nvPr/>
          </p:nvSpPr>
          <p:spPr>
            <a:xfrm>
              <a:off x="8939717" y="1997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6" name="pt49366"/>
            <p:cNvSpPr/>
            <p:nvPr/>
          </p:nvSpPr>
          <p:spPr>
            <a:xfrm>
              <a:off x="8679043" y="2397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7" name="pt49367"/>
            <p:cNvSpPr/>
            <p:nvPr/>
          </p:nvSpPr>
          <p:spPr>
            <a:xfrm>
              <a:off x="8636546" y="2407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8" name="pt49368"/>
            <p:cNvSpPr/>
            <p:nvPr/>
          </p:nvSpPr>
          <p:spPr>
            <a:xfrm>
              <a:off x="9265854" y="2068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9" name="pt49369"/>
            <p:cNvSpPr/>
            <p:nvPr/>
          </p:nvSpPr>
          <p:spPr>
            <a:xfrm>
              <a:off x="9075096" y="1838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0" name="pt49370"/>
            <p:cNvSpPr/>
            <p:nvPr/>
          </p:nvSpPr>
          <p:spPr>
            <a:xfrm>
              <a:off x="9016271" y="1632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1" name="pt49371"/>
            <p:cNvSpPr/>
            <p:nvPr/>
          </p:nvSpPr>
          <p:spPr>
            <a:xfrm>
              <a:off x="8596430" y="2135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2" name="pt49372"/>
            <p:cNvSpPr/>
            <p:nvPr/>
          </p:nvSpPr>
          <p:spPr>
            <a:xfrm>
              <a:off x="9330228" y="2063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3" name="pt49373"/>
            <p:cNvSpPr/>
            <p:nvPr/>
          </p:nvSpPr>
          <p:spPr>
            <a:xfrm>
              <a:off x="8923469" y="1906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4" name="pt49374"/>
            <p:cNvSpPr/>
            <p:nvPr/>
          </p:nvSpPr>
          <p:spPr>
            <a:xfrm>
              <a:off x="9187265" y="1982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5" name="pt49375"/>
            <p:cNvSpPr/>
            <p:nvPr/>
          </p:nvSpPr>
          <p:spPr>
            <a:xfrm>
              <a:off x="8834048" y="2047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6" name="pt49376"/>
            <p:cNvSpPr/>
            <p:nvPr/>
          </p:nvSpPr>
          <p:spPr>
            <a:xfrm>
              <a:off x="8544712" y="2408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7" name="pt49377"/>
            <p:cNvSpPr/>
            <p:nvPr/>
          </p:nvSpPr>
          <p:spPr>
            <a:xfrm>
              <a:off x="9156826" y="2036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8" name="pt49378"/>
            <p:cNvSpPr/>
            <p:nvPr/>
          </p:nvSpPr>
          <p:spPr>
            <a:xfrm>
              <a:off x="9717541" y="2256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9" name="pt49379"/>
            <p:cNvSpPr/>
            <p:nvPr/>
          </p:nvSpPr>
          <p:spPr>
            <a:xfrm>
              <a:off x="9095805" y="1740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0" name="pt49380"/>
            <p:cNvSpPr/>
            <p:nvPr/>
          </p:nvSpPr>
          <p:spPr>
            <a:xfrm>
              <a:off x="9026144" y="1845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1" name="pt49381"/>
            <p:cNvSpPr/>
            <p:nvPr/>
          </p:nvSpPr>
          <p:spPr>
            <a:xfrm>
              <a:off x="9152801" y="2017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2" name="pt49382"/>
            <p:cNvSpPr/>
            <p:nvPr/>
          </p:nvSpPr>
          <p:spPr>
            <a:xfrm>
              <a:off x="9059833" y="1979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3" name="pt49383"/>
            <p:cNvSpPr/>
            <p:nvPr/>
          </p:nvSpPr>
          <p:spPr>
            <a:xfrm>
              <a:off x="9413835" y="1969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4" name="pt49384"/>
            <p:cNvSpPr/>
            <p:nvPr/>
          </p:nvSpPr>
          <p:spPr>
            <a:xfrm>
              <a:off x="8882745" y="160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5" name="pt49385"/>
            <p:cNvSpPr/>
            <p:nvPr/>
          </p:nvSpPr>
          <p:spPr>
            <a:xfrm>
              <a:off x="9096734" y="1941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6" name="pt49386"/>
            <p:cNvSpPr/>
            <p:nvPr/>
          </p:nvSpPr>
          <p:spPr>
            <a:xfrm>
              <a:off x="8856549" y="225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7" name="pt49387"/>
            <p:cNvSpPr/>
            <p:nvPr/>
          </p:nvSpPr>
          <p:spPr>
            <a:xfrm>
              <a:off x="9110981" y="2081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8" name="pt49388"/>
            <p:cNvSpPr/>
            <p:nvPr/>
          </p:nvSpPr>
          <p:spPr>
            <a:xfrm>
              <a:off x="8471820" y="2459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9" name="pt49389"/>
            <p:cNvSpPr/>
            <p:nvPr/>
          </p:nvSpPr>
          <p:spPr>
            <a:xfrm>
              <a:off x="8873363" y="2022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0" name="pt49390"/>
            <p:cNvSpPr/>
            <p:nvPr/>
          </p:nvSpPr>
          <p:spPr>
            <a:xfrm>
              <a:off x="9339588" y="2213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1" name="pt49391"/>
            <p:cNvSpPr/>
            <p:nvPr/>
          </p:nvSpPr>
          <p:spPr>
            <a:xfrm>
              <a:off x="8788868" y="2108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2" name="pt49392"/>
            <p:cNvSpPr/>
            <p:nvPr/>
          </p:nvSpPr>
          <p:spPr>
            <a:xfrm>
              <a:off x="9147988" y="2040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3" name="pt49393"/>
            <p:cNvSpPr/>
            <p:nvPr/>
          </p:nvSpPr>
          <p:spPr>
            <a:xfrm>
              <a:off x="8471820" y="2528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4" name="pt49394"/>
            <p:cNvSpPr/>
            <p:nvPr/>
          </p:nvSpPr>
          <p:spPr>
            <a:xfrm>
              <a:off x="8439043" y="2291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5" name="pt49395"/>
            <p:cNvSpPr/>
            <p:nvPr/>
          </p:nvSpPr>
          <p:spPr>
            <a:xfrm>
              <a:off x="8347210" y="2379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6" name="pt49396"/>
            <p:cNvSpPr/>
            <p:nvPr/>
          </p:nvSpPr>
          <p:spPr>
            <a:xfrm>
              <a:off x="8688264" y="2490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7" name="pt49397"/>
            <p:cNvSpPr/>
            <p:nvPr/>
          </p:nvSpPr>
          <p:spPr>
            <a:xfrm>
              <a:off x="8347210" y="2184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8" name="pt49398"/>
            <p:cNvSpPr/>
            <p:nvPr/>
          </p:nvSpPr>
          <p:spPr>
            <a:xfrm>
              <a:off x="8705398" y="2123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9" name="pt49399"/>
            <p:cNvSpPr/>
            <p:nvPr/>
          </p:nvSpPr>
          <p:spPr>
            <a:xfrm>
              <a:off x="9034195" y="1765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0" name="pt49400"/>
            <p:cNvSpPr/>
            <p:nvPr/>
          </p:nvSpPr>
          <p:spPr>
            <a:xfrm>
              <a:off x="8624143" y="2444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1" name="pt49401"/>
            <p:cNvSpPr/>
            <p:nvPr/>
          </p:nvSpPr>
          <p:spPr>
            <a:xfrm>
              <a:off x="9553956" y="2299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2" name="pt49402"/>
            <p:cNvSpPr/>
            <p:nvPr/>
          </p:nvSpPr>
          <p:spPr>
            <a:xfrm>
              <a:off x="8888738" y="2179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3" name="pt49403"/>
            <p:cNvSpPr/>
            <p:nvPr/>
          </p:nvSpPr>
          <p:spPr>
            <a:xfrm>
              <a:off x="9181576" y="2063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4" name="pt49404"/>
            <p:cNvSpPr/>
            <p:nvPr/>
          </p:nvSpPr>
          <p:spPr>
            <a:xfrm>
              <a:off x="9002725" y="2031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5" name="pt49405"/>
            <p:cNvSpPr/>
            <p:nvPr/>
          </p:nvSpPr>
          <p:spPr>
            <a:xfrm>
              <a:off x="9031551" y="1722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6" name="pt49406"/>
            <p:cNvSpPr/>
            <p:nvPr/>
          </p:nvSpPr>
          <p:spPr>
            <a:xfrm>
              <a:off x="8471820" y="2416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7" name="pt49407"/>
            <p:cNvSpPr/>
            <p:nvPr/>
          </p:nvSpPr>
          <p:spPr>
            <a:xfrm>
              <a:off x="8596430" y="2136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8" name="pt49408"/>
            <p:cNvSpPr/>
            <p:nvPr/>
          </p:nvSpPr>
          <p:spPr>
            <a:xfrm>
              <a:off x="8966476" y="203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9" name="pt49409"/>
            <p:cNvSpPr/>
            <p:nvPr/>
          </p:nvSpPr>
          <p:spPr>
            <a:xfrm>
              <a:off x="9074048" y="1862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0" name="pt49410"/>
            <p:cNvSpPr/>
            <p:nvPr/>
          </p:nvSpPr>
          <p:spPr>
            <a:xfrm>
              <a:off x="9689893" y="1851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1" name="pt49411"/>
            <p:cNvSpPr/>
            <p:nvPr/>
          </p:nvSpPr>
          <p:spPr>
            <a:xfrm>
              <a:off x="8856549" y="2240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2" name="pt49412"/>
            <p:cNvSpPr/>
            <p:nvPr/>
          </p:nvSpPr>
          <p:spPr>
            <a:xfrm>
              <a:off x="8879672" y="1928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3" name="pt49413"/>
            <p:cNvSpPr/>
            <p:nvPr/>
          </p:nvSpPr>
          <p:spPr>
            <a:xfrm>
              <a:off x="9179833" y="1841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4" name="pt49414"/>
            <p:cNvSpPr/>
            <p:nvPr/>
          </p:nvSpPr>
          <p:spPr>
            <a:xfrm>
              <a:off x="8439043" y="2333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5" name="pt49415"/>
            <p:cNvSpPr/>
            <p:nvPr/>
          </p:nvSpPr>
          <p:spPr>
            <a:xfrm>
              <a:off x="9196543" y="2011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6" name="pt49416"/>
            <p:cNvSpPr/>
            <p:nvPr/>
          </p:nvSpPr>
          <p:spPr>
            <a:xfrm>
              <a:off x="9308769" y="2183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7" name="pt49417"/>
            <p:cNvSpPr/>
            <p:nvPr/>
          </p:nvSpPr>
          <p:spPr>
            <a:xfrm>
              <a:off x="9644546" y="2399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8" name="pt49418"/>
            <p:cNvSpPr/>
            <p:nvPr/>
          </p:nvSpPr>
          <p:spPr>
            <a:xfrm>
              <a:off x="8948383" y="2080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9" name="pt49419"/>
            <p:cNvSpPr/>
            <p:nvPr/>
          </p:nvSpPr>
          <p:spPr>
            <a:xfrm>
              <a:off x="9780125" y="2727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0" name="pt49420"/>
            <p:cNvSpPr/>
            <p:nvPr/>
          </p:nvSpPr>
          <p:spPr>
            <a:xfrm>
              <a:off x="9030214" y="1823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1" name="pt49421"/>
            <p:cNvSpPr/>
            <p:nvPr/>
          </p:nvSpPr>
          <p:spPr>
            <a:xfrm>
              <a:off x="9707347" y="1433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2" name="pt49422"/>
            <p:cNvSpPr/>
            <p:nvPr/>
          </p:nvSpPr>
          <p:spPr>
            <a:xfrm>
              <a:off x="8812874" y="2127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3" name="pt49423"/>
            <p:cNvSpPr/>
            <p:nvPr/>
          </p:nvSpPr>
          <p:spPr>
            <a:xfrm>
              <a:off x="9655598" y="2365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4" name="pt49424"/>
            <p:cNvSpPr/>
            <p:nvPr/>
          </p:nvSpPr>
          <p:spPr>
            <a:xfrm>
              <a:off x="9030214" y="1762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5" name="pt49425"/>
            <p:cNvSpPr/>
            <p:nvPr/>
          </p:nvSpPr>
          <p:spPr>
            <a:xfrm>
              <a:off x="9451392" y="2070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6" name="pt49426"/>
            <p:cNvSpPr/>
            <p:nvPr/>
          </p:nvSpPr>
          <p:spPr>
            <a:xfrm>
              <a:off x="8274318" y="2465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7" name="pt49427"/>
            <p:cNvSpPr/>
            <p:nvPr/>
          </p:nvSpPr>
          <p:spPr>
            <a:xfrm>
              <a:off x="8688264" y="2437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8" name="pt49428"/>
            <p:cNvSpPr/>
            <p:nvPr/>
          </p:nvSpPr>
          <p:spPr>
            <a:xfrm>
              <a:off x="9657982" y="1867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9" name="pt49429"/>
            <p:cNvSpPr/>
            <p:nvPr/>
          </p:nvSpPr>
          <p:spPr>
            <a:xfrm>
              <a:off x="8439043" y="2146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0" name="pt49430"/>
            <p:cNvSpPr/>
            <p:nvPr/>
          </p:nvSpPr>
          <p:spPr>
            <a:xfrm>
              <a:off x="8882745" y="2131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1" name="pt49431"/>
            <p:cNvSpPr/>
            <p:nvPr/>
          </p:nvSpPr>
          <p:spPr>
            <a:xfrm>
              <a:off x="8596430" y="2108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2" name="pt49432"/>
            <p:cNvSpPr/>
            <p:nvPr/>
          </p:nvSpPr>
          <p:spPr>
            <a:xfrm>
              <a:off x="9090127" y="1707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3" name="pt49433"/>
            <p:cNvSpPr/>
            <p:nvPr/>
          </p:nvSpPr>
          <p:spPr>
            <a:xfrm>
              <a:off x="8803653" y="2007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4" name="pt49434"/>
            <p:cNvSpPr/>
            <p:nvPr/>
          </p:nvSpPr>
          <p:spPr>
            <a:xfrm>
              <a:off x="8988075" y="1939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5" name="pt49435"/>
            <p:cNvSpPr/>
            <p:nvPr/>
          </p:nvSpPr>
          <p:spPr>
            <a:xfrm>
              <a:off x="9258470" y="2000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6" name="pt49436"/>
            <p:cNvSpPr/>
            <p:nvPr/>
          </p:nvSpPr>
          <p:spPr>
            <a:xfrm>
              <a:off x="8748753" y="1951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7" name="pt49437"/>
            <p:cNvSpPr/>
            <p:nvPr/>
          </p:nvSpPr>
          <p:spPr>
            <a:xfrm>
              <a:off x="8783657" y="2029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8" name="pt49438"/>
            <p:cNvSpPr/>
            <p:nvPr/>
          </p:nvSpPr>
          <p:spPr>
            <a:xfrm>
              <a:off x="9368156" y="2171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9" name="pt49439"/>
            <p:cNvSpPr/>
            <p:nvPr/>
          </p:nvSpPr>
          <p:spPr>
            <a:xfrm>
              <a:off x="8783657" y="2268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0" name="pt49440"/>
            <p:cNvSpPr/>
            <p:nvPr/>
          </p:nvSpPr>
          <p:spPr>
            <a:xfrm>
              <a:off x="9553956" y="2179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1" name="pt49441"/>
            <p:cNvSpPr/>
            <p:nvPr/>
          </p:nvSpPr>
          <p:spPr>
            <a:xfrm>
              <a:off x="8778290" y="2225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2" name="pt49442"/>
            <p:cNvSpPr/>
            <p:nvPr/>
          </p:nvSpPr>
          <p:spPr>
            <a:xfrm>
              <a:off x="9237719" y="2170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3" name="pt49443"/>
            <p:cNvSpPr/>
            <p:nvPr/>
          </p:nvSpPr>
          <p:spPr>
            <a:xfrm>
              <a:off x="9074048" y="1854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4" name="pt49444"/>
            <p:cNvSpPr/>
            <p:nvPr/>
          </p:nvSpPr>
          <p:spPr>
            <a:xfrm>
              <a:off x="9334969" y="2138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5" name="pt49445"/>
            <p:cNvSpPr/>
            <p:nvPr/>
          </p:nvSpPr>
          <p:spPr>
            <a:xfrm>
              <a:off x="9693515" y="1796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6" name="pt49446"/>
            <p:cNvSpPr/>
            <p:nvPr/>
          </p:nvSpPr>
          <p:spPr>
            <a:xfrm>
              <a:off x="9420231" y="1970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7" name="pt49447"/>
            <p:cNvSpPr/>
            <p:nvPr/>
          </p:nvSpPr>
          <p:spPr>
            <a:xfrm>
              <a:off x="8970261" y="2121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8" name="pt49448"/>
            <p:cNvSpPr/>
            <p:nvPr/>
          </p:nvSpPr>
          <p:spPr>
            <a:xfrm>
              <a:off x="8923469" y="1888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9" name="pt49449"/>
            <p:cNvSpPr/>
            <p:nvPr/>
          </p:nvSpPr>
          <p:spPr>
            <a:xfrm>
              <a:off x="9336196" y="2192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0" name="pt49450"/>
            <p:cNvSpPr/>
            <p:nvPr/>
          </p:nvSpPr>
          <p:spPr>
            <a:xfrm>
              <a:off x="8274318" y="2335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1" name="pt49451"/>
            <p:cNvSpPr/>
            <p:nvPr/>
          </p:nvSpPr>
          <p:spPr>
            <a:xfrm>
              <a:off x="9285697" y="1850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2" name="pt49452"/>
            <p:cNvSpPr/>
            <p:nvPr/>
          </p:nvSpPr>
          <p:spPr>
            <a:xfrm>
              <a:off x="8471820" y="2345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3" name="pt49453"/>
            <p:cNvSpPr/>
            <p:nvPr/>
          </p:nvSpPr>
          <p:spPr>
            <a:xfrm>
              <a:off x="9331236" y="2190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4" name="pt49454"/>
            <p:cNvSpPr/>
            <p:nvPr/>
          </p:nvSpPr>
          <p:spPr>
            <a:xfrm>
              <a:off x="8669323" y="2209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5" name="pt49455"/>
            <p:cNvSpPr/>
            <p:nvPr/>
          </p:nvSpPr>
          <p:spPr>
            <a:xfrm>
              <a:off x="9243545" y="2156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6" name="pt49456"/>
            <p:cNvSpPr/>
            <p:nvPr/>
          </p:nvSpPr>
          <p:spPr>
            <a:xfrm>
              <a:off x="8964553" y="2305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7" name="pt49457"/>
            <p:cNvSpPr/>
            <p:nvPr/>
          </p:nvSpPr>
          <p:spPr>
            <a:xfrm>
              <a:off x="8274318" y="247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8" name="pt49458"/>
            <p:cNvSpPr/>
            <p:nvPr/>
          </p:nvSpPr>
          <p:spPr>
            <a:xfrm>
              <a:off x="9743490" y="1963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9" name="pt49459"/>
            <p:cNvSpPr/>
            <p:nvPr/>
          </p:nvSpPr>
          <p:spPr>
            <a:xfrm>
              <a:off x="9124975" y="2097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0" name="pt49460"/>
            <p:cNvSpPr/>
            <p:nvPr/>
          </p:nvSpPr>
          <p:spPr>
            <a:xfrm>
              <a:off x="8728379" y="1991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1" name="pt49461"/>
            <p:cNvSpPr/>
            <p:nvPr/>
          </p:nvSpPr>
          <p:spPr>
            <a:xfrm>
              <a:off x="9115211" y="2058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2" name="pt49462"/>
            <p:cNvSpPr/>
            <p:nvPr/>
          </p:nvSpPr>
          <p:spPr>
            <a:xfrm>
              <a:off x="8954618" y="2335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3" name="pt49463"/>
            <p:cNvSpPr/>
            <p:nvPr/>
          </p:nvSpPr>
          <p:spPr>
            <a:xfrm>
              <a:off x="8882745" y="1690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4" name="pt49464"/>
            <p:cNvSpPr/>
            <p:nvPr/>
          </p:nvSpPr>
          <p:spPr>
            <a:xfrm>
              <a:off x="9066533" y="1739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5" name="pt49465"/>
            <p:cNvSpPr/>
            <p:nvPr/>
          </p:nvSpPr>
          <p:spPr>
            <a:xfrm>
              <a:off x="8563654" y="2187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6" name="pt49466"/>
            <p:cNvSpPr/>
            <p:nvPr/>
          </p:nvSpPr>
          <p:spPr>
            <a:xfrm>
              <a:off x="8713389" y="225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7" name="pt49467"/>
            <p:cNvSpPr/>
            <p:nvPr/>
          </p:nvSpPr>
          <p:spPr>
            <a:xfrm>
              <a:off x="9308769" y="2218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8" name="pt49468"/>
            <p:cNvSpPr/>
            <p:nvPr/>
          </p:nvSpPr>
          <p:spPr>
            <a:xfrm>
              <a:off x="8812874" y="2225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9" name="pt49469"/>
            <p:cNvSpPr/>
            <p:nvPr/>
          </p:nvSpPr>
          <p:spPr>
            <a:xfrm>
              <a:off x="9120160" y="2005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0" name="pt49470"/>
            <p:cNvSpPr/>
            <p:nvPr/>
          </p:nvSpPr>
          <p:spPr>
            <a:xfrm>
              <a:off x="8937484" y="220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1" name="pt49471"/>
            <p:cNvSpPr/>
            <p:nvPr/>
          </p:nvSpPr>
          <p:spPr>
            <a:xfrm>
              <a:off x="8648148" y="2317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2" name="pt49472"/>
            <p:cNvSpPr/>
            <p:nvPr/>
          </p:nvSpPr>
          <p:spPr>
            <a:xfrm>
              <a:off x="8523538" y="2454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3" name="pt49473"/>
            <p:cNvSpPr/>
            <p:nvPr/>
          </p:nvSpPr>
          <p:spPr>
            <a:xfrm>
              <a:off x="8523538" y="2357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4" name="pt49474"/>
            <p:cNvSpPr/>
            <p:nvPr/>
          </p:nvSpPr>
          <p:spPr>
            <a:xfrm>
              <a:off x="8648148" y="2319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5" name="pt49475"/>
            <p:cNvSpPr/>
            <p:nvPr/>
          </p:nvSpPr>
          <p:spPr>
            <a:xfrm>
              <a:off x="8918543" y="1882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6" name="pt49476"/>
            <p:cNvSpPr/>
            <p:nvPr/>
          </p:nvSpPr>
          <p:spPr>
            <a:xfrm>
              <a:off x="8596430" y="2170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7" name="pt49477"/>
            <p:cNvSpPr/>
            <p:nvPr/>
          </p:nvSpPr>
          <p:spPr>
            <a:xfrm>
              <a:off x="9585294" y="2353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8" name="pt49478"/>
            <p:cNvSpPr/>
            <p:nvPr/>
          </p:nvSpPr>
          <p:spPr>
            <a:xfrm>
              <a:off x="9049289" y="2310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9" name="pt49479"/>
            <p:cNvSpPr/>
            <p:nvPr/>
          </p:nvSpPr>
          <p:spPr>
            <a:xfrm>
              <a:off x="9262568" y="2014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0" name="pt49480"/>
            <p:cNvSpPr/>
            <p:nvPr/>
          </p:nvSpPr>
          <p:spPr>
            <a:xfrm>
              <a:off x="8897369" y="2224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1" name="pt49481"/>
            <p:cNvSpPr/>
            <p:nvPr/>
          </p:nvSpPr>
          <p:spPr>
            <a:xfrm>
              <a:off x="9417918" y="1913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2" name="pt49482"/>
            <p:cNvSpPr/>
            <p:nvPr/>
          </p:nvSpPr>
          <p:spPr>
            <a:xfrm>
              <a:off x="8772758" y="2169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3" name="pt49483"/>
            <p:cNvSpPr/>
            <p:nvPr/>
          </p:nvSpPr>
          <p:spPr>
            <a:xfrm>
              <a:off x="8274318" y="2717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4" name="pt49484"/>
            <p:cNvSpPr/>
            <p:nvPr/>
          </p:nvSpPr>
          <p:spPr>
            <a:xfrm>
              <a:off x="9285697" y="1744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5" name="pt49485"/>
            <p:cNvSpPr/>
            <p:nvPr/>
          </p:nvSpPr>
          <p:spPr>
            <a:xfrm>
              <a:off x="8544712" y="2256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6" name="pt49486"/>
            <p:cNvSpPr/>
            <p:nvPr/>
          </p:nvSpPr>
          <p:spPr>
            <a:xfrm>
              <a:off x="8580788" y="2339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7" name="pt49487"/>
            <p:cNvSpPr/>
            <p:nvPr/>
          </p:nvSpPr>
          <p:spPr>
            <a:xfrm>
              <a:off x="8761156" y="2235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8" name="pt49488"/>
            <p:cNvSpPr/>
            <p:nvPr/>
          </p:nvSpPr>
          <p:spPr>
            <a:xfrm>
              <a:off x="9089164" y="1925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9" name="pt49489"/>
            <p:cNvSpPr/>
            <p:nvPr/>
          </p:nvSpPr>
          <p:spPr>
            <a:xfrm>
              <a:off x="8347210" y="2492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0" name="pt49490"/>
            <p:cNvSpPr/>
            <p:nvPr/>
          </p:nvSpPr>
          <p:spPr>
            <a:xfrm>
              <a:off x="8523538" y="2633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1" name="pt49491"/>
            <p:cNvSpPr/>
            <p:nvPr/>
          </p:nvSpPr>
          <p:spPr>
            <a:xfrm>
              <a:off x="9538128" y="1823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2" name="pt49492"/>
            <p:cNvSpPr/>
            <p:nvPr/>
          </p:nvSpPr>
          <p:spPr>
            <a:xfrm>
              <a:off x="9313270" y="2120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3" name="pt49493"/>
            <p:cNvSpPr/>
            <p:nvPr/>
          </p:nvSpPr>
          <p:spPr>
            <a:xfrm>
              <a:off x="9090127" y="1940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4" name="pt49494"/>
            <p:cNvSpPr/>
            <p:nvPr/>
          </p:nvSpPr>
          <p:spPr>
            <a:xfrm>
              <a:off x="9553956" y="2262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5" name="pt49495"/>
            <p:cNvSpPr/>
            <p:nvPr/>
          </p:nvSpPr>
          <p:spPr>
            <a:xfrm>
              <a:off x="8713389" y="2199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6" name="pt49496"/>
            <p:cNvSpPr/>
            <p:nvPr/>
          </p:nvSpPr>
          <p:spPr>
            <a:xfrm>
              <a:off x="8767051" y="2155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7" name="pt49497"/>
            <p:cNvSpPr/>
            <p:nvPr/>
          </p:nvSpPr>
          <p:spPr>
            <a:xfrm>
              <a:off x="8596430" y="2319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8" name="pt49498"/>
            <p:cNvSpPr/>
            <p:nvPr/>
          </p:nvSpPr>
          <p:spPr>
            <a:xfrm>
              <a:off x="9295774" y="1960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9" name="pt49499"/>
            <p:cNvSpPr/>
            <p:nvPr/>
          </p:nvSpPr>
          <p:spPr>
            <a:xfrm>
              <a:off x="9193323" y="2146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0" name="pt49500"/>
            <p:cNvSpPr/>
            <p:nvPr/>
          </p:nvSpPr>
          <p:spPr>
            <a:xfrm>
              <a:off x="8274318" y="2455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1" name="pt49501"/>
            <p:cNvSpPr/>
            <p:nvPr/>
          </p:nvSpPr>
          <p:spPr>
            <a:xfrm>
              <a:off x="8688264" y="2330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2" name="pt49502"/>
            <p:cNvSpPr/>
            <p:nvPr/>
          </p:nvSpPr>
          <p:spPr>
            <a:xfrm>
              <a:off x="8439043" y="2233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3" name="pt49503"/>
            <p:cNvSpPr/>
            <p:nvPr/>
          </p:nvSpPr>
          <p:spPr>
            <a:xfrm>
              <a:off x="8347210" y="2138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4" name="pt49504"/>
            <p:cNvSpPr/>
            <p:nvPr/>
          </p:nvSpPr>
          <p:spPr>
            <a:xfrm>
              <a:off x="8439043" y="2433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5" name="pt49505"/>
            <p:cNvSpPr/>
            <p:nvPr/>
          </p:nvSpPr>
          <p:spPr>
            <a:xfrm>
              <a:off x="9328959" y="2158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6" name="pt49506"/>
            <p:cNvSpPr/>
            <p:nvPr/>
          </p:nvSpPr>
          <p:spPr>
            <a:xfrm>
              <a:off x="9558274" y="2353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7" name="pt49507"/>
            <p:cNvSpPr/>
            <p:nvPr/>
          </p:nvSpPr>
          <p:spPr>
            <a:xfrm>
              <a:off x="9196543" y="2021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8" name="pt49508"/>
            <p:cNvSpPr/>
            <p:nvPr/>
          </p:nvSpPr>
          <p:spPr>
            <a:xfrm>
              <a:off x="9083269" y="1975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9" name="pt49509"/>
            <p:cNvSpPr/>
            <p:nvPr/>
          </p:nvSpPr>
          <p:spPr>
            <a:xfrm>
              <a:off x="8852989" y="1883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0" name="pt49510"/>
            <p:cNvSpPr/>
            <p:nvPr/>
          </p:nvSpPr>
          <p:spPr>
            <a:xfrm>
              <a:off x="8973968" y="1952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1" name="pt49511"/>
            <p:cNvSpPr/>
            <p:nvPr/>
          </p:nvSpPr>
          <p:spPr>
            <a:xfrm>
              <a:off x="8398928" y="2401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2" name="pt49512"/>
            <p:cNvSpPr/>
            <p:nvPr/>
          </p:nvSpPr>
          <p:spPr>
            <a:xfrm>
              <a:off x="9180997" y="1939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3" name="pt49513"/>
            <p:cNvSpPr/>
            <p:nvPr/>
          </p:nvSpPr>
          <p:spPr>
            <a:xfrm>
              <a:off x="8439043" y="2238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4" name="pt49514"/>
            <p:cNvSpPr/>
            <p:nvPr/>
          </p:nvSpPr>
          <p:spPr>
            <a:xfrm>
              <a:off x="8761156" y="2228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5" name="pt49515"/>
            <p:cNvSpPr/>
            <p:nvPr/>
          </p:nvSpPr>
          <p:spPr>
            <a:xfrm>
              <a:off x="8783657" y="2026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6" name="pt49516"/>
            <p:cNvSpPr/>
            <p:nvPr/>
          </p:nvSpPr>
          <p:spPr>
            <a:xfrm>
              <a:off x="8970261" y="2168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7" name="pt49517"/>
            <p:cNvSpPr/>
            <p:nvPr/>
          </p:nvSpPr>
          <p:spPr>
            <a:xfrm>
              <a:off x="9044397" y="2018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8" name="pt49518"/>
            <p:cNvSpPr/>
            <p:nvPr/>
          </p:nvSpPr>
          <p:spPr>
            <a:xfrm>
              <a:off x="8772758" y="1996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9" name="pt49519"/>
            <p:cNvSpPr/>
            <p:nvPr/>
          </p:nvSpPr>
          <p:spPr>
            <a:xfrm>
              <a:off x="9477272" y="2426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0" name="pt49520"/>
            <p:cNvSpPr/>
            <p:nvPr/>
          </p:nvSpPr>
          <p:spPr>
            <a:xfrm>
              <a:off x="8563654" y="2210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1" name="pt49521"/>
            <p:cNvSpPr/>
            <p:nvPr/>
          </p:nvSpPr>
          <p:spPr>
            <a:xfrm>
              <a:off x="8596430" y="2146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2" name="pt49522"/>
            <p:cNvSpPr/>
            <p:nvPr/>
          </p:nvSpPr>
          <p:spPr>
            <a:xfrm>
              <a:off x="8580788" y="2059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3" name="pt49523"/>
            <p:cNvSpPr/>
            <p:nvPr/>
          </p:nvSpPr>
          <p:spPr>
            <a:xfrm>
              <a:off x="8563654" y="2128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4" name="pt49524"/>
            <p:cNvSpPr/>
            <p:nvPr/>
          </p:nvSpPr>
          <p:spPr>
            <a:xfrm>
              <a:off x="9482767" y="2591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5" name="pt49525"/>
            <p:cNvSpPr/>
            <p:nvPr/>
          </p:nvSpPr>
          <p:spPr>
            <a:xfrm>
              <a:off x="9181576" y="196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6" name="pt49526"/>
            <p:cNvSpPr/>
            <p:nvPr/>
          </p:nvSpPr>
          <p:spPr>
            <a:xfrm>
              <a:off x="9110123" y="2160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7" name="pt49527"/>
            <p:cNvSpPr/>
            <p:nvPr/>
          </p:nvSpPr>
          <p:spPr>
            <a:xfrm>
              <a:off x="8921023" y="1754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8" name="pt49528"/>
            <p:cNvSpPr/>
            <p:nvPr/>
          </p:nvSpPr>
          <p:spPr>
            <a:xfrm>
              <a:off x="8274318" y="2572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9" name="pt49529"/>
            <p:cNvSpPr/>
            <p:nvPr/>
          </p:nvSpPr>
          <p:spPr>
            <a:xfrm>
              <a:off x="9602828" y="2232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0" name="pt49530"/>
            <p:cNvSpPr/>
            <p:nvPr/>
          </p:nvSpPr>
          <p:spPr>
            <a:xfrm>
              <a:off x="8398928" y="2279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1" name="pt49531"/>
            <p:cNvSpPr/>
            <p:nvPr/>
          </p:nvSpPr>
          <p:spPr>
            <a:xfrm>
              <a:off x="8932933" y="1862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2" name="pt49532"/>
            <p:cNvSpPr/>
            <p:nvPr/>
          </p:nvSpPr>
          <p:spPr>
            <a:xfrm>
              <a:off x="9182728" y="1945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3" name="pt49533"/>
            <p:cNvSpPr/>
            <p:nvPr/>
          </p:nvSpPr>
          <p:spPr>
            <a:xfrm>
              <a:off x="8563654" y="2231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4" name="pt49534"/>
            <p:cNvSpPr/>
            <p:nvPr/>
          </p:nvSpPr>
          <p:spPr>
            <a:xfrm>
              <a:off x="8863465" y="2066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5" name="pt49535"/>
            <p:cNvSpPr/>
            <p:nvPr/>
          </p:nvSpPr>
          <p:spPr>
            <a:xfrm>
              <a:off x="8563654" y="2119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6" name="pt49536"/>
            <p:cNvSpPr/>
            <p:nvPr/>
          </p:nvSpPr>
          <p:spPr>
            <a:xfrm>
              <a:off x="9294853" y="2029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7" name="pt49537"/>
            <p:cNvSpPr/>
            <p:nvPr/>
          </p:nvSpPr>
          <p:spPr>
            <a:xfrm>
              <a:off x="9120160" y="2048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8" name="pt49538"/>
            <p:cNvSpPr/>
            <p:nvPr/>
          </p:nvSpPr>
          <p:spPr>
            <a:xfrm>
              <a:off x="8721041" y="2218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9" name="pt49539"/>
            <p:cNvSpPr/>
            <p:nvPr/>
          </p:nvSpPr>
          <p:spPr>
            <a:xfrm>
              <a:off x="9028868" y="2029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0" name="pt49540"/>
            <p:cNvSpPr/>
            <p:nvPr/>
          </p:nvSpPr>
          <p:spPr>
            <a:xfrm>
              <a:off x="8471820" y="2444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1" name="pt49541"/>
            <p:cNvSpPr/>
            <p:nvPr/>
          </p:nvSpPr>
          <p:spPr>
            <a:xfrm>
              <a:off x="9040639" y="1717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2" name="pt49542"/>
            <p:cNvSpPr/>
            <p:nvPr/>
          </p:nvSpPr>
          <p:spPr>
            <a:xfrm>
              <a:off x="9040639" y="1667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3" name="pt49543"/>
            <p:cNvSpPr/>
            <p:nvPr/>
          </p:nvSpPr>
          <p:spPr>
            <a:xfrm>
              <a:off x="8636546" y="2413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4" name="pt49544"/>
            <p:cNvSpPr/>
            <p:nvPr/>
          </p:nvSpPr>
          <p:spPr>
            <a:xfrm>
              <a:off x="8761156" y="2250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5" name="pt49545"/>
            <p:cNvSpPr/>
            <p:nvPr/>
          </p:nvSpPr>
          <p:spPr>
            <a:xfrm>
              <a:off x="8563654" y="2226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6" name="pt49546"/>
            <p:cNvSpPr/>
            <p:nvPr/>
          </p:nvSpPr>
          <p:spPr>
            <a:xfrm>
              <a:off x="9193323" y="2131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7" name="pt49547"/>
            <p:cNvSpPr/>
            <p:nvPr/>
          </p:nvSpPr>
          <p:spPr>
            <a:xfrm>
              <a:off x="8274318" y="2213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8" name="pt49548"/>
            <p:cNvSpPr/>
            <p:nvPr/>
          </p:nvSpPr>
          <p:spPr>
            <a:xfrm>
              <a:off x="9332489" y="2069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9" name="pt49549"/>
            <p:cNvSpPr/>
            <p:nvPr/>
          </p:nvSpPr>
          <p:spPr>
            <a:xfrm>
              <a:off x="8798858" y="1985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0" name="pt49550"/>
            <p:cNvSpPr/>
            <p:nvPr/>
          </p:nvSpPr>
          <p:spPr>
            <a:xfrm>
              <a:off x="8798858" y="1856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1" name="pt49551"/>
            <p:cNvSpPr/>
            <p:nvPr/>
          </p:nvSpPr>
          <p:spPr>
            <a:xfrm>
              <a:off x="8648148" y="2351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2" name="pt49552"/>
            <p:cNvSpPr/>
            <p:nvPr/>
          </p:nvSpPr>
          <p:spPr>
            <a:xfrm>
              <a:off x="9297299" y="1823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3" name="pt49553"/>
            <p:cNvSpPr/>
            <p:nvPr/>
          </p:nvSpPr>
          <p:spPr>
            <a:xfrm>
              <a:off x="8778290" y="2381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4" name="pt49554"/>
            <p:cNvSpPr/>
            <p:nvPr/>
          </p:nvSpPr>
          <p:spPr>
            <a:xfrm>
              <a:off x="8596430" y="2211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5" name="pt49555"/>
            <p:cNvSpPr/>
            <p:nvPr/>
          </p:nvSpPr>
          <p:spPr>
            <a:xfrm>
              <a:off x="8982914" y="1836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6" name="pt49556"/>
            <p:cNvSpPr/>
            <p:nvPr/>
          </p:nvSpPr>
          <p:spPr>
            <a:xfrm>
              <a:off x="9310188" y="2212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7" name="pt49557"/>
            <p:cNvSpPr/>
            <p:nvPr/>
          </p:nvSpPr>
          <p:spPr>
            <a:xfrm>
              <a:off x="9089164" y="169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8" name="pt49558"/>
            <p:cNvSpPr/>
            <p:nvPr/>
          </p:nvSpPr>
          <p:spPr>
            <a:xfrm>
              <a:off x="9499399" y="2646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9" name="pt49559"/>
            <p:cNvSpPr/>
            <p:nvPr/>
          </p:nvSpPr>
          <p:spPr>
            <a:xfrm>
              <a:off x="8981160" y="1987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0" name="pt49560"/>
            <p:cNvSpPr/>
            <p:nvPr/>
          </p:nvSpPr>
          <p:spPr>
            <a:xfrm>
              <a:off x="8713389" y="2415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1" name="pt49561"/>
            <p:cNvSpPr/>
            <p:nvPr/>
          </p:nvSpPr>
          <p:spPr>
            <a:xfrm>
              <a:off x="8748753" y="2035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2" name="pt49562"/>
            <p:cNvSpPr/>
            <p:nvPr/>
          </p:nvSpPr>
          <p:spPr>
            <a:xfrm>
              <a:off x="9101309" y="1971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3" name="pt49563"/>
            <p:cNvSpPr/>
            <p:nvPr/>
          </p:nvSpPr>
          <p:spPr>
            <a:xfrm>
              <a:off x="8817313" y="2122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4" name="pt49564"/>
            <p:cNvSpPr/>
            <p:nvPr/>
          </p:nvSpPr>
          <p:spPr>
            <a:xfrm>
              <a:off x="8439043" y="2287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5" name="pt49565"/>
            <p:cNvSpPr/>
            <p:nvPr/>
          </p:nvSpPr>
          <p:spPr>
            <a:xfrm>
              <a:off x="9148684" y="2080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6" name="pt49566"/>
            <p:cNvSpPr/>
            <p:nvPr/>
          </p:nvSpPr>
          <p:spPr>
            <a:xfrm>
              <a:off x="9356962" y="2170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7" name="pt49567"/>
            <p:cNvSpPr/>
            <p:nvPr/>
          </p:nvSpPr>
          <p:spPr>
            <a:xfrm>
              <a:off x="9026144" y="1898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8" name="pt49568"/>
            <p:cNvSpPr/>
            <p:nvPr/>
          </p:nvSpPr>
          <p:spPr>
            <a:xfrm>
              <a:off x="9689893" y="1785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9" name="pt49569"/>
            <p:cNvSpPr/>
            <p:nvPr/>
          </p:nvSpPr>
          <p:spPr>
            <a:xfrm>
              <a:off x="8986371" y="1805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0" name="pt49570"/>
            <p:cNvSpPr/>
            <p:nvPr/>
          </p:nvSpPr>
          <p:spPr>
            <a:xfrm>
              <a:off x="8705398" y="2103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1" name="pt49571"/>
            <p:cNvSpPr/>
            <p:nvPr/>
          </p:nvSpPr>
          <p:spPr>
            <a:xfrm>
              <a:off x="8767051" y="2076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2" name="pt49572"/>
            <p:cNvSpPr/>
            <p:nvPr/>
          </p:nvSpPr>
          <p:spPr>
            <a:xfrm>
              <a:off x="8610820" y="2054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3" name="pt49573"/>
            <p:cNvSpPr/>
            <p:nvPr/>
          </p:nvSpPr>
          <p:spPr>
            <a:xfrm>
              <a:off x="8721041" y="2178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4" name="pt49574"/>
            <p:cNvSpPr/>
            <p:nvPr/>
          </p:nvSpPr>
          <p:spPr>
            <a:xfrm>
              <a:off x="8923469" y="1920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5" name="pt49575"/>
            <p:cNvSpPr/>
            <p:nvPr/>
          </p:nvSpPr>
          <p:spPr>
            <a:xfrm>
              <a:off x="8845651" y="2031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6" name="pt49576"/>
            <p:cNvSpPr/>
            <p:nvPr/>
          </p:nvSpPr>
          <p:spPr>
            <a:xfrm>
              <a:off x="8803653" y="1975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7" name="pt49577"/>
            <p:cNvSpPr/>
            <p:nvPr/>
          </p:nvSpPr>
          <p:spPr>
            <a:xfrm>
              <a:off x="9176891" y="1970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8" name="pt49578"/>
            <p:cNvSpPr/>
            <p:nvPr/>
          </p:nvSpPr>
          <p:spPr>
            <a:xfrm>
              <a:off x="9265854" y="1996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9" name="pt49579"/>
            <p:cNvSpPr/>
            <p:nvPr/>
          </p:nvSpPr>
          <p:spPr>
            <a:xfrm>
              <a:off x="9005825" y="1598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0" name="pt49580"/>
            <p:cNvSpPr/>
            <p:nvPr/>
          </p:nvSpPr>
          <p:spPr>
            <a:xfrm>
              <a:off x="9761216" y="2431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1" name="pt49581"/>
            <p:cNvSpPr/>
            <p:nvPr/>
          </p:nvSpPr>
          <p:spPr>
            <a:xfrm>
              <a:off x="9110981" y="2104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2" name="pt49582"/>
            <p:cNvSpPr/>
            <p:nvPr/>
          </p:nvSpPr>
          <p:spPr>
            <a:xfrm>
              <a:off x="8347210" y="2578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3" name="pt49583"/>
            <p:cNvSpPr/>
            <p:nvPr/>
          </p:nvSpPr>
          <p:spPr>
            <a:xfrm>
              <a:off x="9519804" y="2730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4" name="pt49584"/>
            <p:cNvSpPr/>
            <p:nvPr/>
          </p:nvSpPr>
          <p:spPr>
            <a:xfrm>
              <a:off x="9086240" y="1879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5" name="pt49585"/>
            <p:cNvSpPr/>
            <p:nvPr/>
          </p:nvSpPr>
          <p:spPr>
            <a:xfrm>
              <a:off x="8636546" y="222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6" name="pt49586"/>
            <p:cNvSpPr/>
            <p:nvPr/>
          </p:nvSpPr>
          <p:spPr>
            <a:xfrm>
              <a:off x="8610820" y="215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7" name="pt49587"/>
            <p:cNvSpPr/>
            <p:nvPr/>
          </p:nvSpPr>
          <p:spPr>
            <a:xfrm>
              <a:off x="9334476" y="2113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8" name="pt49588"/>
            <p:cNvSpPr/>
            <p:nvPr/>
          </p:nvSpPr>
          <p:spPr>
            <a:xfrm>
              <a:off x="8735430" y="1966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9" name="pt49589"/>
            <p:cNvSpPr/>
            <p:nvPr/>
          </p:nvSpPr>
          <p:spPr>
            <a:xfrm>
              <a:off x="8952564" y="2186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0" name="pt49590"/>
            <p:cNvSpPr/>
            <p:nvPr/>
          </p:nvSpPr>
          <p:spPr>
            <a:xfrm>
              <a:off x="9152801" y="1928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1" name="pt49591"/>
            <p:cNvSpPr/>
            <p:nvPr/>
          </p:nvSpPr>
          <p:spPr>
            <a:xfrm>
              <a:off x="8624143" y="2522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2" name="pt49592"/>
            <p:cNvSpPr/>
            <p:nvPr/>
          </p:nvSpPr>
          <p:spPr>
            <a:xfrm>
              <a:off x="8954618" y="2295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3" name="pt49593"/>
            <p:cNvSpPr/>
            <p:nvPr/>
          </p:nvSpPr>
          <p:spPr>
            <a:xfrm>
              <a:off x="9127336" y="2041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4" name="pt49594"/>
            <p:cNvSpPr/>
            <p:nvPr/>
          </p:nvSpPr>
          <p:spPr>
            <a:xfrm>
              <a:off x="9657982" y="2111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5" name="pt49595"/>
            <p:cNvSpPr/>
            <p:nvPr/>
          </p:nvSpPr>
          <p:spPr>
            <a:xfrm>
              <a:off x="9030214" y="1803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6" name="pt49596"/>
            <p:cNvSpPr/>
            <p:nvPr/>
          </p:nvSpPr>
          <p:spPr>
            <a:xfrm>
              <a:off x="8398928" y="2424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7" name="pt49597"/>
            <p:cNvSpPr/>
            <p:nvPr/>
          </p:nvSpPr>
          <p:spPr>
            <a:xfrm>
              <a:off x="8937484" y="2131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8" name="pt49598"/>
            <p:cNvSpPr/>
            <p:nvPr/>
          </p:nvSpPr>
          <p:spPr>
            <a:xfrm>
              <a:off x="8274318" y="2049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9" name="pt49599"/>
            <p:cNvSpPr/>
            <p:nvPr/>
          </p:nvSpPr>
          <p:spPr>
            <a:xfrm>
              <a:off x="8778290" y="2043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0" name="pt49600"/>
            <p:cNvSpPr/>
            <p:nvPr/>
          </p:nvSpPr>
          <p:spPr>
            <a:xfrm>
              <a:off x="9806800" y="2490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1" name="pt49601"/>
            <p:cNvSpPr/>
            <p:nvPr/>
          </p:nvSpPr>
          <p:spPr>
            <a:xfrm>
              <a:off x="8841866" y="1887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2" name="pt49602"/>
            <p:cNvSpPr/>
            <p:nvPr/>
          </p:nvSpPr>
          <p:spPr>
            <a:xfrm>
              <a:off x="9031551" y="1699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3" name="pt49603"/>
            <p:cNvSpPr/>
            <p:nvPr/>
          </p:nvSpPr>
          <p:spPr>
            <a:xfrm>
              <a:off x="9188382" y="2022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4" name="pt49604"/>
            <p:cNvSpPr/>
            <p:nvPr/>
          </p:nvSpPr>
          <p:spPr>
            <a:xfrm>
              <a:off x="9188382" y="2043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5" name="pt49605"/>
            <p:cNvSpPr/>
            <p:nvPr/>
          </p:nvSpPr>
          <p:spPr>
            <a:xfrm>
              <a:off x="8274318" y="2374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6" name="pt49606"/>
            <p:cNvSpPr/>
            <p:nvPr/>
          </p:nvSpPr>
          <p:spPr>
            <a:xfrm>
              <a:off x="8544712" y="2327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7" name="pt49607"/>
            <p:cNvSpPr/>
            <p:nvPr/>
          </p:nvSpPr>
          <p:spPr>
            <a:xfrm>
              <a:off x="8610820" y="1943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8" name="pt49608"/>
            <p:cNvSpPr/>
            <p:nvPr/>
          </p:nvSpPr>
          <p:spPr>
            <a:xfrm>
              <a:off x="9325618" y="2226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9" name="pt49609"/>
            <p:cNvSpPr/>
            <p:nvPr/>
          </p:nvSpPr>
          <p:spPr>
            <a:xfrm>
              <a:off x="8772758" y="2149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0" name="pt49610"/>
            <p:cNvSpPr/>
            <p:nvPr/>
          </p:nvSpPr>
          <p:spPr>
            <a:xfrm>
              <a:off x="8755061" y="2292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1" name="pt49611"/>
            <p:cNvSpPr/>
            <p:nvPr/>
          </p:nvSpPr>
          <p:spPr>
            <a:xfrm>
              <a:off x="9401682" y="2293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2" name="pt49612"/>
            <p:cNvSpPr/>
            <p:nvPr/>
          </p:nvSpPr>
          <p:spPr>
            <a:xfrm>
              <a:off x="8830008" y="2193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3" name="pt49613"/>
            <p:cNvSpPr/>
            <p:nvPr/>
          </p:nvSpPr>
          <p:spPr>
            <a:xfrm>
              <a:off x="8761156" y="2312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4" name="pt49614"/>
            <p:cNvSpPr/>
            <p:nvPr/>
          </p:nvSpPr>
          <p:spPr>
            <a:xfrm>
              <a:off x="9417918" y="1863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5" name="pt49615"/>
            <p:cNvSpPr/>
            <p:nvPr/>
          </p:nvSpPr>
          <p:spPr>
            <a:xfrm>
              <a:off x="8713389" y="2075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6" name="pt49616"/>
            <p:cNvSpPr/>
            <p:nvPr/>
          </p:nvSpPr>
          <p:spPr>
            <a:xfrm>
              <a:off x="8803653" y="2185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7" name="pt49617"/>
            <p:cNvSpPr/>
            <p:nvPr/>
          </p:nvSpPr>
          <p:spPr>
            <a:xfrm>
              <a:off x="9152801" y="1997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8" name="pt49618"/>
            <p:cNvSpPr/>
            <p:nvPr/>
          </p:nvSpPr>
          <p:spPr>
            <a:xfrm>
              <a:off x="9330228" y="2178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9" name="pt49619"/>
            <p:cNvSpPr/>
            <p:nvPr/>
          </p:nvSpPr>
          <p:spPr>
            <a:xfrm>
              <a:off x="8988075" y="1852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0" name="pt49620"/>
            <p:cNvSpPr/>
            <p:nvPr/>
          </p:nvSpPr>
          <p:spPr>
            <a:xfrm>
              <a:off x="8788868" y="2146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1" name="pt49621"/>
            <p:cNvSpPr/>
            <p:nvPr/>
          </p:nvSpPr>
          <p:spPr>
            <a:xfrm>
              <a:off x="9184443" y="1917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2" name="pt49622"/>
            <p:cNvSpPr/>
            <p:nvPr/>
          </p:nvSpPr>
          <p:spPr>
            <a:xfrm>
              <a:off x="8817313" y="2132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3" name="pt49623"/>
            <p:cNvSpPr/>
            <p:nvPr/>
          </p:nvSpPr>
          <p:spPr>
            <a:xfrm>
              <a:off x="9296080" y="1763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4" name="pt49624"/>
            <p:cNvSpPr/>
            <p:nvPr/>
          </p:nvSpPr>
          <p:spPr>
            <a:xfrm>
              <a:off x="9199706" y="2100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5" name="pt49625"/>
            <p:cNvSpPr/>
            <p:nvPr/>
          </p:nvSpPr>
          <p:spPr>
            <a:xfrm>
              <a:off x="8939717" y="2046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6" name="pt49626"/>
            <p:cNvSpPr/>
            <p:nvPr/>
          </p:nvSpPr>
          <p:spPr>
            <a:xfrm>
              <a:off x="8471820" y="2461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7" name="pt49627"/>
            <p:cNvSpPr/>
            <p:nvPr/>
          </p:nvSpPr>
          <p:spPr>
            <a:xfrm>
              <a:off x="9190595" y="2149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8" name="pt49628"/>
            <p:cNvSpPr/>
            <p:nvPr/>
          </p:nvSpPr>
          <p:spPr>
            <a:xfrm>
              <a:off x="8964553" y="2193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9" name="pt49629"/>
            <p:cNvSpPr/>
            <p:nvPr/>
          </p:nvSpPr>
          <p:spPr>
            <a:xfrm>
              <a:off x="9363383" y="2181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0" name="pt49630"/>
            <p:cNvSpPr/>
            <p:nvPr/>
          </p:nvSpPr>
          <p:spPr>
            <a:xfrm>
              <a:off x="9308769" y="2159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1" name="pt49631"/>
            <p:cNvSpPr/>
            <p:nvPr/>
          </p:nvSpPr>
          <p:spPr>
            <a:xfrm>
              <a:off x="8580788" y="2223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2" name="pt49632"/>
            <p:cNvSpPr/>
            <p:nvPr/>
          </p:nvSpPr>
          <p:spPr>
            <a:xfrm>
              <a:off x="9976916" y="2458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3" name="pt49633"/>
            <p:cNvSpPr/>
            <p:nvPr/>
          </p:nvSpPr>
          <p:spPr>
            <a:xfrm>
              <a:off x="8580788" y="223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4" name="pt49634"/>
            <p:cNvSpPr/>
            <p:nvPr/>
          </p:nvSpPr>
          <p:spPr>
            <a:xfrm>
              <a:off x="8803653" y="1963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5" name="pt49635"/>
            <p:cNvSpPr/>
            <p:nvPr/>
          </p:nvSpPr>
          <p:spPr>
            <a:xfrm>
              <a:off x="8471820" y="2229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6" name="pt49636"/>
            <p:cNvSpPr/>
            <p:nvPr/>
          </p:nvSpPr>
          <p:spPr>
            <a:xfrm>
              <a:off x="9227269" y="2124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7" name="pt49637"/>
            <p:cNvSpPr/>
            <p:nvPr/>
          </p:nvSpPr>
          <p:spPr>
            <a:xfrm>
              <a:off x="9099493" y="1936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8" name="pt49638"/>
            <p:cNvSpPr/>
            <p:nvPr/>
          </p:nvSpPr>
          <p:spPr>
            <a:xfrm>
              <a:off x="8705398" y="2253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9" name="pt49639"/>
            <p:cNvSpPr/>
            <p:nvPr/>
          </p:nvSpPr>
          <p:spPr>
            <a:xfrm>
              <a:off x="8973968" y="1964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0" name="pt49640"/>
            <p:cNvSpPr/>
            <p:nvPr/>
          </p:nvSpPr>
          <p:spPr>
            <a:xfrm>
              <a:off x="9116046" y="1980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1" name="pt49641"/>
            <p:cNvSpPr/>
            <p:nvPr/>
          </p:nvSpPr>
          <p:spPr>
            <a:xfrm>
              <a:off x="9218071" y="1769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2" name="pt49642"/>
            <p:cNvSpPr/>
            <p:nvPr/>
          </p:nvSpPr>
          <p:spPr>
            <a:xfrm>
              <a:off x="9126552" y="2023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3" name="pt49643"/>
            <p:cNvSpPr/>
            <p:nvPr/>
          </p:nvSpPr>
          <p:spPr>
            <a:xfrm>
              <a:off x="8930613" y="1751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4" name="pt49644"/>
            <p:cNvSpPr/>
            <p:nvPr/>
          </p:nvSpPr>
          <p:spPr>
            <a:xfrm>
              <a:off x="8852989" y="1895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5" name="pt49645"/>
            <p:cNvSpPr/>
            <p:nvPr/>
          </p:nvSpPr>
          <p:spPr>
            <a:xfrm>
              <a:off x="8798858" y="1976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6" name="pt49646"/>
            <p:cNvSpPr/>
            <p:nvPr/>
          </p:nvSpPr>
          <p:spPr>
            <a:xfrm>
              <a:off x="8347210" y="2325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7" name="pt49647"/>
            <p:cNvSpPr/>
            <p:nvPr/>
          </p:nvSpPr>
          <p:spPr>
            <a:xfrm>
              <a:off x="9717541" y="2067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8" name="pt49648"/>
            <p:cNvSpPr/>
            <p:nvPr/>
          </p:nvSpPr>
          <p:spPr>
            <a:xfrm>
              <a:off x="9124182" y="2143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9" name="pt49649"/>
            <p:cNvSpPr/>
            <p:nvPr/>
          </p:nvSpPr>
          <p:spPr>
            <a:xfrm>
              <a:off x="8973968" y="1990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0" name="pt49650"/>
            <p:cNvSpPr/>
            <p:nvPr/>
          </p:nvSpPr>
          <p:spPr>
            <a:xfrm>
              <a:off x="8347210" y="2521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1" name="pt49651"/>
            <p:cNvSpPr/>
            <p:nvPr/>
          </p:nvSpPr>
          <p:spPr>
            <a:xfrm>
              <a:off x="8499532" y="2579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2" name="pt49652"/>
            <p:cNvSpPr/>
            <p:nvPr/>
          </p:nvSpPr>
          <p:spPr>
            <a:xfrm>
              <a:off x="8274318" y="276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3" name="pt49653"/>
            <p:cNvSpPr/>
            <p:nvPr/>
          </p:nvSpPr>
          <p:spPr>
            <a:xfrm>
              <a:off x="9143758" y="2015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4" name="pt49654"/>
            <p:cNvSpPr/>
            <p:nvPr/>
          </p:nvSpPr>
          <p:spPr>
            <a:xfrm>
              <a:off x="8841866" y="1829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5" name="pt49655"/>
            <p:cNvSpPr/>
            <p:nvPr/>
          </p:nvSpPr>
          <p:spPr>
            <a:xfrm>
              <a:off x="8891661" y="2021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6" name="pt49656"/>
            <p:cNvSpPr/>
            <p:nvPr/>
          </p:nvSpPr>
          <p:spPr>
            <a:xfrm>
              <a:off x="8596430" y="2163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7" name="pt49657"/>
            <p:cNvSpPr/>
            <p:nvPr/>
          </p:nvSpPr>
          <p:spPr>
            <a:xfrm>
              <a:off x="8636546" y="2464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8" name="pt49658"/>
            <p:cNvSpPr/>
            <p:nvPr/>
          </p:nvSpPr>
          <p:spPr>
            <a:xfrm>
              <a:off x="8439043" y="2502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9" name="pt49659"/>
            <p:cNvSpPr/>
            <p:nvPr/>
          </p:nvSpPr>
          <p:spPr>
            <a:xfrm>
              <a:off x="8274318" y="2457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0" name="pt49660"/>
            <p:cNvSpPr/>
            <p:nvPr/>
          </p:nvSpPr>
          <p:spPr>
            <a:xfrm>
              <a:off x="8688264" y="2254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1" name="pt49661"/>
            <p:cNvSpPr/>
            <p:nvPr/>
          </p:nvSpPr>
          <p:spPr>
            <a:xfrm>
              <a:off x="8817313" y="1998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2" name="pt49662"/>
            <p:cNvSpPr/>
            <p:nvPr/>
          </p:nvSpPr>
          <p:spPr>
            <a:xfrm>
              <a:off x="9005825" y="1677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3" name="pt49663"/>
            <p:cNvSpPr/>
            <p:nvPr/>
          </p:nvSpPr>
          <p:spPr>
            <a:xfrm>
              <a:off x="8347210" y="2373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4" name="pt49664"/>
            <p:cNvSpPr/>
            <p:nvPr/>
          </p:nvSpPr>
          <p:spPr>
            <a:xfrm>
              <a:off x="9553956" y="2205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5" name="pt49665"/>
            <p:cNvSpPr/>
            <p:nvPr/>
          </p:nvSpPr>
          <p:spPr>
            <a:xfrm>
              <a:off x="8596430" y="2499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6" name="pt49666"/>
            <p:cNvSpPr/>
            <p:nvPr/>
          </p:nvSpPr>
          <p:spPr>
            <a:xfrm>
              <a:off x="8932933" y="1866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7" name="pt49667"/>
            <p:cNvSpPr/>
            <p:nvPr/>
          </p:nvSpPr>
          <p:spPr>
            <a:xfrm>
              <a:off x="8523538" y="2462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8" name="pt49668"/>
            <p:cNvSpPr/>
            <p:nvPr/>
          </p:nvSpPr>
          <p:spPr>
            <a:xfrm>
              <a:off x="9074048" y="1854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9" name="pt49669"/>
            <p:cNvSpPr/>
            <p:nvPr/>
          </p:nvSpPr>
          <p:spPr>
            <a:xfrm>
              <a:off x="8713389" y="2231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0" name="pt49670"/>
            <p:cNvSpPr/>
            <p:nvPr/>
          </p:nvSpPr>
          <p:spPr>
            <a:xfrm>
              <a:off x="9026144" y="1771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1" name="pt49671"/>
            <p:cNvSpPr/>
            <p:nvPr/>
          </p:nvSpPr>
          <p:spPr>
            <a:xfrm>
              <a:off x="9002725" y="1824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2" name="pt49672"/>
            <p:cNvSpPr/>
            <p:nvPr/>
          </p:nvSpPr>
          <p:spPr>
            <a:xfrm>
              <a:off x="8580788" y="2171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3" name="pt49673"/>
            <p:cNvSpPr/>
            <p:nvPr/>
          </p:nvSpPr>
          <p:spPr>
            <a:xfrm>
              <a:off x="9199183" y="2059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4" name="pt49674"/>
            <p:cNvSpPr/>
            <p:nvPr/>
          </p:nvSpPr>
          <p:spPr>
            <a:xfrm>
              <a:off x="8659047" y="2458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5" name="pt49675"/>
            <p:cNvSpPr/>
            <p:nvPr/>
          </p:nvSpPr>
          <p:spPr>
            <a:xfrm>
              <a:off x="9657982" y="1802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6" name="pt49676"/>
            <p:cNvSpPr/>
            <p:nvPr/>
          </p:nvSpPr>
          <p:spPr>
            <a:xfrm>
              <a:off x="8499532" y="2410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7" name="pt49677"/>
            <p:cNvSpPr/>
            <p:nvPr/>
          </p:nvSpPr>
          <p:spPr>
            <a:xfrm>
              <a:off x="8624143" y="2287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8" name="pt49678"/>
            <p:cNvSpPr/>
            <p:nvPr/>
          </p:nvSpPr>
          <p:spPr>
            <a:xfrm>
              <a:off x="8669323" y="2321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9" name="pt49679"/>
            <p:cNvSpPr/>
            <p:nvPr/>
          </p:nvSpPr>
          <p:spPr>
            <a:xfrm>
              <a:off x="9285697" y="1785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0" name="pt49680"/>
            <p:cNvSpPr/>
            <p:nvPr/>
          </p:nvSpPr>
          <p:spPr>
            <a:xfrm>
              <a:off x="8984651" y="1754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1" name="pt49681"/>
            <p:cNvSpPr/>
            <p:nvPr/>
          </p:nvSpPr>
          <p:spPr>
            <a:xfrm>
              <a:off x="9096734" y="1721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2" name="pt49682"/>
            <p:cNvSpPr/>
            <p:nvPr/>
          </p:nvSpPr>
          <p:spPr>
            <a:xfrm>
              <a:off x="8849358" y="2123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3" name="pt49683"/>
            <p:cNvSpPr/>
            <p:nvPr/>
          </p:nvSpPr>
          <p:spPr>
            <a:xfrm>
              <a:off x="8939717" y="1997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4" name="pt49684"/>
            <p:cNvSpPr/>
            <p:nvPr/>
          </p:nvSpPr>
          <p:spPr>
            <a:xfrm>
              <a:off x="9077174" y="2054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5" name="pt49685"/>
            <p:cNvSpPr/>
            <p:nvPr/>
          </p:nvSpPr>
          <p:spPr>
            <a:xfrm>
              <a:off x="8982914" y="1845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6" name="pt49686"/>
            <p:cNvSpPr/>
            <p:nvPr/>
          </p:nvSpPr>
          <p:spPr>
            <a:xfrm>
              <a:off x="8761156" y="2334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7" name="pt49687"/>
            <p:cNvSpPr/>
            <p:nvPr/>
          </p:nvSpPr>
          <p:spPr>
            <a:xfrm>
              <a:off x="8274318" y="2321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8" name="pt49688"/>
            <p:cNvSpPr/>
            <p:nvPr/>
          </p:nvSpPr>
          <p:spPr>
            <a:xfrm>
              <a:off x="9558274" y="2510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9" name="pt49689"/>
            <p:cNvSpPr/>
            <p:nvPr/>
          </p:nvSpPr>
          <p:spPr>
            <a:xfrm>
              <a:off x="8274318" y="2557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0" name="pt49690"/>
            <p:cNvSpPr/>
            <p:nvPr/>
          </p:nvSpPr>
          <p:spPr>
            <a:xfrm>
              <a:off x="9502529" y="2584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1" name="pt49691"/>
            <p:cNvSpPr/>
            <p:nvPr/>
          </p:nvSpPr>
          <p:spPr>
            <a:xfrm>
              <a:off x="9273294" y="1613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2" name="pt49692"/>
            <p:cNvSpPr/>
            <p:nvPr/>
          </p:nvSpPr>
          <p:spPr>
            <a:xfrm>
              <a:off x="9792213" y="2573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3" name="pt49693"/>
            <p:cNvSpPr/>
            <p:nvPr/>
          </p:nvSpPr>
          <p:spPr>
            <a:xfrm>
              <a:off x="8941923" y="2024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4" name="pt49694"/>
            <p:cNvSpPr/>
            <p:nvPr/>
          </p:nvSpPr>
          <p:spPr>
            <a:xfrm>
              <a:off x="8523538" y="2506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5" name="pt49695"/>
            <p:cNvSpPr/>
            <p:nvPr/>
          </p:nvSpPr>
          <p:spPr>
            <a:xfrm>
              <a:off x="9401001" y="2027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6" name="pt49696"/>
            <p:cNvSpPr/>
            <p:nvPr/>
          </p:nvSpPr>
          <p:spPr>
            <a:xfrm>
              <a:off x="9045633" y="224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7" name="pt49697"/>
            <p:cNvSpPr/>
            <p:nvPr/>
          </p:nvSpPr>
          <p:spPr>
            <a:xfrm>
              <a:off x="8954618" y="2309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8" name="pt49698"/>
            <p:cNvSpPr/>
            <p:nvPr/>
          </p:nvSpPr>
          <p:spPr>
            <a:xfrm>
              <a:off x="8580788" y="2127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9" name="pt49699"/>
            <p:cNvSpPr/>
            <p:nvPr/>
          </p:nvSpPr>
          <p:spPr>
            <a:xfrm>
              <a:off x="9023378" y="1912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0" name="pt49700"/>
            <p:cNvSpPr/>
            <p:nvPr/>
          </p:nvSpPr>
          <p:spPr>
            <a:xfrm>
              <a:off x="9147988" y="2097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1" name="pt49701"/>
            <p:cNvSpPr/>
            <p:nvPr/>
          </p:nvSpPr>
          <p:spPr>
            <a:xfrm>
              <a:off x="8972124" y="2128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2" name="pt49702"/>
            <p:cNvSpPr/>
            <p:nvPr/>
          </p:nvSpPr>
          <p:spPr>
            <a:xfrm>
              <a:off x="9182728" y="196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3" name="pt49703"/>
            <p:cNvSpPr/>
            <p:nvPr/>
          </p:nvSpPr>
          <p:spPr>
            <a:xfrm>
              <a:off x="8956650" y="2188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4" name="pt49704"/>
            <p:cNvSpPr/>
            <p:nvPr/>
          </p:nvSpPr>
          <p:spPr>
            <a:xfrm>
              <a:off x="8610820" y="2035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5" name="pt49705"/>
            <p:cNvSpPr/>
            <p:nvPr/>
          </p:nvSpPr>
          <p:spPr>
            <a:xfrm>
              <a:off x="9361481" y="2125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6" name="pt49706"/>
            <p:cNvSpPr/>
            <p:nvPr/>
          </p:nvSpPr>
          <p:spPr>
            <a:xfrm>
              <a:off x="9295774" y="1955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7" name="pt49707"/>
            <p:cNvSpPr/>
            <p:nvPr/>
          </p:nvSpPr>
          <p:spPr>
            <a:xfrm>
              <a:off x="8713389" y="2222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8" name="pt49708"/>
            <p:cNvSpPr/>
            <p:nvPr/>
          </p:nvSpPr>
          <p:spPr>
            <a:xfrm>
              <a:off x="8876545" y="1873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9" name="pt49709"/>
            <p:cNvSpPr/>
            <p:nvPr/>
          </p:nvSpPr>
          <p:spPr>
            <a:xfrm>
              <a:off x="8347210" y="2579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0" name="pt49710"/>
            <p:cNvSpPr/>
            <p:nvPr/>
          </p:nvSpPr>
          <p:spPr>
            <a:xfrm>
              <a:off x="9331236" y="1873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1" name="pt49711"/>
            <p:cNvSpPr/>
            <p:nvPr/>
          </p:nvSpPr>
          <p:spPr>
            <a:xfrm>
              <a:off x="8973968" y="1885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2" name="pt49712"/>
            <p:cNvSpPr/>
            <p:nvPr/>
          </p:nvSpPr>
          <p:spPr>
            <a:xfrm>
              <a:off x="9097658" y="2152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3" name="pt49713"/>
            <p:cNvSpPr/>
            <p:nvPr/>
          </p:nvSpPr>
          <p:spPr>
            <a:xfrm>
              <a:off x="9143758" y="2068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4" name="pt49714"/>
            <p:cNvSpPr/>
            <p:nvPr/>
          </p:nvSpPr>
          <p:spPr>
            <a:xfrm>
              <a:off x="9157488" y="1845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5" name="pt49715"/>
            <p:cNvSpPr/>
            <p:nvPr/>
          </p:nvSpPr>
          <p:spPr>
            <a:xfrm>
              <a:off x="9203327" y="1801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6" name="pt49716"/>
            <p:cNvSpPr/>
            <p:nvPr/>
          </p:nvSpPr>
          <p:spPr>
            <a:xfrm>
              <a:off x="8954618" y="2298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7" name="pt49717"/>
            <p:cNvSpPr/>
            <p:nvPr/>
          </p:nvSpPr>
          <p:spPr>
            <a:xfrm>
              <a:off x="9181576" y="1970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8" name="pt49718"/>
            <p:cNvSpPr/>
            <p:nvPr/>
          </p:nvSpPr>
          <p:spPr>
            <a:xfrm>
              <a:off x="9043153" y="1728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9" name="pt49719"/>
            <p:cNvSpPr/>
            <p:nvPr/>
          </p:nvSpPr>
          <p:spPr>
            <a:xfrm>
              <a:off x="9095805" y="1661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0" name="pt49720"/>
            <p:cNvSpPr/>
            <p:nvPr/>
          </p:nvSpPr>
          <p:spPr>
            <a:xfrm>
              <a:off x="8610820" y="2089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1" name="pt49721"/>
            <p:cNvSpPr/>
            <p:nvPr/>
          </p:nvSpPr>
          <p:spPr>
            <a:xfrm>
              <a:off x="8636546" y="2303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2" name="pt49722"/>
            <p:cNvSpPr/>
            <p:nvPr/>
          </p:nvSpPr>
          <p:spPr>
            <a:xfrm>
              <a:off x="8659047" y="2445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3" name="pt49723"/>
            <p:cNvSpPr/>
            <p:nvPr/>
          </p:nvSpPr>
          <p:spPr>
            <a:xfrm>
              <a:off x="9295774" y="1936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4" name="pt49724"/>
            <p:cNvSpPr/>
            <p:nvPr/>
          </p:nvSpPr>
          <p:spPr>
            <a:xfrm>
              <a:off x="9182728" y="2002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5" name="pt49725"/>
            <p:cNvSpPr/>
            <p:nvPr/>
          </p:nvSpPr>
          <p:spPr>
            <a:xfrm>
              <a:off x="8398928" y="2452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6" name="pt49726"/>
            <p:cNvSpPr/>
            <p:nvPr/>
          </p:nvSpPr>
          <p:spPr>
            <a:xfrm>
              <a:off x="8721041" y="2020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7" name="pt49727"/>
            <p:cNvSpPr/>
            <p:nvPr/>
          </p:nvSpPr>
          <p:spPr>
            <a:xfrm>
              <a:off x="8834048" y="1873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8" name="pt49728"/>
            <p:cNvSpPr/>
            <p:nvPr/>
          </p:nvSpPr>
          <p:spPr>
            <a:xfrm>
              <a:off x="9118525" y="2126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9" name="pt49729"/>
            <p:cNvSpPr/>
            <p:nvPr/>
          </p:nvSpPr>
          <p:spPr>
            <a:xfrm>
              <a:off x="8636546" y="2504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0" name="pt49730"/>
            <p:cNvSpPr/>
            <p:nvPr/>
          </p:nvSpPr>
          <p:spPr>
            <a:xfrm>
              <a:off x="8767051" y="2115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1" name="pt49731"/>
            <p:cNvSpPr/>
            <p:nvPr/>
          </p:nvSpPr>
          <p:spPr>
            <a:xfrm>
              <a:off x="8803653" y="2001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2" name="pt49732"/>
            <p:cNvSpPr/>
            <p:nvPr/>
          </p:nvSpPr>
          <p:spPr>
            <a:xfrm>
              <a:off x="8471820" y="2544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3" name="pt49733"/>
            <p:cNvSpPr/>
            <p:nvPr/>
          </p:nvSpPr>
          <p:spPr>
            <a:xfrm>
              <a:off x="8544712" y="2366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4" name="pt49734"/>
            <p:cNvSpPr/>
            <p:nvPr/>
          </p:nvSpPr>
          <p:spPr>
            <a:xfrm>
              <a:off x="8398928" y="2253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5" name="pt49735"/>
            <p:cNvSpPr/>
            <p:nvPr/>
          </p:nvSpPr>
          <p:spPr>
            <a:xfrm>
              <a:off x="9074048" y="1765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6" name="pt49736"/>
            <p:cNvSpPr/>
            <p:nvPr/>
          </p:nvSpPr>
          <p:spPr>
            <a:xfrm>
              <a:off x="8398928" y="2612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7" name="pt49737"/>
            <p:cNvSpPr/>
            <p:nvPr/>
          </p:nvSpPr>
          <p:spPr>
            <a:xfrm>
              <a:off x="9401001" y="2228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8" name="pt49738"/>
            <p:cNvSpPr/>
            <p:nvPr/>
          </p:nvSpPr>
          <p:spPr>
            <a:xfrm>
              <a:off x="9066533" y="1709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9" name="pt49739"/>
            <p:cNvSpPr/>
            <p:nvPr/>
          </p:nvSpPr>
          <p:spPr>
            <a:xfrm>
              <a:off x="8803653" y="2030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0" name="pt49740"/>
            <p:cNvSpPr/>
            <p:nvPr/>
          </p:nvSpPr>
          <p:spPr>
            <a:xfrm>
              <a:off x="8580788" y="2165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1" name="pt49741"/>
            <p:cNvSpPr/>
            <p:nvPr/>
          </p:nvSpPr>
          <p:spPr>
            <a:xfrm>
              <a:off x="8471820" y="2378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2" name="pt49742"/>
            <p:cNvSpPr/>
            <p:nvPr/>
          </p:nvSpPr>
          <p:spPr>
            <a:xfrm>
              <a:off x="8274318" y="2123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3" name="pt49743"/>
            <p:cNvSpPr/>
            <p:nvPr/>
          </p:nvSpPr>
          <p:spPr>
            <a:xfrm>
              <a:off x="8274318" y="2466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4" name="pt49744"/>
            <p:cNvSpPr/>
            <p:nvPr/>
          </p:nvSpPr>
          <p:spPr>
            <a:xfrm>
              <a:off x="9296080" y="191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5" name="pt49745"/>
            <p:cNvSpPr/>
            <p:nvPr/>
          </p:nvSpPr>
          <p:spPr>
            <a:xfrm>
              <a:off x="8838000" y="2109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6" name="pt49746"/>
            <p:cNvSpPr/>
            <p:nvPr/>
          </p:nvSpPr>
          <p:spPr>
            <a:xfrm>
              <a:off x="8713389" y="2183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7" name="pt49747"/>
            <p:cNvSpPr/>
            <p:nvPr/>
          </p:nvSpPr>
          <p:spPr>
            <a:xfrm>
              <a:off x="8705398" y="1944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8" name="pt49748"/>
            <p:cNvSpPr/>
            <p:nvPr/>
          </p:nvSpPr>
          <p:spPr>
            <a:xfrm>
              <a:off x="8274318" y="2247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9" name="pt49749"/>
            <p:cNvSpPr/>
            <p:nvPr/>
          </p:nvSpPr>
          <p:spPr>
            <a:xfrm>
              <a:off x="8767051" y="2116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0" name="pt49750"/>
            <p:cNvSpPr/>
            <p:nvPr/>
          </p:nvSpPr>
          <p:spPr>
            <a:xfrm>
              <a:off x="8755061" y="2207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1" name="pt49751"/>
            <p:cNvSpPr/>
            <p:nvPr/>
          </p:nvSpPr>
          <p:spPr>
            <a:xfrm>
              <a:off x="9363383" y="2199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2" name="pt49752"/>
            <p:cNvSpPr/>
            <p:nvPr/>
          </p:nvSpPr>
          <p:spPr>
            <a:xfrm>
              <a:off x="9273294" y="1713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3" name="pt49753"/>
            <p:cNvSpPr/>
            <p:nvPr/>
          </p:nvSpPr>
          <p:spPr>
            <a:xfrm>
              <a:off x="8596430" y="2298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4" name="pt49754"/>
            <p:cNvSpPr/>
            <p:nvPr/>
          </p:nvSpPr>
          <p:spPr>
            <a:xfrm>
              <a:off x="9502529" y="2623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5" name="pt49755"/>
            <p:cNvSpPr/>
            <p:nvPr/>
          </p:nvSpPr>
          <p:spPr>
            <a:xfrm>
              <a:off x="8347210" y="2155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6" name="pt49756"/>
            <p:cNvSpPr/>
            <p:nvPr/>
          </p:nvSpPr>
          <p:spPr>
            <a:xfrm>
              <a:off x="8659047" y="2380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7" name="pt49757"/>
            <p:cNvSpPr/>
            <p:nvPr/>
          </p:nvSpPr>
          <p:spPr>
            <a:xfrm>
              <a:off x="9562976" y="2277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8" name="pt49758"/>
            <p:cNvSpPr/>
            <p:nvPr/>
          </p:nvSpPr>
          <p:spPr>
            <a:xfrm>
              <a:off x="8563654" y="2139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9" name="pt49759"/>
            <p:cNvSpPr/>
            <p:nvPr/>
          </p:nvSpPr>
          <p:spPr>
            <a:xfrm>
              <a:off x="8636546" y="2394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0" name="pt49760"/>
            <p:cNvSpPr/>
            <p:nvPr/>
          </p:nvSpPr>
          <p:spPr>
            <a:xfrm>
              <a:off x="9096734" y="1692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1" name="pt49761"/>
            <p:cNvSpPr/>
            <p:nvPr/>
          </p:nvSpPr>
          <p:spPr>
            <a:xfrm>
              <a:off x="9614018" y="2298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2" name="pt49762"/>
            <p:cNvSpPr/>
            <p:nvPr/>
          </p:nvSpPr>
          <p:spPr>
            <a:xfrm>
              <a:off x="9806800" y="2634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3" name="pt49763"/>
            <p:cNvSpPr/>
            <p:nvPr/>
          </p:nvSpPr>
          <p:spPr>
            <a:xfrm>
              <a:off x="8596430" y="2330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4" name="pt49764"/>
            <p:cNvSpPr/>
            <p:nvPr/>
          </p:nvSpPr>
          <p:spPr>
            <a:xfrm>
              <a:off x="8778290" y="2082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5" name="pt49765"/>
            <p:cNvSpPr/>
            <p:nvPr/>
          </p:nvSpPr>
          <p:spPr>
            <a:xfrm>
              <a:off x="9147988" y="2039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6" name="pt49766"/>
            <p:cNvSpPr/>
            <p:nvPr/>
          </p:nvSpPr>
          <p:spPr>
            <a:xfrm>
              <a:off x="8544712" y="2410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7" name="pt49767"/>
            <p:cNvSpPr/>
            <p:nvPr/>
          </p:nvSpPr>
          <p:spPr>
            <a:xfrm>
              <a:off x="8778290" y="1987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8" name="pt49768"/>
            <p:cNvSpPr/>
            <p:nvPr/>
          </p:nvSpPr>
          <p:spPr>
            <a:xfrm>
              <a:off x="9034195" y="1844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9" name="pt49769"/>
            <p:cNvSpPr/>
            <p:nvPr/>
          </p:nvSpPr>
          <p:spPr>
            <a:xfrm>
              <a:off x="8610820" y="2090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0" name="pt49770"/>
            <p:cNvSpPr/>
            <p:nvPr/>
          </p:nvSpPr>
          <p:spPr>
            <a:xfrm>
              <a:off x="9294853" y="1945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1" name="pt49771"/>
            <p:cNvSpPr/>
            <p:nvPr/>
          </p:nvSpPr>
          <p:spPr>
            <a:xfrm>
              <a:off x="9140881" y="2120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2" name="pt49772"/>
            <p:cNvSpPr/>
            <p:nvPr/>
          </p:nvSpPr>
          <p:spPr>
            <a:xfrm>
              <a:off x="8748753" y="2045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3" name="pt49773"/>
            <p:cNvSpPr/>
            <p:nvPr/>
          </p:nvSpPr>
          <p:spPr>
            <a:xfrm>
              <a:off x="9448796" y="2188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4" name="pt49774"/>
            <p:cNvSpPr/>
            <p:nvPr/>
          </p:nvSpPr>
          <p:spPr>
            <a:xfrm>
              <a:off x="8439043" y="2285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5" name="pt49775"/>
            <p:cNvSpPr/>
            <p:nvPr/>
          </p:nvSpPr>
          <p:spPr>
            <a:xfrm>
              <a:off x="8274318" y="268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6" name="pt49776"/>
            <p:cNvSpPr/>
            <p:nvPr/>
          </p:nvSpPr>
          <p:spPr>
            <a:xfrm>
              <a:off x="9059833" y="1660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7" name="pt49777"/>
            <p:cNvSpPr/>
            <p:nvPr/>
          </p:nvSpPr>
          <p:spPr>
            <a:xfrm>
              <a:off x="8499532" y="2491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8" name="pt49778"/>
            <p:cNvSpPr/>
            <p:nvPr/>
          </p:nvSpPr>
          <p:spPr>
            <a:xfrm>
              <a:off x="8761156" y="2396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9" name="pt49779"/>
            <p:cNvSpPr/>
            <p:nvPr/>
          </p:nvSpPr>
          <p:spPr>
            <a:xfrm>
              <a:off x="8778290" y="2015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0" name="pt49780"/>
            <p:cNvSpPr/>
            <p:nvPr/>
          </p:nvSpPr>
          <p:spPr>
            <a:xfrm>
              <a:off x="9124182" y="2058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1" name="pt49781"/>
            <p:cNvSpPr/>
            <p:nvPr/>
          </p:nvSpPr>
          <p:spPr>
            <a:xfrm>
              <a:off x="9295774" y="1966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2" name="pt49782"/>
            <p:cNvSpPr/>
            <p:nvPr/>
          </p:nvSpPr>
          <p:spPr>
            <a:xfrm>
              <a:off x="9421909" y="1965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3" name="pt49783"/>
            <p:cNvSpPr/>
            <p:nvPr/>
          </p:nvSpPr>
          <p:spPr>
            <a:xfrm>
              <a:off x="9097658" y="2183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4" name="pt49784"/>
            <p:cNvSpPr/>
            <p:nvPr/>
          </p:nvSpPr>
          <p:spPr>
            <a:xfrm>
              <a:off x="8471820" y="2459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5" name="pt49785"/>
            <p:cNvSpPr/>
            <p:nvPr/>
          </p:nvSpPr>
          <p:spPr>
            <a:xfrm>
              <a:off x="9719466" y="2256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6" name="pt49786"/>
            <p:cNvSpPr/>
            <p:nvPr/>
          </p:nvSpPr>
          <p:spPr>
            <a:xfrm>
              <a:off x="9568569" y="2336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7" name="pt49787"/>
            <p:cNvSpPr/>
            <p:nvPr/>
          </p:nvSpPr>
          <p:spPr>
            <a:xfrm>
              <a:off x="9525526" y="1668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8" name="pt49788"/>
            <p:cNvSpPr/>
            <p:nvPr/>
          </p:nvSpPr>
          <p:spPr>
            <a:xfrm>
              <a:off x="9101309" y="2173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9" name="pt49789"/>
            <p:cNvSpPr/>
            <p:nvPr/>
          </p:nvSpPr>
          <p:spPr>
            <a:xfrm>
              <a:off x="9468702" y="2162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0" name="pt49790"/>
            <p:cNvSpPr/>
            <p:nvPr/>
          </p:nvSpPr>
          <p:spPr>
            <a:xfrm>
              <a:off x="8523538" y="2419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1" name="pt49791"/>
            <p:cNvSpPr/>
            <p:nvPr/>
          </p:nvSpPr>
          <p:spPr>
            <a:xfrm>
              <a:off x="8735430" y="2270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2" name="pt49792"/>
            <p:cNvSpPr/>
            <p:nvPr/>
          </p:nvSpPr>
          <p:spPr>
            <a:xfrm>
              <a:off x="8735430" y="2124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3" name="pt49793"/>
            <p:cNvSpPr/>
            <p:nvPr/>
          </p:nvSpPr>
          <p:spPr>
            <a:xfrm>
              <a:off x="8735430" y="2067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4" name="pt49794"/>
            <p:cNvSpPr/>
            <p:nvPr/>
          </p:nvSpPr>
          <p:spPr>
            <a:xfrm>
              <a:off x="8849358" y="1974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5" name="pt49795"/>
            <p:cNvSpPr/>
            <p:nvPr/>
          </p:nvSpPr>
          <p:spPr>
            <a:xfrm>
              <a:off x="9253114" y="2047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6" name="pt49796"/>
            <p:cNvSpPr/>
            <p:nvPr/>
          </p:nvSpPr>
          <p:spPr>
            <a:xfrm>
              <a:off x="9054052" y="2160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7" name="pt49797"/>
            <p:cNvSpPr/>
            <p:nvPr/>
          </p:nvSpPr>
          <p:spPr>
            <a:xfrm>
              <a:off x="9124182" y="2066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8" name="pt49798"/>
            <p:cNvSpPr/>
            <p:nvPr/>
          </p:nvSpPr>
          <p:spPr>
            <a:xfrm>
              <a:off x="8821645" y="2314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9" name="pt49799"/>
            <p:cNvSpPr/>
            <p:nvPr/>
          </p:nvSpPr>
          <p:spPr>
            <a:xfrm>
              <a:off x="8856549" y="226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0" name="pt49800"/>
            <p:cNvSpPr/>
            <p:nvPr/>
          </p:nvSpPr>
          <p:spPr>
            <a:xfrm>
              <a:off x="8713389" y="1965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1" name="pt49801"/>
            <p:cNvSpPr/>
            <p:nvPr/>
          </p:nvSpPr>
          <p:spPr>
            <a:xfrm>
              <a:off x="9269435" y="1696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2" name="pt49802"/>
            <p:cNvSpPr/>
            <p:nvPr/>
          </p:nvSpPr>
          <p:spPr>
            <a:xfrm>
              <a:off x="8748753" y="1980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3" name="pt49803"/>
            <p:cNvSpPr/>
            <p:nvPr/>
          </p:nvSpPr>
          <p:spPr>
            <a:xfrm>
              <a:off x="9334969" y="2159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4" name="pt49804"/>
            <p:cNvSpPr/>
            <p:nvPr/>
          </p:nvSpPr>
          <p:spPr>
            <a:xfrm>
              <a:off x="8930613" y="1829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5" name="pt49805"/>
            <p:cNvSpPr/>
            <p:nvPr/>
          </p:nvSpPr>
          <p:spPr>
            <a:xfrm>
              <a:off x="8398928" y="2400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6" name="pt49806"/>
            <p:cNvSpPr/>
            <p:nvPr/>
          </p:nvSpPr>
          <p:spPr>
            <a:xfrm>
              <a:off x="9503592" y="2556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7" name="pt49807"/>
            <p:cNvSpPr/>
            <p:nvPr/>
          </p:nvSpPr>
          <p:spPr>
            <a:xfrm>
              <a:off x="9427147" y="1827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8" name="pt49808"/>
            <p:cNvSpPr/>
            <p:nvPr/>
          </p:nvSpPr>
          <p:spPr>
            <a:xfrm>
              <a:off x="8937484" y="2104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9" name="pt49809"/>
            <p:cNvSpPr/>
            <p:nvPr/>
          </p:nvSpPr>
          <p:spPr>
            <a:xfrm>
              <a:off x="8580788" y="2139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0" name="pt49810"/>
            <p:cNvSpPr/>
            <p:nvPr/>
          </p:nvSpPr>
          <p:spPr>
            <a:xfrm>
              <a:off x="9157488" y="1855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1" name="pt49811"/>
            <p:cNvSpPr/>
            <p:nvPr/>
          </p:nvSpPr>
          <p:spPr>
            <a:xfrm>
              <a:off x="9233005" y="2133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2" name="pt49812"/>
            <p:cNvSpPr/>
            <p:nvPr/>
          </p:nvSpPr>
          <p:spPr>
            <a:xfrm>
              <a:off x="8735430" y="2288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3" name="pt49813"/>
            <p:cNvSpPr/>
            <p:nvPr/>
          </p:nvSpPr>
          <p:spPr>
            <a:xfrm>
              <a:off x="8954618" y="2340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4" name="pt49814"/>
            <p:cNvSpPr/>
            <p:nvPr/>
          </p:nvSpPr>
          <p:spPr>
            <a:xfrm>
              <a:off x="9829630" y="2317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5" name="pt49815"/>
            <p:cNvSpPr/>
            <p:nvPr/>
          </p:nvSpPr>
          <p:spPr>
            <a:xfrm>
              <a:off x="8659047" y="2266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6" name="pt49816"/>
            <p:cNvSpPr/>
            <p:nvPr/>
          </p:nvSpPr>
          <p:spPr>
            <a:xfrm>
              <a:off x="8923469" y="1966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7" name="pt49817"/>
            <p:cNvSpPr/>
            <p:nvPr/>
          </p:nvSpPr>
          <p:spPr>
            <a:xfrm>
              <a:off x="8274318" y="2658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8" name="pt49818"/>
            <p:cNvSpPr/>
            <p:nvPr/>
          </p:nvSpPr>
          <p:spPr>
            <a:xfrm>
              <a:off x="8398928" y="2299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9" name="pt49819"/>
            <p:cNvSpPr/>
            <p:nvPr/>
          </p:nvSpPr>
          <p:spPr>
            <a:xfrm>
              <a:off x="8721041" y="2244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0" name="pt49820"/>
            <p:cNvSpPr/>
            <p:nvPr/>
          </p:nvSpPr>
          <p:spPr>
            <a:xfrm>
              <a:off x="8897369" y="1846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1" name="pt49821"/>
            <p:cNvSpPr/>
            <p:nvPr/>
          </p:nvSpPr>
          <p:spPr>
            <a:xfrm>
              <a:off x="8937484" y="1982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2" name="pt49822"/>
            <p:cNvSpPr/>
            <p:nvPr/>
          </p:nvSpPr>
          <p:spPr>
            <a:xfrm>
              <a:off x="8523538" y="2427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3" name="pt49823"/>
            <p:cNvSpPr/>
            <p:nvPr/>
          </p:nvSpPr>
          <p:spPr>
            <a:xfrm>
              <a:off x="9193323" y="2062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4" name="pt49824"/>
            <p:cNvSpPr/>
            <p:nvPr/>
          </p:nvSpPr>
          <p:spPr>
            <a:xfrm>
              <a:off x="9268724" y="1561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5" name="pt49825"/>
            <p:cNvSpPr/>
            <p:nvPr/>
          </p:nvSpPr>
          <p:spPr>
            <a:xfrm>
              <a:off x="9431373" y="1838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6" name="pt49826"/>
            <p:cNvSpPr/>
            <p:nvPr/>
          </p:nvSpPr>
          <p:spPr>
            <a:xfrm>
              <a:off x="8954618" y="2316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7" name="pt49827"/>
            <p:cNvSpPr/>
            <p:nvPr/>
          </p:nvSpPr>
          <p:spPr>
            <a:xfrm>
              <a:off x="8849358" y="1990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8" name="pt49828"/>
            <p:cNvSpPr/>
            <p:nvPr/>
          </p:nvSpPr>
          <p:spPr>
            <a:xfrm>
              <a:off x="8563654" y="2295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9" name="pt49829"/>
            <p:cNvSpPr/>
            <p:nvPr/>
          </p:nvSpPr>
          <p:spPr>
            <a:xfrm>
              <a:off x="9044397" y="2028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0" name="pt49830"/>
            <p:cNvSpPr/>
            <p:nvPr/>
          </p:nvSpPr>
          <p:spPr>
            <a:xfrm>
              <a:off x="9030214" y="1765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1" name="pt49831"/>
            <p:cNvSpPr/>
            <p:nvPr/>
          </p:nvSpPr>
          <p:spPr>
            <a:xfrm>
              <a:off x="8610820" y="1984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2" name="pt49832"/>
            <p:cNvSpPr/>
            <p:nvPr/>
          </p:nvSpPr>
          <p:spPr>
            <a:xfrm>
              <a:off x="9075096" y="1855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3" name="pt49833"/>
            <p:cNvSpPr/>
            <p:nvPr/>
          </p:nvSpPr>
          <p:spPr>
            <a:xfrm>
              <a:off x="8941923" y="204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4" name="pt49834"/>
            <p:cNvSpPr/>
            <p:nvPr/>
          </p:nvSpPr>
          <p:spPr>
            <a:xfrm>
              <a:off x="9188382" y="1986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5" name="pt49835"/>
            <p:cNvSpPr/>
            <p:nvPr/>
          </p:nvSpPr>
          <p:spPr>
            <a:xfrm>
              <a:off x="8347210" y="2372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6" name="pt49836"/>
            <p:cNvSpPr/>
            <p:nvPr/>
          </p:nvSpPr>
          <p:spPr>
            <a:xfrm>
              <a:off x="8830008" y="200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7" name="pt49837"/>
            <p:cNvSpPr/>
            <p:nvPr/>
          </p:nvSpPr>
          <p:spPr>
            <a:xfrm>
              <a:off x="8636546" y="2438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8" name="pt49838"/>
            <p:cNvSpPr/>
            <p:nvPr/>
          </p:nvSpPr>
          <p:spPr>
            <a:xfrm>
              <a:off x="9281436" y="1864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9" name="pt49839"/>
            <p:cNvSpPr/>
            <p:nvPr/>
          </p:nvSpPr>
          <p:spPr>
            <a:xfrm>
              <a:off x="9116046" y="2012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0" name="pt49840"/>
            <p:cNvSpPr/>
            <p:nvPr/>
          </p:nvSpPr>
          <p:spPr>
            <a:xfrm>
              <a:off x="8439043" y="2603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1" name="pt49841"/>
            <p:cNvSpPr/>
            <p:nvPr/>
          </p:nvSpPr>
          <p:spPr>
            <a:xfrm>
              <a:off x="8688264" y="2490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2" name="pt49842"/>
            <p:cNvSpPr/>
            <p:nvPr/>
          </p:nvSpPr>
          <p:spPr>
            <a:xfrm>
              <a:off x="9519804" y="2470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3" name="pt49843"/>
            <p:cNvSpPr/>
            <p:nvPr/>
          </p:nvSpPr>
          <p:spPr>
            <a:xfrm>
              <a:off x="9976916" y="2600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4" name="pt49844"/>
            <p:cNvSpPr/>
            <p:nvPr/>
          </p:nvSpPr>
          <p:spPr>
            <a:xfrm>
              <a:off x="8439043" y="2312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5" name="pt49845"/>
            <p:cNvSpPr/>
            <p:nvPr/>
          </p:nvSpPr>
          <p:spPr>
            <a:xfrm>
              <a:off x="8471820" y="2423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6" name="pt49846"/>
            <p:cNvSpPr/>
            <p:nvPr/>
          </p:nvSpPr>
          <p:spPr>
            <a:xfrm>
              <a:off x="9401001" y="2225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7" name="pt49847"/>
            <p:cNvSpPr/>
            <p:nvPr/>
          </p:nvSpPr>
          <p:spPr>
            <a:xfrm>
              <a:off x="9075096" y="1784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8" name="pt49848"/>
            <p:cNvSpPr/>
            <p:nvPr/>
          </p:nvSpPr>
          <p:spPr>
            <a:xfrm>
              <a:off x="9147988" y="2244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9" name="pt49849"/>
            <p:cNvSpPr/>
            <p:nvPr/>
          </p:nvSpPr>
          <p:spPr>
            <a:xfrm>
              <a:off x="8866825" y="2164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0" name="pt49850"/>
            <p:cNvSpPr/>
            <p:nvPr/>
          </p:nvSpPr>
          <p:spPr>
            <a:xfrm>
              <a:off x="9200228" y="1960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1" name="pt49851"/>
            <p:cNvSpPr/>
            <p:nvPr/>
          </p:nvSpPr>
          <p:spPr>
            <a:xfrm>
              <a:off x="9265854" y="2109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2" name="pt49852"/>
            <p:cNvSpPr/>
            <p:nvPr/>
          </p:nvSpPr>
          <p:spPr>
            <a:xfrm>
              <a:off x="8523538" y="2421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3" name="pt49853"/>
            <p:cNvSpPr/>
            <p:nvPr/>
          </p:nvSpPr>
          <p:spPr>
            <a:xfrm>
              <a:off x="8274318" y="2414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4" name="pt49854"/>
            <p:cNvSpPr/>
            <p:nvPr/>
          </p:nvSpPr>
          <p:spPr>
            <a:xfrm>
              <a:off x="8596430" y="2441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5" name="pt49855"/>
            <p:cNvSpPr/>
            <p:nvPr/>
          </p:nvSpPr>
          <p:spPr>
            <a:xfrm>
              <a:off x="8856549" y="2250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6" name="pt49856"/>
            <p:cNvSpPr/>
            <p:nvPr/>
          </p:nvSpPr>
          <p:spPr>
            <a:xfrm>
              <a:off x="9258470" y="1931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7" name="pt49857"/>
            <p:cNvSpPr/>
            <p:nvPr/>
          </p:nvSpPr>
          <p:spPr>
            <a:xfrm>
              <a:off x="9211830" y="1770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8" name="pt49858"/>
            <p:cNvSpPr/>
            <p:nvPr/>
          </p:nvSpPr>
          <p:spPr>
            <a:xfrm>
              <a:off x="8274318" y="2121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9" name="pt49859"/>
            <p:cNvSpPr/>
            <p:nvPr/>
          </p:nvSpPr>
          <p:spPr>
            <a:xfrm>
              <a:off x="9212805" y="1748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0" name="pt49860"/>
            <p:cNvSpPr/>
            <p:nvPr/>
          </p:nvSpPr>
          <p:spPr>
            <a:xfrm>
              <a:off x="8398928" y="238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1" name="pt49861"/>
            <p:cNvSpPr/>
            <p:nvPr/>
          </p:nvSpPr>
          <p:spPr>
            <a:xfrm>
              <a:off x="9328959" y="2063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2" name="pt49862"/>
            <p:cNvSpPr/>
            <p:nvPr/>
          </p:nvSpPr>
          <p:spPr>
            <a:xfrm>
              <a:off x="8439043" y="2259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3" name="pt49863"/>
            <p:cNvSpPr/>
            <p:nvPr/>
          </p:nvSpPr>
          <p:spPr>
            <a:xfrm>
              <a:off x="8863465" y="2234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4" name="pt49864"/>
            <p:cNvSpPr/>
            <p:nvPr/>
          </p:nvSpPr>
          <p:spPr>
            <a:xfrm>
              <a:off x="9597877" y="2162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5" name="pt49865"/>
            <p:cNvSpPr/>
            <p:nvPr/>
          </p:nvSpPr>
          <p:spPr>
            <a:xfrm>
              <a:off x="8888738" y="2121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6" name="pt49866"/>
            <p:cNvSpPr/>
            <p:nvPr/>
          </p:nvSpPr>
          <p:spPr>
            <a:xfrm>
              <a:off x="9503592" y="2469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7" name="pt49867"/>
            <p:cNvSpPr/>
            <p:nvPr/>
          </p:nvSpPr>
          <p:spPr>
            <a:xfrm>
              <a:off x="8580788" y="2404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8" name="pt49868"/>
            <p:cNvSpPr/>
            <p:nvPr/>
          </p:nvSpPr>
          <p:spPr>
            <a:xfrm>
              <a:off x="9644062" y="2173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9" name="pt49869"/>
            <p:cNvSpPr/>
            <p:nvPr/>
          </p:nvSpPr>
          <p:spPr>
            <a:xfrm>
              <a:off x="8439043" y="2052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0" name="pt49870"/>
            <p:cNvSpPr/>
            <p:nvPr/>
          </p:nvSpPr>
          <p:spPr>
            <a:xfrm>
              <a:off x="8873363" y="2099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1" name="pt49871"/>
            <p:cNvSpPr/>
            <p:nvPr/>
          </p:nvSpPr>
          <p:spPr>
            <a:xfrm>
              <a:off x="9124182" y="2007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2" name="pt49872"/>
            <p:cNvSpPr/>
            <p:nvPr/>
          </p:nvSpPr>
          <p:spPr>
            <a:xfrm>
              <a:off x="8471820" y="2615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3" name="pt49873"/>
            <p:cNvSpPr/>
            <p:nvPr/>
          </p:nvSpPr>
          <p:spPr>
            <a:xfrm>
              <a:off x="8659047" y="2387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4" name="pt49874"/>
            <p:cNvSpPr/>
            <p:nvPr/>
          </p:nvSpPr>
          <p:spPr>
            <a:xfrm>
              <a:off x="9379078" y="2036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5" name="pt49875"/>
            <p:cNvSpPr/>
            <p:nvPr/>
          </p:nvSpPr>
          <p:spPr>
            <a:xfrm>
              <a:off x="9490707" y="2386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6" name="pt49876"/>
            <p:cNvSpPr/>
            <p:nvPr/>
          </p:nvSpPr>
          <p:spPr>
            <a:xfrm>
              <a:off x="8937484" y="2043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7" name="pt49877"/>
            <p:cNvSpPr/>
            <p:nvPr/>
          </p:nvSpPr>
          <p:spPr>
            <a:xfrm>
              <a:off x="9294853" y="1985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8" name="pt49878"/>
            <p:cNvSpPr/>
            <p:nvPr/>
          </p:nvSpPr>
          <p:spPr>
            <a:xfrm>
              <a:off x="8439043" y="2359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9" name="pt49879"/>
            <p:cNvSpPr/>
            <p:nvPr/>
          </p:nvSpPr>
          <p:spPr>
            <a:xfrm>
              <a:off x="9361481" y="208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0" name="pt49880"/>
            <p:cNvSpPr/>
            <p:nvPr/>
          </p:nvSpPr>
          <p:spPr>
            <a:xfrm>
              <a:off x="9285697" y="1773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1" name="pt49881"/>
            <p:cNvSpPr/>
            <p:nvPr/>
          </p:nvSpPr>
          <p:spPr>
            <a:xfrm>
              <a:off x="9594013" y="2317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2" name="pt49882"/>
            <p:cNvSpPr/>
            <p:nvPr/>
          </p:nvSpPr>
          <p:spPr>
            <a:xfrm>
              <a:off x="8347210" y="2146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3" name="pt49883"/>
            <p:cNvSpPr/>
            <p:nvPr/>
          </p:nvSpPr>
          <p:spPr>
            <a:xfrm>
              <a:off x="8688264" y="2335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4" name="pt49884"/>
            <p:cNvSpPr/>
            <p:nvPr/>
          </p:nvSpPr>
          <p:spPr>
            <a:xfrm>
              <a:off x="9563530" y="2186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5" name="pt49885"/>
            <p:cNvSpPr/>
            <p:nvPr/>
          </p:nvSpPr>
          <p:spPr>
            <a:xfrm>
              <a:off x="9780125" y="2476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6" name="pt49886"/>
            <p:cNvSpPr/>
            <p:nvPr/>
          </p:nvSpPr>
          <p:spPr>
            <a:xfrm>
              <a:off x="9212805" y="1796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7" name="pt49887"/>
            <p:cNvSpPr/>
            <p:nvPr/>
          </p:nvSpPr>
          <p:spPr>
            <a:xfrm>
              <a:off x="9170243" y="1929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8" name="pt49888"/>
            <p:cNvSpPr/>
            <p:nvPr/>
          </p:nvSpPr>
          <p:spPr>
            <a:xfrm>
              <a:off x="8973968" y="1884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9" name="pt49889"/>
            <p:cNvSpPr/>
            <p:nvPr/>
          </p:nvSpPr>
          <p:spPr>
            <a:xfrm>
              <a:off x="8648148" y="2296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0" name="pt49890"/>
            <p:cNvSpPr/>
            <p:nvPr/>
          </p:nvSpPr>
          <p:spPr>
            <a:xfrm>
              <a:off x="8996361" y="1914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1" name="pt49891"/>
            <p:cNvSpPr/>
            <p:nvPr/>
          </p:nvSpPr>
          <p:spPr>
            <a:xfrm>
              <a:off x="9027511" y="1840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2" name="pt49892"/>
            <p:cNvSpPr/>
            <p:nvPr/>
          </p:nvSpPr>
          <p:spPr>
            <a:xfrm>
              <a:off x="9176891" y="2056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3" name="pt49893"/>
            <p:cNvSpPr/>
            <p:nvPr/>
          </p:nvSpPr>
          <p:spPr>
            <a:xfrm>
              <a:off x="8798858" y="2226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4" name="pt49894"/>
            <p:cNvSpPr/>
            <p:nvPr/>
          </p:nvSpPr>
          <p:spPr>
            <a:xfrm>
              <a:off x="8866825" y="2103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5" name="pt49895"/>
            <p:cNvSpPr/>
            <p:nvPr/>
          </p:nvSpPr>
          <p:spPr>
            <a:xfrm>
              <a:off x="9005825" y="1593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6" name="pt49896"/>
            <p:cNvSpPr/>
            <p:nvPr/>
          </p:nvSpPr>
          <p:spPr>
            <a:xfrm>
              <a:off x="8973968" y="1947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7" name="pt49897"/>
            <p:cNvSpPr/>
            <p:nvPr/>
          </p:nvSpPr>
          <p:spPr>
            <a:xfrm>
              <a:off x="9187265" y="2187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8" name="pt49898"/>
            <p:cNvSpPr/>
            <p:nvPr/>
          </p:nvSpPr>
          <p:spPr>
            <a:xfrm>
              <a:off x="8398928" y="2373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9" name="pt49899"/>
            <p:cNvSpPr/>
            <p:nvPr/>
          </p:nvSpPr>
          <p:spPr>
            <a:xfrm>
              <a:off x="9189492" y="2130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0" name="pt49900"/>
            <p:cNvSpPr/>
            <p:nvPr/>
          </p:nvSpPr>
          <p:spPr>
            <a:xfrm>
              <a:off x="8274318" y="2416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1" name="pt49901"/>
            <p:cNvSpPr/>
            <p:nvPr/>
          </p:nvSpPr>
          <p:spPr>
            <a:xfrm>
              <a:off x="8347210" y="2134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2" name="pt49902"/>
            <p:cNvSpPr/>
            <p:nvPr/>
          </p:nvSpPr>
          <p:spPr>
            <a:xfrm>
              <a:off x="8439043" y="2339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3" name="pt49903"/>
            <p:cNvSpPr/>
            <p:nvPr/>
          </p:nvSpPr>
          <p:spPr>
            <a:xfrm>
              <a:off x="9394753" y="2063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4" name="pt49904"/>
            <p:cNvSpPr/>
            <p:nvPr/>
          </p:nvSpPr>
          <p:spPr>
            <a:xfrm>
              <a:off x="8876545" y="1864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5" name="pt49905"/>
            <p:cNvSpPr/>
            <p:nvPr/>
          </p:nvSpPr>
          <p:spPr>
            <a:xfrm>
              <a:off x="8523538" y="2466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6" name="pt49906"/>
            <p:cNvSpPr/>
            <p:nvPr/>
          </p:nvSpPr>
          <p:spPr>
            <a:xfrm>
              <a:off x="8713389" y="2254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7" name="pt49907"/>
            <p:cNvSpPr/>
            <p:nvPr/>
          </p:nvSpPr>
          <p:spPr>
            <a:xfrm>
              <a:off x="8563654" y="2326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8" name="pt49908"/>
            <p:cNvSpPr/>
            <p:nvPr/>
          </p:nvSpPr>
          <p:spPr>
            <a:xfrm>
              <a:off x="8849358" y="2007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9" name="pt49909"/>
            <p:cNvSpPr/>
            <p:nvPr/>
          </p:nvSpPr>
          <p:spPr>
            <a:xfrm>
              <a:off x="8669323" y="2468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0" name="pt49910"/>
            <p:cNvSpPr/>
            <p:nvPr/>
          </p:nvSpPr>
          <p:spPr>
            <a:xfrm>
              <a:off x="8636546" y="2338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1" name="pt49911"/>
            <p:cNvSpPr/>
            <p:nvPr/>
          </p:nvSpPr>
          <p:spPr>
            <a:xfrm>
              <a:off x="9075096" y="1986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2" name="pt49912"/>
            <p:cNvSpPr/>
            <p:nvPr/>
          </p:nvSpPr>
          <p:spPr>
            <a:xfrm>
              <a:off x="8523538" y="2360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3" name="pt49913"/>
            <p:cNvSpPr/>
            <p:nvPr/>
          </p:nvSpPr>
          <p:spPr>
            <a:xfrm>
              <a:off x="9075096" y="1887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4" name="pt49914"/>
            <p:cNvSpPr/>
            <p:nvPr/>
          </p:nvSpPr>
          <p:spPr>
            <a:xfrm>
              <a:off x="8347210" y="2196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5" name="pt49915"/>
            <p:cNvSpPr/>
            <p:nvPr/>
          </p:nvSpPr>
          <p:spPr>
            <a:xfrm>
              <a:off x="8783657" y="203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6" name="pt49916"/>
            <p:cNvSpPr/>
            <p:nvPr/>
          </p:nvSpPr>
          <p:spPr>
            <a:xfrm>
              <a:off x="9281436" y="1953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7" name="pt49917"/>
            <p:cNvSpPr/>
            <p:nvPr/>
          </p:nvSpPr>
          <p:spPr>
            <a:xfrm>
              <a:off x="9258470" y="2051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8" name="pt49918"/>
            <p:cNvSpPr/>
            <p:nvPr/>
          </p:nvSpPr>
          <p:spPr>
            <a:xfrm>
              <a:off x="9045633" y="2175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9" name="pt49919"/>
            <p:cNvSpPr/>
            <p:nvPr/>
          </p:nvSpPr>
          <p:spPr>
            <a:xfrm>
              <a:off x="9026144" y="1772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0" name="pt49920"/>
            <p:cNvSpPr/>
            <p:nvPr/>
          </p:nvSpPr>
          <p:spPr>
            <a:xfrm>
              <a:off x="8563654" y="2074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1" name="pt49921"/>
            <p:cNvSpPr/>
            <p:nvPr/>
          </p:nvSpPr>
          <p:spPr>
            <a:xfrm>
              <a:off x="8624143" y="2559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2" name="pt49922"/>
            <p:cNvSpPr/>
            <p:nvPr/>
          </p:nvSpPr>
          <p:spPr>
            <a:xfrm>
              <a:off x="8523538" y="2359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3" name="pt49923"/>
            <p:cNvSpPr/>
            <p:nvPr/>
          </p:nvSpPr>
          <p:spPr>
            <a:xfrm>
              <a:off x="8669323" y="2417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4" name="pt49924"/>
            <p:cNvSpPr/>
            <p:nvPr/>
          </p:nvSpPr>
          <p:spPr>
            <a:xfrm>
              <a:off x="9361481" y="2115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5" name="pt49925"/>
            <p:cNvSpPr/>
            <p:nvPr/>
          </p:nvSpPr>
          <p:spPr>
            <a:xfrm>
              <a:off x="9051686" y="2173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6" name="pt49926"/>
            <p:cNvSpPr/>
            <p:nvPr/>
          </p:nvSpPr>
          <p:spPr>
            <a:xfrm>
              <a:off x="8398928" y="2400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7" name="pt49927"/>
            <p:cNvSpPr/>
            <p:nvPr/>
          </p:nvSpPr>
          <p:spPr>
            <a:xfrm>
              <a:off x="9062094" y="1669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8" name="pt49928"/>
            <p:cNvSpPr/>
            <p:nvPr/>
          </p:nvSpPr>
          <p:spPr>
            <a:xfrm>
              <a:off x="9497514" y="2407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9" name="pt49929"/>
            <p:cNvSpPr/>
            <p:nvPr/>
          </p:nvSpPr>
          <p:spPr>
            <a:xfrm>
              <a:off x="9002725" y="1947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0" name="pt49930"/>
            <p:cNvSpPr/>
            <p:nvPr/>
          </p:nvSpPr>
          <p:spPr>
            <a:xfrm>
              <a:off x="8812874" y="2069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1" name="pt49931"/>
            <p:cNvSpPr/>
            <p:nvPr/>
          </p:nvSpPr>
          <p:spPr>
            <a:xfrm>
              <a:off x="8596430" y="2223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2" name="pt49932"/>
            <p:cNvSpPr/>
            <p:nvPr/>
          </p:nvSpPr>
          <p:spPr>
            <a:xfrm>
              <a:off x="8274318" y="2344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3" name="pt49933"/>
            <p:cNvSpPr/>
            <p:nvPr/>
          </p:nvSpPr>
          <p:spPr>
            <a:xfrm>
              <a:off x="9877988" y="2746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4" name="pt49934"/>
            <p:cNvSpPr/>
            <p:nvPr/>
          </p:nvSpPr>
          <p:spPr>
            <a:xfrm>
              <a:off x="9171470" y="1905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5" name="pt49935"/>
            <p:cNvSpPr/>
            <p:nvPr/>
          </p:nvSpPr>
          <p:spPr>
            <a:xfrm>
              <a:off x="9034195" y="1711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6" name="pt49936"/>
            <p:cNvSpPr/>
            <p:nvPr/>
          </p:nvSpPr>
          <p:spPr>
            <a:xfrm>
              <a:off x="8897369" y="2052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7" name="pt49937"/>
            <p:cNvSpPr/>
            <p:nvPr/>
          </p:nvSpPr>
          <p:spPr>
            <a:xfrm>
              <a:off x="9148684" y="2023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8" name="pt49938"/>
            <p:cNvSpPr/>
            <p:nvPr/>
          </p:nvSpPr>
          <p:spPr>
            <a:xfrm>
              <a:off x="9262568" y="2146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9" name="pt49939"/>
            <p:cNvSpPr/>
            <p:nvPr/>
          </p:nvSpPr>
          <p:spPr>
            <a:xfrm>
              <a:off x="8970261" y="2105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0" name="pt49940"/>
            <p:cNvSpPr/>
            <p:nvPr/>
          </p:nvSpPr>
          <p:spPr>
            <a:xfrm>
              <a:off x="9363803" y="2096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1" name="pt49941"/>
            <p:cNvSpPr/>
            <p:nvPr/>
          </p:nvSpPr>
          <p:spPr>
            <a:xfrm>
              <a:off x="8580788" y="2291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2" name="pt49942"/>
            <p:cNvSpPr/>
            <p:nvPr/>
          </p:nvSpPr>
          <p:spPr>
            <a:xfrm>
              <a:off x="8803653" y="2298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3" name="pt49943"/>
            <p:cNvSpPr/>
            <p:nvPr/>
          </p:nvSpPr>
          <p:spPr>
            <a:xfrm>
              <a:off x="8996361" y="1970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4" name="pt49944"/>
            <p:cNvSpPr/>
            <p:nvPr/>
          </p:nvSpPr>
          <p:spPr>
            <a:xfrm>
              <a:off x="8876545" y="1901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5" name="pt49945"/>
            <p:cNvSpPr/>
            <p:nvPr/>
          </p:nvSpPr>
          <p:spPr>
            <a:xfrm>
              <a:off x="9336196" y="2239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6" name="pt49946"/>
            <p:cNvSpPr/>
            <p:nvPr/>
          </p:nvSpPr>
          <p:spPr>
            <a:xfrm>
              <a:off x="8398928" y="2319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7" name="pt49947"/>
            <p:cNvSpPr/>
            <p:nvPr/>
          </p:nvSpPr>
          <p:spPr>
            <a:xfrm>
              <a:off x="9086240" y="1997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8" name="pt49948"/>
            <p:cNvSpPr/>
            <p:nvPr/>
          </p:nvSpPr>
          <p:spPr>
            <a:xfrm>
              <a:off x="8941923" y="2053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9" name="pt49949"/>
            <p:cNvSpPr/>
            <p:nvPr/>
          </p:nvSpPr>
          <p:spPr>
            <a:xfrm>
              <a:off x="8742215" y="2065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0" name="pt49950"/>
            <p:cNvSpPr/>
            <p:nvPr/>
          </p:nvSpPr>
          <p:spPr>
            <a:xfrm>
              <a:off x="8830008" y="2138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1" name="pt49951"/>
            <p:cNvSpPr/>
            <p:nvPr/>
          </p:nvSpPr>
          <p:spPr>
            <a:xfrm>
              <a:off x="9023378" y="1930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2" name="pt49952"/>
            <p:cNvSpPr/>
            <p:nvPr/>
          </p:nvSpPr>
          <p:spPr>
            <a:xfrm>
              <a:off x="8705398" y="2254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3" name="pt49953"/>
            <p:cNvSpPr/>
            <p:nvPr/>
          </p:nvSpPr>
          <p:spPr>
            <a:xfrm>
              <a:off x="9439678" y="1767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4" name="pt49954"/>
            <p:cNvSpPr/>
            <p:nvPr/>
          </p:nvSpPr>
          <p:spPr>
            <a:xfrm>
              <a:off x="8845651" y="208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5" name="pt49955"/>
            <p:cNvSpPr/>
            <p:nvPr/>
          </p:nvSpPr>
          <p:spPr>
            <a:xfrm>
              <a:off x="8849358" y="188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6" name="pt49956"/>
            <p:cNvSpPr/>
            <p:nvPr/>
          </p:nvSpPr>
          <p:spPr>
            <a:xfrm>
              <a:off x="9097658" y="2136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7" name="pt49957"/>
            <p:cNvSpPr/>
            <p:nvPr/>
          </p:nvSpPr>
          <p:spPr>
            <a:xfrm>
              <a:off x="8735430" y="2121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8" name="pt49958"/>
            <p:cNvSpPr/>
            <p:nvPr/>
          </p:nvSpPr>
          <p:spPr>
            <a:xfrm>
              <a:off x="8988075" y="2059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9" name="pt49959"/>
            <p:cNvSpPr/>
            <p:nvPr/>
          </p:nvSpPr>
          <p:spPr>
            <a:xfrm>
              <a:off x="8981160" y="1910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0" name="pt49960"/>
            <p:cNvSpPr/>
            <p:nvPr/>
          </p:nvSpPr>
          <p:spPr>
            <a:xfrm>
              <a:off x="8798858" y="2099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1" name="pt49961"/>
            <p:cNvSpPr/>
            <p:nvPr/>
          </p:nvSpPr>
          <p:spPr>
            <a:xfrm>
              <a:off x="9066533" y="1889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2" name="pt49962"/>
            <p:cNvSpPr/>
            <p:nvPr/>
          </p:nvSpPr>
          <p:spPr>
            <a:xfrm>
              <a:off x="9048079" y="2171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3" name="pt49963"/>
            <p:cNvSpPr/>
            <p:nvPr/>
          </p:nvSpPr>
          <p:spPr>
            <a:xfrm>
              <a:off x="8923469" y="1966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4" name="pt49964"/>
            <p:cNvSpPr/>
            <p:nvPr/>
          </p:nvSpPr>
          <p:spPr>
            <a:xfrm>
              <a:off x="9196543" y="2018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5" name="pt49965"/>
            <p:cNvSpPr/>
            <p:nvPr/>
          </p:nvSpPr>
          <p:spPr>
            <a:xfrm>
              <a:off x="8937484" y="2114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6" name="pt49966"/>
            <p:cNvSpPr/>
            <p:nvPr/>
          </p:nvSpPr>
          <p:spPr>
            <a:xfrm>
              <a:off x="9334476" y="2104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7" name="pt49967"/>
            <p:cNvSpPr/>
            <p:nvPr/>
          </p:nvSpPr>
          <p:spPr>
            <a:xfrm>
              <a:off x="9140881" y="2116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8" name="pt49968"/>
            <p:cNvSpPr/>
            <p:nvPr/>
          </p:nvSpPr>
          <p:spPr>
            <a:xfrm>
              <a:off x="8748753" y="2002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9" name="pt49969"/>
            <p:cNvSpPr/>
            <p:nvPr/>
          </p:nvSpPr>
          <p:spPr>
            <a:xfrm>
              <a:off x="8721041" y="225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0" name="pt49970"/>
            <p:cNvSpPr/>
            <p:nvPr/>
          </p:nvSpPr>
          <p:spPr>
            <a:xfrm>
              <a:off x="8347210" y="2419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1" name="pt49971"/>
            <p:cNvSpPr/>
            <p:nvPr/>
          </p:nvSpPr>
          <p:spPr>
            <a:xfrm>
              <a:off x="8596430" y="2407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2" name="pt49972"/>
            <p:cNvSpPr/>
            <p:nvPr/>
          </p:nvSpPr>
          <p:spPr>
            <a:xfrm>
              <a:off x="8523538" y="2424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3" name="pt49973"/>
            <p:cNvSpPr/>
            <p:nvPr/>
          </p:nvSpPr>
          <p:spPr>
            <a:xfrm>
              <a:off x="8688264" y="223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4" name="pt49974"/>
            <p:cNvSpPr/>
            <p:nvPr/>
          </p:nvSpPr>
          <p:spPr>
            <a:xfrm>
              <a:off x="9071933" y="1999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5" name="pt49975"/>
            <p:cNvSpPr/>
            <p:nvPr/>
          </p:nvSpPr>
          <p:spPr>
            <a:xfrm>
              <a:off x="8952564" y="2183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6" name="pt49976"/>
            <p:cNvSpPr/>
            <p:nvPr/>
          </p:nvSpPr>
          <p:spPr>
            <a:xfrm>
              <a:off x="9594013" y="2293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7" name="pt49977"/>
            <p:cNvSpPr/>
            <p:nvPr/>
          </p:nvSpPr>
          <p:spPr>
            <a:xfrm>
              <a:off x="8679043" y="2277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8" name="pt49978"/>
            <p:cNvSpPr/>
            <p:nvPr/>
          </p:nvSpPr>
          <p:spPr>
            <a:xfrm>
              <a:off x="8812874" y="2074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9" name="pt49979"/>
            <p:cNvSpPr/>
            <p:nvPr/>
          </p:nvSpPr>
          <p:spPr>
            <a:xfrm>
              <a:off x="8937484" y="2027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0" name="pt49980"/>
            <p:cNvSpPr/>
            <p:nvPr/>
          </p:nvSpPr>
          <p:spPr>
            <a:xfrm>
              <a:off x="9237719" y="2118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1" name="pt49981"/>
            <p:cNvSpPr/>
            <p:nvPr/>
          </p:nvSpPr>
          <p:spPr>
            <a:xfrm>
              <a:off x="8563654" y="2286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2" name="pt49982"/>
            <p:cNvSpPr/>
            <p:nvPr/>
          </p:nvSpPr>
          <p:spPr>
            <a:xfrm>
              <a:off x="8274318" y="2314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3" name="pt49983"/>
            <p:cNvSpPr/>
            <p:nvPr/>
          </p:nvSpPr>
          <p:spPr>
            <a:xfrm>
              <a:off x="8721041" y="2140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4" name="pt49984"/>
            <p:cNvSpPr/>
            <p:nvPr/>
          </p:nvSpPr>
          <p:spPr>
            <a:xfrm>
              <a:off x="8937484" y="2107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5" name="pt49985"/>
            <p:cNvSpPr/>
            <p:nvPr/>
          </p:nvSpPr>
          <p:spPr>
            <a:xfrm>
              <a:off x="8735430" y="2160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6" name="pt49986"/>
            <p:cNvSpPr/>
            <p:nvPr/>
          </p:nvSpPr>
          <p:spPr>
            <a:xfrm>
              <a:off x="9339588" y="2170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7" name="pt49987"/>
            <p:cNvSpPr/>
            <p:nvPr/>
          </p:nvSpPr>
          <p:spPr>
            <a:xfrm>
              <a:off x="8742215" y="1983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8" name="pt49988"/>
            <p:cNvSpPr/>
            <p:nvPr/>
          </p:nvSpPr>
          <p:spPr>
            <a:xfrm>
              <a:off x="8972124" y="2078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9" name="pt49989"/>
            <p:cNvSpPr/>
            <p:nvPr/>
          </p:nvSpPr>
          <p:spPr>
            <a:xfrm>
              <a:off x="9363803" y="2062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0" name="pt49990"/>
            <p:cNvSpPr/>
            <p:nvPr/>
          </p:nvSpPr>
          <p:spPr>
            <a:xfrm>
              <a:off x="8761156" y="2318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1" name="pt49991"/>
            <p:cNvSpPr/>
            <p:nvPr/>
          </p:nvSpPr>
          <p:spPr>
            <a:xfrm>
              <a:off x="9191144" y="2230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2" name="pt49992"/>
            <p:cNvSpPr/>
            <p:nvPr/>
          </p:nvSpPr>
          <p:spPr>
            <a:xfrm>
              <a:off x="8274318" y="2418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3" name="pt49993"/>
            <p:cNvSpPr/>
            <p:nvPr/>
          </p:nvSpPr>
          <p:spPr>
            <a:xfrm>
              <a:off x="8523538" y="2440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4" name="pt49994"/>
            <p:cNvSpPr/>
            <p:nvPr/>
          </p:nvSpPr>
          <p:spPr>
            <a:xfrm>
              <a:off x="9070866" y="1810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5" name="pt49995"/>
            <p:cNvSpPr/>
            <p:nvPr/>
          </p:nvSpPr>
          <p:spPr>
            <a:xfrm>
              <a:off x="9211830" y="1884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6" name="pt49996"/>
            <p:cNvSpPr/>
            <p:nvPr/>
          </p:nvSpPr>
          <p:spPr>
            <a:xfrm>
              <a:off x="9184443" y="1942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7" name="pt49997"/>
            <p:cNvSpPr/>
            <p:nvPr/>
          </p:nvSpPr>
          <p:spPr>
            <a:xfrm>
              <a:off x="9046860" y="2314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8" name="pt49998"/>
            <p:cNvSpPr/>
            <p:nvPr/>
          </p:nvSpPr>
          <p:spPr>
            <a:xfrm>
              <a:off x="8952564" y="2178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9" name="pt49999"/>
            <p:cNvSpPr/>
            <p:nvPr/>
          </p:nvSpPr>
          <p:spPr>
            <a:xfrm>
              <a:off x="8852989" y="1709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0" name="pt50000"/>
            <p:cNvSpPr/>
            <p:nvPr/>
          </p:nvSpPr>
          <p:spPr>
            <a:xfrm>
              <a:off x="9077174" y="1932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1" name="pt50001"/>
            <p:cNvSpPr/>
            <p:nvPr/>
          </p:nvSpPr>
          <p:spPr>
            <a:xfrm>
              <a:off x="8964553" y="2224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2" name="pt50002"/>
            <p:cNvSpPr/>
            <p:nvPr/>
          </p:nvSpPr>
          <p:spPr>
            <a:xfrm>
              <a:off x="9497514" y="2374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3" name="pt50003"/>
            <p:cNvSpPr/>
            <p:nvPr/>
          </p:nvSpPr>
          <p:spPr>
            <a:xfrm>
              <a:off x="8624143" y="2453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4" name="pt50004"/>
            <p:cNvSpPr/>
            <p:nvPr/>
          </p:nvSpPr>
          <p:spPr>
            <a:xfrm>
              <a:off x="8347210" y="2239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5" name="pt50005"/>
            <p:cNvSpPr/>
            <p:nvPr/>
          </p:nvSpPr>
          <p:spPr>
            <a:xfrm>
              <a:off x="8274318" y="263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6" name="pt50006"/>
            <p:cNvSpPr/>
            <p:nvPr/>
          </p:nvSpPr>
          <p:spPr>
            <a:xfrm>
              <a:off x="8580788" y="2261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7" name="pt50007"/>
            <p:cNvSpPr/>
            <p:nvPr/>
          </p:nvSpPr>
          <p:spPr>
            <a:xfrm>
              <a:off x="9071933" y="1843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8" name="pt50008"/>
            <p:cNvSpPr/>
            <p:nvPr/>
          </p:nvSpPr>
          <p:spPr>
            <a:xfrm>
              <a:off x="8937484" y="2122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9" name="pt50009"/>
            <p:cNvSpPr/>
            <p:nvPr/>
          </p:nvSpPr>
          <p:spPr>
            <a:xfrm>
              <a:off x="9086240" y="1855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0" name="pt50010"/>
            <p:cNvSpPr/>
            <p:nvPr/>
          </p:nvSpPr>
          <p:spPr>
            <a:xfrm>
              <a:off x="8964553" y="2256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1" name="pt50011"/>
            <p:cNvSpPr/>
            <p:nvPr/>
          </p:nvSpPr>
          <p:spPr>
            <a:xfrm>
              <a:off x="8596430" y="2315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2" name="pt50012"/>
            <p:cNvSpPr/>
            <p:nvPr/>
          </p:nvSpPr>
          <p:spPr>
            <a:xfrm>
              <a:off x="8897369" y="2102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3" name="pt50013"/>
            <p:cNvSpPr/>
            <p:nvPr/>
          </p:nvSpPr>
          <p:spPr>
            <a:xfrm>
              <a:off x="8523538" y="2418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4" name="pt50014"/>
            <p:cNvSpPr/>
            <p:nvPr/>
          </p:nvSpPr>
          <p:spPr>
            <a:xfrm>
              <a:off x="9413835" y="1910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5" name="pt50015"/>
            <p:cNvSpPr/>
            <p:nvPr/>
          </p:nvSpPr>
          <p:spPr>
            <a:xfrm>
              <a:off x="8636546" y="2372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6" name="pt50016"/>
            <p:cNvSpPr/>
            <p:nvPr/>
          </p:nvSpPr>
          <p:spPr>
            <a:xfrm>
              <a:off x="9567694" y="2658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7" name="pt50017"/>
            <p:cNvSpPr/>
            <p:nvPr/>
          </p:nvSpPr>
          <p:spPr>
            <a:xfrm>
              <a:off x="9237719" y="2058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8" name="pt50018"/>
            <p:cNvSpPr/>
            <p:nvPr/>
          </p:nvSpPr>
          <p:spPr>
            <a:xfrm>
              <a:off x="8748753" y="201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9" name="pt50019"/>
            <p:cNvSpPr/>
            <p:nvPr/>
          </p:nvSpPr>
          <p:spPr>
            <a:xfrm>
              <a:off x="8834048" y="1868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0" name="pt50020"/>
            <p:cNvSpPr/>
            <p:nvPr/>
          </p:nvSpPr>
          <p:spPr>
            <a:xfrm>
              <a:off x="9103999" y="2084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1" name="pt50021"/>
            <p:cNvSpPr/>
            <p:nvPr/>
          </p:nvSpPr>
          <p:spPr>
            <a:xfrm>
              <a:off x="8659047" y="2446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2" name="pt50022"/>
            <p:cNvSpPr/>
            <p:nvPr/>
          </p:nvSpPr>
          <p:spPr>
            <a:xfrm>
              <a:off x="9071933" y="2028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3" name="pt50023"/>
            <p:cNvSpPr/>
            <p:nvPr/>
          </p:nvSpPr>
          <p:spPr>
            <a:xfrm>
              <a:off x="9439678" y="1888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4" name="pt50024"/>
            <p:cNvSpPr/>
            <p:nvPr/>
          </p:nvSpPr>
          <p:spPr>
            <a:xfrm>
              <a:off x="8897369" y="2115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5" name="pt50025"/>
            <p:cNvSpPr/>
            <p:nvPr/>
          </p:nvSpPr>
          <p:spPr>
            <a:xfrm>
              <a:off x="8471820" y="2300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6" name="pt50026"/>
            <p:cNvSpPr/>
            <p:nvPr/>
          </p:nvSpPr>
          <p:spPr>
            <a:xfrm>
              <a:off x="8471820" y="2334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7" name="pt50027"/>
            <p:cNvSpPr/>
            <p:nvPr/>
          </p:nvSpPr>
          <p:spPr>
            <a:xfrm>
              <a:off x="9127336" y="195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8" name="pt50028"/>
            <p:cNvSpPr/>
            <p:nvPr/>
          </p:nvSpPr>
          <p:spPr>
            <a:xfrm>
              <a:off x="8952564" y="2137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9" name="pt50029"/>
            <p:cNvSpPr/>
            <p:nvPr/>
          </p:nvSpPr>
          <p:spPr>
            <a:xfrm>
              <a:off x="8735430" y="2225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0" name="pt50030"/>
            <p:cNvSpPr/>
            <p:nvPr/>
          </p:nvSpPr>
          <p:spPr>
            <a:xfrm>
              <a:off x="9016271" y="1789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1" name="pt50031"/>
            <p:cNvSpPr/>
            <p:nvPr/>
          </p:nvSpPr>
          <p:spPr>
            <a:xfrm>
              <a:off x="8610820" y="2040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2" name="pt50032"/>
            <p:cNvSpPr/>
            <p:nvPr/>
          </p:nvSpPr>
          <p:spPr>
            <a:xfrm>
              <a:off x="9334969" y="2082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3" name="pt50033"/>
            <p:cNvSpPr/>
            <p:nvPr/>
          </p:nvSpPr>
          <p:spPr>
            <a:xfrm>
              <a:off x="8274318" y="2446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4" name="pt50034"/>
            <p:cNvSpPr/>
            <p:nvPr/>
          </p:nvSpPr>
          <p:spPr>
            <a:xfrm>
              <a:off x="8669323" y="2307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5" name="pt50035"/>
            <p:cNvSpPr/>
            <p:nvPr/>
          </p:nvSpPr>
          <p:spPr>
            <a:xfrm>
              <a:off x="9527393" y="1879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6" name="pt50036"/>
            <p:cNvSpPr/>
            <p:nvPr/>
          </p:nvSpPr>
          <p:spPr>
            <a:xfrm>
              <a:off x="8596430" y="2347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7" name="pt50037"/>
            <p:cNvSpPr/>
            <p:nvPr/>
          </p:nvSpPr>
          <p:spPr>
            <a:xfrm>
              <a:off x="8679043" y="2129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8" name="pt50038"/>
            <p:cNvSpPr/>
            <p:nvPr/>
          </p:nvSpPr>
          <p:spPr>
            <a:xfrm>
              <a:off x="8923469" y="1952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9" name="pt50039"/>
            <p:cNvSpPr/>
            <p:nvPr/>
          </p:nvSpPr>
          <p:spPr>
            <a:xfrm>
              <a:off x="8713389" y="2202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0" name="pt50040"/>
            <p:cNvSpPr/>
            <p:nvPr/>
          </p:nvSpPr>
          <p:spPr>
            <a:xfrm>
              <a:off x="9115211" y="1979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1" name="pt50041"/>
            <p:cNvSpPr/>
            <p:nvPr/>
          </p:nvSpPr>
          <p:spPr>
            <a:xfrm>
              <a:off x="8439043" y="2297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2" name="pt50042"/>
            <p:cNvSpPr/>
            <p:nvPr/>
          </p:nvSpPr>
          <p:spPr>
            <a:xfrm>
              <a:off x="9124182" y="1875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3" name="pt50043"/>
            <p:cNvSpPr/>
            <p:nvPr/>
          </p:nvSpPr>
          <p:spPr>
            <a:xfrm>
              <a:off x="9553956" y="2139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4" name="pt50044"/>
            <p:cNvSpPr/>
            <p:nvPr/>
          </p:nvSpPr>
          <p:spPr>
            <a:xfrm>
              <a:off x="9553956" y="2292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5" name="pt50045"/>
            <p:cNvSpPr/>
            <p:nvPr/>
          </p:nvSpPr>
          <p:spPr>
            <a:xfrm>
              <a:off x="8852989" y="1984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6" name="pt50046"/>
            <p:cNvSpPr/>
            <p:nvPr/>
          </p:nvSpPr>
          <p:spPr>
            <a:xfrm>
              <a:off x="9468702" y="2108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7" name="pt50047"/>
            <p:cNvSpPr/>
            <p:nvPr/>
          </p:nvSpPr>
          <p:spPr>
            <a:xfrm>
              <a:off x="9065434" y="1682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8" name="pt50048"/>
            <p:cNvSpPr/>
            <p:nvPr/>
          </p:nvSpPr>
          <p:spPr>
            <a:xfrm>
              <a:off x="8471820" y="245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9" name="pt50049"/>
            <p:cNvSpPr/>
            <p:nvPr/>
          </p:nvSpPr>
          <p:spPr>
            <a:xfrm>
              <a:off x="9689893" y="1746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0" name="pt50050"/>
            <p:cNvSpPr/>
            <p:nvPr/>
          </p:nvSpPr>
          <p:spPr>
            <a:xfrm>
              <a:off x="8596430" y="2271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1" name="pt50051"/>
            <p:cNvSpPr/>
            <p:nvPr/>
          </p:nvSpPr>
          <p:spPr>
            <a:xfrm>
              <a:off x="9275707" y="1783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2" name="pt50052"/>
            <p:cNvSpPr/>
            <p:nvPr/>
          </p:nvSpPr>
          <p:spPr>
            <a:xfrm>
              <a:off x="9519804" y="2526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3" name="pt50053"/>
            <p:cNvSpPr/>
            <p:nvPr/>
          </p:nvSpPr>
          <p:spPr>
            <a:xfrm>
              <a:off x="8523538" y="221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4" name="pt50054"/>
            <p:cNvSpPr/>
            <p:nvPr/>
          </p:nvSpPr>
          <p:spPr>
            <a:xfrm>
              <a:off x="8705398" y="2123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5" name="pt50055"/>
            <p:cNvSpPr/>
            <p:nvPr/>
          </p:nvSpPr>
          <p:spPr>
            <a:xfrm>
              <a:off x="9310188" y="2099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6" name="pt50056"/>
            <p:cNvSpPr/>
            <p:nvPr/>
          </p:nvSpPr>
          <p:spPr>
            <a:xfrm>
              <a:off x="8610820" y="2081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7" name="pt50057"/>
            <p:cNvSpPr/>
            <p:nvPr/>
          </p:nvSpPr>
          <p:spPr>
            <a:xfrm>
              <a:off x="9490707" y="2338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8" name="pt50058"/>
            <p:cNvSpPr/>
            <p:nvPr/>
          </p:nvSpPr>
          <p:spPr>
            <a:xfrm>
              <a:off x="8921023" y="1762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9" name="pt50059"/>
            <p:cNvSpPr/>
            <p:nvPr/>
          </p:nvSpPr>
          <p:spPr>
            <a:xfrm>
              <a:off x="9027511" y="1745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0" name="pt50060"/>
            <p:cNvSpPr/>
            <p:nvPr/>
          </p:nvSpPr>
          <p:spPr>
            <a:xfrm>
              <a:off x="8996361" y="2029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1" name="pt50061"/>
            <p:cNvSpPr/>
            <p:nvPr/>
          </p:nvSpPr>
          <p:spPr>
            <a:xfrm>
              <a:off x="9075096" y="1837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2" name="pt50062"/>
            <p:cNvSpPr/>
            <p:nvPr/>
          </p:nvSpPr>
          <p:spPr>
            <a:xfrm>
              <a:off x="8834048" y="206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3" name="pt50063"/>
            <p:cNvSpPr/>
            <p:nvPr/>
          </p:nvSpPr>
          <p:spPr>
            <a:xfrm>
              <a:off x="9761216" y="2462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4" name="pt50064"/>
            <p:cNvSpPr/>
            <p:nvPr/>
          </p:nvSpPr>
          <p:spPr>
            <a:xfrm>
              <a:off x="9435925" y="1750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5" name="pt50065"/>
            <p:cNvSpPr/>
            <p:nvPr/>
          </p:nvSpPr>
          <p:spPr>
            <a:xfrm>
              <a:off x="8274318" y="2602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6" name="pt50066"/>
            <p:cNvSpPr/>
            <p:nvPr/>
          </p:nvSpPr>
          <p:spPr>
            <a:xfrm>
              <a:off x="9537091" y="1603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7" name="pt50067"/>
            <p:cNvSpPr/>
            <p:nvPr/>
          </p:nvSpPr>
          <p:spPr>
            <a:xfrm>
              <a:off x="8783657" y="2004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8" name="pt50068"/>
            <p:cNvSpPr/>
            <p:nvPr/>
          </p:nvSpPr>
          <p:spPr>
            <a:xfrm>
              <a:off x="9086240" y="2119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9" name="pt50069"/>
            <p:cNvSpPr/>
            <p:nvPr/>
          </p:nvSpPr>
          <p:spPr>
            <a:xfrm>
              <a:off x="9040639" y="1757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0" name="pt50070"/>
            <p:cNvSpPr/>
            <p:nvPr/>
          </p:nvSpPr>
          <p:spPr>
            <a:xfrm>
              <a:off x="8845651" y="1864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1" name="pt50071"/>
            <p:cNvSpPr/>
            <p:nvPr/>
          </p:nvSpPr>
          <p:spPr>
            <a:xfrm>
              <a:off x="8669323" y="240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2" name="pt50072"/>
            <p:cNvSpPr/>
            <p:nvPr/>
          </p:nvSpPr>
          <p:spPr>
            <a:xfrm>
              <a:off x="8274318" y="2374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3" name="pt50073"/>
            <p:cNvSpPr/>
            <p:nvPr/>
          </p:nvSpPr>
          <p:spPr>
            <a:xfrm>
              <a:off x="8721041" y="2216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4" name="pt50074"/>
            <p:cNvSpPr/>
            <p:nvPr/>
          </p:nvSpPr>
          <p:spPr>
            <a:xfrm>
              <a:off x="9179833" y="2101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5" name="pt50075"/>
            <p:cNvSpPr/>
            <p:nvPr/>
          </p:nvSpPr>
          <p:spPr>
            <a:xfrm>
              <a:off x="9002725" y="1860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6" name="pt50076"/>
            <p:cNvSpPr/>
            <p:nvPr/>
          </p:nvSpPr>
          <p:spPr>
            <a:xfrm>
              <a:off x="8834048" y="1975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7" name="pt50077"/>
            <p:cNvSpPr/>
            <p:nvPr/>
          </p:nvSpPr>
          <p:spPr>
            <a:xfrm>
              <a:off x="8742215" y="2098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8" name="pt50078"/>
            <p:cNvSpPr/>
            <p:nvPr/>
          </p:nvSpPr>
          <p:spPr>
            <a:xfrm>
              <a:off x="8636546" y="2402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9" name="pt50079"/>
            <p:cNvSpPr/>
            <p:nvPr/>
          </p:nvSpPr>
          <p:spPr>
            <a:xfrm>
              <a:off x="8748753" y="2004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0" name="pt50080"/>
            <p:cNvSpPr/>
            <p:nvPr/>
          </p:nvSpPr>
          <p:spPr>
            <a:xfrm>
              <a:off x="9176891" y="1939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1" name="pt50081"/>
            <p:cNvSpPr/>
            <p:nvPr/>
          </p:nvSpPr>
          <p:spPr>
            <a:xfrm>
              <a:off x="9268724" y="1735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2" name="pt50082"/>
            <p:cNvSpPr/>
            <p:nvPr/>
          </p:nvSpPr>
          <p:spPr>
            <a:xfrm>
              <a:off x="8636546" y="2221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3" name="pt50083"/>
            <p:cNvSpPr/>
            <p:nvPr/>
          </p:nvSpPr>
          <p:spPr>
            <a:xfrm>
              <a:off x="8863465" y="2201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4" name="pt50084"/>
            <p:cNvSpPr/>
            <p:nvPr/>
          </p:nvSpPr>
          <p:spPr>
            <a:xfrm>
              <a:off x="9034195" y="1669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5" name="pt50085"/>
            <p:cNvSpPr/>
            <p:nvPr/>
          </p:nvSpPr>
          <p:spPr>
            <a:xfrm>
              <a:off x="9564013" y="236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6" name="pt50086"/>
            <p:cNvSpPr/>
            <p:nvPr/>
          </p:nvSpPr>
          <p:spPr>
            <a:xfrm>
              <a:off x="8966476" y="2291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7" name="pt50087"/>
            <p:cNvSpPr/>
            <p:nvPr/>
          </p:nvSpPr>
          <p:spPr>
            <a:xfrm>
              <a:off x="8721041" y="2358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8" name="pt50088"/>
            <p:cNvSpPr/>
            <p:nvPr/>
          </p:nvSpPr>
          <p:spPr>
            <a:xfrm>
              <a:off x="9527393" y="1760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9" name="pt50089"/>
            <p:cNvSpPr/>
            <p:nvPr/>
          </p:nvSpPr>
          <p:spPr>
            <a:xfrm>
              <a:off x="9089164" y="1731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0" name="pt50090"/>
            <p:cNvSpPr/>
            <p:nvPr/>
          </p:nvSpPr>
          <p:spPr>
            <a:xfrm>
              <a:off x="8812874" y="2099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1" name="pt50091"/>
            <p:cNvSpPr/>
            <p:nvPr/>
          </p:nvSpPr>
          <p:spPr>
            <a:xfrm>
              <a:off x="8471820" y="2463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2" name="pt50092"/>
            <p:cNvSpPr/>
            <p:nvPr/>
          </p:nvSpPr>
          <p:spPr>
            <a:xfrm>
              <a:off x="8735430" y="2145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3" name="pt50093"/>
            <p:cNvSpPr/>
            <p:nvPr/>
          </p:nvSpPr>
          <p:spPr>
            <a:xfrm>
              <a:off x="8624143" y="2400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4" name="pt50094"/>
            <p:cNvSpPr/>
            <p:nvPr/>
          </p:nvSpPr>
          <p:spPr>
            <a:xfrm>
              <a:off x="8767051" y="2016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5" name="pt50095"/>
            <p:cNvSpPr/>
            <p:nvPr/>
          </p:nvSpPr>
          <p:spPr>
            <a:xfrm>
              <a:off x="9488519" y="2536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6" name="pt50096"/>
            <p:cNvSpPr/>
            <p:nvPr/>
          </p:nvSpPr>
          <p:spPr>
            <a:xfrm>
              <a:off x="8913479" y="1724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7" name="pt50097"/>
            <p:cNvSpPr/>
            <p:nvPr/>
          </p:nvSpPr>
          <p:spPr>
            <a:xfrm>
              <a:off x="9044397" y="2045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8" name="pt50098"/>
            <p:cNvSpPr/>
            <p:nvPr/>
          </p:nvSpPr>
          <p:spPr>
            <a:xfrm>
              <a:off x="8921023" y="1715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9" name="pt50099"/>
            <p:cNvSpPr/>
            <p:nvPr/>
          </p:nvSpPr>
          <p:spPr>
            <a:xfrm>
              <a:off x="8923469" y="1982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0" name="pt50100"/>
            <p:cNvSpPr/>
            <p:nvPr/>
          </p:nvSpPr>
          <p:spPr>
            <a:xfrm>
              <a:off x="8856549" y="2201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1" name="pt50101"/>
            <p:cNvSpPr/>
            <p:nvPr/>
          </p:nvSpPr>
          <p:spPr>
            <a:xfrm>
              <a:off x="8783657" y="2123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2" name="pt50102"/>
            <p:cNvSpPr/>
            <p:nvPr/>
          </p:nvSpPr>
          <p:spPr>
            <a:xfrm>
              <a:off x="8471820" y="2441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3" name="pt50103"/>
            <p:cNvSpPr/>
            <p:nvPr/>
          </p:nvSpPr>
          <p:spPr>
            <a:xfrm>
              <a:off x="9171470" y="1946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4" name="pt50104"/>
            <p:cNvSpPr/>
            <p:nvPr/>
          </p:nvSpPr>
          <p:spPr>
            <a:xfrm>
              <a:off x="8849358" y="1981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5" name="pt50105"/>
            <p:cNvSpPr/>
            <p:nvPr/>
          </p:nvSpPr>
          <p:spPr>
            <a:xfrm>
              <a:off x="8439043" y="2102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6" name="pt50106"/>
            <p:cNvSpPr/>
            <p:nvPr/>
          </p:nvSpPr>
          <p:spPr>
            <a:xfrm>
              <a:off x="8636546" y="2399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7" name="pt50107"/>
            <p:cNvSpPr/>
            <p:nvPr/>
          </p:nvSpPr>
          <p:spPr>
            <a:xfrm>
              <a:off x="8921023" y="1722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8" name="pt50108"/>
            <p:cNvSpPr/>
            <p:nvPr/>
          </p:nvSpPr>
          <p:spPr>
            <a:xfrm>
              <a:off x="8973968" y="2052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9" name="pt50109"/>
            <p:cNvSpPr/>
            <p:nvPr/>
          </p:nvSpPr>
          <p:spPr>
            <a:xfrm>
              <a:off x="9124182" y="1996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0" name="pt50110"/>
            <p:cNvSpPr/>
            <p:nvPr/>
          </p:nvSpPr>
          <p:spPr>
            <a:xfrm>
              <a:off x="8523538" y="2450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1" name="pt50111"/>
            <p:cNvSpPr/>
            <p:nvPr/>
          </p:nvSpPr>
          <p:spPr>
            <a:xfrm>
              <a:off x="8932933" y="1894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2" name="pt50112"/>
            <p:cNvSpPr/>
            <p:nvPr/>
          </p:nvSpPr>
          <p:spPr>
            <a:xfrm>
              <a:off x="9689893" y="1277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3" name="pt50113"/>
            <p:cNvSpPr/>
            <p:nvPr/>
          </p:nvSpPr>
          <p:spPr>
            <a:xfrm>
              <a:off x="9147988" y="1990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4" name="pt50114"/>
            <p:cNvSpPr/>
            <p:nvPr/>
          </p:nvSpPr>
          <p:spPr>
            <a:xfrm>
              <a:off x="9639141" y="2085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5" name="pt50115"/>
            <p:cNvSpPr/>
            <p:nvPr/>
          </p:nvSpPr>
          <p:spPr>
            <a:xfrm>
              <a:off x="9477272" y="2593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6" name="pt50116"/>
            <p:cNvSpPr/>
            <p:nvPr/>
          </p:nvSpPr>
          <p:spPr>
            <a:xfrm>
              <a:off x="8563654" y="2139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7" name="pt50117"/>
            <p:cNvSpPr/>
            <p:nvPr/>
          </p:nvSpPr>
          <p:spPr>
            <a:xfrm>
              <a:off x="8856549" y="2258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8" name="pt50118"/>
            <p:cNvSpPr/>
            <p:nvPr/>
          </p:nvSpPr>
          <p:spPr>
            <a:xfrm>
              <a:off x="8669323" y="2405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9" name="pt50119"/>
            <p:cNvSpPr/>
            <p:nvPr/>
          </p:nvSpPr>
          <p:spPr>
            <a:xfrm>
              <a:off x="8705398" y="1965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0" name="pt50120"/>
            <p:cNvSpPr/>
            <p:nvPr/>
          </p:nvSpPr>
          <p:spPr>
            <a:xfrm>
              <a:off x="8778290" y="2056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1" name="pt50121"/>
            <p:cNvSpPr/>
            <p:nvPr/>
          </p:nvSpPr>
          <p:spPr>
            <a:xfrm>
              <a:off x="8713389" y="2330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2" name="pt50122"/>
            <p:cNvSpPr/>
            <p:nvPr/>
          </p:nvSpPr>
          <p:spPr>
            <a:xfrm>
              <a:off x="9176891" y="1966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3" name="pt50123"/>
            <p:cNvSpPr/>
            <p:nvPr/>
          </p:nvSpPr>
          <p:spPr>
            <a:xfrm>
              <a:off x="8471820" y="2365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4" name="pt50124"/>
            <p:cNvSpPr/>
            <p:nvPr/>
          </p:nvSpPr>
          <p:spPr>
            <a:xfrm>
              <a:off x="8398928" y="2415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5" name="pt50125"/>
            <p:cNvSpPr/>
            <p:nvPr/>
          </p:nvSpPr>
          <p:spPr>
            <a:xfrm>
              <a:off x="9442137" y="1851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6" name="pt50126"/>
            <p:cNvSpPr/>
            <p:nvPr/>
          </p:nvSpPr>
          <p:spPr>
            <a:xfrm>
              <a:off x="9336196" y="2275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7" name="pt50127"/>
            <p:cNvSpPr/>
            <p:nvPr/>
          </p:nvSpPr>
          <p:spPr>
            <a:xfrm>
              <a:off x="9005825" y="1852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8" name="pt50128"/>
            <p:cNvSpPr/>
            <p:nvPr/>
          </p:nvSpPr>
          <p:spPr>
            <a:xfrm>
              <a:off x="8580788" y="2376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9" name="pt50129"/>
            <p:cNvSpPr/>
            <p:nvPr/>
          </p:nvSpPr>
          <p:spPr>
            <a:xfrm>
              <a:off x="9356962" y="2174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0" name="pt50130"/>
            <p:cNvSpPr/>
            <p:nvPr/>
          </p:nvSpPr>
          <p:spPr>
            <a:xfrm>
              <a:off x="8439043" y="2348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1" name="pt50131"/>
            <p:cNvSpPr/>
            <p:nvPr/>
          </p:nvSpPr>
          <p:spPr>
            <a:xfrm>
              <a:off x="9066533" y="175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2" name="pt50132"/>
            <p:cNvSpPr/>
            <p:nvPr/>
          </p:nvSpPr>
          <p:spPr>
            <a:xfrm>
              <a:off x="8596430" y="2254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3" name="pt50133"/>
            <p:cNvSpPr/>
            <p:nvPr/>
          </p:nvSpPr>
          <p:spPr>
            <a:xfrm>
              <a:off x="8852989" y="2060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4" name="pt50134"/>
            <p:cNvSpPr/>
            <p:nvPr/>
          </p:nvSpPr>
          <p:spPr>
            <a:xfrm>
              <a:off x="8941923" y="2062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5" name="pt50135"/>
            <p:cNvSpPr/>
            <p:nvPr/>
          </p:nvSpPr>
          <p:spPr>
            <a:xfrm>
              <a:off x="8499532" y="2537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6" name="pt50136"/>
            <p:cNvSpPr/>
            <p:nvPr/>
          </p:nvSpPr>
          <p:spPr>
            <a:xfrm>
              <a:off x="8821645" y="2058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7" name="pt50137"/>
            <p:cNvSpPr/>
            <p:nvPr/>
          </p:nvSpPr>
          <p:spPr>
            <a:xfrm>
              <a:off x="8610820" y="2152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8" name="pt50138"/>
            <p:cNvSpPr/>
            <p:nvPr/>
          </p:nvSpPr>
          <p:spPr>
            <a:xfrm>
              <a:off x="9439815" y="1853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9" name="pt50139"/>
            <p:cNvSpPr/>
            <p:nvPr/>
          </p:nvSpPr>
          <p:spPr>
            <a:xfrm>
              <a:off x="9160112" y="1729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0" name="pt50140"/>
            <p:cNvSpPr/>
            <p:nvPr/>
          </p:nvSpPr>
          <p:spPr>
            <a:xfrm>
              <a:off x="8755061" y="2111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1" name="pt50141"/>
            <p:cNvSpPr/>
            <p:nvPr/>
          </p:nvSpPr>
          <p:spPr>
            <a:xfrm>
              <a:off x="9427147" y="1812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2" name="pt50142"/>
            <p:cNvSpPr/>
            <p:nvPr/>
          </p:nvSpPr>
          <p:spPr>
            <a:xfrm>
              <a:off x="9034195" y="1707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3" name="pt50143"/>
            <p:cNvSpPr/>
            <p:nvPr/>
          </p:nvSpPr>
          <p:spPr>
            <a:xfrm>
              <a:off x="8523538" y="2551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4" name="pt50144"/>
            <p:cNvSpPr/>
            <p:nvPr/>
          </p:nvSpPr>
          <p:spPr>
            <a:xfrm>
              <a:off x="8439043" y="2402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5" name="pt50145"/>
            <p:cNvSpPr/>
            <p:nvPr/>
          </p:nvSpPr>
          <p:spPr>
            <a:xfrm>
              <a:off x="8849358" y="2026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6" name="pt50146"/>
            <p:cNvSpPr/>
            <p:nvPr/>
          </p:nvSpPr>
          <p:spPr>
            <a:xfrm>
              <a:off x="9026144" y="1701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7" name="pt50147"/>
            <p:cNvSpPr/>
            <p:nvPr/>
          </p:nvSpPr>
          <p:spPr>
            <a:xfrm>
              <a:off x="8798858" y="1968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8" name="pt50148"/>
            <p:cNvSpPr/>
            <p:nvPr/>
          </p:nvSpPr>
          <p:spPr>
            <a:xfrm>
              <a:off x="8742215" y="2033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9" name="pt50149"/>
            <p:cNvSpPr/>
            <p:nvPr/>
          </p:nvSpPr>
          <p:spPr>
            <a:xfrm>
              <a:off x="9553956" y="2292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0" name="pt50150"/>
            <p:cNvSpPr/>
            <p:nvPr/>
          </p:nvSpPr>
          <p:spPr>
            <a:xfrm>
              <a:off x="8767051" y="2064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1" name="pt50151"/>
            <p:cNvSpPr/>
            <p:nvPr/>
          </p:nvSpPr>
          <p:spPr>
            <a:xfrm>
              <a:off x="8954618" y="2331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2" name="pt50152"/>
            <p:cNvSpPr/>
            <p:nvPr/>
          </p:nvSpPr>
          <p:spPr>
            <a:xfrm>
              <a:off x="9451392" y="1944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3" name="pt50153"/>
            <p:cNvSpPr/>
            <p:nvPr/>
          </p:nvSpPr>
          <p:spPr>
            <a:xfrm>
              <a:off x="8688264" y="2182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4" name="pt50154"/>
            <p:cNvSpPr/>
            <p:nvPr/>
          </p:nvSpPr>
          <p:spPr>
            <a:xfrm>
              <a:off x="8439043" y="2360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5" name="pt50155"/>
            <p:cNvSpPr/>
            <p:nvPr/>
          </p:nvSpPr>
          <p:spPr>
            <a:xfrm>
              <a:off x="8439043" y="2253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6" name="pt50156"/>
            <p:cNvSpPr/>
            <p:nvPr/>
          </p:nvSpPr>
          <p:spPr>
            <a:xfrm>
              <a:off x="8544712" y="2386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7" name="pt50157"/>
            <p:cNvSpPr/>
            <p:nvPr/>
          </p:nvSpPr>
          <p:spPr>
            <a:xfrm>
              <a:off x="8803653" y="2060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8" name="pt50158"/>
            <p:cNvSpPr/>
            <p:nvPr/>
          </p:nvSpPr>
          <p:spPr>
            <a:xfrm>
              <a:off x="9537091" y="1660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9" name="pt50159"/>
            <p:cNvSpPr/>
            <p:nvPr/>
          </p:nvSpPr>
          <p:spPr>
            <a:xfrm>
              <a:off x="8563654" y="2198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0" name="pt50160"/>
            <p:cNvSpPr/>
            <p:nvPr/>
          </p:nvSpPr>
          <p:spPr>
            <a:xfrm>
              <a:off x="8563654" y="2330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1" name="pt50161"/>
            <p:cNvSpPr/>
            <p:nvPr/>
          </p:nvSpPr>
          <p:spPr>
            <a:xfrm>
              <a:off x="9247994" y="1995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2" name="pt50162"/>
            <p:cNvSpPr/>
            <p:nvPr/>
          </p:nvSpPr>
          <p:spPr>
            <a:xfrm>
              <a:off x="9127336" y="2069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3" name="pt50163"/>
            <p:cNvSpPr/>
            <p:nvPr/>
          </p:nvSpPr>
          <p:spPr>
            <a:xfrm>
              <a:off x="9644546" y="2474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4" name="pt50164"/>
            <p:cNvSpPr/>
            <p:nvPr/>
          </p:nvSpPr>
          <p:spPr>
            <a:xfrm>
              <a:off x="9086240" y="1935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5" name="pt50165"/>
            <p:cNvSpPr/>
            <p:nvPr/>
          </p:nvSpPr>
          <p:spPr>
            <a:xfrm>
              <a:off x="8347210" y="2338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6" name="pt50166"/>
            <p:cNvSpPr/>
            <p:nvPr/>
          </p:nvSpPr>
          <p:spPr>
            <a:xfrm>
              <a:off x="8688264" y="2357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7" name="pt50167"/>
            <p:cNvSpPr/>
            <p:nvPr/>
          </p:nvSpPr>
          <p:spPr>
            <a:xfrm>
              <a:off x="8648148" y="2437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8" name="pt50168"/>
            <p:cNvSpPr/>
            <p:nvPr/>
          </p:nvSpPr>
          <p:spPr>
            <a:xfrm>
              <a:off x="9281436" y="1969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9" name="pt50169"/>
            <p:cNvSpPr/>
            <p:nvPr/>
          </p:nvSpPr>
          <p:spPr>
            <a:xfrm>
              <a:off x="8596430" y="2275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0" name="pt50170"/>
            <p:cNvSpPr/>
            <p:nvPr/>
          </p:nvSpPr>
          <p:spPr>
            <a:xfrm>
              <a:off x="8624143" y="2379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1" name="pt50171"/>
            <p:cNvSpPr/>
            <p:nvPr/>
          </p:nvSpPr>
          <p:spPr>
            <a:xfrm>
              <a:off x="8471820" y="2501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2" name="pt50172"/>
            <p:cNvSpPr/>
            <p:nvPr/>
          </p:nvSpPr>
          <p:spPr>
            <a:xfrm>
              <a:off x="8471820" y="2366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3" name="pt50173"/>
            <p:cNvSpPr/>
            <p:nvPr/>
          </p:nvSpPr>
          <p:spPr>
            <a:xfrm>
              <a:off x="9356962" y="2168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4" name="pt50174"/>
            <p:cNvSpPr/>
            <p:nvPr/>
          </p:nvSpPr>
          <p:spPr>
            <a:xfrm>
              <a:off x="8274318" y="2393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5" name="pt50175"/>
            <p:cNvSpPr/>
            <p:nvPr/>
          </p:nvSpPr>
          <p:spPr>
            <a:xfrm>
              <a:off x="8713389" y="2225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6" name="pt50176"/>
            <p:cNvSpPr/>
            <p:nvPr/>
          </p:nvSpPr>
          <p:spPr>
            <a:xfrm>
              <a:off x="8499532" y="2443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7" name="pt50177"/>
            <p:cNvSpPr/>
            <p:nvPr/>
          </p:nvSpPr>
          <p:spPr>
            <a:xfrm>
              <a:off x="8975793" y="194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8" name="pt50178"/>
            <p:cNvSpPr/>
            <p:nvPr/>
          </p:nvSpPr>
          <p:spPr>
            <a:xfrm>
              <a:off x="8888738" y="2050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9" name="pt50179"/>
            <p:cNvSpPr/>
            <p:nvPr/>
          </p:nvSpPr>
          <p:spPr>
            <a:xfrm>
              <a:off x="9115211" y="1994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0" name="pt50180"/>
            <p:cNvSpPr/>
            <p:nvPr/>
          </p:nvSpPr>
          <p:spPr>
            <a:xfrm>
              <a:off x="9016271" y="1761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1" name="pt50181"/>
            <p:cNvSpPr/>
            <p:nvPr/>
          </p:nvSpPr>
          <p:spPr>
            <a:xfrm>
              <a:off x="8798858" y="2167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2" name="pt50182"/>
            <p:cNvSpPr/>
            <p:nvPr/>
          </p:nvSpPr>
          <p:spPr>
            <a:xfrm>
              <a:off x="9806800" y="2571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3" name="pt50183"/>
            <p:cNvSpPr/>
            <p:nvPr/>
          </p:nvSpPr>
          <p:spPr>
            <a:xfrm>
              <a:off x="8274318" y="2190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4" name="pt50184"/>
            <p:cNvSpPr/>
            <p:nvPr/>
          </p:nvSpPr>
          <p:spPr>
            <a:xfrm>
              <a:off x="8471820" y="2418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5" name="pt50185"/>
            <p:cNvSpPr/>
            <p:nvPr/>
          </p:nvSpPr>
          <p:spPr>
            <a:xfrm>
              <a:off x="9368156" y="2046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6" name="pt50186"/>
            <p:cNvSpPr/>
            <p:nvPr/>
          </p:nvSpPr>
          <p:spPr>
            <a:xfrm>
              <a:off x="8659047" y="2406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7" name="pt50187"/>
            <p:cNvSpPr/>
            <p:nvPr/>
          </p:nvSpPr>
          <p:spPr>
            <a:xfrm>
              <a:off x="8973968" y="2006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8" name="pt50188"/>
            <p:cNvSpPr/>
            <p:nvPr/>
          </p:nvSpPr>
          <p:spPr>
            <a:xfrm>
              <a:off x="8973968" y="1951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9" name="pt50189"/>
            <p:cNvSpPr/>
            <p:nvPr/>
          </p:nvSpPr>
          <p:spPr>
            <a:xfrm>
              <a:off x="8958659" y="2257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0" name="pt50190"/>
            <p:cNvSpPr/>
            <p:nvPr/>
          </p:nvSpPr>
          <p:spPr>
            <a:xfrm>
              <a:off x="8705398" y="2331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1" name="pt50191"/>
            <p:cNvSpPr/>
            <p:nvPr/>
          </p:nvSpPr>
          <p:spPr>
            <a:xfrm>
              <a:off x="8544712" y="2297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2" name="pt50192"/>
            <p:cNvSpPr/>
            <p:nvPr/>
          </p:nvSpPr>
          <p:spPr>
            <a:xfrm>
              <a:off x="8274318" y="2497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3" name="pt50193"/>
            <p:cNvSpPr/>
            <p:nvPr/>
          </p:nvSpPr>
          <p:spPr>
            <a:xfrm>
              <a:off x="8648148" y="2357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4" name="pt50194"/>
            <p:cNvSpPr/>
            <p:nvPr/>
          </p:nvSpPr>
          <p:spPr>
            <a:xfrm>
              <a:off x="8471820" y="2382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5" name="pt50195"/>
            <p:cNvSpPr/>
            <p:nvPr/>
          </p:nvSpPr>
          <p:spPr>
            <a:xfrm>
              <a:off x="8648148" y="2234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6" name="pt50196"/>
            <p:cNvSpPr/>
            <p:nvPr/>
          </p:nvSpPr>
          <p:spPr>
            <a:xfrm>
              <a:off x="9089164" y="1909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7" name="pt50197"/>
            <p:cNvSpPr/>
            <p:nvPr/>
          </p:nvSpPr>
          <p:spPr>
            <a:xfrm>
              <a:off x="8580788" y="2181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8" name="pt50198"/>
            <p:cNvSpPr/>
            <p:nvPr/>
          </p:nvSpPr>
          <p:spPr>
            <a:xfrm>
              <a:off x="9201267" y="1826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9" name="pt50199"/>
            <p:cNvSpPr/>
            <p:nvPr/>
          </p:nvSpPr>
          <p:spPr>
            <a:xfrm>
              <a:off x="8610820" y="2222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0" name="pt50200"/>
            <p:cNvSpPr/>
            <p:nvPr/>
          </p:nvSpPr>
          <p:spPr>
            <a:xfrm>
              <a:off x="8954618" y="2312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1" name="pt50201"/>
            <p:cNvSpPr/>
            <p:nvPr/>
          </p:nvSpPr>
          <p:spPr>
            <a:xfrm>
              <a:off x="8563654" y="2243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2" name="pt50202"/>
            <p:cNvSpPr/>
            <p:nvPr/>
          </p:nvSpPr>
          <p:spPr>
            <a:xfrm>
              <a:off x="8973968" y="1981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3" name="pt50203"/>
            <p:cNvSpPr/>
            <p:nvPr/>
          </p:nvSpPr>
          <p:spPr>
            <a:xfrm>
              <a:off x="9421909" y="1956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4" name="pt50204"/>
            <p:cNvSpPr/>
            <p:nvPr/>
          </p:nvSpPr>
          <p:spPr>
            <a:xfrm>
              <a:off x="9544151" y="2353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5" name="pt50205"/>
            <p:cNvSpPr/>
            <p:nvPr/>
          </p:nvSpPr>
          <p:spPr>
            <a:xfrm>
              <a:off x="8882745" y="1842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6" name="pt50206"/>
            <p:cNvSpPr/>
            <p:nvPr/>
          </p:nvSpPr>
          <p:spPr>
            <a:xfrm>
              <a:off x="8596430" y="2156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7" name="pt50207"/>
            <p:cNvSpPr/>
            <p:nvPr/>
          </p:nvSpPr>
          <p:spPr>
            <a:xfrm>
              <a:off x="8830008" y="1893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8" name="pt50208"/>
            <p:cNvSpPr/>
            <p:nvPr/>
          </p:nvSpPr>
          <p:spPr>
            <a:xfrm>
              <a:off x="8471820" y="2327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9" name="pt50209"/>
            <p:cNvSpPr/>
            <p:nvPr/>
          </p:nvSpPr>
          <p:spPr>
            <a:xfrm>
              <a:off x="9044397" y="1971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0" name="pt50210"/>
            <p:cNvSpPr/>
            <p:nvPr/>
          </p:nvSpPr>
          <p:spPr>
            <a:xfrm>
              <a:off x="8735430" y="2113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1" name="pt50211"/>
            <p:cNvSpPr/>
            <p:nvPr/>
          </p:nvSpPr>
          <p:spPr>
            <a:xfrm>
              <a:off x="8398928" y="2390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2" name="pt50212"/>
            <p:cNvSpPr/>
            <p:nvPr/>
          </p:nvSpPr>
          <p:spPr>
            <a:xfrm>
              <a:off x="9477272" y="2593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3" name="pt50213"/>
            <p:cNvSpPr/>
            <p:nvPr/>
          </p:nvSpPr>
          <p:spPr>
            <a:xfrm>
              <a:off x="8471820" y="2479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4" name="pt50214"/>
            <p:cNvSpPr/>
            <p:nvPr/>
          </p:nvSpPr>
          <p:spPr>
            <a:xfrm>
              <a:off x="8523538" y="2443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5" name="pt50215"/>
            <p:cNvSpPr/>
            <p:nvPr/>
          </p:nvSpPr>
          <p:spPr>
            <a:xfrm>
              <a:off x="9035502" y="1805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6" name="pt50216"/>
            <p:cNvSpPr/>
            <p:nvPr/>
          </p:nvSpPr>
          <p:spPr>
            <a:xfrm>
              <a:off x="8778290" y="201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7" name="pt50217"/>
            <p:cNvSpPr/>
            <p:nvPr/>
          </p:nvSpPr>
          <p:spPr>
            <a:xfrm>
              <a:off x="8439043" y="2267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8" name="pt50218"/>
            <p:cNvSpPr/>
            <p:nvPr/>
          </p:nvSpPr>
          <p:spPr>
            <a:xfrm>
              <a:off x="9231697" y="2050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9" name="pt50219"/>
            <p:cNvSpPr/>
            <p:nvPr/>
          </p:nvSpPr>
          <p:spPr>
            <a:xfrm>
              <a:off x="8648148" y="2311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0" name="pt50220"/>
            <p:cNvSpPr/>
            <p:nvPr/>
          </p:nvSpPr>
          <p:spPr>
            <a:xfrm>
              <a:off x="8930613" y="1812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1" name="pt50221"/>
            <p:cNvSpPr/>
            <p:nvPr/>
          </p:nvSpPr>
          <p:spPr>
            <a:xfrm>
              <a:off x="9332489" y="2233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2" name="pt50222"/>
            <p:cNvSpPr/>
            <p:nvPr/>
          </p:nvSpPr>
          <p:spPr>
            <a:xfrm>
              <a:off x="8471820" y="2334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3" name="pt50223"/>
            <p:cNvSpPr/>
            <p:nvPr/>
          </p:nvSpPr>
          <p:spPr>
            <a:xfrm>
              <a:off x="8439043" y="2419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4" name="pt50224"/>
            <p:cNvSpPr/>
            <p:nvPr/>
          </p:nvSpPr>
          <p:spPr>
            <a:xfrm>
              <a:off x="8808322" y="2186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5" name="pt50225"/>
            <p:cNvSpPr/>
            <p:nvPr/>
          </p:nvSpPr>
          <p:spPr>
            <a:xfrm>
              <a:off x="9334476" y="2055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6" name="pt50226"/>
            <p:cNvSpPr/>
            <p:nvPr/>
          </p:nvSpPr>
          <p:spPr>
            <a:xfrm>
              <a:off x="8954618" y="2361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7" name="pt50227"/>
            <p:cNvSpPr/>
            <p:nvPr/>
          </p:nvSpPr>
          <p:spPr>
            <a:xfrm>
              <a:off x="8398928" y="2438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8" name="pt50228"/>
            <p:cNvSpPr/>
            <p:nvPr/>
          </p:nvSpPr>
          <p:spPr>
            <a:xfrm>
              <a:off x="8742215" y="2151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9" name="pt50229"/>
            <p:cNvSpPr/>
            <p:nvPr/>
          </p:nvSpPr>
          <p:spPr>
            <a:xfrm>
              <a:off x="9544151" y="2144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0" name="pt50230"/>
            <p:cNvSpPr/>
            <p:nvPr/>
          </p:nvSpPr>
          <p:spPr>
            <a:xfrm>
              <a:off x="8439043" y="2358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1" name="pt50231"/>
            <p:cNvSpPr/>
            <p:nvPr/>
          </p:nvSpPr>
          <p:spPr>
            <a:xfrm>
              <a:off x="8471820" y="2386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2" name="pt50232"/>
            <p:cNvSpPr/>
            <p:nvPr/>
          </p:nvSpPr>
          <p:spPr>
            <a:xfrm>
              <a:off x="9394753" y="2258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3" name="pt50233"/>
            <p:cNvSpPr/>
            <p:nvPr/>
          </p:nvSpPr>
          <p:spPr>
            <a:xfrm>
              <a:off x="9502529" y="2418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4" name="pt50234"/>
            <p:cNvSpPr/>
            <p:nvPr/>
          </p:nvSpPr>
          <p:spPr>
            <a:xfrm>
              <a:off x="9140881" y="2105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5" name="pt50235"/>
            <p:cNvSpPr/>
            <p:nvPr/>
          </p:nvSpPr>
          <p:spPr>
            <a:xfrm>
              <a:off x="8636546" y="2392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6" name="pt50236"/>
            <p:cNvSpPr/>
            <p:nvPr/>
          </p:nvSpPr>
          <p:spPr>
            <a:xfrm>
              <a:off x="8274318" y="2383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7" name="pt50237"/>
            <p:cNvSpPr/>
            <p:nvPr/>
          </p:nvSpPr>
          <p:spPr>
            <a:xfrm>
              <a:off x="8439043" y="2370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8" name="pt50238"/>
            <p:cNvSpPr/>
            <p:nvPr/>
          </p:nvSpPr>
          <p:spPr>
            <a:xfrm>
              <a:off x="9227269" y="2083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9" name="pt50239"/>
            <p:cNvSpPr/>
            <p:nvPr/>
          </p:nvSpPr>
          <p:spPr>
            <a:xfrm>
              <a:off x="9368156" y="2136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0" name="pt50240"/>
            <p:cNvSpPr/>
            <p:nvPr/>
          </p:nvSpPr>
          <p:spPr>
            <a:xfrm>
              <a:off x="8761156" y="2415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1" name="pt50241"/>
            <p:cNvSpPr/>
            <p:nvPr/>
          </p:nvSpPr>
          <p:spPr>
            <a:xfrm>
              <a:off x="9743490" y="2116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2" name="pt50242"/>
            <p:cNvSpPr/>
            <p:nvPr/>
          </p:nvSpPr>
          <p:spPr>
            <a:xfrm>
              <a:off x="9334476" y="2170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3" name="pt50243"/>
            <p:cNvSpPr/>
            <p:nvPr/>
          </p:nvSpPr>
          <p:spPr>
            <a:xfrm>
              <a:off x="8274318" y="2434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4" name="pt50244"/>
            <p:cNvSpPr/>
            <p:nvPr/>
          </p:nvSpPr>
          <p:spPr>
            <a:xfrm>
              <a:off x="9030214" y="1786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5" name="pt50245"/>
            <p:cNvSpPr/>
            <p:nvPr/>
          </p:nvSpPr>
          <p:spPr>
            <a:xfrm>
              <a:off x="8856549" y="2220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6" name="pt50246"/>
            <p:cNvSpPr/>
            <p:nvPr/>
          </p:nvSpPr>
          <p:spPr>
            <a:xfrm>
              <a:off x="8761156" y="2416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7" name="pt50247"/>
            <p:cNvSpPr/>
            <p:nvPr/>
          </p:nvSpPr>
          <p:spPr>
            <a:xfrm>
              <a:off x="8274318" y="2478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8" name="pt50248"/>
            <p:cNvSpPr/>
            <p:nvPr/>
          </p:nvSpPr>
          <p:spPr>
            <a:xfrm>
              <a:off x="8439043" y="2338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9" name="pt50249"/>
            <p:cNvSpPr/>
            <p:nvPr/>
          </p:nvSpPr>
          <p:spPr>
            <a:xfrm>
              <a:off x="9437742" y="1958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0" name="pt50250"/>
            <p:cNvSpPr/>
            <p:nvPr/>
          </p:nvSpPr>
          <p:spPr>
            <a:xfrm>
              <a:off x="8742215" y="2079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1" name="pt50251"/>
            <p:cNvSpPr/>
            <p:nvPr/>
          </p:nvSpPr>
          <p:spPr>
            <a:xfrm>
              <a:off x="8798858" y="1937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2" name="pt50252"/>
            <p:cNvSpPr/>
            <p:nvPr/>
          </p:nvSpPr>
          <p:spPr>
            <a:xfrm>
              <a:off x="8981160" y="197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3" name="pt50253"/>
            <p:cNvSpPr/>
            <p:nvPr/>
          </p:nvSpPr>
          <p:spPr>
            <a:xfrm>
              <a:off x="8688264" y="2337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4" name="pt50254"/>
            <p:cNvSpPr/>
            <p:nvPr/>
          </p:nvSpPr>
          <p:spPr>
            <a:xfrm>
              <a:off x="9097658" y="2056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5" name="pt50255"/>
            <p:cNvSpPr/>
            <p:nvPr/>
          </p:nvSpPr>
          <p:spPr>
            <a:xfrm>
              <a:off x="8888738" y="2017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6" name="pt50256"/>
            <p:cNvSpPr/>
            <p:nvPr/>
          </p:nvSpPr>
          <p:spPr>
            <a:xfrm>
              <a:off x="9237295" y="2051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7" name="pt50257"/>
            <p:cNvSpPr/>
            <p:nvPr/>
          </p:nvSpPr>
          <p:spPr>
            <a:xfrm>
              <a:off x="8471820" y="2544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8" name="pt50258"/>
            <p:cNvSpPr/>
            <p:nvPr/>
          </p:nvSpPr>
          <p:spPr>
            <a:xfrm>
              <a:off x="8580788" y="2223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9" name="pt50259"/>
            <p:cNvSpPr/>
            <p:nvPr/>
          </p:nvSpPr>
          <p:spPr>
            <a:xfrm>
              <a:off x="8808322" y="2210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0" name="pt50260"/>
            <p:cNvSpPr/>
            <p:nvPr/>
          </p:nvSpPr>
          <p:spPr>
            <a:xfrm>
              <a:off x="9101309" y="2018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1" name="pt50261"/>
            <p:cNvSpPr/>
            <p:nvPr/>
          </p:nvSpPr>
          <p:spPr>
            <a:xfrm>
              <a:off x="8697035" y="2239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2" name="pt50262"/>
            <p:cNvSpPr/>
            <p:nvPr/>
          </p:nvSpPr>
          <p:spPr>
            <a:xfrm>
              <a:off x="8888738" y="2029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3" name="pt50263"/>
            <p:cNvSpPr/>
            <p:nvPr/>
          </p:nvSpPr>
          <p:spPr>
            <a:xfrm>
              <a:off x="8471820" y="2333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4" name="pt50264"/>
            <p:cNvSpPr/>
            <p:nvPr/>
          </p:nvSpPr>
          <p:spPr>
            <a:xfrm>
              <a:off x="8398928" y="242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5" name="pt50265"/>
            <p:cNvSpPr/>
            <p:nvPr/>
          </p:nvSpPr>
          <p:spPr>
            <a:xfrm>
              <a:off x="9422061" y="1864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6" name="pt50266"/>
            <p:cNvSpPr/>
            <p:nvPr/>
          </p:nvSpPr>
          <p:spPr>
            <a:xfrm>
              <a:off x="9149376" y="2023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7" name="pt50267"/>
            <p:cNvSpPr/>
            <p:nvPr/>
          </p:nvSpPr>
          <p:spPr>
            <a:xfrm>
              <a:off x="8274318" y="2212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8" name="pt50268"/>
            <p:cNvSpPr/>
            <p:nvPr/>
          </p:nvSpPr>
          <p:spPr>
            <a:xfrm>
              <a:off x="8879672" y="202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9" name="pt50269"/>
            <p:cNvSpPr/>
            <p:nvPr/>
          </p:nvSpPr>
          <p:spPr>
            <a:xfrm>
              <a:off x="8958659" y="2219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0" name="pt50270"/>
            <p:cNvSpPr/>
            <p:nvPr/>
          </p:nvSpPr>
          <p:spPr>
            <a:xfrm>
              <a:off x="9074048" y="198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1" name="pt50271"/>
            <p:cNvSpPr/>
            <p:nvPr/>
          </p:nvSpPr>
          <p:spPr>
            <a:xfrm>
              <a:off x="8580788" y="2328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2" name="pt50272"/>
            <p:cNvSpPr/>
            <p:nvPr/>
          </p:nvSpPr>
          <p:spPr>
            <a:xfrm>
              <a:off x="9127336" y="2038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3" name="pt50273"/>
            <p:cNvSpPr/>
            <p:nvPr/>
          </p:nvSpPr>
          <p:spPr>
            <a:xfrm>
              <a:off x="8439043" y="2433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4" name="pt50274"/>
            <p:cNvSpPr/>
            <p:nvPr/>
          </p:nvSpPr>
          <p:spPr>
            <a:xfrm>
              <a:off x="9126552" y="2058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5" name="pt50275"/>
            <p:cNvSpPr/>
            <p:nvPr/>
          </p:nvSpPr>
          <p:spPr>
            <a:xfrm>
              <a:off x="8274318" y="2412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6" name="pt50276"/>
            <p:cNvSpPr/>
            <p:nvPr/>
          </p:nvSpPr>
          <p:spPr>
            <a:xfrm>
              <a:off x="8755061" y="2199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7" name="pt50277"/>
            <p:cNvSpPr/>
            <p:nvPr/>
          </p:nvSpPr>
          <p:spPr>
            <a:xfrm>
              <a:off x="8439043" y="2207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8" name="pt50278"/>
            <p:cNvSpPr/>
            <p:nvPr/>
          </p:nvSpPr>
          <p:spPr>
            <a:xfrm>
              <a:off x="8937484" y="2039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9" name="pt50279"/>
            <p:cNvSpPr/>
            <p:nvPr/>
          </p:nvSpPr>
          <p:spPr>
            <a:xfrm>
              <a:off x="9761216" y="2470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0" name="pt50280"/>
            <p:cNvSpPr/>
            <p:nvPr/>
          </p:nvSpPr>
          <p:spPr>
            <a:xfrm>
              <a:off x="9103999" y="2215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1" name="pt50281"/>
            <p:cNvSpPr/>
            <p:nvPr/>
          </p:nvSpPr>
          <p:spPr>
            <a:xfrm>
              <a:off x="8830008" y="2206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2" name="pt50282"/>
            <p:cNvSpPr/>
            <p:nvPr/>
          </p:nvSpPr>
          <p:spPr>
            <a:xfrm>
              <a:off x="9655598" y="2147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3" name="pt50283"/>
            <p:cNvSpPr/>
            <p:nvPr/>
          </p:nvSpPr>
          <p:spPr>
            <a:xfrm>
              <a:off x="9594013" y="2403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4" name="pt50284"/>
            <p:cNvSpPr/>
            <p:nvPr/>
          </p:nvSpPr>
          <p:spPr>
            <a:xfrm>
              <a:off x="8705398" y="2186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5" name="pt50285"/>
            <p:cNvSpPr/>
            <p:nvPr/>
          </p:nvSpPr>
          <p:spPr>
            <a:xfrm>
              <a:off x="8923469" y="1989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6" name="pt50286"/>
            <p:cNvSpPr/>
            <p:nvPr/>
          </p:nvSpPr>
          <p:spPr>
            <a:xfrm>
              <a:off x="8439043" y="2411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7" name="pt50287"/>
            <p:cNvSpPr/>
            <p:nvPr/>
          </p:nvSpPr>
          <p:spPr>
            <a:xfrm>
              <a:off x="8523538" y="2221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8" name="pt50288"/>
            <p:cNvSpPr/>
            <p:nvPr/>
          </p:nvSpPr>
          <p:spPr>
            <a:xfrm>
              <a:off x="8499532" y="2482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9" name="pt50289"/>
            <p:cNvSpPr/>
            <p:nvPr/>
          </p:nvSpPr>
          <p:spPr>
            <a:xfrm>
              <a:off x="8705398" y="2167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0" name="pt50290"/>
            <p:cNvSpPr/>
            <p:nvPr/>
          </p:nvSpPr>
          <p:spPr>
            <a:xfrm>
              <a:off x="8398928" y="227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1" name="pt50291"/>
            <p:cNvSpPr/>
            <p:nvPr/>
          </p:nvSpPr>
          <p:spPr>
            <a:xfrm>
              <a:off x="9421909" y="199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2" name="pt50292"/>
            <p:cNvSpPr/>
            <p:nvPr/>
          </p:nvSpPr>
          <p:spPr>
            <a:xfrm>
              <a:off x="9519804" y="2554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3" name="pt50293"/>
            <p:cNvSpPr/>
            <p:nvPr/>
          </p:nvSpPr>
          <p:spPr>
            <a:xfrm>
              <a:off x="8821645" y="2090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4" name="pt50294"/>
            <p:cNvSpPr/>
            <p:nvPr/>
          </p:nvSpPr>
          <p:spPr>
            <a:xfrm>
              <a:off x="8755061" y="2189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5" name="pt50295"/>
            <p:cNvSpPr/>
            <p:nvPr/>
          </p:nvSpPr>
          <p:spPr>
            <a:xfrm>
              <a:off x="8471820" y="2631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6" name="pt50296"/>
            <p:cNvSpPr/>
            <p:nvPr/>
          </p:nvSpPr>
          <p:spPr>
            <a:xfrm>
              <a:off x="8856549" y="2156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7" name="pt50297"/>
            <p:cNvSpPr/>
            <p:nvPr/>
          </p:nvSpPr>
          <p:spPr>
            <a:xfrm>
              <a:off x="8347210" y="2290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8" name="pt50298"/>
            <p:cNvSpPr/>
            <p:nvPr/>
          </p:nvSpPr>
          <p:spPr>
            <a:xfrm>
              <a:off x="9086240" y="2123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9" name="pt50299"/>
            <p:cNvSpPr/>
            <p:nvPr/>
          </p:nvSpPr>
          <p:spPr>
            <a:xfrm>
              <a:off x="9030214" y="1791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0" name="pt50300"/>
            <p:cNvSpPr/>
            <p:nvPr/>
          </p:nvSpPr>
          <p:spPr>
            <a:xfrm>
              <a:off x="9395106" y="2083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1" name="pt50301"/>
            <p:cNvSpPr/>
            <p:nvPr/>
          </p:nvSpPr>
          <p:spPr>
            <a:xfrm>
              <a:off x="9040639" y="1685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2" name="pt50302"/>
            <p:cNvSpPr/>
            <p:nvPr/>
          </p:nvSpPr>
          <p:spPr>
            <a:xfrm>
              <a:off x="8761156" y="2268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3" name="pt50303"/>
            <p:cNvSpPr/>
            <p:nvPr/>
          </p:nvSpPr>
          <p:spPr>
            <a:xfrm>
              <a:off x="8999571" y="1570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4" name="pt50304"/>
            <p:cNvSpPr/>
            <p:nvPr/>
          </p:nvSpPr>
          <p:spPr>
            <a:xfrm>
              <a:off x="8398928" y="2362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5" name="pt50305"/>
            <p:cNvSpPr/>
            <p:nvPr/>
          </p:nvSpPr>
          <p:spPr>
            <a:xfrm>
              <a:off x="8688264" y="2278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6" name="pt50306"/>
            <p:cNvSpPr/>
            <p:nvPr/>
          </p:nvSpPr>
          <p:spPr>
            <a:xfrm>
              <a:off x="8347210" y="2527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7" name="pt50307"/>
            <p:cNvSpPr/>
            <p:nvPr/>
          </p:nvSpPr>
          <p:spPr>
            <a:xfrm>
              <a:off x="9233005" y="2102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8" name="pt50308"/>
            <p:cNvSpPr/>
            <p:nvPr/>
          </p:nvSpPr>
          <p:spPr>
            <a:xfrm>
              <a:off x="8610820" y="2154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9" name="pt50309"/>
            <p:cNvSpPr/>
            <p:nvPr/>
          </p:nvSpPr>
          <p:spPr>
            <a:xfrm>
              <a:off x="8803653" y="2013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0" name="pt50310"/>
            <p:cNvSpPr/>
            <p:nvPr/>
          </p:nvSpPr>
          <p:spPr>
            <a:xfrm>
              <a:off x="8596430" y="2375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1" name="pt50311"/>
            <p:cNvSpPr/>
            <p:nvPr/>
          </p:nvSpPr>
          <p:spPr>
            <a:xfrm>
              <a:off x="8648148" y="2304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2" name="pt50312"/>
            <p:cNvSpPr/>
            <p:nvPr/>
          </p:nvSpPr>
          <p:spPr>
            <a:xfrm>
              <a:off x="8563654" y="2248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3" name="pt50313"/>
            <p:cNvSpPr/>
            <p:nvPr/>
          </p:nvSpPr>
          <p:spPr>
            <a:xfrm>
              <a:off x="8274318" y="2263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4" name="pt50314"/>
            <p:cNvSpPr/>
            <p:nvPr/>
          </p:nvSpPr>
          <p:spPr>
            <a:xfrm>
              <a:off x="8721041" y="2183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5" name="pt50315"/>
            <p:cNvSpPr/>
            <p:nvPr/>
          </p:nvSpPr>
          <p:spPr>
            <a:xfrm>
              <a:off x="8856549" y="219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6" name="pt50316"/>
            <p:cNvSpPr/>
            <p:nvPr/>
          </p:nvSpPr>
          <p:spPr>
            <a:xfrm>
              <a:off x="8755061" y="2320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7" name="pt50317"/>
            <p:cNvSpPr/>
            <p:nvPr/>
          </p:nvSpPr>
          <p:spPr>
            <a:xfrm>
              <a:off x="9087220" y="1906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8" name="pt50318"/>
            <p:cNvSpPr/>
            <p:nvPr/>
          </p:nvSpPr>
          <p:spPr>
            <a:xfrm>
              <a:off x="8713389" y="2276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9" name="pt50319"/>
            <p:cNvSpPr/>
            <p:nvPr/>
          </p:nvSpPr>
          <p:spPr>
            <a:xfrm>
              <a:off x="9157488" y="1801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0" name="pt50320"/>
            <p:cNvSpPr/>
            <p:nvPr/>
          </p:nvSpPr>
          <p:spPr>
            <a:xfrm>
              <a:off x="8908267" y="2085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1" name="pt50321"/>
            <p:cNvSpPr/>
            <p:nvPr/>
          </p:nvSpPr>
          <p:spPr>
            <a:xfrm>
              <a:off x="8439043" y="2545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2" name="pt50322"/>
            <p:cNvSpPr/>
            <p:nvPr/>
          </p:nvSpPr>
          <p:spPr>
            <a:xfrm>
              <a:off x="9243545" y="2225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3" name="pt50323"/>
            <p:cNvSpPr/>
            <p:nvPr/>
          </p:nvSpPr>
          <p:spPr>
            <a:xfrm>
              <a:off x="8849358" y="223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4" name="pt50324"/>
            <p:cNvSpPr/>
            <p:nvPr/>
          </p:nvSpPr>
          <p:spPr>
            <a:xfrm>
              <a:off x="8873363" y="2037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5" name="pt50325"/>
            <p:cNvSpPr/>
            <p:nvPr/>
          </p:nvSpPr>
          <p:spPr>
            <a:xfrm>
              <a:off x="9148684" y="2102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6" name="pt50326"/>
            <p:cNvSpPr/>
            <p:nvPr/>
          </p:nvSpPr>
          <p:spPr>
            <a:xfrm>
              <a:off x="9002725" y="1893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7" name="pt50327"/>
            <p:cNvSpPr/>
            <p:nvPr/>
          </p:nvSpPr>
          <p:spPr>
            <a:xfrm>
              <a:off x="9503592" y="2523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8" name="pt50328"/>
            <p:cNvSpPr/>
            <p:nvPr/>
          </p:nvSpPr>
          <p:spPr>
            <a:xfrm>
              <a:off x="9262568" y="2041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9" name="pt50329"/>
            <p:cNvSpPr/>
            <p:nvPr/>
          </p:nvSpPr>
          <p:spPr>
            <a:xfrm>
              <a:off x="8659047" y="2477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0" name="pt50330"/>
            <p:cNvSpPr/>
            <p:nvPr/>
          </p:nvSpPr>
          <p:spPr>
            <a:xfrm>
              <a:off x="8952564" y="2206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1" name="pt50331"/>
            <p:cNvSpPr/>
            <p:nvPr/>
          </p:nvSpPr>
          <p:spPr>
            <a:xfrm>
              <a:off x="9513165" y="2507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2" name="pt50332"/>
            <p:cNvSpPr/>
            <p:nvPr/>
          </p:nvSpPr>
          <p:spPr>
            <a:xfrm>
              <a:off x="8523538" y="2369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3" name="pt50333"/>
            <p:cNvSpPr/>
            <p:nvPr/>
          </p:nvSpPr>
          <p:spPr>
            <a:xfrm>
              <a:off x="8954618" y="231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4" name="pt50334"/>
            <p:cNvSpPr/>
            <p:nvPr/>
          </p:nvSpPr>
          <p:spPr>
            <a:xfrm>
              <a:off x="8669323" y="2411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5" name="pt50335"/>
            <p:cNvSpPr/>
            <p:nvPr/>
          </p:nvSpPr>
          <p:spPr>
            <a:xfrm>
              <a:off x="8347210" y="2413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6" name="pt50336"/>
            <p:cNvSpPr/>
            <p:nvPr/>
          </p:nvSpPr>
          <p:spPr>
            <a:xfrm>
              <a:off x="8610820" y="2137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7" name="pt50337"/>
            <p:cNvSpPr/>
            <p:nvPr/>
          </p:nvSpPr>
          <p:spPr>
            <a:xfrm>
              <a:off x="8347210" y="2280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8" name="pt50338"/>
            <p:cNvSpPr/>
            <p:nvPr/>
          </p:nvSpPr>
          <p:spPr>
            <a:xfrm>
              <a:off x="8439043" y="2509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9" name="pt50339"/>
            <p:cNvSpPr/>
            <p:nvPr/>
          </p:nvSpPr>
          <p:spPr>
            <a:xfrm>
              <a:off x="9190595" y="2088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0" name="pt50340"/>
            <p:cNvSpPr/>
            <p:nvPr/>
          </p:nvSpPr>
          <p:spPr>
            <a:xfrm>
              <a:off x="8274318" y="2497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1" name="pt50341"/>
            <p:cNvSpPr/>
            <p:nvPr/>
          </p:nvSpPr>
          <p:spPr>
            <a:xfrm>
              <a:off x="9023378" y="1912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2" name="pt50342"/>
            <p:cNvSpPr/>
            <p:nvPr/>
          </p:nvSpPr>
          <p:spPr>
            <a:xfrm>
              <a:off x="9136479" y="2020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3" name="pt50343"/>
            <p:cNvSpPr/>
            <p:nvPr/>
          </p:nvSpPr>
          <p:spPr>
            <a:xfrm>
              <a:off x="9035502" y="1802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4" name="pt50344"/>
            <p:cNvSpPr/>
            <p:nvPr/>
          </p:nvSpPr>
          <p:spPr>
            <a:xfrm>
              <a:off x="9156826" y="2041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5" name="pt50345"/>
            <p:cNvSpPr/>
            <p:nvPr/>
          </p:nvSpPr>
          <p:spPr>
            <a:xfrm>
              <a:off x="8783657" y="2010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6" name="pt50346"/>
            <p:cNvSpPr/>
            <p:nvPr/>
          </p:nvSpPr>
          <p:spPr>
            <a:xfrm>
              <a:off x="8849358" y="1951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7" name="pt50347"/>
            <p:cNvSpPr/>
            <p:nvPr/>
          </p:nvSpPr>
          <p:spPr>
            <a:xfrm>
              <a:off x="9553956" y="2295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8" name="pt50348"/>
            <p:cNvSpPr/>
            <p:nvPr/>
          </p:nvSpPr>
          <p:spPr>
            <a:xfrm>
              <a:off x="8735430" y="2130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9" name="pt50349"/>
            <p:cNvSpPr/>
            <p:nvPr/>
          </p:nvSpPr>
          <p:spPr>
            <a:xfrm>
              <a:off x="9519804" y="2369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0" name="pt50350"/>
            <p:cNvSpPr/>
            <p:nvPr/>
          </p:nvSpPr>
          <p:spPr>
            <a:xfrm>
              <a:off x="8580788" y="2301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1" name="pt50351"/>
            <p:cNvSpPr/>
            <p:nvPr/>
          </p:nvSpPr>
          <p:spPr>
            <a:xfrm>
              <a:off x="8863465" y="2184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2" name="pt50352"/>
            <p:cNvSpPr/>
            <p:nvPr/>
          </p:nvSpPr>
          <p:spPr>
            <a:xfrm>
              <a:off x="8897369" y="2098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3" name="pt50353"/>
            <p:cNvSpPr/>
            <p:nvPr/>
          </p:nvSpPr>
          <p:spPr>
            <a:xfrm>
              <a:off x="9525526" y="1903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4" name="pt50354"/>
            <p:cNvSpPr/>
            <p:nvPr/>
          </p:nvSpPr>
          <p:spPr>
            <a:xfrm>
              <a:off x="8471820" y="2608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5" name="pt50355"/>
            <p:cNvSpPr/>
            <p:nvPr/>
          </p:nvSpPr>
          <p:spPr>
            <a:xfrm>
              <a:off x="8910892" y="211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6" name="pt50356"/>
            <p:cNvSpPr/>
            <p:nvPr/>
          </p:nvSpPr>
          <p:spPr>
            <a:xfrm>
              <a:off x="9681061" y="2408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7" name="pt50357"/>
            <p:cNvSpPr/>
            <p:nvPr/>
          </p:nvSpPr>
          <p:spPr>
            <a:xfrm>
              <a:off x="9189492" y="2052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8" name="pt50358"/>
            <p:cNvSpPr/>
            <p:nvPr/>
          </p:nvSpPr>
          <p:spPr>
            <a:xfrm>
              <a:off x="8891661" y="2168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9" name="pt50359"/>
            <p:cNvSpPr/>
            <p:nvPr/>
          </p:nvSpPr>
          <p:spPr>
            <a:xfrm>
              <a:off x="9002725" y="1964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0" name="pt50360"/>
            <p:cNvSpPr/>
            <p:nvPr/>
          </p:nvSpPr>
          <p:spPr>
            <a:xfrm>
              <a:off x="8783657" y="1994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1" name="pt50361"/>
            <p:cNvSpPr/>
            <p:nvPr/>
          </p:nvSpPr>
          <p:spPr>
            <a:xfrm>
              <a:off x="8274318" y="243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2" name="pt50362"/>
            <p:cNvSpPr/>
            <p:nvPr/>
          </p:nvSpPr>
          <p:spPr>
            <a:xfrm>
              <a:off x="8988075" y="1836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3" name="pt50363"/>
            <p:cNvSpPr/>
            <p:nvPr/>
          </p:nvSpPr>
          <p:spPr>
            <a:xfrm>
              <a:off x="9562976" y="2233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4" name="pt50364"/>
            <p:cNvSpPr/>
            <p:nvPr/>
          </p:nvSpPr>
          <p:spPr>
            <a:xfrm>
              <a:off x="8705398" y="2194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5" name="pt50365"/>
            <p:cNvSpPr/>
            <p:nvPr/>
          </p:nvSpPr>
          <p:spPr>
            <a:xfrm>
              <a:off x="8870124" y="2190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6" name="pt50366"/>
            <p:cNvSpPr/>
            <p:nvPr/>
          </p:nvSpPr>
          <p:spPr>
            <a:xfrm>
              <a:off x="8398928" y="2550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7" name="pt50367"/>
            <p:cNvSpPr/>
            <p:nvPr/>
          </p:nvSpPr>
          <p:spPr>
            <a:xfrm>
              <a:off x="9086240" y="2066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8" name="pt50368"/>
            <p:cNvSpPr/>
            <p:nvPr/>
          </p:nvSpPr>
          <p:spPr>
            <a:xfrm>
              <a:off x="9071933" y="1826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9" name="pt50369"/>
            <p:cNvSpPr/>
            <p:nvPr/>
          </p:nvSpPr>
          <p:spPr>
            <a:xfrm>
              <a:off x="8347210" y="2173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0" name="pt50370"/>
            <p:cNvSpPr/>
            <p:nvPr/>
          </p:nvSpPr>
          <p:spPr>
            <a:xfrm>
              <a:off x="9488519" y="2473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1" name="pt50371"/>
            <p:cNvSpPr/>
            <p:nvPr/>
          </p:nvSpPr>
          <p:spPr>
            <a:xfrm>
              <a:off x="8812874" y="2245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2" name="pt50372"/>
            <p:cNvSpPr/>
            <p:nvPr/>
          </p:nvSpPr>
          <p:spPr>
            <a:xfrm>
              <a:off x="8812874" y="2350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3" name="pt50373"/>
            <p:cNvSpPr/>
            <p:nvPr/>
          </p:nvSpPr>
          <p:spPr>
            <a:xfrm>
              <a:off x="8798858" y="2003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4" name="pt50374"/>
            <p:cNvSpPr/>
            <p:nvPr/>
          </p:nvSpPr>
          <p:spPr>
            <a:xfrm>
              <a:off x="9367540" y="2044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5" name="pt50375"/>
            <p:cNvSpPr/>
            <p:nvPr/>
          </p:nvSpPr>
          <p:spPr>
            <a:xfrm>
              <a:off x="9157488" y="1810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6" name="pt50376"/>
            <p:cNvSpPr/>
            <p:nvPr/>
          </p:nvSpPr>
          <p:spPr>
            <a:xfrm>
              <a:off x="9328959" y="2174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7" name="pt50377"/>
            <p:cNvSpPr/>
            <p:nvPr/>
          </p:nvSpPr>
          <p:spPr>
            <a:xfrm>
              <a:off x="8544712" y="2278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8" name="pt50378"/>
            <p:cNvSpPr/>
            <p:nvPr/>
          </p:nvSpPr>
          <p:spPr>
            <a:xfrm>
              <a:off x="9026144" y="1918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9" name="pt50379"/>
            <p:cNvSpPr/>
            <p:nvPr/>
          </p:nvSpPr>
          <p:spPr>
            <a:xfrm>
              <a:off x="8954618" y="2281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0" name="pt50380"/>
            <p:cNvSpPr/>
            <p:nvPr/>
          </p:nvSpPr>
          <p:spPr>
            <a:xfrm>
              <a:off x="9115211" y="1972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1" name="pt50381"/>
            <p:cNvSpPr/>
            <p:nvPr/>
          </p:nvSpPr>
          <p:spPr>
            <a:xfrm>
              <a:off x="9115211" y="1989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2" name="pt50382"/>
            <p:cNvSpPr/>
            <p:nvPr/>
          </p:nvSpPr>
          <p:spPr>
            <a:xfrm>
              <a:off x="9295774" y="2025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3" name="pt50383"/>
            <p:cNvSpPr/>
            <p:nvPr/>
          </p:nvSpPr>
          <p:spPr>
            <a:xfrm>
              <a:off x="9077174" y="2073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4" name="pt50384"/>
            <p:cNvSpPr/>
            <p:nvPr/>
          </p:nvSpPr>
          <p:spPr>
            <a:xfrm>
              <a:off x="9420231" y="1910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5" name="pt50385"/>
            <p:cNvSpPr/>
            <p:nvPr/>
          </p:nvSpPr>
          <p:spPr>
            <a:xfrm>
              <a:off x="9371804" y="2006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6" name="pt50386"/>
            <p:cNvSpPr/>
            <p:nvPr/>
          </p:nvSpPr>
          <p:spPr>
            <a:xfrm>
              <a:off x="8563654" y="2323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7" name="pt50387"/>
            <p:cNvSpPr/>
            <p:nvPr/>
          </p:nvSpPr>
          <p:spPr>
            <a:xfrm>
              <a:off x="9030214" y="1685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8" name="pt50388"/>
            <p:cNvSpPr/>
            <p:nvPr/>
          </p:nvSpPr>
          <p:spPr>
            <a:xfrm>
              <a:off x="8610820" y="2154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9" name="pt50389"/>
            <p:cNvSpPr/>
            <p:nvPr/>
          </p:nvSpPr>
          <p:spPr>
            <a:xfrm>
              <a:off x="9120160" y="2040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0" name="pt50390"/>
            <p:cNvSpPr/>
            <p:nvPr/>
          </p:nvSpPr>
          <p:spPr>
            <a:xfrm>
              <a:off x="8636546" y="223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1" name="pt50391"/>
            <p:cNvSpPr/>
            <p:nvPr/>
          </p:nvSpPr>
          <p:spPr>
            <a:xfrm>
              <a:off x="8852989" y="1952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2" name="pt50392"/>
            <p:cNvSpPr/>
            <p:nvPr/>
          </p:nvSpPr>
          <p:spPr>
            <a:xfrm>
              <a:off x="8713389" y="2281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3" name="pt50393"/>
            <p:cNvSpPr/>
            <p:nvPr/>
          </p:nvSpPr>
          <p:spPr>
            <a:xfrm>
              <a:off x="8830008" y="2091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4" name="pt50394"/>
            <p:cNvSpPr/>
            <p:nvPr/>
          </p:nvSpPr>
          <p:spPr>
            <a:xfrm>
              <a:off x="8398928" y="2305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5" name="pt50395"/>
            <p:cNvSpPr/>
            <p:nvPr/>
          </p:nvSpPr>
          <p:spPr>
            <a:xfrm>
              <a:off x="8398928" y="2366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6" name="pt50396"/>
            <p:cNvSpPr/>
            <p:nvPr/>
          </p:nvSpPr>
          <p:spPr>
            <a:xfrm>
              <a:off x="8347210" y="2272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7" name="pt50397"/>
            <p:cNvSpPr/>
            <p:nvPr/>
          </p:nvSpPr>
          <p:spPr>
            <a:xfrm>
              <a:off x="8705398" y="2222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8" name="pt50398"/>
            <p:cNvSpPr/>
            <p:nvPr/>
          </p:nvSpPr>
          <p:spPr>
            <a:xfrm>
              <a:off x="9486197" y="2302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9" name="pt50399"/>
            <p:cNvSpPr/>
            <p:nvPr/>
          </p:nvSpPr>
          <p:spPr>
            <a:xfrm>
              <a:off x="9266215" y="1928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0" name="pt50400"/>
            <p:cNvSpPr/>
            <p:nvPr/>
          </p:nvSpPr>
          <p:spPr>
            <a:xfrm>
              <a:off x="8669323" y="2213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1" name="pt50401"/>
            <p:cNvSpPr/>
            <p:nvPr/>
          </p:nvSpPr>
          <p:spPr>
            <a:xfrm>
              <a:off x="8783657" y="2092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2" name="pt50402"/>
            <p:cNvSpPr/>
            <p:nvPr/>
          </p:nvSpPr>
          <p:spPr>
            <a:xfrm>
              <a:off x="9370394" y="206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3" name="pt50403"/>
            <p:cNvSpPr/>
            <p:nvPr/>
          </p:nvSpPr>
          <p:spPr>
            <a:xfrm>
              <a:off x="8830008" y="2053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4" name="pt50404"/>
            <p:cNvSpPr/>
            <p:nvPr/>
          </p:nvSpPr>
          <p:spPr>
            <a:xfrm>
              <a:off x="8897369" y="1934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5" name="pt50405"/>
            <p:cNvSpPr/>
            <p:nvPr/>
          </p:nvSpPr>
          <p:spPr>
            <a:xfrm>
              <a:off x="8873363" y="2144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6" name="pt50406"/>
            <p:cNvSpPr/>
            <p:nvPr/>
          </p:nvSpPr>
          <p:spPr>
            <a:xfrm>
              <a:off x="8636546" y="2389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7" name="pt50407"/>
            <p:cNvSpPr/>
            <p:nvPr/>
          </p:nvSpPr>
          <p:spPr>
            <a:xfrm>
              <a:off x="9568569" y="2259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8" name="pt50408"/>
            <p:cNvSpPr/>
            <p:nvPr/>
          </p:nvSpPr>
          <p:spPr>
            <a:xfrm>
              <a:off x="9044397" y="2021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9" name="pt50409"/>
            <p:cNvSpPr/>
            <p:nvPr/>
          </p:nvSpPr>
          <p:spPr>
            <a:xfrm>
              <a:off x="8471820" y="2439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0" name="pt50410"/>
            <p:cNvSpPr/>
            <p:nvPr/>
          </p:nvSpPr>
          <p:spPr>
            <a:xfrm>
              <a:off x="8713389" y="2242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1" name="pt50411"/>
            <p:cNvSpPr/>
            <p:nvPr/>
          </p:nvSpPr>
          <p:spPr>
            <a:xfrm>
              <a:off x="9295774" y="2037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2" name="pt50412"/>
            <p:cNvSpPr/>
            <p:nvPr/>
          </p:nvSpPr>
          <p:spPr>
            <a:xfrm>
              <a:off x="8398928" y="2479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3" name="pt50413"/>
            <p:cNvSpPr/>
            <p:nvPr/>
          </p:nvSpPr>
          <p:spPr>
            <a:xfrm>
              <a:off x="9285697" y="1815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4" name="pt50414"/>
            <p:cNvSpPr/>
            <p:nvPr/>
          </p:nvSpPr>
          <p:spPr>
            <a:xfrm>
              <a:off x="9103999" y="1992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5" name="pt50415"/>
            <p:cNvSpPr/>
            <p:nvPr/>
          </p:nvSpPr>
          <p:spPr>
            <a:xfrm>
              <a:off x="8913479" y="1697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6" name="pt50416"/>
            <p:cNvSpPr/>
            <p:nvPr/>
          </p:nvSpPr>
          <p:spPr>
            <a:xfrm>
              <a:off x="8659047" y="2352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7" name="pt50417"/>
            <p:cNvSpPr/>
            <p:nvPr/>
          </p:nvSpPr>
          <p:spPr>
            <a:xfrm>
              <a:off x="8274318" y="1982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8" name="pt50418"/>
            <p:cNvSpPr/>
            <p:nvPr/>
          </p:nvSpPr>
          <p:spPr>
            <a:xfrm>
              <a:off x="8610820" y="2063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9" name="pt50419"/>
            <p:cNvSpPr/>
            <p:nvPr/>
          </p:nvSpPr>
          <p:spPr>
            <a:xfrm>
              <a:off x="9553956" y="2290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0" name="pt50420"/>
            <p:cNvSpPr/>
            <p:nvPr/>
          </p:nvSpPr>
          <p:spPr>
            <a:xfrm>
              <a:off x="8398928" y="2431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1" name="pt50421"/>
            <p:cNvSpPr/>
            <p:nvPr/>
          </p:nvSpPr>
          <p:spPr>
            <a:xfrm>
              <a:off x="8679043" y="2220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2" name="pt50422"/>
            <p:cNvSpPr/>
            <p:nvPr/>
          </p:nvSpPr>
          <p:spPr>
            <a:xfrm>
              <a:off x="8274318" y="2403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3" name="pt50423"/>
            <p:cNvSpPr/>
            <p:nvPr/>
          </p:nvSpPr>
          <p:spPr>
            <a:xfrm>
              <a:off x="8659047" y="2362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4" name="pt50424"/>
            <p:cNvSpPr/>
            <p:nvPr/>
          </p:nvSpPr>
          <p:spPr>
            <a:xfrm>
              <a:off x="8544712" y="2279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5" name="pt50425"/>
            <p:cNvSpPr/>
            <p:nvPr/>
          </p:nvSpPr>
          <p:spPr>
            <a:xfrm>
              <a:off x="8856549" y="2309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6" name="pt50426"/>
            <p:cNvSpPr/>
            <p:nvPr/>
          </p:nvSpPr>
          <p:spPr>
            <a:xfrm>
              <a:off x="9876105" y="2537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7" name="pt50427"/>
            <p:cNvSpPr/>
            <p:nvPr/>
          </p:nvSpPr>
          <p:spPr>
            <a:xfrm>
              <a:off x="9062094" y="1650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8" name="pt50428"/>
            <p:cNvSpPr/>
            <p:nvPr/>
          </p:nvSpPr>
          <p:spPr>
            <a:xfrm>
              <a:off x="8636546" y="2453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9" name="pt50429"/>
            <p:cNvSpPr/>
            <p:nvPr/>
          </p:nvSpPr>
          <p:spPr>
            <a:xfrm>
              <a:off x="8648148" y="2372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0" name="pt50430"/>
            <p:cNvSpPr/>
            <p:nvPr/>
          </p:nvSpPr>
          <p:spPr>
            <a:xfrm>
              <a:off x="9829630" y="2442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1" name="pt50431"/>
            <p:cNvSpPr/>
            <p:nvPr/>
          </p:nvSpPr>
          <p:spPr>
            <a:xfrm>
              <a:off x="9302684" y="1809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2" name="pt50432"/>
            <p:cNvSpPr/>
            <p:nvPr/>
          </p:nvSpPr>
          <p:spPr>
            <a:xfrm>
              <a:off x="9039368" y="1667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3" name="pt50433"/>
            <p:cNvSpPr/>
            <p:nvPr/>
          </p:nvSpPr>
          <p:spPr>
            <a:xfrm>
              <a:off x="8439043" y="2146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4" name="pt50434"/>
            <p:cNvSpPr/>
            <p:nvPr/>
          </p:nvSpPr>
          <p:spPr>
            <a:xfrm>
              <a:off x="8347210" y="2187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5" name="pt50435"/>
            <p:cNvSpPr/>
            <p:nvPr/>
          </p:nvSpPr>
          <p:spPr>
            <a:xfrm>
              <a:off x="9071933" y="2128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6" name="pt50436"/>
            <p:cNvSpPr/>
            <p:nvPr/>
          </p:nvSpPr>
          <p:spPr>
            <a:xfrm>
              <a:off x="9023378" y="1816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7" name="pt50437"/>
            <p:cNvSpPr/>
            <p:nvPr/>
          </p:nvSpPr>
          <p:spPr>
            <a:xfrm>
              <a:off x="8966476" y="2140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8" name="pt50438"/>
            <p:cNvSpPr/>
            <p:nvPr/>
          </p:nvSpPr>
          <p:spPr>
            <a:xfrm>
              <a:off x="9147988" y="2046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9" name="pt50439"/>
            <p:cNvSpPr/>
            <p:nvPr/>
          </p:nvSpPr>
          <p:spPr>
            <a:xfrm>
              <a:off x="8879672" y="203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0" name="pt50440"/>
            <p:cNvSpPr/>
            <p:nvPr/>
          </p:nvSpPr>
          <p:spPr>
            <a:xfrm>
              <a:off x="9657982" y="2231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1" name="pt50441"/>
            <p:cNvSpPr/>
            <p:nvPr/>
          </p:nvSpPr>
          <p:spPr>
            <a:xfrm>
              <a:off x="9097658" y="2047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2" name="pt50442"/>
            <p:cNvSpPr/>
            <p:nvPr/>
          </p:nvSpPr>
          <p:spPr>
            <a:xfrm>
              <a:off x="8910892" y="2126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3" name="pt50443"/>
            <p:cNvSpPr/>
            <p:nvPr/>
          </p:nvSpPr>
          <p:spPr>
            <a:xfrm>
              <a:off x="9681061" y="2291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4" name="pt50444"/>
            <p:cNvSpPr/>
            <p:nvPr/>
          </p:nvSpPr>
          <p:spPr>
            <a:xfrm>
              <a:off x="9182728" y="2025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5" name="pt50445"/>
            <p:cNvSpPr/>
            <p:nvPr/>
          </p:nvSpPr>
          <p:spPr>
            <a:xfrm>
              <a:off x="8981160" y="1942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6" name="pt50446"/>
            <p:cNvSpPr/>
            <p:nvPr/>
          </p:nvSpPr>
          <p:spPr>
            <a:xfrm>
              <a:off x="9066533" y="1669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7" name="pt50447"/>
            <p:cNvSpPr/>
            <p:nvPr/>
          </p:nvSpPr>
          <p:spPr>
            <a:xfrm>
              <a:off x="9332489" y="2185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8" name="pt50448"/>
            <p:cNvSpPr/>
            <p:nvPr/>
          </p:nvSpPr>
          <p:spPr>
            <a:xfrm>
              <a:off x="8580788" y="2198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9" name="pt50449"/>
            <p:cNvSpPr/>
            <p:nvPr/>
          </p:nvSpPr>
          <p:spPr>
            <a:xfrm>
              <a:off x="9005825" y="1616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0" name="pt50450"/>
            <p:cNvSpPr/>
            <p:nvPr/>
          </p:nvSpPr>
          <p:spPr>
            <a:xfrm>
              <a:off x="9099493" y="2159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1" name="pt50451"/>
            <p:cNvSpPr/>
            <p:nvPr/>
          </p:nvSpPr>
          <p:spPr>
            <a:xfrm>
              <a:off x="8772758" y="2103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2" name="pt50452"/>
            <p:cNvSpPr/>
            <p:nvPr/>
          </p:nvSpPr>
          <p:spPr>
            <a:xfrm>
              <a:off x="8471820" y="251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3" name="pt50453"/>
            <p:cNvSpPr/>
            <p:nvPr/>
          </p:nvSpPr>
          <p:spPr>
            <a:xfrm>
              <a:off x="8499532" y="2447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4" name="pt50454"/>
            <p:cNvSpPr/>
            <p:nvPr/>
          </p:nvSpPr>
          <p:spPr>
            <a:xfrm>
              <a:off x="9118525" y="2176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5" name="pt50455"/>
            <p:cNvSpPr/>
            <p:nvPr/>
          </p:nvSpPr>
          <p:spPr>
            <a:xfrm>
              <a:off x="8761156" y="2399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6" name="pt50456"/>
            <p:cNvSpPr/>
            <p:nvPr/>
          </p:nvSpPr>
          <p:spPr>
            <a:xfrm>
              <a:off x="8923469" y="1918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7" name="pt50457"/>
            <p:cNvSpPr/>
            <p:nvPr/>
          </p:nvSpPr>
          <p:spPr>
            <a:xfrm>
              <a:off x="8398928" y="2392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8" name="pt50458"/>
            <p:cNvSpPr/>
            <p:nvPr/>
          </p:nvSpPr>
          <p:spPr>
            <a:xfrm>
              <a:off x="8721041" y="2090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9" name="pt50459"/>
            <p:cNvSpPr/>
            <p:nvPr/>
          </p:nvSpPr>
          <p:spPr>
            <a:xfrm>
              <a:off x="8544712" y="2319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0" name="pt50460"/>
            <p:cNvSpPr/>
            <p:nvPr/>
          </p:nvSpPr>
          <p:spPr>
            <a:xfrm>
              <a:off x="9030214" y="1751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1" name="pt50461"/>
            <p:cNvSpPr/>
            <p:nvPr/>
          </p:nvSpPr>
          <p:spPr>
            <a:xfrm>
              <a:off x="8471820" y="2504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2" name="pt50462"/>
            <p:cNvSpPr/>
            <p:nvPr/>
          </p:nvSpPr>
          <p:spPr>
            <a:xfrm>
              <a:off x="8523538" y="2438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3" name="pt50463"/>
            <p:cNvSpPr/>
            <p:nvPr/>
          </p:nvSpPr>
          <p:spPr>
            <a:xfrm>
              <a:off x="9313825" y="2075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4" name="pt50464"/>
            <p:cNvSpPr/>
            <p:nvPr/>
          </p:nvSpPr>
          <p:spPr>
            <a:xfrm>
              <a:off x="9499399" y="2434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5" name="pt50465"/>
            <p:cNvSpPr/>
            <p:nvPr/>
          </p:nvSpPr>
          <p:spPr>
            <a:xfrm>
              <a:off x="9086240" y="1937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6" name="pt50466"/>
            <p:cNvSpPr/>
            <p:nvPr/>
          </p:nvSpPr>
          <p:spPr>
            <a:xfrm>
              <a:off x="8439043" y="2312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7" name="pt50467"/>
            <p:cNvSpPr/>
            <p:nvPr/>
          </p:nvSpPr>
          <p:spPr>
            <a:xfrm>
              <a:off x="8471820" y="2337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8" name="pt50468"/>
            <p:cNvSpPr/>
            <p:nvPr/>
          </p:nvSpPr>
          <p:spPr>
            <a:xfrm>
              <a:off x="8761156" y="2237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9" name="pt50469"/>
            <p:cNvSpPr/>
            <p:nvPr/>
          </p:nvSpPr>
          <p:spPr>
            <a:xfrm>
              <a:off x="9268724" y="1774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0" name="pt50470"/>
            <p:cNvSpPr/>
            <p:nvPr/>
          </p:nvSpPr>
          <p:spPr>
            <a:xfrm>
              <a:off x="9200748" y="1809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1" name="pt50471"/>
            <p:cNvSpPr/>
            <p:nvPr/>
          </p:nvSpPr>
          <p:spPr>
            <a:xfrm>
              <a:off x="8523538" y="2587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2" name="pt50472"/>
            <p:cNvSpPr/>
            <p:nvPr/>
          </p:nvSpPr>
          <p:spPr>
            <a:xfrm>
              <a:off x="8471820" y="2316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3" name="pt50473"/>
            <p:cNvSpPr/>
            <p:nvPr/>
          </p:nvSpPr>
          <p:spPr>
            <a:xfrm>
              <a:off x="8841866" y="2000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4" name="pt50474"/>
            <p:cNvSpPr/>
            <p:nvPr/>
          </p:nvSpPr>
          <p:spPr>
            <a:xfrm>
              <a:off x="8544712" y="2186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5" name="pt50475"/>
            <p:cNvSpPr/>
            <p:nvPr/>
          </p:nvSpPr>
          <p:spPr>
            <a:xfrm>
              <a:off x="9356962" y="2183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6" name="pt50476"/>
            <p:cNvSpPr/>
            <p:nvPr/>
          </p:nvSpPr>
          <p:spPr>
            <a:xfrm>
              <a:off x="9200228" y="1803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7" name="pt50477"/>
            <p:cNvSpPr/>
            <p:nvPr/>
          </p:nvSpPr>
          <p:spPr>
            <a:xfrm>
              <a:off x="8830008" y="2129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8" name="pt50478"/>
            <p:cNvSpPr/>
            <p:nvPr/>
          </p:nvSpPr>
          <p:spPr>
            <a:xfrm>
              <a:off x="8902901" y="2064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9" name="pt50479"/>
            <p:cNvSpPr/>
            <p:nvPr/>
          </p:nvSpPr>
          <p:spPr>
            <a:xfrm>
              <a:off x="8982914" y="1820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0" name="pt50480"/>
            <p:cNvSpPr/>
            <p:nvPr/>
          </p:nvSpPr>
          <p:spPr>
            <a:xfrm>
              <a:off x="9157488" y="1808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1" name="pt50481"/>
            <p:cNvSpPr/>
            <p:nvPr/>
          </p:nvSpPr>
          <p:spPr>
            <a:xfrm>
              <a:off x="8876545" y="1517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2" name="pt50482"/>
            <p:cNvSpPr/>
            <p:nvPr/>
          </p:nvSpPr>
          <p:spPr>
            <a:xfrm>
              <a:off x="9199706" y="2080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3" name="pt50483"/>
            <p:cNvSpPr/>
            <p:nvPr/>
          </p:nvSpPr>
          <p:spPr>
            <a:xfrm>
              <a:off x="9310188" y="2172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4" name="pt50484"/>
            <p:cNvSpPr/>
            <p:nvPr/>
          </p:nvSpPr>
          <p:spPr>
            <a:xfrm>
              <a:off x="9266215" y="2083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5" name="pt50485"/>
            <p:cNvSpPr/>
            <p:nvPr/>
          </p:nvSpPr>
          <p:spPr>
            <a:xfrm>
              <a:off x="8580788" y="2152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6" name="pt50486"/>
            <p:cNvSpPr/>
            <p:nvPr/>
          </p:nvSpPr>
          <p:spPr>
            <a:xfrm>
              <a:off x="8523538" y="2428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7" name="pt50487"/>
            <p:cNvSpPr/>
            <p:nvPr/>
          </p:nvSpPr>
          <p:spPr>
            <a:xfrm>
              <a:off x="9124182" y="1981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8" name="pt50488"/>
            <p:cNvSpPr/>
            <p:nvPr/>
          </p:nvSpPr>
          <p:spPr>
            <a:xfrm>
              <a:off x="8735430" y="2251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9" name="pt50489"/>
            <p:cNvSpPr/>
            <p:nvPr/>
          </p:nvSpPr>
          <p:spPr>
            <a:xfrm>
              <a:off x="8669323" y="2369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0" name="pt50490"/>
            <p:cNvSpPr/>
            <p:nvPr/>
          </p:nvSpPr>
          <p:spPr>
            <a:xfrm>
              <a:off x="9124182" y="2084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1" name="pt50491"/>
            <p:cNvSpPr/>
            <p:nvPr/>
          </p:nvSpPr>
          <p:spPr>
            <a:xfrm>
              <a:off x="8870124" y="2191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2" name="pt50492"/>
            <p:cNvSpPr/>
            <p:nvPr/>
          </p:nvSpPr>
          <p:spPr>
            <a:xfrm>
              <a:off x="8834048" y="2091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3" name="pt50493"/>
            <p:cNvSpPr/>
            <p:nvPr/>
          </p:nvSpPr>
          <p:spPr>
            <a:xfrm>
              <a:off x="9089164" y="1899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4" name="pt50494"/>
            <p:cNvSpPr/>
            <p:nvPr/>
          </p:nvSpPr>
          <p:spPr>
            <a:xfrm>
              <a:off x="9332489" y="2172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5" name="pt50495"/>
            <p:cNvSpPr/>
            <p:nvPr/>
          </p:nvSpPr>
          <p:spPr>
            <a:xfrm>
              <a:off x="8894537" y="2059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6" name="pt50496"/>
            <p:cNvSpPr/>
            <p:nvPr/>
          </p:nvSpPr>
          <p:spPr>
            <a:xfrm>
              <a:off x="8783657" y="2211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7" name="pt50497"/>
            <p:cNvSpPr/>
            <p:nvPr/>
          </p:nvSpPr>
          <p:spPr>
            <a:xfrm>
              <a:off x="9500971" y="2367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8" name="pt50498"/>
            <p:cNvSpPr/>
            <p:nvPr/>
          </p:nvSpPr>
          <p:spPr>
            <a:xfrm>
              <a:off x="9332489" y="2073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9" name="pt50499"/>
            <p:cNvSpPr/>
            <p:nvPr/>
          </p:nvSpPr>
          <p:spPr>
            <a:xfrm>
              <a:off x="8948383" y="212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0" name="pt50500"/>
            <p:cNvSpPr/>
            <p:nvPr/>
          </p:nvSpPr>
          <p:spPr>
            <a:xfrm>
              <a:off x="8659047" y="2438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1" name="pt50501"/>
            <p:cNvSpPr/>
            <p:nvPr/>
          </p:nvSpPr>
          <p:spPr>
            <a:xfrm>
              <a:off x="8910892" y="2123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2" name="pt50502"/>
            <p:cNvSpPr/>
            <p:nvPr/>
          </p:nvSpPr>
          <p:spPr>
            <a:xfrm>
              <a:off x="9187265" y="2007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3" name="pt50503"/>
            <p:cNvSpPr/>
            <p:nvPr/>
          </p:nvSpPr>
          <p:spPr>
            <a:xfrm>
              <a:off x="8274318" y="2692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4" name="pt50504"/>
            <p:cNvSpPr/>
            <p:nvPr/>
          </p:nvSpPr>
          <p:spPr>
            <a:xfrm>
              <a:off x="8347210" y="2024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5" name="pt50505"/>
            <p:cNvSpPr/>
            <p:nvPr/>
          </p:nvSpPr>
          <p:spPr>
            <a:xfrm>
              <a:off x="9394753" y="2216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6" name="pt50506"/>
            <p:cNvSpPr/>
            <p:nvPr/>
          </p:nvSpPr>
          <p:spPr>
            <a:xfrm>
              <a:off x="8439043" y="2367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7" name="pt50507"/>
            <p:cNvSpPr/>
            <p:nvPr/>
          </p:nvSpPr>
          <p:spPr>
            <a:xfrm>
              <a:off x="9806800" y="2655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8" name="pt50508"/>
            <p:cNvSpPr/>
            <p:nvPr/>
          </p:nvSpPr>
          <p:spPr>
            <a:xfrm>
              <a:off x="9328959" y="2207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9" name="pt50509"/>
            <p:cNvSpPr/>
            <p:nvPr/>
          </p:nvSpPr>
          <p:spPr>
            <a:xfrm>
              <a:off x="8713389" y="2203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0" name="pt50510"/>
            <p:cNvSpPr/>
            <p:nvPr/>
          </p:nvSpPr>
          <p:spPr>
            <a:xfrm>
              <a:off x="9026144" y="1814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1" name="pt50511"/>
            <p:cNvSpPr/>
            <p:nvPr/>
          </p:nvSpPr>
          <p:spPr>
            <a:xfrm>
              <a:off x="8748753" y="2057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2" name="pt50512"/>
            <p:cNvSpPr/>
            <p:nvPr/>
          </p:nvSpPr>
          <p:spPr>
            <a:xfrm>
              <a:off x="8964553" y="2187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3" name="pt50513"/>
            <p:cNvSpPr/>
            <p:nvPr/>
          </p:nvSpPr>
          <p:spPr>
            <a:xfrm>
              <a:off x="8439043" y="2470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4" name="pt50514"/>
            <p:cNvSpPr/>
            <p:nvPr/>
          </p:nvSpPr>
          <p:spPr>
            <a:xfrm>
              <a:off x="8274318" y="254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5" name="pt50515"/>
            <p:cNvSpPr/>
            <p:nvPr/>
          </p:nvSpPr>
          <p:spPr>
            <a:xfrm>
              <a:off x="9564013" y="2187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6" name="pt50516"/>
            <p:cNvSpPr/>
            <p:nvPr/>
          </p:nvSpPr>
          <p:spPr>
            <a:xfrm>
              <a:off x="9644546" y="2322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7" name="pt50517"/>
            <p:cNvSpPr/>
            <p:nvPr/>
          </p:nvSpPr>
          <p:spPr>
            <a:xfrm>
              <a:off x="8274318" y="244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8" name="pt50518"/>
            <p:cNvSpPr/>
            <p:nvPr/>
          </p:nvSpPr>
          <p:spPr>
            <a:xfrm>
              <a:off x="9086240" y="1985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9" name="pt50519"/>
            <p:cNvSpPr/>
            <p:nvPr/>
          </p:nvSpPr>
          <p:spPr>
            <a:xfrm>
              <a:off x="9124182" y="2165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0" name="pt50520"/>
            <p:cNvSpPr/>
            <p:nvPr/>
          </p:nvSpPr>
          <p:spPr>
            <a:xfrm>
              <a:off x="8788868" y="2042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1" name="pt50521"/>
            <p:cNvSpPr/>
            <p:nvPr/>
          </p:nvSpPr>
          <p:spPr>
            <a:xfrm>
              <a:off x="8996361" y="197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2" name="pt50522"/>
            <p:cNvSpPr/>
            <p:nvPr/>
          </p:nvSpPr>
          <p:spPr>
            <a:xfrm>
              <a:off x="9124975" y="1972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3" name="pt50523"/>
            <p:cNvSpPr/>
            <p:nvPr/>
          </p:nvSpPr>
          <p:spPr>
            <a:xfrm>
              <a:off x="8274318" y="2437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4" name="pt50524"/>
            <p:cNvSpPr/>
            <p:nvPr/>
          </p:nvSpPr>
          <p:spPr>
            <a:xfrm>
              <a:off x="8471820" y="2395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5" name="pt50525"/>
            <p:cNvSpPr/>
            <p:nvPr/>
          </p:nvSpPr>
          <p:spPr>
            <a:xfrm>
              <a:off x="9124182" y="1992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6" name="pt50526"/>
            <p:cNvSpPr/>
            <p:nvPr/>
          </p:nvSpPr>
          <p:spPr>
            <a:xfrm>
              <a:off x="8624143" y="2354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7" name="pt50527"/>
            <p:cNvSpPr/>
            <p:nvPr/>
          </p:nvSpPr>
          <p:spPr>
            <a:xfrm>
              <a:off x="8659047" y="2312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8" name="pt50528"/>
            <p:cNvSpPr/>
            <p:nvPr/>
          </p:nvSpPr>
          <p:spPr>
            <a:xfrm>
              <a:off x="8954618" y="2267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9" name="pt50529"/>
            <p:cNvSpPr/>
            <p:nvPr/>
          </p:nvSpPr>
          <p:spPr>
            <a:xfrm>
              <a:off x="8274318" y="2216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0" name="pt50530"/>
            <p:cNvSpPr/>
            <p:nvPr/>
          </p:nvSpPr>
          <p:spPr>
            <a:xfrm>
              <a:off x="9334476" y="2276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1" name="pt50531"/>
            <p:cNvSpPr/>
            <p:nvPr/>
          </p:nvSpPr>
          <p:spPr>
            <a:xfrm>
              <a:off x="8954618" y="2320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2" name="pt50532"/>
            <p:cNvSpPr/>
            <p:nvPr/>
          </p:nvSpPr>
          <p:spPr>
            <a:xfrm>
              <a:off x="9220880" y="1851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3" name="pt50533"/>
            <p:cNvSpPr/>
            <p:nvPr/>
          </p:nvSpPr>
          <p:spPr>
            <a:xfrm>
              <a:off x="8523538" y="2590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4" name="pt50534"/>
            <p:cNvSpPr/>
            <p:nvPr/>
          </p:nvSpPr>
          <p:spPr>
            <a:xfrm>
              <a:off x="8697035" y="2197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5" name="pt50535"/>
            <p:cNvSpPr/>
            <p:nvPr/>
          </p:nvSpPr>
          <p:spPr>
            <a:xfrm>
              <a:off x="8398928" y="2280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6" name="pt50536"/>
            <p:cNvSpPr/>
            <p:nvPr/>
          </p:nvSpPr>
          <p:spPr>
            <a:xfrm>
              <a:off x="8439043" y="2312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7" name="pt50537"/>
            <p:cNvSpPr/>
            <p:nvPr/>
          </p:nvSpPr>
          <p:spPr>
            <a:xfrm>
              <a:off x="9567694" y="2461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8" name="pt50538"/>
            <p:cNvSpPr/>
            <p:nvPr/>
          </p:nvSpPr>
          <p:spPr>
            <a:xfrm>
              <a:off x="8852989" y="1855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9" name="pt50539"/>
            <p:cNvSpPr/>
            <p:nvPr/>
          </p:nvSpPr>
          <p:spPr>
            <a:xfrm>
              <a:off x="8825875" y="2033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0" name="pt50540"/>
            <p:cNvSpPr/>
            <p:nvPr/>
          </p:nvSpPr>
          <p:spPr>
            <a:xfrm>
              <a:off x="9644546" y="2693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1" name="pt50541"/>
            <p:cNvSpPr/>
            <p:nvPr/>
          </p:nvSpPr>
          <p:spPr>
            <a:xfrm>
              <a:off x="8274318" y="2545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2" name="pt50542"/>
            <p:cNvSpPr/>
            <p:nvPr/>
          </p:nvSpPr>
          <p:spPr>
            <a:xfrm>
              <a:off x="8821645" y="2088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3" name="pt50543"/>
            <p:cNvSpPr/>
            <p:nvPr/>
          </p:nvSpPr>
          <p:spPr>
            <a:xfrm>
              <a:off x="8610820" y="2021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4" name="pt50544"/>
            <p:cNvSpPr/>
            <p:nvPr/>
          </p:nvSpPr>
          <p:spPr>
            <a:xfrm>
              <a:off x="9057543" y="1825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5" name="pt50545"/>
            <p:cNvSpPr/>
            <p:nvPr/>
          </p:nvSpPr>
          <p:spPr>
            <a:xfrm>
              <a:off x="9381946" y="2012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6" name="pt50546"/>
            <p:cNvSpPr/>
            <p:nvPr/>
          </p:nvSpPr>
          <p:spPr>
            <a:xfrm>
              <a:off x="8439043" y="2245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7" name="pt50547"/>
            <p:cNvSpPr/>
            <p:nvPr/>
          </p:nvSpPr>
          <p:spPr>
            <a:xfrm>
              <a:off x="8636546" y="2357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8" name="pt50548"/>
            <p:cNvSpPr/>
            <p:nvPr/>
          </p:nvSpPr>
          <p:spPr>
            <a:xfrm>
              <a:off x="9160112" y="1966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9" name="pt50549"/>
            <p:cNvSpPr/>
            <p:nvPr/>
          </p:nvSpPr>
          <p:spPr>
            <a:xfrm>
              <a:off x="8713389" y="2293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0" name="pt50550"/>
            <p:cNvSpPr/>
            <p:nvPr/>
          </p:nvSpPr>
          <p:spPr>
            <a:xfrm>
              <a:off x="9645731" y="227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1" name="pt50551"/>
            <p:cNvSpPr/>
            <p:nvPr/>
          </p:nvSpPr>
          <p:spPr>
            <a:xfrm>
              <a:off x="8913479" y="1604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2" name="pt50552"/>
            <p:cNvSpPr/>
            <p:nvPr/>
          </p:nvSpPr>
          <p:spPr>
            <a:xfrm>
              <a:off x="9077174" y="2116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3" name="pt50553"/>
            <p:cNvSpPr/>
            <p:nvPr/>
          </p:nvSpPr>
          <p:spPr>
            <a:xfrm>
              <a:off x="9191144" y="2114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4" name="pt50554"/>
            <p:cNvSpPr/>
            <p:nvPr/>
          </p:nvSpPr>
          <p:spPr>
            <a:xfrm>
              <a:off x="9043153" y="1730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5" name="pt50555"/>
            <p:cNvSpPr/>
            <p:nvPr/>
          </p:nvSpPr>
          <p:spPr>
            <a:xfrm>
              <a:off x="8347210" y="2581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6" name="pt50556"/>
            <p:cNvSpPr/>
            <p:nvPr/>
          </p:nvSpPr>
          <p:spPr>
            <a:xfrm>
              <a:off x="8798858" y="2138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7" name="pt50557"/>
            <p:cNvSpPr/>
            <p:nvPr/>
          </p:nvSpPr>
          <p:spPr>
            <a:xfrm>
              <a:off x="9124182" y="2069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8" name="pt50558"/>
            <p:cNvSpPr/>
            <p:nvPr/>
          </p:nvSpPr>
          <p:spPr>
            <a:xfrm>
              <a:off x="9567694" y="2236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9" name="pt50559"/>
            <p:cNvSpPr/>
            <p:nvPr/>
          </p:nvSpPr>
          <p:spPr>
            <a:xfrm>
              <a:off x="9332489" y="2090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0" name="pt50560"/>
            <p:cNvSpPr/>
            <p:nvPr/>
          </p:nvSpPr>
          <p:spPr>
            <a:xfrm>
              <a:off x="8563654" y="2198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1" name="pt50561"/>
            <p:cNvSpPr/>
            <p:nvPr/>
          </p:nvSpPr>
          <p:spPr>
            <a:xfrm>
              <a:off x="9361481" y="2076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2" name="pt50562"/>
            <p:cNvSpPr/>
            <p:nvPr/>
          </p:nvSpPr>
          <p:spPr>
            <a:xfrm>
              <a:off x="9223646" y="1864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3" name="pt50563"/>
            <p:cNvSpPr/>
            <p:nvPr/>
          </p:nvSpPr>
          <p:spPr>
            <a:xfrm>
              <a:off x="8471820" y="2415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4" name="pt50564"/>
            <p:cNvSpPr/>
            <p:nvPr/>
          </p:nvSpPr>
          <p:spPr>
            <a:xfrm>
              <a:off x="9184443" y="2076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5" name="pt50565"/>
            <p:cNvSpPr/>
            <p:nvPr/>
          </p:nvSpPr>
          <p:spPr>
            <a:xfrm>
              <a:off x="8748753" y="1962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6" name="pt50566"/>
            <p:cNvSpPr/>
            <p:nvPr/>
          </p:nvSpPr>
          <p:spPr>
            <a:xfrm>
              <a:off x="9361481" y="2138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7" name="pt50567"/>
            <p:cNvSpPr/>
            <p:nvPr/>
          </p:nvSpPr>
          <p:spPr>
            <a:xfrm>
              <a:off x="9182728" y="2005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8" name="pt50568"/>
            <p:cNvSpPr/>
            <p:nvPr/>
          </p:nvSpPr>
          <p:spPr>
            <a:xfrm>
              <a:off x="8398928" y="2508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9" name="pt50569"/>
            <p:cNvSpPr/>
            <p:nvPr/>
          </p:nvSpPr>
          <p:spPr>
            <a:xfrm>
              <a:off x="8659047" y="2297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0" name="pt50570"/>
            <p:cNvSpPr/>
            <p:nvPr/>
          </p:nvSpPr>
          <p:spPr>
            <a:xfrm>
              <a:off x="8398928" y="2256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1" name="pt50571"/>
            <p:cNvSpPr/>
            <p:nvPr/>
          </p:nvSpPr>
          <p:spPr>
            <a:xfrm>
              <a:off x="8274318" y="2544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2" name="pt50572"/>
            <p:cNvSpPr/>
            <p:nvPr/>
          </p:nvSpPr>
          <p:spPr>
            <a:xfrm>
              <a:off x="9519098" y="2471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3" name="pt50573"/>
            <p:cNvSpPr/>
            <p:nvPr/>
          </p:nvSpPr>
          <p:spPr>
            <a:xfrm>
              <a:off x="9427147" y="2002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4" name="pt50574"/>
            <p:cNvSpPr/>
            <p:nvPr/>
          </p:nvSpPr>
          <p:spPr>
            <a:xfrm>
              <a:off x="8897369" y="2123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5" name="pt50575"/>
            <p:cNvSpPr/>
            <p:nvPr/>
          </p:nvSpPr>
          <p:spPr>
            <a:xfrm>
              <a:off x="8812874" y="2200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6" name="pt50576"/>
            <p:cNvSpPr/>
            <p:nvPr/>
          </p:nvSpPr>
          <p:spPr>
            <a:xfrm>
              <a:off x="9120160" y="2048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7" name="pt50577"/>
            <p:cNvSpPr/>
            <p:nvPr/>
          </p:nvSpPr>
          <p:spPr>
            <a:xfrm>
              <a:off x="8274318" y="2630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8" name="pt50578"/>
            <p:cNvSpPr/>
            <p:nvPr/>
          </p:nvSpPr>
          <p:spPr>
            <a:xfrm>
              <a:off x="9645731" y="2260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9" name="pt50579"/>
            <p:cNvSpPr/>
            <p:nvPr/>
          </p:nvSpPr>
          <p:spPr>
            <a:xfrm>
              <a:off x="9108394" y="2083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0" name="pt50580"/>
            <p:cNvSpPr/>
            <p:nvPr/>
          </p:nvSpPr>
          <p:spPr>
            <a:xfrm>
              <a:off x="9101309" y="2247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1" name="pt50581"/>
            <p:cNvSpPr/>
            <p:nvPr/>
          </p:nvSpPr>
          <p:spPr>
            <a:xfrm>
              <a:off x="8274318" y="2429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2" name="pt50582"/>
            <p:cNvSpPr/>
            <p:nvPr/>
          </p:nvSpPr>
          <p:spPr>
            <a:xfrm>
              <a:off x="8471820" y="2563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3" name="pt50583"/>
            <p:cNvSpPr/>
            <p:nvPr/>
          </p:nvSpPr>
          <p:spPr>
            <a:xfrm>
              <a:off x="9334969" y="2160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4" name="pt50584"/>
            <p:cNvSpPr/>
            <p:nvPr/>
          </p:nvSpPr>
          <p:spPr>
            <a:xfrm>
              <a:off x="8439043" y="2206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5" name="pt50585"/>
            <p:cNvSpPr/>
            <p:nvPr/>
          </p:nvSpPr>
          <p:spPr>
            <a:xfrm>
              <a:off x="9302684" y="1769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6" name="pt50586"/>
            <p:cNvSpPr/>
            <p:nvPr/>
          </p:nvSpPr>
          <p:spPr>
            <a:xfrm>
              <a:off x="9115211" y="2209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7" name="pt50587"/>
            <p:cNvSpPr/>
            <p:nvPr/>
          </p:nvSpPr>
          <p:spPr>
            <a:xfrm>
              <a:off x="8808322" y="2259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8" name="pt50588"/>
            <p:cNvSpPr/>
            <p:nvPr/>
          </p:nvSpPr>
          <p:spPr>
            <a:xfrm>
              <a:off x="8891661" y="2012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9" name="pt50589"/>
            <p:cNvSpPr/>
            <p:nvPr/>
          </p:nvSpPr>
          <p:spPr>
            <a:xfrm>
              <a:off x="8918543" y="1960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0" name="pt50590"/>
            <p:cNvSpPr/>
            <p:nvPr/>
          </p:nvSpPr>
          <p:spPr>
            <a:xfrm>
              <a:off x="9030214" y="1901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1" name="pt50591"/>
            <p:cNvSpPr/>
            <p:nvPr/>
          </p:nvSpPr>
          <p:spPr>
            <a:xfrm>
              <a:off x="8834048" y="1825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2" name="pt50592"/>
            <p:cNvSpPr/>
            <p:nvPr/>
          </p:nvSpPr>
          <p:spPr>
            <a:xfrm>
              <a:off x="8347210" y="2339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3" name="pt50593"/>
            <p:cNvSpPr/>
            <p:nvPr/>
          </p:nvSpPr>
          <p:spPr>
            <a:xfrm>
              <a:off x="8688264" y="228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4" name="pt50594"/>
            <p:cNvSpPr/>
            <p:nvPr/>
          </p:nvSpPr>
          <p:spPr>
            <a:xfrm>
              <a:off x="9182728" y="1916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5" name="pt50595"/>
            <p:cNvSpPr/>
            <p:nvPr/>
          </p:nvSpPr>
          <p:spPr>
            <a:xfrm>
              <a:off x="8721041" y="2178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6" name="pt50596"/>
            <p:cNvSpPr/>
            <p:nvPr/>
          </p:nvSpPr>
          <p:spPr>
            <a:xfrm>
              <a:off x="8821645" y="2060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7" name="pt50597"/>
            <p:cNvSpPr/>
            <p:nvPr/>
          </p:nvSpPr>
          <p:spPr>
            <a:xfrm>
              <a:off x="9210359" y="1789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8" name="pt50598"/>
            <p:cNvSpPr/>
            <p:nvPr/>
          </p:nvSpPr>
          <p:spPr>
            <a:xfrm>
              <a:off x="8471820" y="2456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9" name="pt50599"/>
            <p:cNvSpPr/>
            <p:nvPr/>
          </p:nvSpPr>
          <p:spPr>
            <a:xfrm>
              <a:off x="9223188" y="1792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0" name="pt50600"/>
            <p:cNvSpPr/>
            <p:nvPr/>
          </p:nvSpPr>
          <p:spPr>
            <a:xfrm>
              <a:off x="9223188" y="1907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1" name="pt50601"/>
            <p:cNvSpPr/>
            <p:nvPr/>
          </p:nvSpPr>
          <p:spPr>
            <a:xfrm>
              <a:off x="8347210" y="2359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2" name="pt50602"/>
            <p:cNvSpPr/>
            <p:nvPr/>
          </p:nvSpPr>
          <p:spPr>
            <a:xfrm>
              <a:off x="9199706" y="2112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3" name="pt50603"/>
            <p:cNvSpPr/>
            <p:nvPr/>
          </p:nvSpPr>
          <p:spPr>
            <a:xfrm>
              <a:off x="9226820" y="189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4" name="pt50604"/>
            <p:cNvSpPr/>
            <p:nvPr/>
          </p:nvSpPr>
          <p:spPr>
            <a:xfrm>
              <a:off x="8812874" y="2098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5" name="pt50605"/>
            <p:cNvSpPr/>
            <p:nvPr/>
          </p:nvSpPr>
          <p:spPr>
            <a:xfrm>
              <a:off x="9562976" y="2147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6" name="pt50606"/>
            <p:cNvSpPr/>
            <p:nvPr/>
          </p:nvSpPr>
          <p:spPr>
            <a:xfrm>
              <a:off x="8803653" y="2147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7" name="pt50607"/>
            <p:cNvSpPr/>
            <p:nvPr/>
          </p:nvSpPr>
          <p:spPr>
            <a:xfrm>
              <a:off x="8783657" y="2034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8" name="pt50608"/>
            <p:cNvSpPr/>
            <p:nvPr/>
          </p:nvSpPr>
          <p:spPr>
            <a:xfrm>
              <a:off x="8471820" y="2303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9" name="pt50609"/>
            <p:cNvSpPr/>
            <p:nvPr/>
          </p:nvSpPr>
          <p:spPr>
            <a:xfrm>
              <a:off x="9070866" y="1812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0" name="pt50610"/>
            <p:cNvSpPr/>
            <p:nvPr/>
          </p:nvSpPr>
          <p:spPr>
            <a:xfrm>
              <a:off x="8274318" y="2428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1" name="pt50611"/>
            <p:cNvSpPr/>
            <p:nvPr/>
          </p:nvSpPr>
          <p:spPr>
            <a:xfrm>
              <a:off x="8735430" y="2288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2" name="pt50612"/>
            <p:cNvSpPr/>
            <p:nvPr/>
          </p:nvSpPr>
          <p:spPr>
            <a:xfrm>
              <a:off x="9097658" y="218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3" name="pt50613"/>
            <p:cNvSpPr/>
            <p:nvPr/>
          </p:nvSpPr>
          <p:spPr>
            <a:xfrm>
              <a:off x="8471820" y="2349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4" name="pt50614"/>
            <p:cNvSpPr/>
            <p:nvPr/>
          </p:nvSpPr>
          <p:spPr>
            <a:xfrm>
              <a:off x="8939717" y="2063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5" name="pt50615"/>
            <p:cNvSpPr/>
            <p:nvPr/>
          </p:nvSpPr>
          <p:spPr>
            <a:xfrm>
              <a:off x="8347210" y="2158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6" name="pt50616"/>
            <p:cNvSpPr/>
            <p:nvPr/>
          </p:nvSpPr>
          <p:spPr>
            <a:xfrm>
              <a:off x="8596430" y="2303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7" name="pt50617"/>
            <p:cNvSpPr/>
            <p:nvPr/>
          </p:nvSpPr>
          <p:spPr>
            <a:xfrm>
              <a:off x="8870124" y="219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8" name="pt50618"/>
            <p:cNvSpPr/>
            <p:nvPr/>
          </p:nvSpPr>
          <p:spPr>
            <a:xfrm>
              <a:off x="9049289" y="2305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9" name="pt50619"/>
            <p:cNvSpPr/>
            <p:nvPr/>
          </p:nvSpPr>
          <p:spPr>
            <a:xfrm>
              <a:off x="8398928" y="230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0" name="pt50620"/>
            <p:cNvSpPr/>
            <p:nvPr/>
          </p:nvSpPr>
          <p:spPr>
            <a:xfrm>
              <a:off x="8580788" y="2236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1" name="pt50621"/>
            <p:cNvSpPr/>
            <p:nvPr/>
          </p:nvSpPr>
          <p:spPr>
            <a:xfrm>
              <a:off x="8783657" y="2184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2" name="pt50622"/>
            <p:cNvSpPr/>
            <p:nvPr/>
          </p:nvSpPr>
          <p:spPr>
            <a:xfrm>
              <a:off x="8398928" y="2326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3" name="pt50623"/>
            <p:cNvSpPr/>
            <p:nvPr/>
          </p:nvSpPr>
          <p:spPr>
            <a:xfrm>
              <a:off x="8648148" y="2446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4" name="pt50624"/>
            <p:cNvSpPr/>
            <p:nvPr/>
          </p:nvSpPr>
          <p:spPr>
            <a:xfrm>
              <a:off x="8636546" y="2359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5" name="pt50625"/>
            <p:cNvSpPr/>
            <p:nvPr/>
          </p:nvSpPr>
          <p:spPr>
            <a:xfrm>
              <a:off x="9269435" y="1684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6" name="pt50626"/>
            <p:cNvSpPr/>
            <p:nvPr/>
          </p:nvSpPr>
          <p:spPr>
            <a:xfrm>
              <a:off x="8849358" y="1932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7" name="pt50627"/>
            <p:cNvSpPr/>
            <p:nvPr/>
          </p:nvSpPr>
          <p:spPr>
            <a:xfrm>
              <a:off x="8563654" y="2202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8" name="pt50628"/>
            <p:cNvSpPr/>
            <p:nvPr/>
          </p:nvSpPr>
          <p:spPr>
            <a:xfrm>
              <a:off x="9031551" y="1652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9" name="pt50629"/>
            <p:cNvSpPr/>
            <p:nvPr/>
          </p:nvSpPr>
          <p:spPr>
            <a:xfrm>
              <a:off x="9002725" y="1875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0" name="pt50630"/>
            <p:cNvSpPr/>
            <p:nvPr/>
          </p:nvSpPr>
          <p:spPr>
            <a:xfrm>
              <a:off x="8274318" y="2607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1" name="pt50631"/>
            <p:cNvSpPr/>
            <p:nvPr/>
          </p:nvSpPr>
          <p:spPr>
            <a:xfrm>
              <a:off x="8964553" y="2240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2" name="pt50632"/>
            <p:cNvSpPr/>
            <p:nvPr/>
          </p:nvSpPr>
          <p:spPr>
            <a:xfrm>
              <a:off x="8713389" y="2122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3" name="pt50633"/>
            <p:cNvSpPr/>
            <p:nvPr/>
          </p:nvSpPr>
          <p:spPr>
            <a:xfrm>
              <a:off x="8962610" y="2280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4" name="pt50634"/>
            <p:cNvSpPr/>
            <p:nvPr/>
          </p:nvSpPr>
          <p:spPr>
            <a:xfrm>
              <a:off x="9051686" y="2196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5" name="pt50635"/>
            <p:cNvSpPr/>
            <p:nvPr/>
          </p:nvSpPr>
          <p:spPr>
            <a:xfrm>
              <a:off x="8274318" y="2357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6" name="pt50636"/>
            <p:cNvSpPr/>
            <p:nvPr/>
          </p:nvSpPr>
          <p:spPr>
            <a:xfrm>
              <a:off x="9055223" y="2212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7" name="pt50637"/>
            <p:cNvSpPr/>
            <p:nvPr/>
          </p:nvSpPr>
          <p:spPr>
            <a:xfrm>
              <a:off x="9262568" y="2045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8" name="pt50638"/>
            <p:cNvSpPr/>
            <p:nvPr/>
          </p:nvSpPr>
          <p:spPr>
            <a:xfrm>
              <a:off x="9439678" y="1888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9" name="pt50639"/>
            <p:cNvSpPr/>
            <p:nvPr/>
          </p:nvSpPr>
          <p:spPr>
            <a:xfrm>
              <a:off x="8950486" y="2115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0" name="pt50640"/>
            <p:cNvSpPr/>
            <p:nvPr/>
          </p:nvSpPr>
          <p:spPr>
            <a:xfrm>
              <a:off x="8471820" y="2443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1" name="pt50641"/>
            <p:cNvSpPr/>
            <p:nvPr/>
          </p:nvSpPr>
          <p:spPr>
            <a:xfrm>
              <a:off x="8910892" y="2026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2" name="pt50642"/>
            <p:cNvSpPr/>
            <p:nvPr/>
          </p:nvSpPr>
          <p:spPr>
            <a:xfrm>
              <a:off x="8610820" y="1997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3" name="pt50643"/>
            <p:cNvSpPr/>
            <p:nvPr/>
          </p:nvSpPr>
          <p:spPr>
            <a:xfrm>
              <a:off x="8742215" y="2143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4" name="pt50644"/>
            <p:cNvSpPr/>
            <p:nvPr/>
          </p:nvSpPr>
          <p:spPr>
            <a:xfrm>
              <a:off x="9097658" y="2184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5" name="pt50645"/>
            <p:cNvSpPr/>
            <p:nvPr/>
          </p:nvSpPr>
          <p:spPr>
            <a:xfrm>
              <a:off x="9005825" y="1735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6" name="pt50646"/>
            <p:cNvSpPr/>
            <p:nvPr/>
          </p:nvSpPr>
          <p:spPr>
            <a:xfrm>
              <a:off x="8705398" y="2223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7" name="pt50647"/>
            <p:cNvSpPr/>
            <p:nvPr/>
          </p:nvSpPr>
          <p:spPr>
            <a:xfrm>
              <a:off x="9034195" y="1744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8" name="pt50648"/>
            <p:cNvSpPr/>
            <p:nvPr/>
          </p:nvSpPr>
          <p:spPr>
            <a:xfrm>
              <a:off x="8439043" y="2359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9" name="pt50649"/>
            <p:cNvSpPr/>
            <p:nvPr/>
          </p:nvSpPr>
          <p:spPr>
            <a:xfrm>
              <a:off x="9681061" y="2535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0" name="pt50650"/>
            <p:cNvSpPr/>
            <p:nvPr/>
          </p:nvSpPr>
          <p:spPr>
            <a:xfrm>
              <a:off x="8596430" y="2241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1" name="pt50651"/>
            <p:cNvSpPr/>
            <p:nvPr/>
          </p:nvSpPr>
          <p:spPr>
            <a:xfrm>
              <a:off x="8471820" y="2474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2" name="pt50652"/>
            <p:cNvSpPr/>
            <p:nvPr/>
          </p:nvSpPr>
          <p:spPr>
            <a:xfrm>
              <a:off x="8713389" y="2176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3" name="pt50653"/>
            <p:cNvSpPr/>
            <p:nvPr/>
          </p:nvSpPr>
          <p:spPr>
            <a:xfrm>
              <a:off x="8659047" y="2460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4" name="pt50654"/>
            <p:cNvSpPr/>
            <p:nvPr/>
          </p:nvSpPr>
          <p:spPr>
            <a:xfrm>
              <a:off x="8803653" y="2217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5" name="pt50655"/>
            <p:cNvSpPr/>
            <p:nvPr/>
          </p:nvSpPr>
          <p:spPr>
            <a:xfrm>
              <a:off x="9431373" y="1933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6" name="pt50656"/>
            <p:cNvSpPr/>
            <p:nvPr/>
          </p:nvSpPr>
          <p:spPr>
            <a:xfrm>
              <a:off x="9043153" y="1729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7" name="pt50657"/>
            <p:cNvSpPr/>
            <p:nvPr/>
          </p:nvSpPr>
          <p:spPr>
            <a:xfrm>
              <a:off x="9594013" y="2298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8" name="pt50658"/>
            <p:cNvSpPr/>
            <p:nvPr/>
          </p:nvSpPr>
          <p:spPr>
            <a:xfrm>
              <a:off x="9049289" y="2176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9" name="pt50659"/>
            <p:cNvSpPr/>
            <p:nvPr/>
          </p:nvSpPr>
          <p:spPr>
            <a:xfrm>
              <a:off x="9689893" y="1368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0" name="pt50660"/>
            <p:cNvSpPr/>
            <p:nvPr/>
          </p:nvSpPr>
          <p:spPr>
            <a:xfrm>
              <a:off x="9045633" y="2314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1" name="pt50661"/>
            <p:cNvSpPr/>
            <p:nvPr/>
          </p:nvSpPr>
          <p:spPr>
            <a:xfrm>
              <a:off x="9567694" y="2553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2" name="pt50662"/>
            <p:cNvSpPr/>
            <p:nvPr/>
          </p:nvSpPr>
          <p:spPr>
            <a:xfrm>
              <a:off x="8821645" y="2049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3" name="pt50663"/>
            <p:cNvSpPr/>
            <p:nvPr/>
          </p:nvSpPr>
          <p:spPr>
            <a:xfrm>
              <a:off x="9201267" y="1759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4" name="pt50664"/>
            <p:cNvSpPr/>
            <p:nvPr/>
          </p:nvSpPr>
          <p:spPr>
            <a:xfrm>
              <a:off x="8439043" y="2306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5" name="pt50665"/>
            <p:cNvSpPr/>
            <p:nvPr/>
          </p:nvSpPr>
          <p:spPr>
            <a:xfrm>
              <a:off x="8721041" y="2091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6" name="pt50666"/>
            <p:cNvSpPr/>
            <p:nvPr/>
          </p:nvSpPr>
          <p:spPr>
            <a:xfrm>
              <a:off x="9181576" y="1915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7" name="pt50667"/>
            <p:cNvSpPr/>
            <p:nvPr/>
          </p:nvSpPr>
          <p:spPr>
            <a:xfrm>
              <a:off x="8398928" y="2343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8" name="pt50668"/>
            <p:cNvSpPr/>
            <p:nvPr/>
          </p:nvSpPr>
          <p:spPr>
            <a:xfrm>
              <a:off x="9027511" y="1844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9" name="pt50669"/>
            <p:cNvSpPr/>
            <p:nvPr/>
          </p:nvSpPr>
          <p:spPr>
            <a:xfrm>
              <a:off x="8398928" y="2401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0" name="pt50670"/>
            <p:cNvSpPr/>
            <p:nvPr/>
          </p:nvSpPr>
          <p:spPr>
            <a:xfrm>
              <a:off x="8679043" y="2127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1" name="pt50671"/>
            <p:cNvSpPr/>
            <p:nvPr/>
          </p:nvSpPr>
          <p:spPr>
            <a:xfrm>
              <a:off x="8956650" y="2297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2" name="pt50672"/>
            <p:cNvSpPr/>
            <p:nvPr/>
          </p:nvSpPr>
          <p:spPr>
            <a:xfrm>
              <a:off x="9115211" y="2184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3" name="pt50673"/>
            <p:cNvSpPr/>
            <p:nvPr/>
          </p:nvSpPr>
          <p:spPr>
            <a:xfrm>
              <a:off x="9313270" y="2159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4" name="pt50674"/>
            <p:cNvSpPr/>
            <p:nvPr/>
          </p:nvSpPr>
          <p:spPr>
            <a:xfrm>
              <a:off x="8817313" y="1945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5" name="pt50675"/>
            <p:cNvSpPr/>
            <p:nvPr/>
          </p:nvSpPr>
          <p:spPr>
            <a:xfrm>
              <a:off x="8544712" y="2416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6" name="pt50676"/>
            <p:cNvSpPr/>
            <p:nvPr/>
          </p:nvSpPr>
          <p:spPr>
            <a:xfrm>
              <a:off x="9002725" y="2050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7" name="pt50677"/>
            <p:cNvSpPr/>
            <p:nvPr/>
          </p:nvSpPr>
          <p:spPr>
            <a:xfrm>
              <a:off x="8398928" y="2401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8" name="pt50678"/>
            <p:cNvSpPr/>
            <p:nvPr/>
          </p:nvSpPr>
          <p:spPr>
            <a:xfrm>
              <a:off x="9877988" y="2340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9" name="pt50679"/>
            <p:cNvSpPr/>
            <p:nvPr/>
          </p:nvSpPr>
          <p:spPr>
            <a:xfrm>
              <a:off x="8767051" y="2102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0" name="pt50680"/>
            <p:cNvSpPr/>
            <p:nvPr/>
          </p:nvSpPr>
          <p:spPr>
            <a:xfrm>
              <a:off x="9351205" y="2147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1" name="pt50681"/>
            <p:cNvSpPr/>
            <p:nvPr/>
          </p:nvSpPr>
          <p:spPr>
            <a:xfrm>
              <a:off x="9116046" y="192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2" name="pt50682"/>
            <p:cNvSpPr/>
            <p:nvPr/>
          </p:nvSpPr>
          <p:spPr>
            <a:xfrm>
              <a:off x="9049289" y="2249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3" name="pt50683"/>
            <p:cNvSpPr/>
            <p:nvPr/>
          </p:nvSpPr>
          <p:spPr>
            <a:xfrm>
              <a:off x="8523538" y="2494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4" name="pt50684"/>
            <p:cNvSpPr/>
            <p:nvPr/>
          </p:nvSpPr>
          <p:spPr>
            <a:xfrm>
              <a:off x="8648148" y="2286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5" name="pt50685"/>
            <p:cNvSpPr/>
            <p:nvPr/>
          </p:nvSpPr>
          <p:spPr>
            <a:xfrm>
              <a:off x="9116046" y="203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6" name="pt50686"/>
            <p:cNvSpPr/>
            <p:nvPr/>
          </p:nvSpPr>
          <p:spPr>
            <a:xfrm>
              <a:off x="8849358" y="1945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7" name="pt50687"/>
            <p:cNvSpPr/>
            <p:nvPr/>
          </p:nvSpPr>
          <p:spPr>
            <a:xfrm>
              <a:off x="8471820" y="2428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8" name="pt50688"/>
            <p:cNvSpPr/>
            <p:nvPr/>
          </p:nvSpPr>
          <p:spPr>
            <a:xfrm>
              <a:off x="8937484" y="2101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9" name="pt50689"/>
            <p:cNvSpPr/>
            <p:nvPr/>
          </p:nvSpPr>
          <p:spPr>
            <a:xfrm>
              <a:off x="8939717" y="2044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0" name="pt50690"/>
            <p:cNvSpPr/>
            <p:nvPr/>
          </p:nvSpPr>
          <p:spPr>
            <a:xfrm>
              <a:off x="9083269" y="189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1" name="pt50691"/>
            <p:cNvSpPr/>
            <p:nvPr/>
          </p:nvSpPr>
          <p:spPr>
            <a:xfrm>
              <a:off x="8748753" y="223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2" name="pt50692"/>
            <p:cNvSpPr/>
            <p:nvPr/>
          </p:nvSpPr>
          <p:spPr>
            <a:xfrm>
              <a:off x="8981160" y="2048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3" name="pt50693"/>
            <p:cNvSpPr/>
            <p:nvPr/>
          </p:nvSpPr>
          <p:spPr>
            <a:xfrm>
              <a:off x="8596430" y="2237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4" name="pt50694"/>
            <p:cNvSpPr/>
            <p:nvPr/>
          </p:nvSpPr>
          <p:spPr>
            <a:xfrm>
              <a:off x="8274318" y="2413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5" name="pt50695"/>
            <p:cNvSpPr/>
            <p:nvPr/>
          </p:nvSpPr>
          <p:spPr>
            <a:xfrm>
              <a:off x="8398928" y="2546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6" name="pt50696"/>
            <p:cNvSpPr/>
            <p:nvPr/>
          </p:nvSpPr>
          <p:spPr>
            <a:xfrm>
              <a:off x="8772758" y="2017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7" name="pt50697"/>
            <p:cNvSpPr/>
            <p:nvPr/>
          </p:nvSpPr>
          <p:spPr>
            <a:xfrm>
              <a:off x="8902901" y="2027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8" name="pt50698"/>
            <p:cNvSpPr/>
            <p:nvPr/>
          </p:nvSpPr>
          <p:spPr>
            <a:xfrm>
              <a:off x="8398928" y="2365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9" name="pt50699"/>
            <p:cNvSpPr/>
            <p:nvPr/>
          </p:nvSpPr>
          <p:spPr>
            <a:xfrm>
              <a:off x="9103999" y="2239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0" name="pt50700"/>
            <p:cNvSpPr/>
            <p:nvPr/>
          </p:nvSpPr>
          <p:spPr>
            <a:xfrm>
              <a:off x="8523538" y="2330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1" name="pt50701"/>
            <p:cNvSpPr/>
            <p:nvPr/>
          </p:nvSpPr>
          <p:spPr>
            <a:xfrm>
              <a:off x="8742215" y="2246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2" name="pt50702"/>
            <p:cNvSpPr/>
            <p:nvPr/>
          </p:nvSpPr>
          <p:spPr>
            <a:xfrm>
              <a:off x="9231697" y="2036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3" name="pt50703"/>
            <p:cNvSpPr/>
            <p:nvPr/>
          </p:nvSpPr>
          <p:spPr>
            <a:xfrm>
              <a:off x="9157488" y="1803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4" name="pt50704"/>
            <p:cNvSpPr/>
            <p:nvPr/>
          </p:nvSpPr>
          <p:spPr>
            <a:xfrm>
              <a:off x="9468702" y="2048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5" name="pt50705"/>
            <p:cNvSpPr/>
            <p:nvPr/>
          </p:nvSpPr>
          <p:spPr>
            <a:xfrm>
              <a:off x="8849358" y="1968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6" name="pt50706"/>
            <p:cNvSpPr/>
            <p:nvPr/>
          </p:nvSpPr>
          <p:spPr>
            <a:xfrm>
              <a:off x="9143758" y="2165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7" name="pt50707"/>
            <p:cNvSpPr/>
            <p:nvPr/>
          </p:nvSpPr>
          <p:spPr>
            <a:xfrm>
              <a:off x="9237719" y="2153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8" name="pt50708"/>
            <p:cNvSpPr/>
            <p:nvPr/>
          </p:nvSpPr>
          <p:spPr>
            <a:xfrm>
              <a:off x="8610820" y="2108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9" name="pt50709"/>
            <p:cNvSpPr/>
            <p:nvPr/>
          </p:nvSpPr>
          <p:spPr>
            <a:xfrm>
              <a:off x="8563654" y="2231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0" name="pt50710"/>
            <p:cNvSpPr/>
            <p:nvPr/>
          </p:nvSpPr>
          <p:spPr>
            <a:xfrm>
              <a:off x="8274318" y="2543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1" name="pt50711"/>
            <p:cNvSpPr/>
            <p:nvPr/>
          </p:nvSpPr>
          <p:spPr>
            <a:xfrm>
              <a:off x="8697035" y="2238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2" name="pt50712"/>
            <p:cNvSpPr/>
            <p:nvPr/>
          </p:nvSpPr>
          <p:spPr>
            <a:xfrm>
              <a:off x="8580788" y="2377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3" name="pt50713"/>
            <p:cNvSpPr/>
            <p:nvPr/>
          </p:nvSpPr>
          <p:spPr>
            <a:xfrm>
              <a:off x="8817313" y="2018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4" name="pt50714"/>
            <p:cNvSpPr/>
            <p:nvPr/>
          </p:nvSpPr>
          <p:spPr>
            <a:xfrm>
              <a:off x="9116046" y="201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5" name="pt50715"/>
            <p:cNvSpPr/>
            <p:nvPr/>
          </p:nvSpPr>
          <p:spPr>
            <a:xfrm>
              <a:off x="9328959" y="2160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6" name="pt50716"/>
            <p:cNvSpPr/>
            <p:nvPr/>
          </p:nvSpPr>
          <p:spPr>
            <a:xfrm>
              <a:off x="8563654" y="2248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7" name="pt50717"/>
            <p:cNvSpPr/>
            <p:nvPr/>
          </p:nvSpPr>
          <p:spPr>
            <a:xfrm>
              <a:off x="9519804" y="2454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8" name="pt50718"/>
            <p:cNvSpPr/>
            <p:nvPr/>
          </p:nvSpPr>
          <p:spPr>
            <a:xfrm>
              <a:off x="8803653" y="2104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9" name="pt50719"/>
            <p:cNvSpPr/>
            <p:nvPr/>
          </p:nvSpPr>
          <p:spPr>
            <a:xfrm>
              <a:off x="8523538" y="244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0" name="pt50720"/>
            <p:cNvSpPr/>
            <p:nvPr/>
          </p:nvSpPr>
          <p:spPr>
            <a:xfrm>
              <a:off x="8918543" y="1815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1" name="pt50721"/>
            <p:cNvSpPr/>
            <p:nvPr/>
          </p:nvSpPr>
          <p:spPr>
            <a:xfrm>
              <a:off x="8834048" y="2100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2" name="pt50722"/>
            <p:cNvSpPr/>
            <p:nvPr/>
          </p:nvSpPr>
          <p:spPr>
            <a:xfrm>
              <a:off x="8954618" y="2337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3" name="pt50723"/>
            <p:cNvSpPr/>
            <p:nvPr/>
          </p:nvSpPr>
          <p:spPr>
            <a:xfrm>
              <a:off x="8930613" y="1748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4" name="pt50724"/>
            <p:cNvSpPr/>
            <p:nvPr/>
          </p:nvSpPr>
          <p:spPr>
            <a:xfrm>
              <a:off x="9275707" y="190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5" name="pt50725"/>
            <p:cNvSpPr/>
            <p:nvPr/>
          </p:nvSpPr>
          <p:spPr>
            <a:xfrm>
              <a:off x="8841866" y="1906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6" name="pt50726"/>
            <p:cNvSpPr/>
            <p:nvPr/>
          </p:nvSpPr>
          <p:spPr>
            <a:xfrm>
              <a:off x="9074048" y="1826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7" name="pt50727"/>
            <p:cNvSpPr/>
            <p:nvPr/>
          </p:nvSpPr>
          <p:spPr>
            <a:xfrm>
              <a:off x="8398928" y="2199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8" name="pt50728"/>
            <p:cNvSpPr/>
            <p:nvPr/>
          </p:nvSpPr>
          <p:spPr>
            <a:xfrm>
              <a:off x="8398928" y="2325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9" name="pt50729"/>
            <p:cNvSpPr/>
            <p:nvPr/>
          </p:nvSpPr>
          <p:spPr>
            <a:xfrm>
              <a:off x="9075096" y="1781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0" name="pt50730"/>
            <p:cNvSpPr/>
            <p:nvPr/>
          </p:nvSpPr>
          <p:spPr>
            <a:xfrm>
              <a:off x="9639141" y="2086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1" name="pt50731"/>
            <p:cNvSpPr/>
            <p:nvPr/>
          </p:nvSpPr>
          <p:spPr>
            <a:xfrm>
              <a:off x="8783657" y="2016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2" name="pt50732"/>
            <p:cNvSpPr/>
            <p:nvPr/>
          </p:nvSpPr>
          <p:spPr>
            <a:xfrm>
              <a:off x="8830008" y="1942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3" name="pt50733"/>
            <p:cNvSpPr/>
            <p:nvPr/>
          </p:nvSpPr>
          <p:spPr>
            <a:xfrm>
              <a:off x="9196543" y="2058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4" name="pt50734"/>
            <p:cNvSpPr/>
            <p:nvPr/>
          </p:nvSpPr>
          <p:spPr>
            <a:xfrm>
              <a:off x="8439043" y="2173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5" name="pt50735"/>
            <p:cNvSpPr/>
            <p:nvPr/>
          </p:nvSpPr>
          <p:spPr>
            <a:xfrm>
              <a:off x="8624143" y="2481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6" name="pt50736"/>
            <p:cNvSpPr/>
            <p:nvPr/>
          </p:nvSpPr>
          <p:spPr>
            <a:xfrm>
              <a:off x="8499532" y="2453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7" name="pt50737"/>
            <p:cNvSpPr/>
            <p:nvPr/>
          </p:nvSpPr>
          <p:spPr>
            <a:xfrm>
              <a:off x="8471820" y="2312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8" name="pt50738"/>
            <p:cNvSpPr/>
            <p:nvPr/>
          </p:nvSpPr>
          <p:spPr>
            <a:xfrm>
              <a:off x="9074048" y="2047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9" name="pt50739"/>
            <p:cNvSpPr/>
            <p:nvPr/>
          </p:nvSpPr>
          <p:spPr>
            <a:xfrm>
              <a:off x="9553956" y="2210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0" name="pt50740"/>
            <p:cNvSpPr/>
            <p:nvPr/>
          </p:nvSpPr>
          <p:spPr>
            <a:xfrm>
              <a:off x="8705398" y="2102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1" name="pt50741"/>
            <p:cNvSpPr/>
            <p:nvPr/>
          </p:nvSpPr>
          <p:spPr>
            <a:xfrm>
              <a:off x="8274318" y="242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2" name="pt50742"/>
            <p:cNvSpPr/>
            <p:nvPr/>
          </p:nvSpPr>
          <p:spPr>
            <a:xfrm>
              <a:off x="9657982" y="1724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3" name="pt50743"/>
            <p:cNvSpPr/>
            <p:nvPr/>
          </p:nvSpPr>
          <p:spPr>
            <a:xfrm>
              <a:off x="8742215" y="2107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4" name="pt50744"/>
            <p:cNvSpPr/>
            <p:nvPr/>
          </p:nvSpPr>
          <p:spPr>
            <a:xfrm>
              <a:off x="8997973" y="1725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5" name="pt50745"/>
            <p:cNvSpPr/>
            <p:nvPr/>
          </p:nvSpPr>
          <p:spPr>
            <a:xfrm>
              <a:off x="9363383" y="212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6" name="pt50746"/>
            <p:cNvSpPr/>
            <p:nvPr/>
          </p:nvSpPr>
          <p:spPr>
            <a:xfrm>
              <a:off x="9030214" y="1759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7" name="pt50747"/>
            <p:cNvSpPr/>
            <p:nvPr/>
          </p:nvSpPr>
          <p:spPr>
            <a:xfrm>
              <a:off x="9285373" y="1976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8" name="pt50748"/>
            <p:cNvSpPr/>
            <p:nvPr/>
          </p:nvSpPr>
          <p:spPr>
            <a:xfrm>
              <a:off x="9030214" y="1724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9" name="pt50749"/>
            <p:cNvSpPr/>
            <p:nvPr/>
          </p:nvSpPr>
          <p:spPr>
            <a:xfrm>
              <a:off x="8952564" y="2143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0" name="pt50750"/>
            <p:cNvSpPr/>
            <p:nvPr/>
          </p:nvSpPr>
          <p:spPr>
            <a:xfrm>
              <a:off x="8879672" y="1980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1" name="pt50751"/>
            <p:cNvSpPr/>
            <p:nvPr/>
          </p:nvSpPr>
          <p:spPr>
            <a:xfrm>
              <a:off x="9689893" y="1813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2" name="pt50752"/>
            <p:cNvSpPr/>
            <p:nvPr/>
          </p:nvSpPr>
          <p:spPr>
            <a:xfrm>
              <a:off x="8803653" y="1877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3" name="pt50753"/>
            <p:cNvSpPr/>
            <p:nvPr/>
          </p:nvSpPr>
          <p:spPr>
            <a:xfrm>
              <a:off x="8347210" y="2341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4" name="pt50754"/>
            <p:cNvSpPr/>
            <p:nvPr/>
          </p:nvSpPr>
          <p:spPr>
            <a:xfrm>
              <a:off x="8439043" y="2285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5" name="pt50755"/>
            <p:cNvSpPr/>
            <p:nvPr/>
          </p:nvSpPr>
          <p:spPr>
            <a:xfrm>
              <a:off x="9334476" y="2053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6" name="pt50756"/>
            <p:cNvSpPr/>
            <p:nvPr/>
          </p:nvSpPr>
          <p:spPr>
            <a:xfrm>
              <a:off x="9488519" y="2325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7" name="pt50757"/>
            <p:cNvSpPr/>
            <p:nvPr/>
          </p:nvSpPr>
          <p:spPr>
            <a:xfrm>
              <a:off x="9026144" y="1779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8" name="pt50758"/>
            <p:cNvSpPr/>
            <p:nvPr/>
          </p:nvSpPr>
          <p:spPr>
            <a:xfrm>
              <a:off x="8748753" y="207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9" name="pt50759"/>
            <p:cNvSpPr/>
            <p:nvPr/>
          </p:nvSpPr>
          <p:spPr>
            <a:xfrm>
              <a:off x="8748753" y="2023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0" name="pt50760"/>
            <p:cNvSpPr/>
            <p:nvPr/>
          </p:nvSpPr>
          <p:spPr>
            <a:xfrm>
              <a:off x="9286988" y="2073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1" name="pt50761"/>
            <p:cNvSpPr/>
            <p:nvPr/>
          </p:nvSpPr>
          <p:spPr>
            <a:xfrm>
              <a:off x="8610820" y="2162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2" name="pt50762"/>
            <p:cNvSpPr/>
            <p:nvPr/>
          </p:nvSpPr>
          <p:spPr>
            <a:xfrm>
              <a:off x="8439043" y="2304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3" name="pt50763"/>
            <p:cNvSpPr/>
            <p:nvPr/>
          </p:nvSpPr>
          <p:spPr>
            <a:xfrm>
              <a:off x="8471820" y="2494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4" name="pt50764"/>
            <p:cNvSpPr/>
            <p:nvPr/>
          </p:nvSpPr>
          <p:spPr>
            <a:xfrm>
              <a:off x="8636546" y="2321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5" name="pt50765"/>
            <p:cNvSpPr/>
            <p:nvPr/>
          </p:nvSpPr>
          <p:spPr>
            <a:xfrm>
              <a:off x="8778290" y="2028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6" name="pt50766"/>
            <p:cNvSpPr/>
            <p:nvPr/>
          </p:nvSpPr>
          <p:spPr>
            <a:xfrm>
              <a:off x="8347210" y="2277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7" name="pt50767"/>
            <p:cNvSpPr/>
            <p:nvPr/>
          </p:nvSpPr>
          <p:spPr>
            <a:xfrm>
              <a:off x="8624143" y="2507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8" name="pt50768"/>
            <p:cNvSpPr/>
            <p:nvPr/>
          </p:nvSpPr>
          <p:spPr>
            <a:xfrm>
              <a:off x="8636546" y="2462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9" name="pt50769"/>
            <p:cNvSpPr/>
            <p:nvPr/>
          </p:nvSpPr>
          <p:spPr>
            <a:xfrm>
              <a:off x="9237295" y="2120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0" name="pt50770"/>
            <p:cNvSpPr/>
            <p:nvPr/>
          </p:nvSpPr>
          <p:spPr>
            <a:xfrm>
              <a:off x="9439815" y="1878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1" name="pt50771"/>
            <p:cNvSpPr/>
            <p:nvPr/>
          </p:nvSpPr>
          <p:spPr>
            <a:xfrm>
              <a:off x="8596430" y="2270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2" name="pt50772"/>
            <p:cNvSpPr/>
            <p:nvPr/>
          </p:nvSpPr>
          <p:spPr>
            <a:xfrm>
              <a:off x="8841866" y="1970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3" name="pt50773"/>
            <p:cNvSpPr/>
            <p:nvPr/>
          </p:nvSpPr>
          <p:spPr>
            <a:xfrm>
              <a:off x="8973968" y="1977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4" name="pt50774"/>
            <p:cNvSpPr/>
            <p:nvPr/>
          </p:nvSpPr>
          <p:spPr>
            <a:xfrm>
              <a:off x="9075096" y="1858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5" name="pt50775"/>
            <p:cNvSpPr/>
            <p:nvPr/>
          </p:nvSpPr>
          <p:spPr>
            <a:xfrm>
              <a:off x="8347210" y="2488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6" name="pt50776"/>
            <p:cNvSpPr/>
            <p:nvPr/>
          </p:nvSpPr>
          <p:spPr>
            <a:xfrm>
              <a:off x="9043153" y="172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7" name="pt50777"/>
            <p:cNvSpPr/>
            <p:nvPr/>
          </p:nvSpPr>
          <p:spPr>
            <a:xfrm>
              <a:off x="9308769" y="2160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8" name="pt50778"/>
            <p:cNvSpPr/>
            <p:nvPr/>
          </p:nvSpPr>
          <p:spPr>
            <a:xfrm>
              <a:off x="8669323" y="2173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9" name="pt50779"/>
            <p:cNvSpPr/>
            <p:nvPr/>
          </p:nvSpPr>
          <p:spPr>
            <a:xfrm>
              <a:off x="8956650" y="2267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0" name="pt50780"/>
            <p:cNvSpPr/>
            <p:nvPr/>
          </p:nvSpPr>
          <p:spPr>
            <a:xfrm>
              <a:off x="9115211" y="207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1" name="pt50781"/>
            <p:cNvSpPr/>
            <p:nvPr/>
          </p:nvSpPr>
          <p:spPr>
            <a:xfrm>
              <a:off x="9275707" y="1801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2" name="pt50782"/>
            <p:cNvSpPr/>
            <p:nvPr/>
          </p:nvSpPr>
          <p:spPr>
            <a:xfrm>
              <a:off x="9002725" y="1831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3" name="pt50783"/>
            <p:cNvSpPr/>
            <p:nvPr/>
          </p:nvSpPr>
          <p:spPr>
            <a:xfrm>
              <a:off x="8398928" y="2568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4" name="pt50784"/>
            <p:cNvSpPr/>
            <p:nvPr/>
          </p:nvSpPr>
          <p:spPr>
            <a:xfrm>
              <a:off x="8648148" y="2447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5" name="pt50785"/>
            <p:cNvSpPr/>
            <p:nvPr/>
          </p:nvSpPr>
          <p:spPr>
            <a:xfrm>
              <a:off x="8939717" y="2018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6" name="pt50786"/>
            <p:cNvSpPr/>
            <p:nvPr/>
          </p:nvSpPr>
          <p:spPr>
            <a:xfrm>
              <a:off x="8986371" y="1792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7" name="pt50787"/>
            <p:cNvSpPr/>
            <p:nvPr/>
          </p:nvSpPr>
          <p:spPr>
            <a:xfrm>
              <a:off x="8523538" y="2546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8" name="pt50788"/>
            <p:cNvSpPr/>
            <p:nvPr/>
          </p:nvSpPr>
          <p:spPr>
            <a:xfrm>
              <a:off x="9160112" y="1763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9" name="pt50789"/>
            <p:cNvSpPr/>
            <p:nvPr/>
          </p:nvSpPr>
          <p:spPr>
            <a:xfrm>
              <a:off x="9170243" y="1776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0" name="pt50790"/>
            <p:cNvSpPr/>
            <p:nvPr/>
          </p:nvSpPr>
          <p:spPr>
            <a:xfrm>
              <a:off x="9089164" y="1707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1" name="pt50791"/>
            <p:cNvSpPr/>
            <p:nvPr/>
          </p:nvSpPr>
          <p:spPr>
            <a:xfrm>
              <a:off x="9176891" y="1976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2" name="pt50792"/>
            <p:cNvSpPr/>
            <p:nvPr/>
          </p:nvSpPr>
          <p:spPr>
            <a:xfrm>
              <a:off x="8973968" y="199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3" name="pt50793"/>
            <p:cNvSpPr/>
            <p:nvPr/>
          </p:nvSpPr>
          <p:spPr>
            <a:xfrm>
              <a:off x="9005825" y="1753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4" name="pt50794"/>
            <p:cNvSpPr/>
            <p:nvPr/>
          </p:nvSpPr>
          <p:spPr>
            <a:xfrm>
              <a:off x="8274318" y="2666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5" name="pt50795"/>
            <p:cNvSpPr/>
            <p:nvPr/>
          </p:nvSpPr>
          <p:spPr>
            <a:xfrm>
              <a:off x="8748753" y="2002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6" name="pt50796"/>
            <p:cNvSpPr/>
            <p:nvPr/>
          </p:nvSpPr>
          <p:spPr>
            <a:xfrm>
              <a:off x="9243545" y="2306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7" name="pt50797"/>
            <p:cNvSpPr/>
            <p:nvPr/>
          </p:nvSpPr>
          <p:spPr>
            <a:xfrm>
              <a:off x="8761156" y="2343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8" name="pt50798"/>
            <p:cNvSpPr/>
            <p:nvPr/>
          </p:nvSpPr>
          <p:spPr>
            <a:xfrm>
              <a:off x="9184443" y="2039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9" name="pt50799"/>
            <p:cNvSpPr/>
            <p:nvPr/>
          </p:nvSpPr>
          <p:spPr>
            <a:xfrm>
              <a:off x="9285697" y="184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0" name="pt50800"/>
            <p:cNvSpPr/>
            <p:nvPr/>
          </p:nvSpPr>
          <p:spPr>
            <a:xfrm>
              <a:off x="9087220" y="1839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1" name="pt50801"/>
            <p:cNvSpPr/>
            <p:nvPr/>
          </p:nvSpPr>
          <p:spPr>
            <a:xfrm>
              <a:off x="9187265" y="2023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2" name="pt50802"/>
            <p:cNvSpPr/>
            <p:nvPr/>
          </p:nvSpPr>
          <p:spPr>
            <a:xfrm>
              <a:off x="8659047" y="2299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3" name="pt50803"/>
            <p:cNvSpPr/>
            <p:nvPr/>
          </p:nvSpPr>
          <p:spPr>
            <a:xfrm>
              <a:off x="9188382" y="2043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4" name="pt50804"/>
            <p:cNvSpPr/>
            <p:nvPr/>
          </p:nvSpPr>
          <p:spPr>
            <a:xfrm>
              <a:off x="8648148" y="2220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5" name="pt50805"/>
            <p:cNvSpPr/>
            <p:nvPr/>
          </p:nvSpPr>
          <p:spPr>
            <a:xfrm>
              <a:off x="8788868" y="2059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6" name="pt50806"/>
            <p:cNvSpPr/>
            <p:nvPr/>
          </p:nvSpPr>
          <p:spPr>
            <a:xfrm>
              <a:off x="8439043" y="2422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7" name="pt50807"/>
            <p:cNvSpPr/>
            <p:nvPr/>
          </p:nvSpPr>
          <p:spPr>
            <a:xfrm>
              <a:off x="8471820" y="2384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8" name="pt50808"/>
            <p:cNvSpPr/>
            <p:nvPr/>
          </p:nvSpPr>
          <p:spPr>
            <a:xfrm>
              <a:off x="8688264" y="2414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9" name="pt50809"/>
            <p:cNvSpPr/>
            <p:nvPr/>
          </p:nvSpPr>
          <p:spPr>
            <a:xfrm>
              <a:off x="8523538" y="2483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0" name="pt50810"/>
            <p:cNvSpPr/>
            <p:nvPr/>
          </p:nvSpPr>
          <p:spPr>
            <a:xfrm>
              <a:off x="8808322" y="223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1" name="pt50811"/>
            <p:cNvSpPr/>
            <p:nvPr/>
          </p:nvSpPr>
          <p:spPr>
            <a:xfrm>
              <a:off x="9211830" y="1847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2" name="pt50812"/>
            <p:cNvSpPr/>
            <p:nvPr/>
          </p:nvSpPr>
          <p:spPr>
            <a:xfrm>
              <a:off x="9026144" y="1907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3" name="pt50813"/>
            <p:cNvSpPr/>
            <p:nvPr/>
          </p:nvSpPr>
          <p:spPr>
            <a:xfrm>
              <a:off x="8636546" y="2385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4" name="pt50814"/>
            <p:cNvSpPr/>
            <p:nvPr/>
          </p:nvSpPr>
          <p:spPr>
            <a:xfrm>
              <a:off x="8954618" y="2241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5" name="pt50815"/>
            <p:cNvSpPr/>
            <p:nvPr/>
          </p:nvSpPr>
          <p:spPr>
            <a:xfrm>
              <a:off x="8439043" y="2319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6" name="pt50816"/>
            <p:cNvSpPr/>
            <p:nvPr/>
          </p:nvSpPr>
          <p:spPr>
            <a:xfrm>
              <a:off x="8398928" y="2463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7" name="pt50817"/>
            <p:cNvSpPr/>
            <p:nvPr/>
          </p:nvSpPr>
          <p:spPr>
            <a:xfrm>
              <a:off x="9051686" y="2179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8" name="pt50818"/>
            <p:cNvSpPr/>
            <p:nvPr/>
          </p:nvSpPr>
          <p:spPr>
            <a:xfrm>
              <a:off x="8834048" y="2004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9" name="pt50819"/>
            <p:cNvSpPr/>
            <p:nvPr/>
          </p:nvSpPr>
          <p:spPr>
            <a:xfrm>
              <a:off x="9066533" y="1778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0" name="pt50820"/>
            <p:cNvSpPr/>
            <p:nvPr/>
          </p:nvSpPr>
          <p:spPr>
            <a:xfrm>
              <a:off x="9231697" y="2051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1" name="pt50821"/>
            <p:cNvSpPr/>
            <p:nvPr/>
          </p:nvSpPr>
          <p:spPr>
            <a:xfrm>
              <a:off x="8705398" y="2188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2" name="pt50822"/>
            <p:cNvSpPr/>
            <p:nvPr/>
          </p:nvSpPr>
          <p:spPr>
            <a:xfrm>
              <a:off x="9363383" y="1880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3" name="pt50823"/>
            <p:cNvSpPr/>
            <p:nvPr/>
          </p:nvSpPr>
          <p:spPr>
            <a:xfrm>
              <a:off x="9422061" y="1904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4" name="pt50824"/>
            <p:cNvSpPr/>
            <p:nvPr/>
          </p:nvSpPr>
          <p:spPr>
            <a:xfrm>
              <a:off x="8580788" y="1974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5" name="pt50825"/>
            <p:cNvSpPr/>
            <p:nvPr/>
          </p:nvSpPr>
          <p:spPr>
            <a:xfrm>
              <a:off x="9034195" y="1723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6" name="pt50826"/>
            <p:cNvSpPr/>
            <p:nvPr/>
          </p:nvSpPr>
          <p:spPr>
            <a:xfrm>
              <a:off x="9273294" y="1679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7" name="pt50827"/>
            <p:cNvSpPr/>
            <p:nvPr/>
          </p:nvSpPr>
          <p:spPr>
            <a:xfrm>
              <a:off x="9124182" y="2066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8" name="pt50828"/>
            <p:cNvSpPr/>
            <p:nvPr/>
          </p:nvSpPr>
          <p:spPr>
            <a:xfrm>
              <a:off x="9077174" y="2003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9" name="pt50829"/>
            <p:cNvSpPr/>
            <p:nvPr/>
          </p:nvSpPr>
          <p:spPr>
            <a:xfrm>
              <a:off x="8697035" y="2264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0" name="pt50830"/>
            <p:cNvSpPr/>
            <p:nvPr/>
          </p:nvSpPr>
          <p:spPr>
            <a:xfrm>
              <a:off x="8902901" y="1860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1" name="pt50831"/>
            <p:cNvSpPr/>
            <p:nvPr/>
          </p:nvSpPr>
          <p:spPr>
            <a:xfrm>
              <a:off x="8648148" y="2389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2" name="pt50832"/>
            <p:cNvSpPr/>
            <p:nvPr/>
          </p:nvSpPr>
          <p:spPr>
            <a:xfrm>
              <a:off x="9054052" y="2239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3" name="pt50833"/>
            <p:cNvSpPr/>
            <p:nvPr/>
          </p:nvSpPr>
          <p:spPr>
            <a:xfrm>
              <a:off x="8925882" y="1975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4" name="pt50834"/>
            <p:cNvSpPr/>
            <p:nvPr/>
          </p:nvSpPr>
          <p:spPr>
            <a:xfrm>
              <a:off x="8563654" y="2155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5" name="pt50835"/>
            <p:cNvSpPr/>
            <p:nvPr/>
          </p:nvSpPr>
          <p:spPr>
            <a:xfrm>
              <a:off x="9077174" y="189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6" name="pt50836"/>
            <p:cNvSpPr/>
            <p:nvPr/>
          </p:nvSpPr>
          <p:spPr>
            <a:xfrm>
              <a:off x="8471820" y="2391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7" name="pt50837"/>
            <p:cNvSpPr/>
            <p:nvPr/>
          </p:nvSpPr>
          <p:spPr>
            <a:xfrm>
              <a:off x="8972124" y="2052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8" name="pt50838"/>
            <p:cNvSpPr/>
            <p:nvPr/>
          </p:nvSpPr>
          <p:spPr>
            <a:xfrm>
              <a:off x="9368156" y="1962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9" name="pt50839"/>
            <p:cNvSpPr/>
            <p:nvPr/>
          </p:nvSpPr>
          <p:spPr>
            <a:xfrm>
              <a:off x="9413835" y="1960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0" name="pt50840"/>
            <p:cNvSpPr/>
            <p:nvPr/>
          </p:nvSpPr>
          <p:spPr>
            <a:xfrm>
              <a:off x="9371804" y="2065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1" name="pt50841"/>
            <p:cNvSpPr/>
            <p:nvPr/>
          </p:nvSpPr>
          <p:spPr>
            <a:xfrm>
              <a:off x="8398928" y="2423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2" name="pt50842"/>
            <p:cNvSpPr/>
            <p:nvPr/>
          </p:nvSpPr>
          <p:spPr>
            <a:xfrm>
              <a:off x="8274318" y="2458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3" name="pt50843"/>
            <p:cNvSpPr/>
            <p:nvPr/>
          </p:nvSpPr>
          <p:spPr>
            <a:xfrm>
              <a:off x="9187265" y="2068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4" name="pt50844"/>
            <p:cNvSpPr/>
            <p:nvPr/>
          </p:nvSpPr>
          <p:spPr>
            <a:xfrm>
              <a:off x="8669323" y="2388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5" name="pt50845"/>
            <p:cNvSpPr/>
            <p:nvPr/>
          </p:nvSpPr>
          <p:spPr>
            <a:xfrm>
              <a:off x="8347210" y="2349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6" name="pt50846"/>
            <p:cNvSpPr/>
            <p:nvPr/>
          </p:nvSpPr>
          <p:spPr>
            <a:xfrm>
              <a:off x="8856549" y="2201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7" name="pt50847"/>
            <p:cNvSpPr/>
            <p:nvPr/>
          </p:nvSpPr>
          <p:spPr>
            <a:xfrm>
              <a:off x="8910892" y="1985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8" name="pt50848"/>
            <p:cNvSpPr/>
            <p:nvPr/>
          </p:nvSpPr>
          <p:spPr>
            <a:xfrm>
              <a:off x="8580788" y="2332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9" name="pt50849"/>
            <p:cNvSpPr/>
            <p:nvPr/>
          </p:nvSpPr>
          <p:spPr>
            <a:xfrm>
              <a:off x="9049289" y="224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0" name="pt50850"/>
            <p:cNvSpPr/>
            <p:nvPr/>
          </p:nvSpPr>
          <p:spPr>
            <a:xfrm>
              <a:off x="9681061" y="2319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1" name="pt50851"/>
            <p:cNvSpPr/>
            <p:nvPr/>
          </p:nvSpPr>
          <p:spPr>
            <a:xfrm>
              <a:off x="9059833" y="1814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2" name="pt50852"/>
            <p:cNvSpPr/>
            <p:nvPr/>
          </p:nvSpPr>
          <p:spPr>
            <a:xfrm>
              <a:off x="8648148" y="2420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3" name="pt50853"/>
            <p:cNvSpPr/>
            <p:nvPr/>
          </p:nvSpPr>
          <p:spPr>
            <a:xfrm>
              <a:off x="8705398" y="2128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4" name="pt50854"/>
            <p:cNvSpPr/>
            <p:nvPr/>
          </p:nvSpPr>
          <p:spPr>
            <a:xfrm>
              <a:off x="9057543" y="1640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5" name="pt50855"/>
            <p:cNvSpPr/>
            <p:nvPr/>
          </p:nvSpPr>
          <p:spPr>
            <a:xfrm>
              <a:off x="9013348" y="1392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6" name="pt50856"/>
            <p:cNvSpPr/>
            <p:nvPr/>
          </p:nvSpPr>
          <p:spPr>
            <a:xfrm>
              <a:off x="9420231" y="1527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7" name="pt50857"/>
            <p:cNvSpPr/>
            <p:nvPr/>
          </p:nvSpPr>
          <p:spPr>
            <a:xfrm>
              <a:off x="9689893" y="1358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8" name="pt50858"/>
            <p:cNvSpPr/>
            <p:nvPr/>
          </p:nvSpPr>
          <p:spPr>
            <a:xfrm>
              <a:off x="8728379" y="2082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9" name="pt50859"/>
            <p:cNvSpPr/>
            <p:nvPr/>
          </p:nvSpPr>
          <p:spPr>
            <a:xfrm>
              <a:off x="9199183" y="2167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0" name="pt50860"/>
            <p:cNvSpPr/>
            <p:nvPr/>
          </p:nvSpPr>
          <p:spPr>
            <a:xfrm>
              <a:off x="8659047" y="2496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1" name="pt50861"/>
            <p:cNvSpPr/>
            <p:nvPr/>
          </p:nvSpPr>
          <p:spPr>
            <a:xfrm>
              <a:off x="8923469" y="1916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2" name="pt50862"/>
            <p:cNvSpPr/>
            <p:nvPr/>
          </p:nvSpPr>
          <p:spPr>
            <a:xfrm>
              <a:off x="8274318" y="2478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3" name="pt50863"/>
            <p:cNvSpPr/>
            <p:nvPr/>
          </p:nvSpPr>
          <p:spPr>
            <a:xfrm>
              <a:off x="9439678" y="1802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4" name="pt50864"/>
            <p:cNvSpPr/>
            <p:nvPr/>
          </p:nvSpPr>
          <p:spPr>
            <a:xfrm>
              <a:off x="8988075" y="1999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5" name="pt50865"/>
            <p:cNvSpPr/>
            <p:nvPr/>
          </p:nvSpPr>
          <p:spPr>
            <a:xfrm>
              <a:off x="9407038" y="1915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6" name="pt50866"/>
            <p:cNvSpPr/>
            <p:nvPr/>
          </p:nvSpPr>
          <p:spPr>
            <a:xfrm>
              <a:off x="9181576" y="2027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7" name="pt50867"/>
            <p:cNvSpPr/>
            <p:nvPr/>
          </p:nvSpPr>
          <p:spPr>
            <a:xfrm>
              <a:off x="9558274" y="2329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8" name="pt50868"/>
            <p:cNvSpPr/>
            <p:nvPr/>
          </p:nvSpPr>
          <p:spPr>
            <a:xfrm>
              <a:off x="8523538" y="2347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9" name="pt50869"/>
            <p:cNvSpPr/>
            <p:nvPr/>
          </p:nvSpPr>
          <p:spPr>
            <a:xfrm>
              <a:off x="8761156" y="2222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0" name="pt50870"/>
            <p:cNvSpPr/>
            <p:nvPr/>
          </p:nvSpPr>
          <p:spPr>
            <a:xfrm>
              <a:off x="8742215" y="2079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1" name="pt50871"/>
            <p:cNvSpPr/>
            <p:nvPr/>
          </p:nvSpPr>
          <p:spPr>
            <a:xfrm>
              <a:off x="9157488" y="1838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2" name="pt50872"/>
            <p:cNvSpPr/>
            <p:nvPr/>
          </p:nvSpPr>
          <p:spPr>
            <a:xfrm>
              <a:off x="9285697" y="1855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3" name="pt50873"/>
            <p:cNvSpPr/>
            <p:nvPr/>
          </p:nvSpPr>
          <p:spPr>
            <a:xfrm>
              <a:off x="9002725" y="1896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4" name="pt50874"/>
            <p:cNvSpPr/>
            <p:nvPr/>
          </p:nvSpPr>
          <p:spPr>
            <a:xfrm>
              <a:off x="9142325" y="2013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5" name="pt50875"/>
            <p:cNvSpPr/>
            <p:nvPr/>
          </p:nvSpPr>
          <p:spPr>
            <a:xfrm>
              <a:off x="9030214" y="172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6" name="pt50876"/>
            <p:cNvSpPr/>
            <p:nvPr/>
          </p:nvSpPr>
          <p:spPr>
            <a:xfrm>
              <a:off x="9055223" y="2189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7" name="pt50877"/>
            <p:cNvSpPr/>
            <p:nvPr/>
          </p:nvSpPr>
          <p:spPr>
            <a:xfrm>
              <a:off x="8997973" y="1857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8" name="pt50878"/>
            <p:cNvSpPr/>
            <p:nvPr/>
          </p:nvSpPr>
          <p:spPr>
            <a:xfrm>
              <a:off x="8679043" y="2217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9" name="pt50879"/>
            <p:cNvSpPr/>
            <p:nvPr/>
          </p:nvSpPr>
          <p:spPr>
            <a:xfrm>
              <a:off x="8688264" y="2351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0" name="pt50880"/>
            <p:cNvSpPr/>
            <p:nvPr/>
          </p:nvSpPr>
          <p:spPr>
            <a:xfrm>
              <a:off x="8648148" y="2302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1" name="pt50881"/>
            <p:cNvSpPr/>
            <p:nvPr/>
          </p:nvSpPr>
          <p:spPr>
            <a:xfrm>
              <a:off x="8930613" y="1792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2" name="pt50882"/>
            <p:cNvSpPr/>
            <p:nvPr/>
          </p:nvSpPr>
          <p:spPr>
            <a:xfrm>
              <a:off x="9170243" y="1927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3" name="pt50883"/>
            <p:cNvSpPr/>
            <p:nvPr/>
          </p:nvSpPr>
          <p:spPr>
            <a:xfrm>
              <a:off x="9285697" y="1914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4" name="pt50884"/>
            <p:cNvSpPr/>
            <p:nvPr/>
          </p:nvSpPr>
          <p:spPr>
            <a:xfrm>
              <a:off x="8610820" y="2166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5" name="pt50885"/>
            <p:cNvSpPr/>
            <p:nvPr/>
          </p:nvSpPr>
          <p:spPr>
            <a:xfrm>
              <a:off x="8471820" y="2343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6" name="pt50886"/>
            <p:cNvSpPr/>
            <p:nvPr/>
          </p:nvSpPr>
          <p:spPr>
            <a:xfrm>
              <a:off x="9089164" y="1728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7" name="pt50887"/>
            <p:cNvSpPr/>
            <p:nvPr/>
          </p:nvSpPr>
          <p:spPr>
            <a:xfrm>
              <a:off x="9066533" y="1921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8" name="pt50888"/>
            <p:cNvSpPr/>
            <p:nvPr/>
          </p:nvSpPr>
          <p:spPr>
            <a:xfrm>
              <a:off x="8748753" y="1981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9" name="pt50889"/>
            <p:cNvSpPr/>
            <p:nvPr/>
          </p:nvSpPr>
          <p:spPr>
            <a:xfrm>
              <a:off x="8975793" y="1996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0" name="pt50890"/>
            <p:cNvSpPr/>
            <p:nvPr/>
          </p:nvSpPr>
          <p:spPr>
            <a:xfrm>
              <a:off x="8274318" y="2578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1" name="pt50891"/>
            <p:cNvSpPr/>
            <p:nvPr/>
          </p:nvSpPr>
          <p:spPr>
            <a:xfrm>
              <a:off x="8783657" y="2104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2" name="pt50892"/>
            <p:cNvSpPr/>
            <p:nvPr/>
          </p:nvSpPr>
          <p:spPr>
            <a:xfrm>
              <a:off x="8735430" y="2009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3" name="pt50893"/>
            <p:cNvSpPr/>
            <p:nvPr/>
          </p:nvSpPr>
          <p:spPr>
            <a:xfrm>
              <a:off x="8856549" y="2175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4" name="pt50894"/>
            <p:cNvSpPr/>
            <p:nvPr/>
          </p:nvSpPr>
          <p:spPr>
            <a:xfrm>
              <a:off x="8688264" y="2299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5" name="pt50895"/>
            <p:cNvSpPr/>
            <p:nvPr/>
          </p:nvSpPr>
          <p:spPr>
            <a:xfrm>
              <a:off x="9103999" y="1948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6" name="pt50896"/>
            <p:cNvSpPr/>
            <p:nvPr/>
          </p:nvSpPr>
          <p:spPr>
            <a:xfrm>
              <a:off x="9219949" y="1843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7" name="pt50897"/>
            <p:cNvSpPr/>
            <p:nvPr/>
          </p:nvSpPr>
          <p:spPr>
            <a:xfrm>
              <a:off x="9126552" y="2034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8" name="pt50898"/>
            <p:cNvSpPr/>
            <p:nvPr/>
          </p:nvSpPr>
          <p:spPr>
            <a:xfrm>
              <a:off x="8439043" y="2454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9" name="pt50899"/>
            <p:cNvSpPr/>
            <p:nvPr/>
          </p:nvSpPr>
          <p:spPr>
            <a:xfrm>
              <a:off x="9182728" y="1938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0" name="pt50900"/>
            <p:cNvSpPr/>
            <p:nvPr/>
          </p:nvSpPr>
          <p:spPr>
            <a:xfrm>
              <a:off x="8563654" y="2258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1" name="pt50901"/>
            <p:cNvSpPr/>
            <p:nvPr/>
          </p:nvSpPr>
          <p:spPr>
            <a:xfrm>
              <a:off x="9071933" y="1892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2" name="pt50902"/>
            <p:cNvSpPr/>
            <p:nvPr/>
          </p:nvSpPr>
          <p:spPr>
            <a:xfrm>
              <a:off x="8274318" y="2340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3" name="pt50903"/>
            <p:cNvSpPr/>
            <p:nvPr/>
          </p:nvSpPr>
          <p:spPr>
            <a:xfrm>
              <a:off x="8679043" y="2357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4" name="pt50904"/>
            <p:cNvSpPr/>
            <p:nvPr/>
          </p:nvSpPr>
          <p:spPr>
            <a:xfrm>
              <a:off x="8523538" y="2427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5" name="pt50905"/>
            <p:cNvSpPr/>
            <p:nvPr/>
          </p:nvSpPr>
          <p:spPr>
            <a:xfrm>
              <a:off x="8636546" y="2416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6" name="pt50906"/>
            <p:cNvSpPr/>
            <p:nvPr/>
          </p:nvSpPr>
          <p:spPr>
            <a:xfrm>
              <a:off x="8523538" y="2484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7" name="pt50907"/>
            <p:cNvSpPr/>
            <p:nvPr/>
          </p:nvSpPr>
          <p:spPr>
            <a:xfrm>
              <a:off x="8793933" y="2290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8" name="pt50908"/>
            <p:cNvSpPr/>
            <p:nvPr/>
          </p:nvSpPr>
          <p:spPr>
            <a:xfrm>
              <a:off x="9066533" y="1737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9" name="pt50909"/>
            <p:cNvSpPr/>
            <p:nvPr/>
          </p:nvSpPr>
          <p:spPr>
            <a:xfrm>
              <a:off x="8624143" y="2461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0" name="pt50910"/>
            <p:cNvSpPr/>
            <p:nvPr/>
          </p:nvSpPr>
          <p:spPr>
            <a:xfrm>
              <a:off x="9497514" y="243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1" name="pt50911"/>
            <p:cNvSpPr/>
            <p:nvPr/>
          </p:nvSpPr>
          <p:spPr>
            <a:xfrm>
              <a:off x="8439043" y="2455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2" name="pt50912"/>
            <p:cNvSpPr/>
            <p:nvPr/>
          </p:nvSpPr>
          <p:spPr>
            <a:xfrm>
              <a:off x="8544712" y="2303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3" name="pt50913"/>
            <p:cNvSpPr/>
            <p:nvPr/>
          </p:nvSpPr>
          <p:spPr>
            <a:xfrm>
              <a:off x="9334969" y="2089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4" name="pt50914"/>
            <p:cNvSpPr/>
            <p:nvPr/>
          </p:nvSpPr>
          <p:spPr>
            <a:xfrm>
              <a:off x="9074048" y="1863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5" name="pt50915"/>
            <p:cNvSpPr/>
            <p:nvPr/>
          </p:nvSpPr>
          <p:spPr>
            <a:xfrm>
              <a:off x="8975793" y="1963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6" name="pt50916"/>
            <p:cNvSpPr/>
            <p:nvPr/>
          </p:nvSpPr>
          <p:spPr>
            <a:xfrm>
              <a:off x="8849358" y="1946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7" name="pt50917"/>
            <p:cNvSpPr/>
            <p:nvPr/>
          </p:nvSpPr>
          <p:spPr>
            <a:xfrm>
              <a:off x="8347210" y="2208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8" name="pt50918"/>
            <p:cNvSpPr/>
            <p:nvPr/>
          </p:nvSpPr>
          <p:spPr>
            <a:xfrm>
              <a:off x="9339588" y="2259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9" name="pt50919"/>
            <p:cNvSpPr/>
            <p:nvPr/>
          </p:nvSpPr>
          <p:spPr>
            <a:xfrm>
              <a:off x="9199706" y="213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0" name="pt50920"/>
            <p:cNvSpPr/>
            <p:nvPr/>
          </p:nvSpPr>
          <p:spPr>
            <a:xfrm>
              <a:off x="9330228" y="2052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1" name="pt50921"/>
            <p:cNvSpPr/>
            <p:nvPr/>
          </p:nvSpPr>
          <p:spPr>
            <a:xfrm>
              <a:off x="9486197" y="2449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2" name="pt50922"/>
            <p:cNvSpPr/>
            <p:nvPr/>
          </p:nvSpPr>
          <p:spPr>
            <a:xfrm>
              <a:off x="8793933" y="2233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3" name="pt50923"/>
            <p:cNvSpPr/>
            <p:nvPr/>
          </p:nvSpPr>
          <p:spPr>
            <a:xfrm>
              <a:off x="9223188" y="1996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4" name="pt50924"/>
            <p:cNvSpPr/>
            <p:nvPr/>
          </p:nvSpPr>
          <p:spPr>
            <a:xfrm>
              <a:off x="8798858" y="2024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5" name="pt50925"/>
            <p:cNvSpPr/>
            <p:nvPr/>
          </p:nvSpPr>
          <p:spPr>
            <a:xfrm>
              <a:off x="9420231" y="1780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6" name="pt50926"/>
            <p:cNvSpPr/>
            <p:nvPr/>
          </p:nvSpPr>
          <p:spPr>
            <a:xfrm>
              <a:off x="8439043" y="2366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7" name="pt50927"/>
            <p:cNvSpPr/>
            <p:nvPr/>
          </p:nvSpPr>
          <p:spPr>
            <a:xfrm>
              <a:off x="9201267" y="1869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8" name="pt50928"/>
            <p:cNvSpPr/>
            <p:nvPr/>
          </p:nvSpPr>
          <p:spPr>
            <a:xfrm>
              <a:off x="8610820" y="2090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9" name="pt50929"/>
            <p:cNvSpPr/>
            <p:nvPr/>
          </p:nvSpPr>
          <p:spPr>
            <a:xfrm>
              <a:off x="8921023" y="1669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0" name="pt50930"/>
            <p:cNvSpPr/>
            <p:nvPr/>
          </p:nvSpPr>
          <p:spPr>
            <a:xfrm>
              <a:off x="8596430" y="2328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1" name="pt50931"/>
            <p:cNvSpPr/>
            <p:nvPr/>
          </p:nvSpPr>
          <p:spPr>
            <a:xfrm>
              <a:off x="8659047" y="2399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2" name="pt50932"/>
            <p:cNvSpPr/>
            <p:nvPr/>
          </p:nvSpPr>
          <p:spPr>
            <a:xfrm>
              <a:off x="8624143" y="2294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3" name="pt50933"/>
            <p:cNvSpPr/>
            <p:nvPr/>
          </p:nvSpPr>
          <p:spPr>
            <a:xfrm>
              <a:off x="9136479" y="2001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4" name="pt50934"/>
            <p:cNvSpPr/>
            <p:nvPr/>
          </p:nvSpPr>
          <p:spPr>
            <a:xfrm>
              <a:off x="8755061" y="2253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5" name="pt50935"/>
            <p:cNvSpPr/>
            <p:nvPr/>
          </p:nvSpPr>
          <p:spPr>
            <a:xfrm>
              <a:off x="8956650" y="2331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6" name="pt50936"/>
            <p:cNvSpPr/>
            <p:nvPr/>
          </p:nvSpPr>
          <p:spPr>
            <a:xfrm>
              <a:off x="8439043" y="2364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7" name="pt50937"/>
            <p:cNvSpPr/>
            <p:nvPr/>
          </p:nvSpPr>
          <p:spPr>
            <a:xfrm>
              <a:off x="8398928" y="2519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8" name="pt50938"/>
            <p:cNvSpPr/>
            <p:nvPr/>
          </p:nvSpPr>
          <p:spPr>
            <a:xfrm>
              <a:off x="9381946" y="2120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9" name="pt50939"/>
            <p:cNvSpPr/>
            <p:nvPr/>
          </p:nvSpPr>
          <p:spPr>
            <a:xfrm>
              <a:off x="9317391" y="2262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0" name="pt50940"/>
            <p:cNvSpPr/>
            <p:nvPr/>
          </p:nvSpPr>
          <p:spPr>
            <a:xfrm>
              <a:off x="9040639" y="1779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1" name="pt50941"/>
            <p:cNvSpPr/>
            <p:nvPr/>
          </p:nvSpPr>
          <p:spPr>
            <a:xfrm>
              <a:off x="8870124" y="2169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2" name="pt50942"/>
            <p:cNvSpPr/>
            <p:nvPr/>
          </p:nvSpPr>
          <p:spPr>
            <a:xfrm>
              <a:off x="8659047" y="2336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3" name="pt50943"/>
            <p:cNvSpPr/>
            <p:nvPr/>
          </p:nvSpPr>
          <p:spPr>
            <a:xfrm>
              <a:off x="9191144" y="2082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4" name="pt50944"/>
            <p:cNvSpPr/>
            <p:nvPr/>
          </p:nvSpPr>
          <p:spPr>
            <a:xfrm>
              <a:off x="8755061" y="2164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5" name="pt50945"/>
            <p:cNvSpPr/>
            <p:nvPr/>
          </p:nvSpPr>
          <p:spPr>
            <a:xfrm>
              <a:off x="9519098" y="2509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6" name="pt50946"/>
            <p:cNvSpPr/>
            <p:nvPr/>
          </p:nvSpPr>
          <p:spPr>
            <a:xfrm>
              <a:off x="9645731" y="2275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7" name="pt50947"/>
            <p:cNvSpPr/>
            <p:nvPr/>
          </p:nvSpPr>
          <p:spPr>
            <a:xfrm>
              <a:off x="8398928" y="2345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8" name="pt50948"/>
            <p:cNvSpPr/>
            <p:nvPr/>
          </p:nvSpPr>
          <p:spPr>
            <a:xfrm>
              <a:off x="8439043" y="2351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9" name="pt50949"/>
            <p:cNvSpPr/>
            <p:nvPr/>
          </p:nvSpPr>
          <p:spPr>
            <a:xfrm>
              <a:off x="8849358" y="2261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0" name="pt50950"/>
            <p:cNvSpPr/>
            <p:nvPr/>
          </p:nvSpPr>
          <p:spPr>
            <a:xfrm>
              <a:off x="9743490" y="205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1" name="pt50951"/>
            <p:cNvSpPr/>
            <p:nvPr/>
          </p:nvSpPr>
          <p:spPr>
            <a:xfrm>
              <a:off x="8697035" y="2264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2" name="pt50952"/>
            <p:cNvSpPr/>
            <p:nvPr/>
          </p:nvSpPr>
          <p:spPr>
            <a:xfrm>
              <a:off x="9488519" y="2477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3" name="pt50953"/>
            <p:cNvSpPr/>
            <p:nvPr/>
          </p:nvSpPr>
          <p:spPr>
            <a:xfrm>
              <a:off x="8274318" y="2603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4" name="pt50954"/>
            <p:cNvSpPr/>
            <p:nvPr/>
          </p:nvSpPr>
          <p:spPr>
            <a:xfrm>
              <a:off x="8897369" y="2146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5" name="pt50955"/>
            <p:cNvSpPr/>
            <p:nvPr/>
          </p:nvSpPr>
          <p:spPr>
            <a:xfrm>
              <a:off x="8973968" y="1894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6" name="pt50956"/>
            <p:cNvSpPr/>
            <p:nvPr/>
          </p:nvSpPr>
          <p:spPr>
            <a:xfrm>
              <a:off x="9368156" y="2001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7" name="pt50957"/>
            <p:cNvSpPr/>
            <p:nvPr/>
          </p:nvSpPr>
          <p:spPr>
            <a:xfrm>
              <a:off x="8923469" y="1881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8" name="pt50958"/>
            <p:cNvSpPr/>
            <p:nvPr/>
          </p:nvSpPr>
          <p:spPr>
            <a:xfrm>
              <a:off x="8964553" y="2228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9" name="pt50959"/>
            <p:cNvSpPr/>
            <p:nvPr/>
          </p:nvSpPr>
          <p:spPr>
            <a:xfrm>
              <a:off x="8439043" y="2327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0" name="pt50960"/>
            <p:cNvSpPr/>
            <p:nvPr/>
          </p:nvSpPr>
          <p:spPr>
            <a:xfrm>
              <a:off x="9236019" y="2165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1" name="pt50961"/>
            <p:cNvSpPr/>
            <p:nvPr/>
          </p:nvSpPr>
          <p:spPr>
            <a:xfrm>
              <a:off x="8913479" y="1844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2" name="pt50962"/>
            <p:cNvSpPr/>
            <p:nvPr/>
          </p:nvSpPr>
          <p:spPr>
            <a:xfrm>
              <a:off x="9101309" y="2061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3" name="pt50963"/>
            <p:cNvSpPr/>
            <p:nvPr/>
          </p:nvSpPr>
          <p:spPr>
            <a:xfrm>
              <a:off x="9499399" y="2352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4" name="pt50964"/>
            <p:cNvSpPr/>
            <p:nvPr/>
          </p:nvSpPr>
          <p:spPr>
            <a:xfrm>
              <a:off x="9077174" y="1897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5" name="pt50965"/>
            <p:cNvSpPr/>
            <p:nvPr/>
          </p:nvSpPr>
          <p:spPr>
            <a:xfrm>
              <a:off x="9223188" y="183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6" name="pt50966"/>
            <p:cNvSpPr/>
            <p:nvPr/>
          </p:nvSpPr>
          <p:spPr>
            <a:xfrm>
              <a:off x="8748753" y="2009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7" name="pt50967"/>
            <p:cNvSpPr/>
            <p:nvPr/>
          </p:nvSpPr>
          <p:spPr>
            <a:xfrm>
              <a:off x="9513165" y="2501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8" name="pt50968"/>
            <p:cNvSpPr/>
            <p:nvPr/>
          </p:nvSpPr>
          <p:spPr>
            <a:xfrm>
              <a:off x="8841866" y="1947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9" name="pt50969"/>
            <p:cNvSpPr/>
            <p:nvPr/>
          </p:nvSpPr>
          <p:spPr>
            <a:xfrm>
              <a:off x="8783657" y="2238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0" name="pt50970"/>
            <p:cNvSpPr/>
            <p:nvPr/>
          </p:nvSpPr>
          <p:spPr>
            <a:xfrm>
              <a:off x="9074048" y="1853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1" name="pt50971"/>
            <p:cNvSpPr/>
            <p:nvPr/>
          </p:nvSpPr>
          <p:spPr>
            <a:xfrm>
              <a:off x="8913479" y="1932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2" name="pt50972"/>
            <p:cNvSpPr/>
            <p:nvPr/>
          </p:nvSpPr>
          <p:spPr>
            <a:xfrm>
              <a:off x="9275707" y="1905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3" name="pt50973"/>
            <p:cNvSpPr/>
            <p:nvPr/>
          </p:nvSpPr>
          <p:spPr>
            <a:xfrm>
              <a:off x="9118525" y="2035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4" name="pt50974"/>
            <p:cNvSpPr/>
            <p:nvPr/>
          </p:nvSpPr>
          <p:spPr>
            <a:xfrm>
              <a:off x="8274318" y="2324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5" name="pt50975"/>
            <p:cNvSpPr/>
            <p:nvPr/>
          </p:nvSpPr>
          <p:spPr>
            <a:xfrm>
              <a:off x="8913479" y="1701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6" name="pt50976"/>
            <p:cNvSpPr/>
            <p:nvPr/>
          </p:nvSpPr>
          <p:spPr>
            <a:xfrm>
              <a:off x="9101309" y="2096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7" name="pt50977"/>
            <p:cNvSpPr/>
            <p:nvPr/>
          </p:nvSpPr>
          <p:spPr>
            <a:xfrm>
              <a:off x="8523538" y="2461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8" name="pt50978"/>
            <p:cNvSpPr/>
            <p:nvPr/>
          </p:nvSpPr>
          <p:spPr>
            <a:xfrm>
              <a:off x="8981160" y="2048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9" name="pt50979"/>
            <p:cNvSpPr/>
            <p:nvPr/>
          </p:nvSpPr>
          <p:spPr>
            <a:xfrm>
              <a:off x="9431373" y="1761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0" name="pt50980"/>
            <p:cNvSpPr/>
            <p:nvPr/>
          </p:nvSpPr>
          <p:spPr>
            <a:xfrm>
              <a:off x="8471820" y="2495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1" name="pt50981"/>
            <p:cNvSpPr/>
            <p:nvPr/>
          </p:nvSpPr>
          <p:spPr>
            <a:xfrm>
              <a:off x="9233005" y="2118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2" name="pt50982"/>
            <p:cNvSpPr/>
            <p:nvPr/>
          </p:nvSpPr>
          <p:spPr>
            <a:xfrm>
              <a:off x="8274318" y="2399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3" name="pt50983"/>
            <p:cNvSpPr/>
            <p:nvPr/>
          </p:nvSpPr>
          <p:spPr>
            <a:xfrm>
              <a:off x="9190595" y="2092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4" name="pt50984"/>
            <p:cNvSpPr/>
            <p:nvPr/>
          </p:nvSpPr>
          <p:spPr>
            <a:xfrm>
              <a:off x="8679043" y="2422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5" name="pt50985"/>
            <p:cNvSpPr/>
            <p:nvPr/>
          </p:nvSpPr>
          <p:spPr>
            <a:xfrm>
              <a:off x="9120160" y="1987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6" name="pt50986"/>
            <p:cNvSpPr/>
            <p:nvPr/>
          </p:nvSpPr>
          <p:spPr>
            <a:xfrm>
              <a:off x="8523538" y="2512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7" name="pt50987"/>
            <p:cNvSpPr/>
            <p:nvPr/>
          </p:nvSpPr>
          <p:spPr>
            <a:xfrm>
              <a:off x="9421909" y="1983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8" name="pt50988"/>
            <p:cNvSpPr/>
            <p:nvPr/>
          </p:nvSpPr>
          <p:spPr>
            <a:xfrm>
              <a:off x="8347210" y="2505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9" name="pt50989"/>
            <p:cNvSpPr/>
            <p:nvPr/>
          </p:nvSpPr>
          <p:spPr>
            <a:xfrm>
              <a:off x="9334476" y="2176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0" name="pt50990"/>
            <p:cNvSpPr/>
            <p:nvPr/>
          </p:nvSpPr>
          <p:spPr>
            <a:xfrm>
              <a:off x="9171470" y="1877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1" name="pt50991"/>
            <p:cNvSpPr/>
            <p:nvPr/>
          </p:nvSpPr>
          <p:spPr>
            <a:xfrm>
              <a:off x="8735430" y="2204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2" name="pt50992"/>
            <p:cNvSpPr/>
            <p:nvPr/>
          </p:nvSpPr>
          <p:spPr>
            <a:xfrm>
              <a:off x="8958659" y="2168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3" name="pt50993"/>
            <p:cNvSpPr/>
            <p:nvPr/>
          </p:nvSpPr>
          <p:spPr>
            <a:xfrm>
              <a:off x="9220880" y="1807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4" name="pt50994"/>
            <p:cNvSpPr/>
            <p:nvPr/>
          </p:nvSpPr>
          <p:spPr>
            <a:xfrm>
              <a:off x="8948383" y="2083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5" name="pt50995"/>
            <p:cNvSpPr/>
            <p:nvPr/>
          </p:nvSpPr>
          <p:spPr>
            <a:xfrm>
              <a:off x="9367540" y="200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6" name="pt50996"/>
            <p:cNvSpPr/>
            <p:nvPr/>
          </p:nvSpPr>
          <p:spPr>
            <a:xfrm>
              <a:off x="8721041" y="2226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7" name="pt50997"/>
            <p:cNvSpPr/>
            <p:nvPr/>
          </p:nvSpPr>
          <p:spPr>
            <a:xfrm>
              <a:off x="8849358" y="1990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8" name="pt50998"/>
            <p:cNvSpPr/>
            <p:nvPr/>
          </p:nvSpPr>
          <p:spPr>
            <a:xfrm>
              <a:off x="8918543" y="1879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9" name="pt50999"/>
            <p:cNvSpPr/>
            <p:nvPr/>
          </p:nvSpPr>
          <p:spPr>
            <a:xfrm>
              <a:off x="8742215" y="2003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0" name="pt51000"/>
            <p:cNvSpPr/>
            <p:nvPr/>
          </p:nvSpPr>
          <p:spPr>
            <a:xfrm>
              <a:off x="9070866" y="1937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1" name="pt51001"/>
            <p:cNvSpPr/>
            <p:nvPr/>
          </p:nvSpPr>
          <p:spPr>
            <a:xfrm>
              <a:off x="8624143" y="2476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2" name="pt51002"/>
            <p:cNvSpPr/>
            <p:nvPr/>
          </p:nvSpPr>
          <p:spPr>
            <a:xfrm>
              <a:off x="9568569" y="2461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3" name="pt51003"/>
            <p:cNvSpPr/>
            <p:nvPr/>
          </p:nvSpPr>
          <p:spPr>
            <a:xfrm>
              <a:off x="9639141" y="2215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4" name="pt51004"/>
            <p:cNvSpPr/>
            <p:nvPr/>
          </p:nvSpPr>
          <p:spPr>
            <a:xfrm>
              <a:off x="9086240" y="1872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5" name="pt51005"/>
            <p:cNvSpPr/>
            <p:nvPr/>
          </p:nvSpPr>
          <p:spPr>
            <a:xfrm>
              <a:off x="8742215" y="2028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6" name="pt51006"/>
            <p:cNvSpPr/>
            <p:nvPr/>
          </p:nvSpPr>
          <p:spPr>
            <a:xfrm>
              <a:off x="9103999" y="2244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7" name="pt51007"/>
            <p:cNvSpPr/>
            <p:nvPr/>
          </p:nvSpPr>
          <p:spPr>
            <a:xfrm>
              <a:off x="9005825" y="1566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8" name="pt51008"/>
            <p:cNvSpPr/>
            <p:nvPr/>
          </p:nvSpPr>
          <p:spPr>
            <a:xfrm>
              <a:off x="9171470" y="1887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9" name="pt51009"/>
            <p:cNvSpPr/>
            <p:nvPr/>
          </p:nvSpPr>
          <p:spPr>
            <a:xfrm>
              <a:off x="8544712" y="2488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0" name="pt51010"/>
            <p:cNvSpPr/>
            <p:nvPr/>
          </p:nvSpPr>
          <p:spPr>
            <a:xfrm>
              <a:off x="9148684" y="2084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1" name="pt51011"/>
            <p:cNvSpPr/>
            <p:nvPr/>
          </p:nvSpPr>
          <p:spPr>
            <a:xfrm>
              <a:off x="8830008" y="2148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2" name="pt51012"/>
            <p:cNvSpPr/>
            <p:nvPr/>
          </p:nvSpPr>
          <p:spPr>
            <a:xfrm>
              <a:off x="8888738" y="2121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3" name="pt51013"/>
            <p:cNvSpPr/>
            <p:nvPr/>
          </p:nvSpPr>
          <p:spPr>
            <a:xfrm>
              <a:off x="8563654" y="2309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4" name="pt51014"/>
            <p:cNvSpPr/>
            <p:nvPr/>
          </p:nvSpPr>
          <p:spPr>
            <a:xfrm>
              <a:off x="8439043" y="2418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5" name="pt51015"/>
            <p:cNvSpPr/>
            <p:nvPr/>
          </p:nvSpPr>
          <p:spPr>
            <a:xfrm>
              <a:off x="8563654" y="2269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6" name="pt51016"/>
            <p:cNvSpPr/>
            <p:nvPr/>
          </p:nvSpPr>
          <p:spPr>
            <a:xfrm>
              <a:off x="8274318" y="2317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7" name="pt51017"/>
            <p:cNvSpPr/>
            <p:nvPr/>
          </p:nvSpPr>
          <p:spPr>
            <a:xfrm>
              <a:off x="9602828" y="2329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8" name="pt51018"/>
            <p:cNvSpPr/>
            <p:nvPr/>
          </p:nvSpPr>
          <p:spPr>
            <a:xfrm>
              <a:off x="8721041" y="2064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9" name="pt51019"/>
            <p:cNvSpPr/>
            <p:nvPr/>
          </p:nvSpPr>
          <p:spPr>
            <a:xfrm>
              <a:off x="8544712" y="2519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0" name="pt51020"/>
            <p:cNvSpPr/>
            <p:nvPr/>
          </p:nvSpPr>
          <p:spPr>
            <a:xfrm>
              <a:off x="8580788" y="2372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1" name="pt51021"/>
            <p:cNvSpPr/>
            <p:nvPr/>
          </p:nvSpPr>
          <p:spPr>
            <a:xfrm>
              <a:off x="9017715" y="1879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2" name="pt51022"/>
            <p:cNvSpPr/>
            <p:nvPr/>
          </p:nvSpPr>
          <p:spPr>
            <a:xfrm>
              <a:off x="8624143" y="2374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3" name="pt51023"/>
            <p:cNvSpPr/>
            <p:nvPr/>
          </p:nvSpPr>
          <p:spPr>
            <a:xfrm>
              <a:off x="8439043" y="2318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4" name="pt51024"/>
            <p:cNvSpPr/>
            <p:nvPr/>
          </p:nvSpPr>
          <p:spPr>
            <a:xfrm>
              <a:off x="8471820" y="2586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5" name="pt51025"/>
            <p:cNvSpPr/>
            <p:nvPr/>
          </p:nvSpPr>
          <p:spPr>
            <a:xfrm>
              <a:off x="8669323" y="2326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6" name="pt51026"/>
            <p:cNvSpPr/>
            <p:nvPr/>
          </p:nvSpPr>
          <p:spPr>
            <a:xfrm>
              <a:off x="9275707" y="202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7" name="pt51027"/>
            <p:cNvSpPr/>
            <p:nvPr/>
          </p:nvSpPr>
          <p:spPr>
            <a:xfrm>
              <a:off x="8783657" y="2019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8" name="pt51028"/>
            <p:cNvSpPr/>
            <p:nvPr/>
          </p:nvSpPr>
          <p:spPr>
            <a:xfrm>
              <a:off x="8783657" y="2065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9" name="pt51029"/>
            <p:cNvSpPr/>
            <p:nvPr/>
          </p:nvSpPr>
          <p:spPr>
            <a:xfrm>
              <a:off x="8808322" y="2290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0" name="pt51030"/>
            <p:cNvSpPr/>
            <p:nvPr/>
          </p:nvSpPr>
          <p:spPr>
            <a:xfrm>
              <a:off x="8825875" y="2014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1" name="pt51031"/>
            <p:cNvSpPr/>
            <p:nvPr/>
          </p:nvSpPr>
          <p:spPr>
            <a:xfrm>
              <a:off x="9026144" y="1740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2" name="pt51032"/>
            <p:cNvSpPr/>
            <p:nvPr/>
          </p:nvSpPr>
          <p:spPr>
            <a:xfrm>
              <a:off x="9049289" y="2133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3" name="pt51033"/>
            <p:cNvSpPr/>
            <p:nvPr/>
          </p:nvSpPr>
          <p:spPr>
            <a:xfrm>
              <a:off x="9877988" y="2527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4" name="pt51034"/>
            <p:cNvSpPr/>
            <p:nvPr/>
          </p:nvSpPr>
          <p:spPr>
            <a:xfrm>
              <a:off x="8948383" y="209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5" name="pt51035"/>
            <p:cNvSpPr/>
            <p:nvPr/>
          </p:nvSpPr>
          <p:spPr>
            <a:xfrm>
              <a:off x="9044397" y="2008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6" name="pt51036"/>
            <p:cNvSpPr/>
            <p:nvPr/>
          </p:nvSpPr>
          <p:spPr>
            <a:xfrm>
              <a:off x="8563654" y="2097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7" name="pt51037"/>
            <p:cNvSpPr/>
            <p:nvPr/>
          </p:nvSpPr>
          <p:spPr>
            <a:xfrm>
              <a:off x="8523538" y="2470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8" name="pt51038"/>
            <p:cNvSpPr/>
            <p:nvPr/>
          </p:nvSpPr>
          <p:spPr>
            <a:xfrm>
              <a:off x="8870124" y="2412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9" name="pt51039"/>
            <p:cNvSpPr/>
            <p:nvPr/>
          </p:nvSpPr>
          <p:spPr>
            <a:xfrm>
              <a:off x="9285373" y="1887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0" name="pt51040"/>
            <p:cNvSpPr/>
            <p:nvPr/>
          </p:nvSpPr>
          <p:spPr>
            <a:xfrm>
              <a:off x="9439815" y="1822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1" name="pt51041"/>
            <p:cNvSpPr/>
            <p:nvPr/>
          </p:nvSpPr>
          <p:spPr>
            <a:xfrm>
              <a:off x="9127336" y="1931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2" name="pt51042"/>
            <p:cNvSpPr/>
            <p:nvPr/>
          </p:nvSpPr>
          <p:spPr>
            <a:xfrm>
              <a:off x="8713389" y="2291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3" name="pt51043"/>
            <p:cNvSpPr/>
            <p:nvPr/>
          </p:nvSpPr>
          <p:spPr>
            <a:xfrm>
              <a:off x="8274318" y="2596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4" name="pt51044"/>
            <p:cNvSpPr/>
            <p:nvPr/>
          </p:nvSpPr>
          <p:spPr>
            <a:xfrm>
              <a:off x="8755061" y="2202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5" name="pt51045"/>
            <p:cNvSpPr/>
            <p:nvPr/>
          </p:nvSpPr>
          <p:spPr>
            <a:xfrm>
              <a:off x="8888738" y="2159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6" name="pt51046"/>
            <p:cNvSpPr/>
            <p:nvPr/>
          </p:nvSpPr>
          <p:spPr>
            <a:xfrm>
              <a:off x="9227269" y="2187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7" name="pt51047"/>
            <p:cNvSpPr/>
            <p:nvPr/>
          </p:nvSpPr>
          <p:spPr>
            <a:xfrm>
              <a:off x="9066533" y="1809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8" name="pt51048"/>
            <p:cNvSpPr/>
            <p:nvPr/>
          </p:nvSpPr>
          <p:spPr>
            <a:xfrm>
              <a:off x="8986371" y="1754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9" name="pt51049"/>
            <p:cNvSpPr/>
            <p:nvPr/>
          </p:nvSpPr>
          <p:spPr>
            <a:xfrm>
              <a:off x="9187265" y="2165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0" name="pt51050"/>
            <p:cNvSpPr/>
            <p:nvPr/>
          </p:nvSpPr>
          <p:spPr>
            <a:xfrm>
              <a:off x="8274318" y="2427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1" name="pt51051"/>
            <p:cNvSpPr/>
            <p:nvPr/>
          </p:nvSpPr>
          <p:spPr>
            <a:xfrm>
              <a:off x="8793933" y="220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2" name="pt51052"/>
            <p:cNvSpPr/>
            <p:nvPr/>
          </p:nvSpPr>
          <p:spPr>
            <a:xfrm>
              <a:off x="9310188" y="2118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3" name="pt51053"/>
            <p:cNvSpPr/>
            <p:nvPr/>
          </p:nvSpPr>
          <p:spPr>
            <a:xfrm>
              <a:off x="8347210" y="2224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4" name="pt51054"/>
            <p:cNvSpPr/>
            <p:nvPr/>
          </p:nvSpPr>
          <p:spPr>
            <a:xfrm>
              <a:off x="8398928" y="2427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5" name="pt51055"/>
            <p:cNvSpPr/>
            <p:nvPr/>
          </p:nvSpPr>
          <p:spPr>
            <a:xfrm>
              <a:off x="9199706" y="2061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6" name="pt51056"/>
            <p:cNvSpPr/>
            <p:nvPr/>
          </p:nvSpPr>
          <p:spPr>
            <a:xfrm>
              <a:off x="9247994" y="1954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7" name="pt51057"/>
            <p:cNvSpPr/>
            <p:nvPr/>
          </p:nvSpPr>
          <p:spPr>
            <a:xfrm>
              <a:off x="8610820" y="2096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8" name="pt51058"/>
            <p:cNvSpPr/>
            <p:nvPr/>
          </p:nvSpPr>
          <p:spPr>
            <a:xfrm>
              <a:off x="8841866" y="2159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9" name="pt51059"/>
            <p:cNvSpPr/>
            <p:nvPr/>
          </p:nvSpPr>
          <p:spPr>
            <a:xfrm>
              <a:off x="8688264" y="2326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0" name="pt51060"/>
            <p:cNvSpPr/>
            <p:nvPr/>
          </p:nvSpPr>
          <p:spPr>
            <a:xfrm>
              <a:off x="8954618" y="2331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1" name="pt51061"/>
            <p:cNvSpPr/>
            <p:nvPr/>
          </p:nvSpPr>
          <p:spPr>
            <a:xfrm>
              <a:off x="9097658" y="1972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2" name="pt51062"/>
            <p:cNvSpPr/>
            <p:nvPr/>
          </p:nvSpPr>
          <p:spPr>
            <a:xfrm>
              <a:off x="9535645" y="1834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3" name="pt51063"/>
            <p:cNvSpPr/>
            <p:nvPr/>
          </p:nvSpPr>
          <p:spPr>
            <a:xfrm>
              <a:off x="9313270" y="2065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4" name="pt51064"/>
            <p:cNvSpPr/>
            <p:nvPr/>
          </p:nvSpPr>
          <p:spPr>
            <a:xfrm>
              <a:off x="9181576" y="1972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5" name="pt51065"/>
            <p:cNvSpPr/>
            <p:nvPr/>
          </p:nvSpPr>
          <p:spPr>
            <a:xfrm>
              <a:off x="9196543" y="1997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6" name="pt51066"/>
            <p:cNvSpPr/>
            <p:nvPr/>
          </p:nvSpPr>
          <p:spPr>
            <a:xfrm>
              <a:off x="8713389" y="2133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7" name="pt51067"/>
            <p:cNvSpPr/>
            <p:nvPr/>
          </p:nvSpPr>
          <p:spPr>
            <a:xfrm>
              <a:off x="9040639" y="1732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8" name="pt51068"/>
            <p:cNvSpPr/>
            <p:nvPr/>
          </p:nvSpPr>
          <p:spPr>
            <a:xfrm>
              <a:off x="8398928" y="2643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9" name="pt51069"/>
            <p:cNvSpPr/>
            <p:nvPr/>
          </p:nvSpPr>
          <p:spPr>
            <a:xfrm>
              <a:off x="8838000" y="2004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0" name="pt51070"/>
            <p:cNvSpPr/>
            <p:nvPr/>
          </p:nvSpPr>
          <p:spPr>
            <a:xfrm>
              <a:off x="8648148" y="2362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1" name="pt51071"/>
            <p:cNvSpPr/>
            <p:nvPr/>
          </p:nvSpPr>
          <p:spPr>
            <a:xfrm>
              <a:off x="8956650" y="2295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2" name="pt51072"/>
            <p:cNvSpPr/>
            <p:nvPr/>
          </p:nvSpPr>
          <p:spPr>
            <a:xfrm>
              <a:off x="8798858" y="1982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3" name="pt51073"/>
            <p:cNvSpPr/>
            <p:nvPr/>
          </p:nvSpPr>
          <p:spPr>
            <a:xfrm>
              <a:off x="8439043" y="2347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4" name="pt51074"/>
            <p:cNvSpPr/>
            <p:nvPr/>
          </p:nvSpPr>
          <p:spPr>
            <a:xfrm>
              <a:off x="9005825" y="1612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5" name="pt51075"/>
            <p:cNvSpPr/>
            <p:nvPr/>
          </p:nvSpPr>
          <p:spPr>
            <a:xfrm>
              <a:off x="9086240" y="2006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6" name="pt51076"/>
            <p:cNvSpPr/>
            <p:nvPr/>
          </p:nvSpPr>
          <p:spPr>
            <a:xfrm>
              <a:off x="8471820" y="2443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7" name="pt51077"/>
            <p:cNvSpPr/>
            <p:nvPr/>
          </p:nvSpPr>
          <p:spPr>
            <a:xfrm>
              <a:off x="8849358" y="1918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8" name="pt51078"/>
            <p:cNvSpPr/>
            <p:nvPr/>
          </p:nvSpPr>
          <p:spPr>
            <a:xfrm>
              <a:off x="8975793" y="1989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9" name="pt51079"/>
            <p:cNvSpPr/>
            <p:nvPr/>
          </p:nvSpPr>
          <p:spPr>
            <a:xfrm>
              <a:off x="8821645" y="2091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0" name="pt51080"/>
            <p:cNvSpPr/>
            <p:nvPr/>
          </p:nvSpPr>
          <p:spPr>
            <a:xfrm>
              <a:off x="8580788" y="1957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1" name="pt51081"/>
            <p:cNvSpPr/>
            <p:nvPr/>
          </p:nvSpPr>
          <p:spPr>
            <a:xfrm>
              <a:off x="8471820" y="2436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2" name="pt51082"/>
            <p:cNvSpPr/>
            <p:nvPr/>
          </p:nvSpPr>
          <p:spPr>
            <a:xfrm>
              <a:off x="9200748" y="1818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3" name="pt51083"/>
            <p:cNvSpPr/>
            <p:nvPr/>
          </p:nvSpPr>
          <p:spPr>
            <a:xfrm>
              <a:off x="8439043" y="2138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4" name="pt51084"/>
            <p:cNvSpPr/>
            <p:nvPr/>
          </p:nvSpPr>
          <p:spPr>
            <a:xfrm>
              <a:off x="8956650" y="2349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5" name="pt51085"/>
            <p:cNvSpPr/>
            <p:nvPr/>
          </p:nvSpPr>
          <p:spPr>
            <a:xfrm>
              <a:off x="8879672" y="1673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6" name="pt51086"/>
            <p:cNvSpPr/>
            <p:nvPr/>
          </p:nvSpPr>
          <p:spPr>
            <a:xfrm>
              <a:off x="8721041" y="2165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7" name="pt51087"/>
            <p:cNvSpPr/>
            <p:nvPr/>
          </p:nvSpPr>
          <p:spPr>
            <a:xfrm>
              <a:off x="8274318" y="2408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8" name="pt51088"/>
            <p:cNvSpPr/>
            <p:nvPr/>
          </p:nvSpPr>
          <p:spPr>
            <a:xfrm>
              <a:off x="8274318" y="2252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9" name="pt51089"/>
            <p:cNvSpPr/>
            <p:nvPr/>
          </p:nvSpPr>
          <p:spPr>
            <a:xfrm>
              <a:off x="8398928" y="2354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0" name="pt51090"/>
            <p:cNvSpPr/>
            <p:nvPr/>
          </p:nvSpPr>
          <p:spPr>
            <a:xfrm>
              <a:off x="9226820" y="1832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1" name="pt51091"/>
            <p:cNvSpPr/>
            <p:nvPr/>
          </p:nvSpPr>
          <p:spPr>
            <a:xfrm>
              <a:off x="8921023" y="1709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2" name="pt51092"/>
            <p:cNvSpPr/>
            <p:nvPr/>
          </p:nvSpPr>
          <p:spPr>
            <a:xfrm>
              <a:off x="8471820" y="2366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3" name="pt51093"/>
            <p:cNvSpPr/>
            <p:nvPr/>
          </p:nvSpPr>
          <p:spPr>
            <a:xfrm>
              <a:off x="8973968" y="1902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4" name="pt51094"/>
            <p:cNvSpPr/>
            <p:nvPr/>
          </p:nvSpPr>
          <p:spPr>
            <a:xfrm>
              <a:off x="8973968" y="1982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5" name="pt51095"/>
            <p:cNvSpPr/>
            <p:nvPr/>
          </p:nvSpPr>
          <p:spPr>
            <a:xfrm>
              <a:off x="8274318" y="2347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6" name="pt51096"/>
            <p:cNvSpPr/>
            <p:nvPr/>
          </p:nvSpPr>
          <p:spPr>
            <a:xfrm>
              <a:off x="9045633" y="2119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7" name="pt51097"/>
            <p:cNvSpPr/>
            <p:nvPr/>
          </p:nvSpPr>
          <p:spPr>
            <a:xfrm>
              <a:off x="8996361" y="1909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8" name="pt51098"/>
            <p:cNvSpPr/>
            <p:nvPr/>
          </p:nvSpPr>
          <p:spPr>
            <a:xfrm>
              <a:off x="8610820" y="2190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9" name="pt51099"/>
            <p:cNvSpPr/>
            <p:nvPr/>
          </p:nvSpPr>
          <p:spPr>
            <a:xfrm>
              <a:off x="8921023" y="1759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0" name="pt51100"/>
            <p:cNvSpPr/>
            <p:nvPr/>
          </p:nvSpPr>
          <p:spPr>
            <a:xfrm>
              <a:off x="9016271" y="1799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1" name="pt51101"/>
            <p:cNvSpPr/>
            <p:nvPr/>
          </p:nvSpPr>
          <p:spPr>
            <a:xfrm>
              <a:off x="8648148" y="2158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2" name="pt51102"/>
            <p:cNvSpPr/>
            <p:nvPr/>
          </p:nvSpPr>
          <p:spPr>
            <a:xfrm>
              <a:off x="8803653" y="2059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3" name="pt51103"/>
            <p:cNvSpPr/>
            <p:nvPr/>
          </p:nvSpPr>
          <p:spPr>
            <a:xfrm>
              <a:off x="9057543" y="1653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4" name="pt51104"/>
            <p:cNvSpPr/>
            <p:nvPr/>
          </p:nvSpPr>
          <p:spPr>
            <a:xfrm>
              <a:off x="8471820" y="2359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5" name="pt51105"/>
            <p:cNvSpPr/>
            <p:nvPr/>
          </p:nvSpPr>
          <p:spPr>
            <a:xfrm>
              <a:off x="9035502" y="1807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6" name="pt51106"/>
            <p:cNvSpPr/>
            <p:nvPr/>
          </p:nvSpPr>
          <p:spPr>
            <a:xfrm>
              <a:off x="9394753" y="222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7" name="pt51107"/>
            <p:cNvSpPr/>
            <p:nvPr/>
          </p:nvSpPr>
          <p:spPr>
            <a:xfrm>
              <a:off x="9535645" y="2113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8" name="pt51108"/>
            <p:cNvSpPr/>
            <p:nvPr/>
          </p:nvSpPr>
          <p:spPr>
            <a:xfrm>
              <a:off x="9136479" y="2066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9" name="pt51109"/>
            <p:cNvSpPr/>
            <p:nvPr/>
          </p:nvSpPr>
          <p:spPr>
            <a:xfrm>
              <a:off x="8930613" y="1867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0" name="pt51110"/>
            <p:cNvSpPr/>
            <p:nvPr/>
          </p:nvSpPr>
          <p:spPr>
            <a:xfrm>
              <a:off x="9417918" y="1792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1" name="pt51111"/>
            <p:cNvSpPr/>
            <p:nvPr/>
          </p:nvSpPr>
          <p:spPr>
            <a:xfrm>
              <a:off x="9262568" y="2035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2" name="pt51112"/>
            <p:cNvSpPr/>
            <p:nvPr/>
          </p:nvSpPr>
          <p:spPr>
            <a:xfrm>
              <a:off x="9707347" y="1805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3" name="pt51113"/>
            <p:cNvSpPr/>
            <p:nvPr/>
          </p:nvSpPr>
          <p:spPr>
            <a:xfrm>
              <a:off x="8596430" y="2026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4" name="pt51114"/>
            <p:cNvSpPr/>
            <p:nvPr/>
          </p:nvSpPr>
          <p:spPr>
            <a:xfrm>
              <a:off x="9237295" y="2090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5" name="pt51115"/>
            <p:cNvSpPr/>
            <p:nvPr/>
          </p:nvSpPr>
          <p:spPr>
            <a:xfrm>
              <a:off x="8897369" y="218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6" name="pt51116"/>
            <p:cNvSpPr/>
            <p:nvPr/>
          </p:nvSpPr>
          <p:spPr>
            <a:xfrm>
              <a:off x="8863465" y="2244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7" name="pt51117"/>
            <p:cNvSpPr/>
            <p:nvPr/>
          </p:nvSpPr>
          <p:spPr>
            <a:xfrm>
              <a:off x="9171470" y="1999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8" name="pt51118"/>
            <p:cNvSpPr/>
            <p:nvPr/>
          </p:nvSpPr>
          <p:spPr>
            <a:xfrm>
              <a:off x="9044397" y="2040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9" name="pt51119"/>
            <p:cNvSpPr/>
            <p:nvPr/>
          </p:nvSpPr>
          <p:spPr>
            <a:xfrm>
              <a:off x="8830008" y="2248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0" name="pt51120"/>
            <p:cNvSpPr/>
            <p:nvPr/>
          </p:nvSpPr>
          <p:spPr>
            <a:xfrm>
              <a:off x="9044397" y="2029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1" name="pt51121"/>
            <p:cNvSpPr/>
            <p:nvPr/>
          </p:nvSpPr>
          <p:spPr>
            <a:xfrm>
              <a:off x="8742215" y="2022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2" name="pt51122"/>
            <p:cNvSpPr/>
            <p:nvPr/>
          </p:nvSpPr>
          <p:spPr>
            <a:xfrm>
              <a:off x="8274318" y="2256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3" name="pt51123"/>
            <p:cNvSpPr/>
            <p:nvPr/>
          </p:nvSpPr>
          <p:spPr>
            <a:xfrm>
              <a:off x="8856549" y="2163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4" name="pt51124"/>
            <p:cNvSpPr/>
            <p:nvPr/>
          </p:nvSpPr>
          <p:spPr>
            <a:xfrm>
              <a:off x="8398928" y="248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5" name="pt51125"/>
            <p:cNvSpPr/>
            <p:nvPr/>
          </p:nvSpPr>
          <p:spPr>
            <a:xfrm>
              <a:off x="9220880" y="1922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6" name="pt51126"/>
            <p:cNvSpPr/>
            <p:nvPr/>
          </p:nvSpPr>
          <p:spPr>
            <a:xfrm>
              <a:off x="8838000" y="1931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7" name="pt51127"/>
            <p:cNvSpPr/>
            <p:nvPr/>
          </p:nvSpPr>
          <p:spPr>
            <a:xfrm>
              <a:off x="8439043" y="2309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8" name="pt51128"/>
            <p:cNvSpPr/>
            <p:nvPr/>
          </p:nvSpPr>
          <p:spPr>
            <a:xfrm>
              <a:off x="9707347" y="1223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9" name="pt51129"/>
            <p:cNvSpPr/>
            <p:nvPr/>
          </p:nvSpPr>
          <p:spPr>
            <a:xfrm>
              <a:off x="8939717" y="2089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0" name="pt51130"/>
            <p:cNvSpPr/>
            <p:nvPr/>
          </p:nvSpPr>
          <p:spPr>
            <a:xfrm>
              <a:off x="8705398" y="2114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1" name="pt51131"/>
            <p:cNvSpPr/>
            <p:nvPr/>
          </p:nvSpPr>
          <p:spPr>
            <a:xfrm>
              <a:off x="8856549" y="2253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2" name="pt51132"/>
            <p:cNvSpPr/>
            <p:nvPr/>
          </p:nvSpPr>
          <p:spPr>
            <a:xfrm>
              <a:off x="9331236" y="2017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3" name="pt51133"/>
            <p:cNvSpPr/>
            <p:nvPr/>
          </p:nvSpPr>
          <p:spPr>
            <a:xfrm>
              <a:off x="9325618" y="2272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4" name="pt51134"/>
            <p:cNvSpPr/>
            <p:nvPr/>
          </p:nvSpPr>
          <p:spPr>
            <a:xfrm>
              <a:off x="8913479" y="1874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5" name="pt51135"/>
            <p:cNvSpPr/>
            <p:nvPr/>
          </p:nvSpPr>
          <p:spPr>
            <a:xfrm>
              <a:off x="8803653" y="2159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6" name="pt51136"/>
            <p:cNvSpPr/>
            <p:nvPr/>
          </p:nvSpPr>
          <p:spPr>
            <a:xfrm>
              <a:off x="8580788" y="2403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7" name="pt51137"/>
            <p:cNvSpPr/>
            <p:nvPr/>
          </p:nvSpPr>
          <p:spPr>
            <a:xfrm>
              <a:off x="8347210" y="2536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8" name="pt51138"/>
            <p:cNvSpPr/>
            <p:nvPr/>
          </p:nvSpPr>
          <p:spPr>
            <a:xfrm>
              <a:off x="9645731" y="2411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9" name="pt51139"/>
            <p:cNvSpPr/>
            <p:nvPr/>
          </p:nvSpPr>
          <p:spPr>
            <a:xfrm>
              <a:off x="9147988" y="2104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0" name="pt51140"/>
            <p:cNvSpPr/>
            <p:nvPr/>
          </p:nvSpPr>
          <p:spPr>
            <a:xfrm>
              <a:off x="8648148" y="2316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1" name="pt51141"/>
            <p:cNvSpPr/>
            <p:nvPr/>
          </p:nvSpPr>
          <p:spPr>
            <a:xfrm>
              <a:off x="9203327" y="1760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2" name="pt51142"/>
            <p:cNvSpPr/>
            <p:nvPr/>
          </p:nvSpPr>
          <p:spPr>
            <a:xfrm>
              <a:off x="8648148" y="2351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3" name="pt51143"/>
            <p:cNvSpPr/>
            <p:nvPr/>
          </p:nvSpPr>
          <p:spPr>
            <a:xfrm>
              <a:off x="8735430" y="2136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4" name="pt51144"/>
            <p:cNvSpPr/>
            <p:nvPr/>
          </p:nvSpPr>
          <p:spPr>
            <a:xfrm>
              <a:off x="8274318" y="2296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5" name="pt51145"/>
            <p:cNvSpPr/>
            <p:nvPr/>
          </p:nvSpPr>
          <p:spPr>
            <a:xfrm>
              <a:off x="9096734" y="1708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6" name="pt51146"/>
            <p:cNvSpPr/>
            <p:nvPr/>
          </p:nvSpPr>
          <p:spPr>
            <a:xfrm>
              <a:off x="9005825" y="1384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7" name="pt51147"/>
            <p:cNvSpPr/>
            <p:nvPr/>
          </p:nvSpPr>
          <p:spPr>
            <a:xfrm>
              <a:off x="8610820" y="2009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8" name="pt51148"/>
            <p:cNvSpPr/>
            <p:nvPr/>
          </p:nvSpPr>
          <p:spPr>
            <a:xfrm>
              <a:off x="8803653" y="2093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9" name="pt51149"/>
            <p:cNvSpPr/>
            <p:nvPr/>
          </p:nvSpPr>
          <p:spPr>
            <a:xfrm>
              <a:off x="8812874" y="2115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0" name="pt51150"/>
            <p:cNvSpPr/>
            <p:nvPr/>
          </p:nvSpPr>
          <p:spPr>
            <a:xfrm>
              <a:off x="9075096" y="1954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1" name="pt51151"/>
            <p:cNvSpPr/>
            <p:nvPr/>
          </p:nvSpPr>
          <p:spPr>
            <a:xfrm>
              <a:off x="8439043" y="2161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2" name="pt51152"/>
            <p:cNvSpPr/>
            <p:nvPr/>
          </p:nvSpPr>
          <p:spPr>
            <a:xfrm>
              <a:off x="9269435" y="1692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3" name="pt51153"/>
            <p:cNvSpPr/>
            <p:nvPr/>
          </p:nvSpPr>
          <p:spPr>
            <a:xfrm>
              <a:off x="8697035" y="2117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4" name="pt51154"/>
            <p:cNvSpPr/>
            <p:nvPr/>
          </p:nvSpPr>
          <p:spPr>
            <a:xfrm>
              <a:off x="8274318" y="2389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5" name="pt51155"/>
            <p:cNvSpPr/>
            <p:nvPr/>
          </p:nvSpPr>
          <p:spPr>
            <a:xfrm>
              <a:off x="8274318" y="2299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6" name="pt51156"/>
            <p:cNvSpPr/>
            <p:nvPr/>
          </p:nvSpPr>
          <p:spPr>
            <a:xfrm>
              <a:off x="8544712" y="2421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7" name="pt51157"/>
            <p:cNvSpPr/>
            <p:nvPr/>
          </p:nvSpPr>
          <p:spPr>
            <a:xfrm>
              <a:off x="8523538" y="2480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8" name="pt51158"/>
            <p:cNvSpPr/>
            <p:nvPr/>
          </p:nvSpPr>
          <p:spPr>
            <a:xfrm>
              <a:off x="8610820" y="2239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9" name="pt51159"/>
            <p:cNvSpPr/>
            <p:nvPr/>
          </p:nvSpPr>
          <p:spPr>
            <a:xfrm>
              <a:off x="9585294" y="2121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0" name="pt51160"/>
            <p:cNvSpPr/>
            <p:nvPr/>
          </p:nvSpPr>
          <p:spPr>
            <a:xfrm>
              <a:off x="8849358" y="1977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1" name="pt51161"/>
            <p:cNvSpPr/>
            <p:nvPr/>
          </p:nvSpPr>
          <p:spPr>
            <a:xfrm>
              <a:off x="9089164" y="1697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2" name="pt51162"/>
            <p:cNvSpPr/>
            <p:nvPr/>
          </p:nvSpPr>
          <p:spPr>
            <a:xfrm>
              <a:off x="8347210" y="2151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3" name="pt51163"/>
            <p:cNvSpPr/>
            <p:nvPr/>
          </p:nvSpPr>
          <p:spPr>
            <a:xfrm>
              <a:off x="8274318" y="2551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4" name="pt51164"/>
            <p:cNvSpPr/>
            <p:nvPr/>
          </p:nvSpPr>
          <p:spPr>
            <a:xfrm>
              <a:off x="8523538" y="2355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5" name="pt51165"/>
            <p:cNvSpPr/>
            <p:nvPr/>
          </p:nvSpPr>
          <p:spPr>
            <a:xfrm>
              <a:off x="9657982" y="178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6" name="pt51166"/>
            <p:cNvSpPr/>
            <p:nvPr/>
          </p:nvSpPr>
          <p:spPr>
            <a:xfrm>
              <a:off x="9203327" y="1782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7" name="pt51167"/>
            <p:cNvSpPr/>
            <p:nvPr/>
          </p:nvSpPr>
          <p:spPr>
            <a:xfrm>
              <a:off x="8659047" y="2506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8" name="pt51168"/>
            <p:cNvSpPr/>
            <p:nvPr/>
          </p:nvSpPr>
          <p:spPr>
            <a:xfrm>
              <a:off x="9005825" y="1668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9" name="pt51169"/>
            <p:cNvSpPr/>
            <p:nvPr/>
          </p:nvSpPr>
          <p:spPr>
            <a:xfrm>
              <a:off x="8659047" y="2427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0" name="pt51170"/>
            <p:cNvSpPr/>
            <p:nvPr/>
          </p:nvSpPr>
          <p:spPr>
            <a:xfrm>
              <a:off x="9203327" y="1805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1" name="pt51171"/>
            <p:cNvSpPr/>
            <p:nvPr/>
          </p:nvSpPr>
          <p:spPr>
            <a:xfrm>
              <a:off x="8705398" y="2173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2" name="pt51172"/>
            <p:cNvSpPr/>
            <p:nvPr/>
          </p:nvSpPr>
          <p:spPr>
            <a:xfrm>
              <a:off x="9124182" y="200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3" name="pt51173"/>
            <p:cNvSpPr/>
            <p:nvPr/>
          </p:nvSpPr>
          <p:spPr>
            <a:xfrm>
              <a:off x="9148684" y="2050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4" name="pt51174"/>
            <p:cNvSpPr/>
            <p:nvPr/>
          </p:nvSpPr>
          <p:spPr>
            <a:xfrm>
              <a:off x="8767051" y="1957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5" name="pt51175"/>
            <p:cNvSpPr/>
            <p:nvPr/>
          </p:nvSpPr>
          <p:spPr>
            <a:xfrm>
              <a:off x="9477272" y="2551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6" name="pt51176"/>
            <p:cNvSpPr/>
            <p:nvPr/>
          </p:nvSpPr>
          <p:spPr>
            <a:xfrm>
              <a:off x="8439043" y="2247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7" name="pt51177"/>
            <p:cNvSpPr/>
            <p:nvPr/>
          </p:nvSpPr>
          <p:spPr>
            <a:xfrm>
              <a:off x="8347210" y="2395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8" name="pt51178"/>
            <p:cNvSpPr/>
            <p:nvPr/>
          </p:nvSpPr>
          <p:spPr>
            <a:xfrm>
              <a:off x="8274318" y="2438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9" name="pt51179"/>
            <p:cNvSpPr/>
            <p:nvPr/>
          </p:nvSpPr>
          <p:spPr>
            <a:xfrm>
              <a:off x="9118525" y="2165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0" name="pt51180"/>
            <p:cNvSpPr/>
            <p:nvPr/>
          </p:nvSpPr>
          <p:spPr>
            <a:xfrm>
              <a:off x="9381946" y="2041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1" name="pt51181"/>
            <p:cNvSpPr/>
            <p:nvPr/>
          </p:nvSpPr>
          <p:spPr>
            <a:xfrm>
              <a:off x="8624143" y="2387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2" name="pt51182"/>
            <p:cNvSpPr/>
            <p:nvPr/>
          </p:nvSpPr>
          <p:spPr>
            <a:xfrm>
              <a:off x="8908267" y="2026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3" name="pt51183"/>
            <p:cNvSpPr/>
            <p:nvPr/>
          </p:nvSpPr>
          <p:spPr>
            <a:xfrm>
              <a:off x="8274318" y="2483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4" name="pt51184"/>
            <p:cNvSpPr/>
            <p:nvPr/>
          </p:nvSpPr>
          <p:spPr>
            <a:xfrm>
              <a:off x="8439043" y="2325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5" name="pt51185"/>
            <p:cNvSpPr/>
            <p:nvPr/>
          </p:nvSpPr>
          <p:spPr>
            <a:xfrm>
              <a:off x="9212805" y="1823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6" name="pt51186"/>
            <p:cNvSpPr/>
            <p:nvPr/>
          </p:nvSpPr>
          <p:spPr>
            <a:xfrm>
              <a:off x="8688264" y="2341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7" name="pt51187"/>
            <p:cNvSpPr/>
            <p:nvPr/>
          </p:nvSpPr>
          <p:spPr>
            <a:xfrm>
              <a:off x="9597877" y="2254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8" name="pt51188"/>
            <p:cNvSpPr/>
            <p:nvPr/>
          </p:nvSpPr>
          <p:spPr>
            <a:xfrm>
              <a:off x="8274318" y="2539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9" name="pt51189"/>
            <p:cNvSpPr/>
            <p:nvPr/>
          </p:nvSpPr>
          <p:spPr>
            <a:xfrm>
              <a:off x="9503592" y="2414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0" name="pt51190"/>
            <p:cNvSpPr/>
            <p:nvPr/>
          </p:nvSpPr>
          <p:spPr>
            <a:xfrm>
              <a:off x="8932933" y="1886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1" name="pt51191"/>
            <p:cNvSpPr/>
            <p:nvPr/>
          </p:nvSpPr>
          <p:spPr>
            <a:xfrm>
              <a:off x="9743490" y="1980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2" name="pt51192"/>
            <p:cNvSpPr/>
            <p:nvPr/>
          </p:nvSpPr>
          <p:spPr>
            <a:xfrm>
              <a:off x="9519804" y="2405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3" name="pt51193"/>
            <p:cNvSpPr/>
            <p:nvPr/>
          </p:nvSpPr>
          <p:spPr>
            <a:xfrm>
              <a:off x="9689893" y="1333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4" name="pt51194"/>
            <p:cNvSpPr/>
            <p:nvPr/>
          </p:nvSpPr>
          <p:spPr>
            <a:xfrm>
              <a:off x="9976916" y="2550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5" name="pt51195"/>
            <p:cNvSpPr/>
            <p:nvPr/>
          </p:nvSpPr>
          <p:spPr>
            <a:xfrm>
              <a:off x="8544712" y="2401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6" name="pt51196"/>
            <p:cNvSpPr/>
            <p:nvPr/>
          </p:nvSpPr>
          <p:spPr>
            <a:xfrm>
              <a:off x="9005825" y="1802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7" name="pt51197"/>
            <p:cNvSpPr/>
            <p:nvPr/>
          </p:nvSpPr>
          <p:spPr>
            <a:xfrm>
              <a:off x="8748753" y="2000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8" name="pt51198"/>
            <p:cNvSpPr/>
            <p:nvPr/>
          </p:nvSpPr>
          <p:spPr>
            <a:xfrm>
              <a:off x="8778290" y="2354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9" name="pt51199"/>
            <p:cNvSpPr/>
            <p:nvPr/>
          </p:nvSpPr>
          <p:spPr>
            <a:xfrm>
              <a:off x="8999571" y="163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0" name="pt51200"/>
            <p:cNvSpPr/>
            <p:nvPr/>
          </p:nvSpPr>
          <p:spPr>
            <a:xfrm>
              <a:off x="8728379" y="1942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1" name="pt51201"/>
            <p:cNvSpPr/>
            <p:nvPr/>
          </p:nvSpPr>
          <p:spPr>
            <a:xfrm>
              <a:off x="8274318" y="2412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2" name="pt51202"/>
            <p:cNvSpPr/>
            <p:nvPr/>
          </p:nvSpPr>
          <p:spPr>
            <a:xfrm>
              <a:off x="8778290" y="2213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3" name="pt51203"/>
            <p:cNvSpPr/>
            <p:nvPr/>
          </p:nvSpPr>
          <p:spPr>
            <a:xfrm>
              <a:off x="8471820" y="2291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4" name="pt51204"/>
            <p:cNvSpPr/>
            <p:nvPr/>
          </p:nvSpPr>
          <p:spPr>
            <a:xfrm>
              <a:off x="8870124" y="2231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5" name="pt51205"/>
            <p:cNvSpPr/>
            <p:nvPr/>
          </p:nvSpPr>
          <p:spPr>
            <a:xfrm>
              <a:off x="9103999" y="205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6" name="pt51206"/>
            <p:cNvSpPr/>
            <p:nvPr/>
          </p:nvSpPr>
          <p:spPr>
            <a:xfrm>
              <a:off x="8910892" y="2084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7" name="pt51207"/>
            <p:cNvSpPr/>
            <p:nvPr/>
          </p:nvSpPr>
          <p:spPr>
            <a:xfrm>
              <a:off x="8274318" y="2676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8" name="pt51208"/>
            <p:cNvSpPr/>
            <p:nvPr/>
          </p:nvSpPr>
          <p:spPr>
            <a:xfrm>
              <a:off x="9308769" y="2072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9" name="pt51209"/>
            <p:cNvSpPr/>
            <p:nvPr/>
          </p:nvSpPr>
          <p:spPr>
            <a:xfrm>
              <a:off x="9188382" y="1982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0" name="pt51210"/>
            <p:cNvSpPr/>
            <p:nvPr/>
          </p:nvSpPr>
          <p:spPr>
            <a:xfrm>
              <a:off x="9325618" y="2084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1" name="pt51211"/>
            <p:cNvSpPr/>
            <p:nvPr/>
          </p:nvSpPr>
          <p:spPr>
            <a:xfrm>
              <a:off x="8713389" y="2228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2" name="pt51212"/>
            <p:cNvSpPr/>
            <p:nvPr/>
          </p:nvSpPr>
          <p:spPr>
            <a:xfrm>
              <a:off x="8523538" y="2420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3" name="pt51213"/>
            <p:cNvSpPr/>
            <p:nvPr/>
          </p:nvSpPr>
          <p:spPr>
            <a:xfrm>
              <a:off x="8798858" y="2007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4" name="pt51214"/>
            <p:cNvSpPr/>
            <p:nvPr/>
          </p:nvSpPr>
          <p:spPr>
            <a:xfrm>
              <a:off x="8932933" y="184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5" name="pt51215"/>
            <p:cNvSpPr/>
            <p:nvPr/>
          </p:nvSpPr>
          <p:spPr>
            <a:xfrm>
              <a:off x="8913479" y="1830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6" name="pt51216"/>
            <p:cNvSpPr/>
            <p:nvPr/>
          </p:nvSpPr>
          <p:spPr>
            <a:xfrm>
              <a:off x="8347210" y="235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7" name="pt51217"/>
            <p:cNvSpPr/>
            <p:nvPr/>
          </p:nvSpPr>
          <p:spPr>
            <a:xfrm>
              <a:off x="9212805" y="1955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8" name="pt51218"/>
            <p:cNvSpPr/>
            <p:nvPr/>
          </p:nvSpPr>
          <p:spPr>
            <a:xfrm>
              <a:off x="9115211" y="2064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9" name="pt51219"/>
            <p:cNvSpPr/>
            <p:nvPr/>
          </p:nvSpPr>
          <p:spPr>
            <a:xfrm>
              <a:off x="8596430" y="2286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0" name="pt51220"/>
            <p:cNvSpPr/>
            <p:nvPr/>
          </p:nvSpPr>
          <p:spPr>
            <a:xfrm>
              <a:off x="9196543" y="2037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1" name="pt51221"/>
            <p:cNvSpPr/>
            <p:nvPr/>
          </p:nvSpPr>
          <p:spPr>
            <a:xfrm>
              <a:off x="9442137" y="1831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2" name="pt51222"/>
            <p:cNvSpPr/>
            <p:nvPr/>
          </p:nvSpPr>
          <p:spPr>
            <a:xfrm>
              <a:off x="9334476" y="2158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3" name="pt51223"/>
            <p:cNvSpPr/>
            <p:nvPr/>
          </p:nvSpPr>
          <p:spPr>
            <a:xfrm>
              <a:off x="8523538" y="2518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4" name="pt51224"/>
            <p:cNvSpPr/>
            <p:nvPr/>
          </p:nvSpPr>
          <p:spPr>
            <a:xfrm>
              <a:off x="8610820" y="2131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5" name="pt51225"/>
            <p:cNvSpPr/>
            <p:nvPr/>
          </p:nvSpPr>
          <p:spPr>
            <a:xfrm>
              <a:off x="9237295" y="2139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6" name="pt51226"/>
            <p:cNvSpPr/>
            <p:nvPr/>
          </p:nvSpPr>
          <p:spPr>
            <a:xfrm>
              <a:off x="8721041" y="211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7" name="pt51227"/>
            <p:cNvSpPr/>
            <p:nvPr/>
          </p:nvSpPr>
          <p:spPr>
            <a:xfrm>
              <a:off x="9184443" y="2168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8" name="pt51228"/>
            <p:cNvSpPr/>
            <p:nvPr/>
          </p:nvSpPr>
          <p:spPr>
            <a:xfrm>
              <a:off x="9013348" y="1328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9" name="pt51229"/>
            <p:cNvSpPr/>
            <p:nvPr/>
          </p:nvSpPr>
          <p:spPr>
            <a:xfrm>
              <a:off x="8669323" y="2349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0" name="pt51230"/>
            <p:cNvSpPr/>
            <p:nvPr/>
          </p:nvSpPr>
          <p:spPr>
            <a:xfrm>
              <a:off x="8563654" y="2127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1" name="pt51231"/>
            <p:cNvSpPr/>
            <p:nvPr/>
          </p:nvSpPr>
          <p:spPr>
            <a:xfrm>
              <a:off x="9059833" y="1960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2" name="pt51232"/>
            <p:cNvSpPr/>
            <p:nvPr/>
          </p:nvSpPr>
          <p:spPr>
            <a:xfrm>
              <a:off x="8398928" y="2540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3" name="pt51233"/>
            <p:cNvSpPr/>
            <p:nvPr/>
          </p:nvSpPr>
          <p:spPr>
            <a:xfrm>
              <a:off x="8610820" y="2026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4" name="pt51234"/>
            <p:cNvSpPr/>
            <p:nvPr/>
          </p:nvSpPr>
          <p:spPr>
            <a:xfrm>
              <a:off x="8347210" y="2450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5" name="pt51235"/>
            <p:cNvSpPr/>
            <p:nvPr/>
          </p:nvSpPr>
          <p:spPr>
            <a:xfrm>
              <a:off x="8981160" y="1967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6" name="pt51236"/>
            <p:cNvSpPr/>
            <p:nvPr/>
          </p:nvSpPr>
          <p:spPr>
            <a:xfrm>
              <a:off x="8563654" y="2320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7" name="pt51237"/>
            <p:cNvSpPr/>
            <p:nvPr/>
          </p:nvSpPr>
          <p:spPr>
            <a:xfrm>
              <a:off x="9627091" y="2290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8" name="pt51238"/>
            <p:cNvSpPr/>
            <p:nvPr/>
          </p:nvSpPr>
          <p:spPr>
            <a:xfrm>
              <a:off x="8830008" y="2172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9" name="pt51239"/>
            <p:cNvSpPr/>
            <p:nvPr/>
          </p:nvSpPr>
          <p:spPr>
            <a:xfrm>
              <a:off x="9190595" y="2097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0" name="pt51240"/>
            <p:cNvSpPr/>
            <p:nvPr/>
          </p:nvSpPr>
          <p:spPr>
            <a:xfrm>
              <a:off x="9115211" y="1984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1" name="pt51241"/>
            <p:cNvSpPr/>
            <p:nvPr/>
          </p:nvSpPr>
          <p:spPr>
            <a:xfrm>
              <a:off x="8972124" y="1971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2" name="pt51242"/>
            <p:cNvSpPr/>
            <p:nvPr/>
          </p:nvSpPr>
          <p:spPr>
            <a:xfrm>
              <a:off x="9054052" y="2226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3" name="pt51243"/>
            <p:cNvSpPr/>
            <p:nvPr/>
          </p:nvSpPr>
          <p:spPr>
            <a:xfrm>
              <a:off x="9083269" y="209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4" name="pt51244"/>
            <p:cNvSpPr/>
            <p:nvPr/>
          </p:nvSpPr>
          <p:spPr>
            <a:xfrm>
              <a:off x="8812874" y="2053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5" name="pt51245"/>
            <p:cNvSpPr/>
            <p:nvPr/>
          </p:nvSpPr>
          <p:spPr>
            <a:xfrm>
              <a:off x="9049289" y="2063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6" name="pt51246"/>
            <p:cNvSpPr/>
            <p:nvPr/>
          </p:nvSpPr>
          <p:spPr>
            <a:xfrm>
              <a:off x="8596430" y="2249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7" name="pt51247"/>
            <p:cNvSpPr/>
            <p:nvPr/>
          </p:nvSpPr>
          <p:spPr>
            <a:xfrm>
              <a:off x="8930613" y="178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8" name="pt51248"/>
            <p:cNvSpPr/>
            <p:nvPr/>
          </p:nvSpPr>
          <p:spPr>
            <a:xfrm>
              <a:off x="9541125" y="1837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9" name="pt51249"/>
            <p:cNvSpPr/>
            <p:nvPr/>
          </p:nvSpPr>
          <p:spPr>
            <a:xfrm>
              <a:off x="8471820" y="230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0" name="pt51250"/>
            <p:cNvSpPr/>
            <p:nvPr/>
          </p:nvSpPr>
          <p:spPr>
            <a:xfrm>
              <a:off x="9086240" y="193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1" name="pt51251"/>
            <p:cNvSpPr/>
            <p:nvPr/>
          </p:nvSpPr>
          <p:spPr>
            <a:xfrm>
              <a:off x="8876545" y="1847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2" name="pt51252"/>
            <p:cNvSpPr/>
            <p:nvPr/>
          </p:nvSpPr>
          <p:spPr>
            <a:xfrm>
              <a:off x="8471820" y="2345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3" name="pt51253"/>
            <p:cNvSpPr/>
            <p:nvPr/>
          </p:nvSpPr>
          <p:spPr>
            <a:xfrm>
              <a:off x="8347210" y="2534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4" name="pt51254"/>
            <p:cNvSpPr/>
            <p:nvPr/>
          </p:nvSpPr>
          <p:spPr>
            <a:xfrm>
              <a:off x="9086240" y="1903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5" name="pt51255"/>
            <p:cNvSpPr/>
            <p:nvPr/>
          </p:nvSpPr>
          <p:spPr>
            <a:xfrm>
              <a:off x="9468702" y="2237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6" name="pt51256"/>
            <p:cNvSpPr/>
            <p:nvPr/>
          </p:nvSpPr>
          <p:spPr>
            <a:xfrm>
              <a:off x="8648148" y="2433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7" name="pt51257"/>
            <p:cNvSpPr/>
            <p:nvPr/>
          </p:nvSpPr>
          <p:spPr>
            <a:xfrm>
              <a:off x="9490707" y="2363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8" name="pt51258"/>
            <p:cNvSpPr/>
            <p:nvPr/>
          </p:nvSpPr>
          <p:spPr>
            <a:xfrm>
              <a:off x="8735430" y="2107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9" name="pt51259"/>
            <p:cNvSpPr/>
            <p:nvPr/>
          </p:nvSpPr>
          <p:spPr>
            <a:xfrm>
              <a:off x="9792213" y="2684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0" name="pt51260"/>
            <p:cNvSpPr/>
            <p:nvPr/>
          </p:nvSpPr>
          <p:spPr>
            <a:xfrm>
              <a:off x="8471820" y="2499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1" name="pt51261"/>
            <p:cNvSpPr/>
            <p:nvPr/>
          </p:nvSpPr>
          <p:spPr>
            <a:xfrm>
              <a:off x="8882745" y="1862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2" name="pt51262"/>
            <p:cNvSpPr/>
            <p:nvPr/>
          </p:nvSpPr>
          <p:spPr>
            <a:xfrm>
              <a:off x="9054052" y="2159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3" name="pt51263"/>
            <p:cNvSpPr/>
            <p:nvPr/>
          </p:nvSpPr>
          <p:spPr>
            <a:xfrm>
              <a:off x="8767051" y="1997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4" name="pt51264"/>
            <p:cNvSpPr/>
            <p:nvPr/>
          </p:nvSpPr>
          <p:spPr>
            <a:xfrm>
              <a:off x="9223646" y="1924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5" name="pt51265"/>
            <p:cNvSpPr/>
            <p:nvPr/>
          </p:nvSpPr>
          <p:spPr>
            <a:xfrm>
              <a:off x="8471820" y="2326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6" name="pt51266"/>
            <p:cNvSpPr/>
            <p:nvPr/>
          </p:nvSpPr>
          <p:spPr>
            <a:xfrm>
              <a:off x="8910892" y="207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7" name="pt51267"/>
            <p:cNvSpPr/>
            <p:nvPr/>
          </p:nvSpPr>
          <p:spPr>
            <a:xfrm>
              <a:off x="8610820" y="2009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8" name="pt51268"/>
            <p:cNvSpPr/>
            <p:nvPr/>
          </p:nvSpPr>
          <p:spPr>
            <a:xfrm>
              <a:off x="9535645" y="1806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9" name="pt51269"/>
            <p:cNvSpPr/>
            <p:nvPr/>
          </p:nvSpPr>
          <p:spPr>
            <a:xfrm>
              <a:off x="9431373" y="1776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0" name="pt51270"/>
            <p:cNvSpPr/>
            <p:nvPr/>
          </p:nvSpPr>
          <p:spPr>
            <a:xfrm>
              <a:off x="9265854" y="1925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1" name="pt51271"/>
            <p:cNvSpPr/>
            <p:nvPr/>
          </p:nvSpPr>
          <p:spPr>
            <a:xfrm>
              <a:off x="8398928" y="246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2" name="pt51272"/>
            <p:cNvSpPr/>
            <p:nvPr/>
          </p:nvSpPr>
          <p:spPr>
            <a:xfrm>
              <a:off x="8563654" y="2210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3" name="pt51273"/>
            <p:cNvSpPr/>
            <p:nvPr/>
          </p:nvSpPr>
          <p:spPr>
            <a:xfrm>
              <a:off x="9189492" y="2032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4" name="pt51274"/>
            <p:cNvSpPr/>
            <p:nvPr/>
          </p:nvSpPr>
          <p:spPr>
            <a:xfrm>
              <a:off x="9035502" y="1637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5" name="pt51275"/>
            <p:cNvSpPr/>
            <p:nvPr/>
          </p:nvSpPr>
          <p:spPr>
            <a:xfrm>
              <a:off x="8856549" y="2216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6" name="pt51276"/>
            <p:cNvSpPr/>
            <p:nvPr/>
          </p:nvSpPr>
          <p:spPr>
            <a:xfrm>
              <a:off x="8952564" y="2181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7" name="pt51277"/>
            <p:cNvSpPr/>
            <p:nvPr/>
          </p:nvSpPr>
          <p:spPr>
            <a:xfrm>
              <a:off x="8688264" y="2243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8" name="pt51278"/>
            <p:cNvSpPr/>
            <p:nvPr/>
          </p:nvSpPr>
          <p:spPr>
            <a:xfrm>
              <a:off x="9266215" y="189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9" name="pt51279"/>
            <p:cNvSpPr/>
            <p:nvPr/>
          </p:nvSpPr>
          <p:spPr>
            <a:xfrm>
              <a:off x="9717541" y="2168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0" name="pt51280"/>
            <p:cNvSpPr/>
            <p:nvPr/>
          </p:nvSpPr>
          <p:spPr>
            <a:xfrm>
              <a:off x="8852989" y="1956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1" name="pt51281"/>
            <p:cNvSpPr/>
            <p:nvPr/>
          </p:nvSpPr>
          <p:spPr>
            <a:xfrm>
              <a:off x="9689893" y="1798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2" name="pt51282"/>
            <p:cNvSpPr/>
            <p:nvPr/>
          </p:nvSpPr>
          <p:spPr>
            <a:xfrm>
              <a:off x="9148684" y="195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3" name="pt51283"/>
            <p:cNvSpPr/>
            <p:nvPr/>
          </p:nvSpPr>
          <p:spPr>
            <a:xfrm>
              <a:off x="8721041" y="2143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4" name="pt51284"/>
            <p:cNvSpPr/>
            <p:nvPr/>
          </p:nvSpPr>
          <p:spPr>
            <a:xfrm>
              <a:off x="8679043" y="2161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5" name="pt51285"/>
            <p:cNvSpPr/>
            <p:nvPr/>
          </p:nvSpPr>
          <p:spPr>
            <a:xfrm>
              <a:off x="8803653" y="2052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6" name="pt51286"/>
            <p:cNvSpPr/>
            <p:nvPr/>
          </p:nvSpPr>
          <p:spPr>
            <a:xfrm>
              <a:off x="9308769" y="2208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7" name="pt51287"/>
            <p:cNvSpPr/>
            <p:nvPr/>
          </p:nvSpPr>
          <p:spPr>
            <a:xfrm>
              <a:off x="8803653" y="2074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8" name="pt51288"/>
            <p:cNvSpPr/>
            <p:nvPr/>
          </p:nvSpPr>
          <p:spPr>
            <a:xfrm>
              <a:off x="8523538" y="2472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9" name="pt51289"/>
            <p:cNvSpPr/>
            <p:nvPr/>
          </p:nvSpPr>
          <p:spPr>
            <a:xfrm>
              <a:off x="9124182" y="2073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0" name="pt51290"/>
            <p:cNvSpPr/>
            <p:nvPr/>
          </p:nvSpPr>
          <p:spPr>
            <a:xfrm>
              <a:off x="8648148" y="2454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1" name="pt51291"/>
            <p:cNvSpPr/>
            <p:nvPr/>
          </p:nvSpPr>
          <p:spPr>
            <a:xfrm>
              <a:off x="9101309" y="2026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2" name="pt51292"/>
            <p:cNvSpPr/>
            <p:nvPr/>
          </p:nvSpPr>
          <p:spPr>
            <a:xfrm>
              <a:off x="9043153" y="178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3" name="pt51293"/>
            <p:cNvSpPr/>
            <p:nvPr/>
          </p:nvSpPr>
          <p:spPr>
            <a:xfrm>
              <a:off x="9191144" y="2103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4" name="pt51294"/>
            <p:cNvSpPr/>
            <p:nvPr/>
          </p:nvSpPr>
          <p:spPr>
            <a:xfrm>
              <a:off x="8523538" y="2331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5" name="pt51295"/>
            <p:cNvSpPr/>
            <p:nvPr/>
          </p:nvSpPr>
          <p:spPr>
            <a:xfrm>
              <a:off x="8964553" y="2229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6" name="pt51296"/>
            <p:cNvSpPr/>
            <p:nvPr/>
          </p:nvSpPr>
          <p:spPr>
            <a:xfrm>
              <a:off x="9247994" y="1901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7" name="pt51297"/>
            <p:cNvSpPr/>
            <p:nvPr/>
          </p:nvSpPr>
          <p:spPr>
            <a:xfrm>
              <a:off x="8274318" y="2416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8" name="pt51298"/>
            <p:cNvSpPr/>
            <p:nvPr/>
          </p:nvSpPr>
          <p:spPr>
            <a:xfrm>
              <a:off x="9427147" y="1853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9" name="pt51299"/>
            <p:cNvSpPr/>
            <p:nvPr/>
          </p:nvSpPr>
          <p:spPr>
            <a:xfrm>
              <a:off x="9273294" y="1689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0" name="pt51300"/>
            <p:cNvSpPr/>
            <p:nvPr/>
          </p:nvSpPr>
          <p:spPr>
            <a:xfrm>
              <a:off x="8624143" y="2430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1" name="pt51301"/>
            <p:cNvSpPr/>
            <p:nvPr/>
          </p:nvSpPr>
          <p:spPr>
            <a:xfrm>
              <a:off x="9005825" y="1766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2" name="pt51302"/>
            <p:cNvSpPr/>
            <p:nvPr/>
          </p:nvSpPr>
          <p:spPr>
            <a:xfrm>
              <a:off x="8563654" y="2238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3" name="pt51303"/>
            <p:cNvSpPr/>
            <p:nvPr/>
          </p:nvSpPr>
          <p:spPr>
            <a:xfrm>
              <a:off x="9049289" y="2239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4" name="pt51304"/>
            <p:cNvSpPr/>
            <p:nvPr/>
          </p:nvSpPr>
          <p:spPr>
            <a:xfrm>
              <a:off x="9074048" y="1828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5" name="pt51305"/>
            <p:cNvSpPr/>
            <p:nvPr/>
          </p:nvSpPr>
          <p:spPr>
            <a:xfrm>
              <a:off x="8798858" y="1976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6" name="pt51306"/>
            <p:cNvSpPr/>
            <p:nvPr/>
          </p:nvSpPr>
          <p:spPr>
            <a:xfrm>
              <a:off x="8873363" y="2051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7" name="pt51307"/>
            <p:cNvSpPr/>
            <p:nvPr/>
          </p:nvSpPr>
          <p:spPr>
            <a:xfrm>
              <a:off x="8982914" y="1755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8" name="pt51308"/>
            <p:cNvSpPr/>
            <p:nvPr/>
          </p:nvSpPr>
          <p:spPr>
            <a:xfrm>
              <a:off x="8735430" y="2260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9" name="pt51309"/>
            <p:cNvSpPr/>
            <p:nvPr/>
          </p:nvSpPr>
          <p:spPr>
            <a:xfrm>
              <a:off x="8870124" y="2401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0" name="pt51310"/>
            <p:cNvSpPr/>
            <p:nvPr/>
          </p:nvSpPr>
          <p:spPr>
            <a:xfrm>
              <a:off x="8830008" y="2140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1" name="pt51311"/>
            <p:cNvSpPr/>
            <p:nvPr/>
          </p:nvSpPr>
          <p:spPr>
            <a:xfrm>
              <a:off x="8964553" y="2306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2" name="pt51312"/>
            <p:cNvSpPr/>
            <p:nvPr/>
          </p:nvSpPr>
          <p:spPr>
            <a:xfrm>
              <a:off x="9090127" y="1689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3" name="pt51313"/>
            <p:cNvSpPr/>
            <p:nvPr/>
          </p:nvSpPr>
          <p:spPr>
            <a:xfrm>
              <a:off x="8798858" y="204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4" name="pt51314"/>
            <p:cNvSpPr/>
            <p:nvPr/>
          </p:nvSpPr>
          <p:spPr>
            <a:xfrm>
              <a:off x="9334476" y="2128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5" name="pt51315"/>
            <p:cNvSpPr/>
            <p:nvPr/>
          </p:nvSpPr>
          <p:spPr>
            <a:xfrm>
              <a:off x="9227269" y="2046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6" name="pt51316"/>
            <p:cNvSpPr/>
            <p:nvPr/>
          </p:nvSpPr>
          <p:spPr>
            <a:xfrm>
              <a:off x="8544712" y="2455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7" name="pt51317"/>
            <p:cNvSpPr/>
            <p:nvPr/>
          </p:nvSpPr>
          <p:spPr>
            <a:xfrm>
              <a:off x="9780125" y="2651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8" name="pt51318"/>
            <p:cNvSpPr/>
            <p:nvPr/>
          </p:nvSpPr>
          <p:spPr>
            <a:xfrm>
              <a:off x="9519804" y="2411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9" name="pt51319"/>
            <p:cNvSpPr/>
            <p:nvPr/>
          </p:nvSpPr>
          <p:spPr>
            <a:xfrm>
              <a:off x="8439043" y="2401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0" name="pt51320"/>
            <p:cNvSpPr/>
            <p:nvPr/>
          </p:nvSpPr>
          <p:spPr>
            <a:xfrm>
              <a:off x="8544712" y="2426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1" name="pt51321"/>
            <p:cNvSpPr/>
            <p:nvPr/>
          </p:nvSpPr>
          <p:spPr>
            <a:xfrm>
              <a:off x="8544712" y="2429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2" name="pt51322"/>
            <p:cNvSpPr/>
            <p:nvPr/>
          </p:nvSpPr>
          <p:spPr>
            <a:xfrm>
              <a:off x="9066533" y="1785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3" name="pt51323"/>
            <p:cNvSpPr/>
            <p:nvPr/>
          </p:nvSpPr>
          <p:spPr>
            <a:xfrm>
              <a:off x="8830008" y="1876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4" name="pt51324"/>
            <p:cNvSpPr/>
            <p:nvPr/>
          </p:nvSpPr>
          <p:spPr>
            <a:xfrm>
              <a:off x="9002725" y="1977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5" name="pt51325"/>
            <p:cNvSpPr/>
            <p:nvPr/>
          </p:nvSpPr>
          <p:spPr>
            <a:xfrm>
              <a:off x="8783657" y="2345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6" name="pt51326"/>
            <p:cNvSpPr/>
            <p:nvPr/>
          </p:nvSpPr>
          <p:spPr>
            <a:xfrm>
              <a:off x="8932933" y="1874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7" name="pt51327"/>
            <p:cNvSpPr/>
            <p:nvPr/>
          </p:nvSpPr>
          <p:spPr>
            <a:xfrm>
              <a:off x="8544712" y="2344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8" name="pt51328"/>
            <p:cNvSpPr/>
            <p:nvPr/>
          </p:nvSpPr>
          <p:spPr>
            <a:xfrm>
              <a:off x="9031551" y="1719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9" name="pt51329"/>
            <p:cNvSpPr/>
            <p:nvPr/>
          </p:nvSpPr>
          <p:spPr>
            <a:xfrm>
              <a:off x="8274318" y="2337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0" name="pt51330"/>
            <p:cNvSpPr/>
            <p:nvPr/>
          </p:nvSpPr>
          <p:spPr>
            <a:xfrm>
              <a:off x="9039368" y="1724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1" name="pt51331"/>
            <p:cNvSpPr/>
            <p:nvPr/>
          </p:nvSpPr>
          <p:spPr>
            <a:xfrm>
              <a:off x="9401682" y="2150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2" name="pt51332"/>
            <p:cNvSpPr/>
            <p:nvPr/>
          </p:nvSpPr>
          <p:spPr>
            <a:xfrm>
              <a:off x="8659047" y="2300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3" name="pt51333"/>
            <p:cNvSpPr/>
            <p:nvPr/>
          </p:nvSpPr>
          <p:spPr>
            <a:xfrm>
              <a:off x="8544712" y="2259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4" name="pt51334"/>
            <p:cNvSpPr/>
            <p:nvPr/>
          </p:nvSpPr>
          <p:spPr>
            <a:xfrm>
              <a:off x="8636546" y="2009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5" name="pt51335"/>
            <p:cNvSpPr/>
            <p:nvPr/>
          </p:nvSpPr>
          <p:spPr>
            <a:xfrm>
              <a:off x="8930613" y="1785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6" name="pt51336"/>
            <p:cNvSpPr/>
            <p:nvPr/>
          </p:nvSpPr>
          <p:spPr>
            <a:xfrm>
              <a:off x="8471820" y="2505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7" name="pt51337"/>
            <p:cNvSpPr/>
            <p:nvPr/>
          </p:nvSpPr>
          <p:spPr>
            <a:xfrm>
              <a:off x="8274318" y="2674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8" name="pt51338"/>
            <p:cNvSpPr/>
            <p:nvPr/>
          </p:nvSpPr>
          <p:spPr>
            <a:xfrm>
              <a:off x="8398928" y="223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9" name="pt51339"/>
            <p:cNvSpPr/>
            <p:nvPr/>
          </p:nvSpPr>
          <p:spPr>
            <a:xfrm>
              <a:off x="8783657" y="2265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0" name="pt51340"/>
            <p:cNvSpPr/>
            <p:nvPr/>
          </p:nvSpPr>
          <p:spPr>
            <a:xfrm>
              <a:off x="8882745" y="1813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1" name="pt51341"/>
            <p:cNvSpPr/>
            <p:nvPr/>
          </p:nvSpPr>
          <p:spPr>
            <a:xfrm>
              <a:off x="8563654" y="2248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2" name="pt51342"/>
            <p:cNvSpPr/>
            <p:nvPr/>
          </p:nvSpPr>
          <p:spPr>
            <a:xfrm>
              <a:off x="8798858" y="2158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3" name="pt51343"/>
            <p:cNvSpPr/>
            <p:nvPr/>
          </p:nvSpPr>
          <p:spPr>
            <a:xfrm>
              <a:off x="8941923" y="2045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4" name="pt51344"/>
            <p:cNvSpPr/>
            <p:nvPr/>
          </p:nvSpPr>
          <p:spPr>
            <a:xfrm>
              <a:off x="9689893" y="1842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5" name="pt51345"/>
            <p:cNvSpPr/>
            <p:nvPr/>
          </p:nvSpPr>
          <p:spPr>
            <a:xfrm>
              <a:off x="8398928" y="2393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6" name="pt51346"/>
            <p:cNvSpPr/>
            <p:nvPr/>
          </p:nvSpPr>
          <p:spPr>
            <a:xfrm>
              <a:off x="9013348" y="1329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7" name="pt51347"/>
            <p:cNvSpPr/>
            <p:nvPr/>
          </p:nvSpPr>
          <p:spPr>
            <a:xfrm>
              <a:off x="9074048" y="1946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8" name="pt51348"/>
            <p:cNvSpPr/>
            <p:nvPr/>
          </p:nvSpPr>
          <p:spPr>
            <a:xfrm>
              <a:off x="8735430" y="2152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9" name="pt51349"/>
            <p:cNvSpPr/>
            <p:nvPr/>
          </p:nvSpPr>
          <p:spPr>
            <a:xfrm>
              <a:off x="9101309" y="2011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0" name="pt51350"/>
            <p:cNvSpPr/>
            <p:nvPr/>
          </p:nvSpPr>
          <p:spPr>
            <a:xfrm>
              <a:off x="8921023" y="1670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1" name="pt51351"/>
            <p:cNvSpPr/>
            <p:nvPr/>
          </p:nvSpPr>
          <p:spPr>
            <a:xfrm>
              <a:off x="9317391" y="2221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2" name="pt51352"/>
            <p:cNvSpPr/>
            <p:nvPr/>
          </p:nvSpPr>
          <p:spPr>
            <a:xfrm>
              <a:off x="8439043" y="2455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3" name="pt51353"/>
            <p:cNvSpPr/>
            <p:nvPr/>
          </p:nvSpPr>
          <p:spPr>
            <a:xfrm>
              <a:off x="8596430" y="2265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4" name="pt51354"/>
            <p:cNvSpPr/>
            <p:nvPr/>
          </p:nvSpPr>
          <p:spPr>
            <a:xfrm>
              <a:off x="8544712" y="2474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5" name="pt51355"/>
            <p:cNvSpPr/>
            <p:nvPr/>
          </p:nvSpPr>
          <p:spPr>
            <a:xfrm>
              <a:off x="8954618" y="229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6" name="pt51356"/>
            <p:cNvSpPr/>
            <p:nvPr/>
          </p:nvSpPr>
          <p:spPr>
            <a:xfrm>
              <a:off x="9180997" y="1992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7" name="pt51357"/>
            <p:cNvSpPr/>
            <p:nvPr/>
          </p:nvSpPr>
          <p:spPr>
            <a:xfrm>
              <a:off x="8910892" y="2043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8" name="pt51358"/>
            <p:cNvSpPr/>
            <p:nvPr/>
          </p:nvSpPr>
          <p:spPr>
            <a:xfrm>
              <a:off x="8274318" y="244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9" name="pt51359"/>
            <p:cNvSpPr/>
            <p:nvPr/>
          </p:nvSpPr>
          <p:spPr>
            <a:xfrm>
              <a:off x="8439043" y="2229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0" name="pt51360"/>
            <p:cNvSpPr/>
            <p:nvPr/>
          </p:nvSpPr>
          <p:spPr>
            <a:xfrm>
              <a:off x="8669323" y="2343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1" name="pt51361"/>
            <p:cNvSpPr/>
            <p:nvPr/>
          </p:nvSpPr>
          <p:spPr>
            <a:xfrm>
              <a:off x="8713389" y="2083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2" name="pt51362"/>
            <p:cNvSpPr/>
            <p:nvPr/>
          </p:nvSpPr>
          <p:spPr>
            <a:xfrm>
              <a:off x="9187265" y="200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3" name="pt51363"/>
            <p:cNvSpPr/>
            <p:nvPr/>
          </p:nvSpPr>
          <p:spPr>
            <a:xfrm>
              <a:off x="8347210" y="2317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4" name="pt51364"/>
            <p:cNvSpPr/>
            <p:nvPr/>
          </p:nvSpPr>
          <p:spPr>
            <a:xfrm>
              <a:off x="9071933" y="1904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5" name="pt51365"/>
            <p:cNvSpPr/>
            <p:nvPr/>
          </p:nvSpPr>
          <p:spPr>
            <a:xfrm>
              <a:off x="9116046" y="1960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6" name="pt51366"/>
            <p:cNvSpPr/>
            <p:nvPr/>
          </p:nvSpPr>
          <p:spPr>
            <a:xfrm>
              <a:off x="8856549" y="2133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7" name="pt51367"/>
            <p:cNvSpPr/>
            <p:nvPr/>
          </p:nvSpPr>
          <p:spPr>
            <a:xfrm>
              <a:off x="8873363" y="2056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8" name="pt51368"/>
            <p:cNvSpPr/>
            <p:nvPr/>
          </p:nvSpPr>
          <p:spPr>
            <a:xfrm>
              <a:off x="9275707" y="1957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9" name="pt51369"/>
            <p:cNvSpPr/>
            <p:nvPr/>
          </p:nvSpPr>
          <p:spPr>
            <a:xfrm>
              <a:off x="8932933" y="1778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0" name="pt51370"/>
            <p:cNvSpPr/>
            <p:nvPr/>
          </p:nvSpPr>
          <p:spPr>
            <a:xfrm>
              <a:off x="9101309" y="2185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1" name="pt51371"/>
            <p:cNvSpPr/>
            <p:nvPr/>
          </p:nvSpPr>
          <p:spPr>
            <a:xfrm>
              <a:off x="8274318" y="2476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2" name="pt51372"/>
            <p:cNvSpPr/>
            <p:nvPr/>
          </p:nvSpPr>
          <p:spPr>
            <a:xfrm>
              <a:off x="8610820" y="2078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3" name="pt51373"/>
            <p:cNvSpPr/>
            <p:nvPr/>
          </p:nvSpPr>
          <p:spPr>
            <a:xfrm>
              <a:off x="8523538" y="2604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4" name="pt51374"/>
            <p:cNvSpPr/>
            <p:nvPr/>
          </p:nvSpPr>
          <p:spPr>
            <a:xfrm>
              <a:off x="8580788" y="2274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5" name="pt51375"/>
            <p:cNvSpPr/>
            <p:nvPr/>
          </p:nvSpPr>
          <p:spPr>
            <a:xfrm>
              <a:off x="8439043" y="2309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6" name="pt51376"/>
            <p:cNvSpPr/>
            <p:nvPr/>
          </p:nvSpPr>
          <p:spPr>
            <a:xfrm>
              <a:off x="8274318" y="2423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7" name="pt51377"/>
            <p:cNvSpPr/>
            <p:nvPr/>
          </p:nvSpPr>
          <p:spPr>
            <a:xfrm>
              <a:off x="9568569" y="2484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8" name="pt51378"/>
            <p:cNvSpPr/>
            <p:nvPr/>
          </p:nvSpPr>
          <p:spPr>
            <a:xfrm>
              <a:off x="9317391" y="2238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9" name="pt51379"/>
            <p:cNvSpPr/>
            <p:nvPr/>
          </p:nvSpPr>
          <p:spPr>
            <a:xfrm>
              <a:off x="9191144" y="209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0" name="pt51380"/>
            <p:cNvSpPr/>
            <p:nvPr/>
          </p:nvSpPr>
          <p:spPr>
            <a:xfrm>
              <a:off x="8783657" y="2211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1" name="pt51381"/>
            <p:cNvSpPr/>
            <p:nvPr/>
          </p:nvSpPr>
          <p:spPr>
            <a:xfrm>
              <a:off x="8948383" y="2090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2" name="pt51382"/>
            <p:cNvSpPr/>
            <p:nvPr/>
          </p:nvSpPr>
          <p:spPr>
            <a:xfrm>
              <a:off x="8705398" y="2025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3" name="pt51383"/>
            <p:cNvSpPr/>
            <p:nvPr/>
          </p:nvSpPr>
          <p:spPr>
            <a:xfrm>
              <a:off x="9614018" y="2164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4" name="pt51384"/>
            <p:cNvSpPr/>
            <p:nvPr/>
          </p:nvSpPr>
          <p:spPr>
            <a:xfrm>
              <a:off x="8948383" y="203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5" name="pt51385"/>
            <p:cNvSpPr/>
            <p:nvPr/>
          </p:nvSpPr>
          <p:spPr>
            <a:xfrm>
              <a:off x="8888738" y="2138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6" name="pt51386"/>
            <p:cNvSpPr/>
            <p:nvPr/>
          </p:nvSpPr>
          <p:spPr>
            <a:xfrm>
              <a:off x="8471820" y="2543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7" name="pt51387"/>
            <p:cNvSpPr/>
            <p:nvPr/>
          </p:nvSpPr>
          <p:spPr>
            <a:xfrm>
              <a:off x="9040639" y="1733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8" name="pt51388"/>
            <p:cNvSpPr/>
            <p:nvPr/>
          </p:nvSpPr>
          <p:spPr>
            <a:xfrm>
              <a:off x="8988075" y="1895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9" name="pt51389"/>
            <p:cNvSpPr/>
            <p:nvPr/>
          </p:nvSpPr>
          <p:spPr>
            <a:xfrm>
              <a:off x="8772758" y="2169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0" name="pt51390"/>
            <p:cNvSpPr/>
            <p:nvPr/>
          </p:nvSpPr>
          <p:spPr>
            <a:xfrm>
              <a:off x="8721041" y="2271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1" name="pt51391"/>
            <p:cNvSpPr/>
            <p:nvPr/>
          </p:nvSpPr>
          <p:spPr>
            <a:xfrm>
              <a:off x="8849358" y="1950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2" name="pt51392"/>
            <p:cNvSpPr/>
            <p:nvPr/>
          </p:nvSpPr>
          <p:spPr>
            <a:xfrm>
              <a:off x="8999571" y="1781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3" name="pt51393"/>
            <p:cNvSpPr/>
            <p:nvPr/>
          </p:nvSpPr>
          <p:spPr>
            <a:xfrm>
              <a:off x="9490707" y="2355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4" name="pt51394"/>
            <p:cNvSpPr/>
            <p:nvPr/>
          </p:nvSpPr>
          <p:spPr>
            <a:xfrm>
              <a:off x="8772758" y="2094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5" name="pt51395"/>
            <p:cNvSpPr/>
            <p:nvPr/>
          </p:nvSpPr>
          <p:spPr>
            <a:xfrm>
              <a:off x="8721041" y="2246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6" name="pt51396"/>
            <p:cNvSpPr/>
            <p:nvPr/>
          </p:nvSpPr>
          <p:spPr>
            <a:xfrm>
              <a:off x="8735430" y="2148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7" name="pt51397"/>
            <p:cNvSpPr/>
            <p:nvPr/>
          </p:nvSpPr>
          <p:spPr>
            <a:xfrm>
              <a:off x="8659047" y="2418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8" name="pt51398"/>
            <p:cNvSpPr/>
            <p:nvPr/>
          </p:nvSpPr>
          <p:spPr>
            <a:xfrm>
              <a:off x="8954618" y="216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9" name="pt51399"/>
            <p:cNvSpPr/>
            <p:nvPr/>
          </p:nvSpPr>
          <p:spPr>
            <a:xfrm>
              <a:off x="8972124" y="1998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0" name="pt51400"/>
            <p:cNvSpPr/>
            <p:nvPr/>
          </p:nvSpPr>
          <p:spPr>
            <a:xfrm>
              <a:off x="9419155" y="2050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1" name="pt51401"/>
            <p:cNvSpPr/>
            <p:nvPr/>
          </p:nvSpPr>
          <p:spPr>
            <a:xfrm>
              <a:off x="8523538" y="2423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2" name="pt51402"/>
            <p:cNvSpPr/>
            <p:nvPr/>
          </p:nvSpPr>
          <p:spPr>
            <a:xfrm>
              <a:off x="9199706" y="2088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3" name="pt51403"/>
            <p:cNvSpPr/>
            <p:nvPr/>
          </p:nvSpPr>
          <p:spPr>
            <a:xfrm>
              <a:off x="8544712" y="2384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4" name="pt51404"/>
            <p:cNvSpPr/>
            <p:nvPr/>
          </p:nvSpPr>
          <p:spPr>
            <a:xfrm>
              <a:off x="8636546" y="2526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5" name="pt51405"/>
            <p:cNvSpPr/>
            <p:nvPr/>
          </p:nvSpPr>
          <p:spPr>
            <a:xfrm>
              <a:off x="8610820" y="2055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6" name="pt51406"/>
            <p:cNvSpPr/>
            <p:nvPr/>
          </p:nvSpPr>
          <p:spPr>
            <a:xfrm>
              <a:off x="8973968" y="1941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7" name="pt51407"/>
            <p:cNvSpPr/>
            <p:nvPr/>
          </p:nvSpPr>
          <p:spPr>
            <a:xfrm>
              <a:off x="8921023" y="1813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8" name="pt51408"/>
            <p:cNvSpPr/>
            <p:nvPr/>
          </p:nvSpPr>
          <p:spPr>
            <a:xfrm>
              <a:off x="8798858" y="1964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9" name="pt51409"/>
            <p:cNvSpPr/>
            <p:nvPr/>
          </p:nvSpPr>
          <p:spPr>
            <a:xfrm>
              <a:off x="8563654" y="2232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0" name="pt51410"/>
            <p:cNvSpPr/>
            <p:nvPr/>
          </p:nvSpPr>
          <p:spPr>
            <a:xfrm>
              <a:off x="8659047" y="2179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1" name="pt51411"/>
            <p:cNvSpPr/>
            <p:nvPr/>
          </p:nvSpPr>
          <p:spPr>
            <a:xfrm>
              <a:off x="9451392" y="2019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2" name="pt51412"/>
            <p:cNvSpPr/>
            <p:nvPr/>
          </p:nvSpPr>
          <p:spPr>
            <a:xfrm>
              <a:off x="8624143" y="2574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3" name="pt51413"/>
            <p:cNvSpPr/>
            <p:nvPr/>
          </p:nvSpPr>
          <p:spPr>
            <a:xfrm>
              <a:off x="9149376" y="2116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4" name="pt51414"/>
            <p:cNvSpPr/>
            <p:nvPr/>
          </p:nvSpPr>
          <p:spPr>
            <a:xfrm>
              <a:off x="8563654" y="2251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5" name="pt51415"/>
            <p:cNvSpPr/>
            <p:nvPr/>
          </p:nvSpPr>
          <p:spPr>
            <a:xfrm>
              <a:off x="8742215" y="2111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6" name="pt51416"/>
            <p:cNvSpPr/>
            <p:nvPr/>
          </p:nvSpPr>
          <p:spPr>
            <a:xfrm>
              <a:off x="8964553" y="2116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7" name="pt51417"/>
            <p:cNvSpPr/>
            <p:nvPr/>
          </p:nvSpPr>
          <p:spPr>
            <a:xfrm>
              <a:off x="8439043" y="2265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8" name="pt51418"/>
            <p:cNvSpPr/>
            <p:nvPr/>
          </p:nvSpPr>
          <p:spPr>
            <a:xfrm>
              <a:off x="8728379" y="1932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9" name="pt51419"/>
            <p:cNvSpPr/>
            <p:nvPr/>
          </p:nvSpPr>
          <p:spPr>
            <a:xfrm>
              <a:off x="9188382" y="2168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0" name="pt51420"/>
            <p:cNvSpPr/>
            <p:nvPr/>
          </p:nvSpPr>
          <p:spPr>
            <a:xfrm>
              <a:off x="8841866" y="1956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1" name="pt51421"/>
            <p:cNvSpPr/>
            <p:nvPr/>
          </p:nvSpPr>
          <p:spPr>
            <a:xfrm>
              <a:off x="8669323" y="2521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2" name="pt51422"/>
            <p:cNvSpPr/>
            <p:nvPr/>
          </p:nvSpPr>
          <p:spPr>
            <a:xfrm>
              <a:off x="9247994" y="204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3" name="pt51423"/>
            <p:cNvSpPr/>
            <p:nvPr/>
          </p:nvSpPr>
          <p:spPr>
            <a:xfrm>
              <a:off x="8544712" y="238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4" name="pt51424"/>
            <p:cNvSpPr/>
            <p:nvPr/>
          </p:nvSpPr>
          <p:spPr>
            <a:xfrm>
              <a:off x="8544712" y="2326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5" name="pt51425"/>
            <p:cNvSpPr/>
            <p:nvPr/>
          </p:nvSpPr>
          <p:spPr>
            <a:xfrm>
              <a:off x="9220880" y="1887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6" name="pt51426"/>
            <p:cNvSpPr/>
            <p:nvPr/>
          </p:nvSpPr>
          <p:spPr>
            <a:xfrm>
              <a:off x="8755061" y="2271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7" name="pt51427"/>
            <p:cNvSpPr/>
            <p:nvPr/>
          </p:nvSpPr>
          <p:spPr>
            <a:xfrm>
              <a:off x="8812874" y="2116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8" name="pt51428"/>
            <p:cNvSpPr/>
            <p:nvPr/>
          </p:nvSpPr>
          <p:spPr>
            <a:xfrm>
              <a:off x="9351205" y="2070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9" name="pt51429"/>
            <p:cNvSpPr/>
            <p:nvPr/>
          </p:nvSpPr>
          <p:spPr>
            <a:xfrm>
              <a:off x="8523538" y="243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0" name="pt51430"/>
            <p:cNvSpPr/>
            <p:nvPr/>
          </p:nvSpPr>
          <p:spPr>
            <a:xfrm>
              <a:off x="8870124" y="214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1" name="pt51431"/>
            <p:cNvSpPr/>
            <p:nvPr/>
          </p:nvSpPr>
          <p:spPr>
            <a:xfrm>
              <a:off x="9645731" y="2379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2" name="pt51432"/>
            <p:cNvSpPr/>
            <p:nvPr/>
          </p:nvSpPr>
          <p:spPr>
            <a:xfrm>
              <a:off x="9045633" y="228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3" name="pt51433"/>
            <p:cNvSpPr/>
            <p:nvPr/>
          </p:nvSpPr>
          <p:spPr>
            <a:xfrm>
              <a:off x="9005825" y="1601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4" name="pt51434"/>
            <p:cNvSpPr/>
            <p:nvPr/>
          </p:nvSpPr>
          <p:spPr>
            <a:xfrm>
              <a:off x="8821645" y="2020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5" name="pt51435"/>
            <p:cNvSpPr/>
            <p:nvPr/>
          </p:nvSpPr>
          <p:spPr>
            <a:xfrm>
              <a:off x="9062094" y="165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6" name="pt51436"/>
            <p:cNvSpPr/>
            <p:nvPr/>
          </p:nvSpPr>
          <p:spPr>
            <a:xfrm>
              <a:off x="8735430" y="2324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7" name="pt51437"/>
            <p:cNvSpPr/>
            <p:nvPr/>
          </p:nvSpPr>
          <p:spPr>
            <a:xfrm>
              <a:off x="8596430" y="2265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8" name="pt51438"/>
            <p:cNvSpPr/>
            <p:nvPr/>
          </p:nvSpPr>
          <p:spPr>
            <a:xfrm>
              <a:off x="8636546" y="2341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9" name="pt51439"/>
            <p:cNvSpPr/>
            <p:nvPr/>
          </p:nvSpPr>
          <p:spPr>
            <a:xfrm>
              <a:off x="8347210" y="2191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0" name="pt51440"/>
            <p:cNvSpPr/>
            <p:nvPr/>
          </p:nvSpPr>
          <p:spPr>
            <a:xfrm>
              <a:off x="8636546" y="2419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1" name="pt51441"/>
            <p:cNvSpPr/>
            <p:nvPr/>
          </p:nvSpPr>
          <p:spPr>
            <a:xfrm>
              <a:off x="8981160" y="2015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2" name="pt51442"/>
            <p:cNvSpPr/>
            <p:nvPr/>
          </p:nvSpPr>
          <p:spPr>
            <a:xfrm>
              <a:off x="8721041" y="2279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3" name="pt51443"/>
            <p:cNvSpPr/>
            <p:nvPr/>
          </p:nvSpPr>
          <p:spPr>
            <a:xfrm>
              <a:off x="9087220" y="1847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4" name="pt51444"/>
            <p:cNvSpPr/>
            <p:nvPr/>
          </p:nvSpPr>
          <p:spPr>
            <a:xfrm>
              <a:off x="8721041" y="1959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5" name="pt51445"/>
            <p:cNvSpPr/>
            <p:nvPr/>
          </p:nvSpPr>
          <p:spPr>
            <a:xfrm>
              <a:off x="8793933" y="2161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6" name="pt51446"/>
            <p:cNvSpPr/>
            <p:nvPr/>
          </p:nvSpPr>
          <p:spPr>
            <a:xfrm>
              <a:off x="8950486" y="2006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7" name="pt51447"/>
            <p:cNvSpPr/>
            <p:nvPr/>
          </p:nvSpPr>
          <p:spPr>
            <a:xfrm>
              <a:off x="9226820" y="1915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8" name="pt51448"/>
            <p:cNvSpPr/>
            <p:nvPr/>
          </p:nvSpPr>
          <p:spPr>
            <a:xfrm>
              <a:off x="9136479" y="1930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9" name="pt51449"/>
            <p:cNvSpPr/>
            <p:nvPr/>
          </p:nvSpPr>
          <p:spPr>
            <a:xfrm>
              <a:off x="8935223" y="1822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0" name="pt51450"/>
            <p:cNvSpPr/>
            <p:nvPr/>
          </p:nvSpPr>
          <p:spPr>
            <a:xfrm>
              <a:off x="8347210" y="2353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1" name="pt51451"/>
            <p:cNvSpPr/>
            <p:nvPr/>
          </p:nvSpPr>
          <p:spPr>
            <a:xfrm>
              <a:off x="8748753" y="2045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2" name="pt51452"/>
            <p:cNvSpPr/>
            <p:nvPr/>
          </p:nvSpPr>
          <p:spPr>
            <a:xfrm>
              <a:off x="9497514" y="2578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3" name="pt51453"/>
            <p:cNvSpPr/>
            <p:nvPr/>
          </p:nvSpPr>
          <p:spPr>
            <a:xfrm>
              <a:off x="8347210" y="2366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4" name="pt51454"/>
            <p:cNvSpPr/>
            <p:nvPr/>
          </p:nvSpPr>
          <p:spPr>
            <a:xfrm>
              <a:off x="8274318" y="2351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5" name="pt51455"/>
            <p:cNvSpPr/>
            <p:nvPr/>
          </p:nvSpPr>
          <p:spPr>
            <a:xfrm>
              <a:off x="8274318" y="2483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6" name="pt51456"/>
            <p:cNvSpPr/>
            <p:nvPr/>
          </p:nvSpPr>
          <p:spPr>
            <a:xfrm>
              <a:off x="8954618" y="2376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7" name="pt51457"/>
            <p:cNvSpPr/>
            <p:nvPr/>
          </p:nvSpPr>
          <p:spPr>
            <a:xfrm>
              <a:off x="8921023" y="174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8" name="pt51458"/>
            <p:cNvSpPr/>
            <p:nvPr/>
          </p:nvSpPr>
          <p:spPr>
            <a:xfrm>
              <a:off x="8772758" y="2071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9" name="pt51459"/>
            <p:cNvSpPr/>
            <p:nvPr/>
          </p:nvSpPr>
          <p:spPr>
            <a:xfrm>
              <a:off x="9016271" y="1408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0" name="pt51460"/>
            <p:cNvSpPr/>
            <p:nvPr/>
          </p:nvSpPr>
          <p:spPr>
            <a:xfrm>
              <a:off x="8274318" y="2217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1" name="pt51461"/>
            <p:cNvSpPr/>
            <p:nvPr/>
          </p:nvSpPr>
          <p:spPr>
            <a:xfrm>
              <a:off x="9361481" y="1924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2" name="pt51462"/>
            <p:cNvSpPr/>
            <p:nvPr/>
          </p:nvSpPr>
          <p:spPr>
            <a:xfrm>
              <a:off x="9597877" y="2162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3" name="pt51463"/>
            <p:cNvSpPr/>
            <p:nvPr/>
          </p:nvSpPr>
          <p:spPr>
            <a:xfrm>
              <a:off x="9597877" y="214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4" name="pt51464"/>
            <p:cNvSpPr/>
            <p:nvPr/>
          </p:nvSpPr>
          <p:spPr>
            <a:xfrm>
              <a:off x="9087220" y="1969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5" name="pt51465"/>
            <p:cNvSpPr/>
            <p:nvPr/>
          </p:nvSpPr>
          <p:spPr>
            <a:xfrm>
              <a:off x="8923469" y="1953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6" name="pt51466"/>
            <p:cNvSpPr/>
            <p:nvPr/>
          </p:nvSpPr>
          <p:spPr>
            <a:xfrm>
              <a:off x="8697035" y="2183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7" name="pt51467"/>
            <p:cNvSpPr/>
            <p:nvPr/>
          </p:nvSpPr>
          <p:spPr>
            <a:xfrm>
              <a:off x="8471820" y="2527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8" name="pt51468"/>
            <p:cNvSpPr/>
            <p:nvPr/>
          </p:nvSpPr>
          <p:spPr>
            <a:xfrm>
              <a:off x="8523538" y="2364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9" name="pt51469"/>
            <p:cNvSpPr/>
            <p:nvPr/>
          </p:nvSpPr>
          <p:spPr>
            <a:xfrm>
              <a:off x="8728379" y="2009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0" name="pt51470"/>
            <p:cNvSpPr/>
            <p:nvPr/>
          </p:nvSpPr>
          <p:spPr>
            <a:xfrm>
              <a:off x="8767051" y="1995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1" name="pt51471"/>
            <p:cNvSpPr/>
            <p:nvPr/>
          </p:nvSpPr>
          <p:spPr>
            <a:xfrm>
              <a:off x="8803653" y="2108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2" name="pt51472"/>
            <p:cNvSpPr/>
            <p:nvPr/>
          </p:nvSpPr>
          <p:spPr>
            <a:xfrm>
              <a:off x="9126552" y="2084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3" name="pt51473"/>
            <p:cNvSpPr/>
            <p:nvPr/>
          </p:nvSpPr>
          <p:spPr>
            <a:xfrm>
              <a:off x="8398928" y="2400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4" name="pt51474"/>
            <p:cNvSpPr/>
            <p:nvPr/>
          </p:nvSpPr>
          <p:spPr>
            <a:xfrm>
              <a:off x="8798858" y="2139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5" name="pt51475"/>
            <p:cNvSpPr/>
            <p:nvPr/>
          </p:nvSpPr>
          <p:spPr>
            <a:xfrm>
              <a:off x="8873363" y="2058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6" name="pt51476"/>
            <p:cNvSpPr/>
            <p:nvPr/>
          </p:nvSpPr>
          <p:spPr>
            <a:xfrm>
              <a:off x="8398928" y="2353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7" name="pt51477"/>
            <p:cNvSpPr/>
            <p:nvPr/>
          </p:nvSpPr>
          <p:spPr>
            <a:xfrm>
              <a:off x="8471820" y="2641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8" name="pt51478"/>
            <p:cNvSpPr/>
            <p:nvPr/>
          </p:nvSpPr>
          <p:spPr>
            <a:xfrm>
              <a:off x="8274318" y="2385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9" name="pt51479"/>
            <p:cNvSpPr/>
            <p:nvPr/>
          </p:nvSpPr>
          <p:spPr>
            <a:xfrm>
              <a:off x="8742215" y="2214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0" name="pt51480"/>
            <p:cNvSpPr/>
            <p:nvPr/>
          </p:nvSpPr>
          <p:spPr>
            <a:xfrm>
              <a:off x="9147988" y="2101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1" name="pt51481"/>
            <p:cNvSpPr/>
            <p:nvPr/>
          </p:nvSpPr>
          <p:spPr>
            <a:xfrm>
              <a:off x="8817313" y="2021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2" name="pt51482"/>
            <p:cNvSpPr/>
            <p:nvPr/>
          </p:nvSpPr>
          <p:spPr>
            <a:xfrm>
              <a:off x="8274318" y="2523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3" name="pt51483"/>
            <p:cNvSpPr/>
            <p:nvPr/>
          </p:nvSpPr>
          <p:spPr>
            <a:xfrm>
              <a:off x="8398928" y="2251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4" name="pt51484"/>
            <p:cNvSpPr/>
            <p:nvPr/>
          </p:nvSpPr>
          <p:spPr>
            <a:xfrm>
              <a:off x="8876545" y="1800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5" name="pt51485"/>
            <p:cNvSpPr/>
            <p:nvPr/>
          </p:nvSpPr>
          <p:spPr>
            <a:xfrm>
              <a:off x="9124182" y="2066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6" name="pt51486"/>
            <p:cNvSpPr/>
            <p:nvPr/>
          </p:nvSpPr>
          <p:spPr>
            <a:xfrm>
              <a:off x="8471820" y="2463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7" name="pt51487"/>
            <p:cNvSpPr/>
            <p:nvPr/>
          </p:nvSpPr>
          <p:spPr>
            <a:xfrm>
              <a:off x="8274318" y="2575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8" name="pt51488"/>
            <p:cNvSpPr/>
            <p:nvPr/>
          </p:nvSpPr>
          <p:spPr>
            <a:xfrm>
              <a:off x="8659047" y="2299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9" name="pt51489"/>
            <p:cNvSpPr/>
            <p:nvPr/>
          </p:nvSpPr>
          <p:spPr>
            <a:xfrm>
              <a:off x="9525526" y="1725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0" name="pt51490"/>
            <p:cNvSpPr/>
            <p:nvPr/>
          </p:nvSpPr>
          <p:spPr>
            <a:xfrm>
              <a:off x="8636546" y="2527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1" name="pt51491"/>
            <p:cNvSpPr/>
            <p:nvPr/>
          </p:nvSpPr>
          <p:spPr>
            <a:xfrm>
              <a:off x="8610820" y="2075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2" name="pt51492"/>
            <p:cNvSpPr/>
            <p:nvPr/>
          </p:nvSpPr>
          <p:spPr>
            <a:xfrm>
              <a:off x="9401682" y="2071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3" name="pt51493"/>
            <p:cNvSpPr/>
            <p:nvPr/>
          </p:nvSpPr>
          <p:spPr>
            <a:xfrm>
              <a:off x="8973968" y="2047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4" name="pt51494"/>
            <p:cNvSpPr/>
            <p:nvPr/>
          </p:nvSpPr>
          <p:spPr>
            <a:xfrm>
              <a:off x="8398928" y="2471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5" name="pt51495"/>
            <p:cNvSpPr/>
            <p:nvPr/>
          </p:nvSpPr>
          <p:spPr>
            <a:xfrm>
              <a:off x="9317391" y="2167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6" name="pt51496"/>
            <p:cNvSpPr/>
            <p:nvPr/>
          </p:nvSpPr>
          <p:spPr>
            <a:xfrm>
              <a:off x="8471820" y="2436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7" name="pt51497"/>
            <p:cNvSpPr/>
            <p:nvPr/>
          </p:nvSpPr>
          <p:spPr>
            <a:xfrm>
              <a:off x="9538128" y="1657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8" name="pt51498"/>
            <p:cNvSpPr/>
            <p:nvPr/>
          </p:nvSpPr>
          <p:spPr>
            <a:xfrm>
              <a:off x="9124975" y="2197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9" name="pt51499"/>
            <p:cNvSpPr/>
            <p:nvPr/>
          </p:nvSpPr>
          <p:spPr>
            <a:xfrm>
              <a:off x="9126552" y="1942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0" name="pt51500"/>
            <p:cNvSpPr/>
            <p:nvPr/>
          </p:nvSpPr>
          <p:spPr>
            <a:xfrm>
              <a:off x="8596430" y="2032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1" name="pt51501"/>
            <p:cNvSpPr/>
            <p:nvPr/>
          </p:nvSpPr>
          <p:spPr>
            <a:xfrm>
              <a:off x="9016271" y="1652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2" name="pt51502"/>
            <p:cNvSpPr/>
            <p:nvPr/>
          </p:nvSpPr>
          <p:spPr>
            <a:xfrm>
              <a:off x="8398928" y="2399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3" name="pt51503"/>
            <p:cNvSpPr/>
            <p:nvPr/>
          </p:nvSpPr>
          <p:spPr>
            <a:xfrm>
              <a:off x="9567694" y="2439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4" name="pt51504"/>
            <p:cNvSpPr/>
            <p:nvPr/>
          </p:nvSpPr>
          <p:spPr>
            <a:xfrm>
              <a:off x="8563654" y="2164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5" name="pt51505"/>
            <p:cNvSpPr/>
            <p:nvPr/>
          </p:nvSpPr>
          <p:spPr>
            <a:xfrm>
              <a:off x="8834048" y="198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6" name="pt51506"/>
            <p:cNvSpPr/>
            <p:nvPr/>
          </p:nvSpPr>
          <p:spPr>
            <a:xfrm>
              <a:off x="8596430" y="2431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7" name="pt51507"/>
            <p:cNvSpPr/>
            <p:nvPr/>
          </p:nvSpPr>
          <p:spPr>
            <a:xfrm>
              <a:off x="8563654" y="2355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8" name="pt51508"/>
            <p:cNvSpPr/>
            <p:nvPr/>
          </p:nvSpPr>
          <p:spPr>
            <a:xfrm>
              <a:off x="8713389" y="2258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9" name="pt51509"/>
            <p:cNvSpPr/>
            <p:nvPr/>
          </p:nvSpPr>
          <p:spPr>
            <a:xfrm>
              <a:off x="8669323" y="2377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0" name="pt51510"/>
            <p:cNvSpPr/>
            <p:nvPr/>
          </p:nvSpPr>
          <p:spPr>
            <a:xfrm>
              <a:off x="8610820" y="2179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1" name="pt51511"/>
            <p:cNvSpPr/>
            <p:nvPr/>
          </p:nvSpPr>
          <p:spPr>
            <a:xfrm>
              <a:off x="8972124" y="2092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2" name="pt51512"/>
            <p:cNvSpPr/>
            <p:nvPr/>
          </p:nvSpPr>
          <p:spPr>
            <a:xfrm>
              <a:off x="8580788" y="2427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3" name="pt51513"/>
            <p:cNvSpPr/>
            <p:nvPr/>
          </p:nvSpPr>
          <p:spPr>
            <a:xfrm>
              <a:off x="9124182" y="2045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4" name="pt51514"/>
            <p:cNvSpPr/>
            <p:nvPr/>
          </p:nvSpPr>
          <p:spPr>
            <a:xfrm>
              <a:off x="8659047" y="2304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5" name="pt51515"/>
            <p:cNvSpPr/>
            <p:nvPr/>
          </p:nvSpPr>
          <p:spPr>
            <a:xfrm>
              <a:off x="8439043" y="2325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6" name="pt51516"/>
            <p:cNvSpPr/>
            <p:nvPr/>
          </p:nvSpPr>
          <p:spPr>
            <a:xfrm>
              <a:off x="9140881" y="2004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7" name="pt51517"/>
            <p:cNvSpPr/>
            <p:nvPr/>
          </p:nvSpPr>
          <p:spPr>
            <a:xfrm>
              <a:off x="8610820" y="1975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8" name="pt51518"/>
            <p:cNvSpPr/>
            <p:nvPr/>
          </p:nvSpPr>
          <p:spPr>
            <a:xfrm>
              <a:off x="8439043" y="2141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9" name="pt51519"/>
            <p:cNvSpPr/>
            <p:nvPr/>
          </p:nvSpPr>
          <p:spPr>
            <a:xfrm>
              <a:off x="8580788" y="2031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0" name="pt51520"/>
            <p:cNvSpPr/>
            <p:nvPr/>
          </p:nvSpPr>
          <p:spPr>
            <a:xfrm>
              <a:off x="9013348" y="1231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1" name="pt51521"/>
            <p:cNvSpPr/>
            <p:nvPr/>
          </p:nvSpPr>
          <p:spPr>
            <a:xfrm>
              <a:off x="9005825" y="1739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2" name="pt51522"/>
            <p:cNvSpPr/>
            <p:nvPr/>
          </p:nvSpPr>
          <p:spPr>
            <a:xfrm>
              <a:off x="8274318" y="2520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3" name="pt51523"/>
            <p:cNvSpPr/>
            <p:nvPr/>
          </p:nvSpPr>
          <p:spPr>
            <a:xfrm>
              <a:off x="9039368" y="1579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4" name="pt51524"/>
            <p:cNvSpPr/>
            <p:nvPr/>
          </p:nvSpPr>
          <p:spPr>
            <a:xfrm>
              <a:off x="8897369" y="1875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5" name="pt51525"/>
            <p:cNvSpPr/>
            <p:nvPr/>
          </p:nvSpPr>
          <p:spPr>
            <a:xfrm>
              <a:off x="9148684" y="2133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6" name="pt51526"/>
            <p:cNvSpPr/>
            <p:nvPr/>
          </p:nvSpPr>
          <p:spPr>
            <a:xfrm>
              <a:off x="8624143" y="2372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7" name="pt51527"/>
            <p:cNvSpPr/>
            <p:nvPr/>
          </p:nvSpPr>
          <p:spPr>
            <a:xfrm>
              <a:off x="8398928" y="2357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8" name="pt51528"/>
            <p:cNvSpPr/>
            <p:nvPr/>
          </p:nvSpPr>
          <p:spPr>
            <a:xfrm>
              <a:off x="8856549" y="2243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9" name="pt51529"/>
            <p:cNvSpPr/>
            <p:nvPr/>
          </p:nvSpPr>
          <p:spPr>
            <a:xfrm>
              <a:off x="8713389" y="2394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0" name="pt51530"/>
            <p:cNvSpPr/>
            <p:nvPr/>
          </p:nvSpPr>
          <p:spPr>
            <a:xfrm>
              <a:off x="9059833" y="1773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1" name="pt51531"/>
            <p:cNvSpPr/>
            <p:nvPr/>
          </p:nvSpPr>
          <p:spPr>
            <a:xfrm>
              <a:off x="9005825" y="1778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2" name="pt51532"/>
            <p:cNvSpPr/>
            <p:nvPr/>
          </p:nvSpPr>
          <p:spPr>
            <a:xfrm>
              <a:off x="9519804" y="2506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3" name="pt51533"/>
            <p:cNvSpPr/>
            <p:nvPr/>
          </p:nvSpPr>
          <p:spPr>
            <a:xfrm>
              <a:off x="8659047" y="2242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4" name="pt51534"/>
            <p:cNvSpPr/>
            <p:nvPr/>
          </p:nvSpPr>
          <p:spPr>
            <a:xfrm>
              <a:off x="8398928" y="2460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5" name="pt51535"/>
            <p:cNvSpPr/>
            <p:nvPr/>
          </p:nvSpPr>
          <p:spPr>
            <a:xfrm>
              <a:off x="9227269" y="2058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6" name="pt51536"/>
            <p:cNvSpPr/>
            <p:nvPr/>
          </p:nvSpPr>
          <p:spPr>
            <a:xfrm>
              <a:off x="8761156" y="2303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7" name="pt51537"/>
            <p:cNvSpPr/>
            <p:nvPr/>
          </p:nvSpPr>
          <p:spPr>
            <a:xfrm>
              <a:off x="9527393" y="2095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8" name="pt51538"/>
            <p:cNvSpPr/>
            <p:nvPr/>
          </p:nvSpPr>
          <p:spPr>
            <a:xfrm>
              <a:off x="8669323" y="2490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9" name="pt51539"/>
            <p:cNvSpPr/>
            <p:nvPr/>
          </p:nvSpPr>
          <p:spPr>
            <a:xfrm>
              <a:off x="8988075" y="1873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0" name="pt51540"/>
            <p:cNvSpPr/>
            <p:nvPr/>
          </p:nvSpPr>
          <p:spPr>
            <a:xfrm>
              <a:off x="8398928" y="237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1" name="pt51541"/>
            <p:cNvSpPr/>
            <p:nvPr/>
          </p:nvSpPr>
          <p:spPr>
            <a:xfrm>
              <a:off x="9247994" y="2075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2" name="pt51542"/>
            <p:cNvSpPr/>
            <p:nvPr/>
          </p:nvSpPr>
          <p:spPr>
            <a:xfrm>
              <a:off x="8834048" y="1792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3" name="pt51543"/>
            <p:cNvSpPr/>
            <p:nvPr/>
          </p:nvSpPr>
          <p:spPr>
            <a:xfrm>
              <a:off x="8964553" y="2212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4" name="pt51544"/>
            <p:cNvSpPr/>
            <p:nvPr/>
          </p:nvSpPr>
          <p:spPr>
            <a:xfrm>
              <a:off x="8962610" y="2294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5" name="pt51545"/>
            <p:cNvSpPr/>
            <p:nvPr/>
          </p:nvSpPr>
          <p:spPr>
            <a:xfrm>
              <a:off x="8721041" y="1941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6" name="pt51546"/>
            <p:cNvSpPr/>
            <p:nvPr/>
          </p:nvSpPr>
          <p:spPr>
            <a:xfrm>
              <a:off x="8523538" y="2577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7" name="pt51547"/>
            <p:cNvSpPr/>
            <p:nvPr/>
          </p:nvSpPr>
          <p:spPr>
            <a:xfrm>
              <a:off x="8274318" y="2561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8" name="pt51548"/>
            <p:cNvSpPr/>
            <p:nvPr/>
          </p:nvSpPr>
          <p:spPr>
            <a:xfrm>
              <a:off x="8688264" y="2262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9" name="pt51549"/>
            <p:cNvSpPr/>
            <p:nvPr/>
          </p:nvSpPr>
          <p:spPr>
            <a:xfrm>
              <a:off x="8398928" y="2172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0" name="pt51550"/>
            <p:cNvSpPr/>
            <p:nvPr/>
          </p:nvSpPr>
          <p:spPr>
            <a:xfrm>
              <a:off x="8849358" y="1936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1" name="pt51551"/>
            <p:cNvSpPr/>
            <p:nvPr/>
          </p:nvSpPr>
          <p:spPr>
            <a:xfrm>
              <a:off x="8398928" y="2367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2" name="pt51552"/>
            <p:cNvSpPr/>
            <p:nvPr/>
          </p:nvSpPr>
          <p:spPr>
            <a:xfrm>
              <a:off x="8735430" y="2353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3" name="pt51553"/>
            <p:cNvSpPr/>
            <p:nvPr/>
          </p:nvSpPr>
          <p:spPr>
            <a:xfrm>
              <a:off x="9420231" y="2143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4" name="pt51554"/>
            <p:cNvSpPr/>
            <p:nvPr/>
          </p:nvSpPr>
          <p:spPr>
            <a:xfrm>
              <a:off x="8347210" y="2453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5" name="pt51555"/>
            <p:cNvSpPr/>
            <p:nvPr/>
          </p:nvSpPr>
          <p:spPr>
            <a:xfrm>
              <a:off x="9023378" y="1815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6" name="pt51556"/>
            <p:cNvSpPr/>
            <p:nvPr/>
          </p:nvSpPr>
          <p:spPr>
            <a:xfrm>
              <a:off x="8274318" y="2503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7" name="pt51557"/>
            <p:cNvSpPr/>
            <p:nvPr/>
          </p:nvSpPr>
          <p:spPr>
            <a:xfrm>
              <a:off x="8688264" y="2288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8" name="pt51558"/>
            <p:cNvSpPr/>
            <p:nvPr/>
          </p:nvSpPr>
          <p:spPr>
            <a:xfrm>
              <a:off x="9585294" y="2270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9" name="pt51559"/>
            <p:cNvSpPr/>
            <p:nvPr/>
          </p:nvSpPr>
          <p:spPr>
            <a:xfrm>
              <a:off x="8544712" y="2410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0" name="pt51560"/>
            <p:cNvSpPr/>
            <p:nvPr/>
          </p:nvSpPr>
          <p:spPr>
            <a:xfrm>
              <a:off x="9273294" y="1658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1" name="pt51561"/>
            <p:cNvSpPr/>
            <p:nvPr/>
          </p:nvSpPr>
          <p:spPr>
            <a:xfrm>
              <a:off x="8669323" y="2468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2" name="pt51562"/>
            <p:cNvSpPr/>
            <p:nvPr/>
          </p:nvSpPr>
          <p:spPr>
            <a:xfrm>
              <a:off x="8873363" y="2041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3" name="pt51563"/>
            <p:cNvSpPr/>
            <p:nvPr/>
          </p:nvSpPr>
          <p:spPr>
            <a:xfrm>
              <a:off x="9013348" y="1307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4" name="pt51564"/>
            <p:cNvSpPr/>
            <p:nvPr/>
          </p:nvSpPr>
          <p:spPr>
            <a:xfrm>
              <a:off x="9420231" y="1924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5" name="pt51565"/>
            <p:cNvSpPr/>
            <p:nvPr/>
          </p:nvSpPr>
          <p:spPr>
            <a:xfrm>
              <a:off x="9087220" y="1958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6" name="pt51566"/>
            <p:cNvSpPr/>
            <p:nvPr/>
          </p:nvSpPr>
          <p:spPr>
            <a:xfrm>
              <a:off x="8398928" y="2345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7" name="pt51567"/>
            <p:cNvSpPr/>
            <p:nvPr/>
          </p:nvSpPr>
          <p:spPr>
            <a:xfrm>
              <a:off x="8856549" y="2242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8" name="pt51568"/>
            <p:cNvSpPr/>
            <p:nvPr/>
          </p:nvSpPr>
          <p:spPr>
            <a:xfrm>
              <a:off x="9200228" y="1894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9" name="pt51569"/>
            <p:cNvSpPr/>
            <p:nvPr/>
          </p:nvSpPr>
          <p:spPr>
            <a:xfrm>
              <a:off x="8937484" y="2077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0" name="pt51570"/>
            <p:cNvSpPr/>
            <p:nvPr/>
          </p:nvSpPr>
          <p:spPr>
            <a:xfrm>
              <a:off x="8910892" y="2013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1" name="pt51571"/>
            <p:cNvSpPr/>
            <p:nvPr/>
          </p:nvSpPr>
          <p:spPr>
            <a:xfrm>
              <a:off x="9054052" y="2196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2" name="pt51572"/>
            <p:cNvSpPr/>
            <p:nvPr/>
          </p:nvSpPr>
          <p:spPr>
            <a:xfrm>
              <a:off x="8793933" y="2184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3" name="pt51573"/>
            <p:cNvSpPr/>
            <p:nvPr/>
          </p:nvSpPr>
          <p:spPr>
            <a:xfrm>
              <a:off x="9407038" y="2168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4" name="pt51574"/>
            <p:cNvSpPr/>
            <p:nvPr/>
          </p:nvSpPr>
          <p:spPr>
            <a:xfrm>
              <a:off x="9431373" y="1886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5" name="pt51575"/>
            <p:cNvSpPr/>
            <p:nvPr/>
          </p:nvSpPr>
          <p:spPr>
            <a:xfrm>
              <a:off x="8659047" y="2321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6" name="pt51576"/>
            <p:cNvSpPr/>
            <p:nvPr/>
          </p:nvSpPr>
          <p:spPr>
            <a:xfrm>
              <a:off x="8688264" y="2107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7" name="pt51577"/>
            <p:cNvSpPr/>
            <p:nvPr/>
          </p:nvSpPr>
          <p:spPr>
            <a:xfrm>
              <a:off x="8882745" y="1979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8" name="pt51578"/>
            <p:cNvSpPr/>
            <p:nvPr/>
          </p:nvSpPr>
          <p:spPr>
            <a:xfrm>
              <a:off x="9210359" y="1856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9" name="pt51579"/>
            <p:cNvSpPr/>
            <p:nvPr/>
          </p:nvSpPr>
          <p:spPr>
            <a:xfrm>
              <a:off x="8923469" y="1893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0" name="pt51580"/>
            <p:cNvSpPr/>
            <p:nvPr/>
          </p:nvSpPr>
          <p:spPr>
            <a:xfrm>
              <a:off x="8735430" y="2281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1" name="pt51581"/>
            <p:cNvSpPr/>
            <p:nvPr/>
          </p:nvSpPr>
          <p:spPr>
            <a:xfrm>
              <a:off x="8659047" y="2376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2" name="pt51582"/>
            <p:cNvSpPr/>
            <p:nvPr/>
          </p:nvSpPr>
          <p:spPr>
            <a:xfrm>
              <a:off x="9030214" y="1739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3" name="pt51583"/>
            <p:cNvSpPr/>
            <p:nvPr/>
          </p:nvSpPr>
          <p:spPr>
            <a:xfrm>
              <a:off x="8274318" y="2455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4" name="pt51584"/>
            <p:cNvSpPr/>
            <p:nvPr/>
          </p:nvSpPr>
          <p:spPr>
            <a:xfrm>
              <a:off x="9519804" y="2557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5" name="pt51585"/>
            <p:cNvSpPr/>
            <p:nvPr/>
          </p:nvSpPr>
          <p:spPr>
            <a:xfrm>
              <a:off x="8997973" y="1844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6" name="pt51586"/>
            <p:cNvSpPr/>
            <p:nvPr/>
          </p:nvSpPr>
          <p:spPr>
            <a:xfrm>
              <a:off x="8767051" y="2092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7" name="pt51587"/>
            <p:cNvSpPr/>
            <p:nvPr/>
          </p:nvSpPr>
          <p:spPr>
            <a:xfrm>
              <a:off x="8932933" y="1755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8" name="pt51588"/>
            <p:cNvSpPr/>
            <p:nvPr/>
          </p:nvSpPr>
          <p:spPr>
            <a:xfrm>
              <a:off x="8767051" y="2113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9" name="pt51589"/>
            <p:cNvSpPr/>
            <p:nvPr/>
          </p:nvSpPr>
          <p:spPr>
            <a:xfrm>
              <a:off x="9027511" y="1832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0" name="pt51590"/>
            <p:cNvSpPr/>
            <p:nvPr/>
          </p:nvSpPr>
          <p:spPr>
            <a:xfrm>
              <a:off x="9200748" y="1857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1" name="pt51591"/>
            <p:cNvSpPr/>
            <p:nvPr/>
          </p:nvSpPr>
          <p:spPr>
            <a:xfrm>
              <a:off x="8713389" y="2253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2" name="pt51592"/>
            <p:cNvSpPr/>
            <p:nvPr/>
          </p:nvSpPr>
          <p:spPr>
            <a:xfrm>
              <a:off x="8439043" y="2381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3" name="pt51593"/>
            <p:cNvSpPr/>
            <p:nvPr/>
          </p:nvSpPr>
          <p:spPr>
            <a:xfrm>
              <a:off x="8523538" y="2532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4" name="pt51594"/>
            <p:cNvSpPr/>
            <p:nvPr/>
          </p:nvSpPr>
          <p:spPr>
            <a:xfrm>
              <a:off x="8783657" y="2180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5" name="pt51595"/>
            <p:cNvSpPr/>
            <p:nvPr/>
          </p:nvSpPr>
          <p:spPr>
            <a:xfrm>
              <a:off x="8713389" y="2163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6" name="pt51596"/>
            <p:cNvSpPr/>
            <p:nvPr/>
          </p:nvSpPr>
          <p:spPr>
            <a:xfrm>
              <a:off x="8274318" y="246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7" name="pt51597"/>
            <p:cNvSpPr/>
            <p:nvPr/>
          </p:nvSpPr>
          <p:spPr>
            <a:xfrm>
              <a:off x="8902901" y="2099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8" name="pt51598"/>
            <p:cNvSpPr/>
            <p:nvPr/>
          </p:nvSpPr>
          <p:spPr>
            <a:xfrm>
              <a:off x="8347210" y="2407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9" name="pt51599"/>
            <p:cNvSpPr/>
            <p:nvPr/>
          </p:nvSpPr>
          <p:spPr>
            <a:xfrm>
              <a:off x="9057543" y="1794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0" name="pt51600"/>
            <p:cNvSpPr/>
            <p:nvPr/>
          </p:nvSpPr>
          <p:spPr>
            <a:xfrm>
              <a:off x="8398928" y="2433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1" name="pt51601"/>
            <p:cNvSpPr/>
            <p:nvPr/>
          </p:nvSpPr>
          <p:spPr>
            <a:xfrm>
              <a:off x="9199706" y="2088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2" name="pt51602"/>
            <p:cNvSpPr/>
            <p:nvPr/>
          </p:nvSpPr>
          <p:spPr>
            <a:xfrm>
              <a:off x="8742215" y="2125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3" name="pt51603"/>
            <p:cNvSpPr/>
            <p:nvPr/>
          </p:nvSpPr>
          <p:spPr>
            <a:xfrm>
              <a:off x="8705398" y="2170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4" name="pt51604"/>
            <p:cNvSpPr/>
            <p:nvPr/>
          </p:nvSpPr>
          <p:spPr>
            <a:xfrm>
              <a:off x="8544712" y="2322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5" name="pt51605"/>
            <p:cNvSpPr/>
            <p:nvPr/>
          </p:nvSpPr>
          <p:spPr>
            <a:xfrm>
              <a:off x="9074048" y="1945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6" name="pt51606"/>
            <p:cNvSpPr/>
            <p:nvPr/>
          </p:nvSpPr>
          <p:spPr>
            <a:xfrm>
              <a:off x="8659047" y="2394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7" name="pt51607"/>
            <p:cNvSpPr/>
            <p:nvPr/>
          </p:nvSpPr>
          <p:spPr>
            <a:xfrm>
              <a:off x="8398928" y="2402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8" name="pt51608"/>
            <p:cNvSpPr/>
            <p:nvPr/>
          </p:nvSpPr>
          <p:spPr>
            <a:xfrm>
              <a:off x="9103999" y="1963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9" name="pt51609"/>
            <p:cNvSpPr/>
            <p:nvPr/>
          </p:nvSpPr>
          <p:spPr>
            <a:xfrm>
              <a:off x="9147988" y="2084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0" name="pt51610"/>
            <p:cNvSpPr/>
            <p:nvPr/>
          </p:nvSpPr>
          <p:spPr>
            <a:xfrm>
              <a:off x="9199706" y="2057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1" name="pt51611"/>
            <p:cNvSpPr/>
            <p:nvPr/>
          </p:nvSpPr>
          <p:spPr>
            <a:xfrm>
              <a:off x="8398928" y="2523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2" name="pt51612"/>
            <p:cNvSpPr/>
            <p:nvPr/>
          </p:nvSpPr>
          <p:spPr>
            <a:xfrm>
              <a:off x="9435925" y="1929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3" name="pt51613"/>
            <p:cNvSpPr/>
            <p:nvPr/>
          </p:nvSpPr>
          <p:spPr>
            <a:xfrm>
              <a:off x="8956650" y="2213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4" name="pt51614"/>
            <p:cNvSpPr/>
            <p:nvPr/>
          </p:nvSpPr>
          <p:spPr>
            <a:xfrm>
              <a:off x="8964553" y="2249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5" name="pt51615"/>
            <p:cNvSpPr/>
            <p:nvPr/>
          </p:nvSpPr>
          <p:spPr>
            <a:xfrm>
              <a:off x="9124182" y="2231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6" name="pt51616"/>
            <p:cNvSpPr/>
            <p:nvPr/>
          </p:nvSpPr>
          <p:spPr>
            <a:xfrm>
              <a:off x="8923469" y="1924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7" name="pt51617"/>
            <p:cNvSpPr/>
            <p:nvPr/>
          </p:nvSpPr>
          <p:spPr>
            <a:xfrm>
              <a:off x="8688264" y="2193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8" name="pt51618"/>
            <p:cNvSpPr/>
            <p:nvPr/>
          </p:nvSpPr>
          <p:spPr>
            <a:xfrm>
              <a:off x="9149376" y="2140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9" name="pt51619"/>
            <p:cNvSpPr/>
            <p:nvPr/>
          </p:nvSpPr>
          <p:spPr>
            <a:xfrm>
              <a:off x="8274318" y="2459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0" name="pt51620"/>
            <p:cNvSpPr/>
            <p:nvPr/>
          </p:nvSpPr>
          <p:spPr>
            <a:xfrm>
              <a:off x="8713389" y="2220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1" name="pt51621"/>
            <p:cNvSpPr/>
            <p:nvPr/>
          </p:nvSpPr>
          <p:spPr>
            <a:xfrm>
              <a:off x="9030214" y="1805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2" name="pt51622"/>
            <p:cNvSpPr/>
            <p:nvPr/>
          </p:nvSpPr>
          <p:spPr>
            <a:xfrm>
              <a:off x="9527393" y="1801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3" name="pt51623"/>
            <p:cNvSpPr/>
            <p:nvPr/>
          </p:nvSpPr>
          <p:spPr>
            <a:xfrm>
              <a:off x="9016271" y="1833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4" name="pt51624"/>
            <p:cNvSpPr/>
            <p:nvPr/>
          </p:nvSpPr>
          <p:spPr>
            <a:xfrm>
              <a:off x="9602828" y="2438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5" name="pt51625"/>
            <p:cNvSpPr/>
            <p:nvPr/>
          </p:nvSpPr>
          <p:spPr>
            <a:xfrm>
              <a:off x="9308769" y="2204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6" name="pt51626"/>
            <p:cNvSpPr/>
            <p:nvPr/>
          </p:nvSpPr>
          <p:spPr>
            <a:xfrm>
              <a:off x="8580788" y="2122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7" name="pt51627"/>
            <p:cNvSpPr/>
            <p:nvPr/>
          </p:nvSpPr>
          <p:spPr>
            <a:xfrm>
              <a:off x="8838000" y="2198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8" name="pt51628"/>
            <p:cNvSpPr/>
            <p:nvPr/>
          </p:nvSpPr>
          <p:spPr>
            <a:xfrm>
              <a:off x="9876105" y="2541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9" name="pt51629"/>
            <p:cNvSpPr/>
            <p:nvPr/>
          </p:nvSpPr>
          <p:spPr>
            <a:xfrm>
              <a:off x="8834048" y="188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0" name="pt51630"/>
            <p:cNvSpPr/>
            <p:nvPr/>
          </p:nvSpPr>
          <p:spPr>
            <a:xfrm>
              <a:off x="8913479" y="1842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1" name="pt51631"/>
            <p:cNvSpPr/>
            <p:nvPr/>
          </p:nvSpPr>
          <p:spPr>
            <a:xfrm>
              <a:off x="8870124" y="2169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2" name="pt51632"/>
            <p:cNvSpPr/>
            <p:nvPr/>
          </p:nvSpPr>
          <p:spPr>
            <a:xfrm>
              <a:off x="9157488" y="1747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3" name="pt51633"/>
            <p:cNvSpPr/>
            <p:nvPr/>
          </p:nvSpPr>
          <p:spPr>
            <a:xfrm>
              <a:off x="8499532" y="2328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4" name="pt51634"/>
            <p:cNvSpPr/>
            <p:nvPr/>
          </p:nvSpPr>
          <p:spPr>
            <a:xfrm>
              <a:off x="8636546" y="2340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5" name="pt51635"/>
            <p:cNvSpPr/>
            <p:nvPr/>
          </p:nvSpPr>
          <p:spPr>
            <a:xfrm>
              <a:off x="8563654" y="2235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6" name="pt51636"/>
            <p:cNvSpPr/>
            <p:nvPr/>
          </p:nvSpPr>
          <p:spPr>
            <a:xfrm>
              <a:off x="8580788" y="2264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7" name="pt51637"/>
            <p:cNvSpPr/>
            <p:nvPr/>
          </p:nvSpPr>
          <p:spPr>
            <a:xfrm>
              <a:off x="8274318" y="2459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8" name="pt51638"/>
            <p:cNvSpPr/>
            <p:nvPr/>
          </p:nvSpPr>
          <p:spPr>
            <a:xfrm>
              <a:off x="8439043" y="232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9" name="pt51639"/>
            <p:cNvSpPr/>
            <p:nvPr/>
          </p:nvSpPr>
          <p:spPr>
            <a:xfrm>
              <a:off x="9356962" y="2136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0" name="pt51640"/>
            <p:cNvSpPr/>
            <p:nvPr/>
          </p:nvSpPr>
          <p:spPr>
            <a:xfrm>
              <a:off x="8347210" y="2286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1" name="pt51641"/>
            <p:cNvSpPr/>
            <p:nvPr/>
          </p:nvSpPr>
          <p:spPr>
            <a:xfrm>
              <a:off x="9086240" y="2099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2" name="pt51642"/>
            <p:cNvSpPr/>
            <p:nvPr/>
          </p:nvSpPr>
          <p:spPr>
            <a:xfrm>
              <a:off x="8856549" y="2244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3" name="pt51643"/>
            <p:cNvSpPr/>
            <p:nvPr/>
          </p:nvSpPr>
          <p:spPr>
            <a:xfrm>
              <a:off x="8523538" y="2249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4" name="pt51644"/>
            <p:cNvSpPr/>
            <p:nvPr/>
          </p:nvSpPr>
          <p:spPr>
            <a:xfrm>
              <a:off x="8274318" y="2289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5" name="pt51645"/>
            <p:cNvSpPr/>
            <p:nvPr/>
          </p:nvSpPr>
          <p:spPr>
            <a:xfrm>
              <a:off x="8596430" y="2156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6" name="pt51646"/>
            <p:cNvSpPr/>
            <p:nvPr/>
          </p:nvSpPr>
          <p:spPr>
            <a:xfrm>
              <a:off x="8755061" y="2292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7" name="pt51647"/>
            <p:cNvSpPr/>
            <p:nvPr/>
          </p:nvSpPr>
          <p:spPr>
            <a:xfrm>
              <a:off x="8713389" y="2252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8" name="pt51648"/>
            <p:cNvSpPr/>
            <p:nvPr/>
          </p:nvSpPr>
          <p:spPr>
            <a:xfrm>
              <a:off x="8471820" y="2318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9" name="pt51649"/>
            <p:cNvSpPr/>
            <p:nvPr/>
          </p:nvSpPr>
          <p:spPr>
            <a:xfrm>
              <a:off x="9126552" y="2053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0" name="pt51650"/>
            <p:cNvSpPr/>
            <p:nvPr/>
          </p:nvSpPr>
          <p:spPr>
            <a:xfrm>
              <a:off x="9184443" y="2126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1" name="pt51651"/>
            <p:cNvSpPr/>
            <p:nvPr/>
          </p:nvSpPr>
          <p:spPr>
            <a:xfrm>
              <a:off x="8964553" y="2151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2" name="pt51652"/>
            <p:cNvSpPr/>
            <p:nvPr/>
          </p:nvSpPr>
          <p:spPr>
            <a:xfrm>
              <a:off x="8783657" y="2059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3" name="pt51653"/>
            <p:cNvSpPr/>
            <p:nvPr/>
          </p:nvSpPr>
          <p:spPr>
            <a:xfrm>
              <a:off x="9023378" y="1834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4" name="pt51654"/>
            <p:cNvSpPr/>
            <p:nvPr/>
          </p:nvSpPr>
          <p:spPr>
            <a:xfrm>
              <a:off x="9049289" y="2201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5" name="pt51655"/>
            <p:cNvSpPr/>
            <p:nvPr/>
          </p:nvSpPr>
          <p:spPr>
            <a:xfrm>
              <a:off x="9026144" y="1788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6" name="pt51656"/>
            <p:cNvSpPr/>
            <p:nvPr/>
          </p:nvSpPr>
          <p:spPr>
            <a:xfrm>
              <a:off x="8939717" y="2063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7" name="pt51657"/>
            <p:cNvSpPr/>
            <p:nvPr/>
          </p:nvSpPr>
          <p:spPr>
            <a:xfrm>
              <a:off x="9157488" y="1793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8" name="pt51658"/>
            <p:cNvSpPr/>
            <p:nvPr/>
          </p:nvSpPr>
          <p:spPr>
            <a:xfrm>
              <a:off x="9045633" y="2183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9" name="pt51659"/>
            <p:cNvSpPr/>
            <p:nvPr/>
          </p:nvSpPr>
          <p:spPr>
            <a:xfrm>
              <a:off x="8610820" y="1985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0" name="pt51660"/>
            <p:cNvSpPr/>
            <p:nvPr/>
          </p:nvSpPr>
          <p:spPr>
            <a:xfrm>
              <a:off x="9585294" y="2194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1" name="pt51661"/>
            <p:cNvSpPr/>
            <p:nvPr/>
          </p:nvSpPr>
          <p:spPr>
            <a:xfrm>
              <a:off x="8812874" y="2121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2" name="pt51662"/>
            <p:cNvSpPr/>
            <p:nvPr/>
          </p:nvSpPr>
          <p:spPr>
            <a:xfrm>
              <a:off x="8721041" y="1939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3" name="pt51663"/>
            <p:cNvSpPr/>
            <p:nvPr/>
          </p:nvSpPr>
          <p:spPr>
            <a:xfrm>
              <a:off x="9717541" y="2346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4" name="pt51664"/>
            <p:cNvSpPr/>
            <p:nvPr/>
          </p:nvSpPr>
          <p:spPr>
            <a:xfrm>
              <a:off x="8648148" y="2491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5" name="pt51665"/>
            <p:cNvSpPr/>
            <p:nvPr/>
          </p:nvSpPr>
          <p:spPr>
            <a:xfrm>
              <a:off x="9065434" y="1720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6" name="pt51666"/>
            <p:cNvSpPr/>
            <p:nvPr/>
          </p:nvSpPr>
          <p:spPr>
            <a:xfrm>
              <a:off x="9308769" y="2221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7" name="pt51667"/>
            <p:cNvSpPr/>
            <p:nvPr/>
          </p:nvSpPr>
          <p:spPr>
            <a:xfrm>
              <a:off x="8841866" y="1878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8" name="pt51668"/>
            <p:cNvSpPr/>
            <p:nvPr/>
          </p:nvSpPr>
          <p:spPr>
            <a:xfrm>
              <a:off x="8648148" y="2387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9" name="pt51669"/>
            <p:cNvSpPr/>
            <p:nvPr/>
          </p:nvSpPr>
          <p:spPr>
            <a:xfrm>
              <a:off x="8982914" y="1767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0" name="pt51670"/>
            <p:cNvSpPr/>
            <p:nvPr/>
          </p:nvSpPr>
          <p:spPr>
            <a:xfrm>
              <a:off x="9262568" y="2069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1" name="pt51671"/>
            <p:cNvSpPr/>
            <p:nvPr/>
          </p:nvSpPr>
          <p:spPr>
            <a:xfrm>
              <a:off x="8398928" y="2500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2" name="pt51672"/>
            <p:cNvSpPr/>
            <p:nvPr/>
          </p:nvSpPr>
          <p:spPr>
            <a:xfrm>
              <a:off x="8274318" y="2490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3" name="pt51673"/>
            <p:cNvSpPr/>
            <p:nvPr/>
          </p:nvSpPr>
          <p:spPr>
            <a:xfrm>
              <a:off x="9211830" y="1798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4" name="pt51674"/>
            <p:cNvSpPr/>
            <p:nvPr/>
          </p:nvSpPr>
          <p:spPr>
            <a:xfrm>
              <a:off x="8918543" y="1853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5" name="pt51675"/>
            <p:cNvSpPr/>
            <p:nvPr/>
          </p:nvSpPr>
          <p:spPr>
            <a:xfrm>
              <a:off x="8882745" y="211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6" name="pt51676"/>
            <p:cNvSpPr/>
            <p:nvPr/>
          </p:nvSpPr>
          <p:spPr>
            <a:xfrm>
              <a:off x="8803653" y="1978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7" name="pt51677"/>
            <p:cNvSpPr/>
            <p:nvPr/>
          </p:nvSpPr>
          <p:spPr>
            <a:xfrm>
              <a:off x="9026144" y="1899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8" name="pt51678"/>
            <p:cNvSpPr/>
            <p:nvPr/>
          </p:nvSpPr>
          <p:spPr>
            <a:xfrm>
              <a:off x="8563654" y="2086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9" name="pt51679"/>
            <p:cNvSpPr/>
            <p:nvPr/>
          </p:nvSpPr>
          <p:spPr>
            <a:xfrm>
              <a:off x="8347210" y="2350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0" name="pt51680"/>
            <p:cNvSpPr/>
            <p:nvPr/>
          </p:nvSpPr>
          <p:spPr>
            <a:xfrm>
              <a:off x="8274318" y="2503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1" name="pt51681"/>
            <p:cNvSpPr/>
            <p:nvPr/>
          </p:nvSpPr>
          <p:spPr>
            <a:xfrm>
              <a:off x="9065434" y="1644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2" name="pt51682"/>
            <p:cNvSpPr/>
            <p:nvPr/>
          </p:nvSpPr>
          <p:spPr>
            <a:xfrm>
              <a:off x="8471820" y="228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3" name="pt51683"/>
            <p:cNvSpPr/>
            <p:nvPr/>
          </p:nvSpPr>
          <p:spPr>
            <a:xfrm>
              <a:off x="8347210" y="2364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4" name="pt51684"/>
            <p:cNvSpPr/>
            <p:nvPr/>
          </p:nvSpPr>
          <p:spPr>
            <a:xfrm>
              <a:off x="9308769" y="2125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5" name="pt51685"/>
            <p:cNvSpPr/>
            <p:nvPr/>
          </p:nvSpPr>
          <p:spPr>
            <a:xfrm>
              <a:off x="8439043" y="2205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6" name="pt51686"/>
            <p:cNvSpPr/>
            <p:nvPr/>
          </p:nvSpPr>
          <p:spPr>
            <a:xfrm>
              <a:off x="9034195" y="1728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7" name="pt51687"/>
            <p:cNvSpPr/>
            <p:nvPr/>
          </p:nvSpPr>
          <p:spPr>
            <a:xfrm>
              <a:off x="9086240" y="2108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8" name="pt51688"/>
            <p:cNvSpPr/>
            <p:nvPr/>
          </p:nvSpPr>
          <p:spPr>
            <a:xfrm>
              <a:off x="8563654" y="2268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9" name="pt51689"/>
            <p:cNvSpPr/>
            <p:nvPr/>
          </p:nvSpPr>
          <p:spPr>
            <a:xfrm>
              <a:off x="9190595" y="2087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0" name="pt51690"/>
            <p:cNvSpPr/>
            <p:nvPr/>
          </p:nvSpPr>
          <p:spPr>
            <a:xfrm>
              <a:off x="9381946" y="1932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1" name="pt51691"/>
            <p:cNvSpPr/>
            <p:nvPr/>
          </p:nvSpPr>
          <p:spPr>
            <a:xfrm>
              <a:off x="9075096" y="1847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2" name="pt51692"/>
            <p:cNvSpPr/>
            <p:nvPr/>
          </p:nvSpPr>
          <p:spPr>
            <a:xfrm>
              <a:off x="8721041" y="2072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3" name="pt51693"/>
            <p:cNvSpPr/>
            <p:nvPr/>
          </p:nvSpPr>
          <p:spPr>
            <a:xfrm>
              <a:off x="9519098" y="2450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4" name="pt51694"/>
            <p:cNvSpPr/>
            <p:nvPr/>
          </p:nvSpPr>
          <p:spPr>
            <a:xfrm>
              <a:off x="8274318" y="2639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5" name="pt51695"/>
            <p:cNvSpPr/>
            <p:nvPr/>
          </p:nvSpPr>
          <p:spPr>
            <a:xfrm>
              <a:off x="8398928" y="2466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6" name="pt51696"/>
            <p:cNvSpPr/>
            <p:nvPr/>
          </p:nvSpPr>
          <p:spPr>
            <a:xfrm>
              <a:off x="9431373" y="1986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7" name="pt51697"/>
            <p:cNvSpPr/>
            <p:nvPr/>
          </p:nvSpPr>
          <p:spPr>
            <a:xfrm>
              <a:off x="8925882" y="1869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8" name="pt51698"/>
            <p:cNvSpPr/>
            <p:nvPr/>
          </p:nvSpPr>
          <p:spPr>
            <a:xfrm>
              <a:off x="8523538" y="2377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9" name="pt51699"/>
            <p:cNvSpPr/>
            <p:nvPr/>
          </p:nvSpPr>
          <p:spPr>
            <a:xfrm>
              <a:off x="8981160" y="2006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0" name="pt51700"/>
            <p:cNvSpPr/>
            <p:nvPr/>
          </p:nvSpPr>
          <p:spPr>
            <a:xfrm>
              <a:off x="8471820" y="2451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1" name="pt51701"/>
            <p:cNvSpPr/>
            <p:nvPr/>
          </p:nvSpPr>
          <p:spPr>
            <a:xfrm>
              <a:off x="9035502" y="1647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2" name="pt51702"/>
            <p:cNvSpPr/>
            <p:nvPr/>
          </p:nvSpPr>
          <p:spPr>
            <a:xfrm>
              <a:off x="8761156" y="2197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3" name="pt51703"/>
            <p:cNvSpPr/>
            <p:nvPr/>
          </p:nvSpPr>
          <p:spPr>
            <a:xfrm>
              <a:off x="8948383" y="2035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4" name="pt51704"/>
            <p:cNvSpPr/>
            <p:nvPr/>
          </p:nvSpPr>
          <p:spPr>
            <a:xfrm>
              <a:off x="8897369" y="2085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5" name="pt51705"/>
            <p:cNvSpPr/>
            <p:nvPr/>
          </p:nvSpPr>
          <p:spPr>
            <a:xfrm>
              <a:off x="8705398" y="2183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6" name="pt51706"/>
            <p:cNvSpPr/>
            <p:nvPr/>
          </p:nvSpPr>
          <p:spPr>
            <a:xfrm>
              <a:off x="8669323" y="230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7" name="pt51707"/>
            <p:cNvSpPr/>
            <p:nvPr/>
          </p:nvSpPr>
          <p:spPr>
            <a:xfrm>
              <a:off x="9023378" y="1870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8" name="pt51708"/>
            <p:cNvSpPr/>
            <p:nvPr/>
          </p:nvSpPr>
          <p:spPr>
            <a:xfrm>
              <a:off x="8697035" y="2220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9" name="pt51709"/>
            <p:cNvSpPr/>
            <p:nvPr/>
          </p:nvSpPr>
          <p:spPr>
            <a:xfrm>
              <a:off x="8347210" y="2188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0" name="pt51710"/>
            <p:cNvSpPr/>
            <p:nvPr/>
          </p:nvSpPr>
          <p:spPr>
            <a:xfrm>
              <a:off x="9055223" y="2062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1" name="pt51711"/>
            <p:cNvSpPr/>
            <p:nvPr/>
          </p:nvSpPr>
          <p:spPr>
            <a:xfrm>
              <a:off x="8669323" y="232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2" name="pt51712"/>
            <p:cNvSpPr/>
            <p:nvPr/>
          </p:nvSpPr>
          <p:spPr>
            <a:xfrm>
              <a:off x="9110981" y="2066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3" name="pt51713"/>
            <p:cNvSpPr/>
            <p:nvPr/>
          </p:nvSpPr>
          <p:spPr>
            <a:xfrm>
              <a:off x="8523538" y="2406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4" name="pt51714"/>
            <p:cNvSpPr/>
            <p:nvPr/>
          </p:nvSpPr>
          <p:spPr>
            <a:xfrm>
              <a:off x="9115211" y="1988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5" name="pt51715"/>
            <p:cNvSpPr/>
            <p:nvPr/>
          </p:nvSpPr>
          <p:spPr>
            <a:xfrm>
              <a:off x="9086240" y="1912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6" name="pt51716"/>
            <p:cNvSpPr/>
            <p:nvPr/>
          </p:nvSpPr>
          <p:spPr>
            <a:xfrm>
              <a:off x="8274318" y="2384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7" name="pt51717"/>
            <p:cNvSpPr/>
            <p:nvPr/>
          </p:nvSpPr>
          <p:spPr>
            <a:xfrm>
              <a:off x="8274318" y="2439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8" name="pt51718"/>
            <p:cNvSpPr/>
            <p:nvPr/>
          </p:nvSpPr>
          <p:spPr>
            <a:xfrm>
              <a:off x="8274318" y="2565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9" name="pt51719"/>
            <p:cNvSpPr/>
            <p:nvPr/>
          </p:nvSpPr>
          <p:spPr>
            <a:xfrm>
              <a:off x="9046860" y="217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0" name="pt51720"/>
            <p:cNvSpPr/>
            <p:nvPr/>
          </p:nvSpPr>
          <p:spPr>
            <a:xfrm>
              <a:off x="9502529" y="2699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1" name="pt51721"/>
            <p:cNvSpPr/>
            <p:nvPr/>
          </p:nvSpPr>
          <p:spPr>
            <a:xfrm>
              <a:off x="8856549" y="2181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2" name="pt51722"/>
            <p:cNvSpPr/>
            <p:nvPr/>
          </p:nvSpPr>
          <p:spPr>
            <a:xfrm>
              <a:off x="8274318" y="2424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3" name="pt51723"/>
            <p:cNvSpPr/>
            <p:nvPr/>
          </p:nvSpPr>
          <p:spPr>
            <a:xfrm>
              <a:off x="8274318" y="2367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4" name="pt51724"/>
            <p:cNvSpPr/>
            <p:nvPr/>
          </p:nvSpPr>
          <p:spPr>
            <a:xfrm>
              <a:off x="8783657" y="2270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5" name="pt51725"/>
            <p:cNvSpPr/>
            <p:nvPr/>
          </p:nvSpPr>
          <p:spPr>
            <a:xfrm>
              <a:off x="8735430" y="2027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6" name="pt51726"/>
            <p:cNvSpPr/>
            <p:nvPr/>
          </p:nvSpPr>
          <p:spPr>
            <a:xfrm>
              <a:off x="8788868" y="2141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7" name="pt51727"/>
            <p:cNvSpPr/>
            <p:nvPr/>
          </p:nvSpPr>
          <p:spPr>
            <a:xfrm>
              <a:off x="8596430" y="2299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8" name="pt51728"/>
            <p:cNvSpPr/>
            <p:nvPr/>
          </p:nvSpPr>
          <p:spPr>
            <a:xfrm>
              <a:off x="9074048" y="1784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9" name="pt51729"/>
            <p:cNvSpPr/>
            <p:nvPr/>
          </p:nvSpPr>
          <p:spPr>
            <a:xfrm>
              <a:off x="9045633" y="2295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0" name="pt51730"/>
            <p:cNvSpPr/>
            <p:nvPr/>
          </p:nvSpPr>
          <p:spPr>
            <a:xfrm>
              <a:off x="8347210" y="2342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1" name="pt51731"/>
            <p:cNvSpPr/>
            <p:nvPr/>
          </p:nvSpPr>
          <p:spPr>
            <a:xfrm>
              <a:off x="8523538" y="2459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2" name="pt51732"/>
            <p:cNvSpPr/>
            <p:nvPr/>
          </p:nvSpPr>
          <p:spPr>
            <a:xfrm>
              <a:off x="8471820" y="2376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3" name="pt51733"/>
            <p:cNvSpPr/>
            <p:nvPr/>
          </p:nvSpPr>
          <p:spPr>
            <a:xfrm>
              <a:off x="9065434" y="1697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4" name="pt51734"/>
            <p:cNvSpPr/>
            <p:nvPr/>
          </p:nvSpPr>
          <p:spPr>
            <a:xfrm>
              <a:off x="8648148" y="2489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5" name="pt51735"/>
            <p:cNvSpPr/>
            <p:nvPr/>
          </p:nvSpPr>
          <p:spPr>
            <a:xfrm>
              <a:off x="9124182" y="2040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6" name="pt51736"/>
            <p:cNvSpPr/>
            <p:nvPr/>
          </p:nvSpPr>
          <p:spPr>
            <a:xfrm>
              <a:off x="9110123" y="2163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7" name="pt51737"/>
            <p:cNvSpPr/>
            <p:nvPr/>
          </p:nvSpPr>
          <p:spPr>
            <a:xfrm>
              <a:off x="8274318" y="2461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8" name="pt51738"/>
            <p:cNvSpPr/>
            <p:nvPr/>
          </p:nvSpPr>
          <p:spPr>
            <a:xfrm>
              <a:off x="9602828" y="225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9" name="pt51739"/>
            <p:cNvSpPr/>
            <p:nvPr/>
          </p:nvSpPr>
          <p:spPr>
            <a:xfrm>
              <a:off x="9049289" y="2215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0" name="pt51740"/>
            <p:cNvSpPr/>
            <p:nvPr/>
          </p:nvSpPr>
          <p:spPr>
            <a:xfrm>
              <a:off x="8563654" y="2273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1" name="pt51741"/>
            <p:cNvSpPr/>
            <p:nvPr/>
          </p:nvSpPr>
          <p:spPr>
            <a:xfrm>
              <a:off x="8688264" y="2257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2" name="pt51742"/>
            <p:cNvSpPr/>
            <p:nvPr/>
          </p:nvSpPr>
          <p:spPr>
            <a:xfrm>
              <a:off x="9124975" y="2048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3" name="pt51743"/>
            <p:cNvSpPr/>
            <p:nvPr/>
          </p:nvSpPr>
          <p:spPr>
            <a:xfrm>
              <a:off x="8918543" y="1807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4" name="pt51744"/>
            <p:cNvSpPr/>
            <p:nvPr/>
          </p:nvSpPr>
          <p:spPr>
            <a:xfrm>
              <a:off x="9179833" y="2050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5" name="pt51745"/>
            <p:cNvSpPr/>
            <p:nvPr/>
          </p:nvSpPr>
          <p:spPr>
            <a:xfrm>
              <a:off x="8544712" y="2281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6" name="pt51746"/>
            <p:cNvSpPr/>
            <p:nvPr/>
          </p:nvSpPr>
          <p:spPr>
            <a:xfrm>
              <a:off x="8913479" y="1587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7" name="pt51747"/>
            <p:cNvSpPr/>
            <p:nvPr/>
          </p:nvSpPr>
          <p:spPr>
            <a:xfrm>
              <a:off x="8471820" y="2461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8" name="pt51748"/>
            <p:cNvSpPr/>
            <p:nvPr/>
          </p:nvSpPr>
          <p:spPr>
            <a:xfrm>
              <a:off x="9103999" y="1974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9" name="pt51749"/>
            <p:cNvSpPr/>
            <p:nvPr/>
          </p:nvSpPr>
          <p:spPr>
            <a:xfrm>
              <a:off x="8772758" y="2101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0" name="pt51750"/>
            <p:cNvSpPr/>
            <p:nvPr/>
          </p:nvSpPr>
          <p:spPr>
            <a:xfrm>
              <a:off x="9199183" y="2051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1" name="pt51751"/>
            <p:cNvSpPr/>
            <p:nvPr/>
          </p:nvSpPr>
          <p:spPr>
            <a:xfrm>
              <a:off x="9421909" y="1962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2" name="pt51752"/>
            <p:cNvSpPr/>
            <p:nvPr/>
          </p:nvSpPr>
          <p:spPr>
            <a:xfrm>
              <a:off x="9187265" y="2222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3" name="pt51753"/>
            <p:cNvSpPr/>
            <p:nvPr/>
          </p:nvSpPr>
          <p:spPr>
            <a:xfrm>
              <a:off x="8347210" y="2384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4" name="pt51754"/>
            <p:cNvSpPr/>
            <p:nvPr/>
          </p:nvSpPr>
          <p:spPr>
            <a:xfrm>
              <a:off x="8873363" y="2070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5" name="pt51755"/>
            <p:cNvSpPr/>
            <p:nvPr/>
          </p:nvSpPr>
          <p:spPr>
            <a:xfrm>
              <a:off x="8471820" y="2463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6" name="pt51756"/>
            <p:cNvSpPr/>
            <p:nvPr/>
          </p:nvSpPr>
          <p:spPr>
            <a:xfrm>
              <a:off x="9005825" y="1697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7" name="pt51757"/>
            <p:cNvSpPr/>
            <p:nvPr/>
          </p:nvSpPr>
          <p:spPr>
            <a:xfrm>
              <a:off x="8866825" y="2077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8" name="pt51758"/>
            <p:cNvSpPr/>
            <p:nvPr/>
          </p:nvSpPr>
          <p:spPr>
            <a:xfrm>
              <a:off x="8939717" y="2036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9" name="pt51759"/>
            <p:cNvSpPr/>
            <p:nvPr/>
          </p:nvSpPr>
          <p:spPr>
            <a:xfrm>
              <a:off x="9419155" y="1997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0" name="pt51760"/>
            <p:cNvSpPr/>
            <p:nvPr/>
          </p:nvSpPr>
          <p:spPr>
            <a:xfrm>
              <a:off x="8873363" y="195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1" name="pt51761"/>
            <p:cNvSpPr/>
            <p:nvPr/>
          </p:nvSpPr>
          <p:spPr>
            <a:xfrm>
              <a:off x="9120160" y="2031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2" name="pt51762"/>
            <p:cNvSpPr/>
            <p:nvPr/>
          </p:nvSpPr>
          <p:spPr>
            <a:xfrm>
              <a:off x="9103999" y="2174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3" name="pt51763"/>
            <p:cNvSpPr/>
            <p:nvPr/>
          </p:nvSpPr>
          <p:spPr>
            <a:xfrm>
              <a:off x="9157488" y="1742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4" name="pt51764"/>
            <p:cNvSpPr/>
            <p:nvPr/>
          </p:nvSpPr>
          <p:spPr>
            <a:xfrm>
              <a:off x="9294853" y="1942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5" name="pt51765"/>
            <p:cNvSpPr/>
            <p:nvPr/>
          </p:nvSpPr>
          <p:spPr>
            <a:xfrm>
              <a:off x="9124182" y="2009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6" name="pt51766"/>
            <p:cNvSpPr/>
            <p:nvPr/>
          </p:nvSpPr>
          <p:spPr>
            <a:xfrm>
              <a:off x="9083269" y="1977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7" name="pt51767"/>
            <p:cNvSpPr/>
            <p:nvPr/>
          </p:nvSpPr>
          <p:spPr>
            <a:xfrm>
              <a:off x="8347210" y="2498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8" name="pt51768"/>
            <p:cNvSpPr/>
            <p:nvPr/>
          </p:nvSpPr>
          <p:spPr>
            <a:xfrm>
              <a:off x="8544712" y="2308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9" name="pt51769"/>
            <p:cNvSpPr/>
            <p:nvPr/>
          </p:nvSpPr>
          <p:spPr>
            <a:xfrm>
              <a:off x="9488519" y="2437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0" name="pt51770"/>
            <p:cNvSpPr/>
            <p:nvPr/>
          </p:nvSpPr>
          <p:spPr>
            <a:xfrm>
              <a:off x="9427147" y="1866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1" name="pt51771"/>
            <p:cNvSpPr/>
            <p:nvPr/>
          </p:nvSpPr>
          <p:spPr>
            <a:xfrm>
              <a:off x="9655598" y="2189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2" name="pt51772"/>
            <p:cNvSpPr/>
            <p:nvPr/>
          </p:nvSpPr>
          <p:spPr>
            <a:xfrm>
              <a:off x="8563654" y="2076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3" name="pt51773"/>
            <p:cNvSpPr/>
            <p:nvPr/>
          </p:nvSpPr>
          <p:spPr>
            <a:xfrm>
              <a:off x="8812874" y="2191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4" name="pt51774"/>
            <p:cNvSpPr/>
            <p:nvPr/>
          </p:nvSpPr>
          <p:spPr>
            <a:xfrm>
              <a:off x="8659047" y="2319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5" name="pt51775"/>
            <p:cNvSpPr/>
            <p:nvPr/>
          </p:nvSpPr>
          <p:spPr>
            <a:xfrm>
              <a:off x="8347210" y="2597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6" name="pt51776"/>
            <p:cNvSpPr/>
            <p:nvPr/>
          </p:nvSpPr>
          <p:spPr>
            <a:xfrm>
              <a:off x="9363803" y="2118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7" name="pt51777"/>
            <p:cNvSpPr/>
            <p:nvPr/>
          </p:nvSpPr>
          <p:spPr>
            <a:xfrm>
              <a:off x="9187265" y="2061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8" name="pt51778"/>
            <p:cNvSpPr/>
            <p:nvPr/>
          </p:nvSpPr>
          <p:spPr>
            <a:xfrm>
              <a:off x="9126552" y="2013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9" name="pt51779"/>
            <p:cNvSpPr/>
            <p:nvPr/>
          </p:nvSpPr>
          <p:spPr>
            <a:xfrm>
              <a:off x="8563654" y="2165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0" name="pt51780"/>
            <p:cNvSpPr/>
            <p:nvPr/>
          </p:nvSpPr>
          <p:spPr>
            <a:xfrm>
              <a:off x="9140881" y="1968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1" name="pt51781"/>
            <p:cNvSpPr/>
            <p:nvPr/>
          </p:nvSpPr>
          <p:spPr>
            <a:xfrm>
              <a:off x="8879672" y="1710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2" name="pt51782"/>
            <p:cNvSpPr/>
            <p:nvPr/>
          </p:nvSpPr>
          <p:spPr>
            <a:xfrm>
              <a:off x="8688264" y="219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3" name="pt51783"/>
            <p:cNvSpPr/>
            <p:nvPr/>
          </p:nvSpPr>
          <p:spPr>
            <a:xfrm>
              <a:off x="9057543" y="1653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4" name="pt51784"/>
            <p:cNvSpPr/>
            <p:nvPr/>
          </p:nvSpPr>
          <p:spPr>
            <a:xfrm>
              <a:off x="8962610" y="2225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5" name="pt51785"/>
            <p:cNvSpPr/>
            <p:nvPr/>
          </p:nvSpPr>
          <p:spPr>
            <a:xfrm>
              <a:off x="8274318" y="2633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6" name="pt51786"/>
            <p:cNvSpPr/>
            <p:nvPr/>
          </p:nvSpPr>
          <p:spPr>
            <a:xfrm>
              <a:off x="9367540" y="2047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7" name="pt51787"/>
            <p:cNvSpPr/>
            <p:nvPr/>
          </p:nvSpPr>
          <p:spPr>
            <a:xfrm>
              <a:off x="9689893" y="1803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8" name="pt51788"/>
            <p:cNvSpPr/>
            <p:nvPr/>
          </p:nvSpPr>
          <p:spPr>
            <a:xfrm>
              <a:off x="8803653" y="210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9" name="pt51789"/>
            <p:cNvSpPr/>
            <p:nvPr/>
          </p:nvSpPr>
          <p:spPr>
            <a:xfrm>
              <a:off x="8908267" y="2053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0" name="pt51790"/>
            <p:cNvSpPr/>
            <p:nvPr/>
          </p:nvSpPr>
          <p:spPr>
            <a:xfrm>
              <a:off x="8563654" y="2305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1" name="pt51791"/>
            <p:cNvSpPr/>
            <p:nvPr/>
          </p:nvSpPr>
          <p:spPr>
            <a:xfrm>
              <a:off x="9127336" y="2102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2" name="pt51792"/>
            <p:cNvSpPr/>
            <p:nvPr/>
          </p:nvSpPr>
          <p:spPr>
            <a:xfrm>
              <a:off x="9421909" y="1937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3" name="pt51793"/>
            <p:cNvSpPr/>
            <p:nvPr/>
          </p:nvSpPr>
          <p:spPr>
            <a:xfrm>
              <a:off x="8721041" y="2032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4" name="pt51794"/>
            <p:cNvSpPr/>
            <p:nvPr/>
          </p:nvSpPr>
          <p:spPr>
            <a:xfrm>
              <a:off x="9336196" y="2216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5" name="pt51795"/>
            <p:cNvSpPr/>
            <p:nvPr/>
          </p:nvSpPr>
          <p:spPr>
            <a:xfrm>
              <a:off x="8879672" y="2006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6" name="pt51796"/>
            <p:cNvSpPr/>
            <p:nvPr/>
          </p:nvSpPr>
          <p:spPr>
            <a:xfrm>
              <a:off x="8471820" y="2386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7" name="pt51797"/>
            <p:cNvSpPr/>
            <p:nvPr/>
          </p:nvSpPr>
          <p:spPr>
            <a:xfrm>
              <a:off x="8624143" y="2405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8" name="pt51798"/>
            <p:cNvSpPr/>
            <p:nvPr/>
          </p:nvSpPr>
          <p:spPr>
            <a:xfrm>
              <a:off x="8876545" y="1865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9" name="pt51799"/>
            <p:cNvSpPr/>
            <p:nvPr/>
          </p:nvSpPr>
          <p:spPr>
            <a:xfrm>
              <a:off x="8930613" y="1820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0" name="pt51800"/>
            <p:cNvSpPr/>
            <p:nvPr/>
          </p:nvSpPr>
          <p:spPr>
            <a:xfrm>
              <a:off x="8274318" y="2429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1" name="pt51801"/>
            <p:cNvSpPr/>
            <p:nvPr/>
          </p:nvSpPr>
          <p:spPr>
            <a:xfrm>
              <a:off x="8966476" y="2272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2" name="pt51802"/>
            <p:cNvSpPr/>
            <p:nvPr/>
          </p:nvSpPr>
          <p:spPr>
            <a:xfrm>
              <a:off x="9356962" y="2189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3" name="pt51803"/>
            <p:cNvSpPr/>
            <p:nvPr/>
          </p:nvSpPr>
          <p:spPr>
            <a:xfrm>
              <a:off x="8659047" y="234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4" name="pt51804"/>
            <p:cNvSpPr/>
            <p:nvPr/>
          </p:nvSpPr>
          <p:spPr>
            <a:xfrm>
              <a:off x="9075096" y="1841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5" name="pt51805"/>
            <p:cNvSpPr/>
            <p:nvPr/>
          </p:nvSpPr>
          <p:spPr>
            <a:xfrm>
              <a:off x="8897369" y="2039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6" name="pt51806"/>
            <p:cNvSpPr/>
            <p:nvPr/>
          </p:nvSpPr>
          <p:spPr>
            <a:xfrm>
              <a:off x="8697035" y="2059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7" name="pt51807"/>
            <p:cNvSpPr/>
            <p:nvPr/>
          </p:nvSpPr>
          <p:spPr>
            <a:xfrm>
              <a:off x="8713389" y="2014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8" name="pt51808"/>
            <p:cNvSpPr/>
            <p:nvPr/>
          </p:nvSpPr>
          <p:spPr>
            <a:xfrm>
              <a:off x="9435925" y="1764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9" name="pt51809"/>
            <p:cNvSpPr/>
            <p:nvPr/>
          </p:nvSpPr>
          <p:spPr>
            <a:xfrm>
              <a:off x="8347210" y="2289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0" name="pt51810"/>
            <p:cNvSpPr/>
            <p:nvPr/>
          </p:nvSpPr>
          <p:spPr>
            <a:xfrm>
              <a:off x="8610820" y="2083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1" name="pt51811"/>
            <p:cNvSpPr/>
            <p:nvPr/>
          </p:nvSpPr>
          <p:spPr>
            <a:xfrm>
              <a:off x="9420231" y="1882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2" name="pt51812"/>
            <p:cNvSpPr/>
            <p:nvPr/>
          </p:nvSpPr>
          <p:spPr>
            <a:xfrm>
              <a:off x="8879672" y="1968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3" name="pt51813"/>
            <p:cNvSpPr/>
            <p:nvPr/>
          </p:nvSpPr>
          <p:spPr>
            <a:xfrm>
              <a:off x="8952564" y="2145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4" name="pt51814"/>
            <p:cNvSpPr/>
            <p:nvPr/>
          </p:nvSpPr>
          <p:spPr>
            <a:xfrm>
              <a:off x="8648148" y="2255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5" name="pt51815"/>
            <p:cNvSpPr/>
            <p:nvPr/>
          </p:nvSpPr>
          <p:spPr>
            <a:xfrm>
              <a:off x="9503592" y="2547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6" name="pt51816"/>
            <p:cNvSpPr/>
            <p:nvPr/>
          </p:nvSpPr>
          <p:spPr>
            <a:xfrm>
              <a:off x="8624143" y="2515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7" name="pt51817"/>
            <p:cNvSpPr/>
            <p:nvPr/>
          </p:nvSpPr>
          <p:spPr>
            <a:xfrm>
              <a:off x="9110981" y="2076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8" name="pt51818"/>
            <p:cNvSpPr/>
            <p:nvPr/>
          </p:nvSpPr>
          <p:spPr>
            <a:xfrm>
              <a:off x="9227269" y="2112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9" name="pt51819"/>
            <p:cNvSpPr/>
            <p:nvPr/>
          </p:nvSpPr>
          <p:spPr>
            <a:xfrm>
              <a:off x="8347210" y="2162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0" name="pt51820"/>
            <p:cNvSpPr/>
            <p:nvPr/>
          </p:nvSpPr>
          <p:spPr>
            <a:xfrm>
              <a:off x="8669323" y="2367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1" name="pt51821"/>
            <p:cNvSpPr/>
            <p:nvPr/>
          </p:nvSpPr>
          <p:spPr>
            <a:xfrm>
              <a:off x="9285697" y="1798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2" name="pt51822"/>
            <p:cNvSpPr/>
            <p:nvPr/>
          </p:nvSpPr>
          <p:spPr>
            <a:xfrm>
              <a:off x="8523538" y="249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3" name="pt51823"/>
            <p:cNvSpPr/>
            <p:nvPr/>
          </p:nvSpPr>
          <p:spPr>
            <a:xfrm>
              <a:off x="8870124" y="2262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4" name="pt51824"/>
            <p:cNvSpPr/>
            <p:nvPr/>
          </p:nvSpPr>
          <p:spPr>
            <a:xfrm>
              <a:off x="9269435" y="1982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5" name="pt51825"/>
            <p:cNvSpPr/>
            <p:nvPr/>
          </p:nvSpPr>
          <p:spPr>
            <a:xfrm>
              <a:off x="8923469" y="1998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6" name="pt51826"/>
            <p:cNvSpPr/>
            <p:nvPr/>
          </p:nvSpPr>
          <p:spPr>
            <a:xfrm>
              <a:off x="9236019" y="2017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7" name="pt51827"/>
            <p:cNvSpPr/>
            <p:nvPr/>
          </p:nvSpPr>
          <p:spPr>
            <a:xfrm>
              <a:off x="8982914" y="1829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8" name="pt51828"/>
            <p:cNvSpPr/>
            <p:nvPr/>
          </p:nvSpPr>
          <p:spPr>
            <a:xfrm>
              <a:off x="9488519" y="2524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9" name="pt51829"/>
            <p:cNvSpPr/>
            <p:nvPr/>
          </p:nvSpPr>
          <p:spPr>
            <a:xfrm>
              <a:off x="8834048" y="1817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0" name="pt51830"/>
            <p:cNvSpPr/>
            <p:nvPr/>
          </p:nvSpPr>
          <p:spPr>
            <a:xfrm>
              <a:off x="8921023" y="1768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1" name="pt51831"/>
            <p:cNvSpPr/>
            <p:nvPr/>
          </p:nvSpPr>
          <p:spPr>
            <a:xfrm>
              <a:off x="9066533" y="1955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2" name="pt51832"/>
            <p:cNvSpPr/>
            <p:nvPr/>
          </p:nvSpPr>
          <p:spPr>
            <a:xfrm>
              <a:off x="8870124" y="2167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3" name="pt51833"/>
            <p:cNvSpPr/>
            <p:nvPr/>
          </p:nvSpPr>
          <p:spPr>
            <a:xfrm>
              <a:off x="9792213" y="2414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4" name="pt51834"/>
            <p:cNvSpPr/>
            <p:nvPr/>
          </p:nvSpPr>
          <p:spPr>
            <a:xfrm>
              <a:off x="8669323" y="2391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5" name="pt51835"/>
            <p:cNvSpPr/>
            <p:nvPr/>
          </p:nvSpPr>
          <p:spPr>
            <a:xfrm>
              <a:off x="8624143" y="2428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6" name="pt51836"/>
            <p:cNvSpPr/>
            <p:nvPr/>
          </p:nvSpPr>
          <p:spPr>
            <a:xfrm>
              <a:off x="9639141" y="2080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7" name="pt51837"/>
            <p:cNvSpPr/>
            <p:nvPr/>
          </p:nvSpPr>
          <p:spPr>
            <a:xfrm>
              <a:off x="8838000" y="1990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8" name="pt51838"/>
            <p:cNvSpPr/>
            <p:nvPr/>
          </p:nvSpPr>
          <p:spPr>
            <a:xfrm>
              <a:off x="8610820" y="199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9" name="pt51839"/>
            <p:cNvSpPr/>
            <p:nvPr/>
          </p:nvSpPr>
          <p:spPr>
            <a:xfrm>
              <a:off x="9268724" y="1745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0" name="pt51840"/>
            <p:cNvSpPr/>
            <p:nvPr/>
          </p:nvSpPr>
          <p:spPr>
            <a:xfrm>
              <a:off x="8648148" y="2417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1" name="pt51841"/>
            <p:cNvSpPr/>
            <p:nvPr/>
          </p:nvSpPr>
          <p:spPr>
            <a:xfrm>
              <a:off x="8923469" y="1937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2" name="pt51842"/>
            <p:cNvSpPr/>
            <p:nvPr/>
          </p:nvSpPr>
          <p:spPr>
            <a:xfrm>
              <a:off x="9269435" y="1946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3" name="pt51843"/>
            <p:cNvSpPr/>
            <p:nvPr/>
          </p:nvSpPr>
          <p:spPr>
            <a:xfrm>
              <a:off x="9142325" y="2181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4" name="pt51844"/>
            <p:cNvSpPr/>
            <p:nvPr/>
          </p:nvSpPr>
          <p:spPr>
            <a:xfrm>
              <a:off x="8563654" y="2134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5" name="pt51845"/>
            <p:cNvSpPr/>
            <p:nvPr/>
          </p:nvSpPr>
          <p:spPr>
            <a:xfrm>
              <a:off x="8596430" y="2230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6" name="pt51846"/>
            <p:cNvSpPr/>
            <p:nvPr/>
          </p:nvSpPr>
          <p:spPr>
            <a:xfrm>
              <a:off x="9243545" y="2123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7" name="pt51847"/>
            <p:cNvSpPr/>
            <p:nvPr/>
          </p:nvSpPr>
          <p:spPr>
            <a:xfrm>
              <a:off x="8274318" y="2495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8" name="pt51848"/>
            <p:cNvSpPr/>
            <p:nvPr/>
          </p:nvSpPr>
          <p:spPr>
            <a:xfrm>
              <a:off x="8748753" y="2066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9" name="pt51849"/>
            <p:cNvSpPr/>
            <p:nvPr/>
          </p:nvSpPr>
          <p:spPr>
            <a:xfrm>
              <a:off x="8748753" y="2056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0" name="pt51850"/>
            <p:cNvSpPr/>
            <p:nvPr/>
          </p:nvSpPr>
          <p:spPr>
            <a:xfrm>
              <a:off x="8735430" y="2072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1" name="pt51851"/>
            <p:cNvSpPr/>
            <p:nvPr/>
          </p:nvSpPr>
          <p:spPr>
            <a:xfrm>
              <a:off x="9055223" y="2085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2" name="pt51852"/>
            <p:cNvSpPr/>
            <p:nvPr/>
          </p:nvSpPr>
          <p:spPr>
            <a:xfrm>
              <a:off x="9176891" y="1913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3" name="pt51853"/>
            <p:cNvSpPr/>
            <p:nvPr/>
          </p:nvSpPr>
          <p:spPr>
            <a:xfrm>
              <a:off x="8274318" y="2455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4" name="pt51854"/>
            <p:cNvSpPr/>
            <p:nvPr/>
          </p:nvSpPr>
          <p:spPr>
            <a:xfrm>
              <a:off x="9519098" y="2422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5" name="pt51855"/>
            <p:cNvSpPr/>
            <p:nvPr/>
          </p:nvSpPr>
          <p:spPr>
            <a:xfrm>
              <a:off x="8636546" y="237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6" name="pt51856"/>
            <p:cNvSpPr/>
            <p:nvPr/>
          </p:nvSpPr>
          <p:spPr>
            <a:xfrm>
              <a:off x="8984651" y="187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7" name="pt51857"/>
            <p:cNvSpPr/>
            <p:nvPr/>
          </p:nvSpPr>
          <p:spPr>
            <a:xfrm>
              <a:off x="9439815" y="1887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8" name="pt51858"/>
            <p:cNvSpPr/>
            <p:nvPr/>
          </p:nvSpPr>
          <p:spPr>
            <a:xfrm>
              <a:off x="9116046" y="1968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9" name="pt51859"/>
            <p:cNvSpPr/>
            <p:nvPr/>
          </p:nvSpPr>
          <p:spPr>
            <a:xfrm>
              <a:off x="8274318" y="2428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0" name="pt51860"/>
            <p:cNvSpPr/>
            <p:nvPr/>
          </p:nvSpPr>
          <p:spPr>
            <a:xfrm>
              <a:off x="8897369" y="2312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1" name="pt51861"/>
            <p:cNvSpPr/>
            <p:nvPr/>
          </p:nvSpPr>
          <p:spPr>
            <a:xfrm>
              <a:off x="8817313" y="2020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2" name="pt51862"/>
            <p:cNvSpPr/>
            <p:nvPr/>
          </p:nvSpPr>
          <p:spPr>
            <a:xfrm>
              <a:off x="9258470" y="1958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3" name="pt51863"/>
            <p:cNvSpPr/>
            <p:nvPr/>
          </p:nvSpPr>
          <p:spPr>
            <a:xfrm>
              <a:off x="8952564" y="2208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4" name="pt51864"/>
            <p:cNvSpPr/>
            <p:nvPr/>
          </p:nvSpPr>
          <p:spPr>
            <a:xfrm>
              <a:off x="8935223" y="1875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5" name="pt51865"/>
            <p:cNvSpPr/>
            <p:nvPr/>
          </p:nvSpPr>
          <p:spPr>
            <a:xfrm>
              <a:off x="9031551" y="167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6" name="pt51866"/>
            <p:cNvSpPr/>
            <p:nvPr/>
          </p:nvSpPr>
          <p:spPr>
            <a:xfrm>
              <a:off x="8563654" y="2307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7" name="pt51867"/>
            <p:cNvSpPr/>
            <p:nvPr/>
          </p:nvSpPr>
          <p:spPr>
            <a:xfrm>
              <a:off x="9002725" y="1846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8" name="pt51868"/>
            <p:cNvSpPr/>
            <p:nvPr/>
          </p:nvSpPr>
          <p:spPr>
            <a:xfrm>
              <a:off x="8761156" y="2280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9" name="pt51869"/>
            <p:cNvSpPr/>
            <p:nvPr/>
          </p:nvSpPr>
          <p:spPr>
            <a:xfrm>
              <a:off x="8544712" y="2463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0" name="pt51870"/>
            <p:cNvSpPr/>
            <p:nvPr/>
          </p:nvSpPr>
          <p:spPr>
            <a:xfrm>
              <a:off x="8636546" y="2398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1" name="pt51871"/>
            <p:cNvSpPr/>
            <p:nvPr/>
          </p:nvSpPr>
          <p:spPr>
            <a:xfrm>
              <a:off x="9226820" y="2011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2" name="pt51872"/>
            <p:cNvSpPr/>
            <p:nvPr/>
          </p:nvSpPr>
          <p:spPr>
            <a:xfrm>
              <a:off x="9089164" y="1688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3" name="pt51873"/>
            <p:cNvSpPr/>
            <p:nvPr/>
          </p:nvSpPr>
          <p:spPr>
            <a:xfrm>
              <a:off x="9005825" y="1790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4" name="pt51874"/>
            <p:cNvSpPr/>
            <p:nvPr/>
          </p:nvSpPr>
          <p:spPr>
            <a:xfrm>
              <a:off x="9005825" y="1700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5" name="pt51875"/>
            <p:cNvSpPr/>
            <p:nvPr/>
          </p:nvSpPr>
          <p:spPr>
            <a:xfrm>
              <a:off x="8923469" y="2002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6" name="pt51876"/>
            <p:cNvSpPr/>
            <p:nvPr/>
          </p:nvSpPr>
          <p:spPr>
            <a:xfrm>
              <a:off x="9171470" y="1897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7" name="pt51877"/>
            <p:cNvSpPr/>
            <p:nvPr/>
          </p:nvSpPr>
          <p:spPr>
            <a:xfrm>
              <a:off x="8721041" y="2070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8" name="pt51878"/>
            <p:cNvSpPr/>
            <p:nvPr/>
          </p:nvSpPr>
          <p:spPr>
            <a:xfrm>
              <a:off x="8580788" y="2345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9" name="pt51879"/>
            <p:cNvSpPr/>
            <p:nvPr/>
          </p:nvSpPr>
          <p:spPr>
            <a:xfrm>
              <a:off x="9308769" y="2162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0" name="pt51880"/>
            <p:cNvSpPr/>
            <p:nvPr/>
          </p:nvSpPr>
          <p:spPr>
            <a:xfrm>
              <a:off x="9199706" y="2082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1" name="pt51881"/>
            <p:cNvSpPr/>
            <p:nvPr/>
          </p:nvSpPr>
          <p:spPr>
            <a:xfrm>
              <a:off x="9689893" y="1602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2" name="pt51882"/>
            <p:cNvSpPr/>
            <p:nvPr/>
          </p:nvSpPr>
          <p:spPr>
            <a:xfrm>
              <a:off x="9644062" y="2396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3" name="pt51883"/>
            <p:cNvSpPr/>
            <p:nvPr/>
          </p:nvSpPr>
          <p:spPr>
            <a:xfrm>
              <a:off x="8580788" y="2255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4" name="pt51884"/>
            <p:cNvSpPr/>
            <p:nvPr/>
          </p:nvSpPr>
          <p:spPr>
            <a:xfrm>
              <a:off x="8596430" y="2244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5" name="pt51885"/>
            <p:cNvSpPr/>
            <p:nvPr/>
          </p:nvSpPr>
          <p:spPr>
            <a:xfrm>
              <a:off x="8544712" y="2426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6" name="pt51886"/>
            <p:cNvSpPr/>
            <p:nvPr/>
          </p:nvSpPr>
          <p:spPr>
            <a:xfrm>
              <a:off x="9176891" y="2107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7" name="pt51887"/>
            <p:cNvSpPr/>
            <p:nvPr/>
          </p:nvSpPr>
          <p:spPr>
            <a:xfrm>
              <a:off x="8856549" y="2287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8" name="pt51888"/>
            <p:cNvSpPr/>
            <p:nvPr/>
          </p:nvSpPr>
          <p:spPr>
            <a:xfrm>
              <a:off x="9363383" y="206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9" name="pt51889"/>
            <p:cNvSpPr/>
            <p:nvPr/>
          </p:nvSpPr>
          <p:spPr>
            <a:xfrm>
              <a:off x="9330228" y="1984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0" name="pt51890"/>
            <p:cNvSpPr/>
            <p:nvPr/>
          </p:nvSpPr>
          <p:spPr>
            <a:xfrm>
              <a:off x="9334476" y="2242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1" name="pt51891"/>
            <p:cNvSpPr/>
            <p:nvPr/>
          </p:nvSpPr>
          <p:spPr>
            <a:xfrm>
              <a:off x="9313270" y="2128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2" name="pt51892"/>
            <p:cNvSpPr/>
            <p:nvPr/>
          </p:nvSpPr>
          <p:spPr>
            <a:xfrm>
              <a:off x="9103999" y="2021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3" name="pt51893"/>
            <p:cNvSpPr/>
            <p:nvPr/>
          </p:nvSpPr>
          <p:spPr>
            <a:xfrm>
              <a:off x="8913479" y="1733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4" name="pt51894"/>
            <p:cNvSpPr/>
            <p:nvPr/>
          </p:nvSpPr>
          <p:spPr>
            <a:xfrm>
              <a:off x="9187265" y="2142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5" name="pt51895"/>
            <p:cNvSpPr/>
            <p:nvPr/>
          </p:nvSpPr>
          <p:spPr>
            <a:xfrm>
              <a:off x="9368156" y="2147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6" name="pt51896"/>
            <p:cNvSpPr/>
            <p:nvPr/>
          </p:nvSpPr>
          <p:spPr>
            <a:xfrm>
              <a:off x="8439043" y="2349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7" name="pt51897"/>
            <p:cNvSpPr/>
            <p:nvPr/>
          </p:nvSpPr>
          <p:spPr>
            <a:xfrm>
              <a:off x="9152801" y="1985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8" name="pt51898"/>
            <p:cNvSpPr/>
            <p:nvPr/>
          </p:nvSpPr>
          <p:spPr>
            <a:xfrm>
              <a:off x="9180997" y="1927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9" name="pt51899"/>
            <p:cNvSpPr/>
            <p:nvPr/>
          </p:nvSpPr>
          <p:spPr>
            <a:xfrm>
              <a:off x="9627091" y="2220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0" name="pt51900"/>
            <p:cNvSpPr/>
            <p:nvPr/>
          </p:nvSpPr>
          <p:spPr>
            <a:xfrm>
              <a:off x="9585294" y="220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1" name="pt51901"/>
            <p:cNvSpPr/>
            <p:nvPr/>
          </p:nvSpPr>
          <p:spPr>
            <a:xfrm>
              <a:off x="8873363" y="2110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2" name="pt51902"/>
            <p:cNvSpPr/>
            <p:nvPr/>
          </p:nvSpPr>
          <p:spPr>
            <a:xfrm>
              <a:off x="8398928" y="2434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3" name="pt51903"/>
            <p:cNvSpPr/>
            <p:nvPr/>
          </p:nvSpPr>
          <p:spPr>
            <a:xfrm>
              <a:off x="8471820" y="2553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4" name="pt51904"/>
            <p:cNvSpPr/>
            <p:nvPr/>
          </p:nvSpPr>
          <p:spPr>
            <a:xfrm>
              <a:off x="9187265" y="2033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5" name="pt51905"/>
            <p:cNvSpPr/>
            <p:nvPr/>
          </p:nvSpPr>
          <p:spPr>
            <a:xfrm>
              <a:off x="9339588" y="2050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6" name="pt51906"/>
            <p:cNvSpPr/>
            <p:nvPr/>
          </p:nvSpPr>
          <p:spPr>
            <a:xfrm>
              <a:off x="8783657" y="2202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7" name="pt51907"/>
            <p:cNvSpPr/>
            <p:nvPr/>
          </p:nvSpPr>
          <p:spPr>
            <a:xfrm>
              <a:off x="8735430" y="2096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8" name="pt51908"/>
            <p:cNvSpPr/>
            <p:nvPr/>
          </p:nvSpPr>
          <p:spPr>
            <a:xfrm>
              <a:off x="9116046" y="2008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9" name="pt51909"/>
            <p:cNvSpPr/>
            <p:nvPr/>
          </p:nvSpPr>
          <p:spPr>
            <a:xfrm>
              <a:off x="9212805" y="1849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0" name="pt51910"/>
            <p:cNvSpPr/>
            <p:nvPr/>
          </p:nvSpPr>
          <p:spPr>
            <a:xfrm>
              <a:off x="8669323" y="2438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1" name="pt51911"/>
            <p:cNvSpPr/>
            <p:nvPr/>
          </p:nvSpPr>
          <p:spPr>
            <a:xfrm>
              <a:off x="8870124" y="214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2" name="pt51912"/>
            <p:cNvSpPr/>
            <p:nvPr/>
          </p:nvSpPr>
          <p:spPr>
            <a:xfrm>
              <a:off x="9147988" y="1989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3" name="pt51913"/>
            <p:cNvSpPr/>
            <p:nvPr/>
          </p:nvSpPr>
          <p:spPr>
            <a:xfrm>
              <a:off x="8499532" y="2383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4" name="pt51914"/>
            <p:cNvSpPr/>
            <p:nvPr/>
          </p:nvSpPr>
          <p:spPr>
            <a:xfrm>
              <a:off x="8563654" y="2300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5" name="pt51915"/>
            <p:cNvSpPr/>
            <p:nvPr/>
          </p:nvSpPr>
          <p:spPr>
            <a:xfrm>
              <a:off x="8523538" y="2488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6" name="pt51916"/>
            <p:cNvSpPr/>
            <p:nvPr/>
          </p:nvSpPr>
          <p:spPr>
            <a:xfrm>
              <a:off x="8596430" y="2119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7" name="pt51917"/>
            <p:cNvSpPr/>
            <p:nvPr/>
          </p:nvSpPr>
          <p:spPr>
            <a:xfrm>
              <a:off x="8636546" y="2352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8" name="pt51918"/>
            <p:cNvSpPr/>
            <p:nvPr/>
          </p:nvSpPr>
          <p:spPr>
            <a:xfrm>
              <a:off x="9657982" y="1934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9" name="pt51919"/>
            <p:cNvSpPr/>
            <p:nvPr/>
          </p:nvSpPr>
          <p:spPr>
            <a:xfrm>
              <a:off x="9503592" y="2567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0" name="pt51920"/>
            <p:cNvSpPr/>
            <p:nvPr/>
          </p:nvSpPr>
          <p:spPr>
            <a:xfrm>
              <a:off x="9265854" y="2134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1" name="pt51921"/>
            <p:cNvSpPr/>
            <p:nvPr/>
          </p:nvSpPr>
          <p:spPr>
            <a:xfrm>
              <a:off x="9149376" y="2010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2" name="pt51922"/>
            <p:cNvSpPr/>
            <p:nvPr/>
          </p:nvSpPr>
          <p:spPr>
            <a:xfrm>
              <a:off x="8347210" y="2480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3" name="pt51923"/>
            <p:cNvSpPr/>
            <p:nvPr/>
          </p:nvSpPr>
          <p:spPr>
            <a:xfrm>
              <a:off x="8624143" y="2410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4" name="pt51924"/>
            <p:cNvSpPr/>
            <p:nvPr/>
          </p:nvSpPr>
          <p:spPr>
            <a:xfrm>
              <a:off x="8988075" y="1904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5" name="pt51925"/>
            <p:cNvSpPr/>
            <p:nvPr/>
          </p:nvSpPr>
          <p:spPr>
            <a:xfrm>
              <a:off x="8563654" y="229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6" name="pt51926"/>
            <p:cNvSpPr/>
            <p:nvPr/>
          </p:nvSpPr>
          <p:spPr>
            <a:xfrm>
              <a:off x="9568569" y="2205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7" name="pt51927"/>
            <p:cNvSpPr/>
            <p:nvPr/>
          </p:nvSpPr>
          <p:spPr>
            <a:xfrm>
              <a:off x="9439815" y="1807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8" name="pt51928"/>
            <p:cNvSpPr/>
            <p:nvPr/>
          </p:nvSpPr>
          <p:spPr>
            <a:xfrm>
              <a:off x="8596430" y="2264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9" name="pt51929"/>
            <p:cNvSpPr/>
            <p:nvPr/>
          </p:nvSpPr>
          <p:spPr>
            <a:xfrm>
              <a:off x="9005825" y="1670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0" name="pt51930"/>
            <p:cNvSpPr/>
            <p:nvPr/>
          </p:nvSpPr>
          <p:spPr>
            <a:xfrm>
              <a:off x="8398928" y="2430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1" name="pt51931"/>
            <p:cNvSpPr/>
            <p:nvPr/>
          </p:nvSpPr>
          <p:spPr>
            <a:xfrm>
              <a:off x="9468702" y="2065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2" name="pt51932"/>
            <p:cNvSpPr/>
            <p:nvPr/>
          </p:nvSpPr>
          <p:spPr>
            <a:xfrm>
              <a:off x="9325618" y="2167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3" name="pt51933"/>
            <p:cNvSpPr/>
            <p:nvPr/>
          </p:nvSpPr>
          <p:spPr>
            <a:xfrm>
              <a:off x="9189492" y="2076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4" name="pt51934"/>
            <p:cNvSpPr/>
            <p:nvPr/>
          </p:nvSpPr>
          <p:spPr>
            <a:xfrm>
              <a:off x="8596430" y="2363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5" name="pt51935"/>
            <p:cNvSpPr/>
            <p:nvPr/>
          </p:nvSpPr>
          <p:spPr>
            <a:xfrm>
              <a:off x="9181576" y="1930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6" name="pt51936"/>
            <p:cNvSpPr/>
            <p:nvPr/>
          </p:nvSpPr>
          <p:spPr>
            <a:xfrm>
              <a:off x="8932933" y="1840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7" name="pt51937"/>
            <p:cNvSpPr/>
            <p:nvPr/>
          </p:nvSpPr>
          <p:spPr>
            <a:xfrm>
              <a:off x="9274677" y="1762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8" name="pt51938"/>
            <p:cNvSpPr/>
            <p:nvPr/>
          </p:nvSpPr>
          <p:spPr>
            <a:xfrm>
              <a:off x="9200228" y="1775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9" name="pt51939"/>
            <p:cNvSpPr/>
            <p:nvPr/>
          </p:nvSpPr>
          <p:spPr>
            <a:xfrm>
              <a:off x="8728379" y="203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0" name="pt51940"/>
            <p:cNvSpPr/>
            <p:nvPr/>
          </p:nvSpPr>
          <p:spPr>
            <a:xfrm>
              <a:off x="9034195" y="1702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1" name="pt51941"/>
            <p:cNvSpPr/>
            <p:nvPr/>
          </p:nvSpPr>
          <p:spPr>
            <a:xfrm>
              <a:off x="8471820" y="2435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2" name="pt51942"/>
            <p:cNvSpPr/>
            <p:nvPr/>
          </p:nvSpPr>
          <p:spPr>
            <a:xfrm>
              <a:off x="8439043" y="2248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3" name="pt51943"/>
            <p:cNvSpPr/>
            <p:nvPr/>
          </p:nvSpPr>
          <p:spPr>
            <a:xfrm>
              <a:off x="8439043" y="2214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4" name="pt51944"/>
            <p:cNvSpPr/>
            <p:nvPr/>
          </p:nvSpPr>
          <p:spPr>
            <a:xfrm>
              <a:off x="9034195" y="1553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5" name="pt51945"/>
            <p:cNvSpPr/>
            <p:nvPr/>
          </p:nvSpPr>
          <p:spPr>
            <a:xfrm>
              <a:off x="8596430" y="2152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6" name="pt51946"/>
            <p:cNvSpPr/>
            <p:nvPr/>
          </p:nvSpPr>
          <p:spPr>
            <a:xfrm>
              <a:off x="8471820" y="2519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7" name="pt51947"/>
            <p:cNvSpPr/>
            <p:nvPr/>
          </p:nvSpPr>
          <p:spPr>
            <a:xfrm>
              <a:off x="8972124" y="2080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8" name="pt51948"/>
            <p:cNvSpPr/>
            <p:nvPr/>
          </p:nvSpPr>
          <p:spPr>
            <a:xfrm>
              <a:off x="8921023" y="1796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9" name="pt51949"/>
            <p:cNvSpPr/>
            <p:nvPr/>
          </p:nvSpPr>
          <p:spPr>
            <a:xfrm>
              <a:off x="8975793" y="2022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0" name="pt51950"/>
            <p:cNvSpPr/>
            <p:nvPr/>
          </p:nvSpPr>
          <p:spPr>
            <a:xfrm>
              <a:off x="8767051" y="2220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1" name="pt51951"/>
            <p:cNvSpPr/>
            <p:nvPr/>
          </p:nvSpPr>
          <p:spPr>
            <a:xfrm>
              <a:off x="8838000" y="1999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2" name="pt51952"/>
            <p:cNvSpPr/>
            <p:nvPr/>
          </p:nvSpPr>
          <p:spPr>
            <a:xfrm>
              <a:off x="8439043" y="2293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3" name="pt51953"/>
            <p:cNvSpPr/>
            <p:nvPr/>
          </p:nvSpPr>
          <p:spPr>
            <a:xfrm>
              <a:off x="8902901" y="2012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4" name="pt51954"/>
            <p:cNvSpPr/>
            <p:nvPr/>
          </p:nvSpPr>
          <p:spPr>
            <a:xfrm>
              <a:off x="8882745" y="1531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5" name="pt51955"/>
            <p:cNvSpPr/>
            <p:nvPr/>
          </p:nvSpPr>
          <p:spPr>
            <a:xfrm>
              <a:off x="9420231" y="1678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6" name="pt51956"/>
            <p:cNvSpPr/>
            <p:nvPr/>
          </p:nvSpPr>
          <p:spPr>
            <a:xfrm>
              <a:off x="9083269" y="1980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7" name="pt51957"/>
            <p:cNvSpPr/>
            <p:nvPr/>
          </p:nvSpPr>
          <p:spPr>
            <a:xfrm>
              <a:off x="8748753" y="2078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8" name="pt51958"/>
            <p:cNvSpPr/>
            <p:nvPr/>
          </p:nvSpPr>
          <p:spPr>
            <a:xfrm>
              <a:off x="8347210" y="2417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9" name="pt51959"/>
            <p:cNvSpPr/>
            <p:nvPr/>
          </p:nvSpPr>
          <p:spPr>
            <a:xfrm>
              <a:off x="8471820" y="2252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0" name="pt51960"/>
            <p:cNvSpPr/>
            <p:nvPr/>
          </p:nvSpPr>
          <p:spPr>
            <a:xfrm>
              <a:off x="8713389" y="2190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1" name="pt51961"/>
            <p:cNvSpPr/>
            <p:nvPr/>
          </p:nvSpPr>
          <p:spPr>
            <a:xfrm>
              <a:off x="9066533" y="1912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2" name="pt51962"/>
            <p:cNvSpPr/>
            <p:nvPr/>
          </p:nvSpPr>
          <p:spPr>
            <a:xfrm>
              <a:off x="9190595" y="2047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3" name="pt51963"/>
            <p:cNvSpPr/>
            <p:nvPr/>
          </p:nvSpPr>
          <p:spPr>
            <a:xfrm>
              <a:off x="8274318" y="2468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4" name="pt51964"/>
            <p:cNvSpPr/>
            <p:nvPr/>
          </p:nvSpPr>
          <p:spPr>
            <a:xfrm>
              <a:off x="9361481" y="2122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5" name="pt51965"/>
            <p:cNvSpPr/>
            <p:nvPr/>
          </p:nvSpPr>
          <p:spPr>
            <a:xfrm>
              <a:off x="8891661" y="197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6" name="pt51966"/>
            <p:cNvSpPr/>
            <p:nvPr/>
          </p:nvSpPr>
          <p:spPr>
            <a:xfrm>
              <a:off x="9026144" y="1905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7" name="pt51967"/>
            <p:cNvSpPr/>
            <p:nvPr/>
          </p:nvSpPr>
          <p:spPr>
            <a:xfrm>
              <a:off x="9103999" y="2154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8" name="pt51968"/>
            <p:cNvSpPr/>
            <p:nvPr/>
          </p:nvSpPr>
          <p:spPr>
            <a:xfrm>
              <a:off x="9275707" y="1808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9" name="pt51969"/>
            <p:cNvSpPr/>
            <p:nvPr/>
          </p:nvSpPr>
          <p:spPr>
            <a:xfrm>
              <a:off x="9028868" y="1865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0" name="pt51970"/>
            <p:cNvSpPr/>
            <p:nvPr/>
          </p:nvSpPr>
          <p:spPr>
            <a:xfrm>
              <a:off x="8783657" y="223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1" name="pt51971"/>
            <p:cNvSpPr/>
            <p:nvPr/>
          </p:nvSpPr>
          <p:spPr>
            <a:xfrm>
              <a:off x="8398928" y="2292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2" name="pt51972"/>
            <p:cNvSpPr/>
            <p:nvPr/>
          </p:nvSpPr>
          <p:spPr>
            <a:xfrm>
              <a:off x="9227269" y="2081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3" name="pt51973"/>
            <p:cNvSpPr/>
            <p:nvPr/>
          </p:nvSpPr>
          <p:spPr>
            <a:xfrm>
              <a:off x="9051686" y="2191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4" name="pt51974"/>
            <p:cNvSpPr/>
            <p:nvPr/>
          </p:nvSpPr>
          <p:spPr>
            <a:xfrm>
              <a:off x="8347210" y="2345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5" name="pt51975"/>
            <p:cNvSpPr/>
            <p:nvPr/>
          </p:nvSpPr>
          <p:spPr>
            <a:xfrm>
              <a:off x="8669323" y="236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6" name="pt51976"/>
            <p:cNvSpPr/>
            <p:nvPr/>
          </p:nvSpPr>
          <p:spPr>
            <a:xfrm>
              <a:off x="8755061" y="2174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7" name="pt51977"/>
            <p:cNvSpPr/>
            <p:nvPr/>
          </p:nvSpPr>
          <p:spPr>
            <a:xfrm>
              <a:off x="8913479" y="1786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8" name="pt51978"/>
            <p:cNvSpPr/>
            <p:nvPr/>
          </p:nvSpPr>
          <p:spPr>
            <a:xfrm>
              <a:off x="9184443" y="195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9" name="pt51979"/>
            <p:cNvSpPr/>
            <p:nvPr/>
          </p:nvSpPr>
          <p:spPr>
            <a:xfrm>
              <a:off x="9527393" y="1800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0" name="pt51980"/>
            <p:cNvSpPr/>
            <p:nvPr/>
          </p:nvSpPr>
          <p:spPr>
            <a:xfrm>
              <a:off x="9218071" y="1733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1" name="pt51981"/>
            <p:cNvSpPr/>
            <p:nvPr/>
          </p:nvSpPr>
          <p:spPr>
            <a:xfrm>
              <a:off x="8398928" y="2494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2" name="pt51982"/>
            <p:cNvSpPr/>
            <p:nvPr/>
          </p:nvSpPr>
          <p:spPr>
            <a:xfrm>
              <a:off x="8439043" y="2229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3" name="pt51983"/>
            <p:cNvSpPr/>
            <p:nvPr/>
          </p:nvSpPr>
          <p:spPr>
            <a:xfrm>
              <a:off x="9087220" y="1967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4" name="pt51984"/>
            <p:cNvSpPr/>
            <p:nvPr/>
          </p:nvSpPr>
          <p:spPr>
            <a:xfrm>
              <a:off x="8891661" y="1970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5" name="pt51985"/>
            <p:cNvSpPr/>
            <p:nvPr/>
          </p:nvSpPr>
          <p:spPr>
            <a:xfrm>
              <a:off x="9717541" y="1967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6" name="pt51986"/>
            <p:cNvSpPr/>
            <p:nvPr/>
          </p:nvSpPr>
          <p:spPr>
            <a:xfrm>
              <a:off x="8471820" y="2533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7" name="pt51987"/>
            <p:cNvSpPr/>
            <p:nvPr/>
          </p:nvSpPr>
          <p:spPr>
            <a:xfrm>
              <a:off x="9233005" y="2207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8" name="pt51988"/>
            <p:cNvSpPr/>
            <p:nvPr/>
          </p:nvSpPr>
          <p:spPr>
            <a:xfrm>
              <a:off x="8523538" y="2488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9" name="pt51989"/>
            <p:cNvSpPr/>
            <p:nvPr/>
          </p:nvSpPr>
          <p:spPr>
            <a:xfrm>
              <a:off x="8688264" y="2234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0" name="pt51990"/>
            <p:cNvSpPr/>
            <p:nvPr/>
          </p:nvSpPr>
          <p:spPr>
            <a:xfrm>
              <a:off x="8981160" y="1995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1" name="pt51991"/>
            <p:cNvSpPr/>
            <p:nvPr/>
          </p:nvSpPr>
          <p:spPr>
            <a:xfrm>
              <a:off x="8964553" y="2291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2" name="pt51992"/>
            <p:cNvSpPr/>
            <p:nvPr/>
          </p:nvSpPr>
          <p:spPr>
            <a:xfrm>
              <a:off x="8812874" y="2383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3" name="pt51993"/>
            <p:cNvSpPr/>
            <p:nvPr/>
          </p:nvSpPr>
          <p:spPr>
            <a:xfrm>
              <a:off x="9005825" y="1465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4" name="pt51994"/>
            <p:cNvSpPr/>
            <p:nvPr/>
          </p:nvSpPr>
          <p:spPr>
            <a:xfrm>
              <a:off x="9585294" y="2343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5" name="pt51995"/>
            <p:cNvSpPr/>
            <p:nvPr/>
          </p:nvSpPr>
          <p:spPr>
            <a:xfrm>
              <a:off x="9538128" y="1711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6" name="pt51996"/>
            <p:cNvSpPr/>
            <p:nvPr/>
          </p:nvSpPr>
          <p:spPr>
            <a:xfrm>
              <a:off x="9034195" y="179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7" name="pt51997"/>
            <p:cNvSpPr/>
            <p:nvPr/>
          </p:nvSpPr>
          <p:spPr>
            <a:xfrm>
              <a:off x="9212805" y="1666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8" name="pt51998"/>
            <p:cNvSpPr/>
            <p:nvPr/>
          </p:nvSpPr>
          <p:spPr>
            <a:xfrm>
              <a:off x="9051686" y="2276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9" name="pt51999"/>
            <p:cNvSpPr/>
            <p:nvPr/>
          </p:nvSpPr>
          <p:spPr>
            <a:xfrm>
              <a:off x="8793933" y="1995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0" name="pt52000"/>
            <p:cNvSpPr/>
            <p:nvPr/>
          </p:nvSpPr>
          <p:spPr>
            <a:xfrm>
              <a:off x="8834048" y="1823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1" name="pt52001"/>
            <p:cNvSpPr/>
            <p:nvPr/>
          </p:nvSpPr>
          <p:spPr>
            <a:xfrm>
              <a:off x="8918543" y="1909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2" name="pt52002"/>
            <p:cNvSpPr/>
            <p:nvPr/>
          </p:nvSpPr>
          <p:spPr>
            <a:xfrm>
              <a:off x="8398928" y="2435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3" name="pt52003"/>
            <p:cNvSpPr/>
            <p:nvPr/>
          </p:nvSpPr>
          <p:spPr>
            <a:xfrm>
              <a:off x="8439043" y="2343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4" name="pt52004"/>
            <p:cNvSpPr/>
            <p:nvPr/>
          </p:nvSpPr>
          <p:spPr>
            <a:xfrm>
              <a:off x="8873363" y="2042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5" name="pt52005"/>
            <p:cNvSpPr/>
            <p:nvPr/>
          </p:nvSpPr>
          <p:spPr>
            <a:xfrm>
              <a:off x="8274318" y="2568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6" name="pt52006"/>
            <p:cNvSpPr/>
            <p:nvPr/>
          </p:nvSpPr>
          <p:spPr>
            <a:xfrm>
              <a:off x="9500971" y="2406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7" name="pt52007"/>
            <p:cNvSpPr/>
            <p:nvPr/>
          </p:nvSpPr>
          <p:spPr>
            <a:xfrm>
              <a:off x="9044397" y="1961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8" name="pt52008"/>
            <p:cNvSpPr/>
            <p:nvPr/>
          </p:nvSpPr>
          <p:spPr>
            <a:xfrm>
              <a:off x="9031551" y="1616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9" name="pt52009"/>
            <p:cNvSpPr/>
            <p:nvPr/>
          </p:nvSpPr>
          <p:spPr>
            <a:xfrm>
              <a:off x="9181576" y="1858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0" name="pt52010"/>
            <p:cNvSpPr/>
            <p:nvPr/>
          </p:nvSpPr>
          <p:spPr>
            <a:xfrm>
              <a:off x="9016271" y="1805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1" name="pt52011"/>
            <p:cNvSpPr/>
            <p:nvPr/>
          </p:nvSpPr>
          <p:spPr>
            <a:xfrm>
              <a:off x="8803653" y="2011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2" name="pt52012"/>
            <p:cNvSpPr/>
            <p:nvPr/>
          </p:nvSpPr>
          <p:spPr>
            <a:xfrm>
              <a:off x="9513165" y="2496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3" name="pt52013"/>
            <p:cNvSpPr/>
            <p:nvPr/>
          </p:nvSpPr>
          <p:spPr>
            <a:xfrm>
              <a:off x="9371804" y="2100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4" name="pt52014"/>
            <p:cNvSpPr/>
            <p:nvPr/>
          </p:nvSpPr>
          <p:spPr>
            <a:xfrm>
              <a:off x="8941923" y="2067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5" name="pt52015"/>
            <p:cNvSpPr/>
            <p:nvPr/>
          </p:nvSpPr>
          <p:spPr>
            <a:xfrm>
              <a:off x="8659047" y="256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6" name="pt52016"/>
            <p:cNvSpPr/>
            <p:nvPr/>
          </p:nvSpPr>
          <p:spPr>
            <a:xfrm>
              <a:off x="8870124" y="2221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7" name="pt52017"/>
            <p:cNvSpPr/>
            <p:nvPr/>
          </p:nvSpPr>
          <p:spPr>
            <a:xfrm>
              <a:off x="8274318" y="2393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8" name="pt52018"/>
            <p:cNvSpPr/>
            <p:nvPr/>
          </p:nvSpPr>
          <p:spPr>
            <a:xfrm>
              <a:off x="8596430" y="2252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9" name="pt52019"/>
            <p:cNvSpPr/>
            <p:nvPr/>
          </p:nvSpPr>
          <p:spPr>
            <a:xfrm>
              <a:off x="8761156" y="2269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0" name="pt52020"/>
            <p:cNvSpPr/>
            <p:nvPr/>
          </p:nvSpPr>
          <p:spPr>
            <a:xfrm>
              <a:off x="8761156" y="2358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1" name="pt52021"/>
            <p:cNvSpPr/>
            <p:nvPr/>
          </p:nvSpPr>
          <p:spPr>
            <a:xfrm>
              <a:off x="8471820" y="2370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2" name="pt52022"/>
            <p:cNvSpPr/>
            <p:nvPr/>
          </p:nvSpPr>
          <p:spPr>
            <a:xfrm>
              <a:off x="8879672" y="1894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3" name="pt52023"/>
            <p:cNvSpPr/>
            <p:nvPr/>
          </p:nvSpPr>
          <p:spPr>
            <a:xfrm>
              <a:off x="8347210" y="2296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4" name="pt52024"/>
            <p:cNvSpPr/>
            <p:nvPr/>
          </p:nvSpPr>
          <p:spPr>
            <a:xfrm>
              <a:off x="8688264" y="2173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5" name="pt52025"/>
            <p:cNvSpPr/>
            <p:nvPr/>
          </p:nvSpPr>
          <p:spPr>
            <a:xfrm>
              <a:off x="9176891" y="1903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6" name="pt52026"/>
            <p:cNvSpPr/>
            <p:nvPr/>
          </p:nvSpPr>
          <p:spPr>
            <a:xfrm>
              <a:off x="8523538" y="2571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7" name="pt52027"/>
            <p:cNvSpPr/>
            <p:nvPr/>
          </p:nvSpPr>
          <p:spPr>
            <a:xfrm>
              <a:off x="8523538" y="2502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8" name="pt52028"/>
            <p:cNvSpPr/>
            <p:nvPr/>
          </p:nvSpPr>
          <p:spPr>
            <a:xfrm>
              <a:off x="9034195" y="1630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9" name="pt52029"/>
            <p:cNvSpPr/>
            <p:nvPr/>
          </p:nvSpPr>
          <p:spPr>
            <a:xfrm>
              <a:off x="8876545" y="1845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0" name="pt52030"/>
            <p:cNvSpPr/>
            <p:nvPr/>
          </p:nvSpPr>
          <p:spPr>
            <a:xfrm>
              <a:off x="8439043" y="2226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1" name="pt52031"/>
            <p:cNvSpPr/>
            <p:nvPr/>
          </p:nvSpPr>
          <p:spPr>
            <a:xfrm>
              <a:off x="9065434" y="1683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2" name="pt52032"/>
            <p:cNvSpPr/>
            <p:nvPr/>
          </p:nvSpPr>
          <p:spPr>
            <a:xfrm>
              <a:off x="9030214" y="1801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3" name="pt52033"/>
            <p:cNvSpPr/>
            <p:nvPr/>
          </p:nvSpPr>
          <p:spPr>
            <a:xfrm>
              <a:off x="8879672" y="1950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4" name="pt52034"/>
            <p:cNvSpPr/>
            <p:nvPr/>
          </p:nvSpPr>
          <p:spPr>
            <a:xfrm>
              <a:off x="8755061" y="2208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5" name="pt52035"/>
            <p:cNvSpPr/>
            <p:nvPr/>
          </p:nvSpPr>
          <p:spPr>
            <a:xfrm>
              <a:off x="9488519" y="2263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6" name="pt52036"/>
            <p:cNvSpPr/>
            <p:nvPr/>
          </p:nvSpPr>
          <p:spPr>
            <a:xfrm>
              <a:off x="8636546" y="2472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7" name="pt52037"/>
            <p:cNvSpPr/>
            <p:nvPr/>
          </p:nvSpPr>
          <p:spPr>
            <a:xfrm>
              <a:off x="8948383" y="2140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8" name="pt52038"/>
            <p:cNvSpPr/>
            <p:nvPr/>
          </p:nvSpPr>
          <p:spPr>
            <a:xfrm>
              <a:off x="9223646" y="1914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9" name="pt52039"/>
            <p:cNvSpPr/>
            <p:nvPr/>
          </p:nvSpPr>
          <p:spPr>
            <a:xfrm>
              <a:off x="9045633" y="2150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0" name="pt52040"/>
            <p:cNvSpPr/>
            <p:nvPr/>
          </p:nvSpPr>
          <p:spPr>
            <a:xfrm>
              <a:off x="8471820" y="2319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1" name="pt52041"/>
            <p:cNvSpPr/>
            <p:nvPr/>
          </p:nvSpPr>
          <p:spPr>
            <a:xfrm>
              <a:off x="8825875" y="2223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2" name="pt52042"/>
            <p:cNvSpPr/>
            <p:nvPr/>
          </p:nvSpPr>
          <p:spPr>
            <a:xfrm>
              <a:off x="9435925" y="192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3" name="pt52043"/>
            <p:cNvSpPr/>
            <p:nvPr/>
          </p:nvSpPr>
          <p:spPr>
            <a:xfrm>
              <a:off x="8398928" y="2381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4" name="pt52044"/>
            <p:cNvSpPr/>
            <p:nvPr/>
          </p:nvSpPr>
          <p:spPr>
            <a:xfrm>
              <a:off x="9226820" y="1904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5" name="pt52045"/>
            <p:cNvSpPr/>
            <p:nvPr/>
          </p:nvSpPr>
          <p:spPr>
            <a:xfrm>
              <a:off x="8798858" y="1960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6" name="pt52046"/>
            <p:cNvSpPr/>
            <p:nvPr/>
          </p:nvSpPr>
          <p:spPr>
            <a:xfrm>
              <a:off x="8471820" y="2533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7" name="pt52047"/>
            <p:cNvSpPr/>
            <p:nvPr/>
          </p:nvSpPr>
          <p:spPr>
            <a:xfrm>
              <a:off x="8347210" y="2281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8" name="pt52048"/>
            <p:cNvSpPr/>
            <p:nvPr/>
          </p:nvSpPr>
          <p:spPr>
            <a:xfrm>
              <a:off x="8624143" y="2435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9" name="pt52049"/>
            <p:cNvSpPr/>
            <p:nvPr/>
          </p:nvSpPr>
          <p:spPr>
            <a:xfrm>
              <a:off x="8937484" y="2157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0" name="pt52050"/>
            <p:cNvSpPr/>
            <p:nvPr/>
          </p:nvSpPr>
          <p:spPr>
            <a:xfrm>
              <a:off x="9054052" y="2252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1" name="pt52051"/>
            <p:cNvSpPr/>
            <p:nvPr/>
          </p:nvSpPr>
          <p:spPr>
            <a:xfrm>
              <a:off x="9477272" y="2470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2" name="pt52052"/>
            <p:cNvSpPr/>
            <p:nvPr/>
          </p:nvSpPr>
          <p:spPr>
            <a:xfrm>
              <a:off x="8610820" y="2110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3" name="pt52053"/>
            <p:cNvSpPr/>
            <p:nvPr/>
          </p:nvSpPr>
          <p:spPr>
            <a:xfrm>
              <a:off x="8973968" y="1967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4" name="pt52054"/>
            <p:cNvSpPr/>
            <p:nvPr/>
          </p:nvSpPr>
          <p:spPr>
            <a:xfrm>
              <a:off x="9401682" y="2142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5" name="pt52055"/>
            <p:cNvSpPr/>
            <p:nvPr/>
          </p:nvSpPr>
          <p:spPr>
            <a:xfrm>
              <a:off x="8778290" y="2306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6" name="pt52056"/>
            <p:cNvSpPr/>
            <p:nvPr/>
          </p:nvSpPr>
          <p:spPr>
            <a:xfrm>
              <a:off x="8274318" y="2452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7" name="pt52057"/>
            <p:cNvSpPr/>
            <p:nvPr/>
          </p:nvSpPr>
          <p:spPr>
            <a:xfrm>
              <a:off x="8688264" y="2245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8" name="pt52058"/>
            <p:cNvSpPr/>
            <p:nvPr/>
          </p:nvSpPr>
          <p:spPr>
            <a:xfrm>
              <a:off x="8849358" y="2256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9" name="pt52059"/>
            <p:cNvSpPr/>
            <p:nvPr/>
          </p:nvSpPr>
          <p:spPr>
            <a:xfrm>
              <a:off x="9413835" y="2008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0" name="pt52060"/>
            <p:cNvSpPr/>
            <p:nvPr/>
          </p:nvSpPr>
          <p:spPr>
            <a:xfrm>
              <a:off x="9057543" y="1640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1" name="pt52061"/>
            <p:cNvSpPr/>
            <p:nvPr/>
          </p:nvSpPr>
          <p:spPr>
            <a:xfrm>
              <a:off x="8659047" y="2345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2" name="pt52062"/>
            <p:cNvSpPr/>
            <p:nvPr/>
          </p:nvSpPr>
          <p:spPr>
            <a:xfrm>
              <a:off x="8863465" y="2105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3" name="pt52063"/>
            <p:cNvSpPr/>
            <p:nvPr/>
          </p:nvSpPr>
          <p:spPr>
            <a:xfrm>
              <a:off x="8274318" y="2451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4" name="pt52064"/>
            <p:cNvSpPr/>
            <p:nvPr/>
          </p:nvSpPr>
          <p:spPr>
            <a:xfrm>
              <a:off x="8761156" y="2232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5" name="pt52065"/>
            <p:cNvSpPr/>
            <p:nvPr/>
          </p:nvSpPr>
          <p:spPr>
            <a:xfrm>
              <a:off x="8982914" y="1932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6" name="pt52066"/>
            <p:cNvSpPr/>
            <p:nvPr/>
          </p:nvSpPr>
          <p:spPr>
            <a:xfrm>
              <a:off x="8863465" y="2146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7" name="pt52067"/>
            <p:cNvSpPr/>
            <p:nvPr/>
          </p:nvSpPr>
          <p:spPr>
            <a:xfrm>
              <a:off x="8863465" y="2296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8" name="pt52068"/>
            <p:cNvSpPr/>
            <p:nvPr/>
          </p:nvSpPr>
          <p:spPr>
            <a:xfrm>
              <a:off x="8471820" y="235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9" name="pt52069"/>
            <p:cNvSpPr/>
            <p:nvPr/>
          </p:nvSpPr>
          <p:spPr>
            <a:xfrm>
              <a:off x="9567694" y="2514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0" name="pt52070"/>
            <p:cNvSpPr/>
            <p:nvPr/>
          </p:nvSpPr>
          <p:spPr>
            <a:xfrm>
              <a:off x="8347210" y="2488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1" name="pt52071"/>
            <p:cNvSpPr/>
            <p:nvPr/>
          </p:nvSpPr>
          <p:spPr>
            <a:xfrm>
              <a:off x="9294853" y="2037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2" name="pt52072"/>
            <p:cNvSpPr/>
            <p:nvPr/>
          </p:nvSpPr>
          <p:spPr>
            <a:xfrm>
              <a:off x="8596430" y="2365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3" name="pt52073"/>
            <p:cNvSpPr/>
            <p:nvPr/>
          </p:nvSpPr>
          <p:spPr>
            <a:xfrm>
              <a:off x="9097658" y="1929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4" name="pt52074"/>
            <p:cNvSpPr/>
            <p:nvPr/>
          </p:nvSpPr>
          <p:spPr>
            <a:xfrm>
              <a:off x="9032878" y="1720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5" name="pt52075"/>
            <p:cNvSpPr/>
            <p:nvPr/>
          </p:nvSpPr>
          <p:spPr>
            <a:xfrm>
              <a:off x="9066533" y="1791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6" name="pt52076"/>
            <p:cNvSpPr/>
            <p:nvPr/>
          </p:nvSpPr>
          <p:spPr>
            <a:xfrm>
              <a:off x="8705398" y="2150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7" name="pt52077"/>
            <p:cNvSpPr/>
            <p:nvPr/>
          </p:nvSpPr>
          <p:spPr>
            <a:xfrm>
              <a:off x="8596430" y="216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8" name="pt52078"/>
            <p:cNvSpPr/>
            <p:nvPr/>
          </p:nvSpPr>
          <p:spPr>
            <a:xfrm>
              <a:off x="9513165" y="2506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9" name="pt52079"/>
            <p:cNvSpPr/>
            <p:nvPr/>
          </p:nvSpPr>
          <p:spPr>
            <a:xfrm>
              <a:off x="8856549" y="2227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0" name="pt52080"/>
            <p:cNvSpPr/>
            <p:nvPr/>
          </p:nvSpPr>
          <p:spPr>
            <a:xfrm>
              <a:off x="8439043" y="2192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1" name="pt52081"/>
            <p:cNvSpPr/>
            <p:nvPr/>
          </p:nvSpPr>
          <p:spPr>
            <a:xfrm>
              <a:off x="8679043" y="2349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2" name="pt52082"/>
            <p:cNvSpPr/>
            <p:nvPr/>
          </p:nvSpPr>
          <p:spPr>
            <a:xfrm>
              <a:off x="9268724" y="1685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3" name="pt52083"/>
            <p:cNvSpPr/>
            <p:nvPr/>
          </p:nvSpPr>
          <p:spPr>
            <a:xfrm>
              <a:off x="8274318" y="2565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4" name="pt52084"/>
            <p:cNvSpPr/>
            <p:nvPr/>
          </p:nvSpPr>
          <p:spPr>
            <a:xfrm>
              <a:off x="8669323" y="2396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5" name="pt52085"/>
            <p:cNvSpPr/>
            <p:nvPr/>
          </p:nvSpPr>
          <p:spPr>
            <a:xfrm>
              <a:off x="8439043" y="2309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6" name="pt52086"/>
            <p:cNvSpPr/>
            <p:nvPr/>
          </p:nvSpPr>
          <p:spPr>
            <a:xfrm>
              <a:off x="9176891" y="1859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7" name="pt52087"/>
            <p:cNvSpPr/>
            <p:nvPr/>
          </p:nvSpPr>
          <p:spPr>
            <a:xfrm>
              <a:off x="8563654" y="2174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8" name="pt52088"/>
            <p:cNvSpPr/>
            <p:nvPr/>
          </p:nvSpPr>
          <p:spPr>
            <a:xfrm>
              <a:off x="9005825" y="1752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9" name="pt52089"/>
            <p:cNvSpPr/>
            <p:nvPr/>
          </p:nvSpPr>
          <p:spPr>
            <a:xfrm>
              <a:off x="8274318" y="2350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0" name="pt52090"/>
            <p:cNvSpPr/>
            <p:nvPr/>
          </p:nvSpPr>
          <p:spPr>
            <a:xfrm>
              <a:off x="9096734" y="1825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1" name="pt52091"/>
            <p:cNvSpPr/>
            <p:nvPr/>
          </p:nvSpPr>
          <p:spPr>
            <a:xfrm>
              <a:off x="9689893" y="1746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2" name="pt52092"/>
            <p:cNvSpPr/>
            <p:nvPr/>
          </p:nvSpPr>
          <p:spPr>
            <a:xfrm>
              <a:off x="9095805" y="1550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3" name="pt52093"/>
            <p:cNvSpPr/>
            <p:nvPr/>
          </p:nvSpPr>
          <p:spPr>
            <a:xfrm>
              <a:off x="8624143" y="2433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4" name="pt52094"/>
            <p:cNvSpPr/>
            <p:nvPr/>
          </p:nvSpPr>
          <p:spPr>
            <a:xfrm>
              <a:off x="8274318" y="2387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5" name="pt52095"/>
            <p:cNvSpPr/>
            <p:nvPr/>
          </p:nvSpPr>
          <p:spPr>
            <a:xfrm>
              <a:off x="9016271" y="1711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6" name="pt52096"/>
            <p:cNvSpPr/>
            <p:nvPr/>
          </p:nvSpPr>
          <p:spPr>
            <a:xfrm>
              <a:off x="9367540" y="2055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7" name="pt52097"/>
            <p:cNvSpPr/>
            <p:nvPr/>
          </p:nvSpPr>
          <p:spPr>
            <a:xfrm>
              <a:off x="8596430" y="2249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8" name="pt52098"/>
            <p:cNvSpPr/>
            <p:nvPr/>
          </p:nvSpPr>
          <p:spPr>
            <a:xfrm>
              <a:off x="9055223" y="2134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9" name="pt52099"/>
            <p:cNvSpPr/>
            <p:nvPr/>
          </p:nvSpPr>
          <p:spPr>
            <a:xfrm>
              <a:off x="9417918" y="1728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0" name="pt52100"/>
            <p:cNvSpPr/>
            <p:nvPr/>
          </p:nvSpPr>
          <p:spPr>
            <a:xfrm>
              <a:off x="8798858" y="1883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1" name="pt52101"/>
            <p:cNvSpPr/>
            <p:nvPr/>
          </p:nvSpPr>
          <p:spPr>
            <a:xfrm>
              <a:off x="8876545" y="1800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2" name="pt52102"/>
            <p:cNvSpPr/>
            <p:nvPr/>
          </p:nvSpPr>
          <p:spPr>
            <a:xfrm>
              <a:off x="8783657" y="217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3" name="pt52103"/>
            <p:cNvSpPr/>
            <p:nvPr/>
          </p:nvSpPr>
          <p:spPr>
            <a:xfrm>
              <a:off x="8523538" y="2570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4" name="pt52104"/>
            <p:cNvSpPr/>
            <p:nvPr/>
          </p:nvSpPr>
          <p:spPr>
            <a:xfrm>
              <a:off x="8888738" y="1939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5" name="pt52105"/>
            <p:cNvSpPr/>
            <p:nvPr/>
          </p:nvSpPr>
          <p:spPr>
            <a:xfrm>
              <a:off x="9210359" y="1820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6" name="pt52106"/>
            <p:cNvSpPr/>
            <p:nvPr/>
          </p:nvSpPr>
          <p:spPr>
            <a:xfrm>
              <a:off x="9876105" y="2415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7" name="pt52107"/>
            <p:cNvSpPr/>
            <p:nvPr/>
          </p:nvSpPr>
          <p:spPr>
            <a:xfrm>
              <a:off x="9339588" y="2189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8" name="pt52108"/>
            <p:cNvSpPr/>
            <p:nvPr/>
          </p:nvSpPr>
          <p:spPr>
            <a:xfrm>
              <a:off x="8398928" y="2387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9" name="pt52109"/>
            <p:cNvSpPr/>
            <p:nvPr/>
          </p:nvSpPr>
          <p:spPr>
            <a:xfrm>
              <a:off x="8610820" y="2047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0" name="pt52110"/>
            <p:cNvSpPr/>
            <p:nvPr/>
          </p:nvSpPr>
          <p:spPr>
            <a:xfrm>
              <a:off x="9503592" y="2513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1" name="pt52111"/>
            <p:cNvSpPr/>
            <p:nvPr/>
          </p:nvSpPr>
          <p:spPr>
            <a:xfrm>
              <a:off x="8894537" y="2105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2" name="pt52112"/>
            <p:cNvSpPr/>
            <p:nvPr/>
          </p:nvSpPr>
          <p:spPr>
            <a:xfrm>
              <a:off x="9427147" y="1849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3" name="pt52113"/>
            <p:cNvSpPr/>
            <p:nvPr/>
          </p:nvSpPr>
          <p:spPr>
            <a:xfrm>
              <a:off x="9562976" y="2329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4" name="pt52114"/>
            <p:cNvSpPr/>
            <p:nvPr/>
          </p:nvSpPr>
          <p:spPr>
            <a:xfrm>
              <a:off x="9645731" y="2233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5" name="pt52115"/>
            <p:cNvSpPr/>
            <p:nvPr/>
          </p:nvSpPr>
          <p:spPr>
            <a:xfrm>
              <a:off x="8778290" y="1829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6" name="pt52116"/>
            <p:cNvSpPr/>
            <p:nvPr/>
          </p:nvSpPr>
          <p:spPr>
            <a:xfrm>
              <a:off x="8439043" y="2224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7" name="pt52117"/>
            <p:cNvSpPr/>
            <p:nvPr/>
          </p:nvSpPr>
          <p:spPr>
            <a:xfrm>
              <a:off x="9182728" y="2026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8" name="pt52118"/>
            <p:cNvSpPr/>
            <p:nvPr/>
          </p:nvSpPr>
          <p:spPr>
            <a:xfrm>
              <a:off x="8834048" y="2051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9" name="pt52119"/>
            <p:cNvSpPr/>
            <p:nvPr/>
          </p:nvSpPr>
          <p:spPr>
            <a:xfrm>
              <a:off x="8849358" y="2219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0" name="pt52120"/>
            <p:cNvSpPr/>
            <p:nvPr/>
          </p:nvSpPr>
          <p:spPr>
            <a:xfrm>
              <a:off x="8841866" y="1973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1" name="pt52121"/>
            <p:cNvSpPr/>
            <p:nvPr/>
          </p:nvSpPr>
          <p:spPr>
            <a:xfrm>
              <a:off x="8735430" y="2158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2" name="pt52122"/>
            <p:cNvSpPr/>
            <p:nvPr/>
          </p:nvSpPr>
          <p:spPr>
            <a:xfrm>
              <a:off x="8902901" y="2046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3" name="pt52123"/>
            <p:cNvSpPr/>
            <p:nvPr/>
          </p:nvSpPr>
          <p:spPr>
            <a:xfrm>
              <a:off x="8439043" y="2278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4" name="pt52124"/>
            <p:cNvSpPr/>
            <p:nvPr/>
          </p:nvSpPr>
          <p:spPr>
            <a:xfrm>
              <a:off x="9435925" y="1906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5" name="pt52125"/>
            <p:cNvSpPr/>
            <p:nvPr/>
          </p:nvSpPr>
          <p:spPr>
            <a:xfrm>
              <a:off x="8952564" y="2222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6" name="pt52126"/>
            <p:cNvSpPr/>
            <p:nvPr/>
          </p:nvSpPr>
          <p:spPr>
            <a:xfrm>
              <a:off x="8970261" y="2043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7" name="pt52127"/>
            <p:cNvSpPr/>
            <p:nvPr/>
          </p:nvSpPr>
          <p:spPr>
            <a:xfrm>
              <a:off x="8999571" y="1778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8" name="pt52128"/>
            <p:cNvSpPr/>
            <p:nvPr/>
          </p:nvSpPr>
          <p:spPr>
            <a:xfrm>
              <a:off x="8935223" y="1864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9" name="pt52129"/>
            <p:cNvSpPr/>
            <p:nvPr/>
          </p:nvSpPr>
          <p:spPr>
            <a:xfrm>
              <a:off x="9077174" y="1865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0" name="pt52130"/>
            <p:cNvSpPr/>
            <p:nvPr/>
          </p:nvSpPr>
          <p:spPr>
            <a:xfrm>
              <a:off x="9421909" y="1909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1" name="pt52131"/>
            <p:cNvSpPr/>
            <p:nvPr/>
          </p:nvSpPr>
          <p:spPr>
            <a:xfrm>
              <a:off x="8274318" y="2488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2" name="pt52132"/>
            <p:cNvSpPr/>
            <p:nvPr/>
          </p:nvSpPr>
          <p:spPr>
            <a:xfrm>
              <a:off x="8941923" y="2036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3" name="pt52133"/>
            <p:cNvSpPr/>
            <p:nvPr/>
          </p:nvSpPr>
          <p:spPr>
            <a:xfrm>
              <a:off x="9188382" y="2117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4" name="pt52134"/>
            <p:cNvSpPr/>
            <p:nvPr/>
          </p:nvSpPr>
          <p:spPr>
            <a:xfrm>
              <a:off x="8610820" y="2121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5" name="pt52135"/>
            <p:cNvSpPr/>
            <p:nvPr/>
          </p:nvSpPr>
          <p:spPr>
            <a:xfrm>
              <a:off x="9075096" y="1821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6" name="pt52136"/>
            <p:cNvSpPr/>
            <p:nvPr/>
          </p:nvSpPr>
          <p:spPr>
            <a:xfrm>
              <a:off x="8347210" y="2438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7" name="pt52137"/>
            <p:cNvSpPr/>
            <p:nvPr/>
          </p:nvSpPr>
          <p:spPr>
            <a:xfrm>
              <a:off x="9116046" y="201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8" name="pt52138"/>
            <p:cNvSpPr/>
            <p:nvPr/>
          </p:nvSpPr>
          <p:spPr>
            <a:xfrm>
              <a:off x="9296080" y="1790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9" name="pt52139"/>
            <p:cNvSpPr/>
            <p:nvPr/>
          </p:nvSpPr>
          <p:spPr>
            <a:xfrm>
              <a:off x="9439815" y="1821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0" name="pt52140"/>
            <p:cNvSpPr/>
            <p:nvPr/>
          </p:nvSpPr>
          <p:spPr>
            <a:xfrm>
              <a:off x="9258470" y="209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1" name="pt52141"/>
            <p:cNvSpPr/>
            <p:nvPr/>
          </p:nvSpPr>
          <p:spPr>
            <a:xfrm>
              <a:off x="9325618" y="2173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2" name="pt52142"/>
            <p:cNvSpPr/>
            <p:nvPr/>
          </p:nvSpPr>
          <p:spPr>
            <a:xfrm>
              <a:off x="9065434" y="1682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3" name="pt52143"/>
            <p:cNvSpPr/>
            <p:nvPr/>
          </p:nvSpPr>
          <p:spPr>
            <a:xfrm>
              <a:off x="9527393" y="1742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4" name="pt52144"/>
            <p:cNvSpPr/>
            <p:nvPr/>
          </p:nvSpPr>
          <p:spPr>
            <a:xfrm>
              <a:off x="8471820" y="2329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5" name="pt52145"/>
            <p:cNvSpPr/>
            <p:nvPr/>
          </p:nvSpPr>
          <p:spPr>
            <a:xfrm>
              <a:off x="9148684" y="2244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6" name="pt52146"/>
            <p:cNvSpPr/>
            <p:nvPr/>
          </p:nvSpPr>
          <p:spPr>
            <a:xfrm>
              <a:off x="9045633" y="2145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7" name="pt52147"/>
            <p:cNvSpPr/>
            <p:nvPr/>
          </p:nvSpPr>
          <p:spPr>
            <a:xfrm>
              <a:off x="8580788" y="2260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8" name="pt52148"/>
            <p:cNvSpPr/>
            <p:nvPr/>
          </p:nvSpPr>
          <p:spPr>
            <a:xfrm>
              <a:off x="9066533" y="1918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9" name="pt52149"/>
            <p:cNvSpPr/>
            <p:nvPr/>
          </p:nvSpPr>
          <p:spPr>
            <a:xfrm>
              <a:off x="9226820" y="1892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0" name="pt52150"/>
            <p:cNvSpPr/>
            <p:nvPr/>
          </p:nvSpPr>
          <p:spPr>
            <a:xfrm>
              <a:off x="8274318" y="2368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1" name="pt52151"/>
            <p:cNvSpPr/>
            <p:nvPr/>
          </p:nvSpPr>
          <p:spPr>
            <a:xfrm>
              <a:off x="8930613" y="1772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2" name="pt52152"/>
            <p:cNvSpPr/>
            <p:nvPr/>
          </p:nvSpPr>
          <p:spPr>
            <a:xfrm>
              <a:off x="8610820" y="2054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3" name="pt52153"/>
            <p:cNvSpPr/>
            <p:nvPr/>
          </p:nvSpPr>
          <p:spPr>
            <a:xfrm>
              <a:off x="9655598" y="2316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4" name="pt52154"/>
            <p:cNvSpPr/>
            <p:nvPr/>
          </p:nvSpPr>
          <p:spPr>
            <a:xfrm>
              <a:off x="9285697" y="1761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5" name="pt52155"/>
            <p:cNvSpPr/>
            <p:nvPr/>
          </p:nvSpPr>
          <p:spPr>
            <a:xfrm>
              <a:off x="8439043" y="2269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6" name="pt52156"/>
            <p:cNvSpPr/>
            <p:nvPr/>
          </p:nvSpPr>
          <p:spPr>
            <a:xfrm>
              <a:off x="9101309" y="2197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7" name="pt52157"/>
            <p:cNvSpPr/>
            <p:nvPr/>
          </p:nvSpPr>
          <p:spPr>
            <a:xfrm>
              <a:off x="8596430" y="2280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8" name="pt52158"/>
            <p:cNvSpPr/>
            <p:nvPr/>
          </p:nvSpPr>
          <p:spPr>
            <a:xfrm>
              <a:off x="8891661" y="2095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9" name="pt52159"/>
            <p:cNvSpPr/>
            <p:nvPr/>
          </p:nvSpPr>
          <p:spPr>
            <a:xfrm>
              <a:off x="8523538" y="2432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0" name="pt52160"/>
            <p:cNvSpPr/>
            <p:nvPr/>
          </p:nvSpPr>
          <p:spPr>
            <a:xfrm>
              <a:off x="8973968" y="1954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1" name="pt52161"/>
            <p:cNvSpPr/>
            <p:nvPr/>
          </p:nvSpPr>
          <p:spPr>
            <a:xfrm>
              <a:off x="9503592" y="2563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2" name="pt52162"/>
            <p:cNvSpPr/>
            <p:nvPr/>
          </p:nvSpPr>
          <p:spPr>
            <a:xfrm>
              <a:off x="8398928" y="2362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3" name="pt52163"/>
            <p:cNvSpPr/>
            <p:nvPr/>
          </p:nvSpPr>
          <p:spPr>
            <a:xfrm>
              <a:off x="8984651" y="1865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4" name="pt52164"/>
            <p:cNvSpPr/>
            <p:nvPr/>
          </p:nvSpPr>
          <p:spPr>
            <a:xfrm>
              <a:off x="9285373" y="1904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5" name="pt52165"/>
            <p:cNvSpPr/>
            <p:nvPr/>
          </p:nvSpPr>
          <p:spPr>
            <a:xfrm>
              <a:off x="8347210" y="234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6" name="pt52166"/>
            <p:cNvSpPr/>
            <p:nvPr/>
          </p:nvSpPr>
          <p:spPr>
            <a:xfrm>
              <a:off x="9026144" y="1918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7" name="pt52167"/>
            <p:cNvSpPr/>
            <p:nvPr/>
          </p:nvSpPr>
          <p:spPr>
            <a:xfrm>
              <a:off x="9043153" y="1681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8" name="pt52168"/>
            <p:cNvSpPr/>
            <p:nvPr/>
          </p:nvSpPr>
          <p:spPr>
            <a:xfrm>
              <a:off x="8923469" y="2075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9" name="pt52169"/>
            <p:cNvSpPr/>
            <p:nvPr/>
          </p:nvSpPr>
          <p:spPr>
            <a:xfrm>
              <a:off x="8347210" y="2198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0" name="pt52170"/>
            <p:cNvSpPr/>
            <p:nvPr/>
          </p:nvSpPr>
          <p:spPr>
            <a:xfrm>
              <a:off x="8705398" y="2098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1" name="pt52171"/>
            <p:cNvSpPr/>
            <p:nvPr/>
          </p:nvSpPr>
          <p:spPr>
            <a:xfrm>
              <a:off x="8830008" y="2107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2" name="pt52172"/>
            <p:cNvSpPr/>
            <p:nvPr/>
          </p:nvSpPr>
          <p:spPr>
            <a:xfrm>
              <a:off x="9200748" y="1850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3" name="pt52173"/>
            <p:cNvSpPr/>
            <p:nvPr/>
          </p:nvSpPr>
          <p:spPr>
            <a:xfrm>
              <a:off x="9281436" y="1959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4" name="pt52174"/>
            <p:cNvSpPr/>
            <p:nvPr/>
          </p:nvSpPr>
          <p:spPr>
            <a:xfrm>
              <a:off x="9655598" y="2311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5" name="pt52175"/>
            <p:cNvSpPr/>
            <p:nvPr/>
          </p:nvSpPr>
          <p:spPr>
            <a:xfrm>
              <a:off x="8891661" y="2140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6" name="pt52176"/>
            <p:cNvSpPr/>
            <p:nvPr/>
          </p:nvSpPr>
          <p:spPr>
            <a:xfrm>
              <a:off x="8956650" y="2303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7" name="pt52177"/>
            <p:cNvSpPr/>
            <p:nvPr/>
          </p:nvSpPr>
          <p:spPr>
            <a:xfrm>
              <a:off x="8398928" y="2301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8" name="pt52178"/>
            <p:cNvSpPr/>
            <p:nvPr/>
          </p:nvSpPr>
          <p:spPr>
            <a:xfrm>
              <a:off x="9193323" y="2036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9" name="pt52179"/>
            <p:cNvSpPr/>
            <p:nvPr/>
          </p:nvSpPr>
          <p:spPr>
            <a:xfrm>
              <a:off x="8793933" y="2145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0" name="pt52180"/>
            <p:cNvSpPr/>
            <p:nvPr/>
          </p:nvSpPr>
          <p:spPr>
            <a:xfrm>
              <a:off x="9792213" y="2495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1" name="pt52181"/>
            <p:cNvSpPr/>
            <p:nvPr/>
          </p:nvSpPr>
          <p:spPr>
            <a:xfrm>
              <a:off x="9005825" y="1670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2" name="pt52182"/>
            <p:cNvSpPr/>
            <p:nvPr/>
          </p:nvSpPr>
          <p:spPr>
            <a:xfrm>
              <a:off x="9023378" y="1878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3" name="pt52183"/>
            <p:cNvSpPr/>
            <p:nvPr/>
          </p:nvSpPr>
          <p:spPr>
            <a:xfrm>
              <a:off x="8721041" y="2019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4" name="pt52184"/>
            <p:cNvSpPr/>
            <p:nvPr/>
          </p:nvSpPr>
          <p:spPr>
            <a:xfrm>
              <a:off x="9268724" y="1778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5" name="pt52185"/>
            <p:cNvSpPr/>
            <p:nvPr/>
          </p:nvSpPr>
          <p:spPr>
            <a:xfrm>
              <a:off x="8761156" y="2427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6" name="pt52186"/>
            <p:cNvSpPr/>
            <p:nvPr/>
          </p:nvSpPr>
          <p:spPr>
            <a:xfrm>
              <a:off x="8274318" y="2442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7" name="pt52187"/>
            <p:cNvSpPr/>
            <p:nvPr/>
          </p:nvSpPr>
          <p:spPr>
            <a:xfrm>
              <a:off x="9118525" y="2110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8" name="pt52188"/>
            <p:cNvSpPr/>
            <p:nvPr/>
          </p:nvSpPr>
          <p:spPr>
            <a:xfrm>
              <a:off x="9188382" y="2288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9" name="pt52189"/>
            <p:cNvSpPr/>
            <p:nvPr/>
          </p:nvSpPr>
          <p:spPr>
            <a:xfrm>
              <a:off x="9097658" y="2228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0" name="pt52190"/>
            <p:cNvSpPr/>
            <p:nvPr/>
          </p:nvSpPr>
          <p:spPr>
            <a:xfrm>
              <a:off x="8721041" y="2211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1" name="pt52191"/>
            <p:cNvSpPr/>
            <p:nvPr/>
          </p:nvSpPr>
          <p:spPr>
            <a:xfrm>
              <a:off x="8398928" y="2253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2" name="pt52192"/>
            <p:cNvSpPr/>
            <p:nvPr/>
          </p:nvSpPr>
          <p:spPr>
            <a:xfrm>
              <a:off x="8856549" y="2157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3" name="pt52193"/>
            <p:cNvSpPr/>
            <p:nvPr/>
          </p:nvSpPr>
          <p:spPr>
            <a:xfrm>
              <a:off x="8941923" y="2061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4" name="pt52194"/>
            <p:cNvSpPr/>
            <p:nvPr/>
          </p:nvSpPr>
          <p:spPr>
            <a:xfrm>
              <a:off x="8688264" y="2314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5" name="pt52195"/>
            <p:cNvSpPr/>
            <p:nvPr/>
          </p:nvSpPr>
          <p:spPr>
            <a:xfrm>
              <a:off x="8856549" y="2181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6" name="pt52196"/>
            <p:cNvSpPr/>
            <p:nvPr/>
          </p:nvSpPr>
          <p:spPr>
            <a:xfrm>
              <a:off x="8834048" y="2200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7" name="pt52197"/>
            <p:cNvSpPr/>
            <p:nvPr/>
          </p:nvSpPr>
          <p:spPr>
            <a:xfrm>
              <a:off x="9502529" y="247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8" name="pt52198"/>
            <p:cNvSpPr/>
            <p:nvPr/>
          </p:nvSpPr>
          <p:spPr>
            <a:xfrm>
              <a:off x="8688264" y="2005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9" name="pt52199"/>
            <p:cNvSpPr/>
            <p:nvPr/>
          </p:nvSpPr>
          <p:spPr>
            <a:xfrm>
              <a:off x="9191144" y="2059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0" name="pt52200"/>
            <p:cNvSpPr/>
            <p:nvPr/>
          </p:nvSpPr>
          <p:spPr>
            <a:xfrm>
              <a:off x="8659047" y="2354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1" name="pt52201"/>
            <p:cNvSpPr/>
            <p:nvPr/>
          </p:nvSpPr>
          <p:spPr>
            <a:xfrm>
              <a:off x="8439043" y="2325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2" name="pt52202"/>
            <p:cNvSpPr/>
            <p:nvPr/>
          </p:nvSpPr>
          <p:spPr>
            <a:xfrm>
              <a:off x="9075096" y="1843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3" name="pt52203"/>
            <p:cNvSpPr/>
            <p:nvPr/>
          </p:nvSpPr>
          <p:spPr>
            <a:xfrm>
              <a:off x="8596430" y="2240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4" name="pt52204"/>
            <p:cNvSpPr/>
            <p:nvPr/>
          </p:nvSpPr>
          <p:spPr>
            <a:xfrm>
              <a:off x="8688264" y="2150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5" name="pt52205"/>
            <p:cNvSpPr/>
            <p:nvPr/>
          </p:nvSpPr>
          <p:spPr>
            <a:xfrm>
              <a:off x="8563654" y="2023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6" name="pt52206"/>
            <p:cNvSpPr/>
            <p:nvPr/>
          </p:nvSpPr>
          <p:spPr>
            <a:xfrm>
              <a:off x="8471820" y="2338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7" name="pt52207"/>
            <p:cNvSpPr/>
            <p:nvPr/>
          </p:nvSpPr>
          <p:spPr>
            <a:xfrm>
              <a:off x="8812874" y="2086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8" name="pt52208"/>
            <p:cNvSpPr/>
            <p:nvPr/>
          </p:nvSpPr>
          <p:spPr>
            <a:xfrm>
              <a:off x="8669323" y="2392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9" name="pt52209"/>
            <p:cNvSpPr/>
            <p:nvPr/>
          </p:nvSpPr>
          <p:spPr>
            <a:xfrm>
              <a:off x="8958659" y="2278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0" name="pt52210"/>
            <p:cNvSpPr/>
            <p:nvPr/>
          </p:nvSpPr>
          <p:spPr>
            <a:xfrm>
              <a:off x="9005825" y="1575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1" name="pt52211"/>
            <p:cNvSpPr/>
            <p:nvPr/>
          </p:nvSpPr>
          <p:spPr>
            <a:xfrm>
              <a:off x="9332489" y="214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2" name="pt52212"/>
            <p:cNvSpPr/>
            <p:nvPr/>
          </p:nvSpPr>
          <p:spPr>
            <a:xfrm>
              <a:off x="8669323" y="231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3" name="pt52213"/>
            <p:cNvSpPr/>
            <p:nvPr/>
          </p:nvSpPr>
          <p:spPr>
            <a:xfrm>
              <a:off x="9585294" y="2200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4" name="pt52214"/>
            <p:cNvSpPr/>
            <p:nvPr/>
          </p:nvSpPr>
          <p:spPr>
            <a:xfrm>
              <a:off x="8439043" y="2260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5" name="pt52215"/>
            <p:cNvSpPr/>
            <p:nvPr/>
          </p:nvSpPr>
          <p:spPr>
            <a:xfrm>
              <a:off x="8347210" y="2320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6" name="pt52216"/>
            <p:cNvSpPr/>
            <p:nvPr/>
          </p:nvSpPr>
          <p:spPr>
            <a:xfrm>
              <a:off x="8471820" y="2453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7" name="pt52217"/>
            <p:cNvSpPr/>
            <p:nvPr/>
          </p:nvSpPr>
          <p:spPr>
            <a:xfrm>
              <a:off x="8398928" y="2595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8" name="pt52218"/>
            <p:cNvSpPr/>
            <p:nvPr/>
          </p:nvSpPr>
          <p:spPr>
            <a:xfrm>
              <a:off x="8972124" y="2131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9" name="pt52219"/>
            <p:cNvSpPr/>
            <p:nvPr/>
          </p:nvSpPr>
          <p:spPr>
            <a:xfrm>
              <a:off x="9103999" y="2015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0" name="pt52220"/>
            <p:cNvSpPr/>
            <p:nvPr/>
          </p:nvSpPr>
          <p:spPr>
            <a:xfrm>
              <a:off x="8580788" y="2033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1" name="pt52221"/>
            <p:cNvSpPr/>
            <p:nvPr/>
          </p:nvSpPr>
          <p:spPr>
            <a:xfrm>
              <a:off x="8580788" y="2079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2" name="pt52222"/>
            <p:cNvSpPr/>
            <p:nvPr/>
          </p:nvSpPr>
          <p:spPr>
            <a:xfrm>
              <a:off x="8970261" y="2087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3" name="pt52223"/>
            <p:cNvSpPr/>
            <p:nvPr/>
          </p:nvSpPr>
          <p:spPr>
            <a:xfrm>
              <a:off x="8713389" y="2316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4" name="pt52224"/>
            <p:cNvSpPr/>
            <p:nvPr/>
          </p:nvSpPr>
          <p:spPr>
            <a:xfrm>
              <a:off x="8398928" y="2114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5" name="pt52225"/>
            <p:cNvSpPr/>
            <p:nvPr/>
          </p:nvSpPr>
          <p:spPr>
            <a:xfrm>
              <a:off x="8803653" y="2235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6" name="pt52226"/>
            <p:cNvSpPr/>
            <p:nvPr/>
          </p:nvSpPr>
          <p:spPr>
            <a:xfrm>
              <a:off x="8988075" y="1926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7" name="pt52227"/>
            <p:cNvSpPr/>
            <p:nvPr/>
          </p:nvSpPr>
          <p:spPr>
            <a:xfrm>
              <a:off x="9395106" y="2181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8" name="pt52228"/>
            <p:cNvSpPr/>
            <p:nvPr/>
          </p:nvSpPr>
          <p:spPr>
            <a:xfrm>
              <a:off x="8398928" y="2473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9" name="pt52229"/>
            <p:cNvSpPr/>
            <p:nvPr/>
          </p:nvSpPr>
          <p:spPr>
            <a:xfrm>
              <a:off x="8879672" y="2100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0" name="pt52230"/>
            <p:cNvSpPr/>
            <p:nvPr/>
          </p:nvSpPr>
          <p:spPr>
            <a:xfrm>
              <a:off x="9160112" y="1891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1" name="pt52231"/>
            <p:cNvSpPr/>
            <p:nvPr/>
          </p:nvSpPr>
          <p:spPr>
            <a:xfrm>
              <a:off x="8648148" y="2378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2" name="pt52232"/>
            <p:cNvSpPr/>
            <p:nvPr/>
          </p:nvSpPr>
          <p:spPr>
            <a:xfrm>
              <a:off x="9200748" y="1799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3" name="pt52233"/>
            <p:cNvSpPr/>
            <p:nvPr/>
          </p:nvSpPr>
          <p:spPr>
            <a:xfrm>
              <a:off x="8563654" y="2201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4" name="pt52234"/>
            <p:cNvSpPr/>
            <p:nvPr/>
          </p:nvSpPr>
          <p:spPr>
            <a:xfrm>
              <a:off x="8347210" y="2313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5" name="pt52235"/>
            <p:cNvSpPr/>
            <p:nvPr/>
          </p:nvSpPr>
          <p:spPr>
            <a:xfrm>
              <a:off x="8471820" y="2337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6" name="pt52236"/>
            <p:cNvSpPr/>
            <p:nvPr/>
          </p:nvSpPr>
          <p:spPr>
            <a:xfrm>
              <a:off x="8471820" y="2493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7" name="pt52237"/>
            <p:cNvSpPr/>
            <p:nvPr/>
          </p:nvSpPr>
          <p:spPr>
            <a:xfrm>
              <a:off x="8580788" y="2322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8" name="pt52238"/>
            <p:cNvSpPr/>
            <p:nvPr/>
          </p:nvSpPr>
          <p:spPr>
            <a:xfrm>
              <a:off x="9089164" y="1666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9" name="pt52239"/>
            <p:cNvSpPr/>
            <p:nvPr/>
          </p:nvSpPr>
          <p:spPr>
            <a:xfrm>
              <a:off x="8610820" y="2041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0" name="pt52240"/>
            <p:cNvSpPr/>
            <p:nvPr/>
          </p:nvSpPr>
          <p:spPr>
            <a:xfrm>
              <a:off x="8347210" y="2465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1" name="pt52241"/>
            <p:cNvSpPr/>
            <p:nvPr/>
          </p:nvSpPr>
          <p:spPr>
            <a:xfrm>
              <a:off x="9437742" y="2009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2" name="pt52242"/>
            <p:cNvSpPr/>
            <p:nvPr/>
          </p:nvSpPr>
          <p:spPr>
            <a:xfrm>
              <a:off x="8713389" y="2184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3" name="pt52243"/>
            <p:cNvSpPr/>
            <p:nvPr/>
          </p:nvSpPr>
          <p:spPr>
            <a:xfrm>
              <a:off x="8659047" y="2376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4" name="pt52244"/>
            <p:cNvSpPr/>
            <p:nvPr/>
          </p:nvSpPr>
          <p:spPr>
            <a:xfrm>
              <a:off x="8783657" y="2203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5" name="pt52245"/>
            <p:cNvSpPr/>
            <p:nvPr/>
          </p:nvSpPr>
          <p:spPr>
            <a:xfrm>
              <a:off x="8523538" y="2313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6" name="pt52246"/>
            <p:cNvSpPr/>
            <p:nvPr/>
          </p:nvSpPr>
          <p:spPr>
            <a:xfrm>
              <a:off x="9124182" y="2057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7" name="pt52247"/>
            <p:cNvSpPr/>
            <p:nvPr/>
          </p:nvSpPr>
          <p:spPr>
            <a:xfrm>
              <a:off x="9149376" y="2026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8" name="pt52248"/>
            <p:cNvSpPr/>
            <p:nvPr/>
          </p:nvSpPr>
          <p:spPr>
            <a:xfrm>
              <a:off x="9103999" y="2194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9" name="pt52249"/>
            <p:cNvSpPr/>
            <p:nvPr/>
          </p:nvSpPr>
          <p:spPr>
            <a:xfrm>
              <a:off x="8563654" y="2278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0" name="pt52250"/>
            <p:cNvSpPr/>
            <p:nvPr/>
          </p:nvSpPr>
          <p:spPr>
            <a:xfrm>
              <a:off x="9421909" y="1986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1" name="pt52251"/>
            <p:cNvSpPr/>
            <p:nvPr/>
          </p:nvSpPr>
          <p:spPr>
            <a:xfrm>
              <a:off x="8580788" y="2247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2" name="pt52252"/>
            <p:cNvSpPr/>
            <p:nvPr/>
          </p:nvSpPr>
          <p:spPr>
            <a:xfrm>
              <a:off x="8879672" y="2010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3" name="pt52253"/>
            <p:cNvSpPr/>
            <p:nvPr/>
          </p:nvSpPr>
          <p:spPr>
            <a:xfrm>
              <a:off x="8735430" y="2230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4" name="pt52254"/>
            <p:cNvSpPr/>
            <p:nvPr/>
          </p:nvSpPr>
          <p:spPr>
            <a:xfrm>
              <a:off x="8910892" y="2144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5" name="pt52255"/>
            <p:cNvSpPr/>
            <p:nvPr/>
          </p:nvSpPr>
          <p:spPr>
            <a:xfrm>
              <a:off x="8735430" y="2329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6" name="pt52256"/>
            <p:cNvSpPr/>
            <p:nvPr/>
          </p:nvSpPr>
          <p:spPr>
            <a:xfrm>
              <a:off x="8939717" y="2094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7" name="pt52257"/>
            <p:cNvSpPr/>
            <p:nvPr/>
          </p:nvSpPr>
          <p:spPr>
            <a:xfrm>
              <a:off x="8471820" y="2499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8" name="pt52258"/>
            <p:cNvSpPr/>
            <p:nvPr/>
          </p:nvSpPr>
          <p:spPr>
            <a:xfrm>
              <a:off x="8471820" y="2480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9" name="pt52259"/>
            <p:cNvSpPr/>
            <p:nvPr/>
          </p:nvSpPr>
          <p:spPr>
            <a:xfrm>
              <a:off x="8932933" y="1850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0" name="pt52260"/>
            <p:cNvSpPr/>
            <p:nvPr/>
          </p:nvSpPr>
          <p:spPr>
            <a:xfrm>
              <a:off x="8705398" y="2270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1" name="pt52261"/>
            <p:cNvSpPr/>
            <p:nvPr/>
          </p:nvSpPr>
          <p:spPr>
            <a:xfrm>
              <a:off x="9417918" y="2072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2" name="pt52262"/>
            <p:cNvSpPr/>
            <p:nvPr/>
          </p:nvSpPr>
          <p:spPr>
            <a:xfrm>
              <a:off x="8894537" y="2049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3" name="pt52263"/>
            <p:cNvSpPr/>
            <p:nvPr/>
          </p:nvSpPr>
          <p:spPr>
            <a:xfrm>
              <a:off x="8347210" y="2341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4" name="pt52264"/>
            <p:cNvSpPr/>
            <p:nvPr/>
          </p:nvSpPr>
          <p:spPr>
            <a:xfrm>
              <a:off x="8958659" y="2211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5" name="pt52265"/>
            <p:cNvSpPr/>
            <p:nvPr/>
          </p:nvSpPr>
          <p:spPr>
            <a:xfrm>
              <a:off x="9124975" y="2132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6" name="pt52266"/>
            <p:cNvSpPr/>
            <p:nvPr/>
          </p:nvSpPr>
          <p:spPr>
            <a:xfrm>
              <a:off x="8923469" y="1953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7" name="pt52267"/>
            <p:cNvSpPr/>
            <p:nvPr/>
          </p:nvSpPr>
          <p:spPr>
            <a:xfrm>
              <a:off x="8721041" y="2383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8" name="pt52268"/>
            <p:cNvSpPr/>
            <p:nvPr/>
          </p:nvSpPr>
          <p:spPr>
            <a:xfrm>
              <a:off x="8783657" y="2099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9" name="pt52269"/>
            <p:cNvSpPr/>
            <p:nvPr/>
          </p:nvSpPr>
          <p:spPr>
            <a:xfrm>
              <a:off x="8925882" y="1968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0" name="pt52270"/>
            <p:cNvSpPr/>
            <p:nvPr/>
          </p:nvSpPr>
          <p:spPr>
            <a:xfrm>
              <a:off x="8688264" y="2291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1" name="pt52271"/>
            <p:cNvSpPr/>
            <p:nvPr/>
          </p:nvSpPr>
          <p:spPr>
            <a:xfrm>
              <a:off x="8879672" y="2138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2" name="pt52272"/>
            <p:cNvSpPr/>
            <p:nvPr/>
          </p:nvSpPr>
          <p:spPr>
            <a:xfrm>
              <a:off x="8669323" y="2194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3" name="pt52273"/>
            <p:cNvSpPr/>
            <p:nvPr/>
          </p:nvSpPr>
          <p:spPr>
            <a:xfrm>
              <a:off x="8888738" y="1990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4" name="pt52274"/>
            <p:cNvSpPr/>
            <p:nvPr/>
          </p:nvSpPr>
          <p:spPr>
            <a:xfrm>
              <a:off x="8499532" y="2433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5" name="pt52275"/>
            <p:cNvSpPr/>
            <p:nvPr/>
          </p:nvSpPr>
          <p:spPr>
            <a:xfrm>
              <a:off x="8679043" y="2343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6" name="pt52276"/>
            <p:cNvSpPr/>
            <p:nvPr/>
          </p:nvSpPr>
          <p:spPr>
            <a:xfrm>
              <a:off x="8918543" y="175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7" name="pt52277"/>
            <p:cNvSpPr/>
            <p:nvPr/>
          </p:nvSpPr>
          <p:spPr>
            <a:xfrm>
              <a:off x="8948383" y="2095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8" name="pt52278"/>
            <p:cNvSpPr/>
            <p:nvPr/>
          </p:nvSpPr>
          <p:spPr>
            <a:xfrm>
              <a:off x="8863465" y="2150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9" name="pt52279"/>
            <p:cNvSpPr/>
            <p:nvPr/>
          </p:nvSpPr>
          <p:spPr>
            <a:xfrm>
              <a:off x="8735430" y="2357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0" name="pt52280"/>
            <p:cNvSpPr/>
            <p:nvPr/>
          </p:nvSpPr>
          <p:spPr>
            <a:xfrm>
              <a:off x="8863465" y="2146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1" name="pt52281"/>
            <p:cNvSpPr/>
            <p:nvPr/>
          </p:nvSpPr>
          <p:spPr>
            <a:xfrm>
              <a:off x="8852989" y="1850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2" name="pt52282"/>
            <p:cNvSpPr/>
            <p:nvPr/>
          </p:nvSpPr>
          <p:spPr>
            <a:xfrm>
              <a:off x="8471820" y="2257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3" name="pt52283"/>
            <p:cNvSpPr/>
            <p:nvPr/>
          </p:nvSpPr>
          <p:spPr>
            <a:xfrm>
              <a:off x="8596430" y="2303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4" name="pt52284"/>
            <p:cNvSpPr/>
            <p:nvPr/>
          </p:nvSpPr>
          <p:spPr>
            <a:xfrm>
              <a:off x="9002725" y="1852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5" name="pt52285"/>
            <p:cNvSpPr/>
            <p:nvPr/>
          </p:nvSpPr>
          <p:spPr>
            <a:xfrm>
              <a:off x="8274318" y="2463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6" name="pt52286"/>
            <p:cNvSpPr/>
            <p:nvPr/>
          </p:nvSpPr>
          <p:spPr>
            <a:xfrm>
              <a:off x="9187265" y="2084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7" name="pt52287"/>
            <p:cNvSpPr/>
            <p:nvPr/>
          </p:nvSpPr>
          <p:spPr>
            <a:xfrm>
              <a:off x="8803653" y="2178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8" name="pt52288"/>
            <p:cNvSpPr/>
            <p:nvPr/>
          </p:nvSpPr>
          <p:spPr>
            <a:xfrm>
              <a:off x="8544712" y="2300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9" name="pt52289"/>
            <p:cNvSpPr/>
            <p:nvPr/>
          </p:nvSpPr>
          <p:spPr>
            <a:xfrm>
              <a:off x="9034195" y="1816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0" name="pt52290"/>
            <p:cNvSpPr/>
            <p:nvPr/>
          </p:nvSpPr>
          <p:spPr>
            <a:xfrm>
              <a:off x="8735430" y="2179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1" name="pt52291"/>
            <p:cNvSpPr/>
            <p:nvPr/>
          </p:nvSpPr>
          <p:spPr>
            <a:xfrm>
              <a:off x="8596430" y="2193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2" name="pt52292"/>
            <p:cNvSpPr/>
            <p:nvPr/>
          </p:nvSpPr>
          <p:spPr>
            <a:xfrm>
              <a:off x="8925882" y="1956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3" name="pt52293"/>
            <p:cNvSpPr/>
            <p:nvPr/>
          </p:nvSpPr>
          <p:spPr>
            <a:xfrm>
              <a:off x="9363383" y="1914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4" name="pt52294"/>
            <p:cNvSpPr/>
            <p:nvPr/>
          </p:nvSpPr>
          <p:spPr>
            <a:xfrm>
              <a:off x="8624143" y="2478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5" name="pt52295"/>
            <p:cNvSpPr/>
            <p:nvPr/>
          </p:nvSpPr>
          <p:spPr>
            <a:xfrm>
              <a:off x="9108394" y="2038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6" name="pt52296"/>
            <p:cNvSpPr/>
            <p:nvPr/>
          </p:nvSpPr>
          <p:spPr>
            <a:xfrm>
              <a:off x="9196543" y="2318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7" name="pt52297"/>
            <p:cNvSpPr/>
            <p:nvPr/>
          </p:nvSpPr>
          <p:spPr>
            <a:xfrm>
              <a:off x="8471820" y="2442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8" name="pt52298"/>
            <p:cNvSpPr/>
            <p:nvPr/>
          </p:nvSpPr>
          <p:spPr>
            <a:xfrm>
              <a:off x="8688264" y="2271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9" name="pt52299"/>
            <p:cNvSpPr/>
            <p:nvPr/>
          </p:nvSpPr>
          <p:spPr>
            <a:xfrm>
              <a:off x="9381946" y="2078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0" name="pt52300"/>
            <p:cNvSpPr/>
            <p:nvPr/>
          </p:nvSpPr>
          <p:spPr>
            <a:xfrm>
              <a:off x="8398928" y="2437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1" name="pt52301"/>
            <p:cNvSpPr/>
            <p:nvPr/>
          </p:nvSpPr>
          <p:spPr>
            <a:xfrm>
              <a:off x="9193323" y="2186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2" name="pt52302"/>
            <p:cNvSpPr/>
            <p:nvPr/>
          </p:nvSpPr>
          <p:spPr>
            <a:xfrm>
              <a:off x="8852989" y="2003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3" name="pt52303"/>
            <p:cNvSpPr/>
            <p:nvPr/>
          </p:nvSpPr>
          <p:spPr>
            <a:xfrm>
              <a:off x="9231697" y="2067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4" name="pt52304"/>
            <p:cNvSpPr/>
            <p:nvPr/>
          </p:nvSpPr>
          <p:spPr>
            <a:xfrm>
              <a:off x="8956650" y="2313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5" name="pt52305"/>
            <p:cNvSpPr/>
            <p:nvPr/>
          </p:nvSpPr>
          <p:spPr>
            <a:xfrm>
              <a:off x="8817313" y="191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6" name="pt52306"/>
            <p:cNvSpPr/>
            <p:nvPr/>
          </p:nvSpPr>
          <p:spPr>
            <a:xfrm>
              <a:off x="8841866" y="1809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7" name="pt52307"/>
            <p:cNvSpPr/>
            <p:nvPr/>
          </p:nvSpPr>
          <p:spPr>
            <a:xfrm>
              <a:off x="8274318" y="2316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8" name="pt52308"/>
            <p:cNvSpPr/>
            <p:nvPr/>
          </p:nvSpPr>
          <p:spPr>
            <a:xfrm>
              <a:off x="9074048" y="1869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9" name="pt52309"/>
            <p:cNvSpPr/>
            <p:nvPr/>
          </p:nvSpPr>
          <p:spPr>
            <a:xfrm>
              <a:off x="8648148" y="2305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0" name="pt52310"/>
            <p:cNvSpPr/>
            <p:nvPr/>
          </p:nvSpPr>
          <p:spPr>
            <a:xfrm>
              <a:off x="9115211" y="1964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1" name="pt52311"/>
            <p:cNvSpPr/>
            <p:nvPr/>
          </p:nvSpPr>
          <p:spPr>
            <a:xfrm>
              <a:off x="9334476" y="2130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2" name="pt52312"/>
            <p:cNvSpPr/>
            <p:nvPr/>
          </p:nvSpPr>
          <p:spPr>
            <a:xfrm>
              <a:off x="9334969" y="2088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3" name="pt52313"/>
            <p:cNvSpPr/>
            <p:nvPr/>
          </p:nvSpPr>
          <p:spPr>
            <a:xfrm>
              <a:off x="8471820" y="2556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4" name="pt52314"/>
            <p:cNvSpPr/>
            <p:nvPr/>
          </p:nvSpPr>
          <p:spPr>
            <a:xfrm>
              <a:off x="9262568" y="200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5" name="pt52315"/>
            <p:cNvSpPr/>
            <p:nvPr/>
          </p:nvSpPr>
          <p:spPr>
            <a:xfrm>
              <a:off x="8952564" y="2193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6" name="pt52316"/>
            <p:cNvSpPr/>
            <p:nvPr/>
          </p:nvSpPr>
          <p:spPr>
            <a:xfrm>
              <a:off x="9086240" y="1837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7" name="pt52317"/>
            <p:cNvSpPr/>
            <p:nvPr/>
          </p:nvSpPr>
          <p:spPr>
            <a:xfrm>
              <a:off x="8347210" y="2246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8" name="pt52318"/>
            <p:cNvSpPr/>
            <p:nvPr/>
          </p:nvSpPr>
          <p:spPr>
            <a:xfrm>
              <a:off x="8721041" y="1985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9" name="pt52319"/>
            <p:cNvSpPr/>
            <p:nvPr/>
          </p:nvSpPr>
          <p:spPr>
            <a:xfrm>
              <a:off x="8783657" y="2113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0" name="pt52320"/>
            <p:cNvSpPr/>
            <p:nvPr/>
          </p:nvSpPr>
          <p:spPr>
            <a:xfrm>
              <a:off x="8982914" y="1826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1" name="pt52321"/>
            <p:cNvSpPr/>
            <p:nvPr/>
          </p:nvSpPr>
          <p:spPr>
            <a:xfrm>
              <a:off x="9743490" y="2223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2" name="pt52322"/>
            <p:cNvSpPr/>
            <p:nvPr/>
          </p:nvSpPr>
          <p:spPr>
            <a:xfrm>
              <a:off x="8849358" y="1952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3" name="pt52323"/>
            <p:cNvSpPr/>
            <p:nvPr/>
          </p:nvSpPr>
          <p:spPr>
            <a:xfrm>
              <a:off x="8952564" y="2222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4" name="pt52324"/>
            <p:cNvSpPr/>
            <p:nvPr/>
          </p:nvSpPr>
          <p:spPr>
            <a:xfrm>
              <a:off x="8398928" y="2427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5" name="pt52325"/>
            <p:cNvSpPr/>
            <p:nvPr/>
          </p:nvSpPr>
          <p:spPr>
            <a:xfrm>
              <a:off x="8347210" y="2344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6" name="pt52326"/>
            <p:cNvSpPr/>
            <p:nvPr/>
          </p:nvSpPr>
          <p:spPr>
            <a:xfrm>
              <a:off x="8544712" y="2419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7" name="pt52327"/>
            <p:cNvSpPr/>
            <p:nvPr/>
          </p:nvSpPr>
          <p:spPr>
            <a:xfrm>
              <a:off x="9448796" y="2033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8" name="pt52328"/>
            <p:cNvSpPr/>
            <p:nvPr/>
          </p:nvSpPr>
          <p:spPr>
            <a:xfrm>
              <a:off x="9439678" y="1943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9" name="pt52329"/>
            <p:cNvSpPr/>
            <p:nvPr/>
          </p:nvSpPr>
          <p:spPr>
            <a:xfrm>
              <a:off x="9039368" y="1685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0" name="pt52330"/>
            <p:cNvSpPr/>
            <p:nvPr/>
          </p:nvSpPr>
          <p:spPr>
            <a:xfrm>
              <a:off x="9101309" y="2176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1" name="pt52331"/>
            <p:cNvSpPr/>
            <p:nvPr/>
          </p:nvSpPr>
          <p:spPr>
            <a:xfrm>
              <a:off x="9087220" y="1954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2" name="pt52332"/>
            <p:cNvSpPr/>
            <p:nvPr/>
          </p:nvSpPr>
          <p:spPr>
            <a:xfrm>
              <a:off x="8471820" y="2263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3" name="pt52333"/>
            <p:cNvSpPr/>
            <p:nvPr/>
          </p:nvSpPr>
          <p:spPr>
            <a:xfrm>
              <a:off x="9074048" y="1825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4" name="pt52334"/>
            <p:cNvSpPr/>
            <p:nvPr/>
          </p:nvSpPr>
          <p:spPr>
            <a:xfrm>
              <a:off x="8544712" y="2166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5" name="pt52335"/>
            <p:cNvSpPr/>
            <p:nvPr/>
          </p:nvSpPr>
          <p:spPr>
            <a:xfrm>
              <a:off x="8713389" y="2120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6" name="pt52336"/>
            <p:cNvSpPr/>
            <p:nvPr/>
          </p:nvSpPr>
          <p:spPr>
            <a:xfrm>
              <a:off x="9170243" y="1825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7" name="pt52337"/>
            <p:cNvSpPr/>
            <p:nvPr/>
          </p:nvSpPr>
          <p:spPr>
            <a:xfrm>
              <a:off x="9806800" y="2537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8" name="pt52338"/>
            <p:cNvSpPr/>
            <p:nvPr/>
          </p:nvSpPr>
          <p:spPr>
            <a:xfrm>
              <a:off x="9395106" y="204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9" name="pt52339"/>
            <p:cNvSpPr/>
            <p:nvPr/>
          </p:nvSpPr>
          <p:spPr>
            <a:xfrm>
              <a:off x="8610820" y="2094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0" name="pt52340"/>
            <p:cNvSpPr/>
            <p:nvPr/>
          </p:nvSpPr>
          <p:spPr>
            <a:xfrm>
              <a:off x="8347210" y="2368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1" name="pt52341"/>
            <p:cNvSpPr/>
            <p:nvPr/>
          </p:nvSpPr>
          <p:spPr>
            <a:xfrm>
              <a:off x="9040639" y="1663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2" name="pt52342"/>
            <p:cNvSpPr/>
            <p:nvPr/>
          </p:nvSpPr>
          <p:spPr>
            <a:xfrm>
              <a:off x="8274318" y="2378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3" name="pt52343"/>
            <p:cNvSpPr/>
            <p:nvPr/>
          </p:nvSpPr>
          <p:spPr>
            <a:xfrm>
              <a:off x="8921023" y="1812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4" name="pt52344"/>
            <p:cNvSpPr/>
            <p:nvPr/>
          </p:nvSpPr>
          <p:spPr>
            <a:xfrm>
              <a:off x="8563654" y="2237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5" name="pt52345"/>
            <p:cNvSpPr/>
            <p:nvPr/>
          </p:nvSpPr>
          <p:spPr>
            <a:xfrm>
              <a:off x="8721041" y="2262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6" name="pt52346"/>
            <p:cNvSpPr/>
            <p:nvPr/>
          </p:nvSpPr>
          <p:spPr>
            <a:xfrm>
              <a:off x="9152801" y="2080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7" name="pt52347"/>
            <p:cNvSpPr/>
            <p:nvPr/>
          </p:nvSpPr>
          <p:spPr>
            <a:xfrm>
              <a:off x="8274318" y="2490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8" name="pt52348"/>
            <p:cNvSpPr/>
            <p:nvPr/>
          </p:nvSpPr>
          <p:spPr>
            <a:xfrm>
              <a:off x="8439043" y="2223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9" name="pt52349"/>
            <p:cNvSpPr/>
            <p:nvPr/>
          </p:nvSpPr>
          <p:spPr>
            <a:xfrm>
              <a:off x="8767051" y="2118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0" name="pt52350"/>
            <p:cNvSpPr/>
            <p:nvPr/>
          </p:nvSpPr>
          <p:spPr>
            <a:xfrm>
              <a:off x="8659047" y="2313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1" name="pt52351"/>
            <p:cNvSpPr/>
            <p:nvPr/>
          </p:nvSpPr>
          <p:spPr>
            <a:xfrm>
              <a:off x="8735430" y="2105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2" name="pt52352"/>
            <p:cNvSpPr/>
            <p:nvPr/>
          </p:nvSpPr>
          <p:spPr>
            <a:xfrm>
              <a:off x="9108394" y="1969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3" name="pt52353"/>
            <p:cNvSpPr/>
            <p:nvPr/>
          </p:nvSpPr>
          <p:spPr>
            <a:xfrm>
              <a:off x="8544712" y="235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4" name="pt52354"/>
            <p:cNvSpPr/>
            <p:nvPr/>
          </p:nvSpPr>
          <p:spPr>
            <a:xfrm>
              <a:off x="9594013" y="2402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5" name="pt52355"/>
            <p:cNvSpPr/>
            <p:nvPr/>
          </p:nvSpPr>
          <p:spPr>
            <a:xfrm>
              <a:off x="9200228" y="1883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6" name="pt52356"/>
            <p:cNvSpPr/>
            <p:nvPr/>
          </p:nvSpPr>
          <p:spPr>
            <a:xfrm>
              <a:off x="8952564" y="2073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7" name="pt52357"/>
            <p:cNvSpPr/>
            <p:nvPr/>
          </p:nvSpPr>
          <p:spPr>
            <a:xfrm>
              <a:off x="8580788" y="235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8" name="pt52358"/>
            <p:cNvSpPr/>
            <p:nvPr/>
          </p:nvSpPr>
          <p:spPr>
            <a:xfrm>
              <a:off x="8523538" y="2460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9" name="pt52359"/>
            <p:cNvSpPr/>
            <p:nvPr/>
          </p:nvSpPr>
          <p:spPr>
            <a:xfrm>
              <a:off x="8937484" y="2062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0" name="pt52360"/>
            <p:cNvSpPr/>
            <p:nvPr/>
          </p:nvSpPr>
          <p:spPr>
            <a:xfrm>
              <a:off x="8563654" y="2029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1" name="pt52361"/>
            <p:cNvSpPr/>
            <p:nvPr/>
          </p:nvSpPr>
          <p:spPr>
            <a:xfrm>
              <a:off x="8596430" y="2365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2" name="pt52362"/>
            <p:cNvSpPr/>
            <p:nvPr/>
          </p:nvSpPr>
          <p:spPr>
            <a:xfrm>
              <a:off x="9118525" y="1983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3" name="pt52363"/>
            <p:cNvSpPr/>
            <p:nvPr/>
          </p:nvSpPr>
          <p:spPr>
            <a:xfrm>
              <a:off x="8852989" y="2087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4" name="pt52364"/>
            <p:cNvSpPr/>
            <p:nvPr/>
          </p:nvSpPr>
          <p:spPr>
            <a:xfrm>
              <a:off x="9040639" y="1695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5" name="pt52365"/>
            <p:cNvSpPr/>
            <p:nvPr/>
          </p:nvSpPr>
          <p:spPr>
            <a:xfrm>
              <a:off x="9005825" y="1754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6" name="pt52366"/>
            <p:cNvSpPr/>
            <p:nvPr/>
          </p:nvSpPr>
          <p:spPr>
            <a:xfrm>
              <a:off x="9401001" y="213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7" name="pt52367"/>
            <p:cNvSpPr/>
            <p:nvPr/>
          </p:nvSpPr>
          <p:spPr>
            <a:xfrm>
              <a:off x="9170243" y="1851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8" name="pt52368"/>
            <p:cNvSpPr/>
            <p:nvPr/>
          </p:nvSpPr>
          <p:spPr>
            <a:xfrm>
              <a:off x="8636546" y="2363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9" name="pt52369"/>
            <p:cNvSpPr/>
            <p:nvPr/>
          </p:nvSpPr>
          <p:spPr>
            <a:xfrm>
              <a:off x="8798858" y="1965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0" name="pt52370"/>
            <p:cNvSpPr/>
            <p:nvPr/>
          </p:nvSpPr>
          <p:spPr>
            <a:xfrm>
              <a:off x="8932933" y="1936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1" name="pt52371"/>
            <p:cNvSpPr/>
            <p:nvPr/>
          </p:nvSpPr>
          <p:spPr>
            <a:xfrm>
              <a:off x="8830008" y="2182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2" name="pt52372"/>
            <p:cNvSpPr/>
            <p:nvPr/>
          </p:nvSpPr>
          <p:spPr>
            <a:xfrm>
              <a:off x="8580788" y="2279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3" name="pt52373"/>
            <p:cNvSpPr/>
            <p:nvPr/>
          </p:nvSpPr>
          <p:spPr>
            <a:xfrm>
              <a:off x="9005825" y="1513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4" name="pt52374"/>
            <p:cNvSpPr/>
            <p:nvPr/>
          </p:nvSpPr>
          <p:spPr>
            <a:xfrm>
              <a:off x="9237719" y="2197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5" name="pt52375"/>
            <p:cNvSpPr/>
            <p:nvPr/>
          </p:nvSpPr>
          <p:spPr>
            <a:xfrm>
              <a:off x="9051686" y="2242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6" name="pt52376"/>
            <p:cNvSpPr/>
            <p:nvPr/>
          </p:nvSpPr>
          <p:spPr>
            <a:xfrm>
              <a:off x="8894537" y="2278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7" name="pt52377"/>
            <p:cNvSpPr/>
            <p:nvPr/>
          </p:nvSpPr>
          <p:spPr>
            <a:xfrm>
              <a:off x="9118525" y="2022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8" name="pt52378"/>
            <p:cNvSpPr/>
            <p:nvPr/>
          </p:nvSpPr>
          <p:spPr>
            <a:xfrm>
              <a:off x="8439043" y="2381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9" name="pt52379"/>
            <p:cNvSpPr/>
            <p:nvPr/>
          </p:nvSpPr>
          <p:spPr>
            <a:xfrm>
              <a:off x="9189492" y="2050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0" name="pt52380"/>
            <p:cNvSpPr/>
            <p:nvPr/>
          </p:nvSpPr>
          <p:spPr>
            <a:xfrm>
              <a:off x="8563654" y="221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1" name="pt52381"/>
            <p:cNvSpPr/>
            <p:nvPr/>
          </p:nvSpPr>
          <p:spPr>
            <a:xfrm>
              <a:off x="8347210" y="2272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2" name="pt52382"/>
            <p:cNvSpPr/>
            <p:nvPr/>
          </p:nvSpPr>
          <p:spPr>
            <a:xfrm>
              <a:off x="8398928" y="2503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3" name="pt52383"/>
            <p:cNvSpPr/>
            <p:nvPr/>
          </p:nvSpPr>
          <p:spPr>
            <a:xfrm>
              <a:off x="9017715" y="1940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4" name="pt52384"/>
            <p:cNvSpPr/>
            <p:nvPr/>
          </p:nvSpPr>
          <p:spPr>
            <a:xfrm>
              <a:off x="8803653" y="2319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5" name="pt52385"/>
            <p:cNvSpPr/>
            <p:nvPr/>
          </p:nvSpPr>
          <p:spPr>
            <a:xfrm>
              <a:off x="9124182" y="2016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6" name="pt52386"/>
            <p:cNvSpPr/>
            <p:nvPr/>
          </p:nvSpPr>
          <p:spPr>
            <a:xfrm>
              <a:off x="9016271" y="1809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7" name="pt52387"/>
            <p:cNvSpPr/>
            <p:nvPr/>
          </p:nvSpPr>
          <p:spPr>
            <a:xfrm>
              <a:off x="9655598" y="2369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8" name="pt52388"/>
            <p:cNvSpPr/>
            <p:nvPr/>
          </p:nvSpPr>
          <p:spPr>
            <a:xfrm>
              <a:off x="9051686" y="2151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9" name="pt52389"/>
            <p:cNvSpPr/>
            <p:nvPr/>
          </p:nvSpPr>
          <p:spPr>
            <a:xfrm>
              <a:off x="8748753" y="1983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0" name="pt52390"/>
            <p:cNvSpPr/>
            <p:nvPr/>
          </p:nvSpPr>
          <p:spPr>
            <a:xfrm>
              <a:off x="8648148" y="2352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1" name="pt52391"/>
            <p:cNvSpPr/>
            <p:nvPr/>
          </p:nvSpPr>
          <p:spPr>
            <a:xfrm>
              <a:off x="8838000" y="2099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2" name="pt52392"/>
            <p:cNvSpPr/>
            <p:nvPr/>
          </p:nvSpPr>
          <p:spPr>
            <a:xfrm>
              <a:off x="9513165" y="2456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3" name="pt52393"/>
            <p:cNvSpPr/>
            <p:nvPr/>
          </p:nvSpPr>
          <p:spPr>
            <a:xfrm>
              <a:off x="8849358" y="2167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4" name="pt52394"/>
            <p:cNvSpPr/>
            <p:nvPr/>
          </p:nvSpPr>
          <p:spPr>
            <a:xfrm>
              <a:off x="8783657" y="2067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5" name="pt52395"/>
            <p:cNvSpPr/>
            <p:nvPr/>
          </p:nvSpPr>
          <p:spPr>
            <a:xfrm>
              <a:off x="8347210" y="231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6" name="pt52396"/>
            <p:cNvSpPr/>
            <p:nvPr/>
          </p:nvSpPr>
          <p:spPr>
            <a:xfrm>
              <a:off x="8471820" y="2362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7" name="pt52397"/>
            <p:cNvSpPr/>
            <p:nvPr/>
          </p:nvSpPr>
          <p:spPr>
            <a:xfrm>
              <a:off x="9308769" y="203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8" name="pt52398"/>
            <p:cNvSpPr/>
            <p:nvPr/>
          </p:nvSpPr>
          <p:spPr>
            <a:xfrm>
              <a:off x="8948383" y="2079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9" name="pt52399"/>
            <p:cNvSpPr/>
            <p:nvPr/>
          </p:nvSpPr>
          <p:spPr>
            <a:xfrm>
              <a:off x="8610820" y="1888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0" name="pt52400"/>
            <p:cNvSpPr/>
            <p:nvPr/>
          </p:nvSpPr>
          <p:spPr>
            <a:xfrm>
              <a:off x="8274318" y="2455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1" name="pt52401"/>
            <p:cNvSpPr/>
            <p:nvPr/>
          </p:nvSpPr>
          <p:spPr>
            <a:xfrm>
              <a:off x="8398928" y="2377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2" name="pt52402"/>
            <p:cNvSpPr/>
            <p:nvPr/>
          </p:nvSpPr>
          <p:spPr>
            <a:xfrm>
              <a:off x="8803653" y="1985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3" name="pt52403"/>
            <p:cNvSpPr/>
            <p:nvPr/>
          </p:nvSpPr>
          <p:spPr>
            <a:xfrm>
              <a:off x="8939717" y="1958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4" name="pt52404"/>
            <p:cNvSpPr/>
            <p:nvPr/>
          </p:nvSpPr>
          <p:spPr>
            <a:xfrm>
              <a:off x="9285373" y="2049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5" name="pt52405"/>
            <p:cNvSpPr/>
            <p:nvPr/>
          </p:nvSpPr>
          <p:spPr>
            <a:xfrm>
              <a:off x="8728379" y="2057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6" name="pt52406"/>
            <p:cNvSpPr/>
            <p:nvPr/>
          </p:nvSpPr>
          <p:spPr>
            <a:xfrm>
              <a:off x="8274318" y="2407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7" name="pt52407"/>
            <p:cNvSpPr/>
            <p:nvPr/>
          </p:nvSpPr>
          <p:spPr>
            <a:xfrm>
              <a:off x="8721041" y="2130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8" name="pt52408"/>
            <p:cNvSpPr/>
            <p:nvPr/>
          </p:nvSpPr>
          <p:spPr>
            <a:xfrm>
              <a:off x="9448796" y="1957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9" name="pt52409"/>
            <p:cNvSpPr/>
            <p:nvPr/>
          </p:nvSpPr>
          <p:spPr>
            <a:xfrm>
              <a:off x="8879672" y="2016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0" name="pt52410"/>
            <p:cNvSpPr/>
            <p:nvPr/>
          </p:nvSpPr>
          <p:spPr>
            <a:xfrm>
              <a:off x="9417918" y="2006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1" name="pt52411"/>
            <p:cNvSpPr/>
            <p:nvPr/>
          </p:nvSpPr>
          <p:spPr>
            <a:xfrm>
              <a:off x="8748753" y="2034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2" name="pt52412"/>
            <p:cNvSpPr/>
            <p:nvPr/>
          </p:nvSpPr>
          <p:spPr>
            <a:xfrm>
              <a:off x="9089164" y="1914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3" name="pt52413"/>
            <p:cNvSpPr/>
            <p:nvPr/>
          </p:nvSpPr>
          <p:spPr>
            <a:xfrm>
              <a:off x="8923469" y="1992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4" name="pt52414"/>
            <p:cNvSpPr/>
            <p:nvPr/>
          </p:nvSpPr>
          <p:spPr>
            <a:xfrm>
              <a:off x="8923469" y="1958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5" name="pt52415"/>
            <p:cNvSpPr/>
            <p:nvPr/>
          </p:nvSpPr>
          <p:spPr>
            <a:xfrm>
              <a:off x="9527393" y="1594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6" name="pt52416"/>
            <p:cNvSpPr/>
            <p:nvPr/>
          </p:nvSpPr>
          <p:spPr>
            <a:xfrm>
              <a:off x="8962610" y="2341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7" name="pt52417"/>
            <p:cNvSpPr/>
            <p:nvPr/>
          </p:nvSpPr>
          <p:spPr>
            <a:xfrm>
              <a:off x="8721041" y="2067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8" name="pt52418"/>
            <p:cNvSpPr/>
            <p:nvPr/>
          </p:nvSpPr>
          <p:spPr>
            <a:xfrm>
              <a:off x="8688264" y="2112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9" name="pt52419"/>
            <p:cNvSpPr/>
            <p:nvPr/>
          </p:nvSpPr>
          <p:spPr>
            <a:xfrm>
              <a:off x="9792213" y="2563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0" name="pt52420"/>
            <p:cNvSpPr/>
            <p:nvPr/>
          </p:nvSpPr>
          <p:spPr>
            <a:xfrm>
              <a:off x="8973968" y="1918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1" name="pt52421"/>
            <p:cNvSpPr/>
            <p:nvPr/>
          </p:nvSpPr>
          <p:spPr>
            <a:xfrm>
              <a:off x="9034195" y="1670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2" name="pt52422"/>
            <p:cNvSpPr/>
            <p:nvPr/>
          </p:nvSpPr>
          <p:spPr>
            <a:xfrm>
              <a:off x="8439043" y="2493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3" name="pt52423"/>
            <p:cNvSpPr/>
            <p:nvPr/>
          </p:nvSpPr>
          <p:spPr>
            <a:xfrm>
              <a:off x="8721041" y="2122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4" name="pt52424"/>
            <p:cNvSpPr/>
            <p:nvPr/>
          </p:nvSpPr>
          <p:spPr>
            <a:xfrm>
              <a:off x="8648148" y="2319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5" name="pt52425"/>
            <p:cNvSpPr/>
            <p:nvPr/>
          </p:nvSpPr>
          <p:spPr>
            <a:xfrm>
              <a:off x="8688264" y="221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6" name="pt52426"/>
            <p:cNvSpPr/>
            <p:nvPr/>
          </p:nvSpPr>
          <p:spPr>
            <a:xfrm>
              <a:off x="8544712" y="2314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7" name="pt52427"/>
            <p:cNvSpPr/>
            <p:nvPr/>
          </p:nvSpPr>
          <p:spPr>
            <a:xfrm>
              <a:off x="9057543" y="1655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8" name="pt52428"/>
            <p:cNvSpPr/>
            <p:nvPr/>
          </p:nvSpPr>
          <p:spPr>
            <a:xfrm>
              <a:off x="8705398" y="2117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9" name="pt52429"/>
            <p:cNvSpPr/>
            <p:nvPr/>
          </p:nvSpPr>
          <p:spPr>
            <a:xfrm>
              <a:off x="8688264" y="2284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0" name="pt52430"/>
            <p:cNvSpPr/>
            <p:nvPr/>
          </p:nvSpPr>
          <p:spPr>
            <a:xfrm>
              <a:off x="9268724" y="1711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1" name="pt52431"/>
            <p:cNvSpPr/>
            <p:nvPr/>
          </p:nvSpPr>
          <p:spPr>
            <a:xfrm>
              <a:off x="9044397" y="1966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2" name="pt52432"/>
            <p:cNvSpPr/>
            <p:nvPr/>
          </p:nvSpPr>
          <p:spPr>
            <a:xfrm>
              <a:off x="8471820" y="2478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3" name="pt52433"/>
            <p:cNvSpPr/>
            <p:nvPr/>
          </p:nvSpPr>
          <p:spPr>
            <a:xfrm>
              <a:off x="9310188" y="2120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4" name="pt52434"/>
            <p:cNvSpPr/>
            <p:nvPr/>
          </p:nvSpPr>
          <p:spPr>
            <a:xfrm>
              <a:off x="8610820" y="2242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5" name="pt52435"/>
            <p:cNvSpPr/>
            <p:nvPr/>
          </p:nvSpPr>
          <p:spPr>
            <a:xfrm>
              <a:off x="8596430" y="2231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6" name="pt52436"/>
            <p:cNvSpPr/>
            <p:nvPr/>
          </p:nvSpPr>
          <p:spPr>
            <a:xfrm>
              <a:off x="9147988" y="2096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7" name="pt52437"/>
            <p:cNvSpPr/>
            <p:nvPr/>
          </p:nvSpPr>
          <p:spPr>
            <a:xfrm>
              <a:off x="8863465" y="2164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8" name="pt52438"/>
            <p:cNvSpPr/>
            <p:nvPr/>
          </p:nvSpPr>
          <p:spPr>
            <a:xfrm>
              <a:off x="9285697" y="1801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9" name="pt52439"/>
            <p:cNvSpPr/>
            <p:nvPr/>
          </p:nvSpPr>
          <p:spPr>
            <a:xfrm>
              <a:off x="8705398" y="2252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0" name="pt52440"/>
            <p:cNvSpPr/>
            <p:nvPr/>
          </p:nvSpPr>
          <p:spPr>
            <a:xfrm>
              <a:off x="8973968" y="1921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1" name="pt52441"/>
            <p:cNvSpPr/>
            <p:nvPr/>
          </p:nvSpPr>
          <p:spPr>
            <a:xfrm>
              <a:off x="8834048" y="1883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2" name="pt52442"/>
            <p:cNvSpPr/>
            <p:nvPr/>
          </p:nvSpPr>
          <p:spPr>
            <a:xfrm>
              <a:off x="9657982" y="1863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3" name="pt52443"/>
            <p:cNvSpPr/>
            <p:nvPr/>
          </p:nvSpPr>
          <p:spPr>
            <a:xfrm>
              <a:off x="9535645" y="1923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4" name="pt52444"/>
            <p:cNvSpPr/>
            <p:nvPr/>
          </p:nvSpPr>
          <p:spPr>
            <a:xfrm>
              <a:off x="9439815" y="1827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5" name="pt52445"/>
            <p:cNvSpPr/>
            <p:nvPr/>
          </p:nvSpPr>
          <p:spPr>
            <a:xfrm>
              <a:off x="8471820" y="2501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6" name="pt52446"/>
            <p:cNvSpPr/>
            <p:nvPr/>
          </p:nvSpPr>
          <p:spPr>
            <a:xfrm>
              <a:off x="8499532" y="2473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7" name="pt52447"/>
            <p:cNvSpPr/>
            <p:nvPr/>
          </p:nvSpPr>
          <p:spPr>
            <a:xfrm>
              <a:off x="8742215" y="2082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8" name="pt52448"/>
            <p:cNvSpPr/>
            <p:nvPr/>
          </p:nvSpPr>
          <p:spPr>
            <a:xfrm>
              <a:off x="8563654" y="2293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9" name="pt52449"/>
            <p:cNvSpPr/>
            <p:nvPr/>
          </p:nvSpPr>
          <p:spPr>
            <a:xfrm>
              <a:off x="8879672" y="1861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0" name="pt52450"/>
            <p:cNvSpPr/>
            <p:nvPr/>
          </p:nvSpPr>
          <p:spPr>
            <a:xfrm>
              <a:off x="8923469" y="1895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1" name="pt52451"/>
            <p:cNvSpPr/>
            <p:nvPr/>
          </p:nvSpPr>
          <p:spPr>
            <a:xfrm>
              <a:off x="8610820" y="2169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2" name="pt52452"/>
            <p:cNvSpPr/>
            <p:nvPr/>
          </p:nvSpPr>
          <p:spPr>
            <a:xfrm>
              <a:off x="9218071" y="1826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3" name="pt52453"/>
            <p:cNvSpPr/>
            <p:nvPr/>
          </p:nvSpPr>
          <p:spPr>
            <a:xfrm>
              <a:off x="8996361" y="1988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4" name="pt52454"/>
            <p:cNvSpPr/>
            <p:nvPr/>
          </p:nvSpPr>
          <p:spPr>
            <a:xfrm>
              <a:off x="9016271" y="1672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5" name="pt52455"/>
            <p:cNvSpPr/>
            <p:nvPr/>
          </p:nvSpPr>
          <p:spPr>
            <a:xfrm>
              <a:off x="8798858" y="2021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6" name="pt52456"/>
            <p:cNvSpPr/>
            <p:nvPr/>
          </p:nvSpPr>
          <p:spPr>
            <a:xfrm>
              <a:off x="8624143" y="2346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7" name="pt52457"/>
            <p:cNvSpPr/>
            <p:nvPr/>
          </p:nvSpPr>
          <p:spPr>
            <a:xfrm>
              <a:off x="8845651" y="2080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8" name="pt52458"/>
            <p:cNvSpPr/>
            <p:nvPr/>
          </p:nvSpPr>
          <p:spPr>
            <a:xfrm>
              <a:off x="8688264" y="2203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9" name="pt52459"/>
            <p:cNvSpPr/>
            <p:nvPr/>
          </p:nvSpPr>
          <p:spPr>
            <a:xfrm>
              <a:off x="9147988" y="2028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0" name="pt52460"/>
            <p:cNvSpPr/>
            <p:nvPr/>
          </p:nvSpPr>
          <p:spPr>
            <a:xfrm>
              <a:off x="9655598" y="242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1" name="pt52461"/>
            <p:cNvSpPr/>
            <p:nvPr/>
          </p:nvSpPr>
          <p:spPr>
            <a:xfrm>
              <a:off x="8879672" y="2093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2" name="pt52462"/>
            <p:cNvSpPr/>
            <p:nvPr/>
          </p:nvSpPr>
          <p:spPr>
            <a:xfrm>
              <a:off x="8624143" y="2386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3" name="pt52463"/>
            <p:cNvSpPr/>
            <p:nvPr/>
          </p:nvSpPr>
          <p:spPr>
            <a:xfrm>
              <a:off x="9040639" y="1720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4" name="pt52464"/>
            <p:cNvSpPr/>
            <p:nvPr/>
          </p:nvSpPr>
          <p:spPr>
            <a:xfrm>
              <a:off x="8838000" y="2000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5" name="pt52465"/>
            <p:cNvSpPr/>
            <p:nvPr/>
          </p:nvSpPr>
          <p:spPr>
            <a:xfrm>
              <a:off x="8735430" y="2224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6" name="pt52466"/>
            <p:cNvSpPr/>
            <p:nvPr/>
          </p:nvSpPr>
          <p:spPr>
            <a:xfrm>
              <a:off x="8891661" y="1881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7" name="pt52467"/>
            <p:cNvSpPr/>
            <p:nvPr/>
          </p:nvSpPr>
          <p:spPr>
            <a:xfrm>
              <a:off x="8735430" y="2125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8" name="pt52468"/>
            <p:cNvSpPr/>
            <p:nvPr/>
          </p:nvSpPr>
          <p:spPr>
            <a:xfrm>
              <a:off x="8964553" y="2237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9" name="pt52469"/>
            <p:cNvSpPr/>
            <p:nvPr/>
          </p:nvSpPr>
          <p:spPr>
            <a:xfrm>
              <a:off x="9124182" y="2022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0" name="pt52470"/>
            <p:cNvSpPr/>
            <p:nvPr/>
          </p:nvSpPr>
          <p:spPr>
            <a:xfrm>
              <a:off x="8735430" y="2085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1" name="pt52471"/>
            <p:cNvSpPr/>
            <p:nvPr/>
          </p:nvSpPr>
          <p:spPr>
            <a:xfrm>
              <a:off x="8439043" y="2312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2" name="pt52472"/>
            <p:cNvSpPr/>
            <p:nvPr/>
          </p:nvSpPr>
          <p:spPr>
            <a:xfrm>
              <a:off x="9176891" y="1875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3" name="pt52473"/>
            <p:cNvSpPr/>
            <p:nvPr/>
          </p:nvSpPr>
          <p:spPr>
            <a:xfrm>
              <a:off x="9101309" y="2193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4" name="pt52474"/>
            <p:cNvSpPr/>
            <p:nvPr/>
          </p:nvSpPr>
          <p:spPr>
            <a:xfrm>
              <a:off x="8596430" y="232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5" name="pt52475"/>
            <p:cNvSpPr/>
            <p:nvPr/>
          </p:nvSpPr>
          <p:spPr>
            <a:xfrm>
              <a:off x="8748753" y="2022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6" name="pt52476"/>
            <p:cNvSpPr/>
            <p:nvPr/>
          </p:nvSpPr>
          <p:spPr>
            <a:xfrm>
              <a:off x="8973968" y="1963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7" name="pt52477"/>
            <p:cNvSpPr/>
            <p:nvPr/>
          </p:nvSpPr>
          <p:spPr>
            <a:xfrm>
              <a:off x="8817313" y="1995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8" name="pt52478"/>
            <p:cNvSpPr/>
            <p:nvPr/>
          </p:nvSpPr>
          <p:spPr>
            <a:xfrm>
              <a:off x="8910892" y="1934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9" name="pt52479"/>
            <p:cNvSpPr/>
            <p:nvPr/>
          </p:nvSpPr>
          <p:spPr>
            <a:xfrm>
              <a:off x="9265854" y="2032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0" name="pt52480"/>
            <p:cNvSpPr/>
            <p:nvPr/>
          </p:nvSpPr>
          <p:spPr>
            <a:xfrm>
              <a:off x="9089164" y="1674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1" name="pt52481"/>
            <p:cNvSpPr/>
            <p:nvPr/>
          </p:nvSpPr>
          <p:spPr>
            <a:xfrm>
              <a:off x="9361481" y="2142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2" name="pt52482"/>
            <p:cNvSpPr/>
            <p:nvPr/>
          </p:nvSpPr>
          <p:spPr>
            <a:xfrm>
              <a:off x="8563654" y="2081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3" name="pt52483"/>
            <p:cNvSpPr/>
            <p:nvPr/>
          </p:nvSpPr>
          <p:spPr>
            <a:xfrm>
              <a:off x="8596430" y="2347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4" name="pt52484"/>
            <p:cNvSpPr/>
            <p:nvPr/>
          </p:nvSpPr>
          <p:spPr>
            <a:xfrm>
              <a:off x="8891661" y="2097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5" name="pt52485"/>
            <p:cNvSpPr/>
            <p:nvPr/>
          </p:nvSpPr>
          <p:spPr>
            <a:xfrm>
              <a:off x="9381946" y="2090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6" name="pt52486"/>
            <p:cNvSpPr/>
            <p:nvPr/>
          </p:nvSpPr>
          <p:spPr>
            <a:xfrm>
              <a:off x="8742215" y="2133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7" name="pt52487"/>
            <p:cNvSpPr/>
            <p:nvPr/>
          </p:nvSpPr>
          <p:spPr>
            <a:xfrm>
              <a:off x="9182728" y="2018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8" name="pt52488"/>
            <p:cNvSpPr/>
            <p:nvPr/>
          </p:nvSpPr>
          <p:spPr>
            <a:xfrm>
              <a:off x="9034195" y="1636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9" name="pt52489"/>
            <p:cNvSpPr/>
            <p:nvPr/>
          </p:nvSpPr>
          <p:spPr>
            <a:xfrm>
              <a:off x="8648148" y="2459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0" name="pt52490"/>
            <p:cNvSpPr/>
            <p:nvPr/>
          </p:nvSpPr>
          <p:spPr>
            <a:xfrm>
              <a:off x="8398928" y="2573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1" name="pt52491"/>
            <p:cNvSpPr/>
            <p:nvPr/>
          </p:nvSpPr>
          <p:spPr>
            <a:xfrm>
              <a:off x="8798858" y="1957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2" name="pt52492"/>
            <p:cNvSpPr/>
            <p:nvPr/>
          </p:nvSpPr>
          <p:spPr>
            <a:xfrm>
              <a:off x="8398928" y="2383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3" name="pt52493"/>
            <p:cNvSpPr/>
            <p:nvPr/>
          </p:nvSpPr>
          <p:spPr>
            <a:xfrm>
              <a:off x="8988075" y="1951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4" name="pt52494"/>
            <p:cNvSpPr/>
            <p:nvPr/>
          </p:nvSpPr>
          <p:spPr>
            <a:xfrm>
              <a:off x="8882745" y="1906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5" name="pt52495"/>
            <p:cNvSpPr/>
            <p:nvPr/>
          </p:nvSpPr>
          <p:spPr>
            <a:xfrm>
              <a:off x="8274318" y="2412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6" name="pt52496"/>
            <p:cNvSpPr/>
            <p:nvPr/>
          </p:nvSpPr>
          <p:spPr>
            <a:xfrm>
              <a:off x="9541125" y="1585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7" name="pt52497"/>
            <p:cNvSpPr/>
            <p:nvPr/>
          </p:nvSpPr>
          <p:spPr>
            <a:xfrm>
              <a:off x="8471820" y="2685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8" name="pt52498"/>
            <p:cNvSpPr/>
            <p:nvPr/>
          </p:nvSpPr>
          <p:spPr>
            <a:xfrm>
              <a:off x="9005825" y="1762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9" name="pt52499"/>
            <p:cNvSpPr/>
            <p:nvPr/>
          </p:nvSpPr>
          <p:spPr>
            <a:xfrm>
              <a:off x="8471820" y="2451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0" name="pt52500"/>
            <p:cNvSpPr/>
            <p:nvPr/>
          </p:nvSpPr>
          <p:spPr>
            <a:xfrm>
              <a:off x="8817313" y="2037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1" name="pt52501"/>
            <p:cNvSpPr/>
            <p:nvPr/>
          </p:nvSpPr>
          <p:spPr>
            <a:xfrm>
              <a:off x="9065434" y="1692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2" name="pt52502"/>
            <p:cNvSpPr/>
            <p:nvPr/>
          </p:nvSpPr>
          <p:spPr>
            <a:xfrm>
              <a:off x="8783657" y="205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3" name="pt52503"/>
            <p:cNvSpPr/>
            <p:nvPr/>
          </p:nvSpPr>
          <p:spPr>
            <a:xfrm>
              <a:off x="9002725" y="2029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4" name="pt52504"/>
            <p:cNvSpPr/>
            <p:nvPr/>
          </p:nvSpPr>
          <p:spPr>
            <a:xfrm>
              <a:off x="8544712" y="2400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5" name="pt52505"/>
            <p:cNvSpPr/>
            <p:nvPr/>
          </p:nvSpPr>
          <p:spPr>
            <a:xfrm>
              <a:off x="8849358" y="1967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6" name="pt52506"/>
            <p:cNvSpPr/>
            <p:nvPr/>
          </p:nvSpPr>
          <p:spPr>
            <a:xfrm>
              <a:off x="9074048" y="1850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7" name="pt52507"/>
            <p:cNvSpPr/>
            <p:nvPr/>
          </p:nvSpPr>
          <p:spPr>
            <a:xfrm>
              <a:off x="8845651" y="1994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8" name="pt52508"/>
            <p:cNvSpPr/>
            <p:nvPr/>
          </p:nvSpPr>
          <p:spPr>
            <a:xfrm>
              <a:off x="8849358" y="1902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9" name="pt52509"/>
            <p:cNvSpPr/>
            <p:nvPr/>
          </p:nvSpPr>
          <p:spPr>
            <a:xfrm>
              <a:off x="8596430" y="2102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0" name="pt52510"/>
            <p:cNvSpPr/>
            <p:nvPr/>
          </p:nvSpPr>
          <p:spPr>
            <a:xfrm>
              <a:off x="9806800" y="2293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1" name="pt52511"/>
            <p:cNvSpPr/>
            <p:nvPr/>
          </p:nvSpPr>
          <p:spPr>
            <a:xfrm>
              <a:off x="9071933" y="196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2" name="pt52512"/>
            <p:cNvSpPr/>
            <p:nvPr/>
          </p:nvSpPr>
          <p:spPr>
            <a:xfrm>
              <a:off x="8812874" y="2411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3" name="pt52513"/>
            <p:cNvSpPr/>
            <p:nvPr/>
          </p:nvSpPr>
          <p:spPr>
            <a:xfrm>
              <a:off x="9500971" y="2439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4" name="pt52514"/>
            <p:cNvSpPr/>
            <p:nvPr/>
          </p:nvSpPr>
          <p:spPr>
            <a:xfrm>
              <a:off x="9074048" y="1863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5" name="pt52515"/>
            <p:cNvSpPr/>
            <p:nvPr/>
          </p:nvSpPr>
          <p:spPr>
            <a:xfrm>
              <a:off x="8439043" y="2317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6" name="pt52516"/>
            <p:cNvSpPr/>
            <p:nvPr/>
          </p:nvSpPr>
          <p:spPr>
            <a:xfrm>
              <a:off x="9367540" y="2014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7" name="pt52517"/>
            <p:cNvSpPr/>
            <p:nvPr/>
          </p:nvSpPr>
          <p:spPr>
            <a:xfrm>
              <a:off x="8834048" y="1929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8" name="pt52518"/>
            <p:cNvSpPr/>
            <p:nvPr/>
          </p:nvSpPr>
          <p:spPr>
            <a:xfrm>
              <a:off x="9597877" y="2135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9" name="pt52519"/>
            <p:cNvSpPr/>
            <p:nvPr/>
          </p:nvSpPr>
          <p:spPr>
            <a:xfrm>
              <a:off x="9040639" y="1712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0" name="pt52520"/>
            <p:cNvSpPr/>
            <p:nvPr/>
          </p:nvSpPr>
          <p:spPr>
            <a:xfrm>
              <a:off x="8398928" y="2388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1" name="pt52521"/>
            <p:cNvSpPr/>
            <p:nvPr/>
          </p:nvSpPr>
          <p:spPr>
            <a:xfrm>
              <a:off x="8923469" y="2006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2" name="pt52522"/>
            <p:cNvSpPr/>
            <p:nvPr/>
          </p:nvSpPr>
          <p:spPr>
            <a:xfrm>
              <a:off x="8954618" y="2348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3" name="pt52523"/>
            <p:cNvSpPr/>
            <p:nvPr/>
          </p:nvSpPr>
          <p:spPr>
            <a:xfrm>
              <a:off x="8274318" y="2308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4" name="pt52524"/>
            <p:cNvSpPr/>
            <p:nvPr/>
          </p:nvSpPr>
          <p:spPr>
            <a:xfrm>
              <a:off x="8721041" y="1828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5" name="pt52525"/>
            <p:cNvSpPr/>
            <p:nvPr/>
          </p:nvSpPr>
          <p:spPr>
            <a:xfrm>
              <a:off x="8948383" y="2072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6" name="pt52526"/>
            <p:cNvSpPr/>
            <p:nvPr/>
          </p:nvSpPr>
          <p:spPr>
            <a:xfrm>
              <a:off x="8580788" y="2263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7" name="pt52527"/>
            <p:cNvSpPr/>
            <p:nvPr/>
          </p:nvSpPr>
          <p:spPr>
            <a:xfrm>
              <a:off x="8812874" y="2277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8" name="pt52528"/>
            <p:cNvSpPr/>
            <p:nvPr/>
          </p:nvSpPr>
          <p:spPr>
            <a:xfrm>
              <a:off x="8923469" y="1928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9" name="pt52529"/>
            <p:cNvSpPr/>
            <p:nvPr/>
          </p:nvSpPr>
          <p:spPr>
            <a:xfrm>
              <a:off x="8439043" y="2419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0" name="pt52530"/>
            <p:cNvSpPr/>
            <p:nvPr/>
          </p:nvSpPr>
          <p:spPr>
            <a:xfrm>
              <a:off x="9083269" y="1999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1" name="pt52531"/>
            <p:cNvSpPr/>
            <p:nvPr/>
          </p:nvSpPr>
          <p:spPr>
            <a:xfrm>
              <a:off x="8761156" y="2279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2" name="pt52532"/>
            <p:cNvSpPr/>
            <p:nvPr/>
          </p:nvSpPr>
          <p:spPr>
            <a:xfrm>
              <a:off x="9281436" y="1878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3" name="pt52533"/>
            <p:cNvSpPr/>
            <p:nvPr/>
          </p:nvSpPr>
          <p:spPr>
            <a:xfrm>
              <a:off x="9295774" y="1948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4" name="pt52534"/>
            <p:cNvSpPr/>
            <p:nvPr/>
          </p:nvSpPr>
          <p:spPr>
            <a:xfrm>
              <a:off x="9266215" y="202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5" name="pt52535"/>
            <p:cNvSpPr/>
            <p:nvPr/>
          </p:nvSpPr>
          <p:spPr>
            <a:xfrm>
              <a:off x="9567694" y="2526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6" name="pt52536"/>
            <p:cNvSpPr/>
            <p:nvPr/>
          </p:nvSpPr>
          <p:spPr>
            <a:xfrm>
              <a:off x="9296080" y="1765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7" name="pt52537"/>
            <p:cNvSpPr/>
            <p:nvPr/>
          </p:nvSpPr>
          <p:spPr>
            <a:xfrm>
              <a:off x="8788868" y="2064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8" name="pt52538"/>
            <p:cNvSpPr/>
            <p:nvPr/>
          </p:nvSpPr>
          <p:spPr>
            <a:xfrm>
              <a:off x="9184443" y="2116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9" name="pt52539"/>
            <p:cNvSpPr/>
            <p:nvPr/>
          </p:nvSpPr>
          <p:spPr>
            <a:xfrm>
              <a:off x="8439043" y="2172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0" name="pt52540"/>
            <p:cNvSpPr/>
            <p:nvPr/>
          </p:nvSpPr>
          <p:spPr>
            <a:xfrm>
              <a:off x="8274318" y="2543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1" name="pt52541"/>
            <p:cNvSpPr/>
            <p:nvPr/>
          </p:nvSpPr>
          <p:spPr>
            <a:xfrm>
              <a:off x="8948383" y="2032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2" name="pt52542"/>
            <p:cNvSpPr/>
            <p:nvPr/>
          </p:nvSpPr>
          <p:spPr>
            <a:xfrm>
              <a:off x="9035502" y="1581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3" name="pt52543"/>
            <p:cNvSpPr/>
            <p:nvPr/>
          </p:nvSpPr>
          <p:spPr>
            <a:xfrm>
              <a:off x="8834048" y="2030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4" name="pt52544"/>
            <p:cNvSpPr/>
            <p:nvPr/>
          </p:nvSpPr>
          <p:spPr>
            <a:xfrm>
              <a:off x="8721041" y="2151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5" name="pt52545"/>
            <p:cNvSpPr/>
            <p:nvPr/>
          </p:nvSpPr>
          <p:spPr>
            <a:xfrm>
              <a:off x="8347210" y="236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6" name="pt52546"/>
            <p:cNvSpPr/>
            <p:nvPr/>
          </p:nvSpPr>
          <p:spPr>
            <a:xfrm>
              <a:off x="8982914" y="1765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7" name="pt52547"/>
            <p:cNvSpPr/>
            <p:nvPr/>
          </p:nvSpPr>
          <p:spPr>
            <a:xfrm>
              <a:off x="8688264" y="2323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8" name="pt52548"/>
            <p:cNvSpPr/>
            <p:nvPr/>
          </p:nvSpPr>
          <p:spPr>
            <a:xfrm>
              <a:off x="9644062" y="2062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9" name="pt52549"/>
            <p:cNvSpPr/>
            <p:nvPr/>
          </p:nvSpPr>
          <p:spPr>
            <a:xfrm>
              <a:off x="8636546" y="2438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0" name="pt52550"/>
            <p:cNvSpPr/>
            <p:nvPr/>
          </p:nvSpPr>
          <p:spPr>
            <a:xfrm>
              <a:off x="8713389" y="2349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1" name="pt52551"/>
            <p:cNvSpPr/>
            <p:nvPr/>
          </p:nvSpPr>
          <p:spPr>
            <a:xfrm>
              <a:off x="9717541" y="2226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2" name="pt52552"/>
            <p:cNvSpPr/>
            <p:nvPr/>
          </p:nvSpPr>
          <p:spPr>
            <a:xfrm>
              <a:off x="8439043" y="2225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3" name="pt52553"/>
            <p:cNvSpPr/>
            <p:nvPr/>
          </p:nvSpPr>
          <p:spPr>
            <a:xfrm>
              <a:off x="8610820" y="2102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4" name="pt52554"/>
            <p:cNvSpPr/>
            <p:nvPr/>
          </p:nvSpPr>
          <p:spPr>
            <a:xfrm>
              <a:off x="8596430" y="2130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5" name="pt52555"/>
            <p:cNvSpPr/>
            <p:nvPr/>
          </p:nvSpPr>
          <p:spPr>
            <a:xfrm>
              <a:off x="8347210" y="2268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6" name="pt52556"/>
            <p:cNvSpPr/>
            <p:nvPr/>
          </p:nvSpPr>
          <p:spPr>
            <a:xfrm>
              <a:off x="8748753" y="1980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7" name="pt52557"/>
            <p:cNvSpPr/>
            <p:nvPr/>
          </p:nvSpPr>
          <p:spPr>
            <a:xfrm>
              <a:off x="8669323" y="2368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8" name="pt52558"/>
            <p:cNvSpPr/>
            <p:nvPr/>
          </p:nvSpPr>
          <p:spPr>
            <a:xfrm>
              <a:off x="9049289" y="2109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9" name="pt52559"/>
            <p:cNvSpPr/>
            <p:nvPr/>
          </p:nvSpPr>
          <p:spPr>
            <a:xfrm>
              <a:off x="8956650" y="2326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0" name="pt52560"/>
            <p:cNvSpPr/>
            <p:nvPr/>
          </p:nvSpPr>
          <p:spPr>
            <a:xfrm>
              <a:off x="8863465" y="2280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1" name="pt52561"/>
            <p:cNvSpPr/>
            <p:nvPr/>
          </p:nvSpPr>
          <p:spPr>
            <a:xfrm>
              <a:off x="8932933" y="1890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2" name="pt52562"/>
            <p:cNvSpPr/>
            <p:nvPr/>
          </p:nvSpPr>
          <p:spPr>
            <a:xfrm>
              <a:off x="9118525" y="1951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3" name="pt52563"/>
            <p:cNvSpPr/>
            <p:nvPr/>
          </p:nvSpPr>
          <p:spPr>
            <a:xfrm>
              <a:off x="9097658" y="2175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4" name="pt52564"/>
            <p:cNvSpPr/>
            <p:nvPr/>
          </p:nvSpPr>
          <p:spPr>
            <a:xfrm>
              <a:off x="8713389" y="2225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5" name="pt52565"/>
            <p:cNvSpPr/>
            <p:nvPr/>
          </p:nvSpPr>
          <p:spPr>
            <a:xfrm>
              <a:off x="8803653" y="2203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6" name="pt52566"/>
            <p:cNvSpPr/>
            <p:nvPr/>
          </p:nvSpPr>
          <p:spPr>
            <a:xfrm>
              <a:off x="9363383" y="2097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7" name="pt52567"/>
            <p:cNvSpPr/>
            <p:nvPr/>
          </p:nvSpPr>
          <p:spPr>
            <a:xfrm>
              <a:off x="9049289" y="224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8" name="pt52568"/>
            <p:cNvSpPr/>
            <p:nvPr/>
          </p:nvSpPr>
          <p:spPr>
            <a:xfrm>
              <a:off x="8624143" y="2451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9" name="pt52569"/>
            <p:cNvSpPr/>
            <p:nvPr/>
          </p:nvSpPr>
          <p:spPr>
            <a:xfrm>
              <a:off x="8347210" y="2349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0" name="pt52570"/>
            <p:cNvSpPr/>
            <p:nvPr/>
          </p:nvSpPr>
          <p:spPr>
            <a:xfrm>
              <a:off x="9247994" y="1791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1" name="pt52571"/>
            <p:cNvSpPr/>
            <p:nvPr/>
          </p:nvSpPr>
          <p:spPr>
            <a:xfrm>
              <a:off x="9265854" y="2171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2" name="pt52572"/>
            <p:cNvSpPr/>
            <p:nvPr/>
          </p:nvSpPr>
          <p:spPr>
            <a:xfrm>
              <a:off x="8972124" y="2013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3" name="pt52573"/>
            <p:cNvSpPr/>
            <p:nvPr/>
          </p:nvSpPr>
          <p:spPr>
            <a:xfrm>
              <a:off x="9040639" y="1708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4" name="pt52574"/>
            <p:cNvSpPr/>
            <p:nvPr/>
          </p:nvSpPr>
          <p:spPr>
            <a:xfrm>
              <a:off x="9108394" y="1906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5" name="pt52575"/>
            <p:cNvSpPr/>
            <p:nvPr/>
          </p:nvSpPr>
          <p:spPr>
            <a:xfrm>
              <a:off x="9976916" y="2575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6" name="pt52576"/>
            <p:cNvSpPr/>
            <p:nvPr/>
          </p:nvSpPr>
          <p:spPr>
            <a:xfrm>
              <a:off x="8274318" y="2319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7" name="pt52577"/>
            <p:cNvSpPr/>
            <p:nvPr/>
          </p:nvSpPr>
          <p:spPr>
            <a:xfrm>
              <a:off x="8981160" y="1939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8" name="pt52578"/>
            <p:cNvSpPr/>
            <p:nvPr/>
          </p:nvSpPr>
          <p:spPr>
            <a:xfrm>
              <a:off x="8761156" y="2350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9" name="pt52579"/>
            <p:cNvSpPr/>
            <p:nvPr/>
          </p:nvSpPr>
          <p:spPr>
            <a:xfrm>
              <a:off x="9568569" y="2225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0" name="pt52580"/>
            <p:cNvSpPr/>
            <p:nvPr/>
          </p:nvSpPr>
          <p:spPr>
            <a:xfrm>
              <a:off x="9097658" y="2092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1" name="pt52581"/>
            <p:cNvSpPr/>
            <p:nvPr/>
          </p:nvSpPr>
          <p:spPr>
            <a:xfrm>
              <a:off x="8923469" y="1871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2" name="pt52582"/>
            <p:cNvSpPr/>
            <p:nvPr/>
          </p:nvSpPr>
          <p:spPr>
            <a:xfrm>
              <a:off x="8596430" y="2239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3" name="pt52583"/>
            <p:cNvSpPr/>
            <p:nvPr/>
          </p:nvSpPr>
          <p:spPr>
            <a:xfrm>
              <a:off x="8997973" y="1825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4" name="pt52584"/>
            <p:cNvSpPr/>
            <p:nvPr/>
          </p:nvSpPr>
          <p:spPr>
            <a:xfrm>
              <a:off x="9044397" y="2090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5" name="pt52585"/>
            <p:cNvSpPr/>
            <p:nvPr/>
          </p:nvSpPr>
          <p:spPr>
            <a:xfrm>
              <a:off x="8347210" y="2350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6" name="pt52586"/>
            <p:cNvSpPr/>
            <p:nvPr/>
          </p:nvSpPr>
          <p:spPr>
            <a:xfrm>
              <a:off x="8439043" y="2404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7" name="pt52587"/>
            <p:cNvSpPr/>
            <p:nvPr/>
          </p:nvSpPr>
          <p:spPr>
            <a:xfrm>
              <a:off x="8834048" y="2177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8" name="pt52588"/>
            <p:cNvSpPr/>
            <p:nvPr/>
          </p:nvSpPr>
          <p:spPr>
            <a:xfrm>
              <a:off x="8274318" y="2239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9" name="pt52589"/>
            <p:cNvSpPr/>
            <p:nvPr/>
          </p:nvSpPr>
          <p:spPr>
            <a:xfrm>
              <a:off x="9553956" y="2261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0" name="pt52590"/>
            <p:cNvSpPr/>
            <p:nvPr/>
          </p:nvSpPr>
          <p:spPr>
            <a:xfrm>
              <a:off x="9294237" y="1838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1" name="pt52591"/>
            <p:cNvSpPr/>
            <p:nvPr/>
          </p:nvSpPr>
          <p:spPr>
            <a:xfrm>
              <a:off x="9065434" y="1824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2" name="pt52592"/>
            <p:cNvSpPr/>
            <p:nvPr/>
          </p:nvSpPr>
          <p:spPr>
            <a:xfrm>
              <a:off x="8879672" y="1835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3" name="pt52593"/>
            <p:cNvSpPr/>
            <p:nvPr/>
          </p:nvSpPr>
          <p:spPr>
            <a:xfrm>
              <a:off x="8908267" y="2010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4" name="pt52594"/>
            <p:cNvSpPr/>
            <p:nvPr/>
          </p:nvSpPr>
          <p:spPr>
            <a:xfrm>
              <a:off x="8812874" y="2093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5" name="pt52595"/>
            <p:cNvSpPr/>
            <p:nvPr/>
          </p:nvSpPr>
          <p:spPr>
            <a:xfrm>
              <a:off x="8932933" y="1795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6" name="pt52596"/>
            <p:cNvSpPr/>
            <p:nvPr/>
          </p:nvSpPr>
          <p:spPr>
            <a:xfrm>
              <a:off x="8596430" y="212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7" name="pt52597"/>
            <p:cNvSpPr/>
            <p:nvPr/>
          </p:nvSpPr>
          <p:spPr>
            <a:xfrm>
              <a:off x="8688264" y="2313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8" name="pt52598"/>
            <p:cNvSpPr/>
            <p:nvPr/>
          </p:nvSpPr>
          <p:spPr>
            <a:xfrm>
              <a:off x="8544712" y="2429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9" name="pt52599"/>
            <p:cNvSpPr/>
            <p:nvPr/>
          </p:nvSpPr>
          <p:spPr>
            <a:xfrm>
              <a:off x="9191144" y="2072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0" name="pt52600"/>
            <p:cNvSpPr/>
            <p:nvPr/>
          </p:nvSpPr>
          <p:spPr>
            <a:xfrm>
              <a:off x="9066533" y="1768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1" name="pt52601"/>
            <p:cNvSpPr/>
            <p:nvPr/>
          </p:nvSpPr>
          <p:spPr>
            <a:xfrm>
              <a:off x="8748753" y="2069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2" name="pt52602"/>
            <p:cNvSpPr/>
            <p:nvPr/>
          </p:nvSpPr>
          <p:spPr>
            <a:xfrm>
              <a:off x="8939717" y="2020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3" name="pt52603"/>
            <p:cNvSpPr/>
            <p:nvPr/>
          </p:nvSpPr>
          <p:spPr>
            <a:xfrm>
              <a:off x="8398928" y="2340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4" name="pt52604"/>
            <p:cNvSpPr/>
            <p:nvPr/>
          </p:nvSpPr>
          <p:spPr>
            <a:xfrm>
              <a:off x="8563654" y="2255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5" name="pt52605"/>
            <p:cNvSpPr/>
            <p:nvPr/>
          </p:nvSpPr>
          <p:spPr>
            <a:xfrm>
              <a:off x="9044397" y="1976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6" name="pt52606"/>
            <p:cNvSpPr/>
            <p:nvPr/>
          </p:nvSpPr>
          <p:spPr>
            <a:xfrm>
              <a:off x="8669323" y="2406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7" name="pt52607"/>
            <p:cNvSpPr/>
            <p:nvPr/>
          </p:nvSpPr>
          <p:spPr>
            <a:xfrm>
              <a:off x="8688264" y="226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8" name="pt52608"/>
            <p:cNvSpPr/>
            <p:nvPr/>
          </p:nvSpPr>
          <p:spPr>
            <a:xfrm>
              <a:off x="8721041" y="1890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9" name="pt52609"/>
            <p:cNvSpPr/>
            <p:nvPr/>
          </p:nvSpPr>
          <p:spPr>
            <a:xfrm>
              <a:off x="8274318" y="2541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0" name="pt52610"/>
            <p:cNvSpPr/>
            <p:nvPr/>
          </p:nvSpPr>
          <p:spPr>
            <a:xfrm>
              <a:off x="8937484" y="2101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1" name="pt52611"/>
            <p:cNvSpPr/>
            <p:nvPr/>
          </p:nvSpPr>
          <p:spPr>
            <a:xfrm>
              <a:off x="9189492" y="1991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2" name="pt52612"/>
            <p:cNvSpPr/>
            <p:nvPr/>
          </p:nvSpPr>
          <p:spPr>
            <a:xfrm>
              <a:off x="8783657" y="2124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3" name="pt52613"/>
            <p:cNvSpPr/>
            <p:nvPr/>
          </p:nvSpPr>
          <p:spPr>
            <a:xfrm>
              <a:off x="9363383" y="2050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4" name="pt52614"/>
            <p:cNvSpPr/>
            <p:nvPr/>
          </p:nvSpPr>
          <p:spPr>
            <a:xfrm>
              <a:off x="8897369" y="208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5" name="pt52615"/>
            <p:cNvSpPr/>
            <p:nvPr/>
          </p:nvSpPr>
          <p:spPr>
            <a:xfrm>
              <a:off x="8849358" y="2170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6" name="pt52616"/>
            <p:cNvSpPr/>
            <p:nvPr/>
          </p:nvSpPr>
          <p:spPr>
            <a:xfrm>
              <a:off x="8982914" y="1858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7" name="pt52617"/>
            <p:cNvSpPr/>
            <p:nvPr/>
          </p:nvSpPr>
          <p:spPr>
            <a:xfrm>
              <a:off x="9525526" y="1690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8" name="pt52618"/>
            <p:cNvSpPr/>
            <p:nvPr/>
          </p:nvSpPr>
          <p:spPr>
            <a:xfrm>
              <a:off x="9371804" y="2033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9" name="pt52619"/>
            <p:cNvSpPr/>
            <p:nvPr/>
          </p:nvSpPr>
          <p:spPr>
            <a:xfrm>
              <a:off x="9689893" y="1848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0" name="pt52620"/>
            <p:cNvSpPr/>
            <p:nvPr/>
          </p:nvSpPr>
          <p:spPr>
            <a:xfrm>
              <a:off x="8937484" y="2095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1" name="pt52621"/>
            <p:cNvSpPr/>
            <p:nvPr/>
          </p:nvSpPr>
          <p:spPr>
            <a:xfrm>
              <a:off x="8523538" y="2444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2" name="pt52622"/>
            <p:cNvSpPr/>
            <p:nvPr/>
          </p:nvSpPr>
          <p:spPr>
            <a:xfrm>
              <a:off x="9331236" y="2087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3" name="pt52623"/>
            <p:cNvSpPr/>
            <p:nvPr/>
          </p:nvSpPr>
          <p:spPr>
            <a:xfrm>
              <a:off x="8849358" y="1950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4" name="pt52624"/>
            <p:cNvSpPr/>
            <p:nvPr/>
          </p:nvSpPr>
          <p:spPr>
            <a:xfrm>
              <a:off x="8697035" y="2181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5" name="pt52625"/>
            <p:cNvSpPr/>
            <p:nvPr/>
          </p:nvSpPr>
          <p:spPr>
            <a:xfrm>
              <a:off x="8849358" y="1976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6" name="pt52626"/>
            <p:cNvSpPr/>
            <p:nvPr/>
          </p:nvSpPr>
          <p:spPr>
            <a:xfrm>
              <a:off x="8439043" y="2366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7" name="pt52627"/>
            <p:cNvSpPr/>
            <p:nvPr/>
          </p:nvSpPr>
          <p:spPr>
            <a:xfrm>
              <a:off x="8563654" y="2365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8" name="pt52628"/>
            <p:cNvSpPr/>
            <p:nvPr/>
          </p:nvSpPr>
          <p:spPr>
            <a:xfrm>
              <a:off x="9023378" y="191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9" name="pt52629"/>
            <p:cNvSpPr/>
            <p:nvPr/>
          </p:nvSpPr>
          <p:spPr>
            <a:xfrm>
              <a:off x="8398928" y="2233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0" name="pt52630"/>
            <p:cNvSpPr/>
            <p:nvPr/>
          </p:nvSpPr>
          <p:spPr>
            <a:xfrm>
              <a:off x="9043153" y="1827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1" name="pt52631"/>
            <p:cNvSpPr/>
            <p:nvPr/>
          </p:nvSpPr>
          <p:spPr>
            <a:xfrm>
              <a:off x="8713389" y="2349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2" name="pt52632"/>
            <p:cNvSpPr/>
            <p:nvPr/>
          </p:nvSpPr>
          <p:spPr>
            <a:xfrm>
              <a:off x="8596430" y="2367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3" name="pt52633"/>
            <p:cNvSpPr/>
            <p:nvPr/>
          </p:nvSpPr>
          <p:spPr>
            <a:xfrm>
              <a:off x="8735430" y="2052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4" name="pt52634"/>
            <p:cNvSpPr/>
            <p:nvPr/>
          </p:nvSpPr>
          <p:spPr>
            <a:xfrm>
              <a:off x="8471820" y="2629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5" name="pt52635"/>
            <p:cNvSpPr/>
            <p:nvPr/>
          </p:nvSpPr>
          <p:spPr>
            <a:xfrm>
              <a:off x="9681061" y="2677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6" name="pt52636"/>
            <p:cNvSpPr/>
            <p:nvPr/>
          </p:nvSpPr>
          <p:spPr>
            <a:xfrm>
              <a:off x="9693515" y="1926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7" name="pt52637"/>
            <p:cNvSpPr/>
            <p:nvPr/>
          </p:nvSpPr>
          <p:spPr>
            <a:xfrm>
              <a:off x="9200228" y="1917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8" name="pt52638"/>
            <p:cNvSpPr/>
            <p:nvPr/>
          </p:nvSpPr>
          <p:spPr>
            <a:xfrm>
              <a:off x="8841866" y="1924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9" name="pt52639"/>
            <p:cNvSpPr/>
            <p:nvPr/>
          </p:nvSpPr>
          <p:spPr>
            <a:xfrm>
              <a:off x="9334476" y="2159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0" name="pt52640"/>
            <p:cNvSpPr/>
            <p:nvPr/>
          </p:nvSpPr>
          <p:spPr>
            <a:xfrm>
              <a:off x="8808322" y="2387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1" name="pt52641"/>
            <p:cNvSpPr/>
            <p:nvPr/>
          </p:nvSpPr>
          <p:spPr>
            <a:xfrm>
              <a:off x="9040639" y="1658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2" name="pt52642"/>
            <p:cNvSpPr/>
            <p:nvPr/>
          </p:nvSpPr>
          <p:spPr>
            <a:xfrm>
              <a:off x="8596430" y="2276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3" name="pt52643"/>
            <p:cNvSpPr/>
            <p:nvPr/>
          </p:nvSpPr>
          <p:spPr>
            <a:xfrm>
              <a:off x="9074048" y="1818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4" name="pt52644"/>
            <p:cNvSpPr/>
            <p:nvPr/>
          </p:nvSpPr>
          <p:spPr>
            <a:xfrm>
              <a:off x="8347210" y="2270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5" name="pt52645"/>
            <p:cNvSpPr/>
            <p:nvPr/>
          </p:nvSpPr>
          <p:spPr>
            <a:xfrm>
              <a:off x="8798858" y="2007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6" name="pt52646"/>
            <p:cNvSpPr/>
            <p:nvPr/>
          </p:nvSpPr>
          <p:spPr>
            <a:xfrm>
              <a:off x="8274318" y="252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7" name="pt52647"/>
            <p:cNvSpPr/>
            <p:nvPr/>
          </p:nvSpPr>
          <p:spPr>
            <a:xfrm>
              <a:off x="8798858" y="2001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8" name="pt52648"/>
            <p:cNvSpPr/>
            <p:nvPr/>
          </p:nvSpPr>
          <p:spPr>
            <a:xfrm>
              <a:off x="8873363" y="2036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9" name="pt52649"/>
            <p:cNvSpPr/>
            <p:nvPr/>
          </p:nvSpPr>
          <p:spPr>
            <a:xfrm>
              <a:off x="8897369" y="2123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0" name="pt52650"/>
            <p:cNvSpPr/>
            <p:nvPr/>
          </p:nvSpPr>
          <p:spPr>
            <a:xfrm>
              <a:off x="8982914" y="1835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1" name="pt52651"/>
            <p:cNvSpPr/>
            <p:nvPr/>
          </p:nvSpPr>
          <p:spPr>
            <a:xfrm>
              <a:off x="9497514" y="2444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2" name="pt52652"/>
            <p:cNvSpPr/>
            <p:nvPr/>
          </p:nvSpPr>
          <p:spPr>
            <a:xfrm>
              <a:off x="9034195" y="1655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3" name="pt52653"/>
            <p:cNvSpPr/>
            <p:nvPr/>
          </p:nvSpPr>
          <p:spPr>
            <a:xfrm>
              <a:off x="8274318" y="2386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4" name="pt52654"/>
            <p:cNvSpPr/>
            <p:nvPr/>
          </p:nvSpPr>
          <p:spPr>
            <a:xfrm>
              <a:off x="8999571" y="1815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5" name="pt52655"/>
            <p:cNvSpPr/>
            <p:nvPr/>
          </p:nvSpPr>
          <p:spPr>
            <a:xfrm>
              <a:off x="8999571" y="1816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6" name="pt52656"/>
            <p:cNvSpPr/>
            <p:nvPr/>
          </p:nvSpPr>
          <p:spPr>
            <a:xfrm>
              <a:off x="9468702" y="2088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7" name="pt52657"/>
            <p:cNvSpPr/>
            <p:nvPr/>
          </p:nvSpPr>
          <p:spPr>
            <a:xfrm>
              <a:off x="9486197" y="2396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8" name="pt52658"/>
            <p:cNvSpPr/>
            <p:nvPr/>
          </p:nvSpPr>
          <p:spPr>
            <a:xfrm>
              <a:off x="9077174" y="2052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9" name="pt52659"/>
            <p:cNvSpPr/>
            <p:nvPr/>
          </p:nvSpPr>
          <p:spPr>
            <a:xfrm>
              <a:off x="9066533" y="1947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0" name="pt52660"/>
            <p:cNvSpPr/>
            <p:nvPr/>
          </p:nvSpPr>
          <p:spPr>
            <a:xfrm>
              <a:off x="8908267" y="208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1" name="pt52661"/>
            <p:cNvSpPr/>
            <p:nvPr/>
          </p:nvSpPr>
          <p:spPr>
            <a:xfrm>
              <a:off x="8624143" y="2337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2" name="pt52662"/>
            <p:cNvSpPr/>
            <p:nvPr/>
          </p:nvSpPr>
          <p:spPr>
            <a:xfrm>
              <a:off x="8274318" y="243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3" name="pt52663"/>
            <p:cNvSpPr/>
            <p:nvPr/>
          </p:nvSpPr>
          <p:spPr>
            <a:xfrm>
              <a:off x="9191144" y="205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4" name="pt52664"/>
            <p:cNvSpPr/>
            <p:nvPr/>
          </p:nvSpPr>
          <p:spPr>
            <a:xfrm>
              <a:off x="9034195" y="1668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5" name="pt52665"/>
            <p:cNvSpPr/>
            <p:nvPr/>
          </p:nvSpPr>
          <p:spPr>
            <a:xfrm>
              <a:off x="8439043" y="2226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6" name="pt52666"/>
            <p:cNvSpPr/>
            <p:nvPr/>
          </p:nvSpPr>
          <p:spPr>
            <a:xfrm>
              <a:off x="8812874" y="2159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7" name="pt52667"/>
            <p:cNvSpPr/>
            <p:nvPr/>
          </p:nvSpPr>
          <p:spPr>
            <a:xfrm>
              <a:off x="9317391" y="2196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8" name="pt52668"/>
            <p:cNvSpPr/>
            <p:nvPr/>
          </p:nvSpPr>
          <p:spPr>
            <a:xfrm>
              <a:off x="9027511" y="1831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9" name="pt52669"/>
            <p:cNvSpPr/>
            <p:nvPr/>
          </p:nvSpPr>
          <p:spPr>
            <a:xfrm>
              <a:off x="8783657" y="2120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0" name="pt52670"/>
            <p:cNvSpPr/>
            <p:nvPr/>
          </p:nvSpPr>
          <p:spPr>
            <a:xfrm>
              <a:off x="8783657" y="2010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1" name="pt52671"/>
            <p:cNvSpPr/>
            <p:nvPr/>
          </p:nvSpPr>
          <p:spPr>
            <a:xfrm>
              <a:off x="9002725" y="1867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2" name="pt52672"/>
            <p:cNvSpPr/>
            <p:nvPr/>
          </p:nvSpPr>
          <p:spPr>
            <a:xfrm>
              <a:off x="9126552" y="1959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3" name="pt52673"/>
            <p:cNvSpPr/>
            <p:nvPr/>
          </p:nvSpPr>
          <p:spPr>
            <a:xfrm>
              <a:off x="8952564" y="2151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4" name="pt52674"/>
            <p:cNvSpPr/>
            <p:nvPr/>
          </p:nvSpPr>
          <p:spPr>
            <a:xfrm>
              <a:off x="8876545" y="1920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5" name="pt52675"/>
            <p:cNvSpPr/>
            <p:nvPr/>
          </p:nvSpPr>
          <p:spPr>
            <a:xfrm>
              <a:off x="8888738" y="2019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6" name="pt52676"/>
            <p:cNvSpPr/>
            <p:nvPr/>
          </p:nvSpPr>
          <p:spPr>
            <a:xfrm>
              <a:off x="9597877" y="2260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7" name="pt52677"/>
            <p:cNvSpPr/>
            <p:nvPr/>
          </p:nvSpPr>
          <p:spPr>
            <a:xfrm>
              <a:off x="9468702" y="2144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8" name="pt52678"/>
            <p:cNvSpPr/>
            <p:nvPr/>
          </p:nvSpPr>
          <p:spPr>
            <a:xfrm>
              <a:off x="9099493" y="2170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9" name="pt52679"/>
            <p:cNvSpPr/>
            <p:nvPr/>
          </p:nvSpPr>
          <p:spPr>
            <a:xfrm>
              <a:off x="9435925" y="203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0" name="pt52680"/>
            <p:cNvSpPr/>
            <p:nvPr/>
          </p:nvSpPr>
          <p:spPr>
            <a:xfrm>
              <a:off x="8755061" y="2199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1" name="pt52681"/>
            <p:cNvSpPr/>
            <p:nvPr/>
          </p:nvSpPr>
          <p:spPr>
            <a:xfrm>
              <a:off x="8563654" y="2228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2" name="pt52682"/>
            <p:cNvSpPr/>
            <p:nvPr/>
          </p:nvSpPr>
          <p:spPr>
            <a:xfrm>
              <a:off x="9142325" y="2013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3" name="pt52683"/>
            <p:cNvSpPr/>
            <p:nvPr/>
          </p:nvSpPr>
          <p:spPr>
            <a:xfrm>
              <a:off x="8274318" y="235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4" name="pt52684"/>
            <p:cNvSpPr/>
            <p:nvPr/>
          </p:nvSpPr>
          <p:spPr>
            <a:xfrm>
              <a:off x="8274318" y="2437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5" name="pt52685"/>
            <p:cNvSpPr/>
            <p:nvPr/>
          </p:nvSpPr>
          <p:spPr>
            <a:xfrm>
              <a:off x="8713389" y="2171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6" name="pt52686"/>
            <p:cNvSpPr/>
            <p:nvPr/>
          </p:nvSpPr>
          <p:spPr>
            <a:xfrm>
              <a:off x="8735430" y="2149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7" name="pt52687"/>
            <p:cNvSpPr/>
            <p:nvPr/>
          </p:nvSpPr>
          <p:spPr>
            <a:xfrm>
              <a:off x="9223646" y="1929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8" name="pt52688"/>
            <p:cNvSpPr/>
            <p:nvPr/>
          </p:nvSpPr>
          <p:spPr>
            <a:xfrm>
              <a:off x="8471820" y="2330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9" name="pt52689"/>
            <p:cNvSpPr/>
            <p:nvPr/>
          </p:nvSpPr>
          <p:spPr>
            <a:xfrm>
              <a:off x="8274318" y="2616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0" name="pt52690"/>
            <p:cNvSpPr/>
            <p:nvPr/>
          </p:nvSpPr>
          <p:spPr>
            <a:xfrm>
              <a:off x="8852989" y="1994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1" name="pt52691"/>
            <p:cNvSpPr/>
            <p:nvPr/>
          </p:nvSpPr>
          <p:spPr>
            <a:xfrm>
              <a:off x="9282758" y="2043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2" name="pt52692"/>
            <p:cNvSpPr/>
            <p:nvPr/>
          </p:nvSpPr>
          <p:spPr>
            <a:xfrm>
              <a:off x="8688264" y="2263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3" name="pt52693"/>
            <p:cNvSpPr/>
            <p:nvPr/>
          </p:nvSpPr>
          <p:spPr>
            <a:xfrm>
              <a:off x="8849358" y="1955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4" name="pt52694"/>
            <p:cNvSpPr/>
            <p:nvPr/>
          </p:nvSpPr>
          <p:spPr>
            <a:xfrm>
              <a:off x="8563654" y="2276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5" name="pt52695"/>
            <p:cNvSpPr/>
            <p:nvPr/>
          </p:nvSpPr>
          <p:spPr>
            <a:xfrm>
              <a:off x="9334476" y="1968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6" name="pt52696"/>
            <p:cNvSpPr/>
            <p:nvPr/>
          </p:nvSpPr>
          <p:spPr>
            <a:xfrm>
              <a:off x="8982914" y="1828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7" name="pt52697"/>
            <p:cNvSpPr/>
            <p:nvPr/>
          </p:nvSpPr>
          <p:spPr>
            <a:xfrm>
              <a:off x="9297299" y="1860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8" name="pt52698"/>
            <p:cNvSpPr/>
            <p:nvPr/>
          </p:nvSpPr>
          <p:spPr>
            <a:xfrm>
              <a:off x="9334969" y="2175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9" name="pt52699"/>
            <p:cNvSpPr/>
            <p:nvPr/>
          </p:nvSpPr>
          <p:spPr>
            <a:xfrm>
              <a:off x="9448796" y="200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0" name="pt52700"/>
            <p:cNvSpPr/>
            <p:nvPr/>
          </p:nvSpPr>
          <p:spPr>
            <a:xfrm>
              <a:off x="9490707" y="2329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1" name="pt52701"/>
            <p:cNvSpPr/>
            <p:nvPr/>
          </p:nvSpPr>
          <p:spPr>
            <a:xfrm>
              <a:off x="9040639" y="1715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2" name="pt52702"/>
            <p:cNvSpPr/>
            <p:nvPr/>
          </p:nvSpPr>
          <p:spPr>
            <a:xfrm>
              <a:off x="8523538" y="2563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3" name="pt52703"/>
            <p:cNvSpPr/>
            <p:nvPr/>
          </p:nvSpPr>
          <p:spPr>
            <a:xfrm>
              <a:off x="8274318" y="2512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4" name="pt52704"/>
            <p:cNvSpPr/>
            <p:nvPr/>
          </p:nvSpPr>
          <p:spPr>
            <a:xfrm>
              <a:off x="8793933" y="2193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5" name="pt52705"/>
            <p:cNvSpPr/>
            <p:nvPr/>
          </p:nvSpPr>
          <p:spPr>
            <a:xfrm>
              <a:off x="9568569" y="2291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6" name="pt52706"/>
            <p:cNvSpPr/>
            <p:nvPr/>
          </p:nvSpPr>
          <p:spPr>
            <a:xfrm>
              <a:off x="9075096" y="2014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7" name="pt52707"/>
            <p:cNvSpPr/>
            <p:nvPr/>
          </p:nvSpPr>
          <p:spPr>
            <a:xfrm>
              <a:off x="8679043" y="2308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8" name="pt52708"/>
            <p:cNvSpPr/>
            <p:nvPr/>
          </p:nvSpPr>
          <p:spPr>
            <a:xfrm>
              <a:off x="8705398" y="2121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9" name="pt52709"/>
            <p:cNvSpPr/>
            <p:nvPr/>
          </p:nvSpPr>
          <p:spPr>
            <a:xfrm>
              <a:off x="8910892" y="1879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0" name="pt52710"/>
            <p:cNvSpPr/>
            <p:nvPr/>
          </p:nvSpPr>
          <p:spPr>
            <a:xfrm>
              <a:off x="8523538" y="2342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1" name="pt52711"/>
            <p:cNvSpPr/>
            <p:nvPr/>
          </p:nvSpPr>
          <p:spPr>
            <a:xfrm>
              <a:off x="8713389" y="224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2" name="pt52712"/>
            <p:cNvSpPr/>
            <p:nvPr/>
          </p:nvSpPr>
          <p:spPr>
            <a:xfrm>
              <a:off x="8596430" y="2199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3" name="pt52713"/>
            <p:cNvSpPr/>
            <p:nvPr/>
          </p:nvSpPr>
          <p:spPr>
            <a:xfrm>
              <a:off x="8783657" y="2326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4" name="pt52714"/>
            <p:cNvSpPr/>
            <p:nvPr/>
          </p:nvSpPr>
          <p:spPr>
            <a:xfrm>
              <a:off x="8982914" y="1816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5" name="pt52715"/>
            <p:cNvSpPr/>
            <p:nvPr/>
          </p:nvSpPr>
          <p:spPr>
            <a:xfrm>
              <a:off x="8624143" y="2368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6" name="pt52716"/>
            <p:cNvSpPr/>
            <p:nvPr/>
          </p:nvSpPr>
          <p:spPr>
            <a:xfrm>
              <a:off x="8930613" y="1780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7" name="pt52717"/>
            <p:cNvSpPr/>
            <p:nvPr/>
          </p:nvSpPr>
          <p:spPr>
            <a:xfrm>
              <a:off x="8793933" y="2168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8" name="pt52718"/>
            <p:cNvSpPr/>
            <p:nvPr/>
          </p:nvSpPr>
          <p:spPr>
            <a:xfrm>
              <a:off x="8274318" y="242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9" name="pt52719"/>
            <p:cNvSpPr/>
            <p:nvPr/>
          </p:nvSpPr>
          <p:spPr>
            <a:xfrm>
              <a:off x="9005825" y="1689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0" name="pt52720"/>
            <p:cNvSpPr/>
            <p:nvPr/>
          </p:nvSpPr>
          <p:spPr>
            <a:xfrm>
              <a:off x="8544712" y="2308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1" name="pt52721"/>
            <p:cNvSpPr/>
            <p:nvPr/>
          </p:nvSpPr>
          <p:spPr>
            <a:xfrm>
              <a:off x="8863465" y="2209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2" name="pt52722"/>
            <p:cNvSpPr/>
            <p:nvPr/>
          </p:nvSpPr>
          <p:spPr>
            <a:xfrm>
              <a:off x="8596430" y="2293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3" name="pt52723"/>
            <p:cNvSpPr/>
            <p:nvPr/>
          </p:nvSpPr>
          <p:spPr>
            <a:xfrm>
              <a:off x="8274318" y="2496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4" name="pt52724"/>
            <p:cNvSpPr/>
            <p:nvPr/>
          </p:nvSpPr>
          <p:spPr>
            <a:xfrm>
              <a:off x="9541125" y="1502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5" name="pt52725"/>
            <p:cNvSpPr/>
            <p:nvPr/>
          </p:nvSpPr>
          <p:spPr>
            <a:xfrm>
              <a:off x="8563654" y="2217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6" name="pt52726"/>
            <p:cNvSpPr/>
            <p:nvPr/>
          </p:nvSpPr>
          <p:spPr>
            <a:xfrm>
              <a:off x="8499532" y="2514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7" name="pt52727"/>
            <p:cNvSpPr/>
            <p:nvPr/>
          </p:nvSpPr>
          <p:spPr>
            <a:xfrm>
              <a:off x="8742215" y="2235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8" name="pt52728"/>
            <p:cNvSpPr/>
            <p:nvPr/>
          </p:nvSpPr>
          <p:spPr>
            <a:xfrm>
              <a:off x="8439043" y="2352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9" name="pt52729"/>
            <p:cNvSpPr/>
            <p:nvPr/>
          </p:nvSpPr>
          <p:spPr>
            <a:xfrm>
              <a:off x="8973968" y="1997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0" name="pt52730"/>
            <p:cNvSpPr/>
            <p:nvPr/>
          </p:nvSpPr>
          <p:spPr>
            <a:xfrm>
              <a:off x="9191144" y="2300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1" name="pt52731"/>
            <p:cNvSpPr/>
            <p:nvPr/>
          </p:nvSpPr>
          <p:spPr>
            <a:xfrm>
              <a:off x="9717541" y="2293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2" name="pt52732"/>
            <p:cNvSpPr/>
            <p:nvPr/>
          </p:nvSpPr>
          <p:spPr>
            <a:xfrm>
              <a:off x="9075096" y="1888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3" name="pt52733"/>
            <p:cNvSpPr/>
            <p:nvPr/>
          </p:nvSpPr>
          <p:spPr>
            <a:xfrm>
              <a:off x="9170243" y="1764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4" name="pt52734"/>
            <p:cNvSpPr/>
            <p:nvPr/>
          </p:nvSpPr>
          <p:spPr>
            <a:xfrm>
              <a:off x="8596430" y="2332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5" name="pt52735"/>
            <p:cNvSpPr/>
            <p:nvPr/>
          </p:nvSpPr>
          <p:spPr>
            <a:xfrm>
              <a:off x="8398928" y="2337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6" name="pt52736"/>
            <p:cNvSpPr/>
            <p:nvPr/>
          </p:nvSpPr>
          <p:spPr>
            <a:xfrm>
              <a:off x="8876545" y="1885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7" name="pt52737"/>
            <p:cNvSpPr/>
            <p:nvPr/>
          </p:nvSpPr>
          <p:spPr>
            <a:xfrm>
              <a:off x="8788868" y="2030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8" name="pt52738"/>
            <p:cNvSpPr/>
            <p:nvPr/>
          </p:nvSpPr>
          <p:spPr>
            <a:xfrm>
              <a:off x="8610820" y="197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9" name="pt52739"/>
            <p:cNvSpPr/>
            <p:nvPr/>
          </p:nvSpPr>
          <p:spPr>
            <a:xfrm>
              <a:off x="9160112" y="188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0" name="pt52740"/>
            <p:cNvSpPr/>
            <p:nvPr/>
          </p:nvSpPr>
          <p:spPr>
            <a:xfrm>
              <a:off x="9268724" y="1900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1" name="pt52741"/>
            <p:cNvSpPr/>
            <p:nvPr/>
          </p:nvSpPr>
          <p:spPr>
            <a:xfrm>
              <a:off x="8956650" y="2283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2" name="pt52742"/>
            <p:cNvSpPr/>
            <p:nvPr/>
          </p:nvSpPr>
          <p:spPr>
            <a:xfrm>
              <a:off x="8610820" y="2088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3" name="pt52743"/>
            <p:cNvSpPr/>
            <p:nvPr/>
          </p:nvSpPr>
          <p:spPr>
            <a:xfrm>
              <a:off x="8921023" y="1712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4" name="pt52744"/>
            <p:cNvSpPr/>
            <p:nvPr/>
          </p:nvSpPr>
          <p:spPr>
            <a:xfrm>
              <a:off x="9157488" y="1840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5" name="pt52745"/>
            <p:cNvSpPr/>
            <p:nvPr/>
          </p:nvSpPr>
          <p:spPr>
            <a:xfrm>
              <a:off x="9395106" y="2171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6" name="pt52746"/>
            <p:cNvSpPr/>
            <p:nvPr/>
          </p:nvSpPr>
          <p:spPr>
            <a:xfrm>
              <a:off x="8347210" y="2346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7" name="pt52747"/>
            <p:cNvSpPr/>
            <p:nvPr/>
          </p:nvSpPr>
          <p:spPr>
            <a:xfrm>
              <a:off x="8274318" y="2399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8" name="pt52748"/>
            <p:cNvSpPr/>
            <p:nvPr/>
          </p:nvSpPr>
          <p:spPr>
            <a:xfrm>
              <a:off x="9005825" y="1690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9" name="pt52749"/>
            <p:cNvSpPr/>
            <p:nvPr/>
          </p:nvSpPr>
          <p:spPr>
            <a:xfrm>
              <a:off x="8830008" y="211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0" name="pt52750"/>
            <p:cNvSpPr/>
            <p:nvPr/>
          </p:nvSpPr>
          <p:spPr>
            <a:xfrm>
              <a:off x="8648148" y="2394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1" name="pt52751"/>
            <p:cNvSpPr/>
            <p:nvPr/>
          </p:nvSpPr>
          <p:spPr>
            <a:xfrm>
              <a:off x="8748753" y="2054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2" name="pt52752"/>
            <p:cNvSpPr/>
            <p:nvPr/>
          </p:nvSpPr>
          <p:spPr>
            <a:xfrm>
              <a:off x="9237719" y="2204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3" name="pt52753"/>
            <p:cNvSpPr/>
            <p:nvPr/>
          </p:nvSpPr>
          <p:spPr>
            <a:xfrm>
              <a:off x="8972124" y="2024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4" name="pt52754"/>
            <p:cNvSpPr/>
            <p:nvPr/>
          </p:nvSpPr>
          <p:spPr>
            <a:xfrm>
              <a:off x="9417918" y="169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5" name="pt52755"/>
            <p:cNvSpPr/>
            <p:nvPr/>
          </p:nvSpPr>
          <p:spPr>
            <a:xfrm>
              <a:off x="8274318" y="228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6" name="pt52756"/>
            <p:cNvSpPr/>
            <p:nvPr/>
          </p:nvSpPr>
          <p:spPr>
            <a:xfrm>
              <a:off x="9187265" y="1999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7" name="pt52757"/>
            <p:cNvSpPr/>
            <p:nvPr/>
          </p:nvSpPr>
          <p:spPr>
            <a:xfrm>
              <a:off x="8439043" y="2451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8" name="pt52758"/>
            <p:cNvSpPr/>
            <p:nvPr/>
          </p:nvSpPr>
          <p:spPr>
            <a:xfrm>
              <a:off x="9792213" y="2360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9" name="pt52759"/>
            <p:cNvSpPr/>
            <p:nvPr/>
          </p:nvSpPr>
          <p:spPr>
            <a:xfrm>
              <a:off x="8913479" y="1869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0" name="pt52760"/>
            <p:cNvSpPr/>
            <p:nvPr/>
          </p:nvSpPr>
          <p:spPr>
            <a:xfrm>
              <a:off x="8748753" y="1925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1" name="pt52761"/>
            <p:cNvSpPr/>
            <p:nvPr/>
          </p:nvSpPr>
          <p:spPr>
            <a:xfrm>
              <a:off x="8580788" y="2292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2" name="pt52762"/>
            <p:cNvSpPr/>
            <p:nvPr/>
          </p:nvSpPr>
          <p:spPr>
            <a:xfrm>
              <a:off x="8984651" y="1855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3" name="pt52763"/>
            <p:cNvSpPr/>
            <p:nvPr/>
          </p:nvSpPr>
          <p:spPr>
            <a:xfrm>
              <a:off x="8697035" y="2149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4" name="pt52764"/>
            <p:cNvSpPr/>
            <p:nvPr/>
          </p:nvSpPr>
          <p:spPr>
            <a:xfrm>
              <a:off x="8761156" y="2376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5" name="pt52765"/>
            <p:cNvSpPr/>
            <p:nvPr/>
          </p:nvSpPr>
          <p:spPr>
            <a:xfrm>
              <a:off x="8523538" y="231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6" name="pt52766"/>
            <p:cNvSpPr/>
            <p:nvPr/>
          </p:nvSpPr>
          <p:spPr>
            <a:xfrm>
              <a:off x="8347210" y="2170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7" name="pt52767"/>
            <p:cNvSpPr/>
            <p:nvPr/>
          </p:nvSpPr>
          <p:spPr>
            <a:xfrm>
              <a:off x="8939717" y="2023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8" name="pt52768"/>
            <p:cNvSpPr/>
            <p:nvPr/>
          </p:nvSpPr>
          <p:spPr>
            <a:xfrm>
              <a:off x="8274318" y="2466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9" name="pt52769"/>
            <p:cNvSpPr/>
            <p:nvPr/>
          </p:nvSpPr>
          <p:spPr>
            <a:xfrm>
              <a:off x="8669323" y="2455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0" name="pt52770"/>
            <p:cNvSpPr/>
            <p:nvPr/>
          </p:nvSpPr>
          <p:spPr>
            <a:xfrm>
              <a:off x="8761156" y="2313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1" name="pt52771"/>
            <p:cNvSpPr/>
            <p:nvPr/>
          </p:nvSpPr>
          <p:spPr>
            <a:xfrm>
              <a:off x="9488519" y="2466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2" name="pt52772"/>
            <p:cNvSpPr/>
            <p:nvPr/>
          </p:nvSpPr>
          <p:spPr>
            <a:xfrm>
              <a:off x="9189492" y="208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3" name="pt52773"/>
            <p:cNvSpPr/>
            <p:nvPr/>
          </p:nvSpPr>
          <p:spPr>
            <a:xfrm>
              <a:off x="8544712" y="2211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4" name="pt52774"/>
            <p:cNvSpPr/>
            <p:nvPr/>
          </p:nvSpPr>
          <p:spPr>
            <a:xfrm>
              <a:off x="9182728" y="2015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5" name="pt52775"/>
            <p:cNvSpPr/>
            <p:nvPr/>
          </p:nvSpPr>
          <p:spPr>
            <a:xfrm>
              <a:off x="8636546" y="2300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6" name="pt52776"/>
            <p:cNvSpPr/>
            <p:nvPr/>
          </p:nvSpPr>
          <p:spPr>
            <a:xfrm>
              <a:off x="8596430" y="2171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7" name="pt52777"/>
            <p:cNvSpPr/>
            <p:nvPr/>
          </p:nvSpPr>
          <p:spPr>
            <a:xfrm>
              <a:off x="9083269" y="1917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8" name="pt52778"/>
            <p:cNvSpPr/>
            <p:nvPr/>
          </p:nvSpPr>
          <p:spPr>
            <a:xfrm>
              <a:off x="9188382" y="199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9" name="pt52779"/>
            <p:cNvSpPr/>
            <p:nvPr/>
          </p:nvSpPr>
          <p:spPr>
            <a:xfrm>
              <a:off x="8834048" y="2104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0" name="pt52780"/>
            <p:cNvSpPr/>
            <p:nvPr/>
          </p:nvSpPr>
          <p:spPr>
            <a:xfrm>
              <a:off x="9655598" y="2435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1" name="pt52781"/>
            <p:cNvSpPr/>
            <p:nvPr/>
          </p:nvSpPr>
          <p:spPr>
            <a:xfrm>
              <a:off x="8793933" y="220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2" name="pt52782"/>
            <p:cNvSpPr/>
            <p:nvPr/>
          </p:nvSpPr>
          <p:spPr>
            <a:xfrm>
              <a:off x="8930613" y="1816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3" name="pt52783"/>
            <p:cNvSpPr/>
            <p:nvPr/>
          </p:nvSpPr>
          <p:spPr>
            <a:xfrm>
              <a:off x="9792213" y="2438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4" name="pt52784"/>
            <p:cNvSpPr/>
            <p:nvPr/>
          </p:nvSpPr>
          <p:spPr>
            <a:xfrm>
              <a:off x="9439815" y="1731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5" name="pt52785"/>
            <p:cNvSpPr/>
            <p:nvPr/>
          </p:nvSpPr>
          <p:spPr>
            <a:xfrm>
              <a:off x="8624143" y="2491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6" name="pt52786"/>
            <p:cNvSpPr/>
            <p:nvPr/>
          </p:nvSpPr>
          <p:spPr>
            <a:xfrm>
              <a:off x="8688264" y="2167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7" name="pt52787"/>
            <p:cNvSpPr/>
            <p:nvPr/>
          </p:nvSpPr>
          <p:spPr>
            <a:xfrm>
              <a:off x="9066533" y="1812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8" name="pt52788"/>
            <p:cNvSpPr/>
            <p:nvPr/>
          </p:nvSpPr>
          <p:spPr>
            <a:xfrm>
              <a:off x="9203327" y="2010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9" name="pt52789"/>
            <p:cNvSpPr/>
            <p:nvPr/>
          </p:nvSpPr>
          <p:spPr>
            <a:xfrm>
              <a:off x="9368156" y="218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0" name="pt52790"/>
            <p:cNvSpPr/>
            <p:nvPr/>
          </p:nvSpPr>
          <p:spPr>
            <a:xfrm>
              <a:off x="9717541" y="2114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1" name="pt52791"/>
            <p:cNvSpPr/>
            <p:nvPr/>
          </p:nvSpPr>
          <p:spPr>
            <a:xfrm>
              <a:off x="9437742" y="1930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2" name="pt52792"/>
            <p:cNvSpPr/>
            <p:nvPr/>
          </p:nvSpPr>
          <p:spPr>
            <a:xfrm>
              <a:off x="8471820" y="2430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3" name="pt52793"/>
            <p:cNvSpPr/>
            <p:nvPr/>
          </p:nvSpPr>
          <p:spPr>
            <a:xfrm>
              <a:off x="8544712" y="2391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4" name="pt52794"/>
            <p:cNvSpPr/>
            <p:nvPr/>
          </p:nvSpPr>
          <p:spPr>
            <a:xfrm>
              <a:off x="8925882" y="1971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5" name="pt52795"/>
            <p:cNvSpPr/>
            <p:nvPr/>
          </p:nvSpPr>
          <p:spPr>
            <a:xfrm>
              <a:off x="8755061" y="2278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6" name="pt52796"/>
            <p:cNvSpPr/>
            <p:nvPr/>
          </p:nvSpPr>
          <p:spPr>
            <a:xfrm>
              <a:off x="9212805" y="1738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7" name="pt52797"/>
            <p:cNvSpPr/>
            <p:nvPr/>
          </p:nvSpPr>
          <p:spPr>
            <a:xfrm>
              <a:off x="9273294" y="1634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8" name="pt52798"/>
            <p:cNvSpPr/>
            <p:nvPr/>
          </p:nvSpPr>
          <p:spPr>
            <a:xfrm>
              <a:off x="8347210" y="2304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9" name="pt52799"/>
            <p:cNvSpPr/>
            <p:nvPr/>
          </p:nvSpPr>
          <p:spPr>
            <a:xfrm>
              <a:off x="9101309" y="2006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0" name="pt52800"/>
            <p:cNvSpPr/>
            <p:nvPr/>
          </p:nvSpPr>
          <p:spPr>
            <a:xfrm>
              <a:off x="9040639" y="1710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1" name="pt52801"/>
            <p:cNvSpPr/>
            <p:nvPr/>
          </p:nvSpPr>
          <p:spPr>
            <a:xfrm>
              <a:off x="8954618" y="2307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2" name="pt52802"/>
            <p:cNvSpPr/>
            <p:nvPr/>
          </p:nvSpPr>
          <p:spPr>
            <a:xfrm>
              <a:off x="8954618" y="230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3" name="pt52803"/>
            <p:cNvSpPr/>
            <p:nvPr/>
          </p:nvSpPr>
          <p:spPr>
            <a:xfrm>
              <a:off x="9101309" y="2009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4" name="pt52804"/>
            <p:cNvSpPr/>
            <p:nvPr/>
          </p:nvSpPr>
          <p:spPr>
            <a:xfrm>
              <a:off x="9525526" y="1601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5" name="pt52805"/>
            <p:cNvSpPr/>
            <p:nvPr/>
          </p:nvSpPr>
          <p:spPr>
            <a:xfrm>
              <a:off x="9401682" y="2268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6" name="pt52806"/>
            <p:cNvSpPr/>
            <p:nvPr/>
          </p:nvSpPr>
          <p:spPr>
            <a:xfrm>
              <a:off x="8948383" y="2066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7" name="pt52807"/>
            <p:cNvSpPr/>
            <p:nvPr/>
          </p:nvSpPr>
          <p:spPr>
            <a:xfrm>
              <a:off x="8954618" y="233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8" name="pt52808"/>
            <p:cNvSpPr/>
            <p:nvPr/>
          </p:nvSpPr>
          <p:spPr>
            <a:xfrm>
              <a:off x="9236019" y="2087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9" name="pt52809"/>
            <p:cNvSpPr/>
            <p:nvPr/>
          </p:nvSpPr>
          <p:spPr>
            <a:xfrm>
              <a:off x="9086240" y="1894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0" name="pt52810"/>
            <p:cNvSpPr/>
            <p:nvPr/>
          </p:nvSpPr>
          <p:spPr>
            <a:xfrm>
              <a:off x="9157488" y="1704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1" name="pt52811"/>
            <p:cNvSpPr/>
            <p:nvPr/>
          </p:nvSpPr>
          <p:spPr>
            <a:xfrm>
              <a:off x="9339588" y="2035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2" name="pt52812"/>
            <p:cNvSpPr/>
            <p:nvPr/>
          </p:nvSpPr>
          <p:spPr>
            <a:xfrm>
              <a:off x="8274318" y="2447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3" name="pt52813"/>
            <p:cNvSpPr/>
            <p:nvPr/>
          </p:nvSpPr>
          <p:spPr>
            <a:xfrm>
              <a:off x="8964553" y="2293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4" name="pt52814"/>
            <p:cNvSpPr/>
            <p:nvPr/>
          </p:nvSpPr>
          <p:spPr>
            <a:xfrm>
              <a:off x="9236019" y="2043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5" name="pt52815"/>
            <p:cNvSpPr/>
            <p:nvPr/>
          </p:nvSpPr>
          <p:spPr>
            <a:xfrm>
              <a:off x="9203327" y="175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6" name="pt52816"/>
            <p:cNvSpPr/>
            <p:nvPr/>
          </p:nvSpPr>
          <p:spPr>
            <a:xfrm>
              <a:off x="8952564" y="2211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7" name="pt52817"/>
            <p:cNvSpPr/>
            <p:nvPr/>
          </p:nvSpPr>
          <p:spPr>
            <a:xfrm>
              <a:off x="9147988" y="2096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8" name="pt52818"/>
            <p:cNvSpPr/>
            <p:nvPr/>
          </p:nvSpPr>
          <p:spPr>
            <a:xfrm>
              <a:off x="9048079" y="2269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9" name="pt52819"/>
            <p:cNvSpPr/>
            <p:nvPr/>
          </p:nvSpPr>
          <p:spPr>
            <a:xfrm>
              <a:off x="8274318" y="2426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0" name="pt52820"/>
            <p:cNvSpPr/>
            <p:nvPr/>
          </p:nvSpPr>
          <p:spPr>
            <a:xfrm>
              <a:off x="8610820" y="2040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1" name="pt52821"/>
            <p:cNvSpPr/>
            <p:nvPr/>
          </p:nvSpPr>
          <p:spPr>
            <a:xfrm>
              <a:off x="8347210" y="260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2" name="pt52822"/>
            <p:cNvSpPr/>
            <p:nvPr/>
          </p:nvSpPr>
          <p:spPr>
            <a:xfrm>
              <a:off x="8778290" y="2058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3" name="pt52823"/>
            <p:cNvSpPr/>
            <p:nvPr/>
          </p:nvSpPr>
          <p:spPr>
            <a:xfrm>
              <a:off x="9054052" y="2201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4" name="pt52824"/>
            <p:cNvSpPr/>
            <p:nvPr/>
          </p:nvSpPr>
          <p:spPr>
            <a:xfrm>
              <a:off x="9083269" y="1908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5" name="pt52825"/>
            <p:cNvSpPr/>
            <p:nvPr/>
          </p:nvSpPr>
          <p:spPr>
            <a:xfrm>
              <a:off x="9035502" y="1553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6" name="pt52826"/>
            <p:cNvSpPr/>
            <p:nvPr/>
          </p:nvSpPr>
          <p:spPr>
            <a:xfrm>
              <a:off x="9693515" y="1305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7" name="pt52827"/>
            <p:cNvSpPr/>
            <p:nvPr/>
          </p:nvSpPr>
          <p:spPr>
            <a:xfrm>
              <a:off x="8972124" y="2103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8" name="pt52828"/>
            <p:cNvSpPr/>
            <p:nvPr/>
          </p:nvSpPr>
          <p:spPr>
            <a:xfrm>
              <a:off x="9351205" y="2281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9" name="pt52829"/>
            <p:cNvSpPr/>
            <p:nvPr/>
          </p:nvSpPr>
          <p:spPr>
            <a:xfrm>
              <a:off x="8910892" y="2215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0" name="pt52830"/>
            <p:cNvSpPr/>
            <p:nvPr/>
          </p:nvSpPr>
          <p:spPr>
            <a:xfrm>
              <a:off x="8882745" y="1619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1" name="pt52831"/>
            <p:cNvSpPr/>
            <p:nvPr/>
          </p:nvSpPr>
          <p:spPr>
            <a:xfrm>
              <a:off x="9427147" y="1864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2" name="pt52832"/>
            <p:cNvSpPr/>
            <p:nvPr/>
          </p:nvSpPr>
          <p:spPr>
            <a:xfrm>
              <a:off x="8471820" y="2527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3" name="pt52833"/>
            <p:cNvSpPr/>
            <p:nvPr/>
          </p:nvSpPr>
          <p:spPr>
            <a:xfrm>
              <a:off x="9285373" y="2003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4" name="pt52834"/>
            <p:cNvSpPr/>
            <p:nvPr/>
          </p:nvSpPr>
          <p:spPr>
            <a:xfrm>
              <a:off x="8659047" y="2354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5" name="pt52835"/>
            <p:cNvSpPr/>
            <p:nvPr/>
          </p:nvSpPr>
          <p:spPr>
            <a:xfrm>
              <a:off x="8659047" y="241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6" name="pt52836"/>
            <p:cNvSpPr/>
            <p:nvPr/>
          </p:nvSpPr>
          <p:spPr>
            <a:xfrm>
              <a:off x="9077174" y="1969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7" name="pt52837"/>
            <p:cNvSpPr/>
            <p:nvPr/>
          </p:nvSpPr>
          <p:spPr>
            <a:xfrm>
              <a:off x="8996361" y="2026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8" name="pt52838"/>
            <p:cNvSpPr/>
            <p:nvPr/>
          </p:nvSpPr>
          <p:spPr>
            <a:xfrm>
              <a:off x="9147988" y="2037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9" name="pt52839"/>
            <p:cNvSpPr/>
            <p:nvPr/>
          </p:nvSpPr>
          <p:spPr>
            <a:xfrm>
              <a:off x="8610820" y="2094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0" name="pt52840"/>
            <p:cNvSpPr/>
            <p:nvPr/>
          </p:nvSpPr>
          <p:spPr>
            <a:xfrm>
              <a:off x="9780125" y="2463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1" name="pt52841"/>
            <p:cNvSpPr/>
            <p:nvPr/>
          </p:nvSpPr>
          <p:spPr>
            <a:xfrm>
              <a:off x="8812874" y="2008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2" name="pt52842"/>
            <p:cNvSpPr/>
            <p:nvPr/>
          </p:nvSpPr>
          <p:spPr>
            <a:xfrm>
              <a:off x="9334476" y="2169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3" name="pt52843"/>
            <p:cNvSpPr/>
            <p:nvPr/>
          </p:nvSpPr>
          <p:spPr>
            <a:xfrm>
              <a:off x="8817313" y="2142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4" name="pt52844"/>
            <p:cNvSpPr/>
            <p:nvPr/>
          </p:nvSpPr>
          <p:spPr>
            <a:xfrm>
              <a:off x="8669323" y="2340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5" name="pt52845"/>
            <p:cNvSpPr/>
            <p:nvPr/>
          </p:nvSpPr>
          <p:spPr>
            <a:xfrm>
              <a:off x="8274318" y="2373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6" name="pt52846"/>
            <p:cNvSpPr/>
            <p:nvPr/>
          </p:nvSpPr>
          <p:spPr>
            <a:xfrm>
              <a:off x="9413835" y="2035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7" name="pt52847"/>
            <p:cNvSpPr/>
            <p:nvPr/>
          </p:nvSpPr>
          <p:spPr>
            <a:xfrm>
              <a:off x="8997973" y="1791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8" name="pt52848"/>
            <p:cNvSpPr/>
            <p:nvPr/>
          </p:nvSpPr>
          <p:spPr>
            <a:xfrm>
              <a:off x="8648148" y="2315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9" name="pt52849"/>
            <p:cNvSpPr/>
            <p:nvPr/>
          </p:nvSpPr>
          <p:spPr>
            <a:xfrm>
              <a:off x="9237295" y="2089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0" name="pt52850"/>
            <p:cNvSpPr/>
            <p:nvPr/>
          </p:nvSpPr>
          <p:spPr>
            <a:xfrm>
              <a:off x="9381946" y="2106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1" name="pt52851"/>
            <p:cNvSpPr/>
            <p:nvPr/>
          </p:nvSpPr>
          <p:spPr>
            <a:xfrm>
              <a:off x="8274318" y="2522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2" name="pt52852"/>
            <p:cNvSpPr/>
            <p:nvPr/>
          </p:nvSpPr>
          <p:spPr>
            <a:xfrm>
              <a:off x="8954618" y="2257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3" name="pt52853"/>
            <p:cNvSpPr/>
            <p:nvPr/>
          </p:nvSpPr>
          <p:spPr>
            <a:xfrm>
              <a:off x="8894537" y="2241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4" name="pt52854"/>
            <p:cNvSpPr/>
            <p:nvPr/>
          </p:nvSpPr>
          <p:spPr>
            <a:xfrm>
              <a:off x="8923469" y="1946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5" name="pt52855"/>
            <p:cNvSpPr/>
            <p:nvPr/>
          </p:nvSpPr>
          <p:spPr>
            <a:xfrm>
              <a:off x="8923469" y="1959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6" name="pt52856"/>
            <p:cNvSpPr/>
            <p:nvPr/>
          </p:nvSpPr>
          <p:spPr>
            <a:xfrm>
              <a:off x="9099493" y="2178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7" name="pt52857"/>
            <p:cNvSpPr/>
            <p:nvPr/>
          </p:nvSpPr>
          <p:spPr>
            <a:xfrm>
              <a:off x="9055223" y="2084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8" name="pt52858"/>
            <p:cNvSpPr/>
            <p:nvPr/>
          </p:nvSpPr>
          <p:spPr>
            <a:xfrm>
              <a:off x="8973968" y="1949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9" name="pt52859"/>
            <p:cNvSpPr/>
            <p:nvPr/>
          </p:nvSpPr>
          <p:spPr>
            <a:xfrm>
              <a:off x="8812874" y="222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0" name="pt52860"/>
            <p:cNvSpPr/>
            <p:nvPr/>
          </p:nvSpPr>
          <p:spPr>
            <a:xfrm>
              <a:off x="8761156" y="2223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1" name="pt52861"/>
            <p:cNvSpPr/>
            <p:nvPr/>
          </p:nvSpPr>
          <p:spPr>
            <a:xfrm>
              <a:off x="8347210" y="2075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2" name="pt52862"/>
            <p:cNvSpPr/>
            <p:nvPr/>
          </p:nvSpPr>
          <p:spPr>
            <a:xfrm>
              <a:off x="8923469" y="1969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3" name="pt52863"/>
            <p:cNvSpPr/>
            <p:nvPr/>
          </p:nvSpPr>
          <p:spPr>
            <a:xfrm>
              <a:off x="8948383" y="2110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4" name="pt52864"/>
            <p:cNvSpPr/>
            <p:nvPr/>
          </p:nvSpPr>
          <p:spPr>
            <a:xfrm>
              <a:off x="8636546" y="2478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5" name="pt52865"/>
            <p:cNvSpPr/>
            <p:nvPr/>
          </p:nvSpPr>
          <p:spPr>
            <a:xfrm>
              <a:off x="8845651" y="1900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6" name="pt52866"/>
            <p:cNvSpPr/>
            <p:nvPr/>
          </p:nvSpPr>
          <p:spPr>
            <a:xfrm>
              <a:off x="8958659" y="2187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7" name="pt52867"/>
            <p:cNvSpPr/>
            <p:nvPr/>
          </p:nvSpPr>
          <p:spPr>
            <a:xfrm>
              <a:off x="8624143" y="2413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8" name="pt52868"/>
            <p:cNvSpPr/>
            <p:nvPr/>
          </p:nvSpPr>
          <p:spPr>
            <a:xfrm>
              <a:off x="9034195" y="1585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9" name="pt52869"/>
            <p:cNvSpPr/>
            <p:nvPr/>
          </p:nvSpPr>
          <p:spPr>
            <a:xfrm>
              <a:off x="8398928" y="2356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0" name="pt52870"/>
            <p:cNvSpPr/>
            <p:nvPr/>
          </p:nvSpPr>
          <p:spPr>
            <a:xfrm>
              <a:off x="8849358" y="1967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1" name="pt52871"/>
            <p:cNvSpPr/>
            <p:nvPr/>
          </p:nvSpPr>
          <p:spPr>
            <a:xfrm>
              <a:off x="8398928" y="2355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2" name="pt52872"/>
            <p:cNvSpPr/>
            <p:nvPr/>
          </p:nvSpPr>
          <p:spPr>
            <a:xfrm>
              <a:off x="8803653" y="197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3" name="pt52873"/>
            <p:cNvSpPr/>
            <p:nvPr/>
          </p:nvSpPr>
          <p:spPr>
            <a:xfrm>
              <a:off x="8999571" y="1833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4" name="pt52874"/>
            <p:cNvSpPr/>
            <p:nvPr/>
          </p:nvSpPr>
          <p:spPr>
            <a:xfrm>
              <a:off x="9285373" y="2000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5" name="pt52875"/>
            <p:cNvSpPr/>
            <p:nvPr/>
          </p:nvSpPr>
          <p:spPr>
            <a:xfrm>
              <a:off x="9103999" y="2043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6" name="pt52876"/>
            <p:cNvSpPr/>
            <p:nvPr/>
          </p:nvSpPr>
          <p:spPr>
            <a:xfrm>
              <a:off x="9644546" y="2352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7" name="pt52877"/>
            <p:cNvSpPr/>
            <p:nvPr/>
          </p:nvSpPr>
          <p:spPr>
            <a:xfrm>
              <a:off x="8834048" y="198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8" name="pt52878"/>
            <p:cNvSpPr/>
            <p:nvPr/>
          </p:nvSpPr>
          <p:spPr>
            <a:xfrm>
              <a:off x="8688264" y="2365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9" name="pt52879"/>
            <p:cNvSpPr/>
            <p:nvPr/>
          </p:nvSpPr>
          <p:spPr>
            <a:xfrm>
              <a:off x="9087220" y="1871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0" name="pt52880"/>
            <p:cNvSpPr/>
            <p:nvPr/>
          </p:nvSpPr>
          <p:spPr>
            <a:xfrm>
              <a:off x="9693515" y="132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1" name="pt52881"/>
            <p:cNvSpPr/>
            <p:nvPr/>
          </p:nvSpPr>
          <p:spPr>
            <a:xfrm>
              <a:off x="8742215" y="2017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2" name="pt52882"/>
            <p:cNvSpPr/>
            <p:nvPr/>
          </p:nvSpPr>
          <p:spPr>
            <a:xfrm>
              <a:off x="9437742" y="1757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3" name="pt52883"/>
            <p:cNvSpPr/>
            <p:nvPr/>
          </p:nvSpPr>
          <p:spPr>
            <a:xfrm>
              <a:off x="9439678" y="1832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4" name="pt52884"/>
            <p:cNvSpPr/>
            <p:nvPr/>
          </p:nvSpPr>
          <p:spPr>
            <a:xfrm>
              <a:off x="9585294" y="2375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5" name="pt52885"/>
            <p:cNvSpPr/>
            <p:nvPr/>
          </p:nvSpPr>
          <p:spPr>
            <a:xfrm>
              <a:off x="8748753" y="1993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6" name="pt52886"/>
            <p:cNvSpPr/>
            <p:nvPr/>
          </p:nvSpPr>
          <p:spPr>
            <a:xfrm>
              <a:off x="8274318" y="2350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7" name="pt52887"/>
            <p:cNvSpPr/>
            <p:nvPr/>
          </p:nvSpPr>
          <p:spPr>
            <a:xfrm>
              <a:off x="9332489" y="2060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8" name="pt52888"/>
            <p:cNvSpPr/>
            <p:nvPr/>
          </p:nvSpPr>
          <p:spPr>
            <a:xfrm>
              <a:off x="8274318" y="2428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9" name="pt52889"/>
            <p:cNvSpPr/>
            <p:nvPr/>
          </p:nvSpPr>
          <p:spPr>
            <a:xfrm>
              <a:off x="9295774" y="1858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0" name="pt52890"/>
            <p:cNvSpPr/>
            <p:nvPr/>
          </p:nvSpPr>
          <p:spPr>
            <a:xfrm>
              <a:off x="8439043" y="2396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1" name="pt52891"/>
            <p:cNvSpPr/>
            <p:nvPr/>
          </p:nvSpPr>
          <p:spPr>
            <a:xfrm>
              <a:off x="8964553" y="2268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2" name="pt52892"/>
            <p:cNvSpPr/>
            <p:nvPr/>
          </p:nvSpPr>
          <p:spPr>
            <a:xfrm>
              <a:off x="9027511" y="1878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3" name="pt52893"/>
            <p:cNvSpPr/>
            <p:nvPr/>
          </p:nvSpPr>
          <p:spPr>
            <a:xfrm>
              <a:off x="8274318" y="2394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4" name="pt52894"/>
            <p:cNvSpPr/>
            <p:nvPr/>
          </p:nvSpPr>
          <p:spPr>
            <a:xfrm>
              <a:off x="9086240" y="1867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5" name="pt52895"/>
            <p:cNvSpPr/>
            <p:nvPr/>
          </p:nvSpPr>
          <p:spPr>
            <a:xfrm>
              <a:off x="8659047" y="2244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6" name="pt52896"/>
            <p:cNvSpPr/>
            <p:nvPr/>
          </p:nvSpPr>
          <p:spPr>
            <a:xfrm>
              <a:off x="9717541" y="2049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7" name="pt52897"/>
            <p:cNvSpPr/>
            <p:nvPr/>
          </p:nvSpPr>
          <p:spPr>
            <a:xfrm>
              <a:off x="8544712" y="2367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8" name="pt52898"/>
            <p:cNvSpPr/>
            <p:nvPr/>
          </p:nvSpPr>
          <p:spPr>
            <a:xfrm>
              <a:off x="8973968" y="1931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9" name="pt52899"/>
            <p:cNvSpPr/>
            <p:nvPr/>
          </p:nvSpPr>
          <p:spPr>
            <a:xfrm>
              <a:off x="8688264" y="2084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0" name="pt52900"/>
            <p:cNvSpPr/>
            <p:nvPr/>
          </p:nvSpPr>
          <p:spPr>
            <a:xfrm>
              <a:off x="9876105" y="2407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1" name="pt52901"/>
            <p:cNvSpPr/>
            <p:nvPr/>
          </p:nvSpPr>
          <p:spPr>
            <a:xfrm>
              <a:off x="8274318" y="243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2" name="pt52902"/>
            <p:cNvSpPr/>
            <p:nvPr/>
          </p:nvSpPr>
          <p:spPr>
            <a:xfrm>
              <a:off x="9212805" y="1789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3" name="pt52903"/>
            <p:cNvSpPr/>
            <p:nvPr/>
          </p:nvSpPr>
          <p:spPr>
            <a:xfrm>
              <a:off x="8932933" y="1885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4" name="pt52904"/>
            <p:cNvSpPr/>
            <p:nvPr/>
          </p:nvSpPr>
          <p:spPr>
            <a:xfrm>
              <a:off x="9527393" y="1845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5" name="pt52905"/>
            <p:cNvSpPr/>
            <p:nvPr/>
          </p:nvSpPr>
          <p:spPr>
            <a:xfrm>
              <a:off x="8870124" y="2261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6" name="pt52906"/>
            <p:cNvSpPr/>
            <p:nvPr/>
          </p:nvSpPr>
          <p:spPr>
            <a:xfrm>
              <a:off x="9040639" y="1770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7" name="pt52907"/>
            <p:cNvSpPr/>
            <p:nvPr/>
          </p:nvSpPr>
          <p:spPr>
            <a:xfrm>
              <a:off x="9877988" y="2504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8" name="pt52908"/>
            <p:cNvSpPr/>
            <p:nvPr/>
          </p:nvSpPr>
          <p:spPr>
            <a:xfrm>
              <a:off x="8918543" y="1704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9" name="pt52909"/>
            <p:cNvSpPr/>
            <p:nvPr/>
          </p:nvSpPr>
          <p:spPr>
            <a:xfrm>
              <a:off x="8845651" y="1930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0" name="pt52910"/>
            <p:cNvSpPr/>
            <p:nvPr/>
          </p:nvSpPr>
          <p:spPr>
            <a:xfrm>
              <a:off x="8937484" y="2081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1" name="pt52911"/>
            <p:cNvSpPr/>
            <p:nvPr/>
          </p:nvSpPr>
          <p:spPr>
            <a:xfrm>
              <a:off x="9368156" y="1971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2" name="pt52912"/>
            <p:cNvSpPr/>
            <p:nvPr/>
          </p:nvSpPr>
          <p:spPr>
            <a:xfrm>
              <a:off x="8544712" y="2204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3" name="pt52913"/>
            <p:cNvSpPr/>
            <p:nvPr/>
          </p:nvSpPr>
          <p:spPr>
            <a:xfrm>
              <a:off x="9027511" y="1842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4" name="pt52914"/>
            <p:cNvSpPr/>
            <p:nvPr/>
          </p:nvSpPr>
          <p:spPr>
            <a:xfrm>
              <a:off x="9295774" y="194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5" name="pt52915"/>
            <p:cNvSpPr/>
            <p:nvPr/>
          </p:nvSpPr>
          <p:spPr>
            <a:xfrm>
              <a:off x="9065434" y="1822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6" name="pt52916"/>
            <p:cNvSpPr/>
            <p:nvPr/>
          </p:nvSpPr>
          <p:spPr>
            <a:xfrm>
              <a:off x="8274318" y="2336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7" name="pt52917"/>
            <p:cNvSpPr/>
            <p:nvPr/>
          </p:nvSpPr>
          <p:spPr>
            <a:xfrm>
              <a:off x="8830008" y="2006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8" name="pt52918"/>
            <p:cNvSpPr/>
            <p:nvPr/>
          </p:nvSpPr>
          <p:spPr>
            <a:xfrm>
              <a:off x="8841866" y="1835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9" name="pt52919"/>
            <p:cNvSpPr/>
            <p:nvPr/>
          </p:nvSpPr>
          <p:spPr>
            <a:xfrm>
              <a:off x="8964553" y="2244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0" name="pt52920"/>
            <p:cNvSpPr/>
            <p:nvPr/>
          </p:nvSpPr>
          <p:spPr>
            <a:xfrm>
              <a:off x="8580788" y="2251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1" name="pt52921"/>
            <p:cNvSpPr/>
            <p:nvPr/>
          </p:nvSpPr>
          <p:spPr>
            <a:xfrm>
              <a:off x="9077174" y="1884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2" name="pt52922"/>
            <p:cNvSpPr/>
            <p:nvPr/>
          </p:nvSpPr>
          <p:spPr>
            <a:xfrm>
              <a:off x="9395106" y="2193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3" name="pt52923"/>
            <p:cNvSpPr/>
            <p:nvPr/>
          </p:nvSpPr>
          <p:spPr>
            <a:xfrm>
              <a:off x="8918543" y="1858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4" name="pt52924"/>
            <p:cNvSpPr/>
            <p:nvPr/>
          </p:nvSpPr>
          <p:spPr>
            <a:xfrm>
              <a:off x="8856549" y="2251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5" name="pt52925"/>
            <p:cNvSpPr/>
            <p:nvPr/>
          </p:nvSpPr>
          <p:spPr>
            <a:xfrm>
              <a:off x="9258470" y="2079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6" name="pt52926"/>
            <p:cNvSpPr/>
            <p:nvPr/>
          </p:nvSpPr>
          <p:spPr>
            <a:xfrm>
              <a:off x="9297299" y="2004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7" name="pt52927"/>
            <p:cNvSpPr/>
            <p:nvPr/>
          </p:nvSpPr>
          <p:spPr>
            <a:xfrm>
              <a:off x="8923469" y="197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8" name="pt52928"/>
            <p:cNvSpPr/>
            <p:nvPr/>
          </p:nvSpPr>
          <p:spPr>
            <a:xfrm>
              <a:off x="8471820" y="2411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9" name="pt52929"/>
            <p:cNvSpPr/>
            <p:nvPr/>
          </p:nvSpPr>
          <p:spPr>
            <a:xfrm>
              <a:off x="9513165" y="2407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0" name="pt52930"/>
            <p:cNvSpPr/>
            <p:nvPr/>
          </p:nvSpPr>
          <p:spPr>
            <a:xfrm>
              <a:off x="8817313" y="2033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1" name="pt52931"/>
            <p:cNvSpPr/>
            <p:nvPr/>
          </p:nvSpPr>
          <p:spPr>
            <a:xfrm>
              <a:off x="8439043" y="2546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2" name="pt52932"/>
            <p:cNvSpPr/>
            <p:nvPr/>
          </p:nvSpPr>
          <p:spPr>
            <a:xfrm>
              <a:off x="8544712" y="2348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3" name="pt52933"/>
            <p:cNvSpPr/>
            <p:nvPr/>
          </p:nvSpPr>
          <p:spPr>
            <a:xfrm>
              <a:off x="8563654" y="2341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4" name="pt52934"/>
            <p:cNvSpPr/>
            <p:nvPr/>
          </p:nvSpPr>
          <p:spPr>
            <a:xfrm>
              <a:off x="8834048" y="1891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5" name="pt52935"/>
            <p:cNvSpPr/>
            <p:nvPr/>
          </p:nvSpPr>
          <p:spPr>
            <a:xfrm>
              <a:off x="8863465" y="2185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6" name="pt52936"/>
            <p:cNvSpPr/>
            <p:nvPr/>
          </p:nvSpPr>
          <p:spPr>
            <a:xfrm>
              <a:off x="8748753" y="1932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7" name="pt52937"/>
            <p:cNvSpPr/>
            <p:nvPr/>
          </p:nvSpPr>
          <p:spPr>
            <a:xfrm>
              <a:off x="9381946" y="1980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8" name="pt52938"/>
            <p:cNvSpPr/>
            <p:nvPr/>
          </p:nvSpPr>
          <p:spPr>
            <a:xfrm>
              <a:off x="8879672" y="2038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9" name="pt52939"/>
            <p:cNvSpPr/>
            <p:nvPr/>
          </p:nvSpPr>
          <p:spPr>
            <a:xfrm>
              <a:off x="8347210" y="2297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0" name="pt52940"/>
            <p:cNvSpPr/>
            <p:nvPr/>
          </p:nvSpPr>
          <p:spPr>
            <a:xfrm>
              <a:off x="8742215" y="1982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1" name="pt52941"/>
            <p:cNvSpPr/>
            <p:nvPr/>
          </p:nvSpPr>
          <p:spPr>
            <a:xfrm>
              <a:off x="9265854" y="2178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2" name="pt52942"/>
            <p:cNvSpPr/>
            <p:nvPr/>
          </p:nvSpPr>
          <p:spPr>
            <a:xfrm>
              <a:off x="8988075" y="2027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3" name="pt52943"/>
            <p:cNvSpPr/>
            <p:nvPr/>
          </p:nvSpPr>
          <p:spPr>
            <a:xfrm>
              <a:off x="9644062" y="2107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4" name="pt52944"/>
            <p:cNvSpPr/>
            <p:nvPr/>
          </p:nvSpPr>
          <p:spPr>
            <a:xfrm>
              <a:off x="8735430" y="2120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5" name="pt52945"/>
            <p:cNvSpPr/>
            <p:nvPr/>
          </p:nvSpPr>
          <p:spPr>
            <a:xfrm>
              <a:off x="8471820" y="2408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6" name="pt52946"/>
            <p:cNvSpPr/>
            <p:nvPr/>
          </p:nvSpPr>
          <p:spPr>
            <a:xfrm>
              <a:off x="9045633" y="2197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7" name="pt52947"/>
            <p:cNvSpPr/>
            <p:nvPr/>
          </p:nvSpPr>
          <p:spPr>
            <a:xfrm>
              <a:off x="9152801" y="2153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8" name="pt52948"/>
            <p:cNvSpPr/>
            <p:nvPr/>
          </p:nvSpPr>
          <p:spPr>
            <a:xfrm>
              <a:off x="9876105" y="2434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9" name="pt52949"/>
            <p:cNvSpPr/>
            <p:nvPr/>
          </p:nvSpPr>
          <p:spPr>
            <a:xfrm>
              <a:off x="8778290" y="2210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0" name="pt52950"/>
            <p:cNvSpPr/>
            <p:nvPr/>
          </p:nvSpPr>
          <p:spPr>
            <a:xfrm>
              <a:off x="9468702" y="2214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1" name="pt52951"/>
            <p:cNvSpPr/>
            <p:nvPr/>
          </p:nvSpPr>
          <p:spPr>
            <a:xfrm>
              <a:off x="8523538" y="2540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2" name="pt52952"/>
            <p:cNvSpPr/>
            <p:nvPr/>
          </p:nvSpPr>
          <p:spPr>
            <a:xfrm>
              <a:off x="8767051" y="2103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3" name="pt52953"/>
            <p:cNvSpPr/>
            <p:nvPr/>
          </p:nvSpPr>
          <p:spPr>
            <a:xfrm>
              <a:off x="9614018" y="2145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4" name="pt52954"/>
            <p:cNvSpPr/>
            <p:nvPr/>
          </p:nvSpPr>
          <p:spPr>
            <a:xfrm>
              <a:off x="8932933" y="1923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5" name="pt52955"/>
            <p:cNvSpPr/>
            <p:nvPr/>
          </p:nvSpPr>
          <p:spPr>
            <a:xfrm>
              <a:off x="9171470" y="2013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6" name="pt52956"/>
            <p:cNvSpPr/>
            <p:nvPr/>
          </p:nvSpPr>
          <p:spPr>
            <a:xfrm>
              <a:off x="8439043" y="2254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7" name="pt52957"/>
            <p:cNvSpPr/>
            <p:nvPr/>
          </p:nvSpPr>
          <p:spPr>
            <a:xfrm>
              <a:off x="8648148" y="2308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8" name="pt52958"/>
            <p:cNvSpPr/>
            <p:nvPr/>
          </p:nvSpPr>
          <p:spPr>
            <a:xfrm>
              <a:off x="8347210" y="2032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9" name="pt52959"/>
            <p:cNvSpPr/>
            <p:nvPr/>
          </p:nvSpPr>
          <p:spPr>
            <a:xfrm>
              <a:off x="9657982" y="1787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0" name="pt52960"/>
            <p:cNvSpPr/>
            <p:nvPr/>
          </p:nvSpPr>
          <p:spPr>
            <a:xfrm>
              <a:off x="8398928" y="2233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1" name="pt52961"/>
            <p:cNvSpPr/>
            <p:nvPr/>
          </p:nvSpPr>
          <p:spPr>
            <a:xfrm>
              <a:off x="8624143" y="2363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2" name="pt52962"/>
            <p:cNvSpPr/>
            <p:nvPr/>
          </p:nvSpPr>
          <p:spPr>
            <a:xfrm>
              <a:off x="8849358" y="1959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3" name="pt52963"/>
            <p:cNvSpPr/>
            <p:nvPr/>
          </p:nvSpPr>
          <p:spPr>
            <a:xfrm>
              <a:off x="8982914" y="1796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4" name="pt52964"/>
            <p:cNvSpPr/>
            <p:nvPr/>
          </p:nvSpPr>
          <p:spPr>
            <a:xfrm>
              <a:off x="8793933" y="2196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5" name="pt52965"/>
            <p:cNvSpPr/>
            <p:nvPr/>
          </p:nvSpPr>
          <p:spPr>
            <a:xfrm>
              <a:off x="9644546" y="2417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6" name="pt52966"/>
            <p:cNvSpPr/>
            <p:nvPr/>
          </p:nvSpPr>
          <p:spPr>
            <a:xfrm>
              <a:off x="8821645" y="2056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7" name="pt52967"/>
            <p:cNvSpPr/>
            <p:nvPr/>
          </p:nvSpPr>
          <p:spPr>
            <a:xfrm>
              <a:off x="8274318" y="2533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8" name="pt52968"/>
            <p:cNvSpPr/>
            <p:nvPr/>
          </p:nvSpPr>
          <p:spPr>
            <a:xfrm>
              <a:off x="8761156" y="2386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9" name="pt52969"/>
            <p:cNvSpPr/>
            <p:nvPr/>
          </p:nvSpPr>
          <p:spPr>
            <a:xfrm>
              <a:off x="9049289" y="2324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0" name="pt52970"/>
            <p:cNvSpPr/>
            <p:nvPr/>
          </p:nvSpPr>
          <p:spPr>
            <a:xfrm>
              <a:off x="8783657" y="2126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1" name="pt52971"/>
            <p:cNvSpPr/>
            <p:nvPr/>
          </p:nvSpPr>
          <p:spPr>
            <a:xfrm>
              <a:off x="9223188" y="1877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2" name="pt52972"/>
            <p:cNvSpPr/>
            <p:nvPr/>
          </p:nvSpPr>
          <p:spPr>
            <a:xfrm>
              <a:off x="8721041" y="227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3" name="pt52973"/>
            <p:cNvSpPr/>
            <p:nvPr/>
          </p:nvSpPr>
          <p:spPr>
            <a:xfrm>
              <a:off x="8580788" y="2208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4" name="pt52974"/>
            <p:cNvSpPr/>
            <p:nvPr/>
          </p:nvSpPr>
          <p:spPr>
            <a:xfrm>
              <a:off x="8713389" y="2089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5" name="pt52975"/>
            <p:cNvSpPr/>
            <p:nvPr/>
          </p:nvSpPr>
          <p:spPr>
            <a:xfrm>
              <a:off x="8624143" y="2495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6" name="pt52976"/>
            <p:cNvSpPr/>
            <p:nvPr/>
          </p:nvSpPr>
          <p:spPr>
            <a:xfrm>
              <a:off x="9286988" y="2009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7" name="pt52977"/>
            <p:cNvSpPr/>
            <p:nvPr/>
          </p:nvSpPr>
          <p:spPr>
            <a:xfrm>
              <a:off x="8891661" y="2135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8" name="pt52978"/>
            <p:cNvSpPr/>
            <p:nvPr/>
          </p:nvSpPr>
          <p:spPr>
            <a:xfrm>
              <a:off x="9422061" y="1664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9" name="pt52979"/>
            <p:cNvSpPr/>
            <p:nvPr/>
          </p:nvSpPr>
          <p:spPr>
            <a:xfrm>
              <a:off x="8845651" y="1948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0" name="pt52980"/>
            <p:cNvSpPr/>
            <p:nvPr/>
          </p:nvSpPr>
          <p:spPr>
            <a:xfrm>
              <a:off x="8596430" y="2369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1" name="pt52981"/>
            <p:cNvSpPr/>
            <p:nvPr/>
          </p:nvSpPr>
          <p:spPr>
            <a:xfrm>
              <a:off x="8838000" y="2131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2" name="pt52982"/>
            <p:cNvSpPr/>
            <p:nvPr/>
          </p:nvSpPr>
          <p:spPr>
            <a:xfrm>
              <a:off x="9439678" y="1979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3" name="pt52983"/>
            <p:cNvSpPr/>
            <p:nvPr/>
          </p:nvSpPr>
          <p:spPr>
            <a:xfrm>
              <a:off x="8999571" y="1761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4" name="pt52984"/>
            <p:cNvSpPr/>
            <p:nvPr/>
          </p:nvSpPr>
          <p:spPr>
            <a:xfrm>
              <a:off x="9059833" y="1910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5" name="pt52985"/>
            <p:cNvSpPr/>
            <p:nvPr/>
          </p:nvSpPr>
          <p:spPr>
            <a:xfrm>
              <a:off x="8347210" y="2327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6" name="pt52986"/>
            <p:cNvSpPr/>
            <p:nvPr/>
          </p:nvSpPr>
          <p:spPr>
            <a:xfrm>
              <a:off x="8439043" y="2356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7" name="pt52987"/>
            <p:cNvSpPr/>
            <p:nvPr/>
          </p:nvSpPr>
          <p:spPr>
            <a:xfrm>
              <a:off x="9182728" y="1948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8" name="pt52988"/>
            <p:cNvSpPr/>
            <p:nvPr/>
          </p:nvSpPr>
          <p:spPr>
            <a:xfrm>
              <a:off x="8274318" y="2318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9" name="pt52989"/>
            <p:cNvSpPr/>
            <p:nvPr/>
          </p:nvSpPr>
          <p:spPr>
            <a:xfrm>
              <a:off x="8347210" y="2369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0" name="pt52990"/>
            <p:cNvSpPr/>
            <p:nvPr/>
          </p:nvSpPr>
          <p:spPr>
            <a:xfrm>
              <a:off x="8755061" y="2252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1" name="pt52991"/>
            <p:cNvSpPr/>
            <p:nvPr/>
          </p:nvSpPr>
          <p:spPr>
            <a:xfrm>
              <a:off x="8274318" y="2369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2" name="pt52992"/>
            <p:cNvSpPr/>
            <p:nvPr/>
          </p:nvSpPr>
          <p:spPr>
            <a:xfrm>
              <a:off x="9023378" y="1925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3" name="pt52993"/>
            <p:cNvSpPr/>
            <p:nvPr/>
          </p:nvSpPr>
          <p:spPr>
            <a:xfrm>
              <a:off x="8803653" y="2209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4" name="pt52994"/>
            <p:cNvSpPr/>
            <p:nvPr/>
          </p:nvSpPr>
          <p:spPr>
            <a:xfrm>
              <a:off x="9200748" y="1786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5" name="pt52995"/>
            <p:cNvSpPr/>
            <p:nvPr/>
          </p:nvSpPr>
          <p:spPr>
            <a:xfrm>
              <a:off x="9054052" y="209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6" name="pt52996"/>
            <p:cNvSpPr/>
            <p:nvPr/>
          </p:nvSpPr>
          <p:spPr>
            <a:xfrm>
              <a:off x="8274318" y="2242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7" name="pt52997"/>
            <p:cNvSpPr/>
            <p:nvPr/>
          </p:nvSpPr>
          <p:spPr>
            <a:xfrm>
              <a:off x="8563654" y="2089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8" name="pt52998"/>
            <p:cNvSpPr/>
            <p:nvPr/>
          </p:nvSpPr>
          <p:spPr>
            <a:xfrm>
              <a:off x="8958659" y="2322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9" name="pt52999"/>
            <p:cNvSpPr/>
            <p:nvPr/>
          </p:nvSpPr>
          <p:spPr>
            <a:xfrm>
              <a:off x="9231697" y="2047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0" name="pt53000"/>
            <p:cNvSpPr/>
            <p:nvPr/>
          </p:nvSpPr>
          <p:spPr>
            <a:xfrm>
              <a:off x="8808322" y="2223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1" name="pt53001"/>
            <p:cNvSpPr/>
            <p:nvPr/>
          </p:nvSpPr>
          <p:spPr>
            <a:xfrm>
              <a:off x="8856549" y="2241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2" name="pt53002"/>
            <p:cNvSpPr/>
            <p:nvPr/>
          </p:nvSpPr>
          <p:spPr>
            <a:xfrm>
              <a:off x="9482767" y="2637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3" name="pt53003"/>
            <p:cNvSpPr/>
            <p:nvPr/>
          </p:nvSpPr>
          <p:spPr>
            <a:xfrm>
              <a:off x="8471820" y="2321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4" name="pt53004"/>
            <p:cNvSpPr/>
            <p:nvPr/>
          </p:nvSpPr>
          <p:spPr>
            <a:xfrm>
              <a:off x="8748753" y="2112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5" name="pt53005"/>
            <p:cNvSpPr/>
            <p:nvPr/>
          </p:nvSpPr>
          <p:spPr>
            <a:xfrm>
              <a:off x="8596430" y="2264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6" name="pt53006"/>
            <p:cNvSpPr/>
            <p:nvPr/>
          </p:nvSpPr>
          <p:spPr>
            <a:xfrm>
              <a:off x="8932933" y="1906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7" name="pt53007"/>
            <p:cNvSpPr/>
            <p:nvPr/>
          </p:nvSpPr>
          <p:spPr>
            <a:xfrm>
              <a:off x="8834048" y="1874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8" name="pt53008"/>
            <p:cNvSpPr/>
            <p:nvPr/>
          </p:nvSpPr>
          <p:spPr>
            <a:xfrm>
              <a:off x="8398928" y="2419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9" name="pt53009"/>
            <p:cNvSpPr/>
            <p:nvPr/>
          </p:nvSpPr>
          <p:spPr>
            <a:xfrm>
              <a:off x="9743490" y="2124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0" name="pt53010"/>
            <p:cNvSpPr/>
            <p:nvPr/>
          </p:nvSpPr>
          <p:spPr>
            <a:xfrm>
              <a:off x="8347210" y="2422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1" name="pt53011"/>
            <p:cNvSpPr/>
            <p:nvPr/>
          </p:nvSpPr>
          <p:spPr>
            <a:xfrm>
              <a:off x="9269435" y="1746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2" name="pt53012"/>
            <p:cNvSpPr/>
            <p:nvPr/>
          </p:nvSpPr>
          <p:spPr>
            <a:xfrm>
              <a:off x="8398928" y="2437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3" name="pt53013"/>
            <p:cNvSpPr/>
            <p:nvPr/>
          </p:nvSpPr>
          <p:spPr>
            <a:xfrm>
              <a:off x="9059833" y="1713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4" name="pt53014"/>
            <p:cNvSpPr/>
            <p:nvPr/>
          </p:nvSpPr>
          <p:spPr>
            <a:xfrm>
              <a:off x="9247994" y="2072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5" name="pt53015"/>
            <p:cNvSpPr/>
            <p:nvPr/>
          </p:nvSpPr>
          <p:spPr>
            <a:xfrm>
              <a:off x="8274318" y="2412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6" name="pt53016"/>
            <p:cNvSpPr/>
            <p:nvPr/>
          </p:nvSpPr>
          <p:spPr>
            <a:xfrm>
              <a:off x="8921023" y="1780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7" name="pt53017"/>
            <p:cNvSpPr/>
            <p:nvPr/>
          </p:nvSpPr>
          <p:spPr>
            <a:xfrm>
              <a:off x="9179833" y="1979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8" name="pt53018"/>
            <p:cNvSpPr/>
            <p:nvPr/>
          </p:nvSpPr>
          <p:spPr>
            <a:xfrm>
              <a:off x="9401682" y="2104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9" name="pt53019"/>
            <p:cNvSpPr/>
            <p:nvPr/>
          </p:nvSpPr>
          <p:spPr>
            <a:xfrm>
              <a:off x="9295774" y="2059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0" name="pt53020"/>
            <p:cNvSpPr/>
            <p:nvPr/>
          </p:nvSpPr>
          <p:spPr>
            <a:xfrm>
              <a:off x="8705398" y="2111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1" name="pt53021"/>
            <p:cNvSpPr/>
            <p:nvPr/>
          </p:nvSpPr>
          <p:spPr>
            <a:xfrm>
              <a:off x="8735430" y="2098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2" name="pt53022"/>
            <p:cNvSpPr/>
            <p:nvPr/>
          </p:nvSpPr>
          <p:spPr>
            <a:xfrm>
              <a:off x="9005825" y="1767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3" name="pt53023"/>
            <p:cNvSpPr/>
            <p:nvPr/>
          </p:nvSpPr>
          <p:spPr>
            <a:xfrm>
              <a:off x="8954618" y="2283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4" name="pt53024"/>
            <p:cNvSpPr/>
            <p:nvPr/>
          </p:nvSpPr>
          <p:spPr>
            <a:xfrm>
              <a:off x="8962610" y="2244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5" name="pt53025"/>
            <p:cNvSpPr/>
            <p:nvPr/>
          </p:nvSpPr>
          <p:spPr>
            <a:xfrm>
              <a:off x="9110981" y="1964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6" name="pt53026"/>
            <p:cNvSpPr/>
            <p:nvPr/>
          </p:nvSpPr>
          <p:spPr>
            <a:xfrm>
              <a:off x="8610820" y="2075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7" name="pt53027"/>
            <p:cNvSpPr/>
            <p:nvPr/>
          </p:nvSpPr>
          <p:spPr>
            <a:xfrm>
              <a:off x="9585294" y="2167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8" name="pt53028"/>
            <p:cNvSpPr/>
            <p:nvPr/>
          </p:nvSpPr>
          <p:spPr>
            <a:xfrm>
              <a:off x="8596430" y="2213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9" name="pt53029"/>
            <p:cNvSpPr/>
            <p:nvPr/>
          </p:nvSpPr>
          <p:spPr>
            <a:xfrm>
              <a:off x="8274318" y="2549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0" name="pt53030"/>
            <p:cNvSpPr/>
            <p:nvPr/>
          </p:nvSpPr>
          <p:spPr>
            <a:xfrm>
              <a:off x="9152801" y="2034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1" name="pt53031"/>
            <p:cNvSpPr/>
            <p:nvPr/>
          </p:nvSpPr>
          <p:spPr>
            <a:xfrm>
              <a:off x="8563654" y="2206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2" name="pt53032"/>
            <p:cNvSpPr/>
            <p:nvPr/>
          </p:nvSpPr>
          <p:spPr>
            <a:xfrm>
              <a:off x="8347210" y="2468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3" name="pt53033"/>
            <p:cNvSpPr/>
            <p:nvPr/>
          </p:nvSpPr>
          <p:spPr>
            <a:xfrm>
              <a:off x="8596430" y="2285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4" name="pt53034"/>
            <p:cNvSpPr/>
            <p:nvPr/>
          </p:nvSpPr>
          <p:spPr>
            <a:xfrm>
              <a:off x="9083269" y="2095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5" name="pt53035"/>
            <p:cNvSpPr/>
            <p:nvPr/>
          </p:nvSpPr>
          <p:spPr>
            <a:xfrm>
              <a:off x="9645731" y="2269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6" name="pt53036"/>
            <p:cNvSpPr/>
            <p:nvPr/>
          </p:nvSpPr>
          <p:spPr>
            <a:xfrm>
              <a:off x="9281436" y="1923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7" name="pt53037"/>
            <p:cNvSpPr/>
            <p:nvPr/>
          </p:nvSpPr>
          <p:spPr>
            <a:xfrm>
              <a:off x="8636546" y="2394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8" name="pt53038"/>
            <p:cNvSpPr/>
            <p:nvPr/>
          </p:nvSpPr>
          <p:spPr>
            <a:xfrm>
              <a:off x="8471820" y="2470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9" name="pt53039"/>
            <p:cNvSpPr/>
            <p:nvPr/>
          </p:nvSpPr>
          <p:spPr>
            <a:xfrm>
              <a:off x="8888738" y="2100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0" name="pt53040"/>
            <p:cNvSpPr/>
            <p:nvPr/>
          </p:nvSpPr>
          <p:spPr>
            <a:xfrm>
              <a:off x="9118525" y="1957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1" name="pt53041"/>
            <p:cNvSpPr/>
            <p:nvPr/>
          </p:nvSpPr>
          <p:spPr>
            <a:xfrm>
              <a:off x="9285373" y="1787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2" name="pt53042"/>
            <p:cNvSpPr/>
            <p:nvPr/>
          </p:nvSpPr>
          <p:spPr>
            <a:xfrm>
              <a:off x="8748753" y="1999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3" name="pt53043"/>
            <p:cNvSpPr/>
            <p:nvPr/>
          </p:nvSpPr>
          <p:spPr>
            <a:xfrm>
              <a:off x="9269435" y="1969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4" name="pt53044"/>
            <p:cNvSpPr/>
            <p:nvPr/>
          </p:nvSpPr>
          <p:spPr>
            <a:xfrm>
              <a:off x="8669323" y="2347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5" name="pt53045"/>
            <p:cNvSpPr/>
            <p:nvPr/>
          </p:nvSpPr>
          <p:spPr>
            <a:xfrm>
              <a:off x="8563654" y="2395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6" name="pt53046"/>
            <p:cNvSpPr/>
            <p:nvPr/>
          </p:nvSpPr>
          <p:spPr>
            <a:xfrm>
              <a:off x="8964553" y="2209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7" name="pt53047"/>
            <p:cNvSpPr/>
            <p:nvPr/>
          </p:nvSpPr>
          <p:spPr>
            <a:xfrm>
              <a:off x="9171470" y="1901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8" name="pt53048"/>
            <p:cNvSpPr/>
            <p:nvPr/>
          </p:nvSpPr>
          <p:spPr>
            <a:xfrm>
              <a:off x="8888738" y="2081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9" name="pt53049"/>
            <p:cNvSpPr/>
            <p:nvPr/>
          </p:nvSpPr>
          <p:spPr>
            <a:xfrm>
              <a:off x="9089164" y="1683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0" name="pt53050"/>
            <p:cNvSpPr/>
            <p:nvPr/>
          </p:nvSpPr>
          <p:spPr>
            <a:xfrm>
              <a:off x="8838000" y="1949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1" name="pt53051"/>
            <p:cNvSpPr/>
            <p:nvPr/>
          </p:nvSpPr>
          <p:spPr>
            <a:xfrm>
              <a:off x="9176891" y="2026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2" name="pt53052"/>
            <p:cNvSpPr/>
            <p:nvPr/>
          </p:nvSpPr>
          <p:spPr>
            <a:xfrm>
              <a:off x="8808322" y="210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3" name="pt53053"/>
            <p:cNvSpPr/>
            <p:nvPr/>
          </p:nvSpPr>
          <p:spPr>
            <a:xfrm>
              <a:off x="8812874" y="2148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4" name="pt53054"/>
            <p:cNvSpPr/>
            <p:nvPr/>
          </p:nvSpPr>
          <p:spPr>
            <a:xfrm>
              <a:off x="9231697" y="2115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5" name="pt53055"/>
            <p:cNvSpPr/>
            <p:nvPr/>
          </p:nvSpPr>
          <p:spPr>
            <a:xfrm>
              <a:off x="8849358" y="1940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6" name="pt53056"/>
            <p:cNvSpPr/>
            <p:nvPr/>
          </p:nvSpPr>
          <p:spPr>
            <a:xfrm>
              <a:off x="8274318" y="2618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7" name="pt53057"/>
            <p:cNvSpPr/>
            <p:nvPr/>
          </p:nvSpPr>
          <p:spPr>
            <a:xfrm>
              <a:off x="9594013" y="2435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8" name="pt53058"/>
            <p:cNvSpPr/>
            <p:nvPr/>
          </p:nvSpPr>
          <p:spPr>
            <a:xfrm>
              <a:off x="8471820" y="247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9" name="pt53059"/>
            <p:cNvSpPr/>
            <p:nvPr/>
          </p:nvSpPr>
          <p:spPr>
            <a:xfrm>
              <a:off x="8523538" y="237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0" name="pt53060"/>
            <p:cNvSpPr/>
            <p:nvPr/>
          </p:nvSpPr>
          <p:spPr>
            <a:xfrm>
              <a:off x="8876545" y="1887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1" name="pt53061"/>
            <p:cNvSpPr/>
            <p:nvPr/>
          </p:nvSpPr>
          <p:spPr>
            <a:xfrm>
              <a:off x="9115211" y="2021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2" name="pt53062"/>
            <p:cNvSpPr/>
            <p:nvPr/>
          </p:nvSpPr>
          <p:spPr>
            <a:xfrm>
              <a:off x="8958659" y="2301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3" name="pt53063"/>
            <p:cNvSpPr/>
            <p:nvPr/>
          </p:nvSpPr>
          <p:spPr>
            <a:xfrm>
              <a:off x="8471820" y="2385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4" name="pt53064"/>
            <p:cNvSpPr/>
            <p:nvPr/>
          </p:nvSpPr>
          <p:spPr>
            <a:xfrm>
              <a:off x="9297299" y="2003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5" name="pt53065"/>
            <p:cNvSpPr/>
            <p:nvPr/>
          </p:nvSpPr>
          <p:spPr>
            <a:xfrm>
              <a:off x="9689893" y="1996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6" name="pt53066"/>
            <p:cNvSpPr/>
            <p:nvPr/>
          </p:nvSpPr>
          <p:spPr>
            <a:xfrm>
              <a:off x="8610820" y="2024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7" name="pt53067"/>
            <p:cNvSpPr/>
            <p:nvPr/>
          </p:nvSpPr>
          <p:spPr>
            <a:xfrm>
              <a:off x="8398928" y="2486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8" name="pt53068"/>
            <p:cNvSpPr/>
            <p:nvPr/>
          </p:nvSpPr>
          <p:spPr>
            <a:xfrm>
              <a:off x="9681061" y="2175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9" name="pt53069"/>
            <p:cNvSpPr/>
            <p:nvPr/>
          </p:nvSpPr>
          <p:spPr>
            <a:xfrm>
              <a:off x="9181576" y="1966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0" name="pt53070"/>
            <p:cNvSpPr/>
            <p:nvPr/>
          </p:nvSpPr>
          <p:spPr>
            <a:xfrm>
              <a:off x="8834048" y="1923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1" name="pt53071"/>
            <p:cNvSpPr/>
            <p:nvPr/>
          </p:nvSpPr>
          <p:spPr>
            <a:xfrm>
              <a:off x="9368156" y="2052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2" name="pt53072"/>
            <p:cNvSpPr/>
            <p:nvPr/>
          </p:nvSpPr>
          <p:spPr>
            <a:xfrm>
              <a:off x="8471820" y="2677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3" name="pt53073"/>
            <p:cNvSpPr/>
            <p:nvPr/>
          </p:nvSpPr>
          <p:spPr>
            <a:xfrm>
              <a:off x="8918543" y="1875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4" name="pt53074"/>
            <p:cNvSpPr/>
            <p:nvPr/>
          </p:nvSpPr>
          <p:spPr>
            <a:xfrm>
              <a:off x="8624143" y="2312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5" name="pt53075"/>
            <p:cNvSpPr/>
            <p:nvPr/>
          </p:nvSpPr>
          <p:spPr>
            <a:xfrm>
              <a:off x="9219949" y="1845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6" name="pt53076"/>
            <p:cNvSpPr/>
            <p:nvPr/>
          </p:nvSpPr>
          <p:spPr>
            <a:xfrm>
              <a:off x="8742215" y="2074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7" name="pt53077"/>
            <p:cNvSpPr/>
            <p:nvPr/>
          </p:nvSpPr>
          <p:spPr>
            <a:xfrm>
              <a:off x="8697035" y="2278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8" name="pt53078"/>
            <p:cNvSpPr/>
            <p:nvPr/>
          </p:nvSpPr>
          <p:spPr>
            <a:xfrm>
              <a:off x="8563654" y="2216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9" name="pt53079"/>
            <p:cNvSpPr/>
            <p:nvPr/>
          </p:nvSpPr>
          <p:spPr>
            <a:xfrm>
              <a:off x="9034195" y="1654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0" name="pt53080"/>
            <p:cNvSpPr/>
            <p:nvPr/>
          </p:nvSpPr>
          <p:spPr>
            <a:xfrm>
              <a:off x="9296080" y="1728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1" name="pt53081"/>
            <p:cNvSpPr/>
            <p:nvPr/>
          </p:nvSpPr>
          <p:spPr>
            <a:xfrm>
              <a:off x="8767051" y="2087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2" name="pt53082"/>
            <p:cNvSpPr/>
            <p:nvPr/>
          </p:nvSpPr>
          <p:spPr>
            <a:xfrm>
              <a:off x="8852989" y="2037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3" name="pt53083"/>
            <p:cNvSpPr/>
            <p:nvPr/>
          </p:nvSpPr>
          <p:spPr>
            <a:xfrm>
              <a:off x="8721041" y="2029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4" name="pt53084"/>
            <p:cNvSpPr/>
            <p:nvPr/>
          </p:nvSpPr>
          <p:spPr>
            <a:xfrm>
              <a:off x="8705398" y="2271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5" name="pt53085"/>
            <p:cNvSpPr/>
            <p:nvPr/>
          </p:nvSpPr>
          <p:spPr>
            <a:xfrm>
              <a:off x="8873363" y="2051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6" name="pt53086"/>
            <p:cNvSpPr/>
            <p:nvPr/>
          </p:nvSpPr>
          <p:spPr>
            <a:xfrm>
              <a:off x="9237295" y="2044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7" name="pt53087"/>
            <p:cNvSpPr/>
            <p:nvPr/>
          </p:nvSpPr>
          <p:spPr>
            <a:xfrm>
              <a:off x="9099493" y="2029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8" name="pt53088"/>
            <p:cNvSpPr/>
            <p:nvPr/>
          </p:nvSpPr>
          <p:spPr>
            <a:xfrm>
              <a:off x="9203327" y="1789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9" name="pt53089"/>
            <p:cNvSpPr/>
            <p:nvPr/>
          </p:nvSpPr>
          <p:spPr>
            <a:xfrm>
              <a:off x="9077174" y="1865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0" name="pt53090"/>
            <p:cNvSpPr/>
            <p:nvPr/>
          </p:nvSpPr>
          <p:spPr>
            <a:xfrm>
              <a:off x="9644546" y="2209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1" name="pt53091"/>
            <p:cNvSpPr/>
            <p:nvPr/>
          </p:nvSpPr>
          <p:spPr>
            <a:xfrm>
              <a:off x="9490707" y="2377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2" name="pt53092"/>
            <p:cNvSpPr/>
            <p:nvPr/>
          </p:nvSpPr>
          <p:spPr>
            <a:xfrm>
              <a:off x="9101309" y="198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3" name="pt53093"/>
            <p:cNvSpPr/>
            <p:nvPr/>
          </p:nvSpPr>
          <p:spPr>
            <a:xfrm>
              <a:off x="9027511" y="1928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4" name="pt53094"/>
            <p:cNvSpPr/>
            <p:nvPr/>
          </p:nvSpPr>
          <p:spPr>
            <a:xfrm>
              <a:off x="8761156" y="2283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5" name="pt53095"/>
            <p:cNvSpPr/>
            <p:nvPr/>
          </p:nvSpPr>
          <p:spPr>
            <a:xfrm>
              <a:off x="8845651" y="2118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6" name="pt53096"/>
            <p:cNvSpPr/>
            <p:nvPr/>
          </p:nvSpPr>
          <p:spPr>
            <a:xfrm>
              <a:off x="8274318" y="2509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7" name="pt53097"/>
            <p:cNvSpPr/>
            <p:nvPr/>
          </p:nvSpPr>
          <p:spPr>
            <a:xfrm>
              <a:off x="8471820" y="2638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8" name="pt53098"/>
            <p:cNvSpPr/>
            <p:nvPr/>
          </p:nvSpPr>
          <p:spPr>
            <a:xfrm>
              <a:off x="8398928" y="2318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9" name="pt53099"/>
            <p:cNvSpPr/>
            <p:nvPr/>
          </p:nvSpPr>
          <p:spPr>
            <a:xfrm>
              <a:off x="9806800" y="2478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0" name="pt53100"/>
            <p:cNvSpPr/>
            <p:nvPr/>
          </p:nvSpPr>
          <p:spPr>
            <a:xfrm>
              <a:off x="8852989" y="1902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1" name="pt53101"/>
            <p:cNvSpPr/>
            <p:nvPr/>
          </p:nvSpPr>
          <p:spPr>
            <a:xfrm>
              <a:off x="8713389" y="219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2" name="pt53102"/>
            <p:cNvSpPr/>
            <p:nvPr/>
          </p:nvSpPr>
          <p:spPr>
            <a:xfrm>
              <a:off x="8398928" y="2447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3" name="pt53103"/>
            <p:cNvSpPr/>
            <p:nvPr/>
          </p:nvSpPr>
          <p:spPr>
            <a:xfrm>
              <a:off x="9442137" y="1834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4" name="pt53104"/>
            <p:cNvSpPr/>
            <p:nvPr/>
          </p:nvSpPr>
          <p:spPr>
            <a:xfrm>
              <a:off x="9142325" y="2137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5" name="pt53105"/>
            <p:cNvSpPr/>
            <p:nvPr/>
          </p:nvSpPr>
          <p:spPr>
            <a:xfrm>
              <a:off x="9296080" y="1834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6" name="pt53106"/>
            <p:cNvSpPr/>
            <p:nvPr/>
          </p:nvSpPr>
          <p:spPr>
            <a:xfrm>
              <a:off x="8876545" y="1814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7" name="pt53107"/>
            <p:cNvSpPr/>
            <p:nvPr/>
          </p:nvSpPr>
          <p:spPr>
            <a:xfrm>
              <a:off x="9066533" y="191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8" name="pt53108"/>
            <p:cNvSpPr/>
            <p:nvPr/>
          </p:nvSpPr>
          <p:spPr>
            <a:xfrm>
              <a:off x="9002725" y="2085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9" name="pt53109"/>
            <p:cNvSpPr/>
            <p:nvPr/>
          </p:nvSpPr>
          <p:spPr>
            <a:xfrm>
              <a:off x="8439043" y="2366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0" name="pt53110"/>
            <p:cNvSpPr/>
            <p:nvPr/>
          </p:nvSpPr>
          <p:spPr>
            <a:xfrm>
              <a:off x="8948383" y="2121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1" name="pt53111"/>
            <p:cNvSpPr/>
            <p:nvPr/>
          </p:nvSpPr>
          <p:spPr>
            <a:xfrm>
              <a:off x="8788868" y="2040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2" name="pt53112"/>
            <p:cNvSpPr/>
            <p:nvPr/>
          </p:nvSpPr>
          <p:spPr>
            <a:xfrm>
              <a:off x="8610820" y="2164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3" name="pt53113"/>
            <p:cNvSpPr/>
            <p:nvPr/>
          </p:nvSpPr>
          <p:spPr>
            <a:xfrm>
              <a:off x="9211830" y="1927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4" name="pt53114"/>
            <p:cNvSpPr/>
            <p:nvPr/>
          </p:nvSpPr>
          <p:spPr>
            <a:xfrm>
              <a:off x="9294237" y="1820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5" name="pt53115"/>
            <p:cNvSpPr/>
            <p:nvPr/>
          </p:nvSpPr>
          <p:spPr>
            <a:xfrm>
              <a:off x="8347210" y="2461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6" name="pt53116"/>
            <p:cNvSpPr/>
            <p:nvPr/>
          </p:nvSpPr>
          <p:spPr>
            <a:xfrm>
              <a:off x="9339588" y="2221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7" name="pt53117"/>
            <p:cNvSpPr/>
            <p:nvPr/>
          </p:nvSpPr>
          <p:spPr>
            <a:xfrm>
              <a:off x="8817313" y="1948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8" name="pt53118"/>
            <p:cNvSpPr/>
            <p:nvPr/>
          </p:nvSpPr>
          <p:spPr>
            <a:xfrm>
              <a:off x="9563530" y="2449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9" name="pt53119"/>
            <p:cNvSpPr/>
            <p:nvPr/>
          </p:nvSpPr>
          <p:spPr>
            <a:xfrm>
              <a:off x="8956650" y="2283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0" name="pt53120"/>
            <p:cNvSpPr/>
            <p:nvPr/>
          </p:nvSpPr>
          <p:spPr>
            <a:xfrm>
              <a:off x="8523538" y="2309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1" name="pt53121"/>
            <p:cNvSpPr/>
            <p:nvPr/>
          </p:nvSpPr>
          <p:spPr>
            <a:xfrm>
              <a:off x="9187265" y="2030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2" name="pt53122"/>
            <p:cNvSpPr/>
            <p:nvPr/>
          </p:nvSpPr>
          <p:spPr>
            <a:xfrm>
              <a:off x="8830008" y="2017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3" name="pt53123"/>
            <p:cNvSpPr/>
            <p:nvPr/>
          </p:nvSpPr>
          <p:spPr>
            <a:xfrm>
              <a:off x="9331236" y="2149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4" name="pt53124"/>
            <p:cNvSpPr/>
            <p:nvPr/>
          </p:nvSpPr>
          <p:spPr>
            <a:xfrm>
              <a:off x="8544712" y="2137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5" name="pt53125"/>
            <p:cNvSpPr/>
            <p:nvPr/>
          </p:nvSpPr>
          <p:spPr>
            <a:xfrm>
              <a:off x="8956650" y="2245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6" name="pt53126"/>
            <p:cNvSpPr/>
            <p:nvPr/>
          </p:nvSpPr>
          <p:spPr>
            <a:xfrm>
              <a:off x="9829630" y="2623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7" name="pt53127"/>
            <p:cNvSpPr/>
            <p:nvPr/>
          </p:nvSpPr>
          <p:spPr>
            <a:xfrm>
              <a:off x="9005825" y="1617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8" name="pt53128"/>
            <p:cNvSpPr/>
            <p:nvPr/>
          </p:nvSpPr>
          <p:spPr>
            <a:xfrm>
              <a:off x="8274318" y="2544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9" name="pt53129"/>
            <p:cNvSpPr/>
            <p:nvPr/>
          </p:nvSpPr>
          <p:spPr>
            <a:xfrm>
              <a:off x="9275707" y="1948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0" name="pt53130"/>
            <p:cNvSpPr/>
            <p:nvPr/>
          </p:nvSpPr>
          <p:spPr>
            <a:xfrm>
              <a:off x="8803653" y="1965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1" name="pt53131"/>
            <p:cNvSpPr/>
            <p:nvPr/>
          </p:nvSpPr>
          <p:spPr>
            <a:xfrm>
              <a:off x="8636546" y="238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2" name="pt53132"/>
            <p:cNvSpPr/>
            <p:nvPr/>
          </p:nvSpPr>
          <p:spPr>
            <a:xfrm>
              <a:off x="9049289" y="2279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3" name="pt53133"/>
            <p:cNvSpPr/>
            <p:nvPr/>
          </p:nvSpPr>
          <p:spPr>
            <a:xfrm>
              <a:off x="8398928" y="2275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4" name="pt53134"/>
            <p:cNvSpPr/>
            <p:nvPr/>
          </p:nvSpPr>
          <p:spPr>
            <a:xfrm>
              <a:off x="9182728" y="1987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5" name="pt53135"/>
            <p:cNvSpPr/>
            <p:nvPr/>
          </p:nvSpPr>
          <p:spPr>
            <a:xfrm>
              <a:off x="8439043" y="2205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6" name="pt53136"/>
            <p:cNvSpPr/>
            <p:nvPr/>
          </p:nvSpPr>
          <p:spPr>
            <a:xfrm>
              <a:off x="8274318" y="2441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7" name="pt53137"/>
            <p:cNvSpPr/>
            <p:nvPr/>
          </p:nvSpPr>
          <p:spPr>
            <a:xfrm>
              <a:off x="9435925" y="2012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8" name="pt53138"/>
            <p:cNvSpPr/>
            <p:nvPr/>
          </p:nvSpPr>
          <p:spPr>
            <a:xfrm>
              <a:off x="8669323" y="2222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9" name="pt53139"/>
            <p:cNvSpPr/>
            <p:nvPr/>
          </p:nvSpPr>
          <p:spPr>
            <a:xfrm>
              <a:off x="9558274" y="2197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0" name="pt53140"/>
            <p:cNvSpPr/>
            <p:nvPr/>
          </p:nvSpPr>
          <p:spPr>
            <a:xfrm>
              <a:off x="8274318" y="2320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1" name="pt53141"/>
            <p:cNvSpPr/>
            <p:nvPr/>
          </p:nvSpPr>
          <p:spPr>
            <a:xfrm>
              <a:off x="8398928" y="2557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2" name="pt53142"/>
            <p:cNvSpPr/>
            <p:nvPr/>
          </p:nvSpPr>
          <p:spPr>
            <a:xfrm>
              <a:off x="8808322" y="218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3" name="pt53143"/>
            <p:cNvSpPr/>
            <p:nvPr/>
          </p:nvSpPr>
          <p:spPr>
            <a:xfrm>
              <a:off x="8659047" y="2387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4" name="pt53144"/>
            <p:cNvSpPr/>
            <p:nvPr/>
          </p:nvSpPr>
          <p:spPr>
            <a:xfrm>
              <a:off x="8891661" y="2111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5" name="pt53145"/>
            <p:cNvSpPr/>
            <p:nvPr/>
          </p:nvSpPr>
          <p:spPr>
            <a:xfrm>
              <a:off x="9707347" y="1665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6" name="pt53146"/>
            <p:cNvSpPr/>
            <p:nvPr/>
          </p:nvSpPr>
          <p:spPr>
            <a:xfrm>
              <a:off x="9602828" y="2534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7" name="pt53147"/>
            <p:cNvSpPr/>
            <p:nvPr/>
          </p:nvSpPr>
          <p:spPr>
            <a:xfrm>
              <a:off x="8705398" y="2185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8" name="pt53148"/>
            <p:cNvSpPr/>
            <p:nvPr/>
          </p:nvSpPr>
          <p:spPr>
            <a:xfrm>
              <a:off x="8798858" y="2034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9" name="pt53149"/>
            <p:cNvSpPr/>
            <p:nvPr/>
          </p:nvSpPr>
          <p:spPr>
            <a:xfrm>
              <a:off x="8563654" y="2166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0" name="pt53150"/>
            <p:cNvSpPr/>
            <p:nvPr/>
          </p:nvSpPr>
          <p:spPr>
            <a:xfrm>
              <a:off x="8274318" y="2159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1" name="pt53151"/>
            <p:cNvSpPr/>
            <p:nvPr/>
          </p:nvSpPr>
          <p:spPr>
            <a:xfrm>
              <a:off x="8876545" y="1867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2" name="pt53152"/>
            <p:cNvSpPr/>
            <p:nvPr/>
          </p:nvSpPr>
          <p:spPr>
            <a:xfrm>
              <a:off x="9002725" y="1854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3" name="pt53153"/>
            <p:cNvSpPr/>
            <p:nvPr/>
          </p:nvSpPr>
          <p:spPr>
            <a:xfrm>
              <a:off x="8821645" y="2116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4" name="pt53154"/>
            <p:cNvSpPr/>
            <p:nvPr/>
          </p:nvSpPr>
          <p:spPr>
            <a:xfrm>
              <a:off x="9040639" y="1710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5" name="pt53155"/>
            <p:cNvSpPr/>
            <p:nvPr/>
          </p:nvSpPr>
          <p:spPr>
            <a:xfrm>
              <a:off x="9490707" y="2536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6" name="pt53156"/>
            <p:cNvSpPr/>
            <p:nvPr/>
          </p:nvSpPr>
          <p:spPr>
            <a:xfrm>
              <a:off x="9558274" y="2303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7" name="pt53157"/>
            <p:cNvSpPr/>
            <p:nvPr/>
          </p:nvSpPr>
          <p:spPr>
            <a:xfrm>
              <a:off x="8930613" y="1903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8" name="pt53158"/>
            <p:cNvSpPr/>
            <p:nvPr/>
          </p:nvSpPr>
          <p:spPr>
            <a:xfrm>
              <a:off x="8755061" y="2245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9" name="pt53159"/>
            <p:cNvSpPr/>
            <p:nvPr/>
          </p:nvSpPr>
          <p:spPr>
            <a:xfrm>
              <a:off x="9877988" y="2675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0" name="pt53160"/>
            <p:cNvSpPr/>
            <p:nvPr/>
          </p:nvSpPr>
          <p:spPr>
            <a:xfrm>
              <a:off x="8347210" y="2374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1" name="pt53161"/>
            <p:cNvSpPr/>
            <p:nvPr/>
          </p:nvSpPr>
          <p:spPr>
            <a:xfrm>
              <a:off x="8910892" y="2108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2" name="pt53162"/>
            <p:cNvSpPr/>
            <p:nvPr/>
          </p:nvSpPr>
          <p:spPr>
            <a:xfrm>
              <a:off x="9761170" y="2416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3" name="pt53163"/>
            <p:cNvSpPr/>
            <p:nvPr/>
          </p:nvSpPr>
          <p:spPr>
            <a:xfrm>
              <a:off x="9051686" y="2227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4" name="pt53164"/>
            <p:cNvSpPr/>
            <p:nvPr/>
          </p:nvSpPr>
          <p:spPr>
            <a:xfrm>
              <a:off x="8894537" y="2125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5" name="pt53165"/>
            <p:cNvSpPr/>
            <p:nvPr/>
          </p:nvSpPr>
          <p:spPr>
            <a:xfrm>
              <a:off x="9005825" y="1654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6" name="pt53166"/>
            <p:cNvSpPr/>
            <p:nvPr/>
          </p:nvSpPr>
          <p:spPr>
            <a:xfrm>
              <a:off x="8499532" y="238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7" name="pt53167"/>
            <p:cNvSpPr/>
            <p:nvPr/>
          </p:nvSpPr>
          <p:spPr>
            <a:xfrm>
              <a:off x="8439043" y="2348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8" name="pt53168"/>
            <p:cNvSpPr/>
            <p:nvPr/>
          </p:nvSpPr>
          <p:spPr>
            <a:xfrm>
              <a:off x="8849358" y="1947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9" name="pt53169"/>
            <p:cNvSpPr/>
            <p:nvPr/>
          </p:nvSpPr>
          <p:spPr>
            <a:xfrm>
              <a:off x="9513165" y="2400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0" name="pt53170"/>
            <p:cNvSpPr/>
            <p:nvPr/>
          </p:nvSpPr>
          <p:spPr>
            <a:xfrm>
              <a:off x="8956650" y="2309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1" name="pt53171"/>
            <p:cNvSpPr/>
            <p:nvPr/>
          </p:nvSpPr>
          <p:spPr>
            <a:xfrm>
              <a:off x="9210359" y="1806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2" name="pt53172"/>
            <p:cNvSpPr/>
            <p:nvPr/>
          </p:nvSpPr>
          <p:spPr>
            <a:xfrm>
              <a:off x="8669323" y="2401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3" name="pt53173"/>
            <p:cNvSpPr/>
            <p:nvPr/>
          </p:nvSpPr>
          <p:spPr>
            <a:xfrm>
              <a:off x="8981160" y="1934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4" name="pt53174"/>
            <p:cNvSpPr/>
            <p:nvPr/>
          </p:nvSpPr>
          <p:spPr>
            <a:xfrm>
              <a:off x="8894537" y="2074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5" name="pt53175"/>
            <p:cNvSpPr/>
            <p:nvPr/>
          </p:nvSpPr>
          <p:spPr>
            <a:xfrm>
              <a:off x="8624143" y="236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6" name="pt53176"/>
            <p:cNvSpPr/>
            <p:nvPr/>
          </p:nvSpPr>
          <p:spPr>
            <a:xfrm>
              <a:off x="9219949" y="1917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7" name="pt53177"/>
            <p:cNvSpPr/>
            <p:nvPr/>
          </p:nvSpPr>
          <p:spPr>
            <a:xfrm>
              <a:off x="9431373" y="1716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8" name="pt53178"/>
            <p:cNvSpPr/>
            <p:nvPr/>
          </p:nvSpPr>
          <p:spPr>
            <a:xfrm>
              <a:off x="9594013" y="2563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9" name="pt53179"/>
            <p:cNvSpPr/>
            <p:nvPr/>
          </p:nvSpPr>
          <p:spPr>
            <a:xfrm>
              <a:off x="8596430" y="214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0" name="pt53180"/>
            <p:cNvSpPr/>
            <p:nvPr/>
          </p:nvSpPr>
          <p:spPr>
            <a:xfrm>
              <a:off x="8713389" y="2180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1" name="pt53181"/>
            <p:cNvSpPr/>
            <p:nvPr/>
          </p:nvSpPr>
          <p:spPr>
            <a:xfrm>
              <a:off x="9525526" y="1753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2" name="pt53182"/>
            <p:cNvSpPr/>
            <p:nvPr/>
          </p:nvSpPr>
          <p:spPr>
            <a:xfrm>
              <a:off x="9401001" y="2149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3" name="pt53183"/>
            <p:cNvSpPr/>
            <p:nvPr/>
          </p:nvSpPr>
          <p:spPr>
            <a:xfrm>
              <a:off x="9016271" y="1367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4" name="pt53184"/>
            <p:cNvSpPr/>
            <p:nvPr/>
          </p:nvSpPr>
          <p:spPr>
            <a:xfrm>
              <a:off x="8755061" y="2191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5" name="pt53185"/>
            <p:cNvSpPr/>
            <p:nvPr/>
          </p:nvSpPr>
          <p:spPr>
            <a:xfrm>
              <a:off x="8870124" y="2176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6" name="pt53186"/>
            <p:cNvSpPr/>
            <p:nvPr/>
          </p:nvSpPr>
          <p:spPr>
            <a:xfrm>
              <a:off x="9203327" y="1784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7" name="pt53187"/>
            <p:cNvSpPr/>
            <p:nvPr/>
          </p:nvSpPr>
          <p:spPr>
            <a:xfrm>
              <a:off x="8398928" y="2512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8" name="pt53188"/>
            <p:cNvSpPr/>
            <p:nvPr/>
          </p:nvSpPr>
          <p:spPr>
            <a:xfrm>
              <a:off x="8439043" y="2121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9" name="pt53189"/>
            <p:cNvSpPr/>
            <p:nvPr/>
          </p:nvSpPr>
          <p:spPr>
            <a:xfrm>
              <a:off x="8941923" y="2034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0" name="pt53190"/>
            <p:cNvSpPr/>
            <p:nvPr/>
          </p:nvSpPr>
          <p:spPr>
            <a:xfrm>
              <a:off x="9170243" y="1776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1" name="pt53191"/>
            <p:cNvSpPr/>
            <p:nvPr/>
          </p:nvSpPr>
          <p:spPr>
            <a:xfrm>
              <a:off x="9313270" y="2122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2" name="pt53192"/>
            <p:cNvSpPr/>
            <p:nvPr/>
          </p:nvSpPr>
          <p:spPr>
            <a:xfrm>
              <a:off x="8523538" y="2374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3" name="pt53193"/>
            <p:cNvSpPr/>
            <p:nvPr/>
          </p:nvSpPr>
          <p:spPr>
            <a:xfrm>
              <a:off x="8876545" y="1901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4" name="pt53194"/>
            <p:cNvSpPr/>
            <p:nvPr/>
          </p:nvSpPr>
          <p:spPr>
            <a:xfrm>
              <a:off x="9002725" y="1838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5" name="pt53195"/>
            <p:cNvSpPr/>
            <p:nvPr/>
          </p:nvSpPr>
          <p:spPr>
            <a:xfrm>
              <a:off x="8735430" y="216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6" name="pt53196"/>
            <p:cNvSpPr/>
            <p:nvPr/>
          </p:nvSpPr>
          <p:spPr>
            <a:xfrm>
              <a:off x="9182728" y="1948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7" name="pt53197"/>
            <p:cNvSpPr/>
            <p:nvPr/>
          </p:nvSpPr>
          <p:spPr>
            <a:xfrm>
              <a:off x="8852989" y="2007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8" name="pt53198"/>
            <p:cNvSpPr/>
            <p:nvPr/>
          </p:nvSpPr>
          <p:spPr>
            <a:xfrm>
              <a:off x="9210359" y="1838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9" name="pt53199"/>
            <p:cNvSpPr/>
            <p:nvPr/>
          </p:nvSpPr>
          <p:spPr>
            <a:xfrm>
              <a:off x="8563654" y="2439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0" name="pt53200"/>
            <p:cNvSpPr/>
            <p:nvPr/>
          </p:nvSpPr>
          <p:spPr>
            <a:xfrm>
              <a:off x="9519098" y="2416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1" name="pt53201"/>
            <p:cNvSpPr/>
            <p:nvPr/>
          </p:nvSpPr>
          <p:spPr>
            <a:xfrm>
              <a:off x="8705398" y="2139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2" name="pt53202"/>
            <p:cNvSpPr/>
            <p:nvPr/>
          </p:nvSpPr>
          <p:spPr>
            <a:xfrm>
              <a:off x="8997973" y="1606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3" name="pt53203"/>
            <p:cNvSpPr/>
            <p:nvPr/>
          </p:nvSpPr>
          <p:spPr>
            <a:xfrm>
              <a:off x="8688264" y="2196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4" name="pt53204"/>
            <p:cNvSpPr/>
            <p:nvPr/>
          </p:nvSpPr>
          <p:spPr>
            <a:xfrm>
              <a:off x="8398928" y="2519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5" name="pt53205"/>
            <p:cNvSpPr/>
            <p:nvPr/>
          </p:nvSpPr>
          <p:spPr>
            <a:xfrm>
              <a:off x="8918543" y="1849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6" name="pt53206"/>
            <p:cNvSpPr/>
            <p:nvPr/>
          </p:nvSpPr>
          <p:spPr>
            <a:xfrm>
              <a:off x="9030214" y="1804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7" name="pt53207"/>
            <p:cNvSpPr/>
            <p:nvPr/>
          </p:nvSpPr>
          <p:spPr>
            <a:xfrm>
              <a:off x="9097658" y="2056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8" name="pt53208"/>
            <p:cNvSpPr/>
            <p:nvPr/>
          </p:nvSpPr>
          <p:spPr>
            <a:xfrm>
              <a:off x="8274318" y="2545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9" name="pt53209"/>
            <p:cNvSpPr/>
            <p:nvPr/>
          </p:nvSpPr>
          <p:spPr>
            <a:xfrm>
              <a:off x="8471820" y="2327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0" name="pt53210"/>
            <p:cNvSpPr/>
            <p:nvPr/>
          </p:nvSpPr>
          <p:spPr>
            <a:xfrm>
              <a:off x="8471820" y="2403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1" name="pt53211"/>
            <p:cNvSpPr/>
            <p:nvPr/>
          </p:nvSpPr>
          <p:spPr>
            <a:xfrm>
              <a:off x="8913479" y="1866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2" name="pt53212"/>
            <p:cNvSpPr/>
            <p:nvPr/>
          </p:nvSpPr>
          <p:spPr>
            <a:xfrm>
              <a:off x="8705398" y="2183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3" name="pt53213"/>
            <p:cNvSpPr/>
            <p:nvPr/>
          </p:nvSpPr>
          <p:spPr>
            <a:xfrm>
              <a:off x="8697035" y="2027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4" name="pt53214"/>
            <p:cNvSpPr/>
            <p:nvPr/>
          </p:nvSpPr>
          <p:spPr>
            <a:xfrm>
              <a:off x="8347210" y="2357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5" name="pt53215"/>
            <p:cNvSpPr/>
            <p:nvPr/>
          </p:nvSpPr>
          <p:spPr>
            <a:xfrm>
              <a:off x="8863465" y="217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6" name="pt53216"/>
            <p:cNvSpPr/>
            <p:nvPr/>
          </p:nvSpPr>
          <p:spPr>
            <a:xfrm>
              <a:off x="9200228" y="1847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7" name="pt53217"/>
            <p:cNvSpPr/>
            <p:nvPr/>
          </p:nvSpPr>
          <p:spPr>
            <a:xfrm>
              <a:off x="8713389" y="2205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8" name="pt53218"/>
            <p:cNvSpPr/>
            <p:nvPr/>
          </p:nvSpPr>
          <p:spPr>
            <a:xfrm>
              <a:off x="8347210" y="2270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9" name="pt53219"/>
            <p:cNvSpPr/>
            <p:nvPr/>
          </p:nvSpPr>
          <p:spPr>
            <a:xfrm>
              <a:off x="8471820" y="244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0" name="pt53220"/>
            <p:cNvSpPr/>
            <p:nvPr/>
          </p:nvSpPr>
          <p:spPr>
            <a:xfrm>
              <a:off x="9187265" y="206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1" name="pt53221"/>
            <p:cNvSpPr/>
            <p:nvPr/>
          </p:nvSpPr>
          <p:spPr>
            <a:xfrm>
              <a:off x="8347210" y="2232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2" name="pt53222"/>
            <p:cNvSpPr/>
            <p:nvPr/>
          </p:nvSpPr>
          <p:spPr>
            <a:xfrm>
              <a:off x="8783657" y="1984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3" name="pt53223"/>
            <p:cNvSpPr/>
            <p:nvPr/>
          </p:nvSpPr>
          <p:spPr>
            <a:xfrm>
              <a:off x="9370394" y="2058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4" name="pt53224"/>
            <p:cNvSpPr/>
            <p:nvPr/>
          </p:nvSpPr>
          <p:spPr>
            <a:xfrm>
              <a:off x="8471820" y="2273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5" name="pt53225"/>
            <p:cNvSpPr/>
            <p:nvPr/>
          </p:nvSpPr>
          <p:spPr>
            <a:xfrm>
              <a:off x="8755061" y="2183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6" name="pt53226"/>
            <p:cNvSpPr/>
            <p:nvPr/>
          </p:nvSpPr>
          <p:spPr>
            <a:xfrm>
              <a:off x="8713389" y="2170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7" name="pt53227"/>
            <p:cNvSpPr/>
            <p:nvPr/>
          </p:nvSpPr>
          <p:spPr>
            <a:xfrm>
              <a:off x="9034195" y="1715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8" name="pt53228"/>
            <p:cNvSpPr/>
            <p:nvPr/>
          </p:nvSpPr>
          <p:spPr>
            <a:xfrm>
              <a:off x="9189492" y="2025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9" name="pt53229"/>
            <p:cNvSpPr/>
            <p:nvPr/>
          </p:nvSpPr>
          <p:spPr>
            <a:xfrm>
              <a:off x="8596430" y="2248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0" name="pt53230"/>
            <p:cNvSpPr/>
            <p:nvPr/>
          </p:nvSpPr>
          <p:spPr>
            <a:xfrm>
              <a:off x="9211830" y="1874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1" name="pt53231"/>
            <p:cNvSpPr/>
            <p:nvPr/>
          </p:nvSpPr>
          <p:spPr>
            <a:xfrm>
              <a:off x="8523538" y="2508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2" name="pt53232"/>
            <p:cNvSpPr/>
            <p:nvPr/>
          </p:nvSpPr>
          <p:spPr>
            <a:xfrm>
              <a:off x="9743490" y="2077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3" name="pt53233"/>
            <p:cNvSpPr/>
            <p:nvPr/>
          </p:nvSpPr>
          <p:spPr>
            <a:xfrm>
              <a:off x="9097658" y="2019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4" name="pt53234"/>
            <p:cNvSpPr/>
            <p:nvPr/>
          </p:nvSpPr>
          <p:spPr>
            <a:xfrm>
              <a:off x="8821645" y="2111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5" name="pt53235"/>
            <p:cNvSpPr/>
            <p:nvPr/>
          </p:nvSpPr>
          <p:spPr>
            <a:xfrm>
              <a:off x="8499532" y="243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6" name="pt53236"/>
            <p:cNvSpPr/>
            <p:nvPr/>
          </p:nvSpPr>
          <p:spPr>
            <a:xfrm>
              <a:off x="9265854" y="21126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7" name="pt53237"/>
            <p:cNvSpPr/>
            <p:nvPr/>
          </p:nvSpPr>
          <p:spPr>
            <a:xfrm>
              <a:off x="9371804" y="2081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8" name="pt53238"/>
            <p:cNvSpPr/>
            <p:nvPr/>
          </p:nvSpPr>
          <p:spPr>
            <a:xfrm>
              <a:off x="9030214" y="1794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9" name="pt53239"/>
            <p:cNvSpPr/>
            <p:nvPr/>
          </p:nvSpPr>
          <p:spPr>
            <a:xfrm>
              <a:off x="8713389" y="2204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0" name="pt53240"/>
            <p:cNvSpPr/>
            <p:nvPr/>
          </p:nvSpPr>
          <p:spPr>
            <a:xfrm>
              <a:off x="8845651" y="1899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1" name="pt53241"/>
            <p:cNvSpPr/>
            <p:nvPr/>
          </p:nvSpPr>
          <p:spPr>
            <a:xfrm>
              <a:off x="9439678" y="1982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2" name="pt53242"/>
            <p:cNvSpPr/>
            <p:nvPr/>
          </p:nvSpPr>
          <p:spPr>
            <a:xfrm>
              <a:off x="9074048" y="1886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3" name="pt53243"/>
            <p:cNvSpPr/>
            <p:nvPr/>
          </p:nvSpPr>
          <p:spPr>
            <a:xfrm>
              <a:off x="8347210" y="2261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4" name="pt53244"/>
            <p:cNvSpPr/>
            <p:nvPr/>
          </p:nvSpPr>
          <p:spPr>
            <a:xfrm>
              <a:off x="8882745" y="2023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5" name="pt53245"/>
            <p:cNvSpPr/>
            <p:nvPr/>
          </p:nvSpPr>
          <p:spPr>
            <a:xfrm>
              <a:off x="9525526" y="1569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6" name="pt53246"/>
            <p:cNvSpPr/>
            <p:nvPr/>
          </p:nvSpPr>
          <p:spPr>
            <a:xfrm>
              <a:off x="8748753" y="1955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7" name="pt53247"/>
            <p:cNvSpPr/>
            <p:nvPr/>
          </p:nvSpPr>
          <p:spPr>
            <a:xfrm>
              <a:off x="8755061" y="2244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8" name="pt53248"/>
            <p:cNvSpPr/>
            <p:nvPr/>
          </p:nvSpPr>
          <p:spPr>
            <a:xfrm>
              <a:off x="8274318" y="2483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9" name="pt53249"/>
            <p:cNvSpPr/>
            <p:nvPr/>
          </p:nvSpPr>
          <p:spPr>
            <a:xfrm>
              <a:off x="8398928" y="2281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0" name="pt53250"/>
            <p:cNvSpPr/>
            <p:nvPr/>
          </p:nvSpPr>
          <p:spPr>
            <a:xfrm>
              <a:off x="9247994" y="2079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1" name="pt53251"/>
            <p:cNvSpPr/>
            <p:nvPr/>
          </p:nvSpPr>
          <p:spPr>
            <a:xfrm>
              <a:off x="8845651" y="1966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2" name="pt53252"/>
            <p:cNvSpPr/>
            <p:nvPr/>
          </p:nvSpPr>
          <p:spPr>
            <a:xfrm>
              <a:off x="8679043" y="2248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3" name="pt53253"/>
            <p:cNvSpPr/>
            <p:nvPr/>
          </p:nvSpPr>
          <p:spPr>
            <a:xfrm>
              <a:off x="8347210" y="2233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4" name="pt53254"/>
            <p:cNvSpPr/>
            <p:nvPr/>
          </p:nvSpPr>
          <p:spPr>
            <a:xfrm>
              <a:off x="8748753" y="2004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5" name="pt53255"/>
            <p:cNvSpPr/>
            <p:nvPr/>
          </p:nvSpPr>
          <p:spPr>
            <a:xfrm>
              <a:off x="9126552" y="197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6" name="pt53256"/>
            <p:cNvSpPr/>
            <p:nvPr/>
          </p:nvSpPr>
          <p:spPr>
            <a:xfrm>
              <a:off x="9054052" y="2191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7" name="pt53257"/>
            <p:cNvSpPr/>
            <p:nvPr/>
          </p:nvSpPr>
          <p:spPr>
            <a:xfrm>
              <a:off x="9031551" y="1690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8" name="pt53258"/>
            <p:cNvSpPr/>
            <p:nvPr/>
          </p:nvSpPr>
          <p:spPr>
            <a:xfrm>
              <a:off x="8398928" y="2370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9" name="pt53259"/>
            <p:cNvSpPr/>
            <p:nvPr/>
          </p:nvSpPr>
          <p:spPr>
            <a:xfrm>
              <a:off x="8742215" y="2068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0" name="pt53260"/>
            <p:cNvSpPr/>
            <p:nvPr/>
          </p:nvSpPr>
          <p:spPr>
            <a:xfrm>
              <a:off x="8876545" y="1461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1" name="pt53261"/>
            <p:cNvSpPr/>
            <p:nvPr/>
          </p:nvSpPr>
          <p:spPr>
            <a:xfrm>
              <a:off x="8439043" y="2118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2" name="pt53262"/>
            <p:cNvSpPr/>
            <p:nvPr/>
          </p:nvSpPr>
          <p:spPr>
            <a:xfrm>
              <a:off x="9275707" y="1801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3" name="pt53263"/>
            <p:cNvSpPr/>
            <p:nvPr/>
          </p:nvSpPr>
          <p:spPr>
            <a:xfrm>
              <a:off x="9077174" y="2087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4" name="pt53264"/>
            <p:cNvSpPr/>
            <p:nvPr/>
          </p:nvSpPr>
          <p:spPr>
            <a:xfrm>
              <a:off x="9043153" y="1687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5" name="pt53265"/>
            <p:cNvSpPr/>
            <p:nvPr/>
          </p:nvSpPr>
          <p:spPr>
            <a:xfrm>
              <a:off x="8879672" y="166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6" name="pt53266"/>
            <p:cNvSpPr/>
            <p:nvPr/>
          </p:nvSpPr>
          <p:spPr>
            <a:xfrm>
              <a:off x="8705398" y="2233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7" name="pt53267"/>
            <p:cNvSpPr/>
            <p:nvPr/>
          </p:nvSpPr>
          <p:spPr>
            <a:xfrm>
              <a:off x="8610820" y="2074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8" name="pt53268"/>
            <p:cNvSpPr/>
            <p:nvPr/>
          </p:nvSpPr>
          <p:spPr>
            <a:xfrm>
              <a:off x="9334476" y="2076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9" name="pt53269"/>
            <p:cNvSpPr/>
            <p:nvPr/>
          </p:nvSpPr>
          <p:spPr>
            <a:xfrm>
              <a:off x="9294237" y="1900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0" name="pt53270"/>
            <p:cNvSpPr/>
            <p:nvPr/>
          </p:nvSpPr>
          <p:spPr>
            <a:xfrm>
              <a:off x="8956650" y="2224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1" name="pt53271"/>
            <p:cNvSpPr/>
            <p:nvPr/>
          </p:nvSpPr>
          <p:spPr>
            <a:xfrm>
              <a:off x="9500971" y="2125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2" name="pt53272"/>
            <p:cNvSpPr/>
            <p:nvPr/>
          </p:nvSpPr>
          <p:spPr>
            <a:xfrm>
              <a:off x="8523538" y="2446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3" name="pt53273"/>
            <p:cNvSpPr/>
            <p:nvPr/>
          </p:nvSpPr>
          <p:spPr>
            <a:xfrm>
              <a:off x="8274318" y="2453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4" name="pt53274"/>
            <p:cNvSpPr/>
            <p:nvPr/>
          </p:nvSpPr>
          <p:spPr>
            <a:xfrm>
              <a:off x="8580788" y="2291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5" name="pt53275"/>
            <p:cNvSpPr/>
            <p:nvPr/>
          </p:nvSpPr>
          <p:spPr>
            <a:xfrm>
              <a:off x="9187265" y="2173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6" name="pt53276"/>
            <p:cNvSpPr/>
            <p:nvPr/>
          </p:nvSpPr>
          <p:spPr>
            <a:xfrm>
              <a:off x="8856549" y="2209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7" name="pt53277"/>
            <p:cNvSpPr/>
            <p:nvPr/>
          </p:nvSpPr>
          <p:spPr>
            <a:xfrm>
              <a:off x="9513165" y="2515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8" name="pt53278"/>
            <p:cNvSpPr/>
            <p:nvPr/>
          </p:nvSpPr>
          <p:spPr>
            <a:xfrm>
              <a:off x="9421909" y="1944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9" name="pt53279"/>
            <p:cNvSpPr/>
            <p:nvPr/>
          </p:nvSpPr>
          <p:spPr>
            <a:xfrm>
              <a:off x="8950486" y="2015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0" name="pt53280"/>
            <p:cNvSpPr/>
            <p:nvPr/>
          </p:nvSpPr>
          <p:spPr>
            <a:xfrm>
              <a:off x="9199183" y="2090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1" name="pt53281"/>
            <p:cNvSpPr/>
            <p:nvPr/>
          </p:nvSpPr>
          <p:spPr>
            <a:xfrm>
              <a:off x="9806800" y="2396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2" name="pt53282"/>
            <p:cNvSpPr/>
            <p:nvPr/>
          </p:nvSpPr>
          <p:spPr>
            <a:xfrm>
              <a:off x="8347210" y="2314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3" name="pt53283"/>
            <p:cNvSpPr/>
            <p:nvPr/>
          </p:nvSpPr>
          <p:spPr>
            <a:xfrm>
              <a:off x="8721041" y="2129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4" name="pt53284"/>
            <p:cNvSpPr/>
            <p:nvPr/>
          </p:nvSpPr>
          <p:spPr>
            <a:xfrm>
              <a:off x="8648148" y="2291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5" name="pt53285"/>
            <p:cNvSpPr/>
            <p:nvPr/>
          </p:nvSpPr>
          <p:spPr>
            <a:xfrm>
              <a:off x="8274318" y="2347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6" name="pt53286"/>
            <p:cNvSpPr/>
            <p:nvPr/>
          </p:nvSpPr>
          <p:spPr>
            <a:xfrm>
              <a:off x="8610820" y="2162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7" name="pt53287"/>
            <p:cNvSpPr/>
            <p:nvPr/>
          </p:nvSpPr>
          <p:spPr>
            <a:xfrm>
              <a:off x="9743490" y="2104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8" name="pt53288"/>
            <p:cNvSpPr/>
            <p:nvPr/>
          </p:nvSpPr>
          <p:spPr>
            <a:xfrm>
              <a:off x="8972124" y="2087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9" name="pt53289"/>
            <p:cNvSpPr/>
            <p:nvPr/>
          </p:nvSpPr>
          <p:spPr>
            <a:xfrm>
              <a:off x="8937484" y="2097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0" name="pt53290"/>
            <p:cNvSpPr/>
            <p:nvPr/>
          </p:nvSpPr>
          <p:spPr>
            <a:xfrm>
              <a:off x="8398928" y="2563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1" name="pt53291"/>
            <p:cNvSpPr/>
            <p:nvPr/>
          </p:nvSpPr>
          <p:spPr>
            <a:xfrm>
              <a:off x="8563654" y="2319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2" name="pt53292"/>
            <p:cNvSpPr/>
            <p:nvPr/>
          </p:nvSpPr>
          <p:spPr>
            <a:xfrm>
              <a:off x="8930613" y="1788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3" name="pt53293"/>
            <p:cNvSpPr/>
            <p:nvPr/>
          </p:nvSpPr>
          <p:spPr>
            <a:xfrm>
              <a:off x="8964553" y="2280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4" name="pt53294"/>
            <p:cNvSpPr/>
            <p:nvPr/>
          </p:nvSpPr>
          <p:spPr>
            <a:xfrm>
              <a:off x="9023378" y="1889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5" name="pt53295"/>
            <p:cNvSpPr/>
            <p:nvPr/>
          </p:nvSpPr>
          <p:spPr>
            <a:xfrm>
              <a:off x="8939717" y="2057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6" name="pt53296"/>
            <p:cNvSpPr/>
            <p:nvPr/>
          </p:nvSpPr>
          <p:spPr>
            <a:xfrm>
              <a:off x="8856549" y="2233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7" name="pt53297"/>
            <p:cNvSpPr/>
            <p:nvPr/>
          </p:nvSpPr>
          <p:spPr>
            <a:xfrm>
              <a:off x="8398928" y="2378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8" name="pt53298"/>
            <p:cNvSpPr/>
            <p:nvPr/>
          </p:nvSpPr>
          <p:spPr>
            <a:xfrm>
              <a:off x="9087220" y="1932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9" name="pt53299"/>
            <p:cNvSpPr/>
            <p:nvPr/>
          </p:nvSpPr>
          <p:spPr>
            <a:xfrm>
              <a:off x="8697035" y="2279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0" name="pt53300"/>
            <p:cNvSpPr/>
            <p:nvPr/>
          </p:nvSpPr>
          <p:spPr>
            <a:xfrm>
              <a:off x="9136479" y="1955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1" name="pt53301"/>
            <p:cNvSpPr/>
            <p:nvPr/>
          </p:nvSpPr>
          <p:spPr>
            <a:xfrm>
              <a:off x="9233005" y="2205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2" name="pt53302"/>
            <p:cNvSpPr/>
            <p:nvPr/>
          </p:nvSpPr>
          <p:spPr>
            <a:xfrm>
              <a:off x="8941923" y="2050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3" name="pt53303"/>
            <p:cNvSpPr/>
            <p:nvPr/>
          </p:nvSpPr>
          <p:spPr>
            <a:xfrm>
              <a:off x="9027511" y="1806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4" name="pt53304"/>
            <p:cNvSpPr/>
            <p:nvPr/>
          </p:nvSpPr>
          <p:spPr>
            <a:xfrm>
              <a:off x="8812874" y="2159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5" name="pt53305"/>
            <p:cNvSpPr/>
            <p:nvPr/>
          </p:nvSpPr>
          <p:spPr>
            <a:xfrm>
              <a:off x="8921023" y="1753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6" name="pt53306"/>
            <p:cNvSpPr/>
            <p:nvPr/>
          </p:nvSpPr>
          <p:spPr>
            <a:xfrm>
              <a:off x="8274318" y="2597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7" name="pt53307"/>
            <p:cNvSpPr/>
            <p:nvPr/>
          </p:nvSpPr>
          <p:spPr>
            <a:xfrm>
              <a:off x="9325618" y="2157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8" name="pt53308"/>
            <p:cNvSpPr/>
            <p:nvPr/>
          </p:nvSpPr>
          <p:spPr>
            <a:xfrm>
              <a:off x="8610820" y="2042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9" name="pt53309"/>
            <p:cNvSpPr/>
            <p:nvPr/>
          </p:nvSpPr>
          <p:spPr>
            <a:xfrm>
              <a:off x="8347210" y="2425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0" name="pt53310"/>
            <p:cNvSpPr/>
            <p:nvPr/>
          </p:nvSpPr>
          <p:spPr>
            <a:xfrm>
              <a:off x="9118525" y="2024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1" name="pt53311"/>
            <p:cNvSpPr/>
            <p:nvPr/>
          </p:nvSpPr>
          <p:spPr>
            <a:xfrm>
              <a:off x="9253114" y="2019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2" name="pt53312"/>
            <p:cNvSpPr/>
            <p:nvPr/>
          </p:nvSpPr>
          <p:spPr>
            <a:xfrm>
              <a:off x="9655598" y="2291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3" name="pt53313"/>
            <p:cNvSpPr/>
            <p:nvPr/>
          </p:nvSpPr>
          <p:spPr>
            <a:xfrm>
              <a:off x="8659047" y="2288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4" name="pt53314"/>
            <p:cNvSpPr/>
            <p:nvPr/>
          </p:nvSpPr>
          <p:spPr>
            <a:xfrm>
              <a:off x="8274318" y="2380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5" name="pt53315"/>
            <p:cNvSpPr/>
            <p:nvPr/>
          </p:nvSpPr>
          <p:spPr>
            <a:xfrm>
              <a:off x="8596430" y="233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6" name="pt53316"/>
            <p:cNvSpPr/>
            <p:nvPr/>
          </p:nvSpPr>
          <p:spPr>
            <a:xfrm>
              <a:off x="8882745" y="1790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7" name="pt53317"/>
            <p:cNvSpPr/>
            <p:nvPr/>
          </p:nvSpPr>
          <p:spPr>
            <a:xfrm>
              <a:off x="9296080" y="1854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8" name="pt53318"/>
            <p:cNvSpPr/>
            <p:nvPr/>
          </p:nvSpPr>
          <p:spPr>
            <a:xfrm>
              <a:off x="8713389" y="2278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9" name="pt53319"/>
            <p:cNvSpPr/>
            <p:nvPr/>
          </p:nvSpPr>
          <p:spPr>
            <a:xfrm>
              <a:off x="9027511" y="1895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0" name="pt53320"/>
            <p:cNvSpPr/>
            <p:nvPr/>
          </p:nvSpPr>
          <p:spPr>
            <a:xfrm>
              <a:off x="8705398" y="2204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1" name="pt53321"/>
            <p:cNvSpPr/>
            <p:nvPr/>
          </p:nvSpPr>
          <p:spPr>
            <a:xfrm>
              <a:off x="9655598" y="2198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2" name="pt53322"/>
            <p:cNvSpPr/>
            <p:nvPr/>
          </p:nvSpPr>
          <p:spPr>
            <a:xfrm>
              <a:off x="8817313" y="2168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3" name="pt53323"/>
            <p:cNvSpPr/>
            <p:nvPr/>
          </p:nvSpPr>
          <p:spPr>
            <a:xfrm>
              <a:off x="8973968" y="2006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4" name="pt53324"/>
            <p:cNvSpPr/>
            <p:nvPr/>
          </p:nvSpPr>
          <p:spPr>
            <a:xfrm>
              <a:off x="9196543" y="2079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5" name="pt53325"/>
            <p:cNvSpPr/>
            <p:nvPr/>
          </p:nvSpPr>
          <p:spPr>
            <a:xfrm>
              <a:off x="9499399" y="2427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6" name="pt53326"/>
            <p:cNvSpPr/>
            <p:nvPr/>
          </p:nvSpPr>
          <p:spPr>
            <a:xfrm>
              <a:off x="8636546" y="2437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7" name="pt53327"/>
            <p:cNvSpPr/>
            <p:nvPr/>
          </p:nvSpPr>
          <p:spPr>
            <a:xfrm>
              <a:off x="9294237" y="1749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8" name="pt53328"/>
            <p:cNvSpPr/>
            <p:nvPr/>
          </p:nvSpPr>
          <p:spPr>
            <a:xfrm>
              <a:off x="8544712" y="2494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9" name="pt53329"/>
            <p:cNvSpPr/>
            <p:nvPr/>
          </p:nvSpPr>
          <p:spPr>
            <a:xfrm>
              <a:off x="9124182" y="1922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0" name="pt53330"/>
            <p:cNvSpPr/>
            <p:nvPr/>
          </p:nvSpPr>
          <p:spPr>
            <a:xfrm>
              <a:off x="8471820" y="2539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1" name="pt53331"/>
            <p:cNvSpPr/>
            <p:nvPr/>
          </p:nvSpPr>
          <p:spPr>
            <a:xfrm>
              <a:off x="8471820" y="2487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2" name="pt53332"/>
            <p:cNvSpPr/>
            <p:nvPr/>
          </p:nvSpPr>
          <p:spPr>
            <a:xfrm>
              <a:off x="9032878" y="1659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3" name="pt53333"/>
            <p:cNvSpPr/>
            <p:nvPr/>
          </p:nvSpPr>
          <p:spPr>
            <a:xfrm>
              <a:off x="8830008" y="210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4" name="pt53334"/>
            <p:cNvSpPr/>
            <p:nvPr/>
          </p:nvSpPr>
          <p:spPr>
            <a:xfrm>
              <a:off x="8659047" y="2316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5" name="pt53335"/>
            <p:cNvSpPr/>
            <p:nvPr/>
          </p:nvSpPr>
          <p:spPr>
            <a:xfrm>
              <a:off x="9040639" y="1743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6" name="pt53336"/>
            <p:cNvSpPr/>
            <p:nvPr/>
          </p:nvSpPr>
          <p:spPr>
            <a:xfrm>
              <a:off x="8471820" y="247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7" name="pt53337"/>
            <p:cNvSpPr/>
            <p:nvPr/>
          </p:nvSpPr>
          <p:spPr>
            <a:xfrm>
              <a:off x="8471820" y="2436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8" name="pt53338"/>
            <p:cNvSpPr/>
            <p:nvPr/>
          </p:nvSpPr>
          <p:spPr>
            <a:xfrm>
              <a:off x="9563530" y="2317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9" name="pt53339"/>
            <p:cNvSpPr/>
            <p:nvPr/>
          </p:nvSpPr>
          <p:spPr>
            <a:xfrm>
              <a:off x="9030214" y="1824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0" name="pt53340"/>
            <p:cNvSpPr/>
            <p:nvPr/>
          </p:nvSpPr>
          <p:spPr>
            <a:xfrm>
              <a:off x="9313270" y="2153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1" name="pt53341"/>
            <p:cNvSpPr/>
            <p:nvPr/>
          </p:nvSpPr>
          <p:spPr>
            <a:xfrm>
              <a:off x="9087220" y="1916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2" name="pt53342"/>
            <p:cNvSpPr/>
            <p:nvPr/>
          </p:nvSpPr>
          <p:spPr>
            <a:xfrm>
              <a:off x="8697035" y="2289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3" name="pt53343"/>
            <p:cNvSpPr/>
            <p:nvPr/>
          </p:nvSpPr>
          <p:spPr>
            <a:xfrm>
              <a:off x="8636546" y="2418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4" name="pt53344"/>
            <p:cNvSpPr/>
            <p:nvPr/>
          </p:nvSpPr>
          <p:spPr>
            <a:xfrm>
              <a:off x="8274318" y="2429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5" name="pt53345"/>
            <p:cNvSpPr/>
            <p:nvPr/>
          </p:nvSpPr>
          <p:spPr>
            <a:xfrm>
              <a:off x="8838000" y="2081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6" name="pt53346"/>
            <p:cNvSpPr/>
            <p:nvPr/>
          </p:nvSpPr>
          <p:spPr>
            <a:xfrm>
              <a:off x="8767051" y="1961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7" name="pt53347"/>
            <p:cNvSpPr/>
            <p:nvPr/>
          </p:nvSpPr>
          <p:spPr>
            <a:xfrm>
              <a:off x="9034195" y="1763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8" name="pt53348"/>
            <p:cNvSpPr/>
            <p:nvPr/>
          </p:nvSpPr>
          <p:spPr>
            <a:xfrm>
              <a:off x="9328959" y="2149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9" name="pt53349"/>
            <p:cNvSpPr/>
            <p:nvPr/>
          </p:nvSpPr>
          <p:spPr>
            <a:xfrm>
              <a:off x="9285373" y="1878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0" name="pt53350"/>
            <p:cNvSpPr/>
            <p:nvPr/>
          </p:nvSpPr>
          <p:spPr>
            <a:xfrm>
              <a:off x="9379078" y="2071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1" name="pt53351"/>
            <p:cNvSpPr/>
            <p:nvPr/>
          </p:nvSpPr>
          <p:spPr>
            <a:xfrm>
              <a:off x="8798858" y="2153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2" name="pt53352"/>
            <p:cNvSpPr/>
            <p:nvPr/>
          </p:nvSpPr>
          <p:spPr>
            <a:xfrm>
              <a:off x="9639141" y="2157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3" name="pt53353"/>
            <p:cNvSpPr/>
            <p:nvPr/>
          </p:nvSpPr>
          <p:spPr>
            <a:xfrm>
              <a:off x="9356962" y="2140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4" name="pt53354"/>
            <p:cNvSpPr/>
            <p:nvPr/>
          </p:nvSpPr>
          <p:spPr>
            <a:xfrm>
              <a:off x="8659047" y="2404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5" name="pt53355"/>
            <p:cNvSpPr/>
            <p:nvPr/>
          </p:nvSpPr>
          <p:spPr>
            <a:xfrm>
              <a:off x="9074048" y="1778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6" name="pt53356"/>
            <p:cNvSpPr/>
            <p:nvPr/>
          </p:nvSpPr>
          <p:spPr>
            <a:xfrm>
              <a:off x="8755061" y="2246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7" name="pt53357"/>
            <p:cNvSpPr/>
            <p:nvPr/>
          </p:nvSpPr>
          <p:spPr>
            <a:xfrm>
              <a:off x="9585294" y="2288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8" name="pt53358"/>
            <p:cNvSpPr/>
            <p:nvPr/>
          </p:nvSpPr>
          <p:spPr>
            <a:xfrm>
              <a:off x="8439043" y="2436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9" name="pt53359"/>
            <p:cNvSpPr/>
            <p:nvPr/>
          </p:nvSpPr>
          <p:spPr>
            <a:xfrm>
              <a:off x="8902901" y="2020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0" name="pt53360"/>
            <p:cNvSpPr/>
            <p:nvPr/>
          </p:nvSpPr>
          <p:spPr>
            <a:xfrm>
              <a:off x="8841866" y="1790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1" name="pt53361"/>
            <p:cNvSpPr/>
            <p:nvPr/>
          </p:nvSpPr>
          <p:spPr>
            <a:xfrm>
              <a:off x="8973968" y="1985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2" name="pt53362"/>
            <p:cNvSpPr/>
            <p:nvPr/>
          </p:nvSpPr>
          <p:spPr>
            <a:xfrm>
              <a:off x="8439043" y="2456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3" name="pt53363"/>
            <p:cNvSpPr/>
            <p:nvPr/>
          </p:nvSpPr>
          <p:spPr>
            <a:xfrm>
              <a:off x="9034195" y="1648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4" name="pt53364"/>
            <p:cNvSpPr/>
            <p:nvPr/>
          </p:nvSpPr>
          <p:spPr>
            <a:xfrm>
              <a:off x="9394753" y="2222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5" name="pt53365"/>
            <p:cNvSpPr/>
            <p:nvPr/>
          </p:nvSpPr>
          <p:spPr>
            <a:xfrm>
              <a:off x="8274318" y="2448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6" name="pt53366"/>
            <p:cNvSpPr/>
            <p:nvPr/>
          </p:nvSpPr>
          <p:spPr>
            <a:xfrm>
              <a:off x="9077174" y="1907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7" name="pt53367"/>
            <p:cNvSpPr/>
            <p:nvPr/>
          </p:nvSpPr>
          <p:spPr>
            <a:xfrm>
              <a:off x="8648148" y="2220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8" name="pt53368"/>
            <p:cNvSpPr/>
            <p:nvPr/>
          </p:nvSpPr>
          <p:spPr>
            <a:xfrm>
              <a:off x="8439043" y="2518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9" name="pt53369"/>
            <p:cNvSpPr/>
            <p:nvPr/>
          </p:nvSpPr>
          <p:spPr>
            <a:xfrm>
              <a:off x="9101309" y="2180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0" name="pt53370"/>
            <p:cNvSpPr/>
            <p:nvPr/>
          </p:nvSpPr>
          <p:spPr>
            <a:xfrm>
              <a:off x="9212805" y="1820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1" name="pt53371"/>
            <p:cNvSpPr/>
            <p:nvPr/>
          </p:nvSpPr>
          <p:spPr>
            <a:xfrm>
              <a:off x="8648148" y="2193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2" name="pt53372"/>
            <p:cNvSpPr/>
            <p:nvPr/>
          </p:nvSpPr>
          <p:spPr>
            <a:xfrm>
              <a:off x="8596430" y="2275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3" name="pt53373"/>
            <p:cNvSpPr/>
            <p:nvPr/>
          </p:nvSpPr>
          <p:spPr>
            <a:xfrm>
              <a:off x="9101309" y="2060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4" name="pt53374"/>
            <p:cNvSpPr/>
            <p:nvPr/>
          </p:nvSpPr>
          <p:spPr>
            <a:xfrm>
              <a:off x="9026144" y="1810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5" name="pt53375"/>
            <p:cNvSpPr/>
            <p:nvPr/>
          </p:nvSpPr>
          <p:spPr>
            <a:xfrm>
              <a:off x="8897369" y="2132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6" name="pt53376"/>
            <p:cNvSpPr/>
            <p:nvPr/>
          </p:nvSpPr>
          <p:spPr>
            <a:xfrm>
              <a:off x="9120160" y="2060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7" name="pt53377"/>
            <p:cNvSpPr/>
            <p:nvPr/>
          </p:nvSpPr>
          <p:spPr>
            <a:xfrm>
              <a:off x="9087220" y="1964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8" name="pt53378"/>
            <p:cNvSpPr/>
            <p:nvPr/>
          </p:nvSpPr>
          <p:spPr>
            <a:xfrm>
              <a:off x="8778290" y="195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9" name="pt53379"/>
            <p:cNvSpPr/>
            <p:nvPr/>
          </p:nvSpPr>
          <p:spPr>
            <a:xfrm>
              <a:off x="8937484" y="2063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0" name="pt53380"/>
            <p:cNvSpPr/>
            <p:nvPr/>
          </p:nvSpPr>
          <p:spPr>
            <a:xfrm>
              <a:off x="8873363" y="2064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1" name="pt53381"/>
            <p:cNvSpPr/>
            <p:nvPr/>
          </p:nvSpPr>
          <p:spPr>
            <a:xfrm>
              <a:off x="9077174" y="1876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2" name="pt53382"/>
            <p:cNvSpPr/>
            <p:nvPr/>
          </p:nvSpPr>
          <p:spPr>
            <a:xfrm>
              <a:off x="9030214" y="1712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3" name="pt53383"/>
            <p:cNvSpPr/>
            <p:nvPr/>
          </p:nvSpPr>
          <p:spPr>
            <a:xfrm>
              <a:off x="9005825" y="1616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4" name="pt53384"/>
            <p:cNvSpPr/>
            <p:nvPr/>
          </p:nvSpPr>
          <p:spPr>
            <a:xfrm>
              <a:off x="8274318" y="2405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5" name="pt53385"/>
            <p:cNvSpPr/>
            <p:nvPr/>
          </p:nvSpPr>
          <p:spPr>
            <a:xfrm>
              <a:off x="9427147" y="1917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6" name="pt53386"/>
            <p:cNvSpPr/>
            <p:nvPr/>
          </p:nvSpPr>
          <p:spPr>
            <a:xfrm>
              <a:off x="8803653" y="1862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7" name="pt53387"/>
            <p:cNvSpPr/>
            <p:nvPr/>
          </p:nvSpPr>
          <p:spPr>
            <a:xfrm>
              <a:off x="9211830" y="1826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8" name="pt53388"/>
            <p:cNvSpPr/>
            <p:nvPr/>
          </p:nvSpPr>
          <p:spPr>
            <a:xfrm>
              <a:off x="8610820" y="2003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9" name="pt53389"/>
            <p:cNvSpPr/>
            <p:nvPr/>
          </p:nvSpPr>
          <p:spPr>
            <a:xfrm>
              <a:off x="9200748" y="1814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0" name="pt53390"/>
            <p:cNvSpPr/>
            <p:nvPr/>
          </p:nvSpPr>
          <p:spPr>
            <a:xfrm>
              <a:off x="8669323" y="2307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1" name="pt53391"/>
            <p:cNvSpPr/>
            <p:nvPr/>
          </p:nvSpPr>
          <p:spPr>
            <a:xfrm>
              <a:off x="9330228" y="2165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2" name="pt53392"/>
            <p:cNvSpPr/>
            <p:nvPr/>
          </p:nvSpPr>
          <p:spPr>
            <a:xfrm>
              <a:off x="8910892" y="204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3" name="pt53393"/>
            <p:cNvSpPr/>
            <p:nvPr/>
          </p:nvSpPr>
          <p:spPr>
            <a:xfrm>
              <a:off x="9502529" y="2540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4" name="pt53394"/>
            <p:cNvSpPr/>
            <p:nvPr/>
          </p:nvSpPr>
          <p:spPr>
            <a:xfrm>
              <a:off x="9002725" y="1844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5" name="pt53395"/>
            <p:cNvSpPr/>
            <p:nvPr/>
          </p:nvSpPr>
          <p:spPr>
            <a:xfrm>
              <a:off x="9097658" y="2045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6" name="pt53396"/>
            <p:cNvSpPr/>
            <p:nvPr/>
          </p:nvSpPr>
          <p:spPr>
            <a:xfrm>
              <a:off x="8923469" y="1904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7" name="pt53397"/>
            <p:cNvSpPr/>
            <p:nvPr/>
          </p:nvSpPr>
          <p:spPr>
            <a:xfrm>
              <a:off x="8996361" y="1904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8" name="pt53398"/>
            <p:cNvSpPr/>
            <p:nvPr/>
          </p:nvSpPr>
          <p:spPr>
            <a:xfrm>
              <a:off x="9655598" y="2357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9" name="pt53399"/>
            <p:cNvSpPr/>
            <p:nvPr/>
          </p:nvSpPr>
          <p:spPr>
            <a:xfrm>
              <a:off x="8973968" y="2024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0" name="pt53400"/>
            <p:cNvSpPr/>
            <p:nvPr/>
          </p:nvSpPr>
          <p:spPr>
            <a:xfrm>
              <a:off x="8636546" y="2331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1" name="pt53401"/>
            <p:cNvSpPr/>
            <p:nvPr/>
          </p:nvSpPr>
          <p:spPr>
            <a:xfrm>
              <a:off x="8347210" y="243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2" name="pt53402"/>
            <p:cNvSpPr/>
            <p:nvPr/>
          </p:nvSpPr>
          <p:spPr>
            <a:xfrm>
              <a:off x="9190595" y="2051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3" name="pt53403"/>
            <p:cNvSpPr/>
            <p:nvPr/>
          </p:nvSpPr>
          <p:spPr>
            <a:xfrm>
              <a:off x="8563654" y="2163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4" name="pt53404"/>
            <p:cNvSpPr/>
            <p:nvPr/>
          </p:nvSpPr>
          <p:spPr>
            <a:xfrm>
              <a:off x="9179833" y="1995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5" name="pt53405"/>
            <p:cNvSpPr/>
            <p:nvPr/>
          </p:nvSpPr>
          <p:spPr>
            <a:xfrm>
              <a:off x="8439043" y="2182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6" name="pt53406"/>
            <p:cNvSpPr/>
            <p:nvPr/>
          </p:nvSpPr>
          <p:spPr>
            <a:xfrm>
              <a:off x="8879672" y="2057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7" name="pt53407"/>
            <p:cNvSpPr/>
            <p:nvPr/>
          </p:nvSpPr>
          <p:spPr>
            <a:xfrm>
              <a:off x="8838000" y="2160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8" name="pt53408"/>
            <p:cNvSpPr/>
            <p:nvPr/>
          </p:nvSpPr>
          <p:spPr>
            <a:xfrm>
              <a:off x="8954618" y="2301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9" name="pt53409"/>
            <p:cNvSpPr/>
            <p:nvPr/>
          </p:nvSpPr>
          <p:spPr>
            <a:xfrm>
              <a:off x="8852989" y="1684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0" name="pt53410"/>
            <p:cNvSpPr/>
            <p:nvPr/>
          </p:nvSpPr>
          <p:spPr>
            <a:xfrm>
              <a:off x="8713389" y="2072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1" name="pt53411"/>
            <p:cNvSpPr/>
            <p:nvPr/>
          </p:nvSpPr>
          <p:spPr>
            <a:xfrm>
              <a:off x="8648148" y="2347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2" name="pt53412"/>
            <p:cNvSpPr/>
            <p:nvPr/>
          </p:nvSpPr>
          <p:spPr>
            <a:xfrm>
              <a:off x="8439043" y="2537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3" name="pt53413"/>
            <p:cNvSpPr/>
            <p:nvPr/>
          </p:nvSpPr>
          <p:spPr>
            <a:xfrm>
              <a:off x="8876545" y="1582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4" name="pt53414"/>
            <p:cNvSpPr/>
            <p:nvPr/>
          </p:nvSpPr>
          <p:spPr>
            <a:xfrm>
              <a:off x="8648148" y="2182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5" name="pt53415"/>
            <p:cNvSpPr/>
            <p:nvPr/>
          </p:nvSpPr>
          <p:spPr>
            <a:xfrm>
              <a:off x="8761156" y="2325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6" name="pt53416"/>
            <p:cNvSpPr/>
            <p:nvPr/>
          </p:nvSpPr>
          <p:spPr>
            <a:xfrm>
              <a:off x="9334969" y="2060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7" name="pt53417"/>
            <p:cNvSpPr/>
            <p:nvPr/>
          </p:nvSpPr>
          <p:spPr>
            <a:xfrm>
              <a:off x="8624143" y="2357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8" name="pt53418"/>
            <p:cNvSpPr/>
            <p:nvPr/>
          </p:nvSpPr>
          <p:spPr>
            <a:xfrm>
              <a:off x="8523538" y="2413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9" name="pt53419"/>
            <p:cNvSpPr/>
            <p:nvPr/>
          </p:nvSpPr>
          <p:spPr>
            <a:xfrm>
              <a:off x="8471820" y="2203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0" name="pt53420"/>
            <p:cNvSpPr/>
            <p:nvPr/>
          </p:nvSpPr>
          <p:spPr>
            <a:xfrm>
              <a:off x="8856549" y="2191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1" name="pt53421"/>
            <p:cNvSpPr/>
            <p:nvPr/>
          </p:nvSpPr>
          <p:spPr>
            <a:xfrm>
              <a:off x="8845651" y="1978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2" name="pt53422"/>
            <p:cNvSpPr/>
            <p:nvPr/>
          </p:nvSpPr>
          <p:spPr>
            <a:xfrm>
              <a:off x="8544712" y="2306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3" name="pt53423"/>
            <p:cNvSpPr/>
            <p:nvPr/>
          </p:nvSpPr>
          <p:spPr>
            <a:xfrm>
              <a:off x="8755061" y="2245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4" name="pt53424"/>
            <p:cNvSpPr/>
            <p:nvPr/>
          </p:nvSpPr>
          <p:spPr>
            <a:xfrm>
              <a:off x="8958659" y="2186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5" name="pt53425"/>
            <p:cNvSpPr/>
            <p:nvPr/>
          </p:nvSpPr>
          <p:spPr>
            <a:xfrm>
              <a:off x="9074048" y="1852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6" name="pt53426"/>
            <p:cNvSpPr/>
            <p:nvPr/>
          </p:nvSpPr>
          <p:spPr>
            <a:xfrm>
              <a:off x="9594013" y="2412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7" name="pt53427"/>
            <p:cNvSpPr/>
            <p:nvPr/>
          </p:nvSpPr>
          <p:spPr>
            <a:xfrm>
              <a:off x="8742215" y="2074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8" name="pt53428"/>
            <p:cNvSpPr/>
            <p:nvPr/>
          </p:nvSpPr>
          <p:spPr>
            <a:xfrm>
              <a:off x="8798858" y="2061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9" name="pt53429"/>
            <p:cNvSpPr/>
            <p:nvPr/>
          </p:nvSpPr>
          <p:spPr>
            <a:xfrm>
              <a:off x="8755061" y="2224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0" name="pt53430"/>
            <p:cNvSpPr/>
            <p:nvPr/>
          </p:nvSpPr>
          <p:spPr>
            <a:xfrm>
              <a:off x="8856549" y="2159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1" name="pt53431"/>
            <p:cNvSpPr/>
            <p:nvPr/>
          </p:nvSpPr>
          <p:spPr>
            <a:xfrm>
              <a:off x="8688264" y="2268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2" name="pt53432"/>
            <p:cNvSpPr/>
            <p:nvPr/>
          </p:nvSpPr>
          <p:spPr>
            <a:xfrm>
              <a:off x="8596430" y="2286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3" name="pt53433"/>
            <p:cNvSpPr/>
            <p:nvPr/>
          </p:nvSpPr>
          <p:spPr>
            <a:xfrm>
              <a:off x="8954618" y="2255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4" name="pt53434"/>
            <p:cNvSpPr/>
            <p:nvPr/>
          </p:nvSpPr>
          <p:spPr>
            <a:xfrm>
              <a:off x="8523538" y="2523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5" name="pt53435"/>
            <p:cNvSpPr/>
            <p:nvPr/>
          </p:nvSpPr>
          <p:spPr>
            <a:xfrm>
              <a:off x="8973968" y="1924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6" name="pt53436"/>
            <p:cNvSpPr/>
            <p:nvPr/>
          </p:nvSpPr>
          <p:spPr>
            <a:xfrm>
              <a:off x="9179833" y="2004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7" name="pt53437"/>
            <p:cNvSpPr/>
            <p:nvPr/>
          </p:nvSpPr>
          <p:spPr>
            <a:xfrm>
              <a:off x="8648148" y="2227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8" name="pt53438"/>
            <p:cNvSpPr/>
            <p:nvPr/>
          </p:nvSpPr>
          <p:spPr>
            <a:xfrm>
              <a:off x="8982914" y="1882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9" name="pt53439"/>
            <p:cNvSpPr/>
            <p:nvPr/>
          </p:nvSpPr>
          <p:spPr>
            <a:xfrm>
              <a:off x="9149376" y="2012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0" name="pt53440"/>
            <p:cNvSpPr/>
            <p:nvPr/>
          </p:nvSpPr>
          <p:spPr>
            <a:xfrm>
              <a:off x="8761156" y="2211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1" name="pt53441"/>
            <p:cNvSpPr/>
            <p:nvPr/>
          </p:nvSpPr>
          <p:spPr>
            <a:xfrm>
              <a:off x="8778290" y="2139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2" name="pt53442"/>
            <p:cNvSpPr/>
            <p:nvPr/>
          </p:nvSpPr>
          <p:spPr>
            <a:xfrm>
              <a:off x="8274318" y="2434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3" name="pt53443"/>
            <p:cNvSpPr/>
            <p:nvPr/>
          </p:nvSpPr>
          <p:spPr>
            <a:xfrm>
              <a:off x="8580788" y="2149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4" name="pt53444"/>
            <p:cNvSpPr/>
            <p:nvPr/>
          </p:nvSpPr>
          <p:spPr>
            <a:xfrm>
              <a:off x="8910892" y="1934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5" name="pt53445"/>
            <p:cNvSpPr/>
            <p:nvPr/>
          </p:nvSpPr>
          <p:spPr>
            <a:xfrm>
              <a:off x="8910892" y="2125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6" name="pt53446"/>
            <p:cNvSpPr/>
            <p:nvPr/>
          </p:nvSpPr>
          <p:spPr>
            <a:xfrm>
              <a:off x="8439043" y="2454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7" name="pt53447"/>
            <p:cNvSpPr/>
            <p:nvPr/>
          </p:nvSpPr>
          <p:spPr>
            <a:xfrm>
              <a:off x="8659047" y="2218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8" name="pt53448"/>
            <p:cNvSpPr/>
            <p:nvPr/>
          </p:nvSpPr>
          <p:spPr>
            <a:xfrm>
              <a:off x="8958659" y="2284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9" name="pt53449"/>
            <p:cNvSpPr/>
            <p:nvPr/>
          </p:nvSpPr>
          <p:spPr>
            <a:xfrm>
              <a:off x="8849358" y="2103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0" name="pt53450"/>
            <p:cNvSpPr/>
            <p:nvPr/>
          </p:nvSpPr>
          <p:spPr>
            <a:xfrm>
              <a:off x="8596430" y="2282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1" name="pt53451"/>
            <p:cNvSpPr/>
            <p:nvPr/>
          </p:nvSpPr>
          <p:spPr>
            <a:xfrm>
              <a:off x="9253114" y="1904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2" name="pt53452"/>
            <p:cNvSpPr/>
            <p:nvPr/>
          </p:nvSpPr>
          <p:spPr>
            <a:xfrm>
              <a:off x="9086240" y="2044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3" name="pt53453"/>
            <p:cNvSpPr/>
            <p:nvPr/>
          </p:nvSpPr>
          <p:spPr>
            <a:xfrm>
              <a:off x="9187265" y="2062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4" name="pt53454"/>
            <p:cNvSpPr/>
            <p:nvPr/>
          </p:nvSpPr>
          <p:spPr>
            <a:xfrm>
              <a:off x="8596430" y="2307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5" name="pt53455"/>
            <p:cNvSpPr/>
            <p:nvPr/>
          </p:nvSpPr>
          <p:spPr>
            <a:xfrm>
              <a:off x="8982914" y="1812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6" name="pt53456"/>
            <p:cNvSpPr/>
            <p:nvPr/>
          </p:nvSpPr>
          <p:spPr>
            <a:xfrm>
              <a:off x="9325618" y="2170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7" name="pt53457"/>
            <p:cNvSpPr/>
            <p:nvPr/>
          </p:nvSpPr>
          <p:spPr>
            <a:xfrm>
              <a:off x="9243545" y="2014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8" name="pt53458"/>
            <p:cNvSpPr/>
            <p:nvPr/>
          </p:nvSpPr>
          <p:spPr>
            <a:xfrm>
              <a:off x="9394753" y="2210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9" name="pt53459"/>
            <p:cNvSpPr/>
            <p:nvPr/>
          </p:nvSpPr>
          <p:spPr>
            <a:xfrm>
              <a:off x="8841866" y="1809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0" name="pt53460"/>
            <p:cNvSpPr/>
            <p:nvPr/>
          </p:nvSpPr>
          <p:spPr>
            <a:xfrm>
              <a:off x="9189492" y="2022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1" name="pt53461"/>
            <p:cNvSpPr/>
            <p:nvPr/>
          </p:nvSpPr>
          <p:spPr>
            <a:xfrm>
              <a:off x="8713389" y="2406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2" name="pt53462"/>
            <p:cNvSpPr/>
            <p:nvPr/>
          </p:nvSpPr>
          <p:spPr>
            <a:xfrm>
              <a:off x="9488519" y="228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3" name="pt53463"/>
            <p:cNvSpPr/>
            <p:nvPr/>
          </p:nvSpPr>
          <p:spPr>
            <a:xfrm>
              <a:off x="9116046" y="1976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4" name="pt53464"/>
            <p:cNvSpPr/>
            <p:nvPr/>
          </p:nvSpPr>
          <p:spPr>
            <a:xfrm>
              <a:off x="9005825" y="1758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5" name="pt53465"/>
            <p:cNvSpPr/>
            <p:nvPr/>
          </p:nvSpPr>
          <p:spPr>
            <a:xfrm>
              <a:off x="8713389" y="2118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6" name="pt53466"/>
            <p:cNvSpPr/>
            <p:nvPr/>
          </p:nvSpPr>
          <p:spPr>
            <a:xfrm>
              <a:off x="8897369" y="1826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7" name="pt53467"/>
            <p:cNvSpPr/>
            <p:nvPr/>
          </p:nvSpPr>
          <p:spPr>
            <a:xfrm>
              <a:off x="9071933" y="1825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8" name="pt53468"/>
            <p:cNvSpPr/>
            <p:nvPr/>
          </p:nvSpPr>
          <p:spPr>
            <a:xfrm>
              <a:off x="9048079" y="2153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9" name="pt53469"/>
            <p:cNvSpPr/>
            <p:nvPr/>
          </p:nvSpPr>
          <p:spPr>
            <a:xfrm>
              <a:off x="9059833" y="1673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0" name="pt53470"/>
            <p:cNvSpPr/>
            <p:nvPr/>
          </p:nvSpPr>
          <p:spPr>
            <a:xfrm>
              <a:off x="9370394" y="2110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1" name="pt53471"/>
            <p:cNvSpPr/>
            <p:nvPr/>
          </p:nvSpPr>
          <p:spPr>
            <a:xfrm>
              <a:off x="8798858" y="2145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2" name="pt53472"/>
            <p:cNvSpPr/>
            <p:nvPr/>
          </p:nvSpPr>
          <p:spPr>
            <a:xfrm>
              <a:off x="8870124" y="2291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3" name="pt53473"/>
            <p:cNvSpPr/>
            <p:nvPr/>
          </p:nvSpPr>
          <p:spPr>
            <a:xfrm>
              <a:off x="8398928" y="2453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4" name="pt53474"/>
            <p:cNvSpPr/>
            <p:nvPr/>
          </p:nvSpPr>
          <p:spPr>
            <a:xfrm>
              <a:off x="8636546" y="2334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5" name="pt53475"/>
            <p:cNvSpPr/>
            <p:nvPr/>
          </p:nvSpPr>
          <p:spPr>
            <a:xfrm>
              <a:off x="8439043" y="2230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6" name="pt53476"/>
            <p:cNvSpPr/>
            <p:nvPr/>
          </p:nvSpPr>
          <p:spPr>
            <a:xfrm>
              <a:off x="8471820" y="2416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7" name="pt53477"/>
            <p:cNvSpPr/>
            <p:nvPr/>
          </p:nvSpPr>
          <p:spPr>
            <a:xfrm>
              <a:off x="9237295" y="218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8" name="pt53478"/>
            <p:cNvSpPr/>
            <p:nvPr/>
          </p:nvSpPr>
          <p:spPr>
            <a:xfrm>
              <a:off x="8913479" y="1665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9" name="pt53479"/>
            <p:cNvSpPr/>
            <p:nvPr/>
          </p:nvSpPr>
          <p:spPr>
            <a:xfrm>
              <a:off x="8347210" y="2349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0" name="pt53480"/>
            <p:cNvSpPr/>
            <p:nvPr/>
          </p:nvSpPr>
          <p:spPr>
            <a:xfrm>
              <a:off x="8984651" y="1799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1" name="pt53481"/>
            <p:cNvSpPr/>
            <p:nvPr/>
          </p:nvSpPr>
          <p:spPr>
            <a:xfrm>
              <a:off x="9046860" y="2092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2" name="pt53482"/>
            <p:cNvSpPr/>
            <p:nvPr/>
          </p:nvSpPr>
          <p:spPr>
            <a:xfrm>
              <a:off x="9356962" y="2116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3" name="pt53483"/>
            <p:cNvSpPr/>
            <p:nvPr/>
          </p:nvSpPr>
          <p:spPr>
            <a:xfrm>
              <a:off x="8563654" y="2414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4" name="pt53484"/>
            <p:cNvSpPr/>
            <p:nvPr/>
          </p:nvSpPr>
          <p:spPr>
            <a:xfrm>
              <a:off x="9486197" y="2403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5" name="pt53485"/>
            <p:cNvSpPr/>
            <p:nvPr/>
          </p:nvSpPr>
          <p:spPr>
            <a:xfrm>
              <a:off x="8876545" y="1707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6" name="pt53486"/>
            <p:cNvSpPr/>
            <p:nvPr/>
          </p:nvSpPr>
          <p:spPr>
            <a:xfrm>
              <a:off x="8610820" y="2205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7" name="pt53487"/>
            <p:cNvSpPr/>
            <p:nvPr/>
          </p:nvSpPr>
          <p:spPr>
            <a:xfrm>
              <a:off x="8932933" y="1936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8" name="pt53488"/>
            <p:cNvSpPr/>
            <p:nvPr/>
          </p:nvSpPr>
          <p:spPr>
            <a:xfrm>
              <a:off x="8544712" y="2484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9" name="pt53489"/>
            <p:cNvSpPr/>
            <p:nvPr/>
          </p:nvSpPr>
          <p:spPr>
            <a:xfrm>
              <a:off x="8948383" y="2186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0" name="pt53490"/>
            <p:cNvSpPr/>
            <p:nvPr/>
          </p:nvSpPr>
          <p:spPr>
            <a:xfrm>
              <a:off x="8952564" y="2264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1" name="pt53491"/>
            <p:cNvSpPr/>
            <p:nvPr/>
          </p:nvSpPr>
          <p:spPr>
            <a:xfrm>
              <a:off x="8688264" y="2251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2" name="pt53492"/>
            <p:cNvSpPr/>
            <p:nvPr/>
          </p:nvSpPr>
          <p:spPr>
            <a:xfrm>
              <a:off x="8783657" y="2051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3" name="pt53493"/>
            <p:cNvSpPr/>
            <p:nvPr/>
          </p:nvSpPr>
          <p:spPr>
            <a:xfrm>
              <a:off x="9040639" y="1744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4" name="pt53494"/>
            <p:cNvSpPr/>
            <p:nvPr/>
          </p:nvSpPr>
          <p:spPr>
            <a:xfrm>
              <a:off x="9282758" y="1959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5" name="pt53495"/>
            <p:cNvSpPr/>
            <p:nvPr/>
          </p:nvSpPr>
          <p:spPr>
            <a:xfrm>
              <a:off x="9401682" y="2161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6" name="pt53496"/>
            <p:cNvSpPr/>
            <p:nvPr/>
          </p:nvSpPr>
          <p:spPr>
            <a:xfrm>
              <a:off x="8274318" y="2464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7" name="pt53497"/>
            <p:cNvSpPr/>
            <p:nvPr/>
          </p:nvSpPr>
          <p:spPr>
            <a:xfrm>
              <a:off x="8669323" y="247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8" name="pt53498"/>
            <p:cNvSpPr/>
            <p:nvPr/>
          </p:nvSpPr>
          <p:spPr>
            <a:xfrm>
              <a:off x="9097658" y="2084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9" name="pt53499"/>
            <p:cNvSpPr/>
            <p:nvPr/>
          </p:nvSpPr>
          <p:spPr>
            <a:xfrm>
              <a:off x="9040639" y="1850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0" name="pt53500"/>
            <p:cNvSpPr/>
            <p:nvPr/>
          </p:nvSpPr>
          <p:spPr>
            <a:xfrm>
              <a:off x="8735430" y="2157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1" name="pt53501"/>
            <p:cNvSpPr/>
            <p:nvPr/>
          </p:nvSpPr>
          <p:spPr>
            <a:xfrm>
              <a:off x="8347210" y="2386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2" name="pt53502"/>
            <p:cNvSpPr/>
            <p:nvPr/>
          </p:nvSpPr>
          <p:spPr>
            <a:xfrm>
              <a:off x="9486197" y="2472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3" name="pt53503"/>
            <p:cNvSpPr/>
            <p:nvPr/>
          </p:nvSpPr>
          <p:spPr>
            <a:xfrm>
              <a:off x="8563654" y="2242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4" name="pt53504"/>
            <p:cNvSpPr/>
            <p:nvPr/>
          </p:nvSpPr>
          <p:spPr>
            <a:xfrm>
              <a:off x="8398928" y="2630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5" name="pt53505"/>
            <p:cNvSpPr/>
            <p:nvPr/>
          </p:nvSpPr>
          <p:spPr>
            <a:xfrm>
              <a:off x="8347210" y="2214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6" name="pt53506"/>
            <p:cNvSpPr/>
            <p:nvPr/>
          </p:nvSpPr>
          <p:spPr>
            <a:xfrm>
              <a:off x="8910892" y="1981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7" name="pt53507"/>
            <p:cNvSpPr/>
            <p:nvPr/>
          </p:nvSpPr>
          <p:spPr>
            <a:xfrm>
              <a:off x="9519098" y="2529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8" name="pt53508"/>
            <p:cNvSpPr/>
            <p:nvPr/>
          </p:nvSpPr>
          <p:spPr>
            <a:xfrm>
              <a:off x="9439678" y="1908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9" name="pt53509"/>
            <p:cNvSpPr/>
            <p:nvPr/>
          </p:nvSpPr>
          <p:spPr>
            <a:xfrm>
              <a:off x="8705398" y="2191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0" name="pt53510"/>
            <p:cNvSpPr/>
            <p:nvPr/>
          </p:nvSpPr>
          <p:spPr>
            <a:xfrm>
              <a:off x="8879672" y="1881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1" name="pt53511"/>
            <p:cNvSpPr/>
            <p:nvPr/>
          </p:nvSpPr>
          <p:spPr>
            <a:xfrm>
              <a:off x="9124182" y="1990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2" name="pt53512"/>
            <p:cNvSpPr/>
            <p:nvPr/>
          </p:nvSpPr>
          <p:spPr>
            <a:xfrm>
              <a:off x="9044397" y="1994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3" name="pt53513"/>
            <p:cNvSpPr/>
            <p:nvPr/>
          </p:nvSpPr>
          <p:spPr>
            <a:xfrm>
              <a:off x="8817313" y="2154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4" name="pt53514"/>
            <p:cNvSpPr/>
            <p:nvPr/>
          </p:nvSpPr>
          <p:spPr>
            <a:xfrm>
              <a:off x="9040639" y="1716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5" name="pt53515"/>
            <p:cNvSpPr/>
            <p:nvPr/>
          </p:nvSpPr>
          <p:spPr>
            <a:xfrm>
              <a:off x="8941923" y="2020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6" name="pt53516"/>
            <p:cNvSpPr/>
            <p:nvPr/>
          </p:nvSpPr>
          <p:spPr>
            <a:xfrm>
              <a:off x="8471820" y="2480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7" name="pt53517"/>
            <p:cNvSpPr/>
            <p:nvPr/>
          </p:nvSpPr>
          <p:spPr>
            <a:xfrm>
              <a:off x="9486197" y="2550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8" name="pt53518"/>
            <p:cNvSpPr/>
            <p:nvPr/>
          </p:nvSpPr>
          <p:spPr>
            <a:xfrm>
              <a:off x="8471820" y="2442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9" name="pt53519"/>
            <p:cNvSpPr/>
            <p:nvPr/>
          </p:nvSpPr>
          <p:spPr>
            <a:xfrm>
              <a:off x="8913479" y="1717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0" name="pt53520"/>
            <p:cNvSpPr/>
            <p:nvPr/>
          </p:nvSpPr>
          <p:spPr>
            <a:xfrm>
              <a:off x="8910892" y="209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1" name="pt53521"/>
            <p:cNvSpPr/>
            <p:nvPr/>
          </p:nvSpPr>
          <p:spPr>
            <a:xfrm>
              <a:off x="8274318" y="2560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2" name="pt53522"/>
            <p:cNvSpPr/>
            <p:nvPr/>
          </p:nvSpPr>
          <p:spPr>
            <a:xfrm>
              <a:off x="9099493" y="1948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3" name="pt53523"/>
            <p:cNvSpPr/>
            <p:nvPr/>
          </p:nvSpPr>
          <p:spPr>
            <a:xfrm>
              <a:off x="9075096" y="1766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4" name="pt53524"/>
            <p:cNvSpPr/>
            <p:nvPr/>
          </p:nvSpPr>
          <p:spPr>
            <a:xfrm>
              <a:off x="9351205" y="2011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5" name="pt53525"/>
            <p:cNvSpPr/>
            <p:nvPr/>
          </p:nvSpPr>
          <p:spPr>
            <a:xfrm>
              <a:off x="9066533" y="1822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6" name="pt53526"/>
            <p:cNvSpPr/>
            <p:nvPr/>
          </p:nvSpPr>
          <p:spPr>
            <a:xfrm>
              <a:off x="8471820" y="2413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7" name="pt53527"/>
            <p:cNvSpPr/>
            <p:nvPr/>
          </p:nvSpPr>
          <p:spPr>
            <a:xfrm>
              <a:off x="8439043" y="2188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8" name="pt53528"/>
            <p:cNvSpPr/>
            <p:nvPr/>
          </p:nvSpPr>
          <p:spPr>
            <a:xfrm>
              <a:off x="8659047" y="2398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9" name="pt53529"/>
            <p:cNvSpPr/>
            <p:nvPr/>
          </p:nvSpPr>
          <p:spPr>
            <a:xfrm>
              <a:off x="8975793" y="2021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0" name="pt53530"/>
            <p:cNvSpPr/>
            <p:nvPr/>
          </p:nvSpPr>
          <p:spPr>
            <a:xfrm>
              <a:off x="8596430" y="2103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1" name="pt53531"/>
            <p:cNvSpPr/>
            <p:nvPr/>
          </p:nvSpPr>
          <p:spPr>
            <a:xfrm>
              <a:off x="9363803" y="1953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2" name="pt53532"/>
            <p:cNvSpPr/>
            <p:nvPr/>
          </p:nvSpPr>
          <p:spPr>
            <a:xfrm>
              <a:off x="8918543" y="1870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3" name="pt53533"/>
            <p:cNvSpPr/>
            <p:nvPr/>
          </p:nvSpPr>
          <p:spPr>
            <a:xfrm>
              <a:off x="8347210" y="2333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4" name="pt53534"/>
            <p:cNvSpPr/>
            <p:nvPr/>
          </p:nvSpPr>
          <p:spPr>
            <a:xfrm>
              <a:off x="9313270" y="2189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5" name="pt53535"/>
            <p:cNvSpPr/>
            <p:nvPr/>
          </p:nvSpPr>
          <p:spPr>
            <a:xfrm>
              <a:off x="9286988" y="1962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6" name="pt53536"/>
            <p:cNvSpPr/>
            <p:nvPr/>
          </p:nvSpPr>
          <p:spPr>
            <a:xfrm>
              <a:off x="8669323" y="2483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7" name="pt53537"/>
            <p:cNvSpPr/>
            <p:nvPr/>
          </p:nvSpPr>
          <p:spPr>
            <a:xfrm>
              <a:off x="8544712" y="2446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8" name="pt53538"/>
            <p:cNvSpPr/>
            <p:nvPr/>
          </p:nvSpPr>
          <p:spPr>
            <a:xfrm>
              <a:off x="8398928" y="2425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9" name="pt53539"/>
            <p:cNvSpPr/>
            <p:nvPr/>
          </p:nvSpPr>
          <p:spPr>
            <a:xfrm>
              <a:off x="8742215" y="2226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0" name="pt53540"/>
            <p:cNvSpPr/>
            <p:nvPr/>
          </p:nvSpPr>
          <p:spPr>
            <a:xfrm>
              <a:off x="8544712" y="2400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1" name="pt53541"/>
            <p:cNvSpPr/>
            <p:nvPr/>
          </p:nvSpPr>
          <p:spPr>
            <a:xfrm>
              <a:off x="8958659" y="230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2" name="pt53542"/>
            <p:cNvSpPr/>
            <p:nvPr/>
          </p:nvSpPr>
          <p:spPr>
            <a:xfrm>
              <a:off x="8988075" y="2011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3" name="pt53543"/>
            <p:cNvSpPr/>
            <p:nvPr/>
          </p:nvSpPr>
          <p:spPr>
            <a:xfrm>
              <a:off x="8347210" y="2452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4" name="pt53544"/>
            <p:cNvSpPr/>
            <p:nvPr/>
          </p:nvSpPr>
          <p:spPr>
            <a:xfrm>
              <a:off x="8648148" y="2291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5" name="pt53545"/>
            <p:cNvSpPr/>
            <p:nvPr/>
          </p:nvSpPr>
          <p:spPr>
            <a:xfrm>
              <a:off x="9140881" y="210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6" name="pt53546"/>
            <p:cNvSpPr/>
            <p:nvPr/>
          </p:nvSpPr>
          <p:spPr>
            <a:xfrm>
              <a:off x="9413835" y="1868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7" name="pt53547"/>
            <p:cNvSpPr/>
            <p:nvPr/>
          </p:nvSpPr>
          <p:spPr>
            <a:xfrm>
              <a:off x="8952564" y="2217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8" name="pt53548"/>
            <p:cNvSpPr/>
            <p:nvPr/>
          </p:nvSpPr>
          <p:spPr>
            <a:xfrm>
              <a:off x="8398928" y="2348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9" name="pt53549"/>
            <p:cNvSpPr/>
            <p:nvPr/>
          </p:nvSpPr>
          <p:spPr>
            <a:xfrm>
              <a:off x="8817313" y="1978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0" name="pt53550"/>
            <p:cNvSpPr/>
            <p:nvPr/>
          </p:nvSpPr>
          <p:spPr>
            <a:xfrm>
              <a:off x="8841866" y="1995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1" name="pt53551"/>
            <p:cNvSpPr/>
            <p:nvPr/>
          </p:nvSpPr>
          <p:spPr>
            <a:xfrm>
              <a:off x="9103999" y="2021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2" name="pt53552"/>
            <p:cNvSpPr/>
            <p:nvPr/>
          </p:nvSpPr>
          <p:spPr>
            <a:xfrm>
              <a:off x="8347210" y="2145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3" name="pt53553"/>
            <p:cNvSpPr/>
            <p:nvPr/>
          </p:nvSpPr>
          <p:spPr>
            <a:xfrm>
              <a:off x="8274318" y="235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4" name="pt53554"/>
            <p:cNvSpPr/>
            <p:nvPr/>
          </p:nvSpPr>
          <p:spPr>
            <a:xfrm>
              <a:off x="8648148" y="2256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5" name="pt53555"/>
            <p:cNvSpPr/>
            <p:nvPr/>
          </p:nvSpPr>
          <p:spPr>
            <a:xfrm>
              <a:off x="9184443" y="1891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6" name="pt53556"/>
            <p:cNvSpPr/>
            <p:nvPr/>
          </p:nvSpPr>
          <p:spPr>
            <a:xfrm>
              <a:off x="9045633" y="2259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7" name="pt53557"/>
            <p:cNvSpPr/>
            <p:nvPr/>
          </p:nvSpPr>
          <p:spPr>
            <a:xfrm>
              <a:off x="9273294" y="1629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8" name="pt53558"/>
            <p:cNvSpPr/>
            <p:nvPr/>
          </p:nvSpPr>
          <p:spPr>
            <a:xfrm>
              <a:off x="8274318" y="2577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9" name="pt53559"/>
            <p:cNvSpPr/>
            <p:nvPr/>
          </p:nvSpPr>
          <p:spPr>
            <a:xfrm>
              <a:off x="8935223" y="1854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0" name="pt53560"/>
            <p:cNvSpPr/>
            <p:nvPr/>
          </p:nvSpPr>
          <p:spPr>
            <a:xfrm>
              <a:off x="8705398" y="2231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1" name="pt53561"/>
            <p:cNvSpPr/>
            <p:nvPr/>
          </p:nvSpPr>
          <p:spPr>
            <a:xfrm>
              <a:off x="9017715" y="1952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2" name="pt53562"/>
            <p:cNvSpPr/>
            <p:nvPr/>
          </p:nvSpPr>
          <p:spPr>
            <a:xfrm>
              <a:off x="9500971" y="2215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3" name="pt53563"/>
            <p:cNvSpPr/>
            <p:nvPr/>
          </p:nvSpPr>
          <p:spPr>
            <a:xfrm>
              <a:off x="8856549" y="2180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4" name="pt53564"/>
            <p:cNvSpPr/>
            <p:nvPr/>
          </p:nvSpPr>
          <p:spPr>
            <a:xfrm>
              <a:off x="8697035" y="2202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5" name="pt53565"/>
            <p:cNvSpPr/>
            <p:nvPr/>
          </p:nvSpPr>
          <p:spPr>
            <a:xfrm>
              <a:off x="8986371" y="1830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6" name="pt53566"/>
            <p:cNvSpPr/>
            <p:nvPr/>
          </p:nvSpPr>
          <p:spPr>
            <a:xfrm>
              <a:off x="8274318" y="2363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7" name="pt53567"/>
            <p:cNvSpPr/>
            <p:nvPr/>
          </p:nvSpPr>
          <p:spPr>
            <a:xfrm>
              <a:off x="9502529" y="2506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8" name="pt53568"/>
            <p:cNvSpPr/>
            <p:nvPr/>
          </p:nvSpPr>
          <p:spPr>
            <a:xfrm>
              <a:off x="9513165" y="2547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9" name="pt53569"/>
            <p:cNvSpPr/>
            <p:nvPr/>
          </p:nvSpPr>
          <p:spPr>
            <a:xfrm>
              <a:off x="8964553" y="2298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0" name="pt53570"/>
            <p:cNvSpPr/>
            <p:nvPr/>
          </p:nvSpPr>
          <p:spPr>
            <a:xfrm>
              <a:off x="8778290" y="2175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1" name="pt53571"/>
            <p:cNvSpPr/>
            <p:nvPr/>
          </p:nvSpPr>
          <p:spPr>
            <a:xfrm>
              <a:off x="9644546" y="2674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2" name="pt53572"/>
            <p:cNvSpPr/>
            <p:nvPr/>
          </p:nvSpPr>
          <p:spPr>
            <a:xfrm>
              <a:off x="9308769" y="1984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3" name="pt53573"/>
            <p:cNvSpPr/>
            <p:nvPr/>
          </p:nvSpPr>
          <p:spPr>
            <a:xfrm>
              <a:off x="9101309" y="1974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4" name="pt53574"/>
            <p:cNvSpPr/>
            <p:nvPr/>
          </p:nvSpPr>
          <p:spPr>
            <a:xfrm>
              <a:off x="8923469" y="1824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5" name="pt53575"/>
            <p:cNvSpPr/>
            <p:nvPr/>
          </p:nvSpPr>
          <p:spPr>
            <a:xfrm>
              <a:off x="8580788" y="2218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6" name="pt53576"/>
            <p:cNvSpPr/>
            <p:nvPr/>
          </p:nvSpPr>
          <p:spPr>
            <a:xfrm>
              <a:off x="8812874" y="2046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7" name="pt53577"/>
            <p:cNvSpPr/>
            <p:nvPr/>
          </p:nvSpPr>
          <p:spPr>
            <a:xfrm>
              <a:off x="8398928" y="2373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8" name="pt53578"/>
            <p:cNvSpPr/>
            <p:nvPr/>
          </p:nvSpPr>
          <p:spPr>
            <a:xfrm>
              <a:off x="8721041" y="1511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9" name="pt53579"/>
            <p:cNvSpPr/>
            <p:nvPr/>
          </p:nvSpPr>
          <p:spPr>
            <a:xfrm>
              <a:off x="8610820" y="1890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0" name="pt53580"/>
            <p:cNvSpPr/>
            <p:nvPr/>
          </p:nvSpPr>
          <p:spPr>
            <a:xfrm>
              <a:off x="8648148" y="2438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1" name="pt53581"/>
            <p:cNvSpPr/>
            <p:nvPr/>
          </p:nvSpPr>
          <p:spPr>
            <a:xfrm>
              <a:off x="9005825" y="1421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2" name="pt53582"/>
            <p:cNvSpPr/>
            <p:nvPr/>
          </p:nvSpPr>
          <p:spPr>
            <a:xfrm>
              <a:off x="9285697" y="1774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3" name="pt53583"/>
            <p:cNvSpPr/>
            <p:nvPr/>
          </p:nvSpPr>
          <p:spPr>
            <a:xfrm>
              <a:off x="8856549" y="2098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4" name="pt53584"/>
            <p:cNvSpPr/>
            <p:nvPr/>
          </p:nvSpPr>
          <p:spPr>
            <a:xfrm>
              <a:off x="9089164" y="1705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5" name="pt53585"/>
            <p:cNvSpPr/>
            <p:nvPr/>
          </p:nvSpPr>
          <p:spPr>
            <a:xfrm>
              <a:off x="9049289" y="2191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6" name="pt53586"/>
            <p:cNvSpPr/>
            <p:nvPr/>
          </p:nvSpPr>
          <p:spPr>
            <a:xfrm>
              <a:off x="8982914" y="1803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7" name="pt53587"/>
            <p:cNvSpPr/>
            <p:nvPr/>
          </p:nvSpPr>
          <p:spPr>
            <a:xfrm>
              <a:off x="8921023" y="1741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8" name="pt53588"/>
            <p:cNvSpPr/>
            <p:nvPr/>
          </p:nvSpPr>
          <p:spPr>
            <a:xfrm>
              <a:off x="8347210" y="2563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9" name="pt53589"/>
            <p:cNvSpPr/>
            <p:nvPr/>
          </p:nvSpPr>
          <p:spPr>
            <a:xfrm>
              <a:off x="9243545" y="2110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0" name="pt53590"/>
            <p:cNvSpPr/>
            <p:nvPr/>
          </p:nvSpPr>
          <p:spPr>
            <a:xfrm>
              <a:off x="9502529" y="2781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1" name="pt53591"/>
            <p:cNvSpPr/>
            <p:nvPr/>
          </p:nvSpPr>
          <p:spPr>
            <a:xfrm>
              <a:off x="9325618" y="2122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2" name="pt53592"/>
            <p:cNvSpPr/>
            <p:nvPr/>
          </p:nvSpPr>
          <p:spPr>
            <a:xfrm>
              <a:off x="8523538" y="2463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3" name="pt53593"/>
            <p:cNvSpPr/>
            <p:nvPr/>
          </p:nvSpPr>
          <p:spPr>
            <a:xfrm>
              <a:off x="8636546" y="2441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4" name="pt53594"/>
            <p:cNvSpPr/>
            <p:nvPr/>
          </p:nvSpPr>
          <p:spPr>
            <a:xfrm>
              <a:off x="8783657" y="2065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5" name="pt53595"/>
            <p:cNvSpPr/>
            <p:nvPr/>
          </p:nvSpPr>
          <p:spPr>
            <a:xfrm>
              <a:off x="8648148" y="2143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6" name="pt53596"/>
            <p:cNvSpPr/>
            <p:nvPr/>
          </p:nvSpPr>
          <p:spPr>
            <a:xfrm>
              <a:off x="9089164" y="1870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7" name="pt53597"/>
            <p:cNvSpPr/>
            <p:nvPr/>
          </p:nvSpPr>
          <p:spPr>
            <a:xfrm>
              <a:off x="8735430" y="205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8" name="pt53598"/>
            <p:cNvSpPr/>
            <p:nvPr/>
          </p:nvSpPr>
          <p:spPr>
            <a:xfrm>
              <a:off x="8471820" y="2518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9" name="pt53599"/>
            <p:cNvSpPr/>
            <p:nvPr/>
          </p:nvSpPr>
          <p:spPr>
            <a:xfrm>
              <a:off x="8439043" y="2342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0" name="pt53600"/>
            <p:cNvSpPr/>
            <p:nvPr/>
          </p:nvSpPr>
          <p:spPr>
            <a:xfrm>
              <a:off x="8973968" y="1986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1" name="pt53601"/>
            <p:cNvSpPr/>
            <p:nvPr/>
          </p:nvSpPr>
          <p:spPr>
            <a:xfrm>
              <a:off x="8679043" y="2329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2" name="pt53602"/>
            <p:cNvSpPr/>
            <p:nvPr/>
          </p:nvSpPr>
          <p:spPr>
            <a:xfrm>
              <a:off x="8817313" y="2027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3" name="pt53603"/>
            <p:cNvSpPr/>
            <p:nvPr/>
          </p:nvSpPr>
          <p:spPr>
            <a:xfrm>
              <a:off x="8838000" y="2089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4" name="pt53604"/>
            <p:cNvSpPr/>
            <p:nvPr/>
          </p:nvSpPr>
          <p:spPr>
            <a:xfrm>
              <a:off x="9792213" y="2772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5" name="pt53605"/>
            <p:cNvSpPr/>
            <p:nvPr/>
          </p:nvSpPr>
          <p:spPr>
            <a:xfrm>
              <a:off x="8772758" y="2035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6" name="pt53606"/>
            <p:cNvSpPr/>
            <p:nvPr/>
          </p:nvSpPr>
          <p:spPr>
            <a:xfrm>
              <a:off x="8973968" y="2018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7" name="pt53607"/>
            <p:cNvSpPr/>
            <p:nvPr/>
          </p:nvSpPr>
          <p:spPr>
            <a:xfrm>
              <a:off x="8894537" y="2026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8" name="pt53608"/>
            <p:cNvSpPr/>
            <p:nvPr/>
          </p:nvSpPr>
          <p:spPr>
            <a:xfrm>
              <a:off x="9103999" y="2020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9" name="pt53609"/>
            <p:cNvSpPr/>
            <p:nvPr/>
          </p:nvSpPr>
          <p:spPr>
            <a:xfrm>
              <a:off x="8783657" y="2000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0" name="pt53610"/>
            <p:cNvSpPr/>
            <p:nvPr/>
          </p:nvSpPr>
          <p:spPr>
            <a:xfrm>
              <a:off x="9657982" y="1782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1" name="pt53611"/>
            <p:cNvSpPr/>
            <p:nvPr/>
          </p:nvSpPr>
          <p:spPr>
            <a:xfrm>
              <a:off x="9435925" y="1873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2" name="pt53612"/>
            <p:cNvSpPr/>
            <p:nvPr/>
          </p:nvSpPr>
          <p:spPr>
            <a:xfrm>
              <a:off x="8735430" y="2129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3" name="pt53613"/>
            <p:cNvSpPr/>
            <p:nvPr/>
          </p:nvSpPr>
          <p:spPr>
            <a:xfrm>
              <a:off x="9035502" y="1788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4" name="pt53614"/>
            <p:cNvSpPr/>
            <p:nvPr/>
          </p:nvSpPr>
          <p:spPr>
            <a:xfrm>
              <a:off x="9124182" y="1945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5" name="pt53615"/>
            <p:cNvSpPr/>
            <p:nvPr/>
          </p:nvSpPr>
          <p:spPr>
            <a:xfrm>
              <a:off x="9193323" y="2050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6" name="pt53616"/>
            <p:cNvSpPr/>
            <p:nvPr/>
          </p:nvSpPr>
          <p:spPr>
            <a:xfrm>
              <a:off x="9028868" y="1834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7" name="pt53617"/>
            <p:cNvSpPr/>
            <p:nvPr/>
          </p:nvSpPr>
          <p:spPr>
            <a:xfrm>
              <a:off x="9059833" y="178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8" name="pt53618"/>
            <p:cNvSpPr/>
            <p:nvPr/>
          </p:nvSpPr>
          <p:spPr>
            <a:xfrm>
              <a:off x="9182728" y="1923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9" name="pt53619"/>
            <p:cNvSpPr/>
            <p:nvPr/>
          </p:nvSpPr>
          <p:spPr>
            <a:xfrm>
              <a:off x="8849358" y="1863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0" name="pt53620"/>
            <p:cNvSpPr/>
            <p:nvPr/>
          </p:nvSpPr>
          <p:spPr>
            <a:xfrm>
              <a:off x="8866825" y="2049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1" name="pt53621"/>
            <p:cNvSpPr/>
            <p:nvPr/>
          </p:nvSpPr>
          <p:spPr>
            <a:xfrm>
              <a:off x="8659047" y="2214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2" name="pt53622"/>
            <p:cNvSpPr/>
            <p:nvPr/>
          </p:nvSpPr>
          <p:spPr>
            <a:xfrm>
              <a:off x="8923469" y="1870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3" name="pt53623"/>
            <p:cNvSpPr/>
            <p:nvPr/>
          </p:nvSpPr>
          <p:spPr>
            <a:xfrm>
              <a:off x="9308769" y="2207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4" name="pt53624"/>
            <p:cNvSpPr/>
            <p:nvPr/>
          </p:nvSpPr>
          <p:spPr>
            <a:xfrm>
              <a:off x="8767051" y="2117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5" name="pt53625"/>
            <p:cNvSpPr/>
            <p:nvPr/>
          </p:nvSpPr>
          <p:spPr>
            <a:xfrm>
              <a:off x="9143758" y="2034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6" name="pt53626"/>
            <p:cNvSpPr/>
            <p:nvPr/>
          </p:nvSpPr>
          <p:spPr>
            <a:xfrm>
              <a:off x="9407038" y="2156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7" name="pt53627"/>
            <p:cNvSpPr/>
            <p:nvPr/>
          </p:nvSpPr>
          <p:spPr>
            <a:xfrm>
              <a:off x="8948383" y="2162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8" name="pt53628"/>
            <p:cNvSpPr/>
            <p:nvPr/>
          </p:nvSpPr>
          <p:spPr>
            <a:xfrm>
              <a:off x="8821645" y="203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9" name="pt53629"/>
            <p:cNvSpPr/>
            <p:nvPr/>
          </p:nvSpPr>
          <p:spPr>
            <a:xfrm>
              <a:off x="8913479" y="1827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0" name="pt53630"/>
            <p:cNvSpPr/>
            <p:nvPr/>
          </p:nvSpPr>
          <p:spPr>
            <a:xfrm>
              <a:off x="8274318" y="2407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1" name="pt53631"/>
            <p:cNvSpPr/>
            <p:nvPr/>
          </p:nvSpPr>
          <p:spPr>
            <a:xfrm>
              <a:off x="8755061" y="2183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2" name="pt53632"/>
            <p:cNvSpPr/>
            <p:nvPr/>
          </p:nvSpPr>
          <p:spPr>
            <a:xfrm>
              <a:off x="9243545" y="2083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3" name="pt53633"/>
            <p:cNvSpPr/>
            <p:nvPr/>
          </p:nvSpPr>
          <p:spPr>
            <a:xfrm>
              <a:off x="9486197" y="2545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4" name="pt53634"/>
            <p:cNvSpPr/>
            <p:nvPr/>
          </p:nvSpPr>
          <p:spPr>
            <a:xfrm>
              <a:off x="9266215" y="2065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5" name="pt53635"/>
            <p:cNvSpPr/>
            <p:nvPr/>
          </p:nvSpPr>
          <p:spPr>
            <a:xfrm>
              <a:off x="9090127" y="1786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6" name="pt53636"/>
            <p:cNvSpPr/>
            <p:nvPr/>
          </p:nvSpPr>
          <p:spPr>
            <a:xfrm>
              <a:off x="9317391" y="2215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7" name="pt53637"/>
            <p:cNvSpPr/>
            <p:nvPr/>
          </p:nvSpPr>
          <p:spPr>
            <a:xfrm>
              <a:off x="8624143" y="2290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8" name="pt53638"/>
            <p:cNvSpPr/>
            <p:nvPr/>
          </p:nvSpPr>
          <p:spPr>
            <a:xfrm>
              <a:off x="9136479" y="1986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9" name="pt53639"/>
            <p:cNvSpPr/>
            <p:nvPr/>
          </p:nvSpPr>
          <p:spPr>
            <a:xfrm>
              <a:off x="8958659" y="2247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0" name="pt53640"/>
            <p:cNvSpPr/>
            <p:nvPr/>
          </p:nvSpPr>
          <p:spPr>
            <a:xfrm>
              <a:off x="8735430" y="2072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1" name="pt53641"/>
            <p:cNvSpPr/>
            <p:nvPr/>
          </p:nvSpPr>
          <p:spPr>
            <a:xfrm>
              <a:off x="8659047" y="2322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2" name="pt53642"/>
            <p:cNvSpPr/>
            <p:nvPr/>
          </p:nvSpPr>
          <p:spPr>
            <a:xfrm>
              <a:off x="9005825" y="1628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3" name="pt53643"/>
            <p:cNvSpPr/>
            <p:nvPr/>
          </p:nvSpPr>
          <p:spPr>
            <a:xfrm>
              <a:off x="8964553" y="2277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4" name="pt53644"/>
            <p:cNvSpPr/>
            <p:nvPr/>
          </p:nvSpPr>
          <p:spPr>
            <a:xfrm>
              <a:off x="9077174" y="1882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5" name="pt53645"/>
            <p:cNvSpPr/>
            <p:nvPr/>
          </p:nvSpPr>
          <p:spPr>
            <a:xfrm>
              <a:off x="9126552" y="1953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6" name="pt53646"/>
            <p:cNvSpPr/>
            <p:nvPr/>
          </p:nvSpPr>
          <p:spPr>
            <a:xfrm>
              <a:off x="8398928" y="2363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7" name="pt53647"/>
            <p:cNvSpPr/>
            <p:nvPr/>
          </p:nvSpPr>
          <p:spPr>
            <a:xfrm>
              <a:off x="9325618" y="2209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8" name="pt53648"/>
            <p:cNvSpPr/>
            <p:nvPr/>
          </p:nvSpPr>
          <p:spPr>
            <a:xfrm>
              <a:off x="9089164" y="1844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9" name="pt53649"/>
            <p:cNvSpPr/>
            <p:nvPr/>
          </p:nvSpPr>
          <p:spPr>
            <a:xfrm>
              <a:off x="9040639" y="1713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0" name="pt53650"/>
            <p:cNvSpPr/>
            <p:nvPr/>
          </p:nvSpPr>
          <p:spPr>
            <a:xfrm>
              <a:off x="8544712" y="2526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1" name="pt53651"/>
            <p:cNvSpPr/>
            <p:nvPr/>
          </p:nvSpPr>
          <p:spPr>
            <a:xfrm>
              <a:off x="9023378" y="1921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2" name="pt53652"/>
            <p:cNvSpPr/>
            <p:nvPr/>
          </p:nvSpPr>
          <p:spPr>
            <a:xfrm>
              <a:off x="9200748" y="1833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3" name="pt53653"/>
            <p:cNvSpPr/>
            <p:nvPr/>
          </p:nvSpPr>
          <p:spPr>
            <a:xfrm>
              <a:off x="9627091" y="2430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4" name="pt53654"/>
            <p:cNvSpPr/>
            <p:nvPr/>
          </p:nvSpPr>
          <p:spPr>
            <a:xfrm>
              <a:off x="8705398" y="2169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5" name="pt53655"/>
            <p:cNvSpPr/>
            <p:nvPr/>
          </p:nvSpPr>
          <p:spPr>
            <a:xfrm>
              <a:off x="8679043" y="2333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6" name="pt53656"/>
            <p:cNvSpPr/>
            <p:nvPr/>
          </p:nvSpPr>
          <p:spPr>
            <a:xfrm>
              <a:off x="9356962" y="2098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7" name="pt53657"/>
            <p:cNvSpPr/>
            <p:nvPr/>
          </p:nvSpPr>
          <p:spPr>
            <a:xfrm>
              <a:off x="8954618" y="2123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8" name="pt53658"/>
            <p:cNvSpPr/>
            <p:nvPr/>
          </p:nvSpPr>
          <p:spPr>
            <a:xfrm>
              <a:off x="9302684" y="1976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9" name="pt53659"/>
            <p:cNvSpPr/>
            <p:nvPr/>
          </p:nvSpPr>
          <p:spPr>
            <a:xfrm>
              <a:off x="8876545" y="1795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0" name="pt53660"/>
            <p:cNvSpPr/>
            <p:nvPr/>
          </p:nvSpPr>
          <p:spPr>
            <a:xfrm>
              <a:off x="9286988" y="1788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1" name="pt53661"/>
            <p:cNvSpPr/>
            <p:nvPr/>
          </p:nvSpPr>
          <p:spPr>
            <a:xfrm>
              <a:off x="9413835" y="1910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2" name="pt53662"/>
            <p:cNvSpPr/>
            <p:nvPr/>
          </p:nvSpPr>
          <p:spPr>
            <a:xfrm>
              <a:off x="8966476" y="2274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3" name="pt53663"/>
            <p:cNvSpPr/>
            <p:nvPr/>
          </p:nvSpPr>
          <p:spPr>
            <a:xfrm>
              <a:off x="8669323" y="2383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4" name="pt53664"/>
            <p:cNvSpPr/>
            <p:nvPr/>
          </p:nvSpPr>
          <p:spPr>
            <a:xfrm>
              <a:off x="9005825" y="1781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5" name="pt53665"/>
            <p:cNvSpPr/>
            <p:nvPr/>
          </p:nvSpPr>
          <p:spPr>
            <a:xfrm>
              <a:off x="8821645" y="2151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6" name="pt53666"/>
            <p:cNvSpPr/>
            <p:nvPr/>
          </p:nvSpPr>
          <p:spPr>
            <a:xfrm>
              <a:off x="8873363" y="2097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7" name="pt53667"/>
            <p:cNvSpPr/>
            <p:nvPr/>
          </p:nvSpPr>
          <p:spPr>
            <a:xfrm>
              <a:off x="8910892" y="2035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8" name="pt53668"/>
            <p:cNvSpPr/>
            <p:nvPr/>
          </p:nvSpPr>
          <p:spPr>
            <a:xfrm>
              <a:off x="8398928" y="2488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9" name="pt53669"/>
            <p:cNvSpPr/>
            <p:nvPr/>
          </p:nvSpPr>
          <p:spPr>
            <a:xfrm>
              <a:off x="8688264" y="2277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0" name="pt53670"/>
            <p:cNvSpPr/>
            <p:nvPr/>
          </p:nvSpPr>
          <p:spPr>
            <a:xfrm>
              <a:off x="8544712" y="2403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1" name="pt53671"/>
            <p:cNvSpPr/>
            <p:nvPr/>
          </p:nvSpPr>
          <p:spPr>
            <a:xfrm>
              <a:off x="8956650" y="2301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2" name="pt53672"/>
            <p:cNvSpPr/>
            <p:nvPr/>
          </p:nvSpPr>
          <p:spPr>
            <a:xfrm>
              <a:off x="9394753" y="2040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3" name="pt53673"/>
            <p:cNvSpPr/>
            <p:nvPr/>
          </p:nvSpPr>
          <p:spPr>
            <a:xfrm>
              <a:off x="8523538" y="2407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4" name="pt53674"/>
            <p:cNvSpPr/>
            <p:nvPr/>
          </p:nvSpPr>
          <p:spPr>
            <a:xfrm>
              <a:off x="9538128" y="1571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5" name="pt53675"/>
            <p:cNvSpPr/>
            <p:nvPr/>
          </p:nvSpPr>
          <p:spPr>
            <a:xfrm>
              <a:off x="9223188" y="1865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6" name="pt53676"/>
            <p:cNvSpPr/>
            <p:nvPr/>
          </p:nvSpPr>
          <p:spPr>
            <a:xfrm>
              <a:off x="9030214" y="1734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7" name="pt53677"/>
            <p:cNvSpPr/>
            <p:nvPr/>
          </p:nvSpPr>
          <p:spPr>
            <a:xfrm>
              <a:off x="8845651" y="1987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8" name="pt53678"/>
            <p:cNvSpPr/>
            <p:nvPr/>
          </p:nvSpPr>
          <p:spPr>
            <a:xfrm>
              <a:off x="9110981" y="2063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9" name="pt53679"/>
            <p:cNvSpPr/>
            <p:nvPr/>
          </p:nvSpPr>
          <p:spPr>
            <a:xfrm>
              <a:off x="8964553" y="2236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0" name="pt53680"/>
            <p:cNvSpPr/>
            <p:nvPr/>
          </p:nvSpPr>
          <p:spPr>
            <a:xfrm>
              <a:off x="9297299" y="1782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1" name="pt53681"/>
            <p:cNvSpPr/>
            <p:nvPr/>
          </p:nvSpPr>
          <p:spPr>
            <a:xfrm>
              <a:off x="8499532" y="2212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2" name="pt53682"/>
            <p:cNvSpPr/>
            <p:nvPr/>
          </p:nvSpPr>
          <p:spPr>
            <a:xfrm>
              <a:off x="8274318" y="2349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3" name="pt53683"/>
            <p:cNvSpPr/>
            <p:nvPr/>
          </p:nvSpPr>
          <p:spPr>
            <a:xfrm>
              <a:off x="9562976" y="2266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4" name="pt53684"/>
            <p:cNvSpPr/>
            <p:nvPr/>
          </p:nvSpPr>
          <p:spPr>
            <a:xfrm>
              <a:off x="9124182" y="2133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5" name="pt53685"/>
            <p:cNvSpPr/>
            <p:nvPr/>
          </p:nvSpPr>
          <p:spPr>
            <a:xfrm>
              <a:off x="8274318" y="2196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6" name="pt53686"/>
            <p:cNvSpPr/>
            <p:nvPr/>
          </p:nvSpPr>
          <p:spPr>
            <a:xfrm>
              <a:off x="9519804" y="2494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7" name="pt53687"/>
            <p:cNvSpPr/>
            <p:nvPr/>
          </p:nvSpPr>
          <p:spPr>
            <a:xfrm>
              <a:off x="8939717" y="1956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8" name="pt53688"/>
            <p:cNvSpPr/>
            <p:nvPr/>
          </p:nvSpPr>
          <p:spPr>
            <a:xfrm>
              <a:off x="8721041" y="2341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9" name="pt53689"/>
            <p:cNvSpPr/>
            <p:nvPr/>
          </p:nvSpPr>
          <p:spPr>
            <a:xfrm>
              <a:off x="9049289" y="2347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0" name="pt53690"/>
            <p:cNvSpPr/>
            <p:nvPr/>
          </p:nvSpPr>
          <p:spPr>
            <a:xfrm>
              <a:off x="9002725" y="2090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1" name="pt53691"/>
            <p:cNvSpPr/>
            <p:nvPr/>
          </p:nvSpPr>
          <p:spPr>
            <a:xfrm>
              <a:off x="8863465" y="2254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2" name="pt53692"/>
            <p:cNvSpPr/>
            <p:nvPr/>
          </p:nvSpPr>
          <p:spPr>
            <a:xfrm>
              <a:off x="8624143" y="2307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3" name="pt53693"/>
            <p:cNvSpPr/>
            <p:nvPr/>
          </p:nvSpPr>
          <p:spPr>
            <a:xfrm>
              <a:off x="9282758" y="2027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4" name="pt53694"/>
            <p:cNvSpPr/>
            <p:nvPr/>
          </p:nvSpPr>
          <p:spPr>
            <a:xfrm>
              <a:off x="8973968" y="1936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5" name="pt53695"/>
            <p:cNvSpPr/>
            <p:nvPr/>
          </p:nvSpPr>
          <p:spPr>
            <a:xfrm>
              <a:off x="8921023" y="1730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6" name="pt53696"/>
            <p:cNvSpPr/>
            <p:nvPr/>
          </p:nvSpPr>
          <p:spPr>
            <a:xfrm>
              <a:off x="8659047" y="2377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7" name="pt53697"/>
            <p:cNvSpPr/>
            <p:nvPr/>
          </p:nvSpPr>
          <p:spPr>
            <a:xfrm>
              <a:off x="8748753" y="2245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8" name="pt53698"/>
            <p:cNvSpPr/>
            <p:nvPr/>
          </p:nvSpPr>
          <p:spPr>
            <a:xfrm>
              <a:off x="8274318" y="2331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9" name="pt53699"/>
            <p:cNvSpPr/>
            <p:nvPr/>
          </p:nvSpPr>
          <p:spPr>
            <a:xfrm>
              <a:off x="8523538" y="2524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0" name="pt53700"/>
            <p:cNvSpPr/>
            <p:nvPr/>
          </p:nvSpPr>
          <p:spPr>
            <a:xfrm>
              <a:off x="8841866" y="1845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1" name="pt53701"/>
            <p:cNvSpPr/>
            <p:nvPr/>
          </p:nvSpPr>
          <p:spPr>
            <a:xfrm>
              <a:off x="8767051" y="1961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2" name="pt53702"/>
            <p:cNvSpPr/>
            <p:nvPr/>
          </p:nvSpPr>
          <p:spPr>
            <a:xfrm>
              <a:off x="8471820" y="2455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3" name="pt53703"/>
            <p:cNvSpPr/>
            <p:nvPr/>
          </p:nvSpPr>
          <p:spPr>
            <a:xfrm>
              <a:off x="8274318" y="2471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4" name="pt53704"/>
            <p:cNvSpPr/>
            <p:nvPr/>
          </p:nvSpPr>
          <p:spPr>
            <a:xfrm>
              <a:off x="8705398" y="2302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5" name="pt53705"/>
            <p:cNvSpPr/>
            <p:nvPr/>
          </p:nvSpPr>
          <p:spPr>
            <a:xfrm>
              <a:off x="9030214" y="1695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6" name="pt53706"/>
            <p:cNvSpPr/>
            <p:nvPr/>
          </p:nvSpPr>
          <p:spPr>
            <a:xfrm>
              <a:off x="8688264" y="2261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7" name="pt53707"/>
            <p:cNvSpPr/>
            <p:nvPr/>
          </p:nvSpPr>
          <p:spPr>
            <a:xfrm>
              <a:off x="9069792" y="1818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8" name="pt53708"/>
            <p:cNvSpPr/>
            <p:nvPr/>
          </p:nvSpPr>
          <p:spPr>
            <a:xfrm>
              <a:off x="8735430" y="2073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9" name="pt53709"/>
            <p:cNvSpPr/>
            <p:nvPr/>
          </p:nvSpPr>
          <p:spPr>
            <a:xfrm>
              <a:off x="8471820" y="2285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0" name="pt53710"/>
            <p:cNvSpPr/>
            <p:nvPr/>
          </p:nvSpPr>
          <p:spPr>
            <a:xfrm>
              <a:off x="8939717" y="2123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1" name="pt53711"/>
            <p:cNvSpPr/>
            <p:nvPr/>
          </p:nvSpPr>
          <p:spPr>
            <a:xfrm>
              <a:off x="9553956" y="230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2" name="pt53712"/>
            <p:cNvSpPr/>
            <p:nvPr/>
          </p:nvSpPr>
          <p:spPr>
            <a:xfrm>
              <a:off x="8913479" y="186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3" name="pt53713"/>
            <p:cNvSpPr/>
            <p:nvPr/>
          </p:nvSpPr>
          <p:spPr>
            <a:xfrm>
              <a:off x="9681061" y="2486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4" name="pt53714"/>
            <p:cNvSpPr/>
            <p:nvPr/>
          </p:nvSpPr>
          <p:spPr>
            <a:xfrm>
              <a:off x="8803653" y="2292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5" name="pt53715"/>
            <p:cNvSpPr/>
            <p:nvPr/>
          </p:nvSpPr>
          <p:spPr>
            <a:xfrm>
              <a:off x="8523538" y="2622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6" name="pt53716"/>
            <p:cNvSpPr/>
            <p:nvPr/>
          </p:nvSpPr>
          <p:spPr>
            <a:xfrm>
              <a:off x="8798858" y="19725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7" name="pt53717"/>
            <p:cNvSpPr/>
            <p:nvPr/>
          </p:nvSpPr>
          <p:spPr>
            <a:xfrm>
              <a:off x="9101309" y="1931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8" name="pt53718"/>
            <p:cNvSpPr/>
            <p:nvPr/>
          </p:nvSpPr>
          <p:spPr>
            <a:xfrm>
              <a:off x="8841866" y="2141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9" name="pt53719"/>
            <p:cNvSpPr/>
            <p:nvPr/>
          </p:nvSpPr>
          <p:spPr>
            <a:xfrm>
              <a:off x="9142325" y="2092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0" name="pt53720"/>
            <p:cNvSpPr/>
            <p:nvPr/>
          </p:nvSpPr>
          <p:spPr>
            <a:xfrm>
              <a:off x="9196543" y="2139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1" name="pt53721"/>
            <p:cNvSpPr/>
            <p:nvPr/>
          </p:nvSpPr>
          <p:spPr>
            <a:xfrm>
              <a:off x="8659047" y="2415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2" name="pt53722"/>
            <p:cNvSpPr/>
            <p:nvPr/>
          </p:nvSpPr>
          <p:spPr>
            <a:xfrm>
              <a:off x="9040639" y="1758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3" name="pt53723"/>
            <p:cNvSpPr/>
            <p:nvPr/>
          </p:nvSpPr>
          <p:spPr>
            <a:xfrm>
              <a:off x="8891661" y="1990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4" name="pt53724"/>
            <p:cNvSpPr/>
            <p:nvPr/>
          </p:nvSpPr>
          <p:spPr>
            <a:xfrm>
              <a:off x="8849358" y="2251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5" name="pt53725"/>
            <p:cNvSpPr/>
            <p:nvPr/>
          </p:nvSpPr>
          <p:spPr>
            <a:xfrm>
              <a:off x="8950486" y="2076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6" name="pt53726"/>
            <p:cNvSpPr/>
            <p:nvPr/>
          </p:nvSpPr>
          <p:spPr>
            <a:xfrm>
              <a:off x="9422061" y="184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7" name="pt53727"/>
            <p:cNvSpPr/>
            <p:nvPr/>
          </p:nvSpPr>
          <p:spPr>
            <a:xfrm>
              <a:off x="8544712" y="2242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8" name="pt53728"/>
            <p:cNvSpPr/>
            <p:nvPr/>
          </p:nvSpPr>
          <p:spPr>
            <a:xfrm>
              <a:off x="9126552" y="2027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9" name="pt53729"/>
            <p:cNvSpPr/>
            <p:nvPr/>
          </p:nvSpPr>
          <p:spPr>
            <a:xfrm>
              <a:off x="9553956" y="2291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0" name="pt53730"/>
            <p:cNvSpPr/>
            <p:nvPr/>
          </p:nvSpPr>
          <p:spPr>
            <a:xfrm>
              <a:off x="9237719" y="2177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1" name="pt53731"/>
            <p:cNvSpPr/>
            <p:nvPr/>
          </p:nvSpPr>
          <p:spPr>
            <a:xfrm>
              <a:off x="8821645" y="2032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2" name="pt53732"/>
            <p:cNvSpPr/>
            <p:nvPr/>
          </p:nvSpPr>
          <p:spPr>
            <a:xfrm>
              <a:off x="9681061" y="2265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3" name="pt53733"/>
            <p:cNvSpPr/>
            <p:nvPr/>
          </p:nvSpPr>
          <p:spPr>
            <a:xfrm>
              <a:off x="8735430" y="2312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4" name="pt53734"/>
            <p:cNvSpPr/>
            <p:nvPr/>
          </p:nvSpPr>
          <p:spPr>
            <a:xfrm>
              <a:off x="8544712" y="2343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5" name="pt53735"/>
            <p:cNvSpPr/>
            <p:nvPr/>
          </p:nvSpPr>
          <p:spPr>
            <a:xfrm>
              <a:off x="9101309" y="2003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6" name="pt53736"/>
            <p:cNvSpPr/>
            <p:nvPr/>
          </p:nvSpPr>
          <p:spPr>
            <a:xfrm>
              <a:off x="8471820" y="2460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7" name="pt53737"/>
            <p:cNvSpPr/>
            <p:nvPr/>
          </p:nvSpPr>
          <p:spPr>
            <a:xfrm>
              <a:off x="9065434" y="1787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8" name="pt53738"/>
            <p:cNvSpPr/>
            <p:nvPr/>
          </p:nvSpPr>
          <p:spPr>
            <a:xfrm>
              <a:off x="9005825" y="1785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9" name="pt53739"/>
            <p:cNvSpPr/>
            <p:nvPr/>
          </p:nvSpPr>
          <p:spPr>
            <a:xfrm>
              <a:off x="9049289" y="2236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0" name="pt53740"/>
            <p:cNvSpPr/>
            <p:nvPr/>
          </p:nvSpPr>
          <p:spPr>
            <a:xfrm>
              <a:off x="8347210" y="2431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1" name="pt53741"/>
            <p:cNvSpPr/>
            <p:nvPr/>
          </p:nvSpPr>
          <p:spPr>
            <a:xfrm>
              <a:off x="9170243" y="1844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2" name="pt53742"/>
            <p:cNvSpPr/>
            <p:nvPr/>
          </p:nvSpPr>
          <p:spPr>
            <a:xfrm>
              <a:off x="9212805" y="1851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3" name="pt53743"/>
            <p:cNvSpPr/>
            <p:nvPr/>
          </p:nvSpPr>
          <p:spPr>
            <a:xfrm>
              <a:off x="8897369" y="2077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4" name="pt53744"/>
            <p:cNvSpPr/>
            <p:nvPr/>
          </p:nvSpPr>
          <p:spPr>
            <a:xfrm>
              <a:off x="8742215" y="2082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5" name="pt53745"/>
            <p:cNvSpPr/>
            <p:nvPr/>
          </p:nvSpPr>
          <p:spPr>
            <a:xfrm>
              <a:off x="8783657" y="1971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6" name="pt53746"/>
            <p:cNvSpPr/>
            <p:nvPr/>
          </p:nvSpPr>
          <p:spPr>
            <a:xfrm>
              <a:off x="8856549" y="2293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7" name="pt53747"/>
            <p:cNvSpPr/>
            <p:nvPr/>
          </p:nvSpPr>
          <p:spPr>
            <a:xfrm>
              <a:off x="8973968" y="1912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8" name="pt53748"/>
            <p:cNvSpPr/>
            <p:nvPr/>
          </p:nvSpPr>
          <p:spPr>
            <a:xfrm>
              <a:off x="8856549" y="2150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9" name="pt53749"/>
            <p:cNvSpPr/>
            <p:nvPr/>
          </p:nvSpPr>
          <p:spPr>
            <a:xfrm>
              <a:off x="9171470" y="189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0" name="pt53750"/>
            <p:cNvSpPr/>
            <p:nvPr/>
          </p:nvSpPr>
          <p:spPr>
            <a:xfrm>
              <a:off x="8648148" y="2331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1" name="pt53751"/>
            <p:cNvSpPr/>
            <p:nvPr/>
          </p:nvSpPr>
          <p:spPr>
            <a:xfrm>
              <a:off x="9417918" y="1878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2" name="pt53752"/>
            <p:cNvSpPr/>
            <p:nvPr/>
          </p:nvSpPr>
          <p:spPr>
            <a:xfrm>
              <a:off x="8596430" y="2480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3" name="pt53753"/>
            <p:cNvSpPr/>
            <p:nvPr/>
          </p:nvSpPr>
          <p:spPr>
            <a:xfrm>
              <a:off x="9275707" y="1796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4" name="pt53754"/>
            <p:cNvSpPr/>
            <p:nvPr/>
          </p:nvSpPr>
          <p:spPr>
            <a:xfrm>
              <a:off x="8523538" y="2384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5" name="pt53755"/>
            <p:cNvSpPr/>
            <p:nvPr/>
          </p:nvSpPr>
          <p:spPr>
            <a:xfrm>
              <a:off x="9519804" y="2525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6" name="pt53756"/>
            <p:cNvSpPr/>
            <p:nvPr/>
          </p:nvSpPr>
          <p:spPr>
            <a:xfrm>
              <a:off x="8866825" y="2175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7" name="pt53757"/>
            <p:cNvSpPr/>
            <p:nvPr/>
          </p:nvSpPr>
          <p:spPr>
            <a:xfrm>
              <a:off x="8825875" y="1963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8" name="pt53758"/>
            <p:cNvSpPr/>
            <p:nvPr/>
          </p:nvSpPr>
          <p:spPr>
            <a:xfrm>
              <a:off x="8834048" y="2119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9" name="pt53759"/>
            <p:cNvSpPr/>
            <p:nvPr/>
          </p:nvSpPr>
          <p:spPr>
            <a:xfrm>
              <a:off x="8891661" y="2123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0" name="pt53760"/>
            <p:cNvSpPr/>
            <p:nvPr/>
          </p:nvSpPr>
          <p:spPr>
            <a:xfrm>
              <a:off x="9124975" y="2025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1" name="pt53761"/>
            <p:cNvSpPr/>
            <p:nvPr/>
          </p:nvSpPr>
          <p:spPr>
            <a:xfrm>
              <a:off x="8669323" y="2454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2" name="pt53762"/>
            <p:cNvSpPr/>
            <p:nvPr/>
          </p:nvSpPr>
          <p:spPr>
            <a:xfrm>
              <a:off x="8439043" y="2434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3" name="pt53763"/>
            <p:cNvSpPr/>
            <p:nvPr/>
          </p:nvSpPr>
          <p:spPr>
            <a:xfrm>
              <a:off x="8471820" y="2548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4" name="pt53764"/>
            <p:cNvSpPr/>
            <p:nvPr/>
          </p:nvSpPr>
          <p:spPr>
            <a:xfrm>
              <a:off x="9212805" y="1743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5" name="pt53765"/>
            <p:cNvSpPr/>
            <p:nvPr/>
          </p:nvSpPr>
          <p:spPr>
            <a:xfrm>
              <a:off x="8398928" y="2379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6" name="pt53766"/>
            <p:cNvSpPr/>
            <p:nvPr/>
          </p:nvSpPr>
          <p:spPr>
            <a:xfrm>
              <a:off x="9361481" y="2107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7" name="pt53767"/>
            <p:cNvSpPr/>
            <p:nvPr/>
          </p:nvSpPr>
          <p:spPr>
            <a:xfrm>
              <a:off x="9180997" y="1904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8" name="pt53768"/>
            <p:cNvSpPr/>
            <p:nvPr/>
          </p:nvSpPr>
          <p:spPr>
            <a:xfrm>
              <a:off x="8728379" y="1884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9" name="pt53769"/>
            <p:cNvSpPr/>
            <p:nvPr/>
          </p:nvSpPr>
          <p:spPr>
            <a:xfrm>
              <a:off x="8636546" y="222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0" name="pt53770"/>
            <p:cNvSpPr/>
            <p:nvPr/>
          </p:nvSpPr>
          <p:spPr>
            <a:xfrm>
              <a:off x="8439043" y="2314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1" name="pt53771"/>
            <p:cNvSpPr/>
            <p:nvPr/>
          </p:nvSpPr>
          <p:spPr>
            <a:xfrm>
              <a:off x="9381946" y="2079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2" name="pt53772"/>
            <p:cNvSpPr/>
            <p:nvPr/>
          </p:nvSpPr>
          <p:spPr>
            <a:xfrm>
              <a:off x="9055223" y="220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3" name="pt53773"/>
            <p:cNvSpPr/>
            <p:nvPr/>
          </p:nvSpPr>
          <p:spPr>
            <a:xfrm>
              <a:off x="9028868" y="1885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4" name="pt53774"/>
            <p:cNvSpPr/>
            <p:nvPr/>
          </p:nvSpPr>
          <p:spPr>
            <a:xfrm>
              <a:off x="8274318" y="2389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5" name="pt53775"/>
            <p:cNvSpPr/>
            <p:nvPr/>
          </p:nvSpPr>
          <p:spPr>
            <a:xfrm>
              <a:off x="8783657" y="2060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6" name="pt53776"/>
            <p:cNvSpPr/>
            <p:nvPr/>
          </p:nvSpPr>
          <p:spPr>
            <a:xfrm>
              <a:off x="9308769" y="2263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7" name="pt53777"/>
            <p:cNvSpPr/>
            <p:nvPr/>
          </p:nvSpPr>
          <p:spPr>
            <a:xfrm>
              <a:off x="8975793" y="1915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8" name="pt53778"/>
            <p:cNvSpPr/>
            <p:nvPr/>
          </p:nvSpPr>
          <p:spPr>
            <a:xfrm>
              <a:off x="8997973" y="16947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9" name="pt53779"/>
            <p:cNvSpPr/>
            <p:nvPr/>
          </p:nvSpPr>
          <p:spPr>
            <a:xfrm>
              <a:off x="8876545" y="1819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0" name="pt53780"/>
            <p:cNvSpPr/>
            <p:nvPr/>
          </p:nvSpPr>
          <p:spPr>
            <a:xfrm>
              <a:off x="8669323" y="2306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1" name="pt53781"/>
            <p:cNvSpPr/>
            <p:nvPr/>
          </p:nvSpPr>
          <p:spPr>
            <a:xfrm>
              <a:off x="8932933" y="1885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2" name="pt53782"/>
            <p:cNvSpPr/>
            <p:nvPr/>
          </p:nvSpPr>
          <p:spPr>
            <a:xfrm>
              <a:off x="8274318" y="2444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3" name="pt53783"/>
            <p:cNvSpPr/>
            <p:nvPr/>
          </p:nvSpPr>
          <p:spPr>
            <a:xfrm>
              <a:off x="9567694" y="2379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4" name="pt53784"/>
            <p:cNvSpPr/>
            <p:nvPr/>
          </p:nvSpPr>
          <p:spPr>
            <a:xfrm>
              <a:off x="9761216" y="2630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5" name="pt53785"/>
            <p:cNvSpPr/>
            <p:nvPr/>
          </p:nvSpPr>
          <p:spPr>
            <a:xfrm>
              <a:off x="8952564" y="2231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6" name="pt53786"/>
            <p:cNvSpPr/>
            <p:nvPr/>
          </p:nvSpPr>
          <p:spPr>
            <a:xfrm>
              <a:off x="8863465" y="2184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7" name="pt53787"/>
            <p:cNvSpPr/>
            <p:nvPr/>
          </p:nvSpPr>
          <p:spPr>
            <a:xfrm>
              <a:off x="8838000" y="2043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8" name="pt53788"/>
            <p:cNvSpPr/>
            <p:nvPr/>
          </p:nvSpPr>
          <p:spPr>
            <a:xfrm>
              <a:off x="8937484" y="2111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9" name="pt53789"/>
            <p:cNvSpPr/>
            <p:nvPr/>
          </p:nvSpPr>
          <p:spPr>
            <a:xfrm>
              <a:off x="8471820" y="2570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0" name="pt53790"/>
            <p:cNvSpPr/>
            <p:nvPr/>
          </p:nvSpPr>
          <p:spPr>
            <a:xfrm>
              <a:off x="9439678" y="1739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1" name="pt53791"/>
            <p:cNvSpPr/>
            <p:nvPr/>
          </p:nvSpPr>
          <p:spPr>
            <a:xfrm>
              <a:off x="9108394" y="2059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2" name="pt53792"/>
            <p:cNvSpPr/>
            <p:nvPr/>
          </p:nvSpPr>
          <p:spPr>
            <a:xfrm>
              <a:off x="8778290" y="2379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3" name="pt53793"/>
            <p:cNvSpPr/>
            <p:nvPr/>
          </p:nvSpPr>
          <p:spPr>
            <a:xfrm>
              <a:off x="9083269" y="1939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4" name="pt53794"/>
            <p:cNvSpPr/>
            <p:nvPr/>
          </p:nvSpPr>
          <p:spPr>
            <a:xfrm>
              <a:off x="9585294" y="2168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5" name="pt53795"/>
            <p:cNvSpPr/>
            <p:nvPr/>
          </p:nvSpPr>
          <p:spPr>
            <a:xfrm>
              <a:off x="9062094" y="1792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6" name="pt53796"/>
            <p:cNvSpPr/>
            <p:nvPr/>
          </p:nvSpPr>
          <p:spPr>
            <a:xfrm>
              <a:off x="9096734" y="1702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7" name="pt53797"/>
            <p:cNvSpPr/>
            <p:nvPr/>
          </p:nvSpPr>
          <p:spPr>
            <a:xfrm>
              <a:off x="9048079" y="2136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8" name="pt53798"/>
            <p:cNvSpPr/>
            <p:nvPr/>
          </p:nvSpPr>
          <p:spPr>
            <a:xfrm>
              <a:off x="9519098" y="2472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9" name="pt53799"/>
            <p:cNvSpPr/>
            <p:nvPr/>
          </p:nvSpPr>
          <p:spPr>
            <a:xfrm>
              <a:off x="8697035" y="2286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0" name="pt53800"/>
            <p:cNvSpPr/>
            <p:nvPr/>
          </p:nvSpPr>
          <p:spPr>
            <a:xfrm>
              <a:off x="8636546" y="2475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1" name="pt53801"/>
            <p:cNvSpPr/>
            <p:nvPr/>
          </p:nvSpPr>
          <p:spPr>
            <a:xfrm>
              <a:off x="9026144" y="1862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2" name="pt53802"/>
            <p:cNvSpPr/>
            <p:nvPr/>
          </p:nvSpPr>
          <p:spPr>
            <a:xfrm>
              <a:off x="9096734" y="1675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3" name="pt53803"/>
            <p:cNvSpPr/>
            <p:nvPr/>
          </p:nvSpPr>
          <p:spPr>
            <a:xfrm>
              <a:off x="8783657" y="2183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4" name="pt53804"/>
            <p:cNvSpPr/>
            <p:nvPr/>
          </p:nvSpPr>
          <p:spPr>
            <a:xfrm>
              <a:off x="9500971" y="2381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5" name="pt53805"/>
            <p:cNvSpPr/>
            <p:nvPr/>
          </p:nvSpPr>
          <p:spPr>
            <a:xfrm>
              <a:off x="9274677" y="17678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6" name="pt53806"/>
            <p:cNvSpPr/>
            <p:nvPr/>
          </p:nvSpPr>
          <p:spPr>
            <a:xfrm>
              <a:off x="9188382" y="2111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7" name="pt53807"/>
            <p:cNvSpPr/>
            <p:nvPr/>
          </p:nvSpPr>
          <p:spPr>
            <a:xfrm>
              <a:off x="8274318" y="238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8" name="pt53808"/>
            <p:cNvSpPr/>
            <p:nvPr/>
          </p:nvSpPr>
          <p:spPr>
            <a:xfrm>
              <a:off x="9070866" y="1949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9" name="pt53809"/>
            <p:cNvSpPr/>
            <p:nvPr/>
          </p:nvSpPr>
          <p:spPr>
            <a:xfrm>
              <a:off x="8721041" y="2056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0" name="pt53810"/>
            <p:cNvSpPr/>
            <p:nvPr/>
          </p:nvSpPr>
          <p:spPr>
            <a:xfrm>
              <a:off x="8772758" y="2218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1" name="pt53811"/>
            <p:cNvSpPr/>
            <p:nvPr/>
          </p:nvSpPr>
          <p:spPr>
            <a:xfrm>
              <a:off x="8471820" y="2211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2" name="pt53812"/>
            <p:cNvSpPr/>
            <p:nvPr/>
          </p:nvSpPr>
          <p:spPr>
            <a:xfrm>
              <a:off x="9707347" y="1742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3" name="pt53813"/>
            <p:cNvSpPr/>
            <p:nvPr/>
          </p:nvSpPr>
          <p:spPr>
            <a:xfrm>
              <a:off x="9597877" y="2159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4" name="pt53814"/>
            <p:cNvSpPr/>
            <p:nvPr/>
          </p:nvSpPr>
          <p:spPr>
            <a:xfrm>
              <a:off x="9189492" y="1996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5" name="pt53815"/>
            <p:cNvSpPr/>
            <p:nvPr/>
          </p:nvSpPr>
          <p:spPr>
            <a:xfrm>
              <a:off x="9644546" y="2422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6" name="pt53816"/>
            <p:cNvSpPr/>
            <p:nvPr/>
          </p:nvSpPr>
          <p:spPr>
            <a:xfrm>
              <a:off x="8563654" y="2144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7" name="pt53817"/>
            <p:cNvSpPr/>
            <p:nvPr/>
          </p:nvSpPr>
          <p:spPr>
            <a:xfrm>
              <a:off x="9099493" y="204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8" name="pt53818"/>
            <p:cNvSpPr/>
            <p:nvPr/>
          </p:nvSpPr>
          <p:spPr>
            <a:xfrm>
              <a:off x="8439043" y="2121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9" name="pt53819"/>
            <p:cNvSpPr/>
            <p:nvPr/>
          </p:nvSpPr>
          <p:spPr>
            <a:xfrm>
              <a:off x="9328959" y="2113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0" name="pt53820"/>
            <p:cNvSpPr/>
            <p:nvPr/>
          </p:nvSpPr>
          <p:spPr>
            <a:xfrm>
              <a:off x="9005825" y="1535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1" name="pt53821"/>
            <p:cNvSpPr/>
            <p:nvPr/>
          </p:nvSpPr>
          <p:spPr>
            <a:xfrm>
              <a:off x="8274318" y="2102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2" name="pt53822"/>
            <p:cNvSpPr/>
            <p:nvPr/>
          </p:nvSpPr>
          <p:spPr>
            <a:xfrm>
              <a:off x="8930613" y="1693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3" name="pt53823"/>
            <p:cNvSpPr/>
            <p:nvPr/>
          </p:nvSpPr>
          <p:spPr>
            <a:xfrm>
              <a:off x="9237719" y="2071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4" name="pt53824"/>
            <p:cNvSpPr/>
            <p:nvPr/>
          </p:nvSpPr>
          <p:spPr>
            <a:xfrm>
              <a:off x="9074048" y="1846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5" name="pt53825"/>
            <p:cNvSpPr/>
            <p:nvPr/>
          </p:nvSpPr>
          <p:spPr>
            <a:xfrm>
              <a:off x="9451392" y="2117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6" name="pt53826"/>
            <p:cNvSpPr/>
            <p:nvPr/>
          </p:nvSpPr>
          <p:spPr>
            <a:xfrm>
              <a:off x="8910892" y="2111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7" name="pt53827"/>
            <p:cNvSpPr/>
            <p:nvPr/>
          </p:nvSpPr>
          <p:spPr>
            <a:xfrm>
              <a:off x="8970261" y="2062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8" name="pt53828"/>
            <p:cNvSpPr/>
            <p:nvPr/>
          </p:nvSpPr>
          <p:spPr>
            <a:xfrm>
              <a:off x="9005825" y="1461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9" name="pt53829"/>
            <p:cNvSpPr/>
            <p:nvPr/>
          </p:nvSpPr>
          <p:spPr>
            <a:xfrm>
              <a:off x="9269435" y="1880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0" name="pt53830"/>
            <p:cNvSpPr/>
            <p:nvPr/>
          </p:nvSpPr>
          <p:spPr>
            <a:xfrm>
              <a:off x="8688264" y="2332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1" name="pt53831"/>
            <p:cNvSpPr/>
            <p:nvPr/>
          </p:nvSpPr>
          <p:spPr>
            <a:xfrm>
              <a:off x="9057543" y="1987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2" name="pt53832"/>
            <p:cNvSpPr/>
            <p:nvPr/>
          </p:nvSpPr>
          <p:spPr>
            <a:xfrm>
              <a:off x="9553956" y="2287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3" name="pt53833"/>
            <p:cNvSpPr/>
            <p:nvPr/>
          </p:nvSpPr>
          <p:spPr>
            <a:xfrm>
              <a:off x="8830008" y="2139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4" name="pt53834"/>
            <p:cNvSpPr/>
            <p:nvPr/>
          </p:nvSpPr>
          <p:spPr>
            <a:xfrm>
              <a:off x="8274318" y="2495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5" name="pt53835"/>
            <p:cNvSpPr/>
            <p:nvPr/>
          </p:nvSpPr>
          <p:spPr>
            <a:xfrm>
              <a:off x="8471820" y="236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6" name="pt53836"/>
            <p:cNvSpPr/>
            <p:nvPr/>
          </p:nvSpPr>
          <p:spPr>
            <a:xfrm>
              <a:off x="8688264" y="2280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7" name="pt53837"/>
            <p:cNvSpPr/>
            <p:nvPr/>
          </p:nvSpPr>
          <p:spPr>
            <a:xfrm>
              <a:off x="9544151" y="2327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8" name="pt53838"/>
            <p:cNvSpPr/>
            <p:nvPr/>
          </p:nvSpPr>
          <p:spPr>
            <a:xfrm>
              <a:off x="9062094" y="1681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9" name="pt53839"/>
            <p:cNvSpPr/>
            <p:nvPr/>
          </p:nvSpPr>
          <p:spPr>
            <a:xfrm>
              <a:off x="9395106" y="2217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0" name="pt53840"/>
            <p:cNvSpPr/>
            <p:nvPr/>
          </p:nvSpPr>
          <p:spPr>
            <a:xfrm>
              <a:off x="9431373" y="1884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1" name="pt53841"/>
            <p:cNvSpPr/>
            <p:nvPr/>
          </p:nvSpPr>
          <p:spPr>
            <a:xfrm>
              <a:off x="8996361" y="1975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2" name="pt53842"/>
            <p:cNvSpPr/>
            <p:nvPr/>
          </p:nvSpPr>
          <p:spPr>
            <a:xfrm>
              <a:off x="8398928" y="226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3" name="pt53843"/>
            <p:cNvSpPr/>
            <p:nvPr/>
          </p:nvSpPr>
          <p:spPr>
            <a:xfrm>
              <a:off x="9031551" y="169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4" name="pt53844"/>
            <p:cNvSpPr/>
            <p:nvPr/>
          </p:nvSpPr>
          <p:spPr>
            <a:xfrm>
              <a:off x="9273294" y="1612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5" name="pt53845"/>
            <p:cNvSpPr/>
            <p:nvPr/>
          </p:nvSpPr>
          <p:spPr>
            <a:xfrm>
              <a:off x="8274318" y="2589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6" name="pt53846"/>
            <p:cNvSpPr/>
            <p:nvPr/>
          </p:nvSpPr>
          <p:spPr>
            <a:xfrm>
              <a:off x="9334969" y="2191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7" name="pt53847"/>
            <p:cNvSpPr/>
            <p:nvPr/>
          </p:nvSpPr>
          <p:spPr>
            <a:xfrm>
              <a:off x="8398928" y="2381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8" name="pt53848"/>
            <p:cNvSpPr/>
            <p:nvPr/>
          </p:nvSpPr>
          <p:spPr>
            <a:xfrm>
              <a:off x="8648148" y="2256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9" name="pt53849"/>
            <p:cNvSpPr/>
            <p:nvPr/>
          </p:nvSpPr>
          <p:spPr>
            <a:xfrm>
              <a:off x="9477272" y="2618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0" name="pt53850"/>
            <p:cNvSpPr/>
            <p:nvPr/>
          </p:nvSpPr>
          <p:spPr>
            <a:xfrm>
              <a:off x="8932933" y="1835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1" name="pt53851"/>
            <p:cNvSpPr/>
            <p:nvPr/>
          </p:nvSpPr>
          <p:spPr>
            <a:xfrm>
              <a:off x="8274318" y="2531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2" name="pt53852"/>
            <p:cNvSpPr/>
            <p:nvPr/>
          </p:nvSpPr>
          <p:spPr>
            <a:xfrm>
              <a:off x="8834048" y="1883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3" name="pt53853"/>
            <p:cNvSpPr/>
            <p:nvPr/>
          </p:nvSpPr>
          <p:spPr>
            <a:xfrm>
              <a:off x="9370394" y="2090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4" name="pt53854"/>
            <p:cNvSpPr/>
            <p:nvPr/>
          </p:nvSpPr>
          <p:spPr>
            <a:xfrm>
              <a:off x="9274677" y="1979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5" name="pt53855"/>
            <p:cNvSpPr/>
            <p:nvPr/>
          </p:nvSpPr>
          <p:spPr>
            <a:xfrm>
              <a:off x="9439678" y="2051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6" name="pt53856"/>
            <p:cNvSpPr/>
            <p:nvPr/>
          </p:nvSpPr>
          <p:spPr>
            <a:xfrm>
              <a:off x="8954618" y="2351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7" name="pt53857"/>
            <p:cNvSpPr/>
            <p:nvPr/>
          </p:nvSpPr>
          <p:spPr>
            <a:xfrm>
              <a:off x="8544712" y="2441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8" name="pt53858"/>
            <p:cNvSpPr/>
            <p:nvPr/>
          </p:nvSpPr>
          <p:spPr>
            <a:xfrm>
              <a:off x="9199706" y="2103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9" name="pt53859"/>
            <p:cNvSpPr/>
            <p:nvPr/>
          </p:nvSpPr>
          <p:spPr>
            <a:xfrm>
              <a:off x="9806800" y="2600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0" name="pt53860"/>
            <p:cNvSpPr/>
            <p:nvPr/>
          </p:nvSpPr>
          <p:spPr>
            <a:xfrm>
              <a:off x="8624143" y="2470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1" name="pt53861"/>
            <p:cNvSpPr/>
            <p:nvPr/>
          </p:nvSpPr>
          <p:spPr>
            <a:xfrm>
              <a:off x="8845651" y="2032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2" name="pt53862"/>
            <p:cNvSpPr/>
            <p:nvPr/>
          </p:nvSpPr>
          <p:spPr>
            <a:xfrm>
              <a:off x="9196543" y="2015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3" name="pt53863"/>
            <p:cNvSpPr/>
            <p:nvPr/>
          </p:nvSpPr>
          <p:spPr>
            <a:xfrm>
              <a:off x="8398928" y="2290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4" name="pt53864"/>
            <p:cNvSpPr/>
            <p:nvPr/>
          </p:nvSpPr>
          <p:spPr>
            <a:xfrm>
              <a:off x="9086240" y="2111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5" name="pt53865"/>
            <p:cNvSpPr/>
            <p:nvPr/>
          </p:nvSpPr>
          <p:spPr>
            <a:xfrm>
              <a:off x="9124182" y="2024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6" name="pt53866"/>
            <p:cNvSpPr/>
            <p:nvPr/>
          </p:nvSpPr>
          <p:spPr>
            <a:xfrm>
              <a:off x="8596430" y="2278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7" name="pt53867"/>
            <p:cNvSpPr/>
            <p:nvPr/>
          </p:nvSpPr>
          <p:spPr>
            <a:xfrm>
              <a:off x="8812874" y="2221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8" name="pt53868"/>
            <p:cNvSpPr/>
            <p:nvPr/>
          </p:nvSpPr>
          <p:spPr>
            <a:xfrm>
              <a:off x="8563654" y="2125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9" name="pt53869"/>
            <p:cNvSpPr/>
            <p:nvPr/>
          </p:nvSpPr>
          <p:spPr>
            <a:xfrm>
              <a:off x="9026144" y="1833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0" name="pt53870"/>
            <p:cNvSpPr/>
            <p:nvPr/>
          </p:nvSpPr>
          <p:spPr>
            <a:xfrm>
              <a:off x="8863465" y="220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1" name="pt53871"/>
            <p:cNvSpPr/>
            <p:nvPr/>
          </p:nvSpPr>
          <p:spPr>
            <a:xfrm>
              <a:off x="8897369" y="2193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2" name="pt53872"/>
            <p:cNvSpPr/>
            <p:nvPr/>
          </p:nvSpPr>
          <p:spPr>
            <a:xfrm>
              <a:off x="9219949" y="1850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3" name="pt53873"/>
            <p:cNvSpPr/>
            <p:nvPr/>
          </p:nvSpPr>
          <p:spPr>
            <a:xfrm>
              <a:off x="8274318" y="2601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4" name="pt53874"/>
            <p:cNvSpPr/>
            <p:nvPr/>
          </p:nvSpPr>
          <p:spPr>
            <a:xfrm>
              <a:off x="8932933" y="1838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5" name="pt53875"/>
            <p:cNvSpPr/>
            <p:nvPr/>
          </p:nvSpPr>
          <p:spPr>
            <a:xfrm>
              <a:off x="8544712" y="2218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6" name="pt53876"/>
            <p:cNvSpPr/>
            <p:nvPr/>
          </p:nvSpPr>
          <p:spPr>
            <a:xfrm>
              <a:off x="8580788" y="2369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7" name="pt53877"/>
            <p:cNvSpPr/>
            <p:nvPr/>
          </p:nvSpPr>
          <p:spPr>
            <a:xfrm>
              <a:off x="8964553" y="2191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8" name="pt53878"/>
            <p:cNvSpPr/>
            <p:nvPr/>
          </p:nvSpPr>
          <p:spPr>
            <a:xfrm>
              <a:off x="9002725" y="1828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9" name="pt53879"/>
            <p:cNvSpPr/>
            <p:nvPr/>
          </p:nvSpPr>
          <p:spPr>
            <a:xfrm>
              <a:off x="8499532" y="2369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0" name="pt53880"/>
            <p:cNvSpPr/>
            <p:nvPr/>
          </p:nvSpPr>
          <p:spPr>
            <a:xfrm>
              <a:off x="8997973" y="1777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1" name="pt53881"/>
            <p:cNvSpPr/>
            <p:nvPr/>
          </p:nvSpPr>
          <p:spPr>
            <a:xfrm>
              <a:off x="9023378" y="1870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2" name="pt53882"/>
            <p:cNvSpPr/>
            <p:nvPr/>
          </p:nvSpPr>
          <p:spPr>
            <a:xfrm>
              <a:off x="8838000" y="2002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3" name="pt53883"/>
            <p:cNvSpPr/>
            <p:nvPr/>
          </p:nvSpPr>
          <p:spPr>
            <a:xfrm>
              <a:off x="9401001" y="2125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4" name="pt53884"/>
            <p:cNvSpPr/>
            <p:nvPr/>
          </p:nvSpPr>
          <p:spPr>
            <a:xfrm>
              <a:off x="9074048" y="1869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5" name="pt53885"/>
            <p:cNvSpPr/>
            <p:nvPr/>
          </p:nvSpPr>
          <p:spPr>
            <a:xfrm>
              <a:off x="8956650" y="2305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6" name="pt53886"/>
            <p:cNvSpPr/>
            <p:nvPr/>
          </p:nvSpPr>
          <p:spPr>
            <a:xfrm>
              <a:off x="9103999" y="2079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7" name="pt53887"/>
            <p:cNvSpPr/>
            <p:nvPr/>
          </p:nvSpPr>
          <p:spPr>
            <a:xfrm>
              <a:off x="8624143" y="2496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8" name="pt53888"/>
            <p:cNvSpPr/>
            <p:nvPr/>
          </p:nvSpPr>
          <p:spPr>
            <a:xfrm>
              <a:off x="8783657" y="2250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9" name="pt53889"/>
            <p:cNvSpPr/>
            <p:nvPr/>
          </p:nvSpPr>
          <p:spPr>
            <a:xfrm>
              <a:off x="8921023" y="1747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0" name="pt53890"/>
            <p:cNvSpPr/>
            <p:nvPr/>
          </p:nvSpPr>
          <p:spPr>
            <a:xfrm>
              <a:off x="9089164" y="2040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1" name="pt53891"/>
            <p:cNvSpPr/>
            <p:nvPr/>
          </p:nvSpPr>
          <p:spPr>
            <a:xfrm>
              <a:off x="8648148" y="2315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2" name="pt53892"/>
            <p:cNvSpPr/>
            <p:nvPr/>
          </p:nvSpPr>
          <p:spPr>
            <a:xfrm>
              <a:off x="9334476" y="2180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3" name="pt53893"/>
            <p:cNvSpPr/>
            <p:nvPr/>
          </p:nvSpPr>
          <p:spPr>
            <a:xfrm>
              <a:off x="9294853" y="198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4" name="pt53894"/>
            <p:cNvSpPr/>
            <p:nvPr/>
          </p:nvSpPr>
          <p:spPr>
            <a:xfrm>
              <a:off x="9116046" y="2040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5" name="pt53895"/>
            <p:cNvSpPr/>
            <p:nvPr/>
          </p:nvSpPr>
          <p:spPr>
            <a:xfrm>
              <a:off x="8742215" y="2038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6" name="pt53896"/>
            <p:cNvSpPr/>
            <p:nvPr/>
          </p:nvSpPr>
          <p:spPr>
            <a:xfrm>
              <a:off x="9417918" y="1798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7" name="pt53897"/>
            <p:cNvSpPr/>
            <p:nvPr/>
          </p:nvSpPr>
          <p:spPr>
            <a:xfrm>
              <a:off x="8596430" y="2313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8" name="pt53898"/>
            <p:cNvSpPr/>
            <p:nvPr/>
          </p:nvSpPr>
          <p:spPr>
            <a:xfrm>
              <a:off x="8648148" y="2256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9" name="pt53899"/>
            <p:cNvSpPr/>
            <p:nvPr/>
          </p:nvSpPr>
          <p:spPr>
            <a:xfrm>
              <a:off x="8834048" y="1942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0" name="pt53900"/>
            <p:cNvSpPr/>
            <p:nvPr/>
          </p:nvSpPr>
          <p:spPr>
            <a:xfrm>
              <a:off x="8274318" y="2102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1" name="pt53901"/>
            <p:cNvSpPr/>
            <p:nvPr/>
          </p:nvSpPr>
          <p:spPr>
            <a:xfrm>
              <a:off x="8783657" y="2085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2" name="pt53902"/>
            <p:cNvSpPr/>
            <p:nvPr/>
          </p:nvSpPr>
          <p:spPr>
            <a:xfrm>
              <a:off x="8876545" y="1716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3" name="pt53903"/>
            <p:cNvSpPr/>
            <p:nvPr/>
          </p:nvSpPr>
          <p:spPr>
            <a:xfrm>
              <a:off x="9761216" y="2512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4" name="pt53904"/>
            <p:cNvSpPr/>
            <p:nvPr/>
          </p:nvSpPr>
          <p:spPr>
            <a:xfrm>
              <a:off x="9077174" y="2003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5" name="pt53905"/>
            <p:cNvSpPr/>
            <p:nvPr/>
          </p:nvSpPr>
          <p:spPr>
            <a:xfrm>
              <a:off x="8274318" y="2349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6" name="pt53906"/>
            <p:cNvSpPr/>
            <p:nvPr/>
          </p:nvSpPr>
          <p:spPr>
            <a:xfrm>
              <a:off x="9761170" y="2204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7" name="pt53907"/>
            <p:cNvSpPr/>
            <p:nvPr/>
          </p:nvSpPr>
          <p:spPr>
            <a:xfrm>
              <a:off x="8439043" y="2213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8" name="pt53908"/>
            <p:cNvSpPr/>
            <p:nvPr/>
          </p:nvSpPr>
          <p:spPr>
            <a:xfrm>
              <a:off x="8274318" y="2463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9" name="pt53909"/>
            <p:cNvSpPr/>
            <p:nvPr/>
          </p:nvSpPr>
          <p:spPr>
            <a:xfrm>
              <a:off x="8648148" y="217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0" name="pt53910"/>
            <p:cNvSpPr/>
            <p:nvPr/>
          </p:nvSpPr>
          <p:spPr>
            <a:xfrm>
              <a:off x="9069792" y="1752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1" name="pt53911"/>
            <p:cNvSpPr/>
            <p:nvPr/>
          </p:nvSpPr>
          <p:spPr>
            <a:xfrm>
              <a:off x="8879672" y="1996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2" name="pt53912"/>
            <p:cNvSpPr/>
            <p:nvPr/>
          </p:nvSpPr>
          <p:spPr>
            <a:xfrm>
              <a:off x="9030214" y="1820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3" name="pt53913"/>
            <p:cNvSpPr/>
            <p:nvPr/>
          </p:nvSpPr>
          <p:spPr>
            <a:xfrm>
              <a:off x="8648148" y="2326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4" name="pt53914"/>
            <p:cNvSpPr/>
            <p:nvPr/>
          </p:nvSpPr>
          <p:spPr>
            <a:xfrm>
              <a:off x="8544712" y="2405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5" name="pt53915"/>
            <p:cNvSpPr/>
            <p:nvPr/>
          </p:nvSpPr>
          <p:spPr>
            <a:xfrm>
              <a:off x="9089164" y="1706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6" name="pt53916"/>
            <p:cNvSpPr/>
            <p:nvPr/>
          </p:nvSpPr>
          <p:spPr>
            <a:xfrm>
              <a:off x="9143758" y="226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7" name="pt53917"/>
            <p:cNvSpPr/>
            <p:nvPr/>
          </p:nvSpPr>
          <p:spPr>
            <a:xfrm>
              <a:off x="9103999" y="2098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8" name="pt53918"/>
            <p:cNvSpPr/>
            <p:nvPr/>
          </p:nvSpPr>
          <p:spPr>
            <a:xfrm>
              <a:off x="9127336" y="2042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9" name="pt53919"/>
            <p:cNvSpPr/>
            <p:nvPr/>
          </p:nvSpPr>
          <p:spPr>
            <a:xfrm>
              <a:off x="8471820" y="2348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0" name="pt53920"/>
            <p:cNvSpPr/>
            <p:nvPr/>
          </p:nvSpPr>
          <p:spPr>
            <a:xfrm>
              <a:off x="9269435" y="1764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1" name="pt53921"/>
            <p:cNvSpPr/>
            <p:nvPr/>
          </p:nvSpPr>
          <p:spPr>
            <a:xfrm>
              <a:off x="8610820" y="1974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2" name="pt53922"/>
            <p:cNvSpPr/>
            <p:nvPr/>
          </p:nvSpPr>
          <p:spPr>
            <a:xfrm>
              <a:off x="8347210" y="2354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3" name="pt53923"/>
            <p:cNvSpPr/>
            <p:nvPr/>
          </p:nvSpPr>
          <p:spPr>
            <a:xfrm>
              <a:off x="8849358" y="2212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4" name="pt53924"/>
            <p:cNvSpPr/>
            <p:nvPr/>
          </p:nvSpPr>
          <p:spPr>
            <a:xfrm>
              <a:off x="8996361" y="1975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5" name="pt53925"/>
            <p:cNvSpPr/>
            <p:nvPr/>
          </p:nvSpPr>
          <p:spPr>
            <a:xfrm>
              <a:off x="8767051" y="2096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6" name="pt53926"/>
            <p:cNvSpPr/>
            <p:nvPr/>
          </p:nvSpPr>
          <p:spPr>
            <a:xfrm>
              <a:off x="8930613" y="1832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7" name="pt53927"/>
            <p:cNvSpPr/>
            <p:nvPr/>
          </p:nvSpPr>
          <p:spPr>
            <a:xfrm>
              <a:off x="8879672" y="1994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8" name="pt53928"/>
            <p:cNvSpPr/>
            <p:nvPr/>
          </p:nvSpPr>
          <p:spPr>
            <a:xfrm>
              <a:off x="8798858" y="1994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9" name="pt53929"/>
            <p:cNvSpPr/>
            <p:nvPr/>
          </p:nvSpPr>
          <p:spPr>
            <a:xfrm>
              <a:off x="8984651" y="1766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0" name="pt53930"/>
            <p:cNvSpPr/>
            <p:nvPr/>
          </p:nvSpPr>
          <p:spPr>
            <a:xfrm>
              <a:off x="8563654" y="2285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1" name="pt53931"/>
            <p:cNvSpPr/>
            <p:nvPr/>
          </p:nvSpPr>
          <p:spPr>
            <a:xfrm>
              <a:off x="8688264" y="2271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2" name="pt53932"/>
            <p:cNvSpPr/>
            <p:nvPr/>
          </p:nvSpPr>
          <p:spPr>
            <a:xfrm>
              <a:off x="8523538" y="2260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3" name="pt53933"/>
            <p:cNvSpPr/>
            <p:nvPr/>
          </p:nvSpPr>
          <p:spPr>
            <a:xfrm>
              <a:off x="8849358" y="2124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4" name="pt53934"/>
            <p:cNvSpPr/>
            <p:nvPr/>
          </p:nvSpPr>
          <p:spPr>
            <a:xfrm>
              <a:off x="8981160" y="2038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5" name="pt53935"/>
            <p:cNvSpPr/>
            <p:nvPr/>
          </p:nvSpPr>
          <p:spPr>
            <a:xfrm>
              <a:off x="9448796" y="2010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6" name="pt53936"/>
            <p:cNvSpPr/>
            <p:nvPr/>
          </p:nvSpPr>
          <p:spPr>
            <a:xfrm>
              <a:off x="9419155" y="1846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7" name="pt53937"/>
            <p:cNvSpPr/>
            <p:nvPr/>
          </p:nvSpPr>
          <p:spPr>
            <a:xfrm>
              <a:off x="8742215" y="2007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8" name="pt53938"/>
            <p:cNvSpPr/>
            <p:nvPr/>
          </p:nvSpPr>
          <p:spPr>
            <a:xfrm>
              <a:off x="8913479" y="1795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9" name="pt53939"/>
            <p:cNvSpPr/>
            <p:nvPr/>
          </p:nvSpPr>
          <p:spPr>
            <a:xfrm>
              <a:off x="8439043" y="2359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0" name="pt53940"/>
            <p:cNvSpPr/>
            <p:nvPr/>
          </p:nvSpPr>
          <p:spPr>
            <a:xfrm>
              <a:off x="8705398" y="2225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1" name="pt53941"/>
            <p:cNvSpPr/>
            <p:nvPr/>
          </p:nvSpPr>
          <p:spPr>
            <a:xfrm>
              <a:off x="9089164" y="1684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2" name="pt53942"/>
            <p:cNvSpPr/>
            <p:nvPr/>
          </p:nvSpPr>
          <p:spPr>
            <a:xfrm>
              <a:off x="8439043" y="2359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3" name="pt53943"/>
            <p:cNvSpPr/>
            <p:nvPr/>
          </p:nvSpPr>
          <p:spPr>
            <a:xfrm>
              <a:off x="8523538" y="2329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4" name="pt53944"/>
            <p:cNvSpPr/>
            <p:nvPr/>
          </p:nvSpPr>
          <p:spPr>
            <a:xfrm>
              <a:off x="8471820" y="2349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5" name="pt53945"/>
            <p:cNvSpPr/>
            <p:nvPr/>
          </p:nvSpPr>
          <p:spPr>
            <a:xfrm>
              <a:off x="8996361" y="2003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6" name="pt53946"/>
            <p:cNvSpPr/>
            <p:nvPr/>
          </p:nvSpPr>
          <p:spPr>
            <a:xfrm>
              <a:off x="8798858" y="2031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7" name="pt53947"/>
            <p:cNvSpPr/>
            <p:nvPr/>
          </p:nvSpPr>
          <p:spPr>
            <a:xfrm>
              <a:off x="9806800" y="2631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8" name="pt53948"/>
            <p:cNvSpPr/>
            <p:nvPr/>
          </p:nvSpPr>
          <p:spPr>
            <a:xfrm>
              <a:off x="8798858" y="1896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9" name="pt53949"/>
            <p:cNvSpPr/>
            <p:nvPr/>
          </p:nvSpPr>
          <p:spPr>
            <a:xfrm>
              <a:off x="9002725" y="1885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0" name="pt53950"/>
            <p:cNvSpPr/>
            <p:nvPr/>
          </p:nvSpPr>
          <p:spPr>
            <a:xfrm>
              <a:off x="9585294" y="2366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1" name="pt53951"/>
            <p:cNvSpPr/>
            <p:nvPr/>
          </p:nvSpPr>
          <p:spPr>
            <a:xfrm>
              <a:off x="8996361" y="1929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2" name="pt53952"/>
            <p:cNvSpPr/>
            <p:nvPr/>
          </p:nvSpPr>
          <p:spPr>
            <a:xfrm>
              <a:off x="8624143" y="2472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3" name="pt53953"/>
            <p:cNvSpPr/>
            <p:nvPr/>
          </p:nvSpPr>
          <p:spPr>
            <a:xfrm>
              <a:off x="8659047" y="2390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4" name="pt53954"/>
            <p:cNvSpPr/>
            <p:nvPr/>
          </p:nvSpPr>
          <p:spPr>
            <a:xfrm>
              <a:off x="8821645" y="2000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5" name="pt53955"/>
            <p:cNvSpPr/>
            <p:nvPr/>
          </p:nvSpPr>
          <p:spPr>
            <a:xfrm>
              <a:off x="8523538" y="2509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6" name="pt53956"/>
            <p:cNvSpPr/>
            <p:nvPr/>
          </p:nvSpPr>
          <p:spPr>
            <a:xfrm>
              <a:off x="9203327" y="1771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7" name="pt53957"/>
            <p:cNvSpPr/>
            <p:nvPr/>
          </p:nvSpPr>
          <p:spPr>
            <a:xfrm>
              <a:off x="9223188" y="191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8" name="pt53958"/>
            <p:cNvSpPr/>
            <p:nvPr/>
          </p:nvSpPr>
          <p:spPr>
            <a:xfrm>
              <a:off x="8941923" y="2039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9" name="pt53959"/>
            <p:cNvSpPr/>
            <p:nvPr/>
          </p:nvSpPr>
          <p:spPr>
            <a:xfrm>
              <a:off x="9089164" y="1915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0" name="pt53960"/>
            <p:cNvSpPr/>
            <p:nvPr/>
          </p:nvSpPr>
          <p:spPr>
            <a:xfrm>
              <a:off x="8735430" y="2059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1" name="pt53961"/>
            <p:cNvSpPr/>
            <p:nvPr/>
          </p:nvSpPr>
          <p:spPr>
            <a:xfrm>
              <a:off x="9519804" y="2401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2" name="pt53962"/>
            <p:cNvSpPr/>
            <p:nvPr/>
          </p:nvSpPr>
          <p:spPr>
            <a:xfrm>
              <a:off x="8783657" y="2189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3" name="pt53963"/>
            <p:cNvSpPr/>
            <p:nvPr/>
          </p:nvSpPr>
          <p:spPr>
            <a:xfrm>
              <a:off x="9049289" y="2152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4" name="pt53964"/>
            <p:cNvSpPr/>
            <p:nvPr/>
          </p:nvSpPr>
          <p:spPr>
            <a:xfrm>
              <a:off x="9317391" y="2096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5" name="pt53965"/>
            <p:cNvSpPr/>
            <p:nvPr/>
          </p:nvSpPr>
          <p:spPr>
            <a:xfrm>
              <a:off x="9876105" y="2438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6" name="pt53966"/>
            <p:cNvSpPr/>
            <p:nvPr/>
          </p:nvSpPr>
          <p:spPr>
            <a:xfrm>
              <a:off x="8544712" y="2464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7" name="pt53967"/>
            <p:cNvSpPr/>
            <p:nvPr/>
          </p:nvSpPr>
          <p:spPr>
            <a:xfrm>
              <a:off x="9499399" y="2381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8" name="pt53968"/>
            <p:cNvSpPr/>
            <p:nvPr/>
          </p:nvSpPr>
          <p:spPr>
            <a:xfrm>
              <a:off x="8932933" y="1852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9" name="pt53969"/>
            <p:cNvSpPr/>
            <p:nvPr/>
          </p:nvSpPr>
          <p:spPr>
            <a:xfrm>
              <a:off x="8610820" y="2123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0" name="pt53970"/>
            <p:cNvSpPr/>
            <p:nvPr/>
          </p:nvSpPr>
          <p:spPr>
            <a:xfrm>
              <a:off x="9792213" y="2602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1" name="pt53971"/>
            <p:cNvSpPr/>
            <p:nvPr/>
          </p:nvSpPr>
          <p:spPr>
            <a:xfrm>
              <a:off x="8563654" y="2156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2" name="pt53972"/>
            <p:cNvSpPr/>
            <p:nvPr/>
          </p:nvSpPr>
          <p:spPr>
            <a:xfrm>
              <a:off x="8954618" y="2268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3" name="pt53973"/>
            <p:cNvSpPr/>
            <p:nvPr/>
          </p:nvSpPr>
          <p:spPr>
            <a:xfrm>
              <a:off x="8849358" y="1966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4" name="pt53974"/>
            <p:cNvSpPr/>
            <p:nvPr/>
          </p:nvSpPr>
          <p:spPr>
            <a:xfrm>
              <a:off x="9143758" y="1994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5" name="pt53975"/>
            <p:cNvSpPr/>
            <p:nvPr/>
          </p:nvSpPr>
          <p:spPr>
            <a:xfrm>
              <a:off x="9282758" y="1787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6" name="pt53976"/>
            <p:cNvSpPr/>
            <p:nvPr/>
          </p:nvSpPr>
          <p:spPr>
            <a:xfrm>
              <a:off x="9097658" y="2160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7" name="pt53977"/>
            <p:cNvSpPr/>
            <p:nvPr/>
          </p:nvSpPr>
          <p:spPr>
            <a:xfrm>
              <a:off x="9136479" y="2081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8" name="pt53978"/>
            <p:cNvSpPr/>
            <p:nvPr/>
          </p:nvSpPr>
          <p:spPr>
            <a:xfrm>
              <a:off x="8596430" y="2245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9" name="pt53979"/>
            <p:cNvSpPr/>
            <p:nvPr/>
          </p:nvSpPr>
          <p:spPr>
            <a:xfrm>
              <a:off x="9040639" y="1714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0" name="pt53980"/>
            <p:cNvSpPr/>
            <p:nvPr/>
          </p:nvSpPr>
          <p:spPr>
            <a:xfrm>
              <a:off x="8973968" y="194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1" name="pt53981"/>
            <p:cNvSpPr/>
            <p:nvPr/>
          </p:nvSpPr>
          <p:spPr>
            <a:xfrm>
              <a:off x="8523538" y="245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2" name="pt53982"/>
            <p:cNvSpPr/>
            <p:nvPr/>
          </p:nvSpPr>
          <p:spPr>
            <a:xfrm>
              <a:off x="8817313" y="2101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3" name="pt53983"/>
            <p:cNvSpPr/>
            <p:nvPr/>
          </p:nvSpPr>
          <p:spPr>
            <a:xfrm>
              <a:off x="9268724" y="1659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4" name="pt53984"/>
            <p:cNvSpPr/>
            <p:nvPr/>
          </p:nvSpPr>
          <p:spPr>
            <a:xfrm>
              <a:off x="8948383" y="2094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5" name="pt53985"/>
            <p:cNvSpPr/>
            <p:nvPr/>
          </p:nvSpPr>
          <p:spPr>
            <a:xfrm>
              <a:off x="9156826" y="2045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6" name="pt53986"/>
            <p:cNvSpPr/>
            <p:nvPr/>
          </p:nvSpPr>
          <p:spPr>
            <a:xfrm>
              <a:off x="8439043" y="2202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7" name="pt53987"/>
            <p:cNvSpPr/>
            <p:nvPr/>
          </p:nvSpPr>
          <p:spPr>
            <a:xfrm>
              <a:off x="8398928" y="2404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8" name="pt53988"/>
            <p:cNvSpPr/>
            <p:nvPr/>
          </p:nvSpPr>
          <p:spPr>
            <a:xfrm>
              <a:off x="9075096" y="1990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9" name="pt53989"/>
            <p:cNvSpPr/>
            <p:nvPr/>
          </p:nvSpPr>
          <p:spPr>
            <a:xfrm>
              <a:off x="8879672" y="1889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0" name="pt53990"/>
            <p:cNvSpPr/>
            <p:nvPr/>
          </p:nvSpPr>
          <p:spPr>
            <a:xfrm>
              <a:off x="8783657" y="2041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1" name="pt53991"/>
            <p:cNvSpPr/>
            <p:nvPr/>
          </p:nvSpPr>
          <p:spPr>
            <a:xfrm>
              <a:off x="8439043" y="2243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2" name="pt53992"/>
            <p:cNvSpPr/>
            <p:nvPr/>
          </p:nvSpPr>
          <p:spPr>
            <a:xfrm>
              <a:off x="9707347" y="1754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3" name="pt53993"/>
            <p:cNvSpPr/>
            <p:nvPr/>
          </p:nvSpPr>
          <p:spPr>
            <a:xfrm>
              <a:off x="9330228" y="1965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4" name="pt53994"/>
            <p:cNvSpPr/>
            <p:nvPr/>
          </p:nvSpPr>
          <p:spPr>
            <a:xfrm>
              <a:off x="8866825" y="2194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5" name="pt53995"/>
            <p:cNvSpPr/>
            <p:nvPr/>
          </p:nvSpPr>
          <p:spPr>
            <a:xfrm>
              <a:off x="9170243" y="1712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6" name="pt53996"/>
            <p:cNvSpPr/>
            <p:nvPr/>
          </p:nvSpPr>
          <p:spPr>
            <a:xfrm>
              <a:off x="8610820" y="2004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7" name="pt53997"/>
            <p:cNvSpPr/>
            <p:nvPr/>
          </p:nvSpPr>
          <p:spPr>
            <a:xfrm>
              <a:off x="9236019" y="2195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8" name="pt53998"/>
            <p:cNvSpPr/>
            <p:nvPr/>
          </p:nvSpPr>
          <p:spPr>
            <a:xfrm>
              <a:off x="8471820" y="2630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9" name="pt53999"/>
            <p:cNvSpPr/>
            <p:nvPr/>
          </p:nvSpPr>
          <p:spPr>
            <a:xfrm>
              <a:off x="8274318" y="2284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0" name="pt54000"/>
            <p:cNvSpPr/>
            <p:nvPr/>
          </p:nvSpPr>
          <p:spPr>
            <a:xfrm>
              <a:off x="9044397" y="1901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1" name="pt54001"/>
            <p:cNvSpPr/>
            <p:nvPr/>
          </p:nvSpPr>
          <p:spPr>
            <a:xfrm>
              <a:off x="9328959" y="2158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2" name="pt54002"/>
            <p:cNvSpPr/>
            <p:nvPr/>
          </p:nvSpPr>
          <p:spPr>
            <a:xfrm>
              <a:off x="8274318" y="2156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3" name="pt54003"/>
            <p:cNvSpPr/>
            <p:nvPr/>
          </p:nvSpPr>
          <p:spPr>
            <a:xfrm>
              <a:off x="8471820" y="2468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4" name="pt54004"/>
            <p:cNvSpPr/>
            <p:nvPr/>
          </p:nvSpPr>
          <p:spPr>
            <a:xfrm>
              <a:off x="8897369" y="2129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5" name="pt54005"/>
            <p:cNvSpPr/>
            <p:nvPr/>
          </p:nvSpPr>
          <p:spPr>
            <a:xfrm>
              <a:off x="8636546" y="2281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6" name="pt54006"/>
            <p:cNvSpPr/>
            <p:nvPr/>
          </p:nvSpPr>
          <p:spPr>
            <a:xfrm>
              <a:off x="9262568" y="2110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7" name="pt54007"/>
            <p:cNvSpPr/>
            <p:nvPr/>
          </p:nvSpPr>
          <p:spPr>
            <a:xfrm>
              <a:off x="9294853" y="2029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8" name="pt54008"/>
            <p:cNvSpPr/>
            <p:nvPr/>
          </p:nvSpPr>
          <p:spPr>
            <a:xfrm>
              <a:off x="8821645" y="2156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9" name="pt54009"/>
            <p:cNvSpPr/>
            <p:nvPr/>
          </p:nvSpPr>
          <p:spPr>
            <a:xfrm>
              <a:off x="9325618" y="226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0" name="pt54010"/>
            <p:cNvSpPr/>
            <p:nvPr/>
          </p:nvSpPr>
          <p:spPr>
            <a:xfrm>
              <a:off x="8870124" y="2184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1" name="pt54011"/>
            <p:cNvSpPr/>
            <p:nvPr/>
          </p:nvSpPr>
          <p:spPr>
            <a:xfrm>
              <a:off x="9182728" y="1916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2" name="pt54012"/>
            <p:cNvSpPr/>
            <p:nvPr/>
          </p:nvSpPr>
          <p:spPr>
            <a:xfrm>
              <a:off x="8748753" y="2024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3" name="pt54013"/>
            <p:cNvSpPr/>
            <p:nvPr/>
          </p:nvSpPr>
          <p:spPr>
            <a:xfrm>
              <a:off x="8958659" y="2205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4" name="pt54014"/>
            <p:cNvSpPr/>
            <p:nvPr/>
          </p:nvSpPr>
          <p:spPr>
            <a:xfrm>
              <a:off x="9421909" y="2015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5" name="pt54015"/>
            <p:cNvSpPr/>
            <p:nvPr/>
          </p:nvSpPr>
          <p:spPr>
            <a:xfrm>
              <a:off x="9182728" y="194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6" name="pt54016"/>
            <p:cNvSpPr/>
            <p:nvPr/>
          </p:nvSpPr>
          <p:spPr>
            <a:xfrm>
              <a:off x="8596430" y="2142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7" name="pt54017"/>
            <p:cNvSpPr/>
            <p:nvPr/>
          </p:nvSpPr>
          <p:spPr>
            <a:xfrm>
              <a:off x="8966476" y="2226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8" name="pt54018"/>
            <p:cNvSpPr/>
            <p:nvPr/>
          </p:nvSpPr>
          <p:spPr>
            <a:xfrm>
              <a:off x="9201267" y="1818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9" name="pt54019"/>
            <p:cNvSpPr/>
            <p:nvPr/>
          </p:nvSpPr>
          <p:spPr>
            <a:xfrm>
              <a:off x="9046860" y="2353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0" name="pt54020"/>
            <p:cNvSpPr/>
            <p:nvPr/>
          </p:nvSpPr>
          <p:spPr>
            <a:xfrm>
              <a:off x="9087220" y="1875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1" name="pt54021"/>
            <p:cNvSpPr/>
            <p:nvPr/>
          </p:nvSpPr>
          <p:spPr>
            <a:xfrm>
              <a:off x="9034195" y="1842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2" name="pt54022"/>
            <p:cNvSpPr/>
            <p:nvPr/>
          </p:nvSpPr>
          <p:spPr>
            <a:xfrm>
              <a:off x="8398928" y="2542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3" name="pt54023"/>
            <p:cNvSpPr/>
            <p:nvPr/>
          </p:nvSpPr>
          <p:spPr>
            <a:xfrm>
              <a:off x="8636546" y="2551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4" name="pt54024"/>
            <p:cNvSpPr/>
            <p:nvPr/>
          </p:nvSpPr>
          <p:spPr>
            <a:xfrm>
              <a:off x="8735430" y="2179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5" name="pt54025"/>
            <p:cNvSpPr/>
            <p:nvPr/>
          </p:nvSpPr>
          <p:spPr>
            <a:xfrm>
              <a:off x="8735430" y="2115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6" name="pt54026"/>
            <p:cNvSpPr/>
            <p:nvPr/>
          </p:nvSpPr>
          <p:spPr>
            <a:xfrm>
              <a:off x="8347210" y="2179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7" name="pt54027"/>
            <p:cNvSpPr/>
            <p:nvPr/>
          </p:nvSpPr>
          <p:spPr>
            <a:xfrm>
              <a:off x="8808322" y="2245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8" name="pt54028"/>
            <p:cNvSpPr/>
            <p:nvPr/>
          </p:nvSpPr>
          <p:spPr>
            <a:xfrm>
              <a:off x="9237719" y="2096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9" name="pt54029"/>
            <p:cNvSpPr/>
            <p:nvPr/>
          </p:nvSpPr>
          <p:spPr>
            <a:xfrm>
              <a:off x="8783657" y="2045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0" name="pt54030"/>
            <p:cNvSpPr/>
            <p:nvPr/>
          </p:nvSpPr>
          <p:spPr>
            <a:xfrm>
              <a:off x="9075096" y="1885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1" name="pt54031"/>
            <p:cNvSpPr/>
            <p:nvPr/>
          </p:nvSpPr>
          <p:spPr>
            <a:xfrm>
              <a:off x="9087220" y="1859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2" name="pt54032"/>
            <p:cNvSpPr/>
            <p:nvPr/>
          </p:nvSpPr>
          <p:spPr>
            <a:xfrm>
              <a:off x="8845651" y="1925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3" name="pt54033"/>
            <p:cNvSpPr/>
            <p:nvPr/>
          </p:nvSpPr>
          <p:spPr>
            <a:xfrm>
              <a:off x="9059833" y="1934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4" name="pt54034"/>
            <p:cNvSpPr/>
            <p:nvPr/>
          </p:nvSpPr>
          <p:spPr>
            <a:xfrm>
              <a:off x="8742215" y="2149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5" name="pt54035"/>
            <p:cNvSpPr/>
            <p:nvPr/>
          </p:nvSpPr>
          <p:spPr>
            <a:xfrm>
              <a:off x="8471820" y="2457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6" name="pt54036"/>
            <p:cNvSpPr/>
            <p:nvPr/>
          </p:nvSpPr>
          <p:spPr>
            <a:xfrm>
              <a:off x="8888738" y="2377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7" name="pt54037"/>
            <p:cNvSpPr/>
            <p:nvPr/>
          </p:nvSpPr>
          <p:spPr>
            <a:xfrm>
              <a:off x="8986371" y="175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8" name="pt54038"/>
            <p:cNvSpPr/>
            <p:nvPr/>
          </p:nvSpPr>
          <p:spPr>
            <a:xfrm>
              <a:off x="8439043" y="2218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9" name="pt54039"/>
            <p:cNvSpPr/>
            <p:nvPr/>
          </p:nvSpPr>
          <p:spPr>
            <a:xfrm>
              <a:off x="8981160" y="1945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0" name="pt54040"/>
            <p:cNvSpPr/>
            <p:nvPr/>
          </p:nvSpPr>
          <p:spPr>
            <a:xfrm>
              <a:off x="9519098" y="2650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1" name="pt54041"/>
            <p:cNvSpPr/>
            <p:nvPr/>
          </p:nvSpPr>
          <p:spPr>
            <a:xfrm>
              <a:off x="8879672" y="2172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2" name="pt54042"/>
            <p:cNvSpPr/>
            <p:nvPr/>
          </p:nvSpPr>
          <p:spPr>
            <a:xfrm>
              <a:off x="9199183" y="2037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3" name="pt54043"/>
            <p:cNvSpPr/>
            <p:nvPr/>
          </p:nvSpPr>
          <p:spPr>
            <a:xfrm>
              <a:off x="8274318" y="2610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4" name="pt54044"/>
            <p:cNvSpPr/>
            <p:nvPr/>
          </p:nvSpPr>
          <p:spPr>
            <a:xfrm>
              <a:off x="8636546" y="2474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5" name="pt54045"/>
            <p:cNvSpPr/>
            <p:nvPr/>
          </p:nvSpPr>
          <p:spPr>
            <a:xfrm>
              <a:off x="9361481" y="2155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6" name="pt54046"/>
            <p:cNvSpPr/>
            <p:nvPr/>
          </p:nvSpPr>
          <p:spPr>
            <a:xfrm>
              <a:off x="8274318" y="2365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7" name="pt54047"/>
            <p:cNvSpPr/>
            <p:nvPr/>
          </p:nvSpPr>
          <p:spPr>
            <a:xfrm>
              <a:off x="8830008" y="1877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8" name="pt54048"/>
            <p:cNvSpPr/>
            <p:nvPr/>
          </p:nvSpPr>
          <p:spPr>
            <a:xfrm>
              <a:off x="9046860" y="2144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9" name="pt54049"/>
            <p:cNvSpPr/>
            <p:nvPr/>
          </p:nvSpPr>
          <p:spPr>
            <a:xfrm>
              <a:off x="9237295" y="215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0" name="pt54050"/>
            <p:cNvSpPr/>
            <p:nvPr/>
          </p:nvSpPr>
          <p:spPr>
            <a:xfrm>
              <a:off x="8274318" y="230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1" name="pt54051"/>
            <p:cNvSpPr/>
            <p:nvPr/>
          </p:nvSpPr>
          <p:spPr>
            <a:xfrm>
              <a:off x="8954618" y="2302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2" name="pt54052"/>
            <p:cNvSpPr/>
            <p:nvPr/>
          </p:nvSpPr>
          <p:spPr>
            <a:xfrm>
              <a:off x="9420231" y="1975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3" name="pt54053"/>
            <p:cNvSpPr/>
            <p:nvPr/>
          </p:nvSpPr>
          <p:spPr>
            <a:xfrm>
              <a:off x="8471820" y="2436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4" name="pt54054"/>
            <p:cNvSpPr/>
            <p:nvPr/>
          </p:nvSpPr>
          <p:spPr>
            <a:xfrm>
              <a:off x="8563654" y="2149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5" name="pt54055"/>
            <p:cNvSpPr/>
            <p:nvPr/>
          </p:nvSpPr>
          <p:spPr>
            <a:xfrm>
              <a:off x="9334476" y="2237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6" name="pt54056"/>
            <p:cNvSpPr/>
            <p:nvPr/>
          </p:nvSpPr>
          <p:spPr>
            <a:xfrm>
              <a:off x="9051686" y="2148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7" name="pt54057"/>
            <p:cNvSpPr/>
            <p:nvPr/>
          </p:nvSpPr>
          <p:spPr>
            <a:xfrm>
              <a:off x="9143758" y="2135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8" name="pt54058"/>
            <p:cNvSpPr/>
            <p:nvPr/>
          </p:nvSpPr>
          <p:spPr>
            <a:xfrm>
              <a:off x="8713389" y="2208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9" name="pt54059"/>
            <p:cNvSpPr/>
            <p:nvPr/>
          </p:nvSpPr>
          <p:spPr>
            <a:xfrm>
              <a:off x="9285697" y="1741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0" name="pt54060"/>
            <p:cNvSpPr/>
            <p:nvPr/>
          </p:nvSpPr>
          <p:spPr>
            <a:xfrm>
              <a:off x="8705398" y="2269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1" name="pt54061"/>
            <p:cNvSpPr/>
            <p:nvPr/>
          </p:nvSpPr>
          <p:spPr>
            <a:xfrm>
              <a:off x="9101309" y="1994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2" name="pt54062"/>
            <p:cNvSpPr/>
            <p:nvPr/>
          </p:nvSpPr>
          <p:spPr>
            <a:xfrm>
              <a:off x="9541125" y="1630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3" name="pt54063"/>
            <p:cNvSpPr/>
            <p:nvPr/>
          </p:nvSpPr>
          <p:spPr>
            <a:xfrm>
              <a:off x="8274318" y="257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4" name="pt54064"/>
            <p:cNvSpPr/>
            <p:nvPr/>
          </p:nvSpPr>
          <p:spPr>
            <a:xfrm>
              <a:off x="8523538" y="230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5" name="pt54065"/>
            <p:cNvSpPr/>
            <p:nvPr/>
          </p:nvSpPr>
          <p:spPr>
            <a:xfrm>
              <a:off x="8471820" y="2450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6" name="pt54066"/>
            <p:cNvSpPr/>
            <p:nvPr/>
          </p:nvSpPr>
          <p:spPr>
            <a:xfrm>
              <a:off x="8879672" y="1964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7" name="pt54067"/>
            <p:cNvSpPr/>
            <p:nvPr/>
          </p:nvSpPr>
          <p:spPr>
            <a:xfrm>
              <a:off x="9023378" y="1845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8" name="pt54068"/>
            <p:cNvSpPr/>
            <p:nvPr/>
          </p:nvSpPr>
          <p:spPr>
            <a:xfrm>
              <a:off x="9066533" y="1710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9" name="pt54069"/>
            <p:cNvSpPr/>
            <p:nvPr/>
          </p:nvSpPr>
          <p:spPr>
            <a:xfrm>
              <a:off x="8544712" y="2395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0" name="pt54070"/>
            <p:cNvSpPr/>
            <p:nvPr/>
          </p:nvSpPr>
          <p:spPr>
            <a:xfrm>
              <a:off x="9218071" y="1841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1" name="pt54071"/>
            <p:cNvSpPr/>
            <p:nvPr/>
          </p:nvSpPr>
          <p:spPr>
            <a:xfrm>
              <a:off x="8742215" y="2116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2" name="pt54072"/>
            <p:cNvSpPr/>
            <p:nvPr/>
          </p:nvSpPr>
          <p:spPr>
            <a:xfrm>
              <a:off x="8870124" y="2231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3" name="pt54073"/>
            <p:cNvSpPr/>
            <p:nvPr/>
          </p:nvSpPr>
          <p:spPr>
            <a:xfrm>
              <a:off x="9294853" y="2061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4" name="pt54074"/>
            <p:cNvSpPr/>
            <p:nvPr/>
          </p:nvSpPr>
          <p:spPr>
            <a:xfrm>
              <a:off x="9564013" y="2199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5" name="pt54075"/>
            <p:cNvSpPr/>
            <p:nvPr/>
          </p:nvSpPr>
          <p:spPr>
            <a:xfrm>
              <a:off x="9095805" y="1847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6" name="pt54076"/>
            <p:cNvSpPr/>
            <p:nvPr/>
          </p:nvSpPr>
          <p:spPr>
            <a:xfrm>
              <a:off x="8856549" y="222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7" name="pt54077"/>
            <p:cNvSpPr/>
            <p:nvPr/>
          </p:nvSpPr>
          <p:spPr>
            <a:xfrm>
              <a:off x="8544712" y="2389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8" name="pt54078"/>
            <p:cNvSpPr/>
            <p:nvPr/>
          </p:nvSpPr>
          <p:spPr>
            <a:xfrm>
              <a:off x="8863465" y="2289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9" name="pt54079"/>
            <p:cNvSpPr/>
            <p:nvPr/>
          </p:nvSpPr>
          <p:spPr>
            <a:xfrm>
              <a:off x="8274318" y="2513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0" name="pt54080"/>
            <p:cNvSpPr/>
            <p:nvPr/>
          </p:nvSpPr>
          <p:spPr>
            <a:xfrm>
              <a:off x="8767051" y="2112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1" name="pt54081"/>
            <p:cNvSpPr/>
            <p:nvPr/>
          </p:nvSpPr>
          <p:spPr>
            <a:xfrm>
              <a:off x="9182728" y="1984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2" name="pt54082"/>
            <p:cNvSpPr/>
            <p:nvPr/>
          </p:nvSpPr>
          <p:spPr>
            <a:xfrm>
              <a:off x="9156826" y="2114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3" name="pt54083"/>
            <p:cNvSpPr/>
            <p:nvPr/>
          </p:nvSpPr>
          <p:spPr>
            <a:xfrm>
              <a:off x="8742215" y="2096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4" name="pt54084"/>
            <p:cNvSpPr/>
            <p:nvPr/>
          </p:nvSpPr>
          <p:spPr>
            <a:xfrm>
              <a:off x="9368156" y="1998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5" name="pt54085"/>
            <p:cNvSpPr/>
            <p:nvPr/>
          </p:nvSpPr>
          <p:spPr>
            <a:xfrm>
              <a:off x="9568569" y="2451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6" name="pt54086"/>
            <p:cNvSpPr/>
            <p:nvPr/>
          </p:nvSpPr>
          <p:spPr>
            <a:xfrm>
              <a:off x="9075096" y="1958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7" name="pt54087"/>
            <p:cNvSpPr/>
            <p:nvPr/>
          </p:nvSpPr>
          <p:spPr>
            <a:xfrm>
              <a:off x="8648148" y="2244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8" name="pt54088"/>
            <p:cNvSpPr/>
            <p:nvPr/>
          </p:nvSpPr>
          <p:spPr>
            <a:xfrm>
              <a:off x="9226820" y="1856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9" name="pt54089"/>
            <p:cNvSpPr/>
            <p:nvPr/>
          </p:nvSpPr>
          <p:spPr>
            <a:xfrm>
              <a:off x="8923469" y="1987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0" name="pt54090"/>
            <p:cNvSpPr/>
            <p:nvPr/>
          </p:nvSpPr>
          <p:spPr>
            <a:xfrm>
              <a:off x="9806800" y="2383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1" name="pt54091"/>
            <p:cNvSpPr/>
            <p:nvPr/>
          </p:nvSpPr>
          <p:spPr>
            <a:xfrm>
              <a:off x="8913479" y="1813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2" name="pt54092"/>
            <p:cNvSpPr/>
            <p:nvPr/>
          </p:nvSpPr>
          <p:spPr>
            <a:xfrm>
              <a:off x="8523538" y="2386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3" name="pt54093"/>
            <p:cNvSpPr/>
            <p:nvPr/>
          </p:nvSpPr>
          <p:spPr>
            <a:xfrm>
              <a:off x="8721041" y="2378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4" name="pt54094"/>
            <p:cNvSpPr/>
            <p:nvPr/>
          </p:nvSpPr>
          <p:spPr>
            <a:xfrm>
              <a:off x="8713389" y="2081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5" name="pt54095"/>
            <p:cNvSpPr/>
            <p:nvPr/>
          </p:nvSpPr>
          <p:spPr>
            <a:xfrm>
              <a:off x="9005825" y="1711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6" name="pt54096"/>
            <p:cNvSpPr/>
            <p:nvPr/>
          </p:nvSpPr>
          <p:spPr>
            <a:xfrm>
              <a:off x="8347210" y="2505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7" name="pt54097"/>
            <p:cNvSpPr/>
            <p:nvPr/>
          </p:nvSpPr>
          <p:spPr>
            <a:xfrm>
              <a:off x="8544712" y="234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8" name="pt54098"/>
            <p:cNvSpPr/>
            <p:nvPr/>
          </p:nvSpPr>
          <p:spPr>
            <a:xfrm>
              <a:off x="8274318" y="2401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9" name="pt54099"/>
            <p:cNvSpPr/>
            <p:nvPr/>
          </p:nvSpPr>
          <p:spPr>
            <a:xfrm>
              <a:off x="8821645" y="207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0" name="pt54100"/>
            <p:cNvSpPr/>
            <p:nvPr/>
          </p:nvSpPr>
          <p:spPr>
            <a:xfrm>
              <a:off x="9275707" y="1907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1" name="pt54101"/>
            <p:cNvSpPr/>
            <p:nvPr/>
          </p:nvSpPr>
          <p:spPr>
            <a:xfrm>
              <a:off x="8347210" y="2445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2" name="pt54102"/>
            <p:cNvSpPr/>
            <p:nvPr/>
          </p:nvSpPr>
          <p:spPr>
            <a:xfrm>
              <a:off x="8610820" y="1983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3" name="pt54103"/>
            <p:cNvSpPr/>
            <p:nvPr/>
          </p:nvSpPr>
          <p:spPr>
            <a:xfrm>
              <a:off x="8761156" y="2289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4" name="pt54104"/>
            <p:cNvSpPr/>
            <p:nvPr/>
          </p:nvSpPr>
          <p:spPr>
            <a:xfrm>
              <a:off x="8471820" y="2412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5" name="pt54105"/>
            <p:cNvSpPr/>
            <p:nvPr/>
          </p:nvSpPr>
          <p:spPr>
            <a:xfrm>
              <a:off x="8879672" y="2030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6" name="pt54106"/>
            <p:cNvSpPr/>
            <p:nvPr/>
          </p:nvSpPr>
          <p:spPr>
            <a:xfrm>
              <a:off x="8838000" y="2108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7" name="pt54107"/>
            <p:cNvSpPr/>
            <p:nvPr/>
          </p:nvSpPr>
          <p:spPr>
            <a:xfrm>
              <a:off x="8856549" y="2295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8" name="pt54108"/>
            <p:cNvSpPr/>
            <p:nvPr/>
          </p:nvSpPr>
          <p:spPr>
            <a:xfrm>
              <a:off x="8471820" y="2285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9" name="pt54109"/>
            <p:cNvSpPr/>
            <p:nvPr/>
          </p:nvSpPr>
          <p:spPr>
            <a:xfrm>
              <a:off x="8812874" y="2103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0" name="pt54110"/>
            <p:cNvSpPr/>
            <p:nvPr/>
          </p:nvSpPr>
          <p:spPr>
            <a:xfrm>
              <a:off x="8849358" y="2015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1" name="pt54111"/>
            <p:cNvSpPr/>
            <p:nvPr/>
          </p:nvSpPr>
          <p:spPr>
            <a:xfrm>
              <a:off x="8941923" y="2051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2" name="pt54112"/>
            <p:cNvSpPr/>
            <p:nvPr/>
          </p:nvSpPr>
          <p:spPr>
            <a:xfrm>
              <a:off x="9537091" y="1768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3" name="pt54113"/>
            <p:cNvSpPr/>
            <p:nvPr/>
          </p:nvSpPr>
          <p:spPr>
            <a:xfrm>
              <a:off x="8523538" y="2505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4" name="pt54114"/>
            <p:cNvSpPr/>
            <p:nvPr/>
          </p:nvSpPr>
          <p:spPr>
            <a:xfrm>
              <a:off x="8274318" y="2218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5" name="pt54115"/>
            <p:cNvSpPr/>
            <p:nvPr/>
          </p:nvSpPr>
          <p:spPr>
            <a:xfrm>
              <a:off x="8544712" y="2350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6" name="pt54116"/>
            <p:cNvSpPr/>
            <p:nvPr/>
          </p:nvSpPr>
          <p:spPr>
            <a:xfrm>
              <a:off x="9187265" y="2012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7" name="pt54117"/>
            <p:cNvSpPr/>
            <p:nvPr/>
          </p:nvSpPr>
          <p:spPr>
            <a:xfrm>
              <a:off x="8742215" y="207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8" name="pt54118"/>
            <p:cNvSpPr/>
            <p:nvPr/>
          </p:nvSpPr>
          <p:spPr>
            <a:xfrm>
              <a:off x="9363803" y="196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9" name="pt54119"/>
            <p:cNvSpPr/>
            <p:nvPr/>
          </p:nvSpPr>
          <p:spPr>
            <a:xfrm>
              <a:off x="8610820" y="2130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0" name="pt54120"/>
            <p:cNvSpPr/>
            <p:nvPr/>
          </p:nvSpPr>
          <p:spPr>
            <a:xfrm>
              <a:off x="8439043" y="2318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1" name="pt54121"/>
            <p:cNvSpPr/>
            <p:nvPr/>
          </p:nvSpPr>
          <p:spPr>
            <a:xfrm>
              <a:off x="8471820" y="2307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2" name="pt54122"/>
            <p:cNvSpPr/>
            <p:nvPr/>
          </p:nvSpPr>
          <p:spPr>
            <a:xfrm>
              <a:off x="8274318" y="2530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3" name="pt54123"/>
            <p:cNvSpPr/>
            <p:nvPr/>
          </p:nvSpPr>
          <p:spPr>
            <a:xfrm>
              <a:off x="8803653" y="2354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4" name="pt54124"/>
            <p:cNvSpPr/>
            <p:nvPr/>
          </p:nvSpPr>
          <p:spPr>
            <a:xfrm>
              <a:off x="8798858" y="186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5" name="pt54125"/>
            <p:cNvSpPr/>
            <p:nvPr/>
          </p:nvSpPr>
          <p:spPr>
            <a:xfrm>
              <a:off x="9439678" y="1918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6" name="pt54126"/>
            <p:cNvSpPr/>
            <p:nvPr/>
          </p:nvSpPr>
          <p:spPr>
            <a:xfrm>
              <a:off x="8544712" y="2299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7" name="pt54127"/>
            <p:cNvSpPr/>
            <p:nvPr/>
          </p:nvSpPr>
          <p:spPr>
            <a:xfrm>
              <a:off x="9296080" y="1840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8" name="pt54128"/>
            <p:cNvSpPr/>
            <p:nvPr/>
          </p:nvSpPr>
          <p:spPr>
            <a:xfrm>
              <a:off x="9089164" y="1745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9" name="pt54129"/>
            <p:cNvSpPr/>
            <p:nvPr/>
          </p:nvSpPr>
          <p:spPr>
            <a:xfrm>
              <a:off x="8783657" y="2175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0" name="pt54130"/>
            <p:cNvSpPr/>
            <p:nvPr/>
          </p:nvSpPr>
          <p:spPr>
            <a:xfrm>
              <a:off x="8952564" y="2110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1" name="pt54131"/>
            <p:cNvSpPr/>
            <p:nvPr/>
          </p:nvSpPr>
          <p:spPr>
            <a:xfrm>
              <a:off x="9211830" y="1649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2" name="pt54132"/>
            <p:cNvSpPr/>
            <p:nvPr/>
          </p:nvSpPr>
          <p:spPr>
            <a:xfrm>
              <a:off x="8596430" y="2102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3" name="pt54133"/>
            <p:cNvSpPr/>
            <p:nvPr/>
          </p:nvSpPr>
          <p:spPr>
            <a:xfrm>
              <a:off x="9126552" y="1992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4" name="pt54134"/>
            <p:cNvSpPr/>
            <p:nvPr/>
          </p:nvSpPr>
          <p:spPr>
            <a:xfrm>
              <a:off x="8596430" y="2243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5" name="pt54135"/>
            <p:cNvSpPr/>
            <p:nvPr/>
          </p:nvSpPr>
          <p:spPr>
            <a:xfrm>
              <a:off x="8913479" y="1859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6" name="pt54136"/>
            <p:cNvSpPr/>
            <p:nvPr/>
          </p:nvSpPr>
          <p:spPr>
            <a:xfrm>
              <a:off x="8274318" y="2236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7" name="pt54137"/>
            <p:cNvSpPr/>
            <p:nvPr/>
          </p:nvSpPr>
          <p:spPr>
            <a:xfrm>
              <a:off x="8347210" y="2504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8" name="pt54138"/>
            <p:cNvSpPr/>
            <p:nvPr/>
          </p:nvSpPr>
          <p:spPr>
            <a:xfrm>
              <a:off x="8439043" y="2388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9" name="pt54139"/>
            <p:cNvSpPr/>
            <p:nvPr/>
          </p:nvSpPr>
          <p:spPr>
            <a:xfrm>
              <a:off x="9040639" y="1753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0" name="pt54140"/>
            <p:cNvSpPr/>
            <p:nvPr/>
          </p:nvSpPr>
          <p:spPr>
            <a:xfrm>
              <a:off x="8439043" y="2350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1" name="pt54141"/>
            <p:cNvSpPr/>
            <p:nvPr/>
          </p:nvSpPr>
          <p:spPr>
            <a:xfrm>
              <a:off x="8767051" y="1963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2" name="pt54142"/>
            <p:cNvSpPr/>
            <p:nvPr/>
          </p:nvSpPr>
          <p:spPr>
            <a:xfrm>
              <a:off x="9179833" y="1952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3" name="pt54143"/>
            <p:cNvSpPr/>
            <p:nvPr/>
          </p:nvSpPr>
          <p:spPr>
            <a:xfrm>
              <a:off x="8274318" y="237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4" name="pt54144"/>
            <p:cNvSpPr/>
            <p:nvPr/>
          </p:nvSpPr>
          <p:spPr>
            <a:xfrm>
              <a:off x="9313270" y="2125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5" name="pt54145"/>
            <p:cNvSpPr/>
            <p:nvPr/>
          </p:nvSpPr>
          <p:spPr>
            <a:xfrm>
              <a:off x="8544712" y="2314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6" name="pt54146"/>
            <p:cNvSpPr/>
            <p:nvPr/>
          </p:nvSpPr>
          <p:spPr>
            <a:xfrm>
              <a:off x="9328959" y="1995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7" name="pt54147"/>
            <p:cNvSpPr/>
            <p:nvPr/>
          </p:nvSpPr>
          <p:spPr>
            <a:xfrm>
              <a:off x="9179833" y="2070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8" name="pt54148"/>
            <p:cNvSpPr/>
            <p:nvPr/>
          </p:nvSpPr>
          <p:spPr>
            <a:xfrm>
              <a:off x="9486197" y="2465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9" name="pt54149"/>
            <p:cNvSpPr/>
            <p:nvPr/>
          </p:nvSpPr>
          <p:spPr>
            <a:xfrm>
              <a:off x="9126552" y="2069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0" name="pt54150"/>
            <p:cNvSpPr/>
            <p:nvPr/>
          </p:nvSpPr>
          <p:spPr>
            <a:xfrm>
              <a:off x="8274318" y="1955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1" name="pt54151"/>
            <p:cNvSpPr/>
            <p:nvPr/>
          </p:nvSpPr>
          <p:spPr>
            <a:xfrm>
              <a:off x="9488519" y="2486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2" name="pt54152"/>
            <p:cNvSpPr/>
            <p:nvPr/>
          </p:nvSpPr>
          <p:spPr>
            <a:xfrm>
              <a:off x="9541125" y="1565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3" name="pt54153"/>
            <p:cNvSpPr/>
            <p:nvPr/>
          </p:nvSpPr>
          <p:spPr>
            <a:xfrm>
              <a:off x="8439043" y="2529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4" name="pt54154"/>
            <p:cNvSpPr/>
            <p:nvPr/>
          </p:nvSpPr>
          <p:spPr>
            <a:xfrm>
              <a:off x="8930613" y="1747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5" name="pt54155"/>
            <p:cNvSpPr/>
            <p:nvPr/>
          </p:nvSpPr>
          <p:spPr>
            <a:xfrm>
              <a:off x="8748753" y="2078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6" name="pt54156"/>
            <p:cNvSpPr/>
            <p:nvPr/>
          </p:nvSpPr>
          <p:spPr>
            <a:xfrm>
              <a:off x="9451392" y="2037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7" name="pt54157"/>
            <p:cNvSpPr/>
            <p:nvPr/>
          </p:nvSpPr>
          <p:spPr>
            <a:xfrm>
              <a:off x="8783657" y="2153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8" name="pt54158"/>
            <p:cNvSpPr/>
            <p:nvPr/>
          </p:nvSpPr>
          <p:spPr>
            <a:xfrm>
              <a:off x="9002725" y="1923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9" name="pt54159"/>
            <p:cNvSpPr/>
            <p:nvPr/>
          </p:nvSpPr>
          <p:spPr>
            <a:xfrm>
              <a:off x="8274318" y="2479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0" name="pt54160"/>
            <p:cNvSpPr/>
            <p:nvPr/>
          </p:nvSpPr>
          <p:spPr>
            <a:xfrm>
              <a:off x="8891661" y="1946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1" name="pt54161"/>
            <p:cNvSpPr/>
            <p:nvPr/>
          </p:nvSpPr>
          <p:spPr>
            <a:xfrm>
              <a:off x="8274318" y="2270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2" name="pt54162"/>
            <p:cNvSpPr/>
            <p:nvPr/>
          </p:nvSpPr>
          <p:spPr>
            <a:xfrm>
              <a:off x="8439043" y="2355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3" name="pt54163"/>
            <p:cNvSpPr/>
            <p:nvPr/>
          </p:nvSpPr>
          <p:spPr>
            <a:xfrm>
              <a:off x="9527393" y="1882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4" name="pt54164"/>
            <p:cNvSpPr/>
            <p:nvPr/>
          </p:nvSpPr>
          <p:spPr>
            <a:xfrm>
              <a:off x="8347210" y="2437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5" name="pt54165"/>
            <p:cNvSpPr/>
            <p:nvPr/>
          </p:nvSpPr>
          <p:spPr>
            <a:xfrm>
              <a:off x="9269435" y="1813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6" name="pt54166"/>
            <p:cNvSpPr/>
            <p:nvPr/>
          </p:nvSpPr>
          <p:spPr>
            <a:xfrm>
              <a:off x="8347210" y="2355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7" name="pt54167"/>
            <p:cNvSpPr/>
            <p:nvPr/>
          </p:nvSpPr>
          <p:spPr>
            <a:xfrm>
              <a:off x="8669323" y="2290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8" name="pt54168"/>
            <p:cNvSpPr/>
            <p:nvPr/>
          </p:nvSpPr>
          <p:spPr>
            <a:xfrm>
              <a:off x="8713389" y="2273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9" name="pt54169"/>
            <p:cNvSpPr/>
            <p:nvPr/>
          </p:nvSpPr>
          <p:spPr>
            <a:xfrm>
              <a:off x="9806800" y="2194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0" name="pt54170"/>
            <p:cNvSpPr/>
            <p:nvPr/>
          </p:nvSpPr>
          <p:spPr>
            <a:xfrm>
              <a:off x="9035502" y="1820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1" name="pt54171"/>
            <p:cNvSpPr/>
            <p:nvPr/>
          </p:nvSpPr>
          <p:spPr>
            <a:xfrm>
              <a:off x="8981160" y="1912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2" name="pt54172"/>
            <p:cNvSpPr/>
            <p:nvPr/>
          </p:nvSpPr>
          <p:spPr>
            <a:xfrm>
              <a:off x="8891661" y="1928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3" name="pt54173"/>
            <p:cNvSpPr/>
            <p:nvPr/>
          </p:nvSpPr>
          <p:spPr>
            <a:xfrm>
              <a:off x="9627091" y="2523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4" name="pt54174"/>
            <p:cNvSpPr/>
            <p:nvPr/>
          </p:nvSpPr>
          <p:spPr>
            <a:xfrm>
              <a:off x="9223646" y="1916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5" name="pt54175"/>
            <p:cNvSpPr/>
            <p:nvPr/>
          </p:nvSpPr>
          <p:spPr>
            <a:xfrm>
              <a:off x="8999571" y="1783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6" name="pt54176"/>
            <p:cNvSpPr/>
            <p:nvPr/>
          </p:nvSpPr>
          <p:spPr>
            <a:xfrm>
              <a:off x="8921023" y="1646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7" name="pt54177"/>
            <p:cNvSpPr/>
            <p:nvPr/>
          </p:nvSpPr>
          <p:spPr>
            <a:xfrm>
              <a:off x="9490707" y="2453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8" name="pt54178"/>
            <p:cNvSpPr/>
            <p:nvPr/>
          </p:nvSpPr>
          <p:spPr>
            <a:xfrm>
              <a:off x="8713389" y="2215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9" name="pt54179"/>
            <p:cNvSpPr/>
            <p:nvPr/>
          </p:nvSpPr>
          <p:spPr>
            <a:xfrm>
              <a:off x="8596430" y="2139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0" name="pt54180"/>
            <p:cNvSpPr/>
            <p:nvPr/>
          </p:nvSpPr>
          <p:spPr>
            <a:xfrm>
              <a:off x="8948383" y="2055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1" name="pt54181"/>
            <p:cNvSpPr/>
            <p:nvPr/>
          </p:nvSpPr>
          <p:spPr>
            <a:xfrm>
              <a:off x="9761170" y="2386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2" name="pt54182"/>
            <p:cNvSpPr/>
            <p:nvPr/>
          </p:nvSpPr>
          <p:spPr>
            <a:xfrm>
              <a:off x="8852989" y="175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3" name="pt54183"/>
            <p:cNvSpPr/>
            <p:nvPr/>
          </p:nvSpPr>
          <p:spPr>
            <a:xfrm>
              <a:off x="8648148" y="2420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4" name="pt54184"/>
            <p:cNvSpPr/>
            <p:nvPr/>
          </p:nvSpPr>
          <p:spPr>
            <a:xfrm>
              <a:off x="8856549" y="2192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5" name="pt54185"/>
            <p:cNvSpPr/>
            <p:nvPr/>
          </p:nvSpPr>
          <p:spPr>
            <a:xfrm>
              <a:off x="8735430" y="2196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6" name="pt54186"/>
            <p:cNvSpPr/>
            <p:nvPr/>
          </p:nvSpPr>
          <p:spPr>
            <a:xfrm>
              <a:off x="9247994" y="1910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7" name="pt54187"/>
            <p:cNvSpPr/>
            <p:nvPr/>
          </p:nvSpPr>
          <p:spPr>
            <a:xfrm>
              <a:off x="9086240" y="1901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8" name="pt54188"/>
            <p:cNvSpPr/>
            <p:nvPr/>
          </p:nvSpPr>
          <p:spPr>
            <a:xfrm>
              <a:off x="9157488" y="1850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9" name="pt54189"/>
            <p:cNvSpPr/>
            <p:nvPr/>
          </p:nvSpPr>
          <p:spPr>
            <a:xfrm>
              <a:off x="8973968" y="1923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0" name="pt54190"/>
            <p:cNvSpPr/>
            <p:nvPr/>
          </p:nvSpPr>
          <p:spPr>
            <a:xfrm>
              <a:off x="9171470" y="2114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1" name="pt54191"/>
            <p:cNvSpPr/>
            <p:nvPr/>
          </p:nvSpPr>
          <p:spPr>
            <a:xfrm>
              <a:off x="8563654" y="2058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2" name="pt54192"/>
            <p:cNvSpPr/>
            <p:nvPr/>
          </p:nvSpPr>
          <p:spPr>
            <a:xfrm>
              <a:off x="8274318" y="2418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3" name="pt54193"/>
            <p:cNvSpPr/>
            <p:nvPr/>
          </p:nvSpPr>
          <p:spPr>
            <a:xfrm>
              <a:off x="8923469" y="1991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4" name="pt54194"/>
            <p:cNvSpPr/>
            <p:nvPr/>
          </p:nvSpPr>
          <p:spPr>
            <a:xfrm>
              <a:off x="8499532" y="2491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5" name="pt54195"/>
            <p:cNvSpPr/>
            <p:nvPr/>
          </p:nvSpPr>
          <p:spPr>
            <a:xfrm>
              <a:off x="9069792" y="1772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6" name="pt54196"/>
            <p:cNvSpPr/>
            <p:nvPr/>
          </p:nvSpPr>
          <p:spPr>
            <a:xfrm>
              <a:off x="8798858" y="2085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7" name="pt54197"/>
            <p:cNvSpPr/>
            <p:nvPr/>
          </p:nvSpPr>
          <p:spPr>
            <a:xfrm>
              <a:off x="8888738" y="2099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8" name="pt54198"/>
            <p:cNvSpPr/>
            <p:nvPr/>
          </p:nvSpPr>
          <p:spPr>
            <a:xfrm>
              <a:off x="8636546" y="2380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9" name="pt54199"/>
            <p:cNvSpPr/>
            <p:nvPr/>
          </p:nvSpPr>
          <p:spPr>
            <a:xfrm>
              <a:off x="9407038" y="1919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0" name="pt54200"/>
            <p:cNvSpPr/>
            <p:nvPr/>
          </p:nvSpPr>
          <p:spPr>
            <a:xfrm>
              <a:off x="9034195" y="1669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1" name="pt54201"/>
            <p:cNvSpPr/>
            <p:nvPr/>
          </p:nvSpPr>
          <p:spPr>
            <a:xfrm>
              <a:off x="8274318" y="2231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2" name="pt54202"/>
            <p:cNvSpPr/>
            <p:nvPr/>
          </p:nvSpPr>
          <p:spPr>
            <a:xfrm>
              <a:off x="8973968" y="1988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3" name="pt54203"/>
            <p:cNvSpPr/>
            <p:nvPr/>
          </p:nvSpPr>
          <p:spPr>
            <a:xfrm>
              <a:off x="8852989" y="1761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4" name="pt54204"/>
            <p:cNvSpPr/>
            <p:nvPr/>
          </p:nvSpPr>
          <p:spPr>
            <a:xfrm>
              <a:off x="9285697" y="1832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5" name="pt54205"/>
            <p:cNvSpPr/>
            <p:nvPr/>
          </p:nvSpPr>
          <p:spPr>
            <a:xfrm>
              <a:off x="8274318" y="2710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6" name="pt54206"/>
            <p:cNvSpPr/>
            <p:nvPr/>
          </p:nvSpPr>
          <p:spPr>
            <a:xfrm>
              <a:off x="8897369" y="2098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7" name="pt54207"/>
            <p:cNvSpPr/>
            <p:nvPr/>
          </p:nvSpPr>
          <p:spPr>
            <a:xfrm>
              <a:off x="9035502" y="1656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8" name="pt54208"/>
            <p:cNvSpPr/>
            <p:nvPr/>
          </p:nvSpPr>
          <p:spPr>
            <a:xfrm>
              <a:off x="8923469" y="1980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9" name="pt54209"/>
            <p:cNvSpPr/>
            <p:nvPr/>
          </p:nvSpPr>
          <p:spPr>
            <a:xfrm>
              <a:off x="9693515" y="1800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0" name="pt54210"/>
            <p:cNvSpPr/>
            <p:nvPr/>
          </p:nvSpPr>
          <p:spPr>
            <a:xfrm>
              <a:off x="9152801" y="2098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1" name="pt54211"/>
            <p:cNvSpPr/>
            <p:nvPr/>
          </p:nvSpPr>
          <p:spPr>
            <a:xfrm>
              <a:off x="8274318" y="2388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2" name="pt54212"/>
            <p:cNvSpPr/>
            <p:nvPr/>
          </p:nvSpPr>
          <p:spPr>
            <a:xfrm>
              <a:off x="8398928" y="2154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3" name="pt54213"/>
            <p:cNvSpPr/>
            <p:nvPr/>
          </p:nvSpPr>
          <p:spPr>
            <a:xfrm>
              <a:off x="9212805" y="1727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4" name="pt54214"/>
            <p:cNvSpPr/>
            <p:nvPr/>
          </p:nvSpPr>
          <p:spPr>
            <a:xfrm>
              <a:off x="9417918" y="1617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5" name="pt54215"/>
            <p:cNvSpPr/>
            <p:nvPr/>
          </p:nvSpPr>
          <p:spPr>
            <a:xfrm>
              <a:off x="8580788" y="2242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6" name="pt54216"/>
            <p:cNvSpPr/>
            <p:nvPr/>
          </p:nvSpPr>
          <p:spPr>
            <a:xfrm>
              <a:off x="9002725" y="1700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7" name="pt54217"/>
            <p:cNvSpPr/>
            <p:nvPr/>
          </p:nvSpPr>
          <p:spPr>
            <a:xfrm>
              <a:off x="9490707" y="2411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8" name="pt54218"/>
            <p:cNvSpPr/>
            <p:nvPr/>
          </p:nvSpPr>
          <p:spPr>
            <a:xfrm>
              <a:off x="8849358" y="1987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9" name="pt54219"/>
            <p:cNvSpPr/>
            <p:nvPr/>
          </p:nvSpPr>
          <p:spPr>
            <a:xfrm>
              <a:off x="8563654" y="2220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0" name="pt54220"/>
            <p:cNvSpPr/>
            <p:nvPr/>
          </p:nvSpPr>
          <p:spPr>
            <a:xfrm>
              <a:off x="8721041" y="1545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1" name="pt54221"/>
            <p:cNvSpPr/>
            <p:nvPr/>
          </p:nvSpPr>
          <p:spPr>
            <a:xfrm>
              <a:off x="8788868" y="2118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2" name="pt54222"/>
            <p:cNvSpPr/>
            <p:nvPr/>
          </p:nvSpPr>
          <p:spPr>
            <a:xfrm>
              <a:off x="8793933" y="2164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3" name="pt54223"/>
            <p:cNvSpPr/>
            <p:nvPr/>
          </p:nvSpPr>
          <p:spPr>
            <a:xfrm>
              <a:off x="9005825" y="1687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4" name="pt54224"/>
            <p:cNvSpPr/>
            <p:nvPr/>
          </p:nvSpPr>
          <p:spPr>
            <a:xfrm>
              <a:off x="9294853" y="2011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5" name="pt54225"/>
            <p:cNvSpPr/>
            <p:nvPr/>
          </p:nvSpPr>
          <p:spPr>
            <a:xfrm>
              <a:off x="9184443" y="2078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6" name="pt54226"/>
            <p:cNvSpPr/>
            <p:nvPr/>
          </p:nvSpPr>
          <p:spPr>
            <a:xfrm>
              <a:off x="9054052" y="2193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7" name="pt54227"/>
            <p:cNvSpPr/>
            <p:nvPr/>
          </p:nvSpPr>
          <p:spPr>
            <a:xfrm>
              <a:off x="9108394" y="2079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8" name="pt54228"/>
            <p:cNvSpPr/>
            <p:nvPr/>
          </p:nvSpPr>
          <p:spPr>
            <a:xfrm>
              <a:off x="9002725" y="2101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9" name="pt54229"/>
            <p:cNvSpPr/>
            <p:nvPr/>
          </p:nvSpPr>
          <p:spPr>
            <a:xfrm>
              <a:off x="9792213" y="2435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0" name="pt54230"/>
            <p:cNvSpPr/>
            <p:nvPr/>
          </p:nvSpPr>
          <p:spPr>
            <a:xfrm>
              <a:off x="8988075" y="1909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1" name="pt54231"/>
            <p:cNvSpPr/>
            <p:nvPr/>
          </p:nvSpPr>
          <p:spPr>
            <a:xfrm>
              <a:off x="8721041" y="2112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2" name="pt54232"/>
            <p:cNvSpPr/>
            <p:nvPr/>
          </p:nvSpPr>
          <p:spPr>
            <a:xfrm>
              <a:off x="8274318" y="2567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3" name="pt54233"/>
            <p:cNvSpPr/>
            <p:nvPr/>
          </p:nvSpPr>
          <p:spPr>
            <a:xfrm>
              <a:off x="8891661" y="2178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4" name="pt54234"/>
            <p:cNvSpPr/>
            <p:nvPr/>
          </p:nvSpPr>
          <p:spPr>
            <a:xfrm>
              <a:off x="8783657" y="2088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5" name="pt54235"/>
            <p:cNvSpPr/>
            <p:nvPr/>
          </p:nvSpPr>
          <p:spPr>
            <a:xfrm>
              <a:off x="9086240" y="1901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6" name="pt54236"/>
            <p:cNvSpPr/>
            <p:nvPr/>
          </p:nvSpPr>
          <p:spPr>
            <a:xfrm>
              <a:off x="9330228" y="2084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7" name="pt54237"/>
            <p:cNvSpPr/>
            <p:nvPr/>
          </p:nvSpPr>
          <p:spPr>
            <a:xfrm>
              <a:off x="9553956" y="2307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8" name="pt54238"/>
            <p:cNvSpPr/>
            <p:nvPr/>
          </p:nvSpPr>
          <p:spPr>
            <a:xfrm>
              <a:off x="8679043" y="2332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9" name="pt54239"/>
            <p:cNvSpPr/>
            <p:nvPr/>
          </p:nvSpPr>
          <p:spPr>
            <a:xfrm>
              <a:off x="8873363" y="1996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0" name="pt54240"/>
            <p:cNvSpPr/>
            <p:nvPr/>
          </p:nvSpPr>
          <p:spPr>
            <a:xfrm>
              <a:off x="8930613" y="1784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1" name="pt54241"/>
            <p:cNvSpPr/>
            <p:nvPr/>
          </p:nvSpPr>
          <p:spPr>
            <a:xfrm>
              <a:off x="9057543" y="1780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2" name="pt54242"/>
            <p:cNvSpPr/>
            <p:nvPr/>
          </p:nvSpPr>
          <p:spPr>
            <a:xfrm>
              <a:off x="9110981" y="1941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3" name="pt54243"/>
            <p:cNvSpPr/>
            <p:nvPr/>
          </p:nvSpPr>
          <p:spPr>
            <a:xfrm>
              <a:off x="8981160" y="2044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4" name="pt54244"/>
            <p:cNvSpPr/>
            <p:nvPr/>
          </p:nvSpPr>
          <p:spPr>
            <a:xfrm>
              <a:off x="9189492" y="2122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5" name="pt54245"/>
            <p:cNvSpPr/>
            <p:nvPr/>
          </p:nvSpPr>
          <p:spPr>
            <a:xfrm>
              <a:off x="8988075" y="2044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6" name="pt54246"/>
            <p:cNvSpPr/>
            <p:nvPr/>
          </p:nvSpPr>
          <p:spPr>
            <a:xfrm>
              <a:off x="9262568" y="202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7" name="pt54247"/>
            <p:cNvSpPr/>
            <p:nvPr/>
          </p:nvSpPr>
          <p:spPr>
            <a:xfrm>
              <a:off x="9269435" y="1735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8" name="pt54248"/>
            <p:cNvSpPr/>
            <p:nvPr/>
          </p:nvSpPr>
          <p:spPr>
            <a:xfrm>
              <a:off x="9147988" y="2117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9" name="pt54249"/>
            <p:cNvSpPr/>
            <p:nvPr/>
          </p:nvSpPr>
          <p:spPr>
            <a:xfrm>
              <a:off x="9035502" y="1811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0" name="pt54250"/>
            <p:cNvSpPr/>
            <p:nvPr/>
          </p:nvSpPr>
          <p:spPr>
            <a:xfrm>
              <a:off x="8544712" y="2438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1" name="pt54251"/>
            <p:cNvSpPr/>
            <p:nvPr/>
          </p:nvSpPr>
          <p:spPr>
            <a:xfrm>
              <a:off x="9049289" y="2165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2" name="pt54252"/>
            <p:cNvSpPr/>
            <p:nvPr/>
          </p:nvSpPr>
          <p:spPr>
            <a:xfrm>
              <a:off x="9597877" y="2250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3" name="pt54253"/>
            <p:cNvSpPr/>
            <p:nvPr/>
          </p:nvSpPr>
          <p:spPr>
            <a:xfrm>
              <a:off x="8817313" y="1996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4" name="pt54254"/>
            <p:cNvSpPr/>
            <p:nvPr/>
          </p:nvSpPr>
          <p:spPr>
            <a:xfrm>
              <a:off x="8728379" y="1999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5" name="pt54255"/>
            <p:cNvSpPr/>
            <p:nvPr/>
          </p:nvSpPr>
          <p:spPr>
            <a:xfrm>
              <a:off x="9005825" y="1752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6" name="pt54256"/>
            <p:cNvSpPr/>
            <p:nvPr/>
          </p:nvSpPr>
          <p:spPr>
            <a:xfrm>
              <a:off x="8679043" y="2266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7" name="pt54257"/>
            <p:cNvSpPr/>
            <p:nvPr/>
          </p:nvSpPr>
          <p:spPr>
            <a:xfrm>
              <a:off x="9059833" y="1744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8" name="pt54258"/>
            <p:cNvSpPr/>
            <p:nvPr/>
          </p:nvSpPr>
          <p:spPr>
            <a:xfrm>
              <a:off x="9171470" y="2110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9" name="pt54259"/>
            <p:cNvSpPr/>
            <p:nvPr/>
          </p:nvSpPr>
          <p:spPr>
            <a:xfrm>
              <a:off x="8721041" y="2229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0" name="pt54260"/>
            <p:cNvSpPr/>
            <p:nvPr/>
          </p:nvSpPr>
          <p:spPr>
            <a:xfrm>
              <a:off x="9780125" y="2372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1" name="pt54261"/>
            <p:cNvSpPr/>
            <p:nvPr/>
          </p:nvSpPr>
          <p:spPr>
            <a:xfrm>
              <a:off x="9124975" y="2002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2" name="pt54262"/>
            <p:cNvSpPr/>
            <p:nvPr/>
          </p:nvSpPr>
          <p:spPr>
            <a:xfrm>
              <a:off x="8830008" y="2159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3" name="pt54263"/>
            <p:cNvSpPr/>
            <p:nvPr/>
          </p:nvSpPr>
          <p:spPr>
            <a:xfrm>
              <a:off x="8544712" y="2360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4" name="pt54264"/>
            <p:cNvSpPr/>
            <p:nvPr/>
          </p:nvSpPr>
          <p:spPr>
            <a:xfrm>
              <a:off x="8958659" y="2286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5" name="pt54265"/>
            <p:cNvSpPr/>
            <p:nvPr/>
          </p:nvSpPr>
          <p:spPr>
            <a:xfrm>
              <a:off x="9034195" y="1846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6" name="pt54266"/>
            <p:cNvSpPr/>
            <p:nvPr/>
          </p:nvSpPr>
          <p:spPr>
            <a:xfrm>
              <a:off x="8873363" y="2019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7" name="pt54267"/>
            <p:cNvSpPr/>
            <p:nvPr/>
          </p:nvSpPr>
          <p:spPr>
            <a:xfrm>
              <a:off x="8274318" y="2439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8" name="pt54268"/>
            <p:cNvSpPr/>
            <p:nvPr/>
          </p:nvSpPr>
          <p:spPr>
            <a:xfrm>
              <a:off x="9090127" y="1910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9" name="pt54269"/>
            <p:cNvSpPr/>
            <p:nvPr/>
          </p:nvSpPr>
          <p:spPr>
            <a:xfrm>
              <a:off x="8523538" y="2394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0" name="pt54270"/>
            <p:cNvSpPr/>
            <p:nvPr/>
          </p:nvSpPr>
          <p:spPr>
            <a:xfrm>
              <a:off x="8596430" y="2188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1" name="pt54271"/>
            <p:cNvSpPr/>
            <p:nvPr/>
          </p:nvSpPr>
          <p:spPr>
            <a:xfrm>
              <a:off x="8624143" y="2292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2" name="pt54272"/>
            <p:cNvSpPr/>
            <p:nvPr/>
          </p:nvSpPr>
          <p:spPr>
            <a:xfrm>
              <a:off x="9002725" y="1834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3" name="pt54273"/>
            <p:cNvSpPr/>
            <p:nvPr/>
          </p:nvSpPr>
          <p:spPr>
            <a:xfrm>
              <a:off x="8624143" y="2497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4" name="pt54274"/>
            <p:cNvSpPr/>
            <p:nvPr/>
          </p:nvSpPr>
          <p:spPr>
            <a:xfrm>
              <a:off x="8852989" y="2042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5" name="pt54275"/>
            <p:cNvSpPr/>
            <p:nvPr/>
          </p:nvSpPr>
          <p:spPr>
            <a:xfrm>
              <a:off x="9317391" y="2100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6" name="pt54276"/>
            <p:cNvSpPr/>
            <p:nvPr/>
          </p:nvSpPr>
          <p:spPr>
            <a:xfrm>
              <a:off x="9419155" y="1897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7" name="pt54277"/>
            <p:cNvSpPr/>
            <p:nvPr/>
          </p:nvSpPr>
          <p:spPr>
            <a:xfrm>
              <a:off x="8803653" y="1952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8" name="pt54278"/>
            <p:cNvSpPr/>
            <p:nvPr/>
          </p:nvSpPr>
          <p:spPr>
            <a:xfrm>
              <a:off x="9236019" y="2231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9" name="pt54279"/>
            <p:cNvSpPr/>
            <p:nvPr/>
          </p:nvSpPr>
          <p:spPr>
            <a:xfrm>
              <a:off x="9023378" y="1865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0" name="pt54280"/>
            <p:cNvSpPr/>
            <p:nvPr/>
          </p:nvSpPr>
          <p:spPr>
            <a:xfrm>
              <a:off x="8274318" y="2423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1" name="pt54281"/>
            <p:cNvSpPr/>
            <p:nvPr/>
          </p:nvSpPr>
          <p:spPr>
            <a:xfrm>
              <a:off x="8817313" y="2054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2" name="pt54282"/>
            <p:cNvSpPr/>
            <p:nvPr/>
          </p:nvSpPr>
          <p:spPr>
            <a:xfrm>
              <a:off x="8817313" y="2038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3" name="pt54283"/>
            <p:cNvSpPr/>
            <p:nvPr/>
          </p:nvSpPr>
          <p:spPr>
            <a:xfrm>
              <a:off x="8398928" y="2516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4" name="pt54284"/>
            <p:cNvSpPr/>
            <p:nvPr/>
          </p:nvSpPr>
          <p:spPr>
            <a:xfrm>
              <a:off x="9074048" y="1876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5" name="pt54285"/>
            <p:cNvSpPr/>
            <p:nvPr/>
          </p:nvSpPr>
          <p:spPr>
            <a:xfrm>
              <a:off x="9558274" y="2369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6" name="pt54286"/>
            <p:cNvSpPr/>
            <p:nvPr/>
          </p:nvSpPr>
          <p:spPr>
            <a:xfrm>
              <a:off x="8471820" y="2438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7" name="pt54287"/>
            <p:cNvSpPr/>
            <p:nvPr/>
          </p:nvSpPr>
          <p:spPr>
            <a:xfrm>
              <a:off x="8471820" y="2514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8" name="pt54288"/>
            <p:cNvSpPr/>
            <p:nvPr/>
          </p:nvSpPr>
          <p:spPr>
            <a:xfrm>
              <a:off x="9237295" y="2178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9" name="pt54289"/>
            <p:cNvSpPr/>
            <p:nvPr/>
          </p:nvSpPr>
          <p:spPr>
            <a:xfrm>
              <a:off x="9190595" y="2109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0" name="pt54290"/>
            <p:cNvSpPr/>
            <p:nvPr/>
          </p:nvSpPr>
          <p:spPr>
            <a:xfrm>
              <a:off x="9103999" y="2332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1" name="pt54291"/>
            <p:cNvSpPr/>
            <p:nvPr/>
          </p:nvSpPr>
          <p:spPr>
            <a:xfrm>
              <a:off x="8748753" y="2030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2" name="pt54292"/>
            <p:cNvSpPr/>
            <p:nvPr/>
          </p:nvSpPr>
          <p:spPr>
            <a:xfrm>
              <a:off x="8742215" y="2123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3" name="pt54293"/>
            <p:cNvSpPr/>
            <p:nvPr/>
          </p:nvSpPr>
          <p:spPr>
            <a:xfrm>
              <a:off x="8610820" y="2010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4" name="pt54294"/>
            <p:cNvSpPr/>
            <p:nvPr/>
          </p:nvSpPr>
          <p:spPr>
            <a:xfrm>
              <a:off x="9127336" y="1930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5" name="pt54295"/>
            <p:cNvSpPr/>
            <p:nvPr/>
          </p:nvSpPr>
          <p:spPr>
            <a:xfrm>
              <a:off x="8398928" y="2388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6" name="pt54296"/>
            <p:cNvSpPr/>
            <p:nvPr/>
          </p:nvSpPr>
          <p:spPr>
            <a:xfrm>
              <a:off x="8728379" y="2154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7" name="pt54297"/>
            <p:cNvSpPr/>
            <p:nvPr/>
          </p:nvSpPr>
          <p:spPr>
            <a:xfrm>
              <a:off x="9308769" y="2141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8" name="pt54298"/>
            <p:cNvSpPr/>
            <p:nvPr/>
          </p:nvSpPr>
          <p:spPr>
            <a:xfrm>
              <a:off x="9439678" y="1811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9" name="pt54299"/>
            <p:cNvSpPr/>
            <p:nvPr/>
          </p:nvSpPr>
          <p:spPr>
            <a:xfrm>
              <a:off x="8821645" y="2037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0" name="pt54300"/>
            <p:cNvSpPr/>
            <p:nvPr/>
          </p:nvSpPr>
          <p:spPr>
            <a:xfrm>
              <a:off x="9351205" y="2060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1" name="pt54301"/>
            <p:cNvSpPr/>
            <p:nvPr/>
          </p:nvSpPr>
          <p:spPr>
            <a:xfrm>
              <a:off x="8347210" y="2356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2" name="pt54302"/>
            <p:cNvSpPr/>
            <p:nvPr/>
          </p:nvSpPr>
          <p:spPr>
            <a:xfrm>
              <a:off x="9356962" y="2034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3" name="pt54303"/>
            <p:cNvSpPr/>
            <p:nvPr/>
          </p:nvSpPr>
          <p:spPr>
            <a:xfrm>
              <a:off x="9110123" y="194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4" name="pt54304"/>
            <p:cNvSpPr/>
            <p:nvPr/>
          </p:nvSpPr>
          <p:spPr>
            <a:xfrm>
              <a:off x="8347210" y="2191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5" name="pt54305"/>
            <p:cNvSpPr/>
            <p:nvPr/>
          </p:nvSpPr>
          <p:spPr>
            <a:xfrm>
              <a:off x="8817313" y="2009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6" name="pt54306"/>
            <p:cNvSpPr/>
            <p:nvPr/>
          </p:nvSpPr>
          <p:spPr>
            <a:xfrm>
              <a:off x="8812874" y="2245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7" name="pt54307"/>
            <p:cNvSpPr/>
            <p:nvPr/>
          </p:nvSpPr>
          <p:spPr>
            <a:xfrm>
              <a:off x="8398928" y="2384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8" name="pt54308"/>
            <p:cNvSpPr/>
            <p:nvPr/>
          </p:nvSpPr>
          <p:spPr>
            <a:xfrm>
              <a:off x="8347210" y="2504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9" name="pt54309"/>
            <p:cNvSpPr/>
            <p:nvPr/>
          </p:nvSpPr>
          <p:spPr>
            <a:xfrm>
              <a:off x="8735430" y="2226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0" name="pt54310"/>
            <p:cNvSpPr/>
            <p:nvPr/>
          </p:nvSpPr>
          <p:spPr>
            <a:xfrm>
              <a:off x="8856549" y="2291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1" name="pt54311"/>
            <p:cNvSpPr/>
            <p:nvPr/>
          </p:nvSpPr>
          <p:spPr>
            <a:xfrm>
              <a:off x="8849358" y="2079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2" name="pt54312"/>
            <p:cNvSpPr/>
            <p:nvPr/>
          </p:nvSpPr>
          <p:spPr>
            <a:xfrm>
              <a:off x="8596430" y="233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3" name="pt54313"/>
            <p:cNvSpPr/>
            <p:nvPr/>
          </p:nvSpPr>
          <p:spPr>
            <a:xfrm>
              <a:off x="8610820" y="2054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4" name="pt54314"/>
            <p:cNvSpPr/>
            <p:nvPr/>
          </p:nvSpPr>
          <p:spPr>
            <a:xfrm>
              <a:off x="9223188" y="1779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5" name="pt54315"/>
            <p:cNvSpPr/>
            <p:nvPr/>
          </p:nvSpPr>
          <p:spPr>
            <a:xfrm>
              <a:off x="8817313" y="2143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6" name="pt54316"/>
            <p:cNvSpPr/>
            <p:nvPr/>
          </p:nvSpPr>
          <p:spPr>
            <a:xfrm>
              <a:off x="9527393" y="1655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7" name="pt54317"/>
            <p:cNvSpPr/>
            <p:nvPr/>
          </p:nvSpPr>
          <p:spPr>
            <a:xfrm>
              <a:off x="8499532" y="2437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8" name="pt54318"/>
            <p:cNvSpPr/>
            <p:nvPr/>
          </p:nvSpPr>
          <p:spPr>
            <a:xfrm>
              <a:off x="8748753" y="1915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9" name="pt54319"/>
            <p:cNvSpPr/>
            <p:nvPr/>
          </p:nvSpPr>
          <p:spPr>
            <a:xfrm>
              <a:off x="8958659" y="2191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0" name="pt54320"/>
            <p:cNvSpPr/>
            <p:nvPr/>
          </p:nvSpPr>
          <p:spPr>
            <a:xfrm>
              <a:off x="8742215" y="2012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1" name="pt54321"/>
            <p:cNvSpPr/>
            <p:nvPr/>
          </p:nvSpPr>
          <p:spPr>
            <a:xfrm>
              <a:off x="8735430" y="2137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2" name="pt54322"/>
            <p:cNvSpPr/>
            <p:nvPr/>
          </p:nvSpPr>
          <p:spPr>
            <a:xfrm>
              <a:off x="8274318" y="236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3" name="pt54323"/>
            <p:cNvSpPr/>
            <p:nvPr/>
          </p:nvSpPr>
          <p:spPr>
            <a:xfrm>
              <a:off x="8636546" y="2304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4" name="pt54324"/>
            <p:cNvSpPr/>
            <p:nvPr/>
          </p:nvSpPr>
          <p:spPr>
            <a:xfrm>
              <a:off x="8798858" y="2022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5" name="pt54325"/>
            <p:cNvSpPr/>
            <p:nvPr/>
          </p:nvSpPr>
          <p:spPr>
            <a:xfrm>
              <a:off x="9639141" y="2177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6" name="pt54326"/>
            <p:cNvSpPr/>
            <p:nvPr/>
          </p:nvSpPr>
          <p:spPr>
            <a:xfrm>
              <a:off x="9477272" y="2722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7" name="pt54327"/>
            <p:cNvSpPr/>
            <p:nvPr/>
          </p:nvSpPr>
          <p:spPr>
            <a:xfrm>
              <a:off x="8274318" y="2626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8" name="pt54328"/>
            <p:cNvSpPr/>
            <p:nvPr/>
          </p:nvSpPr>
          <p:spPr>
            <a:xfrm>
              <a:off x="8873363" y="2035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9" name="pt54329"/>
            <p:cNvSpPr/>
            <p:nvPr/>
          </p:nvSpPr>
          <p:spPr>
            <a:xfrm>
              <a:off x="8761156" y="2258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0" name="pt54330"/>
            <p:cNvSpPr/>
            <p:nvPr/>
          </p:nvSpPr>
          <p:spPr>
            <a:xfrm>
              <a:off x="8624143" y="2474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1" name="pt54331"/>
            <p:cNvSpPr/>
            <p:nvPr/>
          </p:nvSpPr>
          <p:spPr>
            <a:xfrm>
              <a:off x="8772758" y="2069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2" name="pt54332"/>
            <p:cNvSpPr/>
            <p:nvPr/>
          </p:nvSpPr>
          <p:spPr>
            <a:xfrm>
              <a:off x="9356962" y="2114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3" name="pt54333"/>
            <p:cNvSpPr/>
            <p:nvPr/>
          </p:nvSpPr>
          <p:spPr>
            <a:xfrm>
              <a:off x="8563654" y="2246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4" name="pt54334"/>
            <p:cNvSpPr/>
            <p:nvPr/>
          </p:nvSpPr>
          <p:spPr>
            <a:xfrm>
              <a:off x="8705398" y="2199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5" name="pt54335"/>
            <p:cNvSpPr/>
            <p:nvPr/>
          </p:nvSpPr>
          <p:spPr>
            <a:xfrm>
              <a:off x="8471820" y="2310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6" name="pt54336"/>
            <p:cNvSpPr/>
            <p:nvPr/>
          </p:nvSpPr>
          <p:spPr>
            <a:xfrm>
              <a:off x="9110981" y="2080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7" name="pt54337"/>
            <p:cNvSpPr/>
            <p:nvPr/>
          </p:nvSpPr>
          <p:spPr>
            <a:xfrm>
              <a:off x="8721041" y="1905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8" name="pt54338"/>
            <p:cNvSpPr/>
            <p:nvPr/>
          </p:nvSpPr>
          <p:spPr>
            <a:xfrm>
              <a:off x="8471820" y="2485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9" name="pt54339"/>
            <p:cNvSpPr/>
            <p:nvPr/>
          </p:nvSpPr>
          <p:spPr>
            <a:xfrm>
              <a:off x="9413835" y="1924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0" name="pt54340"/>
            <p:cNvSpPr/>
            <p:nvPr/>
          </p:nvSpPr>
          <p:spPr>
            <a:xfrm>
              <a:off x="8852989" y="2019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1" name="pt54341"/>
            <p:cNvSpPr/>
            <p:nvPr/>
          </p:nvSpPr>
          <p:spPr>
            <a:xfrm>
              <a:off x="9101309" y="2040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2" name="pt54342"/>
            <p:cNvSpPr/>
            <p:nvPr/>
          </p:nvSpPr>
          <p:spPr>
            <a:xfrm>
              <a:off x="8721041" y="2142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3" name="pt54343"/>
            <p:cNvSpPr/>
            <p:nvPr/>
          </p:nvSpPr>
          <p:spPr>
            <a:xfrm>
              <a:off x="9013348" y="1470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4" name="pt54344"/>
            <p:cNvSpPr/>
            <p:nvPr/>
          </p:nvSpPr>
          <p:spPr>
            <a:xfrm>
              <a:off x="8688264" y="2238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5" name="pt54345"/>
            <p:cNvSpPr/>
            <p:nvPr/>
          </p:nvSpPr>
          <p:spPr>
            <a:xfrm>
              <a:off x="8523538" y="2407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6" name="pt54346"/>
            <p:cNvSpPr/>
            <p:nvPr/>
          </p:nvSpPr>
          <p:spPr>
            <a:xfrm>
              <a:off x="8471820" y="2423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7" name="pt54347"/>
            <p:cNvSpPr/>
            <p:nvPr/>
          </p:nvSpPr>
          <p:spPr>
            <a:xfrm>
              <a:off x="8544712" y="2193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8" name="pt54348"/>
            <p:cNvSpPr/>
            <p:nvPr/>
          </p:nvSpPr>
          <p:spPr>
            <a:xfrm>
              <a:off x="8544712" y="2320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9" name="pt54349"/>
            <p:cNvSpPr/>
            <p:nvPr/>
          </p:nvSpPr>
          <p:spPr>
            <a:xfrm>
              <a:off x="8882745" y="1597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0" name="pt54350"/>
            <p:cNvSpPr/>
            <p:nvPr/>
          </p:nvSpPr>
          <p:spPr>
            <a:xfrm>
              <a:off x="8830008" y="1972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1" name="pt54351"/>
            <p:cNvSpPr/>
            <p:nvPr/>
          </p:nvSpPr>
          <p:spPr>
            <a:xfrm>
              <a:off x="8721041" y="2265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2" name="pt54352"/>
            <p:cNvSpPr/>
            <p:nvPr/>
          </p:nvSpPr>
          <p:spPr>
            <a:xfrm>
              <a:off x="9054052" y="2254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3" name="pt54353"/>
            <p:cNvSpPr/>
            <p:nvPr/>
          </p:nvSpPr>
          <p:spPr>
            <a:xfrm>
              <a:off x="8748753" y="2041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4" name="pt54354"/>
            <p:cNvSpPr/>
            <p:nvPr/>
          </p:nvSpPr>
          <p:spPr>
            <a:xfrm>
              <a:off x="8274318" y="2217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5" name="pt54355"/>
            <p:cNvSpPr/>
            <p:nvPr/>
          </p:nvSpPr>
          <p:spPr>
            <a:xfrm>
              <a:off x="8659047" y="2485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6" name="pt54356"/>
            <p:cNvSpPr/>
            <p:nvPr/>
          </p:nvSpPr>
          <p:spPr>
            <a:xfrm>
              <a:off x="9180997" y="2000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7" name="pt54357"/>
            <p:cNvSpPr/>
            <p:nvPr/>
          </p:nvSpPr>
          <p:spPr>
            <a:xfrm>
              <a:off x="8398928" y="2305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8" name="pt54358"/>
            <p:cNvSpPr/>
            <p:nvPr/>
          </p:nvSpPr>
          <p:spPr>
            <a:xfrm>
              <a:off x="9499399" y="2456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9" name="pt54359"/>
            <p:cNvSpPr/>
            <p:nvPr/>
          </p:nvSpPr>
          <p:spPr>
            <a:xfrm>
              <a:off x="8932933" y="1784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0" name="pt54360"/>
            <p:cNvSpPr/>
            <p:nvPr/>
          </p:nvSpPr>
          <p:spPr>
            <a:xfrm>
              <a:off x="8778290" y="2141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1" name="pt54361"/>
            <p:cNvSpPr/>
            <p:nvPr/>
          </p:nvSpPr>
          <p:spPr>
            <a:xfrm>
              <a:off x="8910892" y="2134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2" name="pt54362"/>
            <p:cNvSpPr/>
            <p:nvPr/>
          </p:nvSpPr>
          <p:spPr>
            <a:xfrm>
              <a:off x="9002725" y="1947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3" name="pt54363"/>
            <p:cNvSpPr/>
            <p:nvPr/>
          </p:nvSpPr>
          <p:spPr>
            <a:xfrm>
              <a:off x="9395106" y="2236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4" name="pt54364"/>
            <p:cNvSpPr/>
            <p:nvPr/>
          </p:nvSpPr>
          <p:spPr>
            <a:xfrm>
              <a:off x="8563654" y="2142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5" name="pt54365"/>
            <p:cNvSpPr/>
            <p:nvPr/>
          </p:nvSpPr>
          <p:spPr>
            <a:xfrm>
              <a:off x="8499532" y="23604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6" name="pt54366"/>
            <p:cNvSpPr/>
            <p:nvPr/>
          </p:nvSpPr>
          <p:spPr>
            <a:xfrm>
              <a:off x="8735430" y="2122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7" name="pt54367"/>
            <p:cNvSpPr/>
            <p:nvPr/>
          </p:nvSpPr>
          <p:spPr>
            <a:xfrm>
              <a:off x="9069792" y="1700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8" name="pt54368"/>
            <p:cNvSpPr/>
            <p:nvPr/>
          </p:nvSpPr>
          <p:spPr>
            <a:xfrm>
              <a:off x="8347210" y="2262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9" name="pt54369"/>
            <p:cNvSpPr/>
            <p:nvPr/>
          </p:nvSpPr>
          <p:spPr>
            <a:xfrm>
              <a:off x="9048079" y="2229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0" name="pt54370"/>
            <p:cNvSpPr/>
            <p:nvPr/>
          </p:nvSpPr>
          <p:spPr>
            <a:xfrm>
              <a:off x="8821645" y="2014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1" name="pt54371"/>
            <p:cNvSpPr/>
            <p:nvPr/>
          </p:nvSpPr>
          <p:spPr>
            <a:xfrm>
              <a:off x="9689893" y="1952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2" name="pt54372"/>
            <p:cNvSpPr/>
            <p:nvPr/>
          </p:nvSpPr>
          <p:spPr>
            <a:xfrm>
              <a:off x="8788868" y="2055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3" name="pt54373"/>
            <p:cNvSpPr/>
            <p:nvPr/>
          </p:nvSpPr>
          <p:spPr>
            <a:xfrm>
              <a:off x="8910892" y="2120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4" name="pt54374"/>
            <p:cNvSpPr/>
            <p:nvPr/>
          </p:nvSpPr>
          <p:spPr>
            <a:xfrm>
              <a:off x="9401001" y="216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5" name="pt54375"/>
            <p:cNvSpPr/>
            <p:nvPr/>
          </p:nvSpPr>
          <p:spPr>
            <a:xfrm>
              <a:off x="8274318" y="2396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6" name="pt54376"/>
            <p:cNvSpPr/>
            <p:nvPr/>
          </p:nvSpPr>
          <p:spPr>
            <a:xfrm>
              <a:off x="9594013" y="2426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7" name="pt54377"/>
            <p:cNvSpPr/>
            <p:nvPr/>
          </p:nvSpPr>
          <p:spPr>
            <a:xfrm>
              <a:off x="9431373" y="1960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8" name="pt54378"/>
            <p:cNvSpPr/>
            <p:nvPr/>
          </p:nvSpPr>
          <p:spPr>
            <a:xfrm>
              <a:off x="8636546" y="2354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9" name="pt54379"/>
            <p:cNvSpPr/>
            <p:nvPr/>
          </p:nvSpPr>
          <p:spPr>
            <a:xfrm>
              <a:off x="9066533" y="1706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0" name="pt54380"/>
            <p:cNvSpPr/>
            <p:nvPr/>
          </p:nvSpPr>
          <p:spPr>
            <a:xfrm>
              <a:off x="8761156" y="2338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1" name="pt54381"/>
            <p:cNvSpPr/>
            <p:nvPr/>
          </p:nvSpPr>
          <p:spPr>
            <a:xfrm>
              <a:off x="9976916" y="2619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2" name="pt54382"/>
            <p:cNvSpPr/>
            <p:nvPr/>
          </p:nvSpPr>
          <p:spPr>
            <a:xfrm>
              <a:off x="8761156" y="2196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3" name="pt54383"/>
            <p:cNvSpPr/>
            <p:nvPr/>
          </p:nvSpPr>
          <p:spPr>
            <a:xfrm>
              <a:off x="8523538" y="2557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4" name="pt54384"/>
            <p:cNvSpPr/>
            <p:nvPr/>
          </p:nvSpPr>
          <p:spPr>
            <a:xfrm>
              <a:off x="9005825" y="1681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5" name="pt54385"/>
            <p:cNvSpPr/>
            <p:nvPr/>
          </p:nvSpPr>
          <p:spPr>
            <a:xfrm>
              <a:off x="8439043" y="2231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6" name="pt54386"/>
            <p:cNvSpPr/>
            <p:nvPr/>
          </p:nvSpPr>
          <p:spPr>
            <a:xfrm>
              <a:off x="9585294" y="2268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7" name="pt54387"/>
            <p:cNvSpPr/>
            <p:nvPr/>
          </p:nvSpPr>
          <p:spPr>
            <a:xfrm>
              <a:off x="8856549" y="2170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8" name="pt54388"/>
            <p:cNvSpPr/>
            <p:nvPr/>
          </p:nvSpPr>
          <p:spPr>
            <a:xfrm>
              <a:off x="8817313" y="2081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9" name="pt54389"/>
            <p:cNvSpPr/>
            <p:nvPr/>
          </p:nvSpPr>
          <p:spPr>
            <a:xfrm>
              <a:off x="9124182" y="2047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0" name="pt54390"/>
            <p:cNvSpPr/>
            <p:nvPr/>
          </p:nvSpPr>
          <p:spPr>
            <a:xfrm>
              <a:off x="8624143" y="2420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1" name="pt54391"/>
            <p:cNvSpPr/>
            <p:nvPr/>
          </p:nvSpPr>
          <p:spPr>
            <a:xfrm>
              <a:off x="9200748" y="1859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2" name="pt54392"/>
            <p:cNvSpPr/>
            <p:nvPr/>
          </p:nvSpPr>
          <p:spPr>
            <a:xfrm>
              <a:off x="9035502" y="1604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3" name="pt54393"/>
            <p:cNvSpPr/>
            <p:nvPr/>
          </p:nvSpPr>
          <p:spPr>
            <a:xfrm>
              <a:off x="8876545" y="1767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4" name="pt54394"/>
            <p:cNvSpPr/>
            <p:nvPr/>
          </p:nvSpPr>
          <p:spPr>
            <a:xfrm>
              <a:off x="8783657" y="2203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5" name="pt54395"/>
            <p:cNvSpPr/>
            <p:nvPr/>
          </p:nvSpPr>
          <p:spPr>
            <a:xfrm>
              <a:off x="9097658" y="2033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6" name="pt54396"/>
            <p:cNvSpPr/>
            <p:nvPr/>
          </p:nvSpPr>
          <p:spPr>
            <a:xfrm>
              <a:off x="8624143" y="2483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7" name="pt54397"/>
            <p:cNvSpPr/>
            <p:nvPr/>
          </p:nvSpPr>
          <p:spPr>
            <a:xfrm>
              <a:off x="9645731" y="2152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8" name="pt54398"/>
            <p:cNvSpPr/>
            <p:nvPr/>
          </p:nvSpPr>
          <p:spPr>
            <a:xfrm>
              <a:off x="8471820" y="2298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9" name="pt54399"/>
            <p:cNvSpPr/>
            <p:nvPr/>
          </p:nvSpPr>
          <p:spPr>
            <a:xfrm>
              <a:off x="8767051" y="2158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0" name="pt54400"/>
            <p:cNvSpPr/>
            <p:nvPr/>
          </p:nvSpPr>
          <p:spPr>
            <a:xfrm>
              <a:off x="9043153" y="1645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1" name="pt54401"/>
            <p:cNvSpPr/>
            <p:nvPr/>
          </p:nvSpPr>
          <p:spPr>
            <a:xfrm>
              <a:off x="8274318" y="258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2" name="pt54402"/>
            <p:cNvSpPr/>
            <p:nvPr/>
          </p:nvSpPr>
          <p:spPr>
            <a:xfrm>
              <a:off x="8923469" y="1951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3" name="pt54403"/>
            <p:cNvSpPr/>
            <p:nvPr/>
          </p:nvSpPr>
          <p:spPr>
            <a:xfrm>
              <a:off x="8950486" y="2124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4" name="pt54404"/>
            <p:cNvSpPr/>
            <p:nvPr/>
          </p:nvSpPr>
          <p:spPr>
            <a:xfrm>
              <a:off x="9190595" y="2117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5" name="pt54405"/>
            <p:cNvSpPr/>
            <p:nvPr/>
          </p:nvSpPr>
          <p:spPr>
            <a:xfrm>
              <a:off x="8669323" y="2364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6" name="pt54406"/>
            <p:cNvSpPr/>
            <p:nvPr/>
          </p:nvSpPr>
          <p:spPr>
            <a:xfrm>
              <a:off x="9407038" y="2141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7" name="pt54407"/>
            <p:cNvSpPr/>
            <p:nvPr/>
          </p:nvSpPr>
          <p:spPr>
            <a:xfrm>
              <a:off x="8910892" y="1939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8" name="pt54408"/>
            <p:cNvSpPr/>
            <p:nvPr/>
          </p:nvSpPr>
          <p:spPr>
            <a:xfrm>
              <a:off x="8783657" y="2116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9" name="pt54409"/>
            <p:cNvSpPr/>
            <p:nvPr/>
          </p:nvSpPr>
          <p:spPr>
            <a:xfrm>
              <a:off x="8471820" y="2544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0" name="pt54410"/>
            <p:cNvSpPr/>
            <p:nvPr/>
          </p:nvSpPr>
          <p:spPr>
            <a:xfrm>
              <a:off x="9212805" y="1859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1" name="pt54411"/>
            <p:cNvSpPr/>
            <p:nvPr/>
          </p:nvSpPr>
          <p:spPr>
            <a:xfrm>
              <a:off x="8471820" y="238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2" name="pt54412"/>
            <p:cNvSpPr/>
            <p:nvPr/>
          </p:nvSpPr>
          <p:spPr>
            <a:xfrm>
              <a:off x="9201267" y="1820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3" name="pt54413"/>
            <p:cNvSpPr/>
            <p:nvPr/>
          </p:nvSpPr>
          <p:spPr>
            <a:xfrm>
              <a:off x="9439678" y="1878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4" name="pt54414"/>
            <p:cNvSpPr/>
            <p:nvPr/>
          </p:nvSpPr>
          <p:spPr>
            <a:xfrm>
              <a:off x="8876545" y="1876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5" name="pt54415"/>
            <p:cNvSpPr/>
            <p:nvPr/>
          </p:nvSpPr>
          <p:spPr>
            <a:xfrm>
              <a:off x="8610820" y="2064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6" name="pt54416"/>
            <p:cNvSpPr/>
            <p:nvPr/>
          </p:nvSpPr>
          <p:spPr>
            <a:xfrm>
              <a:off x="8398928" y="2273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7" name="pt54417"/>
            <p:cNvSpPr/>
            <p:nvPr/>
          </p:nvSpPr>
          <p:spPr>
            <a:xfrm>
              <a:off x="9030214" y="1738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8" name="pt54418"/>
            <p:cNvSpPr/>
            <p:nvPr/>
          </p:nvSpPr>
          <p:spPr>
            <a:xfrm>
              <a:off x="8624143" y="2313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9" name="pt54419"/>
            <p:cNvSpPr/>
            <p:nvPr/>
          </p:nvSpPr>
          <p:spPr>
            <a:xfrm>
              <a:off x="9219949" y="2180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0" name="pt54420"/>
            <p:cNvSpPr/>
            <p:nvPr/>
          </p:nvSpPr>
          <p:spPr>
            <a:xfrm>
              <a:off x="9247994" y="1980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1" name="pt54421"/>
            <p:cNvSpPr/>
            <p:nvPr/>
          </p:nvSpPr>
          <p:spPr>
            <a:xfrm>
              <a:off x="8849358" y="1971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2" name="pt54422"/>
            <p:cNvSpPr/>
            <p:nvPr/>
          </p:nvSpPr>
          <p:spPr>
            <a:xfrm>
              <a:off x="8659047" y="2334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3" name="pt54423"/>
            <p:cNvSpPr/>
            <p:nvPr/>
          </p:nvSpPr>
          <p:spPr>
            <a:xfrm>
              <a:off x="8956650" y="2287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4" name="pt54424"/>
            <p:cNvSpPr/>
            <p:nvPr/>
          </p:nvSpPr>
          <p:spPr>
            <a:xfrm>
              <a:off x="8688264" y="2125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5" name="pt54425"/>
            <p:cNvSpPr/>
            <p:nvPr/>
          </p:nvSpPr>
          <p:spPr>
            <a:xfrm>
              <a:off x="8825875" y="1933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6" name="pt54426"/>
            <p:cNvSpPr/>
            <p:nvPr/>
          </p:nvSpPr>
          <p:spPr>
            <a:xfrm>
              <a:off x="8648148" y="2210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7" name="pt54427"/>
            <p:cNvSpPr/>
            <p:nvPr/>
          </p:nvSpPr>
          <p:spPr>
            <a:xfrm>
              <a:off x="8610820" y="2146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8" name="pt54428"/>
            <p:cNvSpPr/>
            <p:nvPr/>
          </p:nvSpPr>
          <p:spPr>
            <a:xfrm>
              <a:off x="9477272" y="2518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9" name="pt54429"/>
            <p:cNvSpPr/>
            <p:nvPr/>
          </p:nvSpPr>
          <p:spPr>
            <a:xfrm>
              <a:off x="9370394" y="2145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0" name="pt54430"/>
            <p:cNvSpPr/>
            <p:nvPr/>
          </p:nvSpPr>
          <p:spPr>
            <a:xfrm>
              <a:off x="8721041" y="1983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1" name="pt54431"/>
            <p:cNvSpPr/>
            <p:nvPr/>
          </p:nvSpPr>
          <p:spPr>
            <a:xfrm>
              <a:off x="8439043" y="205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2" name="pt54432"/>
            <p:cNvSpPr/>
            <p:nvPr/>
          </p:nvSpPr>
          <p:spPr>
            <a:xfrm>
              <a:off x="9976916" y="2522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3" name="pt54433"/>
            <p:cNvSpPr/>
            <p:nvPr/>
          </p:nvSpPr>
          <p:spPr>
            <a:xfrm>
              <a:off x="8580788" y="2239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4" name="pt54434"/>
            <p:cNvSpPr/>
            <p:nvPr/>
          </p:nvSpPr>
          <p:spPr>
            <a:xfrm>
              <a:off x="8721041" y="2012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5" name="pt54435"/>
            <p:cNvSpPr/>
            <p:nvPr/>
          </p:nvSpPr>
          <p:spPr>
            <a:xfrm>
              <a:off x="8721041" y="2180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6" name="pt54436"/>
            <p:cNvSpPr/>
            <p:nvPr/>
          </p:nvSpPr>
          <p:spPr>
            <a:xfrm>
              <a:off x="8982914" y="1910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7" name="pt54437"/>
            <p:cNvSpPr/>
            <p:nvPr/>
          </p:nvSpPr>
          <p:spPr>
            <a:xfrm>
              <a:off x="9199706" y="2161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8" name="pt54438"/>
            <p:cNvSpPr/>
            <p:nvPr/>
          </p:nvSpPr>
          <p:spPr>
            <a:xfrm>
              <a:off x="9044397" y="2003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9" name="pt54439"/>
            <p:cNvSpPr/>
            <p:nvPr/>
          </p:nvSpPr>
          <p:spPr>
            <a:xfrm>
              <a:off x="9497514" y="2339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0" name="pt54440"/>
            <p:cNvSpPr/>
            <p:nvPr/>
          </p:nvSpPr>
          <p:spPr>
            <a:xfrm>
              <a:off x="9274677" y="1838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1" name="pt54441"/>
            <p:cNvSpPr/>
            <p:nvPr/>
          </p:nvSpPr>
          <p:spPr>
            <a:xfrm>
              <a:off x="8830008" y="2181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2" name="pt54442"/>
            <p:cNvSpPr/>
            <p:nvPr/>
          </p:nvSpPr>
          <p:spPr>
            <a:xfrm>
              <a:off x="8988075" y="1923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3" name="pt54443"/>
            <p:cNvSpPr/>
            <p:nvPr/>
          </p:nvSpPr>
          <p:spPr>
            <a:xfrm>
              <a:off x="9181576" y="1799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4" name="pt54444"/>
            <p:cNvSpPr/>
            <p:nvPr/>
          </p:nvSpPr>
          <p:spPr>
            <a:xfrm>
              <a:off x="8347210" y="2199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5" name="pt54445"/>
            <p:cNvSpPr/>
            <p:nvPr/>
          </p:nvSpPr>
          <p:spPr>
            <a:xfrm>
              <a:off x="8788868" y="2028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6" name="pt54446"/>
            <p:cNvSpPr/>
            <p:nvPr/>
          </p:nvSpPr>
          <p:spPr>
            <a:xfrm>
              <a:off x="9780125" y="2395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7" name="pt54447"/>
            <p:cNvSpPr/>
            <p:nvPr/>
          </p:nvSpPr>
          <p:spPr>
            <a:xfrm>
              <a:off x="8274318" y="2405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8" name="pt54448"/>
            <p:cNvSpPr/>
            <p:nvPr/>
          </p:nvSpPr>
          <p:spPr>
            <a:xfrm>
              <a:off x="9083269" y="1913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9" name="pt54449"/>
            <p:cNvSpPr/>
            <p:nvPr/>
          </p:nvSpPr>
          <p:spPr>
            <a:xfrm>
              <a:off x="9413835" y="1893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0" name="pt54450"/>
            <p:cNvSpPr/>
            <p:nvPr/>
          </p:nvSpPr>
          <p:spPr>
            <a:xfrm>
              <a:off x="9537091" y="1550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1" name="pt54451"/>
            <p:cNvSpPr/>
            <p:nvPr/>
          </p:nvSpPr>
          <p:spPr>
            <a:xfrm>
              <a:off x="8347210" y="2193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2" name="pt54452"/>
            <p:cNvSpPr/>
            <p:nvPr/>
          </p:nvSpPr>
          <p:spPr>
            <a:xfrm>
              <a:off x="9040639" y="1635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3" name="pt54453"/>
            <p:cNvSpPr/>
            <p:nvPr/>
          </p:nvSpPr>
          <p:spPr>
            <a:xfrm>
              <a:off x="8798858" y="1990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4" name="pt54454"/>
            <p:cNvSpPr/>
            <p:nvPr/>
          </p:nvSpPr>
          <p:spPr>
            <a:xfrm>
              <a:off x="9356962" y="2067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5" name="pt54455"/>
            <p:cNvSpPr/>
            <p:nvPr/>
          </p:nvSpPr>
          <p:spPr>
            <a:xfrm>
              <a:off x="8439043" y="2303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6" name="pt54456"/>
            <p:cNvSpPr/>
            <p:nvPr/>
          </p:nvSpPr>
          <p:spPr>
            <a:xfrm>
              <a:off x="8439043" y="2371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7" name="pt54457"/>
            <p:cNvSpPr/>
            <p:nvPr/>
          </p:nvSpPr>
          <p:spPr>
            <a:xfrm>
              <a:off x="8439043" y="2443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8" name="pt54458"/>
            <p:cNvSpPr/>
            <p:nvPr/>
          </p:nvSpPr>
          <p:spPr>
            <a:xfrm>
              <a:off x="8913479" y="1818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9" name="pt54459"/>
            <p:cNvSpPr/>
            <p:nvPr/>
          </p:nvSpPr>
          <p:spPr>
            <a:xfrm>
              <a:off x="9334476" y="2225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0" name="pt54460"/>
            <p:cNvSpPr/>
            <p:nvPr/>
          </p:nvSpPr>
          <p:spPr>
            <a:xfrm>
              <a:off x="9285697" y="1844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1" name="pt54461"/>
            <p:cNvSpPr/>
            <p:nvPr/>
          </p:nvSpPr>
          <p:spPr>
            <a:xfrm>
              <a:off x="8471820" y="2545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2" name="pt54462"/>
            <p:cNvSpPr/>
            <p:nvPr/>
          </p:nvSpPr>
          <p:spPr>
            <a:xfrm>
              <a:off x="8948383" y="2035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3" name="pt54463"/>
            <p:cNvSpPr/>
            <p:nvPr/>
          </p:nvSpPr>
          <p:spPr>
            <a:xfrm>
              <a:off x="8783657" y="2322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4" name="pt54464"/>
            <p:cNvSpPr/>
            <p:nvPr/>
          </p:nvSpPr>
          <p:spPr>
            <a:xfrm>
              <a:off x="9544151" y="2179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5" name="pt54465"/>
            <p:cNvSpPr/>
            <p:nvPr/>
          </p:nvSpPr>
          <p:spPr>
            <a:xfrm>
              <a:off x="9568569" y="2333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6" name="pt54466"/>
            <p:cNvSpPr/>
            <p:nvPr/>
          </p:nvSpPr>
          <p:spPr>
            <a:xfrm>
              <a:off x="8923469" y="2036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7" name="pt54467"/>
            <p:cNvSpPr/>
            <p:nvPr/>
          </p:nvSpPr>
          <p:spPr>
            <a:xfrm>
              <a:off x="8910892" y="2029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8" name="pt54468"/>
            <p:cNvSpPr/>
            <p:nvPr/>
          </p:nvSpPr>
          <p:spPr>
            <a:xfrm>
              <a:off x="9044397" y="2055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9" name="pt54469"/>
            <p:cNvSpPr/>
            <p:nvPr/>
          </p:nvSpPr>
          <p:spPr>
            <a:xfrm>
              <a:off x="8274318" y="249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0" name="pt54470"/>
            <p:cNvSpPr/>
            <p:nvPr/>
          </p:nvSpPr>
          <p:spPr>
            <a:xfrm>
              <a:off x="8713389" y="2192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1" name="pt54471"/>
            <p:cNvSpPr/>
            <p:nvPr/>
          </p:nvSpPr>
          <p:spPr>
            <a:xfrm>
              <a:off x="8636546" y="2395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2" name="pt54472"/>
            <p:cNvSpPr/>
            <p:nvPr/>
          </p:nvSpPr>
          <p:spPr>
            <a:xfrm>
              <a:off x="8817313" y="2094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3" name="pt54473"/>
            <p:cNvSpPr/>
            <p:nvPr/>
          </p:nvSpPr>
          <p:spPr>
            <a:xfrm>
              <a:off x="8439043" y="2295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4" name="pt54474"/>
            <p:cNvSpPr/>
            <p:nvPr/>
          </p:nvSpPr>
          <p:spPr>
            <a:xfrm>
              <a:off x="8975793" y="1942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5" name="pt54475"/>
            <p:cNvSpPr/>
            <p:nvPr/>
          </p:nvSpPr>
          <p:spPr>
            <a:xfrm>
              <a:off x="9243545" y="2129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6" name="pt54476"/>
            <p:cNvSpPr/>
            <p:nvPr/>
          </p:nvSpPr>
          <p:spPr>
            <a:xfrm>
              <a:off x="8688264" y="2156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7" name="pt54477"/>
            <p:cNvSpPr/>
            <p:nvPr/>
          </p:nvSpPr>
          <p:spPr>
            <a:xfrm>
              <a:off x="8783657" y="2092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8" name="pt54478"/>
            <p:cNvSpPr/>
            <p:nvPr/>
          </p:nvSpPr>
          <p:spPr>
            <a:xfrm>
              <a:off x="8713389" y="2089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9" name="pt54479"/>
            <p:cNvSpPr/>
            <p:nvPr/>
          </p:nvSpPr>
          <p:spPr>
            <a:xfrm>
              <a:off x="9157488" y="1821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0" name="pt54480"/>
            <p:cNvSpPr/>
            <p:nvPr/>
          </p:nvSpPr>
          <p:spPr>
            <a:xfrm>
              <a:off x="8849358" y="1944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1" name="pt54481"/>
            <p:cNvSpPr/>
            <p:nvPr/>
          </p:nvSpPr>
          <p:spPr>
            <a:xfrm>
              <a:off x="9502529" y="2405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2" name="pt54482"/>
            <p:cNvSpPr/>
            <p:nvPr/>
          </p:nvSpPr>
          <p:spPr>
            <a:xfrm>
              <a:off x="8910892" y="2067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3" name="pt54483"/>
            <p:cNvSpPr/>
            <p:nvPr/>
          </p:nvSpPr>
          <p:spPr>
            <a:xfrm>
              <a:off x="8563654" y="229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4" name="pt54484"/>
            <p:cNvSpPr/>
            <p:nvPr/>
          </p:nvSpPr>
          <p:spPr>
            <a:xfrm>
              <a:off x="8897369" y="2064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5" name="pt54485"/>
            <p:cNvSpPr/>
            <p:nvPr/>
          </p:nvSpPr>
          <p:spPr>
            <a:xfrm>
              <a:off x="8973968" y="1997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6" name="pt54486"/>
            <p:cNvSpPr/>
            <p:nvPr/>
          </p:nvSpPr>
          <p:spPr>
            <a:xfrm>
              <a:off x="8563654" y="2269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7" name="pt54487"/>
            <p:cNvSpPr/>
            <p:nvPr/>
          </p:nvSpPr>
          <p:spPr>
            <a:xfrm>
              <a:off x="8954618" y="2297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8" name="pt54488"/>
            <p:cNvSpPr/>
            <p:nvPr/>
          </p:nvSpPr>
          <p:spPr>
            <a:xfrm>
              <a:off x="8544712" y="2339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9" name="pt54489"/>
            <p:cNvSpPr/>
            <p:nvPr/>
          </p:nvSpPr>
          <p:spPr>
            <a:xfrm>
              <a:off x="9044397" y="2006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0" name="pt54490"/>
            <p:cNvSpPr/>
            <p:nvPr/>
          </p:nvSpPr>
          <p:spPr>
            <a:xfrm>
              <a:off x="8347210" y="2291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1" name="pt54491"/>
            <p:cNvSpPr/>
            <p:nvPr/>
          </p:nvSpPr>
          <p:spPr>
            <a:xfrm>
              <a:off x="9101309" y="2175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2" name="pt54492"/>
            <p:cNvSpPr/>
            <p:nvPr/>
          </p:nvSpPr>
          <p:spPr>
            <a:xfrm>
              <a:off x="9237295" y="2174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3" name="pt54493"/>
            <p:cNvSpPr/>
            <p:nvPr/>
          </p:nvSpPr>
          <p:spPr>
            <a:xfrm>
              <a:off x="8918543" y="1864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4" name="pt54494"/>
            <p:cNvSpPr/>
            <p:nvPr/>
          </p:nvSpPr>
          <p:spPr>
            <a:xfrm>
              <a:off x="8274318" y="254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5" name="pt54495"/>
            <p:cNvSpPr/>
            <p:nvPr/>
          </p:nvSpPr>
          <p:spPr>
            <a:xfrm>
              <a:off x="8274318" y="2185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6" name="pt54496"/>
            <p:cNvSpPr/>
            <p:nvPr/>
          </p:nvSpPr>
          <p:spPr>
            <a:xfrm>
              <a:off x="8499532" y="232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7" name="pt54497"/>
            <p:cNvSpPr/>
            <p:nvPr/>
          </p:nvSpPr>
          <p:spPr>
            <a:xfrm>
              <a:off x="8274318" y="2416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8" name="pt54498"/>
            <p:cNvSpPr/>
            <p:nvPr/>
          </p:nvSpPr>
          <p:spPr>
            <a:xfrm>
              <a:off x="8499532" y="2497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9" name="pt54499"/>
            <p:cNvSpPr/>
            <p:nvPr/>
          </p:nvSpPr>
          <p:spPr>
            <a:xfrm>
              <a:off x="9237719" y="2127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0" name="pt54500"/>
            <p:cNvSpPr/>
            <p:nvPr/>
          </p:nvSpPr>
          <p:spPr>
            <a:xfrm>
              <a:off x="8523538" y="2441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1" name="pt54501"/>
            <p:cNvSpPr/>
            <p:nvPr/>
          </p:nvSpPr>
          <p:spPr>
            <a:xfrm>
              <a:off x="8471820" y="2328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2" name="pt54502"/>
            <p:cNvSpPr/>
            <p:nvPr/>
          </p:nvSpPr>
          <p:spPr>
            <a:xfrm>
              <a:off x="9407038" y="2209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3" name="pt54503"/>
            <p:cNvSpPr/>
            <p:nvPr/>
          </p:nvSpPr>
          <p:spPr>
            <a:xfrm>
              <a:off x="9294237" y="1901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4" name="pt54504"/>
            <p:cNvSpPr/>
            <p:nvPr/>
          </p:nvSpPr>
          <p:spPr>
            <a:xfrm>
              <a:off x="9265854" y="206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5" name="pt54505"/>
            <p:cNvSpPr/>
            <p:nvPr/>
          </p:nvSpPr>
          <p:spPr>
            <a:xfrm>
              <a:off x="8347210" y="2150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6" name="pt54506"/>
            <p:cNvSpPr/>
            <p:nvPr/>
          </p:nvSpPr>
          <p:spPr>
            <a:xfrm>
              <a:off x="9693515" y="1751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7" name="pt54507"/>
            <p:cNvSpPr/>
            <p:nvPr/>
          </p:nvSpPr>
          <p:spPr>
            <a:xfrm>
              <a:off x="9285697" y="1785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8" name="pt54508"/>
            <p:cNvSpPr/>
            <p:nvPr/>
          </p:nvSpPr>
          <p:spPr>
            <a:xfrm>
              <a:off x="8398928" y="2373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9" name="pt54509"/>
            <p:cNvSpPr/>
            <p:nvPr/>
          </p:nvSpPr>
          <p:spPr>
            <a:xfrm>
              <a:off x="8580788" y="2193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0" name="pt54510"/>
            <p:cNvSpPr/>
            <p:nvPr/>
          </p:nvSpPr>
          <p:spPr>
            <a:xfrm>
              <a:off x="9275707" y="1885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1" name="pt54511"/>
            <p:cNvSpPr/>
            <p:nvPr/>
          </p:nvSpPr>
          <p:spPr>
            <a:xfrm>
              <a:off x="8398928" y="2322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2" name="pt54512"/>
            <p:cNvSpPr/>
            <p:nvPr/>
          </p:nvSpPr>
          <p:spPr>
            <a:xfrm>
              <a:off x="8274318" y="2356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3" name="pt54513"/>
            <p:cNvSpPr/>
            <p:nvPr/>
          </p:nvSpPr>
          <p:spPr>
            <a:xfrm>
              <a:off x="8834048" y="1835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4" name="pt54514"/>
            <p:cNvSpPr/>
            <p:nvPr/>
          </p:nvSpPr>
          <p:spPr>
            <a:xfrm>
              <a:off x="8347210" y="2272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5" name="pt54515"/>
            <p:cNvSpPr/>
            <p:nvPr/>
          </p:nvSpPr>
          <p:spPr>
            <a:xfrm>
              <a:off x="8523538" y="2439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6" name="pt54516"/>
            <p:cNvSpPr/>
            <p:nvPr/>
          </p:nvSpPr>
          <p:spPr>
            <a:xfrm>
              <a:off x="8398928" y="238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7" name="pt54517"/>
            <p:cNvSpPr/>
            <p:nvPr/>
          </p:nvSpPr>
          <p:spPr>
            <a:xfrm>
              <a:off x="8596430" y="2183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8" name="pt54518"/>
            <p:cNvSpPr/>
            <p:nvPr/>
          </p:nvSpPr>
          <p:spPr>
            <a:xfrm>
              <a:off x="9191144" y="2040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9" name="pt54519"/>
            <p:cNvSpPr/>
            <p:nvPr/>
          </p:nvSpPr>
          <p:spPr>
            <a:xfrm>
              <a:off x="9379078" y="194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0" name="pt54520"/>
            <p:cNvSpPr/>
            <p:nvPr/>
          </p:nvSpPr>
          <p:spPr>
            <a:xfrm>
              <a:off x="8544712" y="2357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1" name="pt54521"/>
            <p:cNvSpPr/>
            <p:nvPr/>
          </p:nvSpPr>
          <p:spPr>
            <a:xfrm>
              <a:off x="8735430" y="2116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2" name="pt54522"/>
            <p:cNvSpPr/>
            <p:nvPr/>
          </p:nvSpPr>
          <p:spPr>
            <a:xfrm>
              <a:off x="8624143" y="2481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3" name="pt54523"/>
            <p:cNvSpPr/>
            <p:nvPr/>
          </p:nvSpPr>
          <p:spPr>
            <a:xfrm>
              <a:off x="9017715" y="1896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4" name="pt54524"/>
            <p:cNvSpPr/>
            <p:nvPr/>
          </p:nvSpPr>
          <p:spPr>
            <a:xfrm>
              <a:off x="9247994" y="2045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5" name="pt54525"/>
            <p:cNvSpPr/>
            <p:nvPr/>
          </p:nvSpPr>
          <p:spPr>
            <a:xfrm>
              <a:off x="9477272" y="2522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6" name="pt54526"/>
            <p:cNvSpPr/>
            <p:nvPr/>
          </p:nvSpPr>
          <p:spPr>
            <a:xfrm>
              <a:off x="8274318" y="2314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7" name="pt54527"/>
            <p:cNvSpPr/>
            <p:nvPr/>
          </p:nvSpPr>
          <p:spPr>
            <a:xfrm>
              <a:off x="8471820" y="2617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8" name="pt54528"/>
            <p:cNvSpPr/>
            <p:nvPr/>
          </p:nvSpPr>
          <p:spPr>
            <a:xfrm>
              <a:off x="9381946" y="2053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9" name="pt54529"/>
            <p:cNvSpPr/>
            <p:nvPr/>
          </p:nvSpPr>
          <p:spPr>
            <a:xfrm>
              <a:off x="8688264" y="2422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0" name="pt54530"/>
            <p:cNvSpPr/>
            <p:nvPr/>
          </p:nvSpPr>
          <p:spPr>
            <a:xfrm>
              <a:off x="8803653" y="1894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1" name="pt54531"/>
            <p:cNvSpPr/>
            <p:nvPr/>
          </p:nvSpPr>
          <p:spPr>
            <a:xfrm>
              <a:off x="8849358" y="2064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2" name="pt54532"/>
            <p:cNvSpPr/>
            <p:nvPr/>
          </p:nvSpPr>
          <p:spPr>
            <a:xfrm>
              <a:off x="9005825" y="1701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3" name="pt54533"/>
            <p:cNvSpPr/>
            <p:nvPr/>
          </p:nvSpPr>
          <p:spPr>
            <a:xfrm>
              <a:off x="8984651" y="1802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4" name="pt54534"/>
            <p:cNvSpPr/>
            <p:nvPr/>
          </p:nvSpPr>
          <p:spPr>
            <a:xfrm>
              <a:off x="8783657" y="2085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5" name="pt54535"/>
            <p:cNvSpPr/>
            <p:nvPr/>
          </p:nvSpPr>
          <p:spPr>
            <a:xfrm>
              <a:off x="8954618" y="2334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6" name="pt54536"/>
            <p:cNvSpPr/>
            <p:nvPr/>
          </p:nvSpPr>
          <p:spPr>
            <a:xfrm>
              <a:off x="8767051" y="1973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7" name="pt54537"/>
            <p:cNvSpPr/>
            <p:nvPr/>
          </p:nvSpPr>
          <p:spPr>
            <a:xfrm>
              <a:off x="9499399" y="2337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8" name="pt54538"/>
            <p:cNvSpPr/>
            <p:nvPr/>
          </p:nvSpPr>
          <p:spPr>
            <a:xfrm>
              <a:off x="9313270" y="2134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9" name="pt54539"/>
            <p:cNvSpPr/>
            <p:nvPr/>
          </p:nvSpPr>
          <p:spPr>
            <a:xfrm>
              <a:off x="8398928" y="2412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0" name="pt54540"/>
            <p:cNvSpPr/>
            <p:nvPr/>
          </p:nvSpPr>
          <p:spPr>
            <a:xfrm>
              <a:off x="8852989" y="1848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1" name="pt54541"/>
            <p:cNvSpPr/>
            <p:nvPr/>
          </p:nvSpPr>
          <p:spPr>
            <a:xfrm>
              <a:off x="8523538" y="2584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2" name="pt54542"/>
            <p:cNvSpPr/>
            <p:nvPr/>
          </p:nvSpPr>
          <p:spPr>
            <a:xfrm>
              <a:off x="9077174" y="2015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3" name="pt54543"/>
            <p:cNvSpPr/>
            <p:nvPr/>
          </p:nvSpPr>
          <p:spPr>
            <a:xfrm>
              <a:off x="8610820" y="2044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4" name="pt54544"/>
            <p:cNvSpPr/>
            <p:nvPr/>
          </p:nvSpPr>
          <p:spPr>
            <a:xfrm>
              <a:off x="8563654" y="2348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5" name="pt54545"/>
            <p:cNvSpPr/>
            <p:nvPr/>
          </p:nvSpPr>
          <p:spPr>
            <a:xfrm>
              <a:off x="8918543" y="1900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6" name="pt54546"/>
            <p:cNvSpPr/>
            <p:nvPr/>
          </p:nvSpPr>
          <p:spPr>
            <a:xfrm>
              <a:off x="9188382" y="201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7" name="pt54547"/>
            <p:cNvSpPr/>
            <p:nvPr/>
          </p:nvSpPr>
          <p:spPr>
            <a:xfrm>
              <a:off x="9142325" y="2205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8" name="pt54548"/>
            <p:cNvSpPr/>
            <p:nvPr/>
          </p:nvSpPr>
          <p:spPr>
            <a:xfrm>
              <a:off x="8932933" y="1901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9" name="pt54549"/>
            <p:cNvSpPr/>
            <p:nvPr/>
          </p:nvSpPr>
          <p:spPr>
            <a:xfrm>
              <a:off x="9002725" y="1821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0" name="pt54550"/>
            <p:cNvSpPr/>
            <p:nvPr/>
          </p:nvSpPr>
          <p:spPr>
            <a:xfrm>
              <a:off x="8838000" y="200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1" name="pt54551"/>
            <p:cNvSpPr/>
            <p:nvPr/>
          </p:nvSpPr>
          <p:spPr>
            <a:xfrm>
              <a:off x="8398928" y="2429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2" name="pt54552"/>
            <p:cNvSpPr/>
            <p:nvPr/>
          </p:nvSpPr>
          <p:spPr>
            <a:xfrm>
              <a:off x="9275707" y="1877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3" name="pt54553"/>
            <p:cNvSpPr/>
            <p:nvPr/>
          </p:nvSpPr>
          <p:spPr>
            <a:xfrm>
              <a:off x="8952564" y="2207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4" name="pt54554"/>
            <p:cNvSpPr/>
            <p:nvPr/>
          </p:nvSpPr>
          <p:spPr>
            <a:xfrm>
              <a:off x="9302684" y="1857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5" name="pt54555"/>
            <p:cNvSpPr/>
            <p:nvPr/>
          </p:nvSpPr>
          <p:spPr>
            <a:xfrm>
              <a:off x="9086240" y="1924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6" name="pt54556"/>
            <p:cNvSpPr/>
            <p:nvPr/>
          </p:nvSpPr>
          <p:spPr>
            <a:xfrm>
              <a:off x="9002725" y="1959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7" name="pt54557"/>
            <p:cNvSpPr/>
            <p:nvPr/>
          </p:nvSpPr>
          <p:spPr>
            <a:xfrm>
              <a:off x="8830008" y="2193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8" name="pt54558"/>
            <p:cNvSpPr/>
            <p:nvPr/>
          </p:nvSpPr>
          <p:spPr>
            <a:xfrm>
              <a:off x="9039368" y="1683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9" name="pt54559"/>
            <p:cNvSpPr/>
            <p:nvPr/>
          </p:nvSpPr>
          <p:spPr>
            <a:xfrm>
              <a:off x="9657982" y="1879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0" name="pt54560"/>
            <p:cNvSpPr/>
            <p:nvPr/>
          </p:nvSpPr>
          <p:spPr>
            <a:xfrm>
              <a:off x="8688264" y="2347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1" name="pt54561"/>
            <p:cNvSpPr/>
            <p:nvPr/>
          </p:nvSpPr>
          <p:spPr>
            <a:xfrm>
              <a:off x="9431373" y="1925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2" name="pt54562"/>
            <p:cNvSpPr/>
            <p:nvPr/>
          </p:nvSpPr>
          <p:spPr>
            <a:xfrm>
              <a:off x="8973968" y="1982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3" name="pt54563"/>
            <p:cNvSpPr/>
            <p:nvPr/>
          </p:nvSpPr>
          <p:spPr>
            <a:xfrm>
              <a:off x="9049289" y="2151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4" name="pt54564"/>
            <p:cNvSpPr/>
            <p:nvPr/>
          </p:nvSpPr>
          <p:spPr>
            <a:xfrm>
              <a:off x="9743490" y="1999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5" name="pt54565"/>
            <p:cNvSpPr/>
            <p:nvPr/>
          </p:nvSpPr>
          <p:spPr>
            <a:xfrm>
              <a:off x="8471820" y="2371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6" name="pt54566"/>
            <p:cNvSpPr/>
            <p:nvPr/>
          </p:nvSpPr>
          <p:spPr>
            <a:xfrm>
              <a:off x="9331236" y="2173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7" name="pt54567"/>
            <p:cNvSpPr/>
            <p:nvPr/>
          </p:nvSpPr>
          <p:spPr>
            <a:xfrm>
              <a:off x="9142325" y="2097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8" name="pt54568"/>
            <p:cNvSpPr/>
            <p:nvPr/>
          </p:nvSpPr>
          <p:spPr>
            <a:xfrm>
              <a:off x="8834048" y="2061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9" name="pt54569"/>
            <p:cNvSpPr/>
            <p:nvPr/>
          </p:nvSpPr>
          <p:spPr>
            <a:xfrm>
              <a:off x="8398928" y="2427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0" name="pt54570"/>
            <p:cNvSpPr/>
            <p:nvPr/>
          </p:nvSpPr>
          <p:spPr>
            <a:xfrm>
              <a:off x="9200228" y="1861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1" name="pt54571"/>
            <p:cNvSpPr/>
            <p:nvPr/>
          </p:nvSpPr>
          <p:spPr>
            <a:xfrm>
              <a:off x="8830008" y="2174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2" name="pt54572"/>
            <p:cNvSpPr/>
            <p:nvPr/>
          </p:nvSpPr>
          <p:spPr>
            <a:xfrm>
              <a:off x="8659047" y="2481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3" name="pt54573"/>
            <p:cNvSpPr/>
            <p:nvPr/>
          </p:nvSpPr>
          <p:spPr>
            <a:xfrm>
              <a:off x="8882745" y="1586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4" name="pt54574"/>
            <p:cNvSpPr/>
            <p:nvPr/>
          </p:nvSpPr>
          <p:spPr>
            <a:xfrm>
              <a:off x="8821645" y="2207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5" name="pt54575"/>
            <p:cNvSpPr/>
            <p:nvPr/>
          </p:nvSpPr>
          <p:spPr>
            <a:xfrm>
              <a:off x="9203327" y="1784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6" name="pt54576"/>
            <p:cNvSpPr/>
            <p:nvPr/>
          </p:nvSpPr>
          <p:spPr>
            <a:xfrm>
              <a:off x="8398928" y="2404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7" name="pt54577"/>
            <p:cNvSpPr/>
            <p:nvPr/>
          </p:nvSpPr>
          <p:spPr>
            <a:xfrm>
              <a:off x="9502529" y="2378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8" name="pt54578"/>
            <p:cNvSpPr/>
            <p:nvPr/>
          </p:nvSpPr>
          <p:spPr>
            <a:xfrm>
              <a:off x="8728379" y="1984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9" name="pt54579"/>
            <p:cNvSpPr/>
            <p:nvPr/>
          </p:nvSpPr>
          <p:spPr>
            <a:xfrm>
              <a:off x="8778290" y="2020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0" name="pt54580"/>
            <p:cNvSpPr/>
            <p:nvPr/>
          </p:nvSpPr>
          <p:spPr>
            <a:xfrm>
              <a:off x="9044397" y="2070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1" name="pt54581"/>
            <p:cNvSpPr/>
            <p:nvPr/>
          </p:nvSpPr>
          <p:spPr>
            <a:xfrm>
              <a:off x="8471820" y="2369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2" name="pt54582"/>
            <p:cNvSpPr/>
            <p:nvPr/>
          </p:nvSpPr>
          <p:spPr>
            <a:xfrm>
              <a:off x="9266215" y="2072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3" name="pt54583"/>
            <p:cNvSpPr/>
            <p:nvPr/>
          </p:nvSpPr>
          <p:spPr>
            <a:xfrm>
              <a:off x="8742215" y="2139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4" name="pt54584"/>
            <p:cNvSpPr/>
            <p:nvPr/>
          </p:nvSpPr>
          <p:spPr>
            <a:xfrm>
              <a:off x="8439043" y="2277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5" name="pt54585"/>
            <p:cNvSpPr/>
            <p:nvPr/>
          </p:nvSpPr>
          <p:spPr>
            <a:xfrm>
              <a:off x="9602828" y="2324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6" name="pt54586"/>
            <p:cNvSpPr/>
            <p:nvPr/>
          </p:nvSpPr>
          <p:spPr>
            <a:xfrm>
              <a:off x="8624143" y="2392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7" name="pt54587"/>
            <p:cNvSpPr/>
            <p:nvPr/>
          </p:nvSpPr>
          <p:spPr>
            <a:xfrm>
              <a:off x="8986371" y="184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8" name="pt54588"/>
            <p:cNvSpPr/>
            <p:nvPr/>
          </p:nvSpPr>
          <p:spPr>
            <a:xfrm>
              <a:off x="8876545" y="179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9" name="pt54589"/>
            <p:cNvSpPr/>
            <p:nvPr/>
          </p:nvSpPr>
          <p:spPr>
            <a:xfrm>
              <a:off x="9448796" y="1956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0" name="pt54590"/>
            <p:cNvSpPr/>
            <p:nvPr/>
          </p:nvSpPr>
          <p:spPr>
            <a:xfrm>
              <a:off x="9502529" y="2491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1" name="pt54591"/>
            <p:cNvSpPr/>
            <p:nvPr/>
          </p:nvSpPr>
          <p:spPr>
            <a:xfrm>
              <a:off x="8688264" y="2049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2" name="pt54592"/>
            <p:cNvSpPr/>
            <p:nvPr/>
          </p:nvSpPr>
          <p:spPr>
            <a:xfrm>
              <a:off x="8958659" y="2252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3" name="pt54593"/>
            <p:cNvSpPr/>
            <p:nvPr/>
          </p:nvSpPr>
          <p:spPr>
            <a:xfrm>
              <a:off x="9200228" y="1771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4" name="pt54594"/>
            <p:cNvSpPr/>
            <p:nvPr/>
          </p:nvSpPr>
          <p:spPr>
            <a:xfrm>
              <a:off x="9191144" y="2258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5" name="pt54595"/>
            <p:cNvSpPr/>
            <p:nvPr/>
          </p:nvSpPr>
          <p:spPr>
            <a:xfrm>
              <a:off x="8659047" y="2376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6" name="pt54596"/>
            <p:cNvSpPr/>
            <p:nvPr/>
          </p:nvSpPr>
          <p:spPr>
            <a:xfrm>
              <a:off x="9448796" y="2058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7" name="pt54597"/>
            <p:cNvSpPr/>
            <p:nvPr/>
          </p:nvSpPr>
          <p:spPr>
            <a:xfrm>
              <a:off x="8812874" y="2099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8" name="pt54598"/>
            <p:cNvSpPr/>
            <p:nvPr/>
          </p:nvSpPr>
          <p:spPr>
            <a:xfrm>
              <a:off x="8767051" y="2044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9" name="pt54599"/>
            <p:cNvSpPr/>
            <p:nvPr/>
          </p:nvSpPr>
          <p:spPr>
            <a:xfrm>
              <a:off x="8767051" y="1999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0" name="pt54600"/>
            <p:cNvSpPr/>
            <p:nvPr/>
          </p:nvSpPr>
          <p:spPr>
            <a:xfrm>
              <a:off x="8398928" y="2433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1" name="pt54601"/>
            <p:cNvSpPr/>
            <p:nvPr/>
          </p:nvSpPr>
          <p:spPr>
            <a:xfrm>
              <a:off x="8563654" y="2166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2" name="pt54602"/>
            <p:cNvSpPr/>
            <p:nvPr/>
          </p:nvSpPr>
          <p:spPr>
            <a:xfrm>
              <a:off x="8803653" y="1977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3" name="pt54603"/>
            <p:cNvSpPr/>
            <p:nvPr/>
          </p:nvSpPr>
          <p:spPr>
            <a:xfrm>
              <a:off x="9203327" y="1807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4" name="pt54604"/>
            <p:cNvSpPr/>
            <p:nvPr/>
          </p:nvSpPr>
          <p:spPr>
            <a:xfrm>
              <a:off x="8274318" y="2419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5" name="pt54605"/>
            <p:cNvSpPr/>
            <p:nvPr/>
          </p:nvSpPr>
          <p:spPr>
            <a:xfrm>
              <a:off x="8563654" y="2143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6" name="pt54606"/>
            <p:cNvSpPr/>
            <p:nvPr/>
          </p:nvSpPr>
          <p:spPr>
            <a:xfrm>
              <a:off x="9247994" y="1960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7" name="pt54607"/>
            <p:cNvSpPr/>
            <p:nvPr/>
          </p:nvSpPr>
          <p:spPr>
            <a:xfrm>
              <a:off x="9171470" y="1893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8" name="pt54608"/>
            <p:cNvSpPr/>
            <p:nvPr/>
          </p:nvSpPr>
          <p:spPr>
            <a:xfrm>
              <a:off x="9395106" y="2096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9" name="pt54609"/>
            <p:cNvSpPr/>
            <p:nvPr/>
          </p:nvSpPr>
          <p:spPr>
            <a:xfrm>
              <a:off x="9294853" y="1957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0" name="pt54610"/>
            <p:cNvSpPr/>
            <p:nvPr/>
          </p:nvSpPr>
          <p:spPr>
            <a:xfrm>
              <a:off x="9317391" y="2278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1" name="pt54611"/>
            <p:cNvSpPr/>
            <p:nvPr/>
          </p:nvSpPr>
          <p:spPr>
            <a:xfrm>
              <a:off x="9563530" y="2530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2" name="pt54612"/>
            <p:cNvSpPr/>
            <p:nvPr/>
          </p:nvSpPr>
          <p:spPr>
            <a:xfrm>
              <a:off x="8962610" y="2260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3" name="pt54613"/>
            <p:cNvSpPr/>
            <p:nvPr/>
          </p:nvSpPr>
          <p:spPr>
            <a:xfrm>
              <a:off x="8610820" y="1932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4" name="pt54614"/>
            <p:cNvSpPr/>
            <p:nvPr/>
          </p:nvSpPr>
          <p:spPr>
            <a:xfrm>
              <a:off x="8580788" y="2348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5" name="pt54615"/>
            <p:cNvSpPr/>
            <p:nvPr/>
          </p:nvSpPr>
          <p:spPr>
            <a:xfrm>
              <a:off x="8954618" y="2273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6" name="pt54616"/>
            <p:cNvSpPr/>
            <p:nvPr/>
          </p:nvSpPr>
          <p:spPr>
            <a:xfrm>
              <a:off x="8999571" y="160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7" name="pt54617"/>
            <p:cNvSpPr/>
            <p:nvPr/>
          </p:nvSpPr>
          <p:spPr>
            <a:xfrm>
              <a:off x="8705398" y="22687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8" name="pt54618"/>
            <p:cNvSpPr/>
            <p:nvPr/>
          </p:nvSpPr>
          <p:spPr>
            <a:xfrm>
              <a:off x="9034195" y="1655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9" name="pt54619"/>
            <p:cNvSpPr/>
            <p:nvPr/>
          </p:nvSpPr>
          <p:spPr>
            <a:xfrm>
              <a:off x="8274318" y="2337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0" name="pt54620"/>
            <p:cNvSpPr/>
            <p:nvPr/>
          </p:nvSpPr>
          <p:spPr>
            <a:xfrm>
              <a:off x="9395106" y="2158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1" name="pt54621"/>
            <p:cNvSpPr/>
            <p:nvPr/>
          </p:nvSpPr>
          <p:spPr>
            <a:xfrm>
              <a:off x="8439043" y="2212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2" name="pt54622"/>
            <p:cNvSpPr/>
            <p:nvPr/>
          </p:nvSpPr>
          <p:spPr>
            <a:xfrm>
              <a:off x="8735430" y="2068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3" name="pt54623"/>
            <p:cNvSpPr/>
            <p:nvPr/>
          </p:nvSpPr>
          <p:spPr>
            <a:xfrm>
              <a:off x="8879672" y="185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4" name="pt54624"/>
            <p:cNvSpPr/>
            <p:nvPr/>
          </p:nvSpPr>
          <p:spPr>
            <a:xfrm>
              <a:off x="9118525" y="2163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5" name="pt54625"/>
            <p:cNvSpPr/>
            <p:nvPr/>
          </p:nvSpPr>
          <p:spPr>
            <a:xfrm>
              <a:off x="8347210" y="2451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6" name="pt54626"/>
            <p:cNvSpPr/>
            <p:nvPr/>
          </p:nvSpPr>
          <p:spPr>
            <a:xfrm>
              <a:off x="8897369" y="2094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7" name="pt54627"/>
            <p:cNvSpPr/>
            <p:nvPr/>
          </p:nvSpPr>
          <p:spPr>
            <a:xfrm>
              <a:off x="8563654" y="2200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8" name="pt54628"/>
            <p:cNvSpPr/>
            <p:nvPr/>
          </p:nvSpPr>
          <p:spPr>
            <a:xfrm>
              <a:off x="9541125" y="1717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9" name="pt54629"/>
            <p:cNvSpPr/>
            <p:nvPr/>
          </p:nvSpPr>
          <p:spPr>
            <a:xfrm>
              <a:off x="8274318" y="2338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0" name="pt54630"/>
            <p:cNvSpPr/>
            <p:nvPr/>
          </p:nvSpPr>
          <p:spPr>
            <a:xfrm>
              <a:off x="8274318" y="2404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1" name="pt54631"/>
            <p:cNvSpPr/>
            <p:nvPr/>
          </p:nvSpPr>
          <p:spPr>
            <a:xfrm>
              <a:off x="8347210" y="2137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2" name="pt54632"/>
            <p:cNvSpPr/>
            <p:nvPr/>
          </p:nvSpPr>
          <p:spPr>
            <a:xfrm>
              <a:off x="8471820" y="2409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3" name="pt54633"/>
            <p:cNvSpPr/>
            <p:nvPr/>
          </p:nvSpPr>
          <p:spPr>
            <a:xfrm>
              <a:off x="9407038" y="2126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4" name="pt54634"/>
            <p:cNvSpPr/>
            <p:nvPr/>
          </p:nvSpPr>
          <p:spPr>
            <a:xfrm>
              <a:off x="8274318" y="2517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5" name="pt54635"/>
            <p:cNvSpPr/>
            <p:nvPr/>
          </p:nvSpPr>
          <p:spPr>
            <a:xfrm>
              <a:off x="8688264" y="2293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6" name="pt54636"/>
            <p:cNvSpPr/>
            <p:nvPr/>
          </p:nvSpPr>
          <p:spPr>
            <a:xfrm>
              <a:off x="8778290" y="199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7" name="pt54637"/>
            <p:cNvSpPr/>
            <p:nvPr/>
          </p:nvSpPr>
          <p:spPr>
            <a:xfrm>
              <a:off x="8679043" y="2343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8" name="pt54638"/>
            <p:cNvSpPr/>
            <p:nvPr/>
          </p:nvSpPr>
          <p:spPr>
            <a:xfrm>
              <a:off x="9488519" y="246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9" name="pt54639"/>
            <p:cNvSpPr/>
            <p:nvPr/>
          </p:nvSpPr>
          <p:spPr>
            <a:xfrm>
              <a:off x="9563530" y="2248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0" name="pt54640"/>
            <p:cNvSpPr/>
            <p:nvPr/>
          </p:nvSpPr>
          <p:spPr>
            <a:xfrm>
              <a:off x="8398928" y="2358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1" name="pt54641"/>
            <p:cNvSpPr/>
            <p:nvPr/>
          </p:nvSpPr>
          <p:spPr>
            <a:xfrm>
              <a:off x="8973968" y="1952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2" name="pt54642"/>
            <p:cNvSpPr/>
            <p:nvPr/>
          </p:nvSpPr>
          <p:spPr>
            <a:xfrm>
              <a:off x="8721041" y="2227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3" name="pt54643"/>
            <p:cNvSpPr/>
            <p:nvPr/>
          </p:nvSpPr>
          <p:spPr>
            <a:xfrm>
              <a:off x="9152801" y="1979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4" name="pt54644"/>
            <p:cNvSpPr/>
            <p:nvPr/>
          </p:nvSpPr>
          <p:spPr>
            <a:xfrm>
              <a:off x="9083269" y="1887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5" name="pt54645"/>
            <p:cNvSpPr/>
            <p:nvPr/>
          </p:nvSpPr>
          <p:spPr>
            <a:xfrm>
              <a:off x="8274318" y="2600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6" name="pt54646"/>
            <p:cNvSpPr/>
            <p:nvPr/>
          </p:nvSpPr>
          <p:spPr>
            <a:xfrm>
              <a:off x="8958659" y="2227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7" name="pt54647"/>
            <p:cNvSpPr/>
            <p:nvPr/>
          </p:nvSpPr>
          <p:spPr>
            <a:xfrm>
              <a:off x="8939717" y="2144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8" name="pt54648"/>
            <p:cNvSpPr/>
            <p:nvPr/>
          </p:nvSpPr>
          <p:spPr>
            <a:xfrm>
              <a:off x="8610820" y="2041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9" name="pt54649"/>
            <p:cNvSpPr/>
            <p:nvPr/>
          </p:nvSpPr>
          <p:spPr>
            <a:xfrm>
              <a:off x="8636546" y="2340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0" name="pt54650"/>
            <p:cNvSpPr/>
            <p:nvPr/>
          </p:nvSpPr>
          <p:spPr>
            <a:xfrm>
              <a:off x="8347210" y="2180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1" name="pt54651"/>
            <p:cNvSpPr/>
            <p:nvPr/>
          </p:nvSpPr>
          <p:spPr>
            <a:xfrm>
              <a:off x="9191144" y="2157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2" name="pt54652"/>
            <p:cNvSpPr/>
            <p:nvPr/>
          </p:nvSpPr>
          <p:spPr>
            <a:xfrm>
              <a:off x="9116046" y="1959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3" name="pt54653"/>
            <p:cNvSpPr/>
            <p:nvPr/>
          </p:nvSpPr>
          <p:spPr>
            <a:xfrm>
              <a:off x="9558274" y="2531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4" name="pt54654"/>
            <p:cNvSpPr/>
            <p:nvPr/>
          </p:nvSpPr>
          <p:spPr>
            <a:xfrm>
              <a:off x="8830008" y="2117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5" name="pt54655"/>
            <p:cNvSpPr/>
            <p:nvPr/>
          </p:nvSpPr>
          <p:spPr>
            <a:xfrm>
              <a:off x="8523538" y="2418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6" name="pt54656"/>
            <p:cNvSpPr/>
            <p:nvPr/>
          </p:nvSpPr>
          <p:spPr>
            <a:xfrm>
              <a:off x="9048079" y="2158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7" name="pt54657"/>
            <p:cNvSpPr/>
            <p:nvPr/>
          </p:nvSpPr>
          <p:spPr>
            <a:xfrm>
              <a:off x="9049289" y="232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8" name="pt54658"/>
            <p:cNvSpPr/>
            <p:nvPr/>
          </p:nvSpPr>
          <p:spPr>
            <a:xfrm>
              <a:off x="8563654" y="2276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9" name="pt54659"/>
            <p:cNvSpPr/>
            <p:nvPr/>
          </p:nvSpPr>
          <p:spPr>
            <a:xfrm>
              <a:off x="8523538" y="2394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0" name="pt54660"/>
            <p:cNvSpPr/>
            <p:nvPr/>
          </p:nvSpPr>
          <p:spPr>
            <a:xfrm>
              <a:off x="9034195" y="1679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1" name="pt54661"/>
            <p:cNvSpPr/>
            <p:nvPr/>
          </p:nvSpPr>
          <p:spPr>
            <a:xfrm>
              <a:off x="8347210" y="236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2" name="pt54662"/>
            <p:cNvSpPr/>
            <p:nvPr/>
          </p:nvSpPr>
          <p:spPr>
            <a:xfrm>
              <a:off x="8636546" y="2294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3" name="pt54663"/>
            <p:cNvSpPr/>
            <p:nvPr/>
          </p:nvSpPr>
          <p:spPr>
            <a:xfrm>
              <a:off x="8742215" y="2177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4" name="pt54664"/>
            <p:cNvSpPr/>
            <p:nvPr/>
          </p:nvSpPr>
          <p:spPr>
            <a:xfrm>
              <a:off x="8398928" y="2473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5" name="pt54665"/>
            <p:cNvSpPr/>
            <p:nvPr/>
          </p:nvSpPr>
          <p:spPr>
            <a:xfrm>
              <a:off x="8636546" y="2329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6" name="pt54666"/>
            <p:cNvSpPr/>
            <p:nvPr/>
          </p:nvSpPr>
          <p:spPr>
            <a:xfrm>
              <a:off x="9127336" y="1999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7" name="pt54667"/>
            <p:cNvSpPr/>
            <p:nvPr/>
          </p:nvSpPr>
          <p:spPr>
            <a:xfrm>
              <a:off x="9077174" y="193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8" name="pt54668"/>
            <p:cNvSpPr/>
            <p:nvPr/>
          </p:nvSpPr>
          <p:spPr>
            <a:xfrm>
              <a:off x="9413835" y="1920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9" name="pt54669"/>
            <p:cNvSpPr/>
            <p:nvPr/>
          </p:nvSpPr>
          <p:spPr>
            <a:xfrm>
              <a:off x="9086240" y="2071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0" name="pt54670"/>
            <p:cNvSpPr/>
            <p:nvPr/>
          </p:nvSpPr>
          <p:spPr>
            <a:xfrm>
              <a:off x="9370394" y="1990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1" name="pt54671"/>
            <p:cNvSpPr/>
            <p:nvPr/>
          </p:nvSpPr>
          <p:spPr>
            <a:xfrm>
              <a:off x="9023378" y="1939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2" name="pt54672"/>
            <p:cNvSpPr/>
            <p:nvPr/>
          </p:nvSpPr>
          <p:spPr>
            <a:xfrm>
              <a:off x="8856549" y="2230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3" name="pt54673"/>
            <p:cNvSpPr/>
            <p:nvPr/>
          </p:nvSpPr>
          <p:spPr>
            <a:xfrm>
              <a:off x="9334476" y="2133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4" name="pt54674"/>
            <p:cNvSpPr/>
            <p:nvPr/>
          </p:nvSpPr>
          <p:spPr>
            <a:xfrm>
              <a:off x="9689893" y="1692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5" name="pt54675"/>
            <p:cNvSpPr/>
            <p:nvPr/>
          </p:nvSpPr>
          <p:spPr>
            <a:xfrm>
              <a:off x="8648148" y="2505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6" name="pt54676"/>
            <p:cNvSpPr/>
            <p:nvPr/>
          </p:nvSpPr>
          <p:spPr>
            <a:xfrm>
              <a:off x="9147988" y="2039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7" name="pt54677"/>
            <p:cNvSpPr/>
            <p:nvPr/>
          </p:nvSpPr>
          <p:spPr>
            <a:xfrm>
              <a:off x="8398928" y="2519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8" name="pt54678"/>
            <p:cNvSpPr/>
            <p:nvPr/>
          </p:nvSpPr>
          <p:spPr>
            <a:xfrm>
              <a:off x="9212805" y="1750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9" name="pt54679"/>
            <p:cNvSpPr/>
            <p:nvPr/>
          </p:nvSpPr>
          <p:spPr>
            <a:xfrm>
              <a:off x="8580788" y="221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0" name="pt54680"/>
            <p:cNvSpPr/>
            <p:nvPr/>
          </p:nvSpPr>
          <p:spPr>
            <a:xfrm>
              <a:off x="8748753" y="1981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1" name="pt54681"/>
            <p:cNvSpPr/>
            <p:nvPr/>
          </p:nvSpPr>
          <p:spPr>
            <a:xfrm>
              <a:off x="9223646" y="1924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2" name="pt54682"/>
            <p:cNvSpPr/>
            <p:nvPr/>
          </p:nvSpPr>
          <p:spPr>
            <a:xfrm>
              <a:off x="9083269" y="2082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3" name="pt54683"/>
            <p:cNvSpPr/>
            <p:nvPr/>
          </p:nvSpPr>
          <p:spPr>
            <a:xfrm>
              <a:off x="8941923" y="2065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4" name="pt54684"/>
            <p:cNvSpPr/>
            <p:nvPr/>
          </p:nvSpPr>
          <p:spPr>
            <a:xfrm>
              <a:off x="8688264" y="2322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5" name="pt54685"/>
            <p:cNvSpPr/>
            <p:nvPr/>
          </p:nvSpPr>
          <p:spPr>
            <a:xfrm>
              <a:off x="9243545" y="2269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6" name="pt54686"/>
            <p:cNvSpPr/>
            <p:nvPr/>
          </p:nvSpPr>
          <p:spPr>
            <a:xfrm>
              <a:off x="8398928" y="2390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7" name="pt54687"/>
            <p:cNvSpPr/>
            <p:nvPr/>
          </p:nvSpPr>
          <p:spPr>
            <a:xfrm>
              <a:off x="8347210" y="2326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8" name="pt54688"/>
            <p:cNvSpPr/>
            <p:nvPr/>
          </p:nvSpPr>
          <p:spPr>
            <a:xfrm>
              <a:off x="8849358" y="1934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9" name="pt54689"/>
            <p:cNvSpPr/>
            <p:nvPr/>
          </p:nvSpPr>
          <p:spPr>
            <a:xfrm>
              <a:off x="9541125" y="1689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0" name="pt54690"/>
            <p:cNvSpPr/>
            <p:nvPr/>
          </p:nvSpPr>
          <p:spPr>
            <a:xfrm>
              <a:off x="8697035" y="2143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1" name="pt54691"/>
            <p:cNvSpPr/>
            <p:nvPr/>
          </p:nvSpPr>
          <p:spPr>
            <a:xfrm>
              <a:off x="9124182" y="2010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2" name="pt54692"/>
            <p:cNvSpPr/>
            <p:nvPr/>
          </p:nvSpPr>
          <p:spPr>
            <a:xfrm>
              <a:off x="8973968" y="1993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3" name="pt54693"/>
            <p:cNvSpPr/>
            <p:nvPr/>
          </p:nvSpPr>
          <p:spPr>
            <a:xfrm>
              <a:off x="8772758" y="1994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4" name="pt54694"/>
            <p:cNvSpPr/>
            <p:nvPr/>
          </p:nvSpPr>
          <p:spPr>
            <a:xfrm>
              <a:off x="8544712" y="2356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5" name="pt54695"/>
            <p:cNvSpPr/>
            <p:nvPr/>
          </p:nvSpPr>
          <p:spPr>
            <a:xfrm>
              <a:off x="8439043" y="2212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6" name="pt54696"/>
            <p:cNvSpPr/>
            <p:nvPr/>
          </p:nvSpPr>
          <p:spPr>
            <a:xfrm>
              <a:off x="9877988" y="2631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7" name="pt54697"/>
            <p:cNvSpPr/>
            <p:nvPr/>
          </p:nvSpPr>
          <p:spPr>
            <a:xfrm>
              <a:off x="8788868" y="1994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8" name="pt54698"/>
            <p:cNvSpPr/>
            <p:nvPr/>
          </p:nvSpPr>
          <p:spPr>
            <a:xfrm>
              <a:off x="9086240" y="2184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9" name="pt54699"/>
            <p:cNvSpPr/>
            <p:nvPr/>
          </p:nvSpPr>
          <p:spPr>
            <a:xfrm>
              <a:off x="8852989" y="2040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0" name="pt54700"/>
            <p:cNvSpPr/>
            <p:nvPr/>
          </p:nvSpPr>
          <p:spPr>
            <a:xfrm>
              <a:off x="8964553" y="2276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1" name="pt54701"/>
            <p:cNvSpPr/>
            <p:nvPr/>
          </p:nvSpPr>
          <p:spPr>
            <a:xfrm>
              <a:off x="8398928" y="2346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2" name="pt54702"/>
            <p:cNvSpPr/>
            <p:nvPr/>
          </p:nvSpPr>
          <p:spPr>
            <a:xfrm>
              <a:off x="9334969" y="2191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3" name="pt54703"/>
            <p:cNvSpPr/>
            <p:nvPr/>
          </p:nvSpPr>
          <p:spPr>
            <a:xfrm>
              <a:off x="8274318" y="2570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4" name="pt54704"/>
            <p:cNvSpPr/>
            <p:nvPr/>
          </p:nvSpPr>
          <p:spPr>
            <a:xfrm>
              <a:off x="8988075" y="1984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5" name="pt54705"/>
            <p:cNvSpPr/>
            <p:nvPr/>
          </p:nvSpPr>
          <p:spPr>
            <a:xfrm>
              <a:off x="8659047" y="2385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6" name="pt54706"/>
            <p:cNvSpPr/>
            <p:nvPr/>
          </p:nvSpPr>
          <p:spPr>
            <a:xfrm>
              <a:off x="8999571" y="1819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7" name="pt54707"/>
            <p:cNvSpPr/>
            <p:nvPr/>
          </p:nvSpPr>
          <p:spPr>
            <a:xfrm>
              <a:off x="9275707" y="1814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8" name="pt54708"/>
            <p:cNvSpPr/>
            <p:nvPr/>
          </p:nvSpPr>
          <p:spPr>
            <a:xfrm>
              <a:off x="8849358" y="1921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9" name="pt54709"/>
            <p:cNvSpPr/>
            <p:nvPr/>
          </p:nvSpPr>
          <p:spPr>
            <a:xfrm>
              <a:off x="8679043" y="2195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0" name="pt54710"/>
            <p:cNvSpPr/>
            <p:nvPr/>
          </p:nvSpPr>
          <p:spPr>
            <a:xfrm>
              <a:off x="8705398" y="2195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1" name="pt54711"/>
            <p:cNvSpPr/>
            <p:nvPr/>
          </p:nvSpPr>
          <p:spPr>
            <a:xfrm>
              <a:off x="9190595" y="2120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2" name="pt54712"/>
            <p:cNvSpPr/>
            <p:nvPr/>
          </p:nvSpPr>
          <p:spPr>
            <a:xfrm>
              <a:off x="8821645" y="2031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3" name="pt54713"/>
            <p:cNvSpPr/>
            <p:nvPr/>
          </p:nvSpPr>
          <p:spPr>
            <a:xfrm>
              <a:off x="8563654" y="2043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4" name="pt54714"/>
            <p:cNvSpPr/>
            <p:nvPr/>
          </p:nvSpPr>
          <p:spPr>
            <a:xfrm>
              <a:off x="9563530" y="2227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5" name="pt54715"/>
            <p:cNvSpPr/>
            <p:nvPr/>
          </p:nvSpPr>
          <p:spPr>
            <a:xfrm>
              <a:off x="9099493" y="2034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6" name="pt54716"/>
            <p:cNvSpPr/>
            <p:nvPr/>
          </p:nvSpPr>
          <p:spPr>
            <a:xfrm>
              <a:off x="8735430" y="2213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7" name="pt54717"/>
            <p:cNvSpPr/>
            <p:nvPr/>
          </p:nvSpPr>
          <p:spPr>
            <a:xfrm>
              <a:off x="8274318" y="2409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8" name="pt54718"/>
            <p:cNvSpPr/>
            <p:nvPr/>
          </p:nvSpPr>
          <p:spPr>
            <a:xfrm>
              <a:off x="8563654" y="2338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9" name="pt54719"/>
            <p:cNvSpPr/>
            <p:nvPr/>
          </p:nvSpPr>
          <p:spPr>
            <a:xfrm>
              <a:off x="8398928" y="248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0" name="pt54720"/>
            <p:cNvSpPr/>
            <p:nvPr/>
          </p:nvSpPr>
          <p:spPr>
            <a:xfrm>
              <a:off x="8523538" y="2444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1" name="pt54721"/>
            <p:cNvSpPr/>
            <p:nvPr/>
          </p:nvSpPr>
          <p:spPr>
            <a:xfrm>
              <a:off x="8544712" y="2308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2" name="pt54722"/>
            <p:cNvSpPr/>
            <p:nvPr/>
          </p:nvSpPr>
          <p:spPr>
            <a:xfrm>
              <a:off x="8856549" y="2313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3" name="pt54723"/>
            <p:cNvSpPr/>
            <p:nvPr/>
          </p:nvSpPr>
          <p:spPr>
            <a:xfrm>
              <a:off x="9156826" y="2001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4" name="pt54724"/>
            <p:cNvSpPr/>
            <p:nvPr/>
          </p:nvSpPr>
          <p:spPr>
            <a:xfrm>
              <a:off x="8523538" y="2329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5" name="pt54725"/>
            <p:cNvSpPr/>
            <p:nvPr/>
          </p:nvSpPr>
          <p:spPr>
            <a:xfrm>
              <a:off x="8347210" y="2219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6" name="pt54726"/>
            <p:cNvSpPr/>
            <p:nvPr/>
          </p:nvSpPr>
          <p:spPr>
            <a:xfrm>
              <a:off x="9140881" y="2117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7" name="pt54727"/>
            <p:cNvSpPr/>
            <p:nvPr/>
          </p:nvSpPr>
          <p:spPr>
            <a:xfrm>
              <a:off x="8523538" y="2435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8" name="pt54728"/>
            <p:cNvSpPr/>
            <p:nvPr/>
          </p:nvSpPr>
          <p:spPr>
            <a:xfrm>
              <a:off x="9030214" y="1770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9" name="pt54729"/>
            <p:cNvSpPr/>
            <p:nvPr/>
          </p:nvSpPr>
          <p:spPr>
            <a:xfrm>
              <a:off x="9247994" y="1866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0" name="pt54730"/>
            <p:cNvSpPr/>
            <p:nvPr/>
          </p:nvSpPr>
          <p:spPr>
            <a:xfrm>
              <a:off x="9059833" y="1848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1" name="pt54731"/>
            <p:cNvSpPr/>
            <p:nvPr/>
          </p:nvSpPr>
          <p:spPr>
            <a:xfrm>
              <a:off x="8910892" y="2128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2" name="pt54732"/>
            <p:cNvSpPr/>
            <p:nvPr/>
          </p:nvSpPr>
          <p:spPr>
            <a:xfrm>
              <a:off x="9503592" y="2381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3" name="pt54733"/>
            <p:cNvSpPr/>
            <p:nvPr/>
          </p:nvSpPr>
          <p:spPr>
            <a:xfrm>
              <a:off x="8544712" y="2439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4" name="pt54734"/>
            <p:cNvSpPr/>
            <p:nvPr/>
          </p:nvSpPr>
          <p:spPr>
            <a:xfrm>
              <a:off x="8856549" y="2166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5" name="pt54735"/>
            <p:cNvSpPr/>
            <p:nvPr/>
          </p:nvSpPr>
          <p:spPr>
            <a:xfrm>
              <a:off x="9083269" y="1964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6" name="pt54736"/>
            <p:cNvSpPr/>
            <p:nvPr/>
          </p:nvSpPr>
          <p:spPr>
            <a:xfrm>
              <a:off x="8347210" y="2216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7" name="pt54737"/>
            <p:cNvSpPr/>
            <p:nvPr/>
          </p:nvSpPr>
          <p:spPr>
            <a:xfrm>
              <a:off x="8838000" y="2122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8" name="pt54738"/>
            <p:cNvSpPr/>
            <p:nvPr/>
          </p:nvSpPr>
          <p:spPr>
            <a:xfrm>
              <a:off x="8563654" y="2309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9" name="pt54739"/>
            <p:cNvSpPr/>
            <p:nvPr/>
          </p:nvSpPr>
          <p:spPr>
            <a:xfrm>
              <a:off x="8982914" y="1819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0" name="pt54740"/>
            <p:cNvSpPr/>
            <p:nvPr/>
          </p:nvSpPr>
          <p:spPr>
            <a:xfrm>
              <a:off x="9614018" y="2244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1" name="pt54741"/>
            <p:cNvSpPr/>
            <p:nvPr/>
          </p:nvSpPr>
          <p:spPr>
            <a:xfrm>
              <a:off x="8705398" y="2119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2" name="pt54742"/>
            <p:cNvSpPr/>
            <p:nvPr/>
          </p:nvSpPr>
          <p:spPr>
            <a:xfrm>
              <a:off x="8964553" y="2199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3" name="pt54743"/>
            <p:cNvSpPr/>
            <p:nvPr/>
          </p:nvSpPr>
          <p:spPr>
            <a:xfrm>
              <a:off x="8688264" y="22254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4" name="pt54744"/>
            <p:cNvSpPr/>
            <p:nvPr/>
          </p:nvSpPr>
          <p:spPr>
            <a:xfrm>
              <a:off x="9439815" y="181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5" name="pt54745"/>
            <p:cNvSpPr/>
            <p:nvPr/>
          </p:nvSpPr>
          <p:spPr>
            <a:xfrm>
              <a:off x="8798858" y="2031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6" name="pt54746"/>
            <p:cNvSpPr/>
            <p:nvPr/>
          </p:nvSpPr>
          <p:spPr>
            <a:xfrm>
              <a:off x="8274318" y="2182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7" name="pt54747"/>
            <p:cNvSpPr/>
            <p:nvPr/>
          </p:nvSpPr>
          <p:spPr>
            <a:xfrm>
              <a:off x="9308769" y="2202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8" name="pt54748"/>
            <p:cNvSpPr/>
            <p:nvPr/>
          </p:nvSpPr>
          <p:spPr>
            <a:xfrm>
              <a:off x="9527393" y="1586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9" name="pt54749"/>
            <p:cNvSpPr/>
            <p:nvPr/>
          </p:nvSpPr>
          <p:spPr>
            <a:xfrm>
              <a:off x="8636546" y="2362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0" name="pt54750"/>
            <p:cNvSpPr/>
            <p:nvPr/>
          </p:nvSpPr>
          <p:spPr>
            <a:xfrm>
              <a:off x="9356962" y="210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1" name="pt54751"/>
            <p:cNvSpPr/>
            <p:nvPr/>
          </p:nvSpPr>
          <p:spPr>
            <a:xfrm>
              <a:off x="8659047" y="2354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2" name="pt54752"/>
            <p:cNvSpPr/>
            <p:nvPr/>
          </p:nvSpPr>
          <p:spPr>
            <a:xfrm>
              <a:off x="8563654" y="2126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3" name="pt54753"/>
            <p:cNvSpPr/>
            <p:nvPr/>
          </p:nvSpPr>
          <p:spPr>
            <a:xfrm>
              <a:off x="8870124" y="2395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4" name="pt54754"/>
            <p:cNvSpPr/>
            <p:nvPr/>
          </p:nvSpPr>
          <p:spPr>
            <a:xfrm>
              <a:off x="8838000" y="2028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5" name="pt54755"/>
            <p:cNvSpPr/>
            <p:nvPr/>
          </p:nvSpPr>
          <p:spPr>
            <a:xfrm>
              <a:off x="8669323" y="2380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6" name="pt54756"/>
            <p:cNvSpPr/>
            <p:nvPr/>
          </p:nvSpPr>
          <p:spPr>
            <a:xfrm>
              <a:off x="8580788" y="2114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7" name="pt54757"/>
            <p:cNvSpPr/>
            <p:nvPr/>
          </p:nvSpPr>
          <p:spPr>
            <a:xfrm>
              <a:off x="8879672" y="1996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8" name="pt54758"/>
            <p:cNvSpPr/>
            <p:nvPr/>
          </p:nvSpPr>
          <p:spPr>
            <a:xfrm>
              <a:off x="9048079" y="2159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9" name="pt54759"/>
            <p:cNvSpPr/>
            <p:nvPr/>
          </p:nvSpPr>
          <p:spPr>
            <a:xfrm>
              <a:off x="8941923" y="2054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0" name="pt54760"/>
            <p:cNvSpPr/>
            <p:nvPr/>
          </p:nvSpPr>
          <p:spPr>
            <a:xfrm>
              <a:off x="9274677" y="190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1" name="pt54761"/>
            <p:cNvSpPr/>
            <p:nvPr/>
          </p:nvSpPr>
          <p:spPr>
            <a:xfrm>
              <a:off x="8705398" y="2239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2" name="pt54762"/>
            <p:cNvSpPr/>
            <p:nvPr/>
          </p:nvSpPr>
          <p:spPr>
            <a:xfrm>
              <a:off x="9585294" y="2153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3" name="pt54763"/>
            <p:cNvSpPr/>
            <p:nvPr/>
          </p:nvSpPr>
          <p:spPr>
            <a:xfrm>
              <a:off x="8347210" y="2579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4" name="pt54764"/>
            <p:cNvSpPr/>
            <p:nvPr/>
          </p:nvSpPr>
          <p:spPr>
            <a:xfrm>
              <a:off x="9262568" y="2002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5" name="pt54765"/>
            <p:cNvSpPr/>
            <p:nvPr/>
          </p:nvSpPr>
          <p:spPr>
            <a:xfrm>
              <a:off x="8596430" y="2234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6" name="pt54766"/>
            <p:cNvSpPr/>
            <p:nvPr/>
          </p:nvSpPr>
          <p:spPr>
            <a:xfrm>
              <a:off x="8398928" y="2453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7" name="pt54767"/>
            <p:cNvSpPr/>
            <p:nvPr/>
          </p:nvSpPr>
          <p:spPr>
            <a:xfrm>
              <a:off x="8812874" y="2053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8" name="pt54768"/>
            <p:cNvSpPr/>
            <p:nvPr/>
          </p:nvSpPr>
          <p:spPr>
            <a:xfrm>
              <a:off x="9420231" y="1702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9" name="pt54769"/>
            <p:cNvSpPr/>
            <p:nvPr/>
          </p:nvSpPr>
          <p:spPr>
            <a:xfrm>
              <a:off x="9044397" y="1922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0" name="pt54770"/>
            <p:cNvSpPr/>
            <p:nvPr/>
          </p:nvSpPr>
          <p:spPr>
            <a:xfrm>
              <a:off x="8398928" y="2436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1" name="pt54771"/>
            <p:cNvSpPr/>
            <p:nvPr/>
          </p:nvSpPr>
          <p:spPr>
            <a:xfrm>
              <a:off x="8274318" y="2422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2" name="pt54772"/>
            <p:cNvSpPr/>
            <p:nvPr/>
          </p:nvSpPr>
          <p:spPr>
            <a:xfrm>
              <a:off x="8679043" y="2337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3" name="pt54773"/>
            <p:cNvSpPr/>
            <p:nvPr/>
          </p:nvSpPr>
          <p:spPr>
            <a:xfrm>
              <a:off x="8636546" y="2373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4" name="pt54774"/>
            <p:cNvSpPr/>
            <p:nvPr/>
          </p:nvSpPr>
          <p:spPr>
            <a:xfrm>
              <a:off x="8997973" y="1672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5" name="pt54775"/>
            <p:cNvSpPr/>
            <p:nvPr/>
          </p:nvSpPr>
          <p:spPr>
            <a:xfrm>
              <a:off x="8679043" y="2342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6" name="pt54776"/>
            <p:cNvSpPr/>
            <p:nvPr/>
          </p:nvSpPr>
          <p:spPr>
            <a:xfrm>
              <a:off x="9273294" y="1678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7" name="pt54777"/>
            <p:cNvSpPr/>
            <p:nvPr/>
          </p:nvSpPr>
          <p:spPr>
            <a:xfrm>
              <a:off x="8713389" y="2298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8" name="pt54778"/>
            <p:cNvSpPr/>
            <p:nvPr/>
          </p:nvSpPr>
          <p:spPr>
            <a:xfrm>
              <a:off x="8610820" y="2051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9" name="pt54779"/>
            <p:cNvSpPr/>
            <p:nvPr/>
          </p:nvSpPr>
          <p:spPr>
            <a:xfrm>
              <a:off x="8923469" y="1975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0" name="pt54780"/>
            <p:cNvSpPr/>
            <p:nvPr/>
          </p:nvSpPr>
          <p:spPr>
            <a:xfrm>
              <a:off x="8954618" y="225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1" name="pt54781"/>
            <p:cNvSpPr/>
            <p:nvPr/>
          </p:nvSpPr>
          <p:spPr>
            <a:xfrm>
              <a:off x="8274318" y="2577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2" name="pt54782"/>
            <p:cNvSpPr/>
            <p:nvPr/>
          </p:nvSpPr>
          <p:spPr>
            <a:xfrm>
              <a:off x="9281436" y="1932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3" name="pt54783"/>
            <p:cNvSpPr/>
            <p:nvPr/>
          </p:nvSpPr>
          <p:spPr>
            <a:xfrm>
              <a:off x="9421909" y="1853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4" name="pt54784"/>
            <p:cNvSpPr/>
            <p:nvPr/>
          </p:nvSpPr>
          <p:spPr>
            <a:xfrm>
              <a:off x="8999571" y="1838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5" name="pt54785"/>
            <p:cNvSpPr/>
            <p:nvPr/>
          </p:nvSpPr>
          <p:spPr>
            <a:xfrm>
              <a:off x="9101309" y="2106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6" name="pt54786"/>
            <p:cNvSpPr/>
            <p:nvPr/>
          </p:nvSpPr>
          <p:spPr>
            <a:xfrm>
              <a:off x="8471820" y="2294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7" name="pt54787"/>
            <p:cNvSpPr/>
            <p:nvPr/>
          </p:nvSpPr>
          <p:spPr>
            <a:xfrm>
              <a:off x="8439043" y="2293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8" name="pt54788"/>
            <p:cNvSpPr/>
            <p:nvPr/>
          </p:nvSpPr>
          <p:spPr>
            <a:xfrm>
              <a:off x="8523538" y="2450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9" name="pt54789"/>
            <p:cNvSpPr/>
            <p:nvPr/>
          </p:nvSpPr>
          <p:spPr>
            <a:xfrm>
              <a:off x="8439043" y="2175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0" name="pt54790"/>
            <p:cNvSpPr/>
            <p:nvPr/>
          </p:nvSpPr>
          <p:spPr>
            <a:xfrm>
              <a:off x="9140881" y="198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1" name="pt54791"/>
            <p:cNvSpPr/>
            <p:nvPr/>
          </p:nvSpPr>
          <p:spPr>
            <a:xfrm>
              <a:off x="8596430" y="2248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2" name="pt54792"/>
            <p:cNvSpPr/>
            <p:nvPr/>
          </p:nvSpPr>
          <p:spPr>
            <a:xfrm>
              <a:off x="8735430" y="2110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3" name="pt54793"/>
            <p:cNvSpPr/>
            <p:nvPr/>
          </p:nvSpPr>
          <p:spPr>
            <a:xfrm>
              <a:off x="8471820" y="2304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4" name="pt54794"/>
            <p:cNvSpPr/>
            <p:nvPr/>
          </p:nvSpPr>
          <p:spPr>
            <a:xfrm>
              <a:off x="8274318" y="2505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5" name="pt54795"/>
            <p:cNvSpPr/>
            <p:nvPr/>
          </p:nvSpPr>
          <p:spPr>
            <a:xfrm>
              <a:off x="8439043" y="2402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6" name="pt54796"/>
            <p:cNvSpPr/>
            <p:nvPr/>
          </p:nvSpPr>
          <p:spPr>
            <a:xfrm>
              <a:off x="9490707" y="2412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7" name="pt54797"/>
            <p:cNvSpPr/>
            <p:nvPr/>
          </p:nvSpPr>
          <p:spPr>
            <a:xfrm>
              <a:off x="8596430" y="2242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8" name="pt54798"/>
            <p:cNvSpPr/>
            <p:nvPr/>
          </p:nvSpPr>
          <p:spPr>
            <a:xfrm>
              <a:off x="8596430" y="2283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9" name="pt54799"/>
            <p:cNvSpPr/>
            <p:nvPr/>
          </p:nvSpPr>
          <p:spPr>
            <a:xfrm>
              <a:off x="9005825" y="1409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0" name="pt54800"/>
            <p:cNvSpPr/>
            <p:nvPr/>
          </p:nvSpPr>
          <p:spPr>
            <a:xfrm>
              <a:off x="8398928" y="2315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1" name="pt54801"/>
            <p:cNvSpPr/>
            <p:nvPr/>
          </p:nvSpPr>
          <p:spPr>
            <a:xfrm>
              <a:off x="9806800" y="2329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2" name="pt54802"/>
            <p:cNvSpPr/>
            <p:nvPr/>
          </p:nvSpPr>
          <p:spPr>
            <a:xfrm>
              <a:off x="8624143" y="2535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3" name="pt54803"/>
            <p:cNvSpPr/>
            <p:nvPr/>
          </p:nvSpPr>
          <p:spPr>
            <a:xfrm>
              <a:off x="9027511" y="1922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4" name="pt54804"/>
            <p:cNvSpPr/>
            <p:nvPr/>
          </p:nvSpPr>
          <p:spPr>
            <a:xfrm>
              <a:off x="8471820" y="2421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5" name="pt54805"/>
            <p:cNvSpPr/>
            <p:nvPr/>
          </p:nvSpPr>
          <p:spPr>
            <a:xfrm>
              <a:off x="9296080" y="1791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6" name="pt54806"/>
            <p:cNvSpPr/>
            <p:nvPr/>
          </p:nvSpPr>
          <p:spPr>
            <a:xfrm>
              <a:off x="8783657" y="2035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7" name="pt54807"/>
            <p:cNvSpPr/>
            <p:nvPr/>
          </p:nvSpPr>
          <p:spPr>
            <a:xfrm>
              <a:off x="8688264" y="2263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8" name="pt54808"/>
            <p:cNvSpPr/>
            <p:nvPr/>
          </p:nvSpPr>
          <p:spPr>
            <a:xfrm>
              <a:off x="9394753" y="2165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9" name="pt54809"/>
            <p:cNvSpPr/>
            <p:nvPr/>
          </p:nvSpPr>
          <p:spPr>
            <a:xfrm>
              <a:off x="9639141" y="2124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0" name="pt54810"/>
            <p:cNvSpPr/>
            <p:nvPr/>
          </p:nvSpPr>
          <p:spPr>
            <a:xfrm>
              <a:off x="8398928" y="2431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1" name="pt54811"/>
            <p:cNvSpPr/>
            <p:nvPr/>
          </p:nvSpPr>
          <p:spPr>
            <a:xfrm>
              <a:off x="8778290" y="2206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2" name="pt54812"/>
            <p:cNvSpPr/>
            <p:nvPr/>
          </p:nvSpPr>
          <p:spPr>
            <a:xfrm>
              <a:off x="8596430" y="2375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3" name="pt54813"/>
            <p:cNvSpPr/>
            <p:nvPr/>
          </p:nvSpPr>
          <p:spPr>
            <a:xfrm>
              <a:off x="9269435" y="1922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4" name="pt54814"/>
            <p:cNvSpPr/>
            <p:nvPr/>
          </p:nvSpPr>
          <p:spPr>
            <a:xfrm>
              <a:off x="8610820" y="1926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5" name="pt54815"/>
            <p:cNvSpPr/>
            <p:nvPr/>
          </p:nvSpPr>
          <p:spPr>
            <a:xfrm>
              <a:off x="8923469" y="1948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6" name="pt54816"/>
            <p:cNvSpPr/>
            <p:nvPr/>
          </p:nvSpPr>
          <p:spPr>
            <a:xfrm>
              <a:off x="9017715" y="1969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7" name="pt54817"/>
            <p:cNvSpPr/>
            <p:nvPr/>
          </p:nvSpPr>
          <p:spPr>
            <a:xfrm>
              <a:off x="8923469" y="1990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8" name="pt54818"/>
            <p:cNvSpPr/>
            <p:nvPr/>
          </p:nvSpPr>
          <p:spPr>
            <a:xfrm>
              <a:off x="8713389" y="2291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9" name="pt54819"/>
            <p:cNvSpPr/>
            <p:nvPr/>
          </p:nvSpPr>
          <p:spPr>
            <a:xfrm>
              <a:off x="8439043" y="2508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0" name="pt54820"/>
            <p:cNvSpPr/>
            <p:nvPr/>
          </p:nvSpPr>
          <p:spPr>
            <a:xfrm>
              <a:off x="9334476" y="2080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1" name="pt54821"/>
            <p:cNvSpPr/>
            <p:nvPr/>
          </p:nvSpPr>
          <p:spPr>
            <a:xfrm>
              <a:off x="8471820" y="2344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2" name="pt54822"/>
            <p:cNvSpPr/>
            <p:nvPr/>
          </p:nvSpPr>
          <p:spPr>
            <a:xfrm>
              <a:off x="8523538" y="2574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3" name="pt54823"/>
            <p:cNvSpPr/>
            <p:nvPr/>
          </p:nvSpPr>
          <p:spPr>
            <a:xfrm>
              <a:off x="9273294" y="1833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4" name="pt54824"/>
            <p:cNvSpPr/>
            <p:nvPr/>
          </p:nvSpPr>
          <p:spPr>
            <a:xfrm>
              <a:off x="8274318" y="2594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5" name="pt54825"/>
            <p:cNvSpPr/>
            <p:nvPr/>
          </p:nvSpPr>
          <p:spPr>
            <a:xfrm>
              <a:off x="9077174" y="1909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6" name="pt54826"/>
            <p:cNvSpPr/>
            <p:nvPr/>
          </p:nvSpPr>
          <p:spPr>
            <a:xfrm>
              <a:off x="8688264" y="2254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7" name="pt54827"/>
            <p:cNvSpPr/>
            <p:nvPr/>
          </p:nvSpPr>
          <p:spPr>
            <a:xfrm>
              <a:off x="9296080" y="1790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8" name="pt54828"/>
            <p:cNvSpPr/>
            <p:nvPr/>
          </p:nvSpPr>
          <p:spPr>
            <a:xfrm>
              <a:off x="8523538" y="2371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9" name="pt54829"/>
            <p:cNvSpPr/>
            <p:nvPr/>
          </p:nvSpPr>
          <p:spPr>
            <a:xfrm>
              <a:off x="9717541" y="2086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0" name="pt54830"/>
            <p:cNvSpPr/>
            <p:nvPr/>
          </p:nvSpPr>
          <p:spPr>
            <a:xfrm>
              <a:off x="8713389" y="2289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1" name="pt54831"/>
            <p:cNvSpPr/>
            <p:nvPr/>
          </p:nvSpPr>
          <p:spPr>
            <a:xfrm>
              <a:off x="9262568" y="2078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2" name="pt54832"/>
            <p:cNvSpPr/>
            <p:nvPr/>
          </p:nvSpPr>
          <p:spPr>
            <a:xfrm>
              <a:off x="8439043" y="2454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3" name="pt54833"/>
            <p:cNvSpPr/>
            <p:nvPr/>
          </p:nvSpPr>
          <p:spPr>
            <a:xfrm>
              <a:off x="9265854" y="2083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4" name="pt54834"/>
            <p:cNvSpPr/>
            <p:nvPr/>
          </p:nvSpPr>
          <p:spPr>
            <a:xfrm>
              <a:off x="8748753" y="1976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5" name="pt54835"/>
            <p:cNvSpPr/>
            <p:nvPr/>
          </p:nvSpPr>
          <p:spPr>
            <a:xfrm>
              <a:off x="8274318" y="2427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6" name="pt54836"/>
            <p:cNvSpPr/>
            <p:nvPr/>
          </p:nvSpPr>
          <p:spPr>
            <a:xfrm>
              <a:off x="8274318" y="2507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7" name="pt54837"/>
            <p:cNvSpPr/>
            <p:nvPr/>
          </p:nvSpPr>
          <p:spPr>
            <a:xfrm>
              <a:off x="9297299" y="1976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8" name="pt54838"/>
            <p:cNvSpPr/>
            <p:nvPr/>
          </p:nvSpPr>
          <p:spPr>
            <a:xfrm>
              <a:off x="9005825" y="1644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9" name="pt54839"/>
            <p:cNvSpPr/>
            <p:nvPr/>
          </p:nvSpPr>
          <p:spPr>
            <a:xfrm>
              <a:off x="8636546" y="2608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0" name="pt54840"/>
            <p:cNvSpPr/>
            <p:nvPr/>
          </p:nvSpPr>
          <p:spPr>
            <a:xfrm>
              <a:off x="9077174" y="1887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1" name="pt54841"/>
            <p:cNvSpPr/>
            <p:nvPr/>
          </p:nvSpPr>
          <p:spPr>
            <a:xfrm>
              <a:off x="9187265" y="1998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2" name="pt54842"/>
            <p:cNvSpPr/>
            <p:nvPr/>
          </p:nvSpPr>
          <p:spPr>
            <a:xfrm>
              <a:off x="8659047" y="2479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3" name="pt54843"/>
            <p:cNvSpPr/>
            <p:nvPr/>
          </p:nvSpPr>
          <p:spPr>
            <a:xfrm>
              <a:off x="9062094" y="1650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4" name="pt54844"/>
            <p:cNvSpPr/>
            <p:nvPr/>
          </p:nvSpPr>
          <p:spPr>
            <a:xfrm>
              <a:off x="9203327" y="1769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5" name="pt54845"/>
            <p:cNvSpPr/>
            <p:nvPr/>
          </p:nvSpPr>
          <p:spPr>
            <a:xfrm>
              <a:off x="8894537" y="21376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6" name="pt54846"/>
            <p:cNvSpPr/>
            <p:nvPr/>
          </p:nvSpPr>
          <p:spPr>
            <a:xfrm>
              <a:off x="9544151" y="2174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7" name="pt54847"/>
            <p:cNvSpPr/>
            <p:nvPr/>
          </p:nvSpPr>
          <p:spPr>
            <a:xfrm>
              <a:off x="9090127" y="1830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8" name="pt54848"/>
            <p:cNvSpPr/>
            <p:nvPr/>
          </p:nvSpPr>
          <p:spPr>
            <a:xfrm>
              <a:off x="9490707" y="2334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9" name="pt54849"/>
            <p:cNvSpPr/>
            <p:nvPr/>
          </p:nvSpPr>
          <p:spPr>
            <a:xfrm>
              <a:off x="8964553" y="2278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0" name="pt54850"/>
            <p:cNvSpPr/>
            <p:nvPr/>
          </p:nvSpPr>
          <p:spPr>
            <a:xfrm>
              <a:off x="9103999" y="1974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1" name="pt54851"/>
            <p:cNvSpPr/>
            <p:nvPr/>
          </p:nvSpPr>
          <p:spPr>
            <a:xfrm>
              <a:off x="9059833" y="178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2" name="pt54852"/>
            <p:cNvSpPr/>
            <p:nvPr/>
          </p:nvSpPr>
          <p:spPr>
            <a:xfrm>
              <a:off x="8648148" y="2231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3" name="pt54853"/>
            <p:cNvSpPr/>
            <p:nvPr/>
          </p:nvSpPr>
          <p:spPr>
            <a:xfrm>
              <a:off x="8876545" y="1855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4" name="pt54854"/>
            <p:cNvSpPr/>
            <p:nvPr/>
          </p:nvSpPr>
          <p:spPr>
            <a:xfrm>
              <a:off x="8659047" y="2394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5" name="pt54855"/>
            <p:cNvSpPr/>
            <p:nvPr/>
          </p:nvSpPr>
          <p:spPr>
            <a:xfrm>
              <a:off x="8563654" y="2308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6" name="pt54856"/>
            <p:cNvSpPr/>
            <p:nvPr/>
          </p:nvSpPr>
          <p:spPr>
            <a:xfrm>
              <a:off x="9296080" y="2007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7" name="pt54857"/>
            <p:cNvSpPr/>
            <p:nvPr/>
          </p:nvSpPr>
          <p:spPr>
            <a:xfrm>
              <a:off x="8856549" y="2301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8" name="pt54858"/>
            <p:cNvSpPr/>
            <p:nvPr/>
          </p:nvSpPr>
          <p:spPr>
            <a:xfrm>
              <a:off x="8398928" y="2483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9" name="pt54859"/>
            <p:cNvSpPr/>
            <p:nvPr/>
          </p:nvSpPr>
          <p:spPr>
            <a:xfrm>
              <a:off x="8274318" y="2463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0" name="pt54860"/>
            <p:cNvSpPr/>
            <p:nvPr/>
          </p:nvSpPr>
          <p:spPr>
            <a:xfrm>
              <a:off x="9066533" y="1787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1" name="pt54861"/>
            <p:cNvSpPr/>
            <p:nvPr/>
          </p:nvSpPr>
          <p:spPr>
            <a:xfrm>
              <a:off x="8767051" y="1981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2" name="pt54862"/>
            <p:cNvSpPr/>
            <p:nvPr/>
          </p:nvSpPr>
          <p:spPr>
            <a:xfrm>
              <a:off x="8688264" y="216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3" name="pt54863"/>
            <p:cNvSpPr/>
            <p:nvPr/>
          </p:nvSpPr>
          <p:spPr>
            <a:xfrm>
              <a:off x="8999571" y="1777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4" name="pt54864"/>
            <p:cNvSpPr/>
            <p:nvPr/>
          </p:nvSpPr>
          <p:spPr>
            <a:xfrm>
              <a:off x="9325618" y="2128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5" name="pt54865"/>
            <p:cNvSpPr/>
            <p:nvPr/>
          </p:nvSpPr>
          <p:spPr>
            <a:xfrm>
              <a:off x="9002725" y="1861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6" name="pt54866"/>
            <p:cNvSpPr/>
            <p:nvPr/>
          </p:nvSpPr>
          <p:spPr>
            <a:xfrm>
              <a:off x="8523538" y="2379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7" name="pt54867"/>
            <p:cNvSpPr/>
            <p:nvPr/>
          </p:nvSpPr>
          <p:spPr>
            <a:xfrm>
              <a:off x="8274318" y="2570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8" name="pt54868"/>
            <p:cNvSpPr/>
            <p:nvPr/>
          </p:nvSpPr>
          <p:spPr>
            <a:xfrm>
              <a:off x="8755061" y="2183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9" name="pt54869"/>
            <p:cNvSpPr/>
            <p:nvPr/>
          </p:nvSpPr>
          <p:spPr>
            <a:xfrm>
              <a:off x="9142325" y="2135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0" name="pt54870"/>
            <p:cNvSpPr/>
            <p:nvPr/>
          </p:nvSpPr>
          <p:spPr>
            <a:xfrm>
              <a:off x="9394753" y="2287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1" name="pt54871"/>
            <p:cNvSpPr/>
            <p:nvPr/>
          </p:nvSpPr>
          <p:spPr>
            <a:xfrm>
              <a:off x="9269435" y="1705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2" name="pt54872"/>
            <p:cNvSpPr/>
            <p:nvPr/>
          </p:nvSpPr>
          <p:spPr>
            <a:xfrm>
              <a:off x="8783657" y="2113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3" name="pt54873"/>
            <p:cNvSpPr/>
            <p:nvPr/>
          </p:nvSpPr>
          <p:spPr>
            <a:xfrm>
              <a:off x="9325618" y="2097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4" name="pt54874"/>
            <p:cNvSpPr/>
            <p:nvPr/>
          </p:nvSpPr>
          <p:spPr>
            <a:xfrm>
              <a:off x="9236019" y="2108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5" name="pt54875"/>
            <p:cNvSpPr/>
            <p:nvPr/>
          </p:nvSpPr>
          <p:spPr>
            <a:xfrm>
              <a:off x="8624143" y="2300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6" name="pt54876"/>
            <p:cNvSpPr/>
            <p:nvPr/>
          </p:nvSpPr>
          <p:spPr>
            <a:xfrm>
              <a:off x="8954618" y="2355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7" name="pt54877"/>
            <p:cNvSpPr/>
            <p:nvPr/>
          </p:nvSpPr>
          <p:spPr>
            <a:xfrm>
              <a:off x="9525526" y="1886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8" name="pt54878"/>
            <p:cNvSpPr/>
            <p:nvPr/>
          </p:nvSpPr>
          <p:spPr>
            <a:xfrm>
              <a:off x="9231697" y="2130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9" name="pt54879"/>
            <p:cNvSpPr/>
            <p:nvPr/>
          </p:nvSpPr>
          <p:spPr>
            <a:xfrm>
              <a:off x="9051686" y="2101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0" name="pt54880"/>
            <p:cNvSpPr/>
            <p:nvPr/>
          </p:nvSpPr>
          <p:spPr>
            <a:xfrm>
              <a:off x="8274318" y="2622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1" name="pt54881"/>
            <p:cNvSpPr/>
            <p:nvPr/>
          </p:nvSpPr>
          <p:spPr>
            <a:xfrm>
              <a:off x="9363803" y="2048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2" name="pt54882"/>
            <p:cNvSpPr/>
            <p:nvPr/>
          </p:nvSpPr>
          <p:spPr>
            <a:xfrm>
              <a:off x="8523538" y="2436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3" name="pt54883"/>
            <p:cNvSpPr/>
            <p:nvPr/>
          </p:nvSpPr>
          <p:spPr>
            <a:xfrm>
              <a:off x="8471820" y="2407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4" name="pt54884"/>
            <p:cNvSpPr/>
            <p:nvPr/>
          </p:nvSpPr>
          <p:spPr>
            <a:xfrm>
              <a:off x="8439043" y="2350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5" name="pt54885"/>
            <p:cNvSpPr/>
            <p:nvPr/>
          </p:nvSpPr>
          <p:spPr>
            <a:xfrm>
              <a:off x="9124975" y="2139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6" name="pt54886"/>
            <p:cNvSpPr/>
            <p:nvPr/>
          </p:nvSpPr>
          <p:spPr>
            <a:xfrm>
              <a:off x="8954618" y="2243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7" name="pt54887"/>
            <p:cNvSpPr/>
            <p:nvPr/>
          </p:nvSpPr>
          <p:spPr>
            <a:xfrm>
              <a:off x="9090127" y="182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8" name="pt54888"/>
            <p:cNvSpPr/>
            <p:nvPr/>
          </p:nvSpPr>
          <p:spPr>
            <a:xfrm>
              <a:off x="8778290" y="2010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9" name="pt54889"/>
            <p:cNvSpPr/>
            <p:nvPr/>
          </p:nvSpPr>
          <p:spPr>
            <a:xfrm>
              <a:off x="8888738" y="2291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0" name="pt54890"/>
            <p:cNvSpPr/>
            <p:nvPr/>
          </p:nvSpPr>
          <p:spPr>
            <a:xfrm>
              <a:off x="8852989" y="2022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1" name="pt54891"/>
            <p:cNvSpPr/>
            <p:nvPr/>
          </p:nvSpPr>
          <p:spPr>
            <a:xfrm>
              <a:off x="8834048" y="1997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2" name="pt54892"/>
            <p:cNvSpPr/>
            <p:nvPr/>
          </p:nvSpPr>
          <p:spPr>
            <a:xfrm>
              <a:off x="8624143" y="2528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3" name="pt54893"/>
            <p:cNvSpPr/>
            <p:nvPr/>
          </p:nvSpPr>
          <p:spPr>
            <a:xfrm>
              <a:off x="9087220" y="1878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4" name="pt54894"/>
            <p:cNvSpPr/>
            <p:nvPr/>
          </p:nvSpPr>
          <p:spPr>
            <a:xfrm>
              <a:off x="9055223" y="2165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5" name="pt54895"/>
            <p:cNvSpPr/>
            <p:nvPr/>
          </p:nvSpPr>
          <p:spPr>
            <a:xfrm>
              <a:off x="9334969" y="2173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6" name="pt54896"/>
            <p:cNvSpPr/>
            <p:nvPr/>
          </p:nvSpPr>
          <p:spPr>
            <a:xfrm>
              <a:off x="8841866" y="1914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7" name="pt54897"/>
            <p:cNvSpPr/>
            <p:nvPr/>
          </p:nvSpPr>
          <p:spPr>
            <a:xfrm>
              <a:off x="8838000" y="2070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8" name="pt54898"/>
            <p:cNvSpPr/>
            <p:nvPr/>
          </p:nvSpPr>
          <p:spPr>
            <a:xfrm>
              <a:off x="8735430" y="2034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9" name="pt54899"/>
            <p:cNvSpPr/>
            <p:nvPr/>
          </p:nvSpPr>
          <p:spPr>
            <a:xfrm>
              <a:off x="8398928" y="2318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0" name="pt54900"/>
            <p:cNvSpPr/>
            <p:nvPr/>
          </p:nvSpPr>
          <p:spPr>
            <a:xfrm>
              <a:off x="9265854" y="2162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1" name="pt54901"/>
            <p:cNvSpPr/>
            <p:nvPr/>
          </p:nvSpPr>
          <p:spPr>
            <a:xfrm>
              <a:off x="9413835" y="1958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2" name="pt54902"/>
            <p:cNvSpPr/>
            <p:nvPr/>
          </p:nvSpPr>
          <p:spPr>
            <a:xfrm>
              <a:off x="8841866" y="1987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3" name="pt54903"/>
            <p:cNvSpPr/>
            <p:nvPr/>
          </p:nvSpPr>
          <p:spPr>
            <a:xfrm>
              <a:off x="8923469" y="1931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4" name="pt54904"/>
            <p:cNvSpPr/>
            <p:nvPr/>
          </p:nvSpPr>
          <p:spPr>
            <a:xfrm>
              <a:off x="8274318" y="2394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5" name="pt54905"/>
            <p:cNvSpPr/>
            <p:nvPr/>
          </p:nvSpPr>
          <p:spPr>
            <a:xfrm>
              <a:off x="9211830" y="1818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6" name="pt54906"/>
            <p:cNvSpPr/>
            <p:nvPr/>
          </p:nvSpPr>
          <p:spPr>
            <a:xfrm>
              <a:off x="8973968" y="1935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7" name="pt54907"/>
            <p:cNvSpPr/>
            <p:nvPr/>
          </p:nvSpPr>
          <p:spPr>
            <a:xfrm>
              <a:off x="9095805" y="1564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8" name="pt54908"/>
            <p:cNvSpPr/>
            <p:nvPr/>
          </p:nvSpPr>
          <p:spPr>
            <a:xfrm>
              <a:off x="8439043" y="2080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9" name="pt54909"/>
            <p:cNvSpPr/>
            <p:nvPr/>
          </p:nvSpPr>
          <p:spPr>
            <a:xfrm>
              <a:off x="9258470" y="1980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0" name="pt54910"/>
            <p:cNvSpPr/>
            <p:nvPr/>
          </p:nvSpPr>
          <p:spPr>
            <a:xfrm>
              <a:off x="9005825" y="1705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1" name="pt54911"/>
            <p:cNvSpPr/>
            <p:nvPr/>
          </p:nvSpPr>
          <p:spPr>
            <a:xfrm>
              <a:off x="9127336" y="202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2" name="pt54912"/>
            <p:cNvSpPr/>
            <p:nvPr/>
          </p:nvSpPr>
          <p:spPr>
            <a:xfrm>
              <a:off x="8958659" y="2259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3" name="pt54913"/>
            <p:cNvSpPr/>
            <p:nvPr/>
          </p:nvSpPr>
          <p:spPr>
            <a:xfrm>
              <a:off x="9262568" y="2058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4" name="pt54914"/>
            <p:cNvSpPr/>
            <p:nvPr/>
          </p:nvSpPr>
          <p:spPr>
            <a:xfrm>
              <a:off x="9103999" y="1998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5" name="pt54915"/>
            <p:cNvSpPr/>
            <p:nvPr/>
          </p:nvSpPr>
          <p:spPr>
            <a:xfrm>
              <a:off x="9176891" y="1950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6" name="pt54916"/>
            <p:cNvSpPr/>
            <p:nvPr/>
          </p:nvSpPr>
          <p:spPr>
            <a:xfrm>
              <a:off x="8863465" y="2154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7" name="pt54917"/>
            <p:cNvSpPr/>
            <p:nvPr/>
          </p:nvSpPr>
          <p:spPr>
            <a:xfrm>
              <a:off x="9140881" y="2053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8" name="pt54918"/>
            <p:cNvSpPr/>
            <p:nvPr/>
          </p:nvSpPr>
          <p:spPr>
            <a:xfrm>
              <a:off x="9247994" y="2002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9" name="pt54919"/>
            <p:cNvSpPr/>
            <p:nvPr/>
          </p:nvSpPr>
          <p:spPr>
            <a:xfrm>
              <a:off x="9363803" y="1989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0" name="pt54920"/>
            <p:cNvSpPr/>
            <p:nvPr/>
          </p:nvSpPr>
          <p:spPr>
            <a:xfrm>
              <a:off x="8910892" y="21030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1" name="pt54921"/>
            <p:cNvSpPr/>
            <p:nvPr/>
          </p:nvSpPr>
          <p:spPr>
            <a:xfrm>
              <a:off x="8999571" y="1756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2" name="pt54922"/>
            <p:cNvSpPr/>
            <p:nvPr/>
          </p:nvSpPr>
          <p:spPr>
            <a:xfrm>
              <a:off x="8721041" y="2193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3" name="pt54923"/>
            <p:cNvSpPr/>
            <p:nvPr/>
          </p:nvSpPr>
          <p:spPr>
            <a:xfrm>
              <a:off x="8610820" y="2122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4" name="pt54924"/>
            <p:cNvSpPr/>
            <p:nvPr/>
          </p:nvSpPr>
          <p:spPr>
            <a:xfrm>
              <a:off x="9034195" y="1644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5" name="pt54925"/>
            <p:cNvSpPr/>
            <p:nvPr/>
          </p:nvSpPr>
          <p:spPr>
            <a:xfrm>
              <a:off x="8347210" y="2313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6" name="pt54926"/>
            <p:cNvSpPr/>
            <p:nvPr/>
          </p:nvSpPr>
          <p:spPr>
            <a:xfrm>
              <a:off x="8954618" y="2287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7" name="pt54927"/>
            <p:cNvSpPr/>
            <p:nvPr/>
          </p:nvSpPr>
          <p:spPr>
            <a:xfrm>
              <a:off x="8274318" y="2344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8" name="pt54928"/>
            <p:cNvSpPr/>
            <p:nvPr/>
          </p:nvSpPr>
          <p:spPr>
            <a:xfrm>
              <a:off x="9066533" y="1809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9" name="pt54929"/>
            <p:cNvSpPr/>
            <p:nvPr/>
          </p:nvSpPr>
          <p:spPr>
            <a:xfrm>
              <a:off x="8742215" y="2015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0" name="pt54930"/>
            <p:cNvSpPr/>
            <p:nvPr/>
          </p:nvSpPr>
          <p:spPr>
            <a:xfrm>
              <a:off x="8596430" y="2148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1" name="pt54931"/>
            <p:cNvSpPr/>
            <p:nvPr/>
          </p:nvSpPr>
          <p:spPr>
            <a:xfrm>
              <a:off x="8610820" y="1922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2" name="pt54932"/>
            <p:cNvSpPr/>
            <p:nvPr/>
          </p:nvSpPr>
          <p:spPr>
            <a:xfrm>
              <a:off x="8624143" y="2301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3" name="pt54933"/>
            <p:cNvSpPr/>
            <p:nvPr/>
          </p:nvSpPr>
          <p:spPr>
            <a:xfrm>
              <a:off x="9597877" y="2188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4" name="pt54934"/>
            <p:cNvSpPr/>
            <p:nvPr/>
          </p:nvSpPr>
          <p:spPr>
            <a:xfrm>
              <a:off x="9087220" y="1902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5" name="pt54935"/>
            <p:cNvSpPr/>
            <p:nvPr/>
          </p:nvSpPr>
          <p:spPr>
            <a:xfrm>
              <a:off x="9040639" y="1703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6" name="pt54936"/>
            <p:cNvSpPr/>
            <p:nvPr/>
          </p:nvSpPr>
          <p:spPr>
            <a:xfrm>
              <a:off x="8812874" y="211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7" name="pt54937"/>
            <p:cNvSpPr/>
            <p:nvPr/>
          </p:nvSpPr>
          <p:spPr>
            <a:xfrm>
              <a:off x="9026144" y="1879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8" name="pt54938"/>
            <p:cNvSpPr/>
            <p:nvPr/>
          </p:nvSpPr>
          <p:spPr>
            <a:xfrm>
              <a:off x="8471820" y="2338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9" name="pt54939"/>
            <p:cNvSpPr/>
            <p:nvPr/>
          </p:nvSpPr>
          <p:spPr>
            <a:xfrm>
              <a:off x="8721041" y="1886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0" name="pt54940"/>
            <p:cNvSpPr/>
            <p:nvPr/>
          </p:nvSpPr>
          <p:spPr>
            <a:xfrm>
              <a:off x="9044397" y="2004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1" name="pt54941"/>
            <p:cNvSpPr/>
            <p:nvPr/>
          </p:nvSpPr>
          <p:spPr>
            <a:xfrm>
              <a:off x="8624143" y="254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2" name="pt54942"/>
            <p:cNvSpPr/>
            <p:nvPr/>
          </p:nvSpPr>
          <p:spPr>
            <a:xfrm>
              <a:off x="9108394" y="1925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3" name="pt54943"/>
            <p:cNvSpPr/>
            <p:nvPr/>
          </p:nvSpPr>
          <p:spPr>
            <a:xfrm>
              <a:off x="9363383" y="1999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4" name="pt54944"/>
            <p:cNvSpPr/>
            <p:nvPr/>
          </p:nvSpPr>
          <p:spPr>
            <a:xfrm>
              <a:off x="9328959" y="2145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5" name="pt54945"/>
            <p:cNvSpPr/>
            <p:nvPr/>
          </p:nvSpPr>
          <p:spPr>
            <a:xfrm>
              <a:off x="9273294" y="1517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6" name="pt54946"/>
            <p:cNvSpPr/>
            <p:nvPr/>
          </p:nvSpPr>
          <p:spPr>
            <a:xfrm>
              <a:off x="8713389" y="2200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7" name="pt54947"/>
            <p:cNvSpPr/>
            <p:nvPr/>
          </p:nvSpPr>
          <p:spPr>
            <a:xfrm>
              <a:off x="8891661" y="2192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8" name="pt54948"/>
            <p:cNvSpPr/>
            <p:nvPr/>
          </p:nvSpPr>
          <p:spPr>
            <a:xfrm>
              <a:off x="8876545" y="1532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9" name="pt54949"/>
            <p:cNvSpPr/>
            <p:nvPr/>
          </p:nvSpPr>
          <p:spPr>
            <a:xfrm>
              <a:off x="8803653" y="1989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0" name="pt54950"/>
            <p:cNvSpPr/>
            <p:nvPr/>
          </p:nvSpPr>
          <p:spPr>
            <a:xfrm>
              <a:off x="9147988" y="2102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1" name="pt54951"/>
            <p:cNvSpPr/>
            <p:nvPr/>
          </p:nvSpPr>
          <p:spPr>
            <a:xfrm>
              <a:off x="9743490" y="2204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2" name="pt54952"/>
            <p:cNvSpPr/>
            <p:nvPr/>
          </p:nvSpPr>
          <p:spPr>
            <a:xfrm>
              <a:off x="8778290" y="2120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3" name="pt54953"/>
            <p:cNvSpPr/>
            <p:nvPr/>
          </p:nvSpPr>
          <p:spPr>
            <a:xfrm>
              <a:off x="8679043" y="2230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4" name="pt54954"/>
            <p:cNvSpPr/>
            <p:nvPr/>
          </p:nvSpPr>
          <p:spPr>
            <a:xfrm>
              <a:off x="8941923" y="1957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5" name="pt54955"/>
            <p:cNvSpPr/>
            <p:nvPr/>
          </p:nvSpPr>
          <p:spPr>
            <a:xfrm>
              <a:off x="9394753" y="2132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6" name="pt54956"/>
            <p:cNvSpPr/>
            <p:nvPr/>
          </p:nvSpPr>
          <p:spPr>
            <a:xfrm>
              <a:off x="8891661" y="2123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7" name="pt54957"/>
            <p:cNvSpPr/>
            <p:nvPr/>
          </p:nvSpPr>
          <p:spPr>
            <a:xfrm>
              <a:off x="8964553" y="2286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8" name="pt54958"/>
            <p:cNvSpPr/>
            <p:nvPr/>
          </p:nvSpPr>
          <p:spPr>
            <a:xfrm>
              <a:off x="8636546" y="2190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9" name="pt54959"/>
            <p:cNvSpPr/>
            <p:nvPr/>
          </p:nvSpPr>
          <p:spPr>
            <a:xfrm>
              <a:off x="8688264" y="2309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0" name="pt54960"/>
            <p:cNvSpPr/>
            <p:nvPr/>
          </p:nvSpPr>
          <p:spPr>
            <a:xfrm>
              <a:off x="8937484" y="2076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1" name="pt54961"/>
            <p:cNvSpPr/>
            <p:nvPr/>
          </p:nvSpPr>
          <p:spPr>
            <a:xfrm>
              <a:off x="9023378" y="1944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2" name="pt54962"/>
            <p:cNvSpPr/>
            <p:nvPr/>
          </p:nvSpPr>
          <p:spPr>
            <a:xfrm>
              <a:off x="8697035" y="2136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3" name="pt54963"/>
            <p:cNvSpPr/>
            <p:nvPr/>
          </p:nvSpPr>
          <p:spPr>
            <a:xfrm>
              <a:off x="8439043" y="2360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4" name="pt54964"/>
            <p:cNvSpPr/>
            <p:nvPr/>
          </p:nvSpPr>
          <p:spPr>
            <a:xfrm>
              <a:off x="8713389" y="2339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5" name="pt54965"/>
            <p:cNvSpPr/>
            <p:nvPr/>
          </p:nvSpPr>
          <p:spPr>
            <a:xfrm>
              <a:off x="8659047" y="2436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6" name="pt54966"/>
            <p:cNvSpPr/>
            <p:nvPr/>
          </p:nvSpPr>
          <p:spPr>
            <a:xfrm>
              <a:off x="9074048" y="181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7" name="pt54967"/>
            <p:cNvSpPr/>
            <p:nvPr/>
          </p:nvSpPr>
          <p:spPr>
            <a:xfrm>
              <a:off x="9451392" y="1988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8" name="pt54968"/>
            <p:cNvSpPr/>
            <p:nvPr/>
          </p:nvSpPr>
          <p:spPr>
            <a:xfrm>
              <a:off x="8398928" y="2381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9" name="pt54969"/>
            <p:cNvSpPr/>
            <p:nvPr/>
          </p:nvSpPr>
          <p:spPr>
            <a:xfrm>
              <a:off x="8742215" y="1992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0" name="pt54970"/>
            <p:cNvSpPr/>
            <p:nvPr/>
          </p:nvSpPr>
          <p:spPr>
            <a:xfrm>
              <a:off x="8274318" y="257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1" name="pt54971"/>
            <p:cNvSpPr/>
            <p:nvPr/>
          </p:nvSpPr>
          <p:spPr>
            <a:xfrm>
              <a:off x="8921023" y="1719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2" name="pt54972"/>
            <p:cNvSpPr/>
            <p:nvPr/>
          </p:nvSpPr>
          <p:spPr>
            <a:xfrm>
              <a:off x="9334476" y="1976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3" name="pt54973"/>
            <p:cNvSpPr/>
            <p:nvPr/>
          </p:nvSpPr>
          <p:spPr>
            <a:xfrm>
              <a:off x="8873363" y="2072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4" name="pt54974"/>
            <p:cNvSpPr/>
            <p:nvPr/>
          </p:nvSpPr>
          <p:spPr>
            <a:xfrm>
              <a:off x="8798858" y="2128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5" name="pt54975"/>
            <p:cNvSpPr/>
            <p:nvPr/>
          </p:nvSpPr>
          <p:spPr>
            <a:xfrm>
              <a:off x="8471820" y="2459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6" name="pt54976"/>
            <p:cNvSpPr/>
            <p:nvPr/>
          </p:nvSpPr>
          <p:spPr>
            <a:xfrm>
              <a:off x="9200228" y="177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7" name="pt54977"/>
            <p:cNvSpPr/>
            <p:nvPr/>
          </p:nvSpPr>
          <p:spPr>
            <a:xfrm>
              <a:off x="8982914" y="1728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8" name="pt54978"/>
            <p:cNvSpPr/>
            <p:nvPr/>
          </p:nvSpPr>
          <p:spPr>
            <a:xfrm>
              <a:off x="8580788" y="2354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9" name="pt54979"/>
            <p:cNvSpPr/>
            <p:nvPr/>
          </p:nvSpPr>
          <p:spPr>
            <a:xfrm>
              <a:off x="8347210" y="2383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0" name="pt54980"/>
            <p:cNvSpPr/>
            <p:nvPr/>
          </p:nvSpPr>
          <p:spPr>
            <a:xfrm>
              <a:off x="8471820" y="2286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1" name="pt54981"/>
            <p:cNvSpPr/>
            <p:nvPr/>
          </p:nvSpPr>
          <p:spPr>
            <a:xfrm>
              <a:off x="9294853" y="1868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2" name="pt54982"/>
            <p:cNvSpPr/>
            <p:nvPr/>
          </p:nvSpPr>
          <p:spPr>
            <a:xfrm>
              <a:off x="8852989" y="1933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3" name="pt54983"/>
            <p:cNvSpPr/>
            <p:nvPr/>
          </p:nvSpPr>
          <p:spPr>
            <a:xfrm>
              <a:off x="9127336" y="2020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4" name="pt54984"/>
            <p:cNvSpPr/>
            <p:nvPr/>
          </p:nvSpPr>
          <p:spPr>
            <a:xfrm>
              <a:off x="8274318" y="2264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5" name="pt54985"/>
            <p:cNvSpPr/>
            <p:nvPr/>
          </p:nvSpPr>
          <p:spPr>
            <a:xfrm>
              <a:off x="8544712" y="2447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6" name="pt54986"/>
            <p:cNvSpPr/>
            <p:nvPr/>
          </p:nvSpPr>
          <p:spPr>
            <a:xfrm>
              <a:off x="8783657" y="2107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7" name="pt54987"/>
            <p:cNvSpPr/>
            <p:nvPr/>
          </p:nvSpPr>
          <p:spPr>
            <a:xfrm>
              <a:off x="8838000" y="2030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8" name="pt54988"/>
            <p:cNvSpPr/>
            <p:nvPr/>
          </p:nvSpPr>
          <p:spPr>
            <a:xfrm>
              <a:off x="8471820" y="2366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9" name="pt54989"/>
            <p:cNvSpPr/>
            <p:nvPr/>
          </p:nvSpPr>
          <p:spPr>
            <a:xfrm>
              <a:off x="8742215" y="2136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0" name="pt54990"/>
            <p:cNvSpPr/>
            <p:nvPr/>
          </p:nvSpPr>
          <p:spPr>
            <a:xfrm>
              <a:off x="9096734" y="1668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1" name="pt54991"/>
            <p:cNvSpPr/>
            <p:nvPr/>
          </p:nvSpPr>
          <p:spPr>
            <a:xfrm>
              <a:off x="9066533" y="1742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2" name="pt54992"/>
            <p:cNvSpPr/>
            <p:nvPr/>
          </p:nvSpPr>
          <p:spPr>
            <a:xfrm>
              <a:off x="9237295" y="2056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3" name="pt54993"/>
            <p:cNvSpPr/>
            <p:nvPr/>
          </p:nvSpPr>
          <p:spPr>
            <a:xfrm>
              <a:off x="8964553" y="2230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4" name="pt54994"/>
            <p:cNvSpPr/>
            <p:nvPr/>
          </p:nvSpPr>
          <p:spPr>
            <a:xfrm>
              <a:off x="9031551" y="1603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5" name="pt54995"/>
            <p:cNvSpPr/>
            <p:nvPr/>
          </p:nvSpPr>
          <p:spPr>
            <a:xfrm>
              <a:off x="9077174" y="1947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6" name="pt54996"/>
            <p:cNvSpPr/>
            <p:nvPr/>
          </p:nvSpPr>
          <p:spPr>
            <a:xfrm>
              <a:off x="9427147" y="1849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7" name="pt54997"/>
            <p:cNvSpPr/>
            <p:nvPr/>
          </p:nvSpPr>
          <p:spPr>
            <a:xfrm>
              <a:off x="9562976" y="2260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8" name="pt54998"/>
            <p:cNvSpPr/>
            <p:nvPr/>
          </p:nvSpPr>
          <p:spPr>
            <a:xfrm>
              <a:off x="9602828" y="2314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9" name="pt54999"/>
            <p:cNvSpPr/>
            <p:nvPr/>
          </p:nvSpPr>
          <p:spPr>
            <a:xfrm>
              <a:off x="9437742" y="1965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0" name="pt55000"/>
            <p:cNvSpPr/>
            <p:nvPr/>
          </p:nvSpPr>
          <p:spPr>
            <a:xfrm>
              <a:off x="9034195" y="1663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1" name="pt55001"/>
            <p:cNvSpPr/>
            <p:nvPr/>
          </p:nvSpPr>
          <p:spPr>
            <a:xfrm>
              <a:off x="8499532" y="2463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2" name="pt55002"/>
            <p:cNvSpPr/>
            <p:nvPr/>
          </p:nvSpPr>
          <p:spPr>
            <a:xfrm>
              <a:off x="8439043" y="2415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3" name="pt55003"/>
            <p:cNvSpPr/>
            <p:nvPr/>
          </p:nvSpPr>
          <p:spPr>
            <a:xfrm>
              <a:off x="8471820" y="2445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4" name="pt55004"/>
            <p:cNvSpPr/>
            <p:nvPr/>
          </p:nvSpPr>
          <p:spPr>
            <a:xfrm>
              <a:off x="8964553" y="20807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5" name="pt55005"/>
            <p:cNvSpPr/>
            <p:nvPr/>
          </p:nvSpPr>
          <p:spPr>
            <a:xfrm>
              <a:off x="8988075" y="2006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6" name="pt55006"/>
            <p:cNvSpPr/>
            <p:nvPr/>
          </p:nvSpPr>
          <p:spPr>
            <a:xfrm>
              <a:off x="9313270" y="2181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7" name="pt55007"/>
            <p:cNvSpPr/>
            <p:nvPr/>
          </p:nvSpPr>
          <p:spPr>
            <a:xfrm>
              <a:off x="8954618" y="2247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8" name="pt55008"/>
            <p:cNvSpPr/>
            <p:nvPr/>
          </p:nvSpPr>
          <p:spPr>
            <a:xfrm>
              <a:off x="8523538" y="2373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9" name="pt55009"/>
            <p:cNvSpPr/>
            <p:nvPr/>
          </p:nvSpPr>
          <p:spPr>
            <a:xfrm>
              <a:off x="8274318" y="2501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0" name="pt55010"/>
            <p:cNvSpPr/>
            <p:nvPr/>
          </p:nvSpPr>
          <p:spPr>
            <a:xfrm>
              <a:off x="8939717" y="2139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1" name="pt55011"/>
            <p:cNvSpPr/>
            <p:nvPr/>
          </p:nvSpPr>
          <p:spPr>
            <a:xfrm>
              <a:off x="8982914" y="1831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2" name="pt55012"/>
            <p:cNvSpPr/>
            <p:nvPr/>
          </p:nvSpPr>
          <p:spPr>
            <a:xfrm>
              <a:off x="9421909" y="1969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3" name="pt55013"/>
            <p:cNvSpPr/>
            <p:nvPr/>
          </p:nvSpPr>
          <p:spPr>
            <a:xfrm>
              <a:off x="8610820" y="2081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4" name="pt55014"/>
            <p:cNvSpPr/>
            <p:nvPr/>
          </p:nvSpPr>
          <p:spPr>
            <a:xfrm>
              <a:off x="8688264" y="2228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5" name="pt55015"/>
            <p:cNvSpPr/>
            <p:nvPr/>
          </p:nvSpPr>
          <p:spPr>
            <a:xfrm>
              <a:off x="9200748" y="1867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6" name="pt55016"/>
            <p:cNvSpPr/>
            <p:nvPr/>
          </p:nvSpPr>
          <p:spPr>
            <a:xfrm>
              <a:off x="9336196" y="2139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7" name="pt55017"/>
            <p:cNvSpPr/>
            <p:nvPr/>
          </p:nvSpPr>
          <p:spPr>
            <a:xfrm>
              <a:off x="9103999" y="2124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8" name="pt55018"/>
            <p:cNvSpPr/>
            <p:nvPr/>
          </p:nvSpPr>
          <p:spPr>
            <a:xfrm>
              <a:off x="8923469" y="1971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9" name="pt55019"/>
            <p:cNvSpPr/>
            <p:nvPr/>
          </p:nvSpPr>
          <p:spPr>
            <a:xfrm>
              <a:off x="9149376" y="2104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0" name="pt55020"/>
            <p:cNvSpPr/>
            <p:nvPr/>
          </p:nvSpPr>
          <p:spPr>
            <a:xfrm>
              <a:off x="8659047" y="2339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1" name="pt55021"/>
            <p:cNvSpPr/>
            <p:nvPr/>
          </p:nvSpPr>
          <p:spPr>
            <a:xfrm>
              <a:off x="9190595" y="2108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2" name="pt55022"/>
            <p:cNvSpPr/>
            <p:nvPr/>
          </p:nvSpPr>
          <p:spPr>
            <a:xfrm>
              <a:off x="9077174" y="2021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3" name="pt55023"/>
            <p:cNvSpPr/>
            <p:nvPr/>
          </p:nvSpPr>
          <p:spPr>
            <a:xfrm>
              <a:off x="8863465" y="219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4" name="pt55024"/>
            <p:cNvSpPr/>
            <p:nvPr/>
          </p:nvSpPr>
          <p:spPr>
            <a:xfrm>
              <a:off x="8398928" y="2353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5" name="pt55025"/>
            <p:cNvSpPr/>
            <p:nvPr/>
          </p:nvSpPr>
          <p:spPr>
            <a:xfrm>
              <a:off x="8856549" y="219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6" name="pt55026"/>
            <p:cNvSpPr/>
            <p:nvPr/>
          </p:nvSpPr>
          <p:spPr>
            <a:xfrm>
              <a:off x="8937484" y="2097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7" name="pt55027"/>
            <p:cNvSpPr/>
            <p:nvPr/>
          </p:nvSpPr>
          <p:spPr>
            <a:xfrm>
              <a:off x="8580788" y="2370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8" name="pt55028"/>
            <p:cNvSpPr/>
            <p:nvPr/>
          </p:nvSpPr>
          <p:spPr>
            <a:xfrm>
              <a:off x="8563654" y="2131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9" name="pt55029"/>
            <p:cNvSpPr/>
            <p:nvPr/>
          </p:nvSpPr>
          <p:spPr>
            <a:xfrm>
              <a:off x="9544151" y="224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0" name="pt55030"/>
            <p:cNvSpPr/>
            <p:nvPr/>
          </p:nvSpPr>
          <p:spPr>
            <a:xfrm>
              <a:off x="9103999" y="2168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1" name="pt55031"/>
            <p:cNvSpPr/>
            <p:nvPr/>
          </p:nvSpPr>
          <p:spPr>
            <a:xfrm>
              <a:off x="8988075" y="1906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2" name="pt55032"/>
            <p:cNvSpPr/>
            <p:nvPr/>
          </p:nvSpPr>
          <p:spPr>
            <a:xfrm>
              <a:off x="8563654" y="2421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3" name="pt55033"/>
            <p:cNvSpPr/>
            <p:nvPr/>
          </p:nvSpPr>
          <p:spPr>
            <a:xfrm>
              <a:off x="8966476" y="2271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4" name="pt55034"/>
            <p:cNvSpPr/>
            <p:nvPr/>
          </p:nvSpPr>
          <p:spPr>
            <a:xfrm>
              <a:off x="8735430" y="2179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5" name="pt55035"/>
            <p:cNvSpPr/>
            <p:nvPr/>
          </p:nvSpPr>
          <p:spPr>
            <a:xfrm>
              <a:off x="8748753" y="2021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6" name="pt55036"/>
            <p:cNvSpPr/>
            <p:nvPr/>
          </p:nvSpPr>
          <p:spPr>
            <a:xfrm>
              <a:off x="8935223" y="191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7" name="pt55037"/>
            <p:cNvSpPr/>
            <p:nvPr/>
          </p:nvSpPr>
          <p:spPr>
            <a:xfrm>
              <a:off x="8954618" y="2304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8" name="pt55038"/>
            <p:cNvSpPr/>
            <p:nvPr/>
          </p:nvSpPr>
          <p:spPr>
            <a:xfrm>
              <a:off x="9761216" y="2519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9" name="pt55039"/>
            <p:cNvSpPr/>
            <p:nvPr/>
          </p:nvSpPr>
          <p:spPr>
            <a:xfrm>
              <a:off x="8952564" y="2149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0" name="pt55040"/>
            <p:cNvSpPr/>
            <p:nvPr/>
          </p:nvSpPr>
          <p:spPr>
            <a:xfrm>
              <a:off x="8970261" y="215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1" name="pt55041"/>
            <p:cNvSpPr/>
            <p:nvPr/>
          </p:nvSpPr>
          <p:spPr>
            <a:xfrm>
              <a:off x="9363383" y="2133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2" name="pt55042"/>
            <p:cNvSpPr/>
            <p:nvPr/>
          </p:nvSpPr>
          <p:spPr>
            <a:xfrm>
              <a:off x="9437742" y="189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3" name="pt55043"/>
            <p:cNvSpPr/>
            <p:nvPr/>
          </p:nvSpPr>
          <p:spPr>
            <a:xfrm>
              <a:off x="8964553" y="2271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4" name="pt55044"/>
            <p:cNvSpPr/>
            <p:nvPr/>
          </p:nvSpPr>
          <p:spPr>
            <a:xfrm>
              <a:off x="9118525" y="2028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5" name="pt55045"/>
            <p:cNvSpPr/>
            <p:nvPr/>
          </p:nvSpPr>
          <p:spPr>
            <a:xfrm>
              <a:off x="9563530" y="2357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6" name="pt55046"/>
            <p:cNvSpPr/>
            <p:nvPr/>
          </p:nvSpPr>
          <p:spPr>
            <a:xfrm>
              <a:off x="8713389" y="2116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7" name="pt55047"/>
            <p:cNvSpPr/>
            <p:nvPr/>
          </p:nvSpPr>
          <p:spPr>
            <a:xfrm>
              <a:off x="9594013" y="2295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8" name="pt55048"/>
            <p:cNvSpPr/>
            <p:nvPr/>
          </p:nvSpPr>
          <p:spPr>
            <a:xfrm>
              <a:off x="8891661" y="204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9" name="pt55049"/>
            <p:cNvSpPr/>
            <p:nvPr/>
          </p:nvSpPr>
          <p:spPr>
            <a:xfrm>
              <a:off x="8596430" y="2168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0" name="pt55050"/>
            <p:cNvSpPr/>
            <p:nvPr/>
          </p:nvSpPr>
          <p:spPr>
            <a:xfrm>
              <a:off x="8798858" y="2007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1" name="pt55051"/>
            <p:cNvSpPr/>
            <p:nvPr/>
          </p:nvSpPr>
          <p:spPr>
            <a:xfrm>
              <a:off x="8948383" y="2128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2" name="pt55052"/>
            <p:cNvSpPr/>
            <p:nvPr/>
          </p:nvSpPr>
          <p:spPr>
            <a:xfrm>
              <a:off x="9639141" y="2055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3" name="pt55053"/>
            <p:cNvSpPr/>
            <p:nvPr/>
          </p:nvSpPr>
          <p:spPr>
            <a:xfrm>
              <a:off x="8471820" y="229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4" name="pt55054"/>
            <p:cNvSpPr/>
            <p:nvPr/>
          </p:nvSpPr>
          <p:spPr>
            <a:xfrm>
              <a:off x="8398928" y="2415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5" name="pt55055"/>
            <p:cNvSpPr/>
            <p:nvPr/>
          </p:nvSpPr>
          <p:spPr>
            <a:xfrm>
              <a:off x="9302684" y="1916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6" name="pt55056"/>
            <p:cNvSpPr/>
            <p:nvPr/>
          </p:nvSpPr>
          <p:spPr>
            <a:xfrm>
              <a:off x="9334476" y="2079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7" name="pt55057"/>
            <p:cNvSpPr/>
            <p:nvPr/>
          </p:nvSpPr>
          <p:spPr>
            <a:xfrm>
              <a:off x="8274318" y="2409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8" name="pt55058"/>
            <p:cNvSpPr/>
            <p:nvPr/>
          </p:nvSpPr>
          <p:spPr>
            <a:xfrm>
              <a:off x="8523538" y="2632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9" name="pt55059"/>
            <p:cNvSpPr/>
            <p:nvPr/>
          </p:nvSpPr>
          <p:spPr>
            <a:xfrm>
              <a:off x="8648148" y="2350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0" name="pt55060"/>
            <p:cNvSpPr/>
            <p:nvPr/>
          </p:nvSpPr>
          <p:spPr>
            <a:xfrm>
              <a:off x="8471820" y="2548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1" name="pt55061"/>
            <p:cNvSpPr/>
            <p:nvPr/>
          </p:nvSpPr>
          <p:spPr>
            <a:xfrm>
              <a:off x="8636546" y="244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2" name="pt55062"/>
            <p:cNvSpPr/>
            <p:nvPr/>
          </p:nvSpPr>
          <p:spPr>
            <a:xfrm>
              <a:off x="9095805" y="1815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3" name="pt55063"/>
            <p:cNvSpPr/>
            <p:nvPr/>
          </p:nvSpPr>
          <p:spPr>
            <a:xfrm>
              <a:off x="8439043" y="2249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4" name="pt55064"/>
            <p:cNvSpPr/>
            <p:nvPr/>
          </p:nvSpPr>
          <p:spPr>
            <a:xfrm>
              <a:off x="8563654" y="2300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5" name="pt55065"/>
            <p:cNvSpPr/>
            <p:nvPr/>
          </p:nvSpPr>
          <p:spPr>
            <a:xfrm>
              <a:off x="8471820" y="2445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6" name="pt55066"/>
            <p:cNvSpPr/>
            <p:nvPr/>
          </p:nvSpPr>
          <p:spPr>
            <a:xfrm>
              <a:off x="8948383" y="2013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7" name="pt55067"/>
            <p:cNvSpPr/>
            <p:nvPr/>
          </p:nvSpPr>
          <p:spPr>
            <a:xfrm>
              <a:off x="9743490" y="2172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8" name="pt55068"/>
            <p:cNvSpPr/>
            <p:nvPr/>
          </p:nvSpPr>
          <p:spPr>
            <a:xfrm>
              <a:off x="8713389" y="2235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9" name="pt55069"/>
            <p:cNvSpPr/>
            <p:nvPr/>
          </p:nvSpPr>
          <p:spPr>
            <a:xfrm>
              <a:off x="9087220" y="1899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0" name="pt55070"/>
            <p:cNvSpPr/>
            <p:nvPr/>
          </p:nvSpPr>
          <p:spPr>
            <a:xfrm>
              <a:off x="9371804" y="2038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1" name="pt55071"/>
            <p:cNvSpPr/>
            <p:nvPr/>
          </p:nvSpPr>
          <p:spPr>
            <a:xfrm>
              <a:off x="8981160" y="1985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2" name="pt55072"/>
            <p:cNvSpPr/>
            <p:nvPr/>
          </p:nvSpPr>
          <p:spPr>
            <a:xfrm>
              <a:off x="9644546" y="2459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3" name="pt55073"/>
            <p:cNvSpPr/>
            <p:nvPr/>
          </p:nvSpPr>
          <p:spPr>
            <a:xfrm>
              <a:off x="8688264" y="2359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4" name="pt55074"/>
            <p:cNvSpPr/>
            <p:nvPr/>
          </p:nvSpPr>
          <p:spPr>
            <a:xfrm>
              <a:off x="9594013" y="2187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5" name="pt55075"/>
            <p:cNvSpPr/>
            <p:nvPr/>
          </p:nvSpPr>
          <p:spPr>
            <a:xfrm>
              <a:off x="8471820" y="2521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6" name="pt55076"/>
            <p:cNvSpPr/>
            <p:nvPr/>
          </p:nvSpPr>
          <p:spPr>
            <a:xfrm>
              <a:off x="8941923" y="2012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7" name="pt55077"/>
            <p:cNvSpPr/>
            <p:nvPr/>
          </p:nvSpPr>
          <p:spPr>
            <a:xfrm>
              <a:off x="9118525" y="2108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8" name="pt55078"/>
            <p:cNvSpPr/>
            <p:nvPr/>
          </p:nvSpPr>
          <p:spPr>
            <a:xfrm>
              <a:off x="8954618" y="2317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9" name="pt55079"/>
            <p:cNvSpPr/>
            <p:nvPr/>
          </p:nvSpPr>
          <p:spPr>
            <a:xfrm>
              <a:off x="8838000" y="1926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0" name="pt55080"/>
            <p:cNvSpPr/>
            <p:nvPr/>
          </p:nvSpPr>
          <p:spPr>
            <a:xfrm>
              <a:off x="9075096" y="1847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1" name="pt55081"/>
            <p:cNvSpPr/>
            <p:nvPr/>
          </p:nvSpPr>
          <p:spPr>
            <a:xfrm>
              <a:off x="8849358" y="2280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2" name="pt55082"/>
            <p:cNvSpPr/>
            <p:nvPr/>
          </p:nvSpPr>
          <p:spPr>
            <a:xfrm>
              <a:off x="8439043" y="2226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3" name="pt55083"/>
            <p:cNvSpPr/>
            <p:nvPr/>
          </p:nvSpPr>
          <p:spPr>
            <a:xfrm>
              <a:off x="8580788" y="2288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4" name="pt55084"/>
            <p:cNvSpPr/>
            <p:nvPr/>
          </p:nvSpPr>
          <p:spPr>
            <a:xfrm>
              <a:off x="9328959" y="2124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5" name="pt55085"/>
            <p:cNvSpPr/>
            <p:nvPr/>
          </p:nvSpPr>
          <p:spPr>
            <a:xfrm>
              <a:off x="9558274" y="2172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6" name="pt55086"/>
            <p:cNvSpPr/>
            <p:nvPr/>
          </p:nvSpPr>
          <p:spPr>
            <a:xfrm>
              <a:off x="8347210" y="2308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7" name="pt55087"/>
            <p:cNvSpPr/>
            <p:nvPr/>
          </p:nvSpPr>
          <p:spPr>
            <a:xfrm>
              <a:off x="8398928" y="2421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8" name="pt55088"/>
            <p:cNvSpPr/>
            <p:nvPr/>
          </p:nvSpPr>
          <p:spPr>
            <a:xfrm>
              <a:off x="9044397" y="1987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9" name="pt55089"/>
            <p:cNvSpPr/>
            <p:nvPr/>
          </p:nvSpPr>
          <p:spPr>
            <a:xfrm>
              <a:off x="9976916" y="2460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0" name="pt55090"/>
            <p:cNvSpPr/>
            <p:nvPr/>
          </p:nvSpPr>
          <p:spPr>
            <a:xfrm>
              <a:off x="8398928" y="2249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1" name="pt55091"/>
            <p:cNvSpPr/>
            <p:nvPr/>
          </p:nvSpPr>
          <p:spPr>
            <a:xfrm>
              <a:off x="9071933" y="184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2" name="pt55092"/>
            <p:cNvSpPr/>
            <p:nvPr/>
          </p:nvSpPr>
          <p:spPr>
            <a:xfrm>
              <a:off x="8610820" y="2076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3" name="pt55093"/>
            <p:cNvSpPr/>
            <p:nvPr/>
          </p:nvSpPr>
          <p:spPr>
            <a:xfrm>
              <a:off x="8471820" y="2435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4" name="pt55094"/>
            <p:cNvSpPr/>
            <p:nvPr/>
          </p:nvSpPr>
          <p:spPr>
            <a:xfrm>
              <a:off x="8973968" y="1921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5" name="pt55095"/>
            <p:cNvSpPr/>
            <p:nvPr/>
          </p:nvSpPr>
          <p:spPr>
            <a:xfrm>
              <a:off x="8669323" y="2188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6" name="pt55096"/>
            <p:cNvSpPr/>
            <p:nvPr/>
          </p:nvSpPr>
          <p:spPr>
            <a:xfrm>
              <a:off x="8439043" y="2348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7" name="pt55097"/>
            <p:cNvSpPr/>
            <p:nvPr/>
          </p:nvSpPr>
          <p:spPr>
            <a:xfrm>
              <a:off x="8580788" y="2307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8" name="pt55098"/>
            <p:cNvSpPr/>
            <p:nvPr/>
          </p:nvSpPr>
          <p:spPr>
            <a:xfrm>
              <a:off x="9500971" y="2449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9" name="pt55099"/>
            <p:cNvSpPr/>
            <p:nvPr/>
          </p:nvSpPr>
          <p:spPr>
            <a:xfrm>
              <a:off x="9181576" y="201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0" name="pt55100"/>
            <p:cNvSpPr/>
            <p:nvPr/>
          </p:nvSpPr>
          <p:spPr>
            <a:xfrm>
              <a:off x="9313825" y="2166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1" name="pt55101"/>
            <p:cNvSpPr/>
            <p:nvPr/>
          </p:nvSpPr>
          <p:spPr>
            <a:xfrm>
              <a:off x="8888738" y="2135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2" name="pt55102"/>
            <p:cNvSpPr/>
            <p:nvPr/>
          </p:nvSpPr>
          <p:spPr>
            <a:xfrm>
              <a:off x="8778290" y="2042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3" name="pt55103"/>
            <p:cNvSpPr/>
            <p:nvPr/>
          </p:nvSpPr>
          <p:spPr>
            <a:xfrm>
              <a:off x="9049289" y="2198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4" name="pt55104"/>
            <p:cNvSpPr/>
            <p:nvPr/>
          </p:nvSpPr>
          <p:spPr>
            <a:xfrm>
              <a:off x="8910892" y="2141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5" name="pt55105"/>
            <p:cNvSpPr/>
            <p:nvPr/>
          </p:nvSpPr>
          <p:spPr>
            <a:xfrm>
              <a:off x="8973968" y="1876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6" name="pt55106"/>
            <p:cNvSpPr/>
            <p:nvPr/>
          </p:nvSpPr>
          <p:spPr>
            <a:xfrm>
              <a:off x="8918543" y="1819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7" name="pt55107"/>
            <p:cNvSpPr/>
            <p:nvPr/>
          </p:nvSpPr>
          <p:spPr>
            <a:xfrm>
              <a:off x="9285697" y="1925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8" name="pt55108"/>
            <p:cNvSpPr/>
            <p:nvPr/>
          </p:nvSpPr>
          <p:spPr>
            <a:xfrm>
              <a:off x="8888738" y="2126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9" name="pt55109"/>
            <p:cNvSpPr/>
            <p:nvPr/>
          </p:nvSpPr>
          <p:spPr>
            <a:xfrm>
              <a:off x="8688264" y="2252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0" name="pt55110"/>
            <p:cNvSpPr/>
            <p:nvPr/>
          </p:nvSpPr>
          <p:spPr>
            <a:xfrm>
              <a:off x="8563654" y="2160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1" name="pt55111"/>
            <p:cNvSpPr/>
            <p:nvPr/>
          </p:nvSpPr>
          <p:spPr>
            <a:xfrm>
              <a:off x="9567694" y="2601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2" name="pt55112"/>
            <p:cNvSpPr/>
            <p:nvPr/>
          </p:nvSpPr>
          <p:spPr>
            <a:xfrm>
              <a:off x="9313270" y="2152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3" name="pt55113"/>
            <p:cNvSpPr/>
            <p:nvPr/>
          </p:nvSpPr>
          <p:spPr>
            <a:xfrm>
              <a:off x="9032878" y="1667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4" name="pt55114"/>
            <p:cNvSpPr/>
            <p:nvPr/>
          </p:nvSpPr>
          <p:spPr>
            <a:xfrm>
              <a:off x="9066533" y="1909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5" name="pt55115"/>
            <p:cNvSpPr/>
            <p:nvPr/>
          </p:nvSpPr>
          <p:spPr>
            <a:xfrm>
              <a:off x="9055223" y="2109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6" name="pt55116"/>
            <p:cNvSpPr/>
            <p:nvPr/>
          </p:nvSpPr>
          <p:spPr>
            <a:xfrm>
              <a:off x="8398928" y="2499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7" name="pt55117"/>
            <p:cNvSpPr/>
            <p:nvPr/>
          </p:nvSpPr>
          <p:spPr>
            <a:xfrm>
              <a:off x="9371804" y="2096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8" name="pt55118"/>
            <p:cNvSpPr/>
            <p:nvPr/>
          </p:nvSpPr>
          <p:spPr>
            <a:xfrm>
              <a:off x="9294237" y="1663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9" name="pt55119"/>
            <p:cNvSpPr/>
            <p:nvPr/>
          </p:nvSpPr>
          <p:spPr>
            <a:xfrm>
              <a:off x="8679043" y="2349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0" name="pt55120"/>
            <p:cNvSpPr/>
            <p:nvPr/>
          </p:nvSpPr>
          <p:spPr>
            <a:xfrm>
              <a:off x="8735430" y="2128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1" name="pt55121"/>
            <p:cNvSpPr/>
            <p:nvPr/>
          </p:nvSpPr>
          <p:spPr>
            <a:xfrm>
              <a:off x="8347210" y="2217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2" name="pt55122"/>
            <p:cNvSpPr/>
            <p:nvPr/>
          </p:nvSpPr>
          <p:spPr>
            <a:xfrm>
              <a:off x="9334476" y="2042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3" name="pt55123"/>
            <p:cNvSpPr/>
            <p:nvPr/>
          </p:nvSpPr>
          <p:spPr>
            <a:xfrm>
              <a:off x="9200748" y="1888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4" name="pt55124"/>
            <p:cNvSpPr/>
            <p:nvPr/>
          </p:nvSpPr>
          <p:spPr>
            <a:xfrm>
              <a:off x="9087220" y="1974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5" name="pt55125"/>
            <p:cNvSpPr/>
            <p:nvPr/>
          </p:nvSpPr>
          <p:spPr>
            <a:xfrm>
              <a:off x="8783657" y="2228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6" name="pt55126"/>
            <p:cNvSpPr/>
            <p:nvPr/>
          </p:nvSpPr>
          <p:spPr>
            <a:xfrm>
              <a:off x="8870124" y="2082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7" name="pt55127"/>
            <p:cNvSpPr/>
            <p:nvPr/>
          </p:nvSpPr>
          <p:spPr>
            <a:xfrm>
              <a:off x="8659047" y="2353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8" name="pt55128"/>
            <p:cNvSpPr/>
            <p:nvPr/>
          </p:nvSpPr>
          <p:spPr>
            <a:xfrm>
              <a:off x="9219949" y="1836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9" name="pt55129"/>
            <p:cNvSpPr/>
            <p:nvPr/>
          </p:nvSpPr>
          <p:spPr>
            <a:xfrm>
              <a:off x="8610820" y="2130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0" name="pt55130"/>
            <p:cNvSpPr/>
            <p:nvPr/>
          </p:nvSpPr>
          <p:spPr>
            <a:xfrm>
              <a:off x="9086240" y="1962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1" name="pt55131"/>
            <p:cNvSpPr/>
            <p:nvPr/>
          </p:nvSpPr>
          <p:spPr>
            <a:xfrm>
              <a:off x="8888738" y="2311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2" name="pt55132"/>
            <p:cNvSpPr/>
            <p:nvPr/>
          </p:nvSpPr>
          <p:spPr>
            <a:xfrm>
              <a:off x="8398928" y="2522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3" name="pt55133"/>
            <p:cNvSpPr/>
            <p:nvPr/>
          </p:nvSpPr>
          <p:spPr>
            <a:xfrm>
              <a:off x="8347210" y="2585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4" name="pt55134"/>
            <p:cNvSpPr/>
            <p:nvPr/>
          </p:nvSpPr>
          <p:spPr>
            <a:xfrm>
              <a:off x="8841866" y="1964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5" name="pt55135"/>
            <p:cNvSpPr/>
            <p:nvPr/>
          </p:nvSpPr>
          <p:spPr>
            <a:xfrm>
              <a:off x="9142325" y="2062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6" name="pt55136"/>
            <p:cNvSpPr/>
            <p:nvPr/>
          </p:nvSpPr>
          <p:spPr>
            <a:xfrm>
              <a:off x="8888738" y="2086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7" name="pt55137"/>
            <p:cNvSpPr/>
            <p:nvPr/>
          </p:nvSpPr>
          <p:spPr>
            <a:xfrm>
              <a:off x="8398928" y="234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8" name="pt55138"/>
            <p:cNvSpPr/>
            <p:nvPr/>
          </p:nvSpPr>
          <p:spPr>
            <a:xfrm>
              <a:off x="8973968" y="1994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9" name="pt55139"/>
            <p:cNvSpPr/>
            <p:nvPr/>
          </p:nvSpPr>
          <p:spPr>
            <a:xfrm>
              <a:off x="8856549" y="2161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0" name="pt55140"/>
            <p:cNvSpPr/>
            <p:nvPr/>
          </p:nvSpPr>
          <p:spPr>
            <a:xfrm>
              <a:off x="8728379" y="185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1" name="pt55141"/>
            <p:cNvSpPr/>
            <p:nvPr/>
          </p:nvSpPr>
          <p:spPr>
            <a:xfrm>
              <a:off x="8705398" y="2128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2" name="pt55142"/>
            <p:cNvSpPr/>
            <p:nvPr/>
          </p:nvSpPr>
          <p:spPr>
            <a:xfrm>
              <a:off x="9140881" y="1988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3" name="pt55143"/>
            <p:cNvSpPr/>
            <p:nvPr/>
          </p:nvSpPr>
          <p:spPr>
            <a:xfrm>
              <a:off x="8948383" y="2083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4" name="pt55144"/>
            <p:cNvSpPr/>
            <p:nvPr/>
          </p:nvSpPr>
          <p:spPr>
            <a:xfrm>
              <a:off x="9435925" y="179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5" name="pt55145"/>
            <p:cNvSpPr/>
            <p:nvPr/>
          </p:nvSpPr>
          <p:spPr>
            <a:xfrm>
              <a:off x="9236019" y="21550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6" name="pt55146"/>
            <p:cNvSpPr/>
            <p:nvPr/>
          </p:nvSpPr>
          <p:spPr>
            <a:xfrm>
              <a:off x="9537091" y="15773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7" name="pt55147"/>
            <p:cNvSpPr/>
            <p:nvPr/>
          </p:nvSpPr>
          <p:spPr>
            <a:xfrm>
              <a:off x="8624143" y="2363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8" name="pt55148"/>
            <p:cNvSpPr/>
            <p:nvPr/>
          </p:nvSpPr>
          <p:spPr>
            <a:xfrm>
              <a:off x="8274318" y="2375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9" name="pt55149"/>
            <p:cNvSpPr/>
            <p:nvPr/>
          </p:nvSpPr>
          <p:spPr>
            <a:xfrm>
              <a:off x="9689893" y="1724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0" name="pt55150"/>
            <p:cNvSpPr/>
            <p:nvPr/>
          </p:nvSpPr>
          <p:spPr>
            <a:xfrm>
              <a:off x="9211830" y="1762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1" name="pt55151"/>
            <p:cNvSpPr/>
            <p:nvPr/>
          </p:nvSpPr>
          <p:spPr>
            <a:xfrm>
              <a:off x="8499532" y="2429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2" name="pt55152"/>
            <p:cNvSpPr/>
            <p:nvPr/>
          </p:nvSpPr>
          <p:spPr>
            <a:xfrm>
              <a:off x="9156826" y="1977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3" name="pt55153"/>
            <p:cNvSpPr/>
            <p:nvPr/>
          </p:nvSpPr>
          <p:spPr>
            <a:xfrm>
              <a:off x="9110981" y="1986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4" name="pt55154"/>
            <p:cNvSpPr/>
            <p:nvPr/>
          </p:nvSpPr>
          <p:spPr>
            <a:xfrm>
              <a:off x="8876545" y="1909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5" name="pt55155"/>
            <p:cNvSpPr/>
            <p:nvPr/>
          </p:nvSpPr>
          <p:spPr>
            <a:xfrm>
              <a:off x="9066533" y="1928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6" name="pt55156"/>
            <p:cNvSpPr/>
            <p:nvPr/>
          </p:nvSpPr>
          <p:spPr>
            <a:xfrm>
              <a:off x="9189492" y="2152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7" name="pt55157"/>
            <p:cNvSpPr/>
            <p:nvPr/>
          </p:nvSpPr>
          <p:spPr>
            <a:xfrm>
              <a:off x="8659047" y="239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8" name="pt55158"/>
            <p:cNvSpPr/>
            <p:nvPr/>
          </p:nvSpPr>
          <p:spPr>
            <a:xfrm>
              <a:off x="8610820" y="1915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9" name="pt55159"/>
            <p:cNvSpPr/>
            <p:nvPr/>
          </p:nvSpPr>
          <p:spPr>
            <a:xfrm>
              <a:off x="9602828" y="2334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0" name="pt55160"/>
            <p:cNvSpPr/>
            <p:nvPr/>
          </p:nvSpPr>
          <p:spPr>
            <a:xfrm>
              <a:off x="9237295" y="2081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1" name="pt55161"/>
            <p:cNvSpPr/>
            <p:nvPr/>
          </p:nvSpPr>
          <p:spPr>
            <a:xfrm>
              <a:off x="8523538" y="2458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2" name="pt55162"/>
            <p:cNvSpPr/>
            <p:nvPr/>
          </p:nvSpPr>
          <p:spPr>
            <a:xfrm>
              <a:off x="9442137" y="2015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3" name="pt55163"/>
            <p:cNvSpPr/>
            <p:nvPr/>
          </p:nvSpPr>
          <p:spPr>
            <a:xfrm>
              <a:off x="8398928" y="2380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4" name="pt55164"/>
            <p:cNvSpPr/>
            <p:nvPr/>
          </p:nvSpPr>
          <p:spPr>
            <a:xfrm>
              <a:off x="8563654" y="2146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5" name="pt55165"/>
            <p:cNvSpPr/>
            <p:nvPr/>
          </p:nvSpPr>
          <p:spPr>
            <a:xfrm>
              <a:off x="8347210" y="2370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6" name="pt55166"/>
            <p:cNvSpPr/>
            <p:nvPr/>
          </p:nvSpPr>
          <p:spPr>
            <a:xfrm>
              <a:off x="9519098" y="2601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7" name="pt55167"/>
            <p:cNvSpPr/>
            <p:nvPr/>
          </p:nvSpPr>
          <p:spPr>
            <a:xfrm>
              <a:off x="8930613" y="1817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8" name="pt55168"/>
            <p:cNvSpPr/>
            <p:nvPr/>
          </p:nvSpPr>
          <p:spPr>
            <a:xfrm>
              <a:off x="9401001" y="2188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9" name="pt55169"/>
            <p:cNvSpPr/>
            <p:nvPr/>
          </p:nvSpPr>
          <p:spPr>
            <a:xfrm>
              <a:off x="8742215" y="2105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0" name="pt55170"/>
            <p:cNvSpPr/>
            <p:nvPr/>
          </p:nvSpPr>
          <p:spPr>
            <a:xfrm>
              <a:off x="9538128" y="1817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1" name="pt55171"/>
            <p:cNvSpPr/>
            <p:nvPr/>
          </p:nvSpPr>
          <p:spPr>
            <a:xfrm>
              <a:off x="9199706" y="2082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2" name="pt55172"/>
            <p:cNvSpPr/>
            <p:nvPr/>
          </p:nvSpPr>
          <p:spPr>
            <a:xfrm>
              <a:off x="9253114" y="1937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3" name="pt55173"/>
            <p:cNvSpPr/>
            <p:nvPr/>
          </p:nvSpPr>
          <p:spPr>
            <a:xfrm>
              <a:off x="9328959" y="2184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4" name="pt55174"/>
            <p:cNvSpPr/>
            <p:nvPr/>
          </p:nvSpPr>
          <p:spPr>
            <a:xfrm>
              <a:off x="9200228" y="1782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5" name="pt55175"/>
            <p:cNvSpPr/>
            <p:nvPr/>
          </p:nvSpPr>
          <p:spPr>
            <a:xfrm>
              <a:off x="9644062" y="2280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6" name="pt55176"/>
            <p:cNvSpPr/>
            <p:nvPr/>
          </p:nvSpPr>
          <p:spPr>
            <a:xfrm>
              <a:off x="9243545" y="2165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7" name="pt55177"/>
            <p:cNvSpPr/>
            <p:nvPr/>
          </p:nvSpPr>
          <p:spPr>
            <a:xfrm>
              <a:off x="8735430" y="2237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8" name="pt55178"/>
            <p:cNvSpPr/>
            <p:nvPr/>
          </p:nvSpPr>
          <p:spPr>
            <a:xfrm>
              <a:off x="9077174" y="2035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9" name="pt55179"/>
            <p:cNvSpPr/>
            <p:nvPr/>
          </p:nvSpPr>
          <p:spPr>
            <a:xfrm>
              <a:off x="9519098" y="2419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0" name="pt55180"/>
            <p:cNvSpPr/>
            <p:nvPr/>
          </p:nvSpPr>
          <p:spPr>
            <a:xfrm>
              <a:off x="8636546" y="2345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1" name="pt55181"/>
            <p:cNvSpPr/>
            <p:nvPr/>
          </p:nvSpPr>
          <p:spPr>
            <a:xfrm>
              <a:off x="8563654" y="2217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2" name="pt55182"/>
            <p:cNvSpPr/>
            <p:nvPr/>
          </p:nvSpPr>
          <p:spPr>
            <a:xfrm>
              <a:off x="8347210" y="2276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3" name="pt55183"/>
            <p:cNvSpPr/>
            <p:nvPr/>
          </p:nvSpPr>
          <p:spPr>
            <a:xfrm>
              <a:off x="8761156" y="2279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4" name="pt55184"/>
            <p:cNvSpPr/>
            <p:nvPr/>
          </p:nvSpPr>
          <p:spPr>
            <a:xfrm>
              <a:off x="8596430" y="218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5" name="pt55185"/>
            <p:cNvSpPr/>
            <p:nvPr/>
          </p:nvSpPr>
          <p:spPr>
            <a:xfrm>
              <a:off x="8830008" y="1877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6" name="pt55186"/>
            <p:cNvSpPr/>
            <p:nvPr/>
          </p:nvSpPr>
          <p:spPr>
            <a:xfrm>
              <a:off x="8888738" y="2169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7" name="pt55187"/>
            <p:cNvSpPr/>
            <p:nvPr/>
          </p:nvSpPr>
          <p:spPr>
            <a:xfrm>
              <a:off x="9118525" y="2171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8" name="pt55188"/>
            <p:cNvSpPr/>
            <p:nvPr/>
          </p:nvSpPr>
          <p:spPr>
            <a:xfrm>
              <a:off x="9124975" y="1942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9" name="pt55189"/>
            <p:cNvSpPr/>
            <p:nvPr/>
          </p:nvSpPr>
          <p:spPr>
            <a:xfrm>
              <a:off x="9055223" y="2190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0" name="pt55190"/>
            <p:cNvSpPr/>
            <p:nvPr/>
          </p:nvSpPr>
          <p:spPr>
            <a:xfrm>
              <a:off x="8580788" y="2333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1" name="pt55191"/>
            <p:cNvSpPr/>
            <p:nvPr/>
          </p:nvSpPr>
          <p:spPr>
            <a:xfrm>
              <a:off x="9203327" y="1772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2" name="pt55192"/>
            <p:cNvSpPr/>
            <p:nvPr/>
          </p:nvSpPr>
          <p:spPr>
            <a:xfrm>
              <a:off x="8956650" y="2292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3" name="pt55193"/>
            <p:cNvSpPr/>
            <p:nvPr/>
          </p:nvSpPr>
          <p:spPr>
            <a:xfrm>
              <a:off x="8523538" y="2443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4" name="pt55194"/>
            <p:cNvSpPr/>
            <p:nvPr/>
          </p:nvSpPr>
          <p:spPr>
            <a:xfrm>
              <a:off x="9490707" y="2347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5" name="pt55195"/>
            <p:cNvSpPr/>
            <p:nvPr/>
          </p:nvSpPr>
          <p:spPr>
            <a:xfrm>
              <a:off x="8705398" y="2218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6" name="pt55196"/>
            <p:cNvSpPr/>
            <p:nvPr/>
          </p:nvSpPr>
          <p:spPr>
            <a:xfrm>
              <a:off x="8721041" y="2382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7" name="pt55197"/>
            <p:cNvSpPr/>
            <p:nvPr/>
          </p:nvSpPr>
          <p:spPr>
            <a:xfrm>
              <a:off x="8679043" y="2096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8" name="pt55198"/>
            <p:cNvSpPr/>
            <p:nvPr/>
          </p:nvSpPr>
          <p:spPr>
            <a:xfrm>
              <a:off x="8398928" y="2278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9" name="pt55199"/>
            <p:cNvSpPr/>
            <p:nvPr/>
          </p:nvSpPr>
          <p:spPr>
            <a:xfrm>
              <a:off x="9005825" y="1738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0" name="pt55200"/>
            <p:cNvSpPr/>
            <p:nvPr/>
          </p:nvSpPr>
          <p:spPr>
            <a:xfrm>
              <a:off x="8347210" y="2248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1" name="pt55201"/>
            <p:cNvSpPr/>
            <p:nvPr/>
          </p:nvSpPr>
          <p:spPr>
            <a:xfrm>
              <a:off x="9201267" y="1856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2" name="pt55202"/>
            <p:cNvSpPr/>
            <p:nvPr/>
          </p:nvSpPr>
          <p:spPr>
            <a:xfrm>
              <a:off x="8908267" y="2063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3" name="pt55203"/>
            <p:cNvSpPr/>
            <p:nvPr/>
          </p:nvSpPr>
          <p:spPr>
            <a:xfrm>
              <a:off x="9258470" y="2014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4" name="pt55204"/>
            <p:cNvSpPr/>
            <p:nvPr/>
          </p:nvSpPr>
          <p:spPr>
            <a:xfrm>
              <a:off x="9074048" y="189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5" name="pt55205"/>
            <p:cNvSpPr/>
            <p:nvPr/>
          </p:nvSpPr>
          <p:spPr>
            <a:xfrm>
              <a:off x="9401001" y="2063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6" name="pt55206"/>
            <p:cNvSpPr/>
            <p:nvPr/>
          </p:nvSpPr>
          <p:spPr>
            <a:xfrm>
              <a:off x="8964553" y="2230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7" name="pt55207"/>
            <p:cNvSpPr/>
            <p:nvPr/>
          </p:nvSpPr>
          <p:spPr>
            <a:xfrm>
              <a:off x="9437742" y="178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8" name="pt55208"/>
            <p:cNvSpPr/>
            <p:nvPr/>
          </p:nvSpPr>
          <p:spPr>
            <a:xfrm>
              <a:off x="8870124" y="2216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9" name="pt55209"/>
            <p:cNvSpPr/>
            <p:nvPr/>
          </p:nvSpPr>
          <p:spPr>
            <a:xfrm>
              <a:off x="9334476" y="2201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0" name="pt55210"/>
            <p:cNvSpPr/>
            <p:nvPr/>
          </p:nvSpPr>
          <p:spPr>
            <a:xfrm>
              <a:off x="9180997" y="2000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1" name="pt55211"/>
            <p:cNvSpPr/>
            <p:nvPr/>
          </p:nvSpPr>
          <p:spPr>
            <a:xfrm>
              <a:off x="9002725" y="1821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2" name="pt55212"/>
            <p:cNvSpPr/>
            <p:nvPr/>
          </p:nvSpPr>
          <p:spPr>
            <a:xfrm>
              <a:off x="8544712" y="2382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3" name="pt55213"/>
            <p:cNvSpPr/>
            <p:nvPr/>
          </p:nvSpPr>
          <p:spPr>
            <a:xfrm>
              <a:off x="8973968" y="1955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4" name="pt55214"/>
            <p:cNvSpPr/>
            <p:nvPr/>
          </p:nvSpPr>
          <p:spPr>
            <a:xfrm>
              <a:off x="9223646" y="1816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5" name="pt55215"/>
            <p:cNvSpPr/>
            <p:nvPr/>
          </p:nvSpPr>
          <p:spPr>
            <a:xfrm>
              <a:off x="8610820" y="2046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6" name="pt55216"/>
            <p:cNvSpPr/>
            <p:nvPr/>
          </p:nvSpPr>
          <p:spPr>
            <a:xfrm>
              <a:off x="9055223" y="2097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7" name="pt55217"/>
            <p:cNvSpPr/>
            <p:nvPr/>
          </p:nvSpPr>
          <p:spPr>
            <a:xfrm>
              <a:off x="8471820" y="2644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8" name="pt55218"/>
            <p:cNvSpPr/>
            <p:nvPr/>
          </p:nvSpPr>
          <p:spPr>
            <a:xfrm>
              <a:off x="8973968" y="1979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9" name="pt55219"/>
            <p:cNvSpPr/>
            <p:nvPr/>
          </p:nvSpPr>
          <p:spPr>
            <a:xfrm>
              <a:off x="8879672" y="2113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0" name="pt55220"/>
            <p:cNvSpPr/>
            <p:nvPr/>
          </p:nvSpPr>
          <p:spPr>
            <a:xfrm>
              <a:off x="9075096" y="1844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1" name="pt55221"/>
            <p:cNvSpPr/>
            <p:nvPr/>
          </p:nvSpPr>
          <p:spPr>
            <a:xfrm>
              <a:off x="8347210" y="2152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2" name="pt55222"/>
            <p:cNvSpPr/>
            <p:nvPr/>
          </p:nvSpPr>
          <p:spPr>
            <a:xfrm>
              <a:off x="8996361" y="1975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3" name="pt55223"/>
            <p:cNvSpPr/>
            <p:nvPr/>
          </p:nvSpPr>
          <p:spPr>
            <a:xfrm>
              <a:off x="8471820" y="2514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4" name="pt55224"/>
            <p:cNvSpPr/>
            <p:nvPr/>
          </p:nvSpPr>
          <p:spPr>
            <a:xfrm>
              <a:off x="9005825" y="1549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5" name="pt55225"/>
            <p:cNvSpPr/>
            <p:nvPr/>
          </p:nvSpPr>
          <p:spPr>
            <a:xfrm>
              <a:off x="8798858" y="1975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6" name="pt55226"/>
            <p:cNvSpPr/>
            <p:nvPr/>
          </p:nvSpPr>
          <p:spPr>
            <a:xfrm>
              <a:off x="8274318" y="2561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7" name="pt55227"/>
            <p:cNvSpPr/>
            <p:nvPr/>
          </p:nvSpPr>
          <p:spPr>
            <a:xfrm>
              <a:off x="8624143" y="249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8" name="pt55228"/>
            <p:cNvSpPr/>
            <p:nvPr/>
          </p:nvSpPr>
          <p:spPr>
            <a:xfrm>
              <a:off x="9095805" y="1667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9" name="pt55229"/>
            <p:cNvSpPr/>
            <p:nvPr/>
          </p:nvSpPr>
          <p:spPr>
            <a:xfrm>
              <a:off x="8838000" y="1856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0" name="pt55230"/>
            <p:cNvSpPr/>
            <p:nvPr/>
          </p:nvSpPr>
          <p:spPr>
            <a:xfrm>
              <a:off x="9097658" y="2156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1" name="pt55231"/>
            <p:cNvSpPr/>
            <p:nvPr/>
          </p:nvSpPr>
          <p:spPr>
            <a:xfrm>
              <a:off x="9602828" y="2324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2" name="pt55232"/>
            <p:cNvSpPr/>
            <p:nvPr/>
          </p:nvSpPr>
          <p:spPr>
            <a:xfrm>
              <a:off x="8679043" y="2247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3" name="pt55233"/>
            <p:cNvSpPr/>
            <p:nvPr/>
          </p:nvSpPr>
          <p:spPr>
            <a:xfrm>
              <a:off x="9103999" y="1989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4" name="pt55234"/>
            <p:cNvSpPr/>
            <p:nvPr/>
          </p:nvSpPr>
          <p:spPr>
            <a:xfrm>
              <a:off x="8913479" y="1713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5" name="pt55235"/>
            <p:cNvSpPr/>
            <p:nvPr/>
          </p:nvSpPr>
          <p:spPr>
            <a:xfrm>
              <a:off x="8923469" y="1966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6" name="pt55236"/>
            <p:cNvSpPr/>
            <p:nvPr/>
          </p:nvSpPr>
          <p:spPr>
            <a:xfrm>
              <a:off x="8923469" y="1983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7" name="pt55237"/>
            <p:cNvSpPr/>
            <p:nvPr/>
          </p:nvSpPr>
          <p:spPr>
            <a:xfrm>
              <a:off x="9039368" y="1705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8" name="pt55238"/>
            <p:cNvSpPr/>
            <p:nvPr/>
          </p:nvSpPr>
          <p:spPr>
            <a:xfrm>
              <a:off x="8471820" y="2512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9" name="pt55239"/>
            <p:cNvSpPr/>
            <p:nvPr/>
          </p:nvSpPr>
          <p:spPr>
            <a:xfrm>
              <a:off x="9200748" y="1827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0" name="pt55240"/>
            <p:cNvSpPr/>
            <p:nvPr/>
          </p:nvSpPr>
          <p:spPr>
            <a:xfrm>
              <a:off x="8873363" y="2050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1" name="pt55241"/>
            <p:cNvSpPr/>
            <p:nvPr/>
          </p:nvSpPr>
          <p:spPr>
            <a:xfrm>
              <a:off x="8923469" y="1921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2" name="pt55242"/>
            <p:cNvSpPr/>
            <p:nvPr/>
          </p:nvSpPr>
          <p:spPr>
            <a:xfrm>
              <a:off x="9477272" y="2533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3" name="pt55243"/>
            <p:cNvSpPr/>
            <p:nvPr/>
          </p:nvSpPr>
          <p:spPr>
            <a:xfrm>
              <a:off x="8471820" y="2536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4" name="pt55244"/>
            <p:cNvSpPr/>
            <p:nvPr/>
          </p:nvSpPr>
          <p:spPr>
            <a:xfrm>
              <a:off x="9142325" y="2058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5" name="pt55245"/>
            <p:cNvSpPr/>
            <p:nvPr/>
          </p:nvSpPr>
          <p:spPr>
            <a:xfrm>
              <a:off x="9285373" y="1995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6" name="pt55246"/>
            <p:cNvSpPr/>
            <p:nvPr/>
          </p:nvSpPr>
          <p:spPr>
            <a:xfrm>
              <a:off x="9351205" y="2215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7" name="pt55247"/>
            <p:cNvSpPr/>
            <p:nvPr/>
          </p:nvSpPr>
          <p:spPr>
            <a:xfrm>
              <a:off x="8471820" y="2429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8" name="pt55248"/>
            <p:cNvSpPr/>
            <p:nvPr/>
          </p:nvSpPr>
          <p:spPr>
            <a:xfrm>
              <a:off x="8596430" y="2357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9" name="pt55249"/>
            <p:cNvSpPr/>
            <p:nvPr/>
          </p:nvSpPr>
          <p:spPr>
            <a:xfrm>
              <a:off x="8748753" y="2002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0" name="pt55250"/>
            <p:cNvSpPr/>
            <p:nvPr/>
          </p:nvSpPr>
          <p:spPr>
            <a:xfrm>
              <a:off x="9761216" y="2237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1" name="pt55251"/>
            <p:cNvSpPr/>
            <p:nvPr/>
          </p:nvSpPr>
          <p:spPr>
            <a:xfrm>
              <a:off x="9049289" y="2267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2" name="pt55252"/>
            <p:cNvSpPr/>
            <p:nvPr/>
          </p:nvSpPr>
          <p:spPr>
            <a:xfrm>
              <a:off x="9247994" y="1981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3" name="pt55253"/>
            <p:cNvSpPr/>
            <p:nvPr/>
          </p:nvSpPr>
          <p:spPr>
            <a:xfrm>
              <a:off x="8721041" y="2166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4" name="pt55254"/>
            <p:cNvSpPr/>
            <p:nvPr/>
          </p:nvSpPr>
          <p:spPr>
            <a:xfrm>
              <a:off x="8636546" y="2408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5" name="pt55255"/>
            <p:cNvSpPr/>
            <p:nvPr/>
          </p:nvSpPr>
          <p:spPr>
            <a:xfrm>
              <a:off x="9190595" y="2079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6" name="pt55256"/>
            <p:cNvSpPr/>
            <p:nvPr/>
          </p:nvSpPr>
          <p:spPr>
            <a:xfrm>
              <a:off x="8274318" y="2511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7" name="pt55257"/>
            <p:cNvSpPr/>
            <p:nvPr/>
          </p:nvSpPr>
          <p:spPr>
            <a:xfrm>
              <a:off x="8852989" y="1820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8" name="pt55258"/>
            <p:cNvSpPr/>
            <p:nvPr/>
          </p:nvSpPr>
          <p:spPr>
            <a:xfrm>
              <a:off x="9334476" y="2167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9" name="pt55259"/>
            <p:cNvSpPr/>
            <p:nvPr/>
          </p:nvSpPr>
          <p:spPr>
            <a:xfrm>
              <a:off x="9268724" y="1710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0" name="pt55260"/>
            <p:cNvSpPr/>
            <p:nvPr/>
          </p:nvSpPr>
          <p:spPr>
            <a:xfrm>
              <a:off x="9295774" y="1917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1" name="pt55261"/>
            <p:cNvSpPr/>
            <p:nvPr/>
          </p:nvSpPr>
          <p:spPr>
            <a:xfrm>
              <a:off x="8970261" y="2065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2" name="pt55262"/>
            <p:cNvSpPr/>
            <p:nvPr/>
          </p:nvSpPr>
          <p:spPr>
            <a:xfrm>
              <a:off x="8471820" y="2478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3" name="pt55263"/>
            <p:cNvSpPr/>
            <p:nvPr/>
          </p:nvSpPr>
          <p:spPr>
            <a:xfrm>
              <a:off x="8471820" y="2328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4" name="pt55264"/>
            <p:cNvSpPr/>
            <p:nvPr/>
          </p:nvSpPr>
          <p:spPr>
            <a:xfrm>
              <a:off x="8798858" y="1894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5" name="pt55265"/>
            <p:cNvSpPr/>
            <p:nvPr/>
          </p:nvSpPr>
          <p:spPr>
            <a:xfrm>
              <a:off x="8882745" y="2146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6" name="pt55266"/>
            <p:cNvSpPr/>
            <p:nvPr/>
          </p:nvSpPr>
          <p:spPr>
            <a:xfrm>
              <a:off x="9124182" y="1964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7" name="pt55267"/>
            <p:cNvSpPr/>
            <p:nvPr/>
          </p:nvSpPr>
          <p:spPr>
            <a:xfrm>
              <a:off x="9295774" y="1968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8" name="pt55268"/>
            <p:cNvSpPr/>
            <p:nvPr/>
          </p:nvSpPr>
          <p:spPr>
            <a:xfrm>
              <a:off x="9156826" y="2034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9" name="pt55269"/>
            <p:cNvSpPr/>
            <p:nvPr/>
          </p:nvSpPr>
          <p:spPr>
            <a:xfrm>
              <a:off x="8636546" y="2339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0" name="pt55270"/>
            <p:cNvSpPr/>
            <p:nvPr/>
          </p:nvSpPr>
          <p:spPr>
            <a:xfrm>
              <a:off x="8830008" y="2187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1" name="pt55271"/>
            <p:cNvSpPr/>
            <p:nvPr/>
          </p:nvSpPr>
          <p:spPr>
            <a:xfrm>
              <a:off x="8274318" y="2526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2" name="pt55272"/>
            <p:cNvSpPr/>
            <p:nvPr/>
          </p:nvSpPr>
          <p:spPr>
            <a:xfrm>
              <a:off x="8347210" y="2399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3" name="pt55273"/>
            <p:cNvSpPr/>
            <p:nvPr/>
          </p:nvSpPr>
          <p:spPr>
            <a:xfrm>
              <a:off x="9442137" y="1864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4" name="pt55274"/>
            <p:cNvSpPr/>
            <p:nvPr/>
          </p:nvSpPr>
          <p:spPr>
            <a:xfrm>
              <a:off x="8735430" y="2031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5" name="pt55275"/>
            <p:cNvSpPr/>
            <p:nvPr/>
          </p:nvSpPr>
          <p:spPr>
            <a:xfrm>
              <a:off x="8923469" y="1953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6" name="pt55276"/>
            <p:cNvSpPr/>
            <p:nvPr/>
          </p:nvSpPr>
          <p:spPr>
            <a:xfrm>
              <a:off x="8876545" y="1427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7" name="pt55277"/>
            <p:cNvSpPr/>
            <p:nvPr/>
          </p:nvSpPr>
          <p:spPr>
            <a:xfrm>
              <a:off x="8962610" y="2285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8" name="pt55278"/>
            <p:cNvSpPr/>
            <p:nvPr/>
          </p:nvSpPr>
          <p:spPr>
            <a:xfrm>
              <a:off x="8838000" y="2086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9" name="pt55279"/>
            <p:cNvSpPr/>
            <p:nvPr/>
          </p:nvSpPr>
          <p:spPr>
            <a:xfrm>
              <a:off x="9339588" y="224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0" name="pt55280"/>
            <p:cNvSpPr/>
            <p:nvPr/>
          </p:nvSpPr>
          <p:spPr>
            <a:xfrm>
              <a:off x="8856549" y="2177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1" name="pt55281"/>
            <p:cNvSpPr/>
            <p:nvPr/>
          </p:nvSpPr>
          <p:spPr>
            <a:xfrm>
              <a:off x="8439043" y="2386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2" name="pt55282"/>
            <p:cNvSpPr/>
            <p:nvPr/>
          </p:nvSpPr>
          <p:spPr>
            <a:xfrm>
              <a:off x="9062094" y="2003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3" name="pt55283"/>
            <p:cNvSpPr/>
            <p:nvPr/>
          </p:nvSpPr>
          <p:spPr>
            <a:xfrm>
              <a:off x="9401001" y="2124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4" name="pt55284"/>
            <p:cNvSpPr/>
            <p:nvPr/>
          </p:nvSpPr>
          <p:spPr>
            <a:xfrm>
              <a:off x="8439043" y="2463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5" name="pt55285"/>
            <p:cNvSpPr/>
            <p:nvPr/>
          </p:nvSpPr>
          <p:spPr>
            <a:xfrm>
              <a:off x="9188382" y="2005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6" name="pt55286"/>
            <p:cNvSpPr/>
            <p:nvPr/>
          </p:nvSpPr>
          <p:spPr>
            <a:xfrm>
              <a:off x="9103999" y="1990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7" name="pt55287"/>
            <p:cNvSpPr/>
            <p:nvPr/>
          </p:nvSpPr>
          <p:spPr>
            <a:xfrm>
              <a:off x="9203327" y="1839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8" name="pt55288"/>
            <p:cNvSpPr/>
            <p:nvPr/>
          </p:nvSpPr>
          <p:spPr>
            <a:xfrm>
              <a:off x="8636546" y="2318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9" name="pt55289"/>
            <p:cNvSpPr/>
            <p:nvPr/>
          </p:nvSpPr>
          <p:spPr>
            <a:xfrm>
              <a:off x="8648148" y="2362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0" name="pt55290"/>
            <p:cNvSpPr/>
            <p:nvPr/>
          </p:nvSpPr>
          <p:spPr>
            <a:xfrm>
              <a:off x="8580788" y="2342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1" name="pt55291"/>
            <p:cNvSpPr/>
            <p:nvPr/>
          </p:nvSpPr>
          <p:spPr>
            <a:xfrm>
              <a:off x="8882745" y="1940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2" name="pt55292"/>
            <p:cNvSpPr/>
            <p:nvPr/>
          </p:nvSpPr>
          <p:spPr>
            <a:xfrm>
              <a:off x="8972124" y="2106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3" name="pt55293"/>
            <p:cNvSpPr/>
            <p:nvPr/>
          </p:nvSpPr>
          <p:spPr>
            <a:xfrm>
              <a:off x="8812874" y="2098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4" name="pt55294"/>
            <p:cNvSpPr/>
            <p:nvPr/>
          </p:nvSpPr>
          <p:spPr>
            <a:xfrm>
              <a:off x="8274318" y="2437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5" name="pt55295"/>
            <p:cNvSpPr/>
            <p:nvPr/>
          </p:nvSpPr>
          <p:spPr>
            <a:xfrm>
              <a:off x="8735430" y="2067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6" name="pt55296"/>
            <p:cNvSpPr/>
            <p:nvPr/>
          </p:nvSpPr>
          <p:spPr>
            <a:xfrm>
              <a:off x="8544712" y="234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7" name="pt55297"/>
            <p:cNvSpPr/>
            <p:nvPr/>
          </p:nvSpPr>
          <p:spPr>
            <a:xfrm>
              <a:off x="8973968" y="2038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8" name="pt55298"/>
            <p:cNvSpPr/>
            <p:nvPr/>
          </p:nvSpPr>
          <p:spPr>
            <a:xfrm>
              <a:off x="8973968" y="1934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9" name="pt55299"/>
            <p:cNvSpPr/>
            <p:nvPr/>
          </p:nvSpPr>
          <p:spPr>
            <a:xfrm>
              <a:off x="9103999" y="2047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0" name="pt55300"/>
            <p:cNvSpPr/>
            <p:nvPr/>
          </p:nvSpPr>
          <p:spPr>
            <a:xfrm>
              <a:off x="8274318" y="2396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1" name="pt55301"/>
            <p:cNvSpPr/>
            <p:nvPr/>
          </p:nvSpPr>
          <p:spPr>
            <a:xfrm>
              <a:off x="8761156" y="2278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2" name="pt55302"/>
            <p:cNvSpPr/>
            <p:nvPr/>
          </p:nvSpPr>
          <p:spPr>
            <a:xfrm>
              <a:off x="9431373" y="1862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3" name="pt55303"/>
            <p:cNvSpPr/>
            <p:nvPr/>
          </p:nvSpPr>
          <p:spPr>
            <a:xfrm>
              <a:off x="8274318" y="237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4" name="pt55304"/>
            <p:cNvSpPr/>
            <p:nvPr/>
          </p:nvSpPr>
          <p:spPr>
            <a:xfrm>
              <a:off x="8713389" y="2153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5" name="pt55305"/>
            <p:cNvSpPr/>
            <p:nvPr/>
          </p:nvSpPr>
          <p:spPr>
            <a:xfrm>
              <a:off x="8803653" y="2003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6" name="pt55306"/>
            <p:cNvSpPr/>
            <p:nvPr/>
          </p:nvSpPr>
          <p:spPr>
            <a:xfrm>
              <a:off x="9285373" y="2117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7" name="pt55307"/>
            <p:cNvSpPr/>
            <p:nvPr/>
          </p:nvSpPr>
          <p:spPr>
            <a:xfrm>
              <a:off x="9176891" y="2106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8" name="pt55308"/>
            <p:cNvSpPr/>
            <p:nvPr/>
          </p:nvSpPr>
          <p:spPr>
            <a:xfrm>
              <a:off x="8398928" y="2365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9" name="pt55309"/>
            <p:cNvSpPr/>
            <p:nvPr/>
          </p:nvSpPr>
          <p:spPr>
            <a:xfrm>
              <a:off x="8705398" y="2083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0" name="pt55310"/>
            <p:cNvSpPr/>
            <p:nvPr/>
          </p:nvSpPr>
          <p:spPr>
            <a:xfrm>
              <a:off x="8669323" y="2427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1" name="pt55311"/>
            <p:cNvSpPr/>
            <p:nvPr/>
          </p:nvSpPr>
          <p:spPr>
            <a:xfrm>
              <a:off x="9876105" y="2731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2" name="pt55312"/>
            <p:cNvSpPr/>
            <p:nvPr/>
          </p:nvSpPr>
          <p:spPr>
            <a:xfrm>
              <a:off x="9420231" y="1567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3" name="pt55313"/>
            <p:cNvSpPr/>
            <p:nvPr/>
          </p:nvSpPr>
          <p:spPr>
            <a:xfrm>
              <a:off x="8996361" y="1982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4" name="pt55314"/>
            <p:cNvSpPr/>
            <p:nvPr/>
          </p:nvSpPr>
          <p:spPr>
            <a:xfrm>
              <a:off x="9639141" y="2099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5" name="pt55315"/>
            <p:cNvSpPr/>
            <p:nvPr/>
          </p:nvSpPr>
          <p:spPr>
            <a:xfrm>
              <a:off x="9049289" y="2328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6" name="pt55316"/>
            <p:cNvSpPr/>
            <p:nvPr/>
          </p:nvSpPr>
          <p:spPr>
            <a:xfrm>
              <a:off x="8610820" y="2035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7" name="pt55317"/>
            <p:cNvSpPr/>
            <p:nvPr/>
          </p:nvSpPr>
          <p:spPr>
            <a:xfrm>
              <a:off x="9332489" y="2124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8" name="pt55318"/>
            <p:cNvSpPr/>
            <p:nvPr/>
          </p:nvSpPr>
          <p:spPr>
            <a:xfrm>
              <a:off x="8713389" y="2127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9" name="pt55319"/>
            <p:cNvSpPr/>
            <p:nvPr/>
          </p:nvSpPr>
          <p:spPr>
            <a:xfrm>
              <a:off x="9193323" y="2135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0" name="pt55320"/>
            <p:cNvSpPr/>
            <p:nvPr/>
          </p:nvSpPr>
          <p:spPr>
            <a:xfrm>
              <a:off x="9519098" y="2406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1" name="pt55321"/>
            <p:cNvSpPr/>
            <p:nvPr/>
          </p:nvSpPr>
          <p:spPr>
            <a:xfrm>
              <a:off x="9035502" y="1662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2" name="pt55322"/>
            <p:cNvSpPr/>
            <p:nvPr/>
          </p:nvSpPr>
          <p:spPr>
            <a:xfrm>
              <a:off x="9563530" y="2278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3" name="pt55323"/>
            <p:cNvSpPr/>
            <p:nvPr/>
          </p:nvSpPr>
          <p:spPr>
            <a:xfrm>
              <a:off x="8761156" y="2241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4" name="pt55324"/>
            <p:cNvSpPr/>
            <p:nvPr/>
          </p:nvSpPr>
          <p:spPr>
            <a:xfrm>
              <a:off x="9097658" y="2220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5" name="pt55325"/>
            <p:cNvSpPr/>
            <p:nvPr/>
          </p:nvSpPr>
          <p:spPr>
            <a:xfrm>
              <a:off x="8852989" y="1806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6" name="pt55326"/>
            <p:cNvSpPr/>
            <p:nvPr/>
          </p:nvSpPr>
          <p:spPr>
            <a:xfrm>
              <a:off x="9334476" y="2130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7" name="pt55327"/>
            <p:cNvSpPr/>
            <p:nvPr/>
          </p:nvSpPr>
          <p:spPr>
            <a:xfrm>
              <a:off x="9513165" y="2400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8" name="pt55328"/>
            <p:cNvSpPr/>
            <p:nvPr/>
          </p:nvSpPr>
          <p:spPr>
            <a:xfrm>
              <a:off x="8954618" y="2302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9" name="pt55329"/>
            <p:cNvSpPr/>
            <p:nvPr/>
          </p:nvSpPr>
          <p:spPr>
            <a:xfrm>
              <a:off x="8812874" y="1899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0" name="pt55330"/>
            <p:cNvSpPr/>
            <p:nvPr/>
          </p:nvSpPr>
          <p:spPr>
            <a:xfrm>
              <a:off x="8948383" y="2082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1" name="pt55331"/>
            <p:cNvSpPr/>
            <p:nvPr/>
          </p:nvSpPr>
          <p:spPr>
            <a:xfrm>
              <a:off x="9743490" y="2032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2" name="pt55332"/>
            <p:cNvSpPr/>
            <p:nvPr/>
          </p:nvSpPr>
          <p:spPr>
            <a:xfrm>
              <a:off x="8856549" y="216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3" name="pt55333"/>
            <p:cNvSpPr/>
            <p:nvPr/>
          </p:nvSpPr>
          <p:spPr>
            <a:xfrm>
              <a:off x="8834048" y="1945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4" name="pt55334"/>
            <p:cNvSpPr/>
            <p:nvPr/>
          </p:nvSpPr>
          <p:spPr>
            <a:xfrm>
              <a:off x="8679043" y="23077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5" name="pt55335"/>
            <p:cNvSpPr/>
            <p:nvPr/>
          </p:nvSpPr>
          <p:spPr>
            <a:xfrm>
              <a:off x="9308769" y="2107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6" name="pt55336"/>
            <p:cNvSpPr/>
            <p:nvPr/>
          </p:nvSpPr>
          <p:spPr>
            <a:xfrm>
              <a:off x="9124975" y="2096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7" name="pt55337"/>
            <p:cNvSpPr/>
            <p:nvPr/>
          </p:nvSpPr>
          <p:spPr>
            <a:xfrm>
              <a:off x="8879672" y="1906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8" name="pt55338"/>
            <p:cNvSpPr/>
            <p:nvPr/>
          </p:nvSpPr>
          <p:spPr>
            <a:xfrm>
              <a:off x="8523538" y="2406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9" name="pt55339"/>
            <p:cNvSpPr/>
            <p:nvPr/>
          </p:nvSpPr>
          <p:spPr>
            <a:xfrm>
              <a:off x="9089164" y="1707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0" name="pt55340"/>
            <p:cNvSpPr/>
            <p:nvPr/>
          </p:nvSpPr>
          <p:spPr>
            <a:xfrm>
              <a:off x="9023378" y="1845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1" name="pt55341"/>
            <p:cNvSpPr/>
            <p:nvPr/>
          </p:nvSpPr>
          <p:spPr>
            <a:xfrm>
              <a:off x="9040639" y="1702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2" name="pt55342"/>
            <p:cNvSpPr/>
            <p:nvPr/>
          </p:nvSpPr>
          <p:spPr>
            <a:xfrm>
              <a:off x="9108394" y="2114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3" name="pt55343"/>
            <p:cNvSpPr/>
            <p:nvPr/>
          </p:nvSpPr>
          <p:spPr>
            <a:xfrm>
              <a:off x="9233005" y="2259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4" name="pt55344"/>
            <p:cNvSpPr/>
            <p:nvPr/>
          </p:nvSpPr>
          <p:spPr>
            <a:xfrm>
              <a:off x="8274318" y="2474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5" name="pt55345"/>
            <p:cNvSpPr/>
            <p:nvPr/>
          </p:nvSpPr>
          <p:spPr>
            <a:xfrm>
              <a:off x="8923469" y="1919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6" name="pt55346"/>
            <p:cNvSpPr/>
            <p:nvPr/>
          </p:nvSpPr>
          <p:spPr>
            <a:xfrm>
              <a:off x="9188382" y="202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7" name="pt55347"/>
            <p:cNvSpPr/>
            <p:nvPr/>
          </p:nvSpPr>
          <p:spPr>
            <a:xfrm>
              <a:off x="8563654" y="223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8" name="pt55348"/>
            <p:cNvSpPr/>
            <p:nvPr/>
          </p:nvSpPr>
          <p:spPr>
            <a:xfrm>
              <a:off x="8610820" y="2122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9" name="pt55349"/>
            <p:cNvSpPr/>
            <p:nvPr/>
          </p:nvSpPr>
          <p:spPr>
            <a:xfrm>
              <a:off x="8669323" y="2356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0" name="pt55350"/>
            <p:cNvSpPr/>
            <p:nvPr/>
          </p:nvSpPr>
          <p:spPr>
            <a:xfrm>
              <a:off x="9780125" y="2496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1" name="pt55351"/>
            <p:cNvSpPr/>
            <p:nvPr/>
          </p:nvSpPr>
          <p:spPr>
            <a:xfrm>
              <a:off x="9422061" y="1778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2" name="pt55352"/>
            <p:cNvSpPr/>
            <p:nvPr/>
          </p:nvSpPr>
          <p:spPr>
            <a:xfrm>
              <a:off x="8439043" y="2356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3" name="pt55353"/>
            <p:cNvSpPr/>
            <p:nvPr/>
          </p:nvSpPr>
          <p:spPr>
            <a:xfrm>
              <a:off x="9422061" y="1896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4" name="pt55354"/>
            <p:cNvSpPr/>
            <p:nvPr/>
          </p:nvSpPr>
          <p:spPr>
            <a:xfrm>
              <a:off x="9023378" y="1746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5" name="pt55355"/>
            <p:cNvSpPr/>
            <p:nvPr/>
          </p:nvSpPr>
          <p:spPr>
            <a:xfrm>
              <a:off x="8347210" y="2238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6" name="pt55356"/>
            <p:cNvSpPr/>
            <p:nvPr/>
          </p:nvSpPr>
          <p:spPr>
            <a:xfrm>
              <a:off x="9101309" y="2033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7" name="pt55357"/>
            <p:cNvSpPr/>
            <p:nvPr/>
          </p:nvSpPr>
          <p:spPr>
            <a:xfrm>
              <a:off x="9351205" y="1984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8" name="pt55358"/>
            <p:cNvSpPr/>
            <p:nvPr/>
          </p:nvSpPr>
          <p:spPr>
            <a:xfrm>
              <a:off x="8767051" y="202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9" name="pt55359"/>
            <p:cNvSpPr/>
            <p:nvPr/>
          </p:nvSpPr>
          <p:spPr>
            <a:xfrm>
              <a:off x="8439043" y="2398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0" name="pt55360"/>
            <p:cNvSpPr/>
            <p:nvPr/>
          </p:nvSpPr>
          <p:spPr>
            <a:xfrm>
              <a:off x="8610820" y="2159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1" name="pt55361"/>
            <p:cNvSpPr/>
            <p:nvPr/>
          </p:nvSpPr>
          <p:spPr>
            <a:xfrm>
              <a:off x="9286988" y="1982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2" name="pt55362"/>
            <p:cNvSpPr/>
            <p:nvPr/>
          </p:nvSpPr>
          <p:spPr>
            <a:xfrm>
              <a:off x="9313825" y="218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3" name="pt55363"/>
            <p:cNvSpPr/>
            <p:nvPr/>
          </p:nvSpPr>
          <p:spPr>
            <a:xfrm>
              <a:off x="9420231" y="1622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4" name="pt55364"/>
            <p:cNvSpPr/>
            <p:nvPr/>
          </p:nvSpPr>
          <p:spPr>
            <a:xfrm>
              <a:off x="8817313" y="1989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5" name="pt55365"/>
            <p:cNvSpPr/>
            <p:nvPr/>
          </p:nvSpPr>
          <p:spPr>
            <a:xfrm>
              <a:off x="8761156" y="2215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6" name="pt55366"/>
            <p:cNvSpPr/>
            <p:nvPr/>
          </p:nvSpPr>
          <p:spPr>
            <a:xfrm>
              <a:off x="9032878" y="1910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7" name="pt55367"/>
            <p:cNvSpPr/>
            <p:nvPr/>
          </p:nvSpPr>
          <p:spPr>
            <a:xfrm>
              <a:off x="9124182" y="1991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8" name="pt55368"/>
            <p:cNvSpPr/>
            <p:nvPr/>
          </p:nvSpPr>
          <p:spPr>
            <a:xfrm>
              <a:off x="9054052" y="2233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9" name="pt55369"/>
            <p:cNvSpPr/>
            <p:nvPr/>
          </p:nvSpPr>
          <p:spPr>
            <a:xfrm>
              <a:off x="8841866" y="2068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0" name="pt55370"/>
            <p:cNvSpPr/>
            <p:nvPr/>
          </p:nvSpPr>
          <p:spPr>
            <a:xfrm>
              <a:off x="8841866" y="1859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1" name="pt55371"/>
            <p:cNvSpPr/>
            <p:nvPr/>
          </p:nvSpPr>
          <p:spPr>
            <a:xfrm>
              <a:off x="8788868" y="2026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2" name="pt55372"/>
            <p:cNvSpPr/>
            <p:nvPr/>
          </p:nvSpPr>
          <p:spPr>
            <a:xfrm>
              <a:off x="8981160" y="1938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3" name="pt55373"/>
            <p:cNvSpPr/>
            <p:nvPr/>
          </p:nvSpPr>
          <p:spPr>
            <a:xfrm>
              <a:off x="8398928" y="2460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4" name="pt55374"/>
            <p:cNvSpPr/>
            <p:nvPr/>
          </p:nvSpPr>
          <p:spPr>
            <a:xfrm>
              <a:off x="9075096" y="1959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5" name="pt55375"/>
            <p:cNvSpPr/>
            <p:nvPr/>
          </p:nvSpPr>
          <p:spPr>
            <a:xfrm>
              <a:off x="8721041" y="2196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6" name="pt55376"/>
            <p:cNvSpPr/>
            <p:nvPr/>
          </p:nvSpPr>
          <p:spPr>
            <a:xfrm>
              <a:off x="8778290" y="2015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7" name="pt55377"/>
            <p:cNvSpPr/>
            <p:nvPr/>
          </p:nvSpPr>
          <p:spPr>
            <a:xfrm>
              <a:off x="8523538" y="2484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8" name="pt55378"/>
            <p:cNvSpPr/>
            <p:nvPr/>
          </p:nvSpPr>
          <p:spPr>
            <a:xfrm>
              <a:off x="9247994" y="19052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9" name="pt55379"/>
            <p:cNvSpPr/>
            <p:nvPr/>
          </p:nvSpPr>
          <p:spPr>
            <a:xfrm>
              <a:off x="9160112" y="1845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0" name="pt55380"/>
            <p:cNvSpPr/>
            <p:nvPr/>
          </p:nvSpPr>
          <p:spPr>
            <a:xfrm>
              <a:off x="9537091" y="1763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1" name="pt55381"/>
            <p:cNvSpPr/>
            <p:nvPr/>
          </p:nvSpPr>
          <p:spPr>
            <a:xfrm>
              <a:off x="8705398" y="2196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2" name="pt55382"/>
            <p:cNvSpPr/>
            <p:nvPr/>
          </p:nvSpPr>
          <p:spPr>
            <a:xfrm>
              <a:off x="9152801" y="2000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3" name="pt55383"/>
            <p:cNvSpPr/>
            <p:nvPr/>
          </p:nvSpPr>
          <p:spPr>
            <a:xfrm>
              <a:off x="8923469" y="1991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4" name="pt55384"/>
            <p:cNvSpPr/>
            <p:nvPr/>
          </p:nvSpPr>
          <p:spPr>
            <a:xfrm>
              <a:off x="8544712" y="2351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5" name="pt55385"/>
            <p:cNvSpPr/>
            <p:nvPr/>
          </p:nvSpPr>
          <p:spPr>
            <a:xfrm>
              <a:off x="8648148" y="2284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6" name="pt55386"/>
            <p:cNvSpPr/>
            <p:nvPr/>
          </p:nvSpPr>
          <p:spPr>
            <a:xfrm>
              <a:off x="9180997" y="1888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7" name="pt55387"/>
            <p:cNvSpPr/>
            <p:nvPr/>
          </p:nvSpPr>
          <p:spPr>
            <a:xfrm>
              <a:off x="8580788" y="2187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8" name="pt55388"/>
            <p:cNvSpPr/>
            <p:nvPr/>
          </p:nvSpPr>
          <p:spPr>
            <a:xfrm>
              <a:off x="8803653" y="2141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9" name="pt55389"/>
            <p:cNvSpPr/>
            <p:nvPr/>
          </p:nvSpPr>
          <p:spPr>
            <a:xfrm>
              <a:off x="8891661" y="2068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0" name="pt55390"/>
            <p:cNvSpPr/>
            <p:nvPr/>
          </p:nvSpPr>
          <p:spPr>
            <a:xfrm>
              <a:off x="9043153" y="175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1" name="pt55391"/>
            <p:cNvSpPr/>
            <p:nvPr/>
          </p:nvSpPr>
          <p:spPr>
            <a:xfrm>
              <a:off x="9147988" y="2085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2" name="pt55392"/>
            <p:cNvSpPr/>
            <p:nvPr/>
          </p:nvSpPr>
          <p:spPr>
            <a:xfrm>
              <a:off x="9211830" y="1805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3" name="pt55393"/>
            <p:cNvSpPr/>
            <p:nvPr/>
          </p:nvSpPr>
          <p:spPr>
            <a:xfrm>
              <a:off x="9220880" y="189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4" name="pt55394"/>
            <p:cNvSpPr/>
            <p:nvPr/>
          </p:nvSpPr>
          <p:spPr>
            <a:xfrm>
              <a:off x="8636546" y="2331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5" name="pt55395"/>
            <p:cNvSpPr/>
            <p:nvPr/>
          </p:nvSpPr>
          <p:spPr>
            <a:xfrm>
              <a:off x="8274318" y="2003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6" name="pt55396"/>
            <p:cNvSpPr/>
            <p:nvPr/>
          </p:nvSpPr>
          <p:spPr>
            <a:xfrm>
              <a:off x="8697035" y="2264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7" name="pt55397"/>
            <p:cNvSpPr/>
            <p:nvPr/>
          </p:nvSpPr>
          <p:spPr>
            <a:xfrm>
              <a:off x="8439043" y="2178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8" name="pt55398"/>
            <p:cNvSpPr/>
            <p:nvPr/>
          </p:nvSpPr>
          <p:spPr>
            <a:xfrm>
              <a:off x="8580788" y="2223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9" name="pt55399"/>
            <p:cNvSpPr/>
            <p:nvPr/>
          </p:nvSpPr>
          <p:spPr>
            <a:xfrm>
              <a:off x="8563654" y="2237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0" name="pt55400"/>
            <p:cNvSpPr/>
            <p:nvPr/>
          </p:nvSpPr>
          <p:spPr>
            <a:xfrm>
              <a:off x="8981160" y="2012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1" name="pt55401"/>
            <p:cNvSpPr/>
            <p:nvPr/>
          </p:nvSpPr>
          <p:spPr>
            <a:xfrm>
              <a:off x="9294853" y="1916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2" name="pt55402"/>
            <p:cNvSpPr/>
            <p:nvPr/>
          </p:nvSpPr>
          <p:spPr>
            <a:xfrm>
              <a:off x="8908267" y="2058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3" name="pt55403"/>
            <p:cNvSpPr/>
            <p:nvPr/>
          </p:nvSpPr>
          <p:spPr>
            <a:xfrm>
              <a:off x="9116046" y="191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4" name="pt55404"/>
            <p:cNvSpPr/>
            <p:nvPr/>
          </p:nvSpPr>
          <p:spPr>
            <a:xfrm>
              <a:off x="8596430" y="2176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5" name="pt55405"/>
            <p:cNvSpPr/>
            <p:nvPr/>
          </p:nvSpPr>
          <p:spPr>
            <a:xfrm>
              <a:off x="8870124" y="2213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6" name="pt55406"/>
            <p:cNvSpPr/>
            <p:nvPr/>
          </p:nvSpPr>
          <p:spPr>
            <a:xfrm>
              <a:off x="8973968" y="1969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7" name="pt55407"/>
            <p:cNvSpPr/>
            <p:nvPr/>
          </p:nvSpPr>
          <p:spPr>
            <a:xfrm>
              <a:off x="9417918" y="196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8" name="pt55408"/>
            <p:cNvSpPr/>
            <p:nvPr/>
          </p:nvSpPr>
          <p:spPr>
            <a:xfrm>
              <a:off x="8923469" y="1999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9" name="pt55409"/>
            <p:cNvSpPr/>
            <p:nvPr/>
          </p:nvSpPr>
          <p:spPr>
            <a:xfrm>
              <a:off x="8999571" y="1754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0" name="pt55410"/>
            <p:cNvSpPr/>
            <p:nvPr/>
          </p:nvSpPr>
          <p:spPr>
            <a:xfrm>
              <a:off x="8982914" y="1805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1" name="pt55411"/>
            <p:cNvSpPr/>
            <p:nvPr/>
          </p:nvSpPr>
          <p:spPr>
            <a:xfrm>
              <a:off x="8471820" y="2332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2" name="pt55412"/>
            <p:cNvSpPr/>
            <p:nvPr/>
          </p:nvSpPr>
          <p:spPr>
            <a:xfrm>
              <a:off x="8778290" y="2062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3" name="pt55413"/>
            <p:cNvSpPr/>
            <p:nvPr/>
          </p:nvSpPr>
          <p:spPr>
            <a:xfrm>
              <a:off x="9143758" y="2012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4" name="pt55414"/>
            <p:cNvSpPr/>
            <p:nvPr/>
          </p:nvSpPr>
          <p:spPr>
            <a:xfrm>
              <a:off x="9171470" y="1911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5" name="pt55415"/>
            <p:cNvSpPr/>
            <p:nvPr/>
          </p:nvSpPr>
          <p:spPr>
            <a:xfrm>
              <a:off x="9040639" y="1732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6" name="pt55416"/>
            <p:cNvSpPr/>
            <p:nvPr/>
          </p:nvSpPr>
          <p:spPr>
            <a:xfrm>
              <a:off x="8950486" y="2113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7" name="pt55417"/>
            <p:cNvSpPr/>
            <p:nvPr/>
          </p:nvSpPr>
          <p:spPr>
            <a:xfrm>
              <a:off x="8347210" y="2335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8" name="pt55418"/>
            <p:cNvSpPr/>
            <p:nvPr/>
          </p:nvSpPr>
          <p:spPr>
            <a:xfrm>
              <a:off x="8624143" y="2494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9" name="pt55419"/>
            <p:cNvSpPr/>
            <p:nvPr/>
          </p:nvSpPr>
          <p:spPr>
            <a:xfrm>
              <a:off x="9792213" y="244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0" name="pt55420"/>
            <p:cNvSpPr/>
            <p:nvPr/>
          </p:nvSpPr>
          <p:spPr>
            <a:xfrm>
              <a:off x="9103999" y="199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1" name="pt55421"/>
            <p:cNvSpPr/>
            <p:nvPr/>
          </p:nvSpPr>
          <p:spPr>
            <a:xfrm>
              <a:off x="9541125" y="1547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2" name="pt55422"/>
            <p:cNvSpPr/>
            <p:nvPr/>
          </p:nvSpPr>
          <p:spPr>
            <a:xfrm>
              <a:off x="8659047" y="2411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3" name="pt55423"/>
            <p:cNvSpPr/>
            <p:nvPr/>
          </p:nvSpPr>
          <p:spPr>
            <a:xfrm>
              <a:off x="8876545" y="1818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4" name="pt55424"/>
            <p:cNvSpPr/>
            <p:nvPr/>
          </p:nvSpPr>
          <p:spPr>
            <a:xfrm>
              <a:off x="9223646" y="1857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5" name="pt55425"/>
            <p:cNvSpPr/>
            <p:nvPr/>
          </p:nvSpPr>
          <p:spPr>
            <a:xfrm>
              <a:off x="9594013" y="2192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6" name="pt55426"/>
            <p:cNvSpPr/>
            <p:nvPr/>
          </p:nvSpPr>
          <p:spPr>
            <a:xfrm>
              <a:off x="8803653" y="2125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7" name="pt55427"/>
            <p:cNvSpPr/>
            <p:nvPr/>
          </p:nvSpPr>
          <p:spPr>
            <a:xfrm>
              <a:off x="9040639" y="1695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8" name="pt55428"/>
            <p:cNvSpPr/>
            <p:nvPr/>
          </p:nvSpPr>
          <p:spPr>
            <a:xfrm>
              <a:off x="8973968" y="1845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9" name="pt55429"/>
            <p:cNvSpPr/>
            <p:nvPr/>
          </p:nvSpPr>
          <p:spPr>
            <a:xfrm>
              <a:off x="8610820" y="2084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0" name="pt55430"/>
            <p:cNvSpPr/>
            <p:nvPr/>
          </p:nvSpPr>
          <p:spPr>
            <a:xfrm>
              <a:off x="9170243" y="1785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1" name="pt55431"/>
            <p:cNvSpPr/>
            <p:nvPr/>
          </p:nvSpPr>
          <p:spPr>
            <a:xfrm>
              <a:off x="8274318" y="2447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2" name="pt55432"/>
            <p:cNvSpPr/>
            <p:nvPr/>
          </p:nvSpPr>
          <p:spPr>
            <a:xfrm>
              <a:off x="9331236" y="2136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3" name="pt55433"/>
            <p:cNvSpPr/>
            <p:nvPr/>
          </p:nvSpPr>
          <p:spPr>
            <a:xfrm>
              <a:off x="8830008" y="2167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4" name="pt55434"/>
            <p:cNvSpPr/>
            <p:nvPr/>
          </p:nvSpPr>
          <p:spPr>
            <a:xfrm>
              <a:off x="9005825" y="1719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5" name="pt55435"/>
            <p:cNvSpPr/>
            <p:nvPr/>
          </p:nvSpPr>
          <p:spPr>
            <a:xfrm>
              <a:off x="9401001" y="220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6" name="pt55436"/>
            <p:cNvSpPr/>
            <p:nvPr/>
          </p:nvSpPr>
          <p:spPr>
            <a:xfrm>
              <a:off x="9431373" y="1867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7" name="pt55437"/>
            <p:cNvSpPr/>
            <p:nvPr/>
          </p:nvSpPr>
          <p:spPr>
            <a:xfrm>
              <a:off x="9055223" y="2161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8" name="pt55438"/>
            <p:cNvSpPr/>
            <p:nvPr/>
          </p:nvSpPr>
          <p:spPr>
            <a:xfrm>
              <a:off x="9199706" y="2028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9" name="pt55439"/>
            <p:cNvSpPr/>
            <p:nvPr/>
          </p:nvSpPr>
          <p:spPr>
            <a:xfrm>
              <a:off x="8803653" y="2287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0" name="pt55440"/>
            <p:cNvSpPr/>
            <p:nvPr/>
          </p:nvSpPr>
          <p:spPr>
            <a:xfrm>
              <a:off x="8812874" y="2109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1" name="pt55441"/>
            <p:cNvSpPr/>
            <p:nvPr/>
          </p:nvSpPr>
          <p:spPr>
            <a:xfrm>
              <a:off x="8439043" y="2306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2" name="pt55442"/>
            <p:cNvSpPr/>
            <p:nvPr/>
          </p:nvSpPr>
          <p:spPr>
            <a:xfrm>
              <a:off x="8636546" y="2353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3" name="pt55443"/>
            <p:cNvSpPr/>
            <p:nvPr/>
          </p:nvSpPr>
          <p:spPr>
            <a:xfrm>
              <a:off x="9477272" y="2434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4" name="pt55444"/>
            <p:cNvSpPr/>
            <p:nvPr/>
          </p:nvSpPr>
          <p:spPr>
            <a:xfrm>
              <a:off x="9077174" y="20998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5" name="pt55445"/>
            <p:cNvSpPr/>
            <p:nvPr/>
          </p:nvSpPr>
          <p:spPr>
            <a:xfrm>
              <a:off x="9294237" y="2106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6" name="pt55446"/>
            <p:cNvSpPr/>
            <p:nvPr/>
          </p:nvSpPr>
          <p:spPr>
            <a:xfrm>
              <a:off x="8624143" y="2428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7" name="pt55447"/>
            <p:cNvSpPr/>
            <p:nvPr/>
          </p:nvSpPr>
          <p:spPr>
            <a:xfrm>
              <a:off x="8563654" y="2163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8" name="pt55448"/>
            <p:cNvSpPr/>
            <p:nvPr/>
          </p:nvSpPr>
          <p:spPr>
            <a:xfrm>
              <a:off x="8932933" y="1926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9" name="pt55449"/>
            <p:cNvSpPr/>
            <p:nvPr/>
          </p:nvSpPr>
          <p:spPr>
            <a:xfrm>
              <a:off x="8624143" y="2587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0" name="pt55450"/>
            <p:cNvSpPr/>
            <p:nvPr/>
          </p:nvSpPr>
          <p:spPr>
            <a:xfrm>
              <a:off x="8636546" y="2340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1" name="pt55451"/>
            <p:cNvSpPr/>
            <p:nvPr/>
          </p:nvSpPr>
          <p:spPr>
            <a:xfrm>
              <a:off x="9334969" y="2163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2" name="pt55452"/>
            <p:cNvSpPr/>
            <p:nvPr/>
          </p:nvSpPr>
          <p:spPr>
            <a:xfrm>
              <a:off x="9657982" y="1823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3" name="pt55453"/>
            <p:cNvSpPr/>
            <p:nvPr/>
          </p:nvSpPr>
          <p:spPr>
            <a:xfrm>
              <a:off x="8274318" y="2298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4" name="pt55454"/>
            <p:cNvSpPr/>
            <p:nvPr/>
          </p:nvSpPr>
          <p:spPr>
            <a:xfrm>
              <a:off x="9627091" y="2431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5" name="pt55455"/>
            <p:cNvSpPr/>
            <p:nvPr/>
          </p:nvSpPr>
          <p:spPr>
            <a:xfrm>
              <a:off x="8772758" y="2203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6" name="pt55456"/>
            <p:cNvSpPr/>
            <p:nvPr/>
          </p:nvSpPr>
          <p:spPr>
            <a:xfrm>
              <a:off x="9295774" y="1943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7" name="pt55457"/>
            <p:cNvSpPr/>
            <p:nvPr/>
          </p:nvSpPr>
          <p:spPr>
            <a:xfrm>
              <a:off x="9045633" y="2334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8" name="pt55458"/>
            <p:cNvSpPr/>
            <p:nvPr/>
          </p:nvSpPr>
          <p:spPr>
            <a:xfrm>
              <a:off x="9087220" y="1953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9" name="pt55459"/>
            <p:cNvSpPr/>
            <p:nvPr/>
          </p:nvSpPr>
          <p:spPr>
            <a:xfrm>
              <a:off x="9302684" y="1875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0" name="pt55460"/>
            <p:cNvSpPr/>
            <p:nvPr/>
          </p:nvSpPr>
          <p:spPr>
            <a:xfrm>
              <a:off x="9657982" y="1843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1" name="pt55461"/>
            <p:cNvSpPr/>
            <p:nvPr/>
          </p:nvSpPr>
          <p:spPr>
            <a:xfrm>
              <a:off x="9334476" y="2147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2" name="pt55462"/>
            <p:cNvSpPr/>
            <p:nvPr/>
          </p:nvSpPr>
          <p:spPr>
            <a:xfrm>
              <a:off x="9275707" y="1867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3" name="pt55463"/>
            <p:cNvSpPr/>
            <p:nvPr/>
          </p:nvSpPr>
          <p:spPr>
            <a:xfrm>
              <a:off x="8563654" y="2333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4" name="pt55464"/>
            <p:cNvSpPr/>
            <p:nvPr/>
          </p:nvSpPr>
          <p:spPr>
            <a:xfrm>
              <a:off x="8610820" y="1978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5" name="pt55465"/>
            <p:cNvSpPr/>
            <p:nvPr/>
          </p:nvSpPr>
          <p:spPr>
            <a:xfrm>
              <a:off x="9187265" y="2021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6" name="pt55466"/>
            <p:cNvSpPr/>
            <p:nvPr/>
          </p:nvSpPr>
          <p:spPr>
            <a:xfrm>
              <a:off x="9201267" y="1861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7" name="pt55467"/>
            <p:cNvSpPr/>
            <p:nvPr/>
          </p:nvSpPr>
          <p:spPr>
            <a:xfrm>
              <a:off x="9223188" y="1961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8" name="pt55468"/>
            <p:cNvSpPr/>
            <p:nvPr/>
          </p:nvSpPr>
          <p:spPr>
            <a:xfrm>
              <a:off x="8544712" y="2413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9" name="pt55469"/>
            <p:cNvSpPr/>
            <p:nvPr/>
          </p:nvSpPr>
          <p:spPr>
            <a:xfrm>
              <a:off x="8471820" y="2378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0" name="pt55470"/>
            <p:cNvSpPr/>
            <p:nvPr/>
          </p:nvSpPr>
          <p:spPr>
            <a:xfrm>
              <a:off x="9361481" y="2068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1" name="pt55471"/>
            <p:cNvSpPr/>
            <p:nvPr/>
          </p:nvSpPr>
          <p:spPr>
            <a:xfrm>
              <a:off x="8973968" y="1928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2" name="pt55472"/>
            <p:cNvSpPr/>
            <p:nvPr/>
          </p:nvSpPr>
          <p:spPr>
            <a:xfrm>
              <a:off x="9395106" y="2161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3" name="pt55473"/>
            <p:cNvSpPr/>
            <p:nvPr/>
          </p:nvSpPr>
          <p:spPr>
            <a:xfrm>
              <a:off x="8471820" y="2534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4" name="pt55474"/>
            <p:cNvSpPr/>
            <p:nvPr/>
          </p:nvSpPr>
          <p:spPr>
            <a:xfrm>
              <a:off x="8398928" y="2505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5" name="pt55475"/>
            <p:cNvSpPr/>
            <p:nvPr/>
          </p:nvSpPr>
          <p:spPr>
            <a:xfrm>
              <a:off x="8398928" y="2431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6" name="pt55476"/>
            <p:cNvSpPr/>
            <p:nvPr/>
          </p:nvSpPr>
          <p:spPr>
            <a:xfrm>
              <a:off x="8688264" y="2230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7" name="pt55477"/>
            <p:cNvSpPr/>
            <p:nvPr/>
          </p:nvSpPr>
          <p:spPr>
            <a:xfrm>
              <a:off x="8888738" y="1935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8" name="pt55478"/>
            <p:cNvSpPr/>
            <p:nvPr/>
          </p:nvSpPr>
          <p:spPr>
            <a:xfrm>
              <a:off x="9096734" y="1827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9" name="pt55479"/>
            <p:cNvSpPr/>
            <p:nvPr/>
          </p:nvSpPr>
          <p:spPr>
            <a:xfrm>
              <a:off x="8439043" y="2246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0" name="pt55480"/>
            <p:cNvSpPr/>
            <p:nvPr/>
          </p:nvSpPr>
          <p:spPr>
            <a:xfrm>
              <a:off x="8439043" y="2381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1" name="pt55481"/>
            <p:cNvSpPr/>
            <p:nvPr/>
          </p:nvSpPr>
          <p:spPr>
            <a:xfrm>
              <a:off x="8523538" y="2627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2" name="pt55482"/>
            <p:cNvSpPr/>
            <p:nvPr/>
          </p:nvSpPr>
          <p:spPr>
            <a:xfrm>
              <a:off x="8523538" y="2632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3" name="pt55483"/>
            <p:cNvSpPr/>
            <p:nvPr/>
          </p:nvSpPr>
          <p:spPr>
            <a:xfrm>
              <a:off x="9115211" y="2203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4" name="pt55484"/>
            <p:cNvSpPr/>
            <p:nvPr/>
          </p:nvSpPr>
          <p:spPr>
            <a:xfrm>
              <a:off x="9535645" y="1945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5" name="pt55485"/>
            <p:cNvSpPr/>
            <p:nvPr/>
          </p:nvSpPr>
          <p:spPr>
            <a:xfrm>
              <a:off x="8958659" y="2265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6" name="pt55486"/>
            <p:cNvSpPr/>
            <p:nvPr/>
          </p:nvSpPr>
          <p:spPr>
            <a:xfrm>
              <a:off x="8398928" y="2496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7" name="pt55487"/>
            <p:cNvSpPr/>
            <p:nvPr/>
          </p:nvSpPr>
          <p:spPr>
            <a:xfrm>
              <a:off x="8563654" y="2225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8" name="pt55488"/>
            <p:cNvSpPr/>
            <p:nvPr/>
          </p:nvSpPr>
          <p:spPr>
            <a:xfrm>
              <a:off x="8648148" y="2320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9" name="pt55489"/>
            <p:cNvSpPr/>
            <p:nvPr/>
          </p:nvSpPr>
          <p:spPr>
            <a:xfrm>
              <a:off x="9030214" y="1794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0" name="pt55490"/>
            <p:cNvSpPr/>
            <p:nvPr/>
          </p:nvSpPr>
          <p:spPr>
            <a:xfrm>
              <a:off x="9313825" y="2173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1" name="pt55491"/>
            <p:cNvSpPr/>
            <p:nvPr/>
          </p:nvSpPr>
          <p:spPr>
            <a:xfrm>
              <a:off x="8783657" y="2022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2" name="pt55492"/>
            <p:cNvSpPr/>
            <p:nvPr/>
          </p:nvSpPr>
          <p:spPr>
            <a:xfrm>
              <a:off x="8523538" y="2548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3" name="pt55493"/>
            <p:cNvSpPr/>
            <p:nvPr/>
          </p:nvSpPr>
          <p:spPr>
            <a:xfrm>
              <a:off x="9054052" y="2227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4" name="pt55494"/>
            <p:cNvSpPr/>
            <p:nvPr/>
          </p:nvSpPr>
          <p:spPr>
            <a:xfrm>
              <a:off x="9368156" y="2155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5" name="pt55495"/>
            <p:cNvSpPr/>
            <p:nvPr/>
          </p:nvSpPr>
          <p:spPr>
            <a:xfrm>
              <a:off x="9210359" y="1803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6" name="pt55496"/>
            <p:cNvSpPr/>
            <p:nvPr/>
          </p:nvSpPr>
          <p:spPr>
            <a:xfrm>
              <a:off x="9040639" y="1747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7" name="pt55497"/>
            <p:cNvSpPr/>
            <p:nvPr/>
          </p:nvSpPr>
          <p:spPr>
            <a:xfrm>
              <a:off x="8274318" y="2361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8" name="pt55498"/>
            <p:cNvSpPr/>
            <p:nvPr/>
          </p:nvSpPr>
          <p:spPr>
            <a:xfrm>
              <a:off x="8439043" y="2303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9" name="pt55499"/>
            <p:cNvSpPr/>
            <p:nvPr/>
          </p:nvSpPr>
          <p:spPr>
            <a:xfrm>
              <a:off x="9227269" y="2091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0" name="pt55500"/>
            <p:cNvSpPr/>
            <p:nvPr/>
          </p:nvSpPr>
          <p:spPr>
            <a:xfrm>
              <a:off x="8439043" y="2247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1" name="pt55501"/>
            <p:cNvSpPr/>
            <p:nvPr/>
          </p:nvSpPr>
          <p:spPr>
            <a:xfrm>
              <a:off x="9023378" y="1925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2" name="pt55502"/>
            <p:cNvSpPr/>
            <p:nvPr/>
          </p:nvSpPr>
          <p:spPr>
            <a:xfrm>
              <a:off x="8891661" y="2172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3" name="pt55503"/>
            <p:cNvSpPr/>
            <p:nvPr/>
          </p:nvSpPr>
          <p:spPr>
            <a:xfrm>
              <a:off x="9220880" y="189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4" name="pt55504"/>
            <p:cNvSpPr/>
            <p:nvPr/>
          </p:nvSpPr>
          <p:spPr>
            <a:xfrm>
              <a:off x="8347210" y="2276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5" name="pt55505"/>
            <p:cNvSpPr/>
            <p:nvPr/>
          </p:nvSpPr>
          <p:spPr>
            <a:xfrm>
              <a:off x="8398928" y="2486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6" name="pt55506"/>
            <p:cNvSpPr/>
            <p:nvPr/>
          </p:nvSpPr>
          <p:spPr>
            <a:xfrm>
              <a:off x="8563654" y="2217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7" name="pt55507"/>
            <p:cNvSpPr/>
            <p:nvPr/>
          </p:nvSpPr>
          <p:spPr>
            <a:xfrm>
              <a:off x="9187265" y="2035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8" name="pt55508"/>
            <p:cNvSpPr/>
            <p:nvPr/>
          </p:nvSpPr>
          <p:spPr>
            <a:xfrm>
              <a:off x="8958659" y="2213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9" name="pt55509"/>
            <p:cNvSpPr/>
            <p:nvPr/>
          </p:nvSpPr>
          <p:spPr>
            <a:xfrm>
              <a:off x="8935223" y="1840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0" name="pt55510"/>
            <p:cNvSpPr/>
            <p:nvPr/>
          </p:nvSpPr>
          <p:spPr>
            <a:xfrm>
              <a:off x="9124182" y="1969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1" name="pt55511"/>
            <p:cNvSpPr/>
            <p:nvPr/>
          </p:nvSpPr>
          <p:spPr>
            <a:xfrm>
              <a:off x="8347210" y="2216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2" name="pt55512"/>
            <p:cNvSpPr/>
            <p:nvPr/>
          </p:nvSpPr>
          <p:spPr>
            <a:xfrm>
              <a:off x="8930613" y="1768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3" name="pt55513"/>
            <p:cNvSpPr/>
            <p:nvPr/>
          </p:nvSpPr>
          <p:spPr>
            <a:xfrm>
              <a:off x="8471820" y="2426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4" name="pt55514"/>
            <p:cNvSpPr/>
            <p:nvPr/>
          </p:nvSpPr>
          <p:spPr>
            <a:xfrm>
              <a:off x="8563654" y="2272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5" name="pt55515"/>
            <p:cNvSpPr/>
            <p:nvPr/>
          </p:nvSpPr>
          <p:spPr>
            <a:xfrm>
              <a:off x="8274318" y="2135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6" name="pt55516"/>
            <p:cNvSpPr/>
            <p:nvPr/>
          </p:nvSpPr>
          <p:spPr>
            <a:xfrm>
              <a:off x="8873363" y="1988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7" name="pt55517"/>
            <p:cNvSpPr/>
            <p:nvPr/>
          </p:nvSpPr>
          <p:spPr>
            <a:xfrm>
              <a:off x="9219949" y="1880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8" name="pt55518"/>
            <p:cNvSpPr/>
            <p:nvPr/>
          </p:nvSpPr>
          <p:spPr>
            <a:xfrm>
              <a:off x="9655598" y="2275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9" name="pt55519"/>
            <p:cNvSpPr/>
            <p:nvPr/>
          </p:nvSpPr>
          <p:spPr>
            <a:xfrm>
              <a:off x="8921023" y="1675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0" name="pt55520"/>
            <p:cNvSpPr/>
            <p:nvPr/>
          </p:nvSpPr>
          <p:spPr>
            <a:xfrm>
              <a:off x="9294237" y="1929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1" name="pt55521"/>
            <p:cNvSpPr/>
            <p:nvPr/>
          </p:nvSpPr>
          <p:spPr>
            <a:xfrm>
              <a:off x="9035502" y="1688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2" name="pt55522"/>
            <p:cNvSpPr/>
            <p:nvPr/>
          </p:nvSpPr>
          <p:spPr>
            <a:xfrm>
              <a:off x="9361481" y="2138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3" name="pt55523"/>
            <p:cNvSpPr/>
            <p:nvPr/>
          </p:nvSpPr>
          <p:spPr>
            <a:xfrm>
              <a:off x="9451392" y="2015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4" name="pt55524"/>
            <p:cNvSpPr/>
            <p:nvPr/>
          </p:nvSpPr>
          <p:spPr>
            <a:xfrm>
              <a:off x="8274318" y="2522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5" name="pt55525"/>
            <p:cNvSpPr/>
            <p:nvPr/>
          </p:nvSpPr>
          <p:spPr>
            <a:xfrm>
              <a:off x="8852989" y="1999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6" name="pt55526"/>
            <p:cNvSpPr/>
            <p:nvPr/>
          </p:nvSpPr>
          <p:spPr>
            <a:xfrm>
              <a:off x="8398928" y="2504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7" name="pt55527"/>
            <p:cNvSpPr/>
            <p:nvPr/>
          </p:nvSpPr>
          <p:spPr>
            <a:xfrm>
              <a:off x="9332489" y="2199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8" name="pt55528"/>
            <p:cNvSpPr/>
            <p:nvPr/>
          </p:nvSpPr>
          <p:spPr>
            <a:xfrm>
              <a:off x="9294237" y="1933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9" name="pt55529"/>
            <p:cNvSpPr/>
            <p:nvPr/>
          </p:nvSpPr>
          <p:spPr>
            <a:xfrm>
              <a:off x="8610820" y="2087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0" name="pt55530"/>
            <p:cNvSpPr/>
            <p:nvPr/>
          </p:nvSpPr>
          <p:spPr>
            <a:xfrm>
              <a:off x="9199706" y="1983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1" name="pt55531"/>
            <p:cNvSpPr/>
            <p:nvPr/>
          </p:nvSpPr>
          <p:spPr>
            <a:xfrm>
              <a:off x="9171470" y="1906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2" name="pt55532"/>
            <p:cNvSpPr/>
            <p:nvPr/>
          </p:nvSpPr>
          <p:spPr>
            <a:xfrm>
              <a:off x="8679043" y="2181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3" name="pt55533"/>
            <p:cNvSpPr/>
            <p:nvPr/>
          </p:nvSpPr>
          <p:spPr>
            <a:xfrm>
              <a:off x="8838000" y="200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4" name="pt55534"/>
            <p:cNvSpPr/>
            <p:nvPr/>
          </p:nvSpPr>
          <p:spPr>
            <a:xfrm>
              <a:off x="9439678" y="1745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5" name="pt55535"/>
            <p:cNvSpPr/>
            <p:nvPr/>
          </p:nvSpPr>
          <p:spPr>
            <a:xfrm>
              <a:off x="8997973" y="1788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6" name="pt55536"/>
            <p:cNvSpPr/>
            <p:nvPr/>
          </p:nvSpPr>
          <p:spPr>
            <a:xfrm>
              <a:off x="8705398" y="2185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7" name="pt55537"/>
            <p:cNvSpPr/>
            <p:nvPr/>
          </p:nvSpPr>
          <p:spPr>
            <a:xfrm>
              <a:off x="8982914" y="1759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8" name="pt55538"/>
            <p:cNvSpPr/>
            <p:nvPr/>
          </p:nvSpPr>
          <p:spPr>
            <a:xfrm>
              <a:off x="8636546" y="2335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9" name="pt55539"/>
            <p:cNvSpPr/>
            <p:nvPr/>
          </p:nvSpPr>
          <p:spPr>
            <a:xfrm>
              <a:off x="8845651" y="1954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0" name="pt55540"/>
            <p:cNvSpPr/>
            <p:nvPr/>
          </p:nvSpPr>
          <p:spPr>
            <a:xfrm>
              <a:off x="9243545" y="2082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1" name="pt55541"/>
            <p:cNvSpPr/>
            <p:nvPr/>
          </p:nvSpPr>
          <p:spPr>
            <a:xfrm>
              <a:off x="9005825" y="1552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2" name="pt55542"/>
            <p:cNvSpPr/>
            <p:nvPr/>
          </p:nvSpPr>
          <p:spPr>
            <a:xfrm>
              <a:off x="8834048" y="1886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3" name="pt55543"/>
            <p:cNvSpPr/>
            <p:nvPr/>
          </p:nvSpPr>
          <p:spPr>
            <a:xfrm>
              <a:off x="9370394" y="208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4" name="pt55544"/>
            <p:cNvSpPr/>
            <p:nvPr/>
          </p:nvSpPr>
          <p:spPr>
            <a:xfrm>
              <a:off x="8778290" y="1951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5" name="pt55545"/>
            <p:cNvSpPr/>
            <p:nvPr/>
          </p:nvSpPr>
          <p:spPr>
            <a:xfrm>
              <a:off x="8803653" y="1980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6" name="pt55546"/>
            <p:cNvSpPr/>
            <p:nvPr/>
          </p:nvSpPr>
          <p:spPr>
            <a:xfrm>
              <a:off x="8966476" y="2244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7" name="pt55547"/>
            <p:cNvSpPr/>
            <p:nvPr/>
          </p:nvSpPr>
          <p:spPr>
            <a:xfrm>
              <a:off x="9437742" y="1954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8" name="pt55548"/>
            <p:cNvSpPr/>
            <p:nvPr/>
          </p:nvSpPr>
          <p:spPr>
            <a:xfrm>
              <a:off x="8908267" y="2098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9" name="pt55549"/>
            <p:cNvSpPr/>
            <p:nvPr/>
          </p:nvSpPr>
          <p:spPr>
            <a:xfrm>
              <a:off x="8471820" y="2369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0" name="pt55550"/>
            <p:cNvSpPr/>
            <p:nvPr/>
          </p:nvSpPr>
          <p:spPr>
            <a:xfrm>
              <a:off x="9028868" y="1840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1" name="pt55551"/>
            <p:cNvSpPr/>
            <p:nvPr/>
          </p:nvSpPr>
          <p:spPr>
            <a:xfrm>
              <a:off x="8471820" y="2564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2" name="pt55552"/>
            <p:cNvSpPr/>
            <p:nvPr/>
          </p:nvSpPr>
          <p:spPr>
            <a:xfrm>
              <a:off x="8798858" y="2087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3" name="pt55553"/>
            <p:cNvSpPr/>
            <p:nvPr/>
          </p:nvSpPr>
          <p:spPr>
            <a:xfrm>
              <a:off x="8439043" y="2310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4" name="pt55554"/>
            <p:cNvSpPr/>
            <p:nvPr/>
          </p:nvSpPr>
          <p:spPr>
            <a:xfrm>
              <a:off x="9083269" y="1916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5" name="pt55555"/>
            <p:cNvSpPr/>
            <p:nvPr/>
          </p:nvSpPr>
          <p:spPr>
            <a:xfrm>
              <a:off x="9030214" y="1769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6" name="pt55556"/>
            <p:cNvSpPr/>
            <p:nvPr/>
          </p:nvSpPr>
          <p:spPr>
            <a:xfrm>
              <a:off x="8624143" y="2422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7" name="pt55557"/>
            <p:cNvSpPr/>
            <p:nvPr/>
          </p:nvSpPr>
          <p:spPr>
            <a:xfrm>
              <a:off x="8636546" y="2383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8" name="pt55558"/>
            <p:cNvSpPr/>
            <p:nvPr/>
          </p:nvSpPr>
          <p:spPr>
            <a:xfrm>
              <a:off x="8879672" y="2149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9" name="pt55559"/>
            <p:cNvSpPr/>
            <p:nvPr/>
          </p:nvSpPr>
          <p:spPr>
            <a:xfrm>
              <a:off x="8798858" y="2126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0" name="pt55560"/>
            <p:cNvSpPr/>
            <p:nvPr/>
          </p:nvSpPr>
          <p:spPr>
            <a:xfrm>
              <a:off x="9002725" y="1896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1" name="pt55561"/>
            <p:cNvSpPr/>
            <p:nvPr/>
          </p:nvSpPr>
          <p:spPr>
            <a:xfrm>
              <a:off x="8778290" y="2192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2" name="pt55562"/>
            <p:cNvSpPr/>
            <p:nvPr/>
          </p:nvSpPr>
          <p:spPr>
            <a:xfrm>
              <a:off x="9413835" y="1886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3" name="pt55563"/>
            <p:cNvSpPr/>
            <p:nvPr/>
          </p:nvSpPr>
          <p:spPr>
            <a:xfrm>
              <a:off x="8523538" y="2491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4" name="pt55564"/>
            <p:cNvSpPr/>
            <p:nvPr/>
          </p:nvSpPr>
          <p:spPr>
            <a:xfrm>
              <a:off x="8596430" y="2344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5" name="pt55565"/>
            <p:cNvSpPr/>
            <p:nvPr/>
          </p:nvSpPr>
          <p:spPr>
            <a:xfrm>
              <a:off x="9274677" y="1816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6" name="pt55566"/>
            <p:cNvSpPr/>
            <p:nvPr/>
          </p:nvSpPr>
          <p:spPr>
            <a:xfrm>
              <a:off x="8610820" y="2156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7" name="pt55567"/>
            <p:cNvSpPr/>
            <p:nvPr/>
          </p:nvSpPr>
          <p:spPr>
            <a:xfrm>
              <a:off x="8705398" y="2206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8" name="pt55568"/>
            <p:cNvSpPr/>
            <p:nvPr/>
          </p:nvSpPr>
          <p:spPr>
            <a:xfrm>
              <a:off x="8596430" y="2313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9" name="pt55569"/>
            <p:cNvSpPr/>
            <p:nvPr/>
          </p:nvSpPr>
          <p:spPr>
            <a:xfrm>
              <a:off x="8610820" y="1941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0" name="pt55570"/>
            <p:cNvSpPr/>
            <p:nvPr/>
          </p:nvSpPr>
          <p:spPr>
            <a:xfrm>
              <a:off x="8610820" y="1959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1" name="pt55571"/>
            <p:cNvSpPr/>
            <p:nvPr/>
          </p:nvSpPr>
          <p:spPr>
            <a:xfrm>
              <a:off x="9023378" y="1929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2" name="pt55572"/>
            <p:cNvSpPr/>
            <p:nvPr/>
          </p:nvSpPr>
          <p:spPr>
            <a:xfrm>
              <a:off x="8954618" y="2340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3" name="pt55573"/>
            <p:cNvSpPr/>
            <p:nvPr/>
          </p:nvSpPr>
          <p:spPr>
            <a:xfrm>
              <a:off x="9427147" y="1827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4" name="pt55574"/>
            <p:cNvSpPr/>
            <p:nvPr/>
          </p:nvSpPr>
          <p:spPr>
            <a:xfrm>
              <a:off x="9486197" y="2466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5" name="pt55575"/>
            <p:cNvSpPr/>
            <p:nvPr/>
          </p:nvSpPr>
          <p:spPr>
            <a:xfrm>
              <a:off x="9553956" y="2258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6" name="pt55576"/>
            <p:cNvSpPr/>
            <p:nvPr/>
          </p:nvSpPr>
          <p:spPr>
            <a:xfrm>
              <a:off x="8659047" y="2410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7" name="pt55577"/>
            <p:cNvSpPr/>
            <p:nvPr/>
          </p:nvSpPr>
          <p:spPr>
            <a:xfrm>
              <a:off x="9043153" y="1883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8" name="pt55578"/>
            <p:cNvSpPr/>
            <p:nvPr/>
          </p:nvSpPr>
          <p:spPr>
            <a:xfrm>
              <a:off x="9054052" y="209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9" name="pt55579"/>
            <p:cNvSpPr/>
            <p:nvPr/>
          </p:nvSpPr>
          <p:spPr>
            <a:xfrm>
              <a:off x="8659047" y="2332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0" name="pt55580"/>
            <p:cNvSpPr/>
            <p:nvPr/>
          </p:nvSpPr>
          <p:spPr>
            <a:xfrm>
              <a:off x="9048079" y="2145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1" name="pt55581"/>
            <p:cNvSpPr/>
            <p:nvPr/>
          </p:nvSpPr>
          <p:spPr>
            <a:xfrm>
              <a:off x="8999571" y="1666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2" name="pt55582"/>
            <p:cNvSpPr/>
            <p:nvPr/>
          </p:nvSpPr>
          <p:spPr>
            <a:xfrm>
              <a:off x="8856549" y="2228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3" name="pt55583"/>
            <p:cNvSpPr/>
            <p:nvPr/>
          </p:nvSpPr>
          <p:spPr>
            <a:xfrm>
              <a:off x="8964553" y="2215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4" name="pt55584"/>
            <p:cNvSpPr/>
            <p:nvPr/>
          </p:nvSpPr>
          <p:spPr>
            <a:xfrm>
              <a:off x="8398928" y="2278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5" name="pt55585"/>
            <p:cNvSpPr/>
            <p:nvPr/>
          </p:nvSpPr>
          <p:spPr>
            <a:xfrm>
              <a:off x="8812874" y="2102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6" name="pt55586"/>
            <p:cNvSpPr/>
            <p:nvPr/>
          </p:nvSpPr>
          <p:spPr>
            <a:xfrm>
              <a:off x="8755061" y="2285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7" name="pt55587"/>
            <p:cNvSpPr/>
            <p:nvPr/>
          </p:nvSpPr>
          <p:spPr>
            <a:xfrm>
              <a:off x="8398928" y="2495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8" name="pt55588"/>
            <p:cNvSpPr/>
            <p:nvPr/>
          </p:nvSpPr>
          <p:spPr>
            <a:xfrm>
              <a:off x="8648148" y="2237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9" name="pt55589"/>
            <p:cNvSpPr/>
            <p:nvPr/>
          </p:nvSpPr>
          <p:spPr>
            <a:xfrm>
              <a:off x="8398928" y="2577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0" name="pt55590"/>
            <p:cNvSpPr/>
            <p:nvPr/>
          </p:nvSpPr>
          <p:spPr>
            <a:xfrm>
              <a:off x="9330228" y="2013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1" name="pt55591"/>
            <p:cNvSpPr/>
            <p:nvPr/>
          </p:nvSpPr>
          <p:spPr>
            <a:xfrm>
              <a:off x="8624143" y="2458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2" name="pt55592"/>
            <p:cNvSpPr/>
            <p:nvPr/>
          </p:nvSpPr>
          <p:spPr>
            <a:xfrm>
              <a:off x="9086240" y="1900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3" name="pt55593"/>
            <p:cNvSpPr/>
            <p:nvPr/>
          </p:nvSpPr>
          <p:spPr>
            <a:xfrm>
              <a:off x="8624143" y="2390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4" name="pt55594"/>
            <p:cNvSpPr/>
            <p:nvPr/>
          </p:nvSpPr>
          <p:spPr>
            <a:xfrm>
              <a:off x="9281436" y="1880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5" name="pt55595"/>
            <p:cNvSpPr/>
            <p:nvPr/>
          </p:nvSpPr>
          <p:spPr>
            <a:xfrm>
              <a:off x="8471820" y="2429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6" name="pt55596"/>
            <p:cNvSpPr/>
            <p:nvPr/>
          </p:nvSpPr>
          <p:spPr>
            <a:xfrm>
              <a:off x="8964553" y="2282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7" name="pt55597"/>
            <p:cNvSpPr/>
            <p:nvPr/>
          </p:nvSpPr>
          <p:spPr>
            <a:xfrm>
              <a:off x="9282758" y="1788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8" name="pt55598"/>
            <p:cNvSpPr/>
            <p:nvPr/>
          </p:nvSpPr>
          <p:spPr>
            <a:xfrm>
              <a:off x="8347210" y="2394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9" name="pt55599"/>
            <p:cNvSpPr/>
            <p:nvPr/>
          </p:nvSpPr>
          <p:spPr>
            <a:xfrm>
              <a:off x="9876105" y="2537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0" name="pt55600"/>
            <p:cNvSpPr/>
            <p:nvPr/>
          </p:nvSpPr>
          <p:spPr>
            <a:xfrm>
              <a:off x="9395106" y="2169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1" name="pt55601"/>
            <p:cNvSpPr/>
            <p:nvPr/>
          </p:nvSpPr>
          <p:spPr>
            <a:xfrm>
              <a:off x="8925882" y="1892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2" name="pt55602"/>
            <p:cNvSpPr/>
            <p:nvPr/>
          </p:nvSpPr>
          <p:spPr>
            <a:xfrm>
              <a:off x="9212805" y="1744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3" name="pt55603"/>
            <p:cNvSpPr/>
            <p:nvPr/>
          </p:nvSpPr>
          <p:spPr>
            <a:xfrm>
              <a:off x="8347210" y="2474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4" name="pt55604"/>
            <p:cNvSpPr/>
            <p:nvPr/>
          </p:nvSpPr>
          <p:spPr>
            <a:xfrm>
              <a:off x="8596430" y="22558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5" name="pt55605"/>
            <p:cNvSpPr/>
            <p:nvPr/>
          </p:nvSpPr>
          <p:spPr>
            <a:xfrm>
              <a:off x="8523538" y="2500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6" name="pt55606"/>
            <p:cNvSpPr/>
            <p:nvPr/>
          </p:nvSpPr>
          <p:spPr>
            <a:xfrm>
              <a:off x="8596430" y="2354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7" name="pt55607"/>
            <p:cNvSpPr/>
            <p:nvPr/>
          </p:nvSpPr>
          <p:spPr>
            <a:xfrm>
              <a:off x="8973968" y="1962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8" name="pt55608"/>
            <p:cNvSpPr/>
            <p:nvPr/>
          </p:nvSpPr>
          <p:spPr>
            <a:xfrm>
              <a:off x="9083269" y="1847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9" name="pt55609"/>
            <p:cNvSpPr/>
            <p:nvPr/>
          </p:nvSpPr>
          <p:spPr>
            <a:xfrm>
              <a:off x="8897369" y="20858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0" name="pt55610"/>
            <p:cNvSpPr/>
            <p:nvPr/>
          </p:nvSpPr>
          <p:spPr>
            <a:xfrm>
              <a:off x="9285373" y="1975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1" name="pt55611"/>
            <p:cNvSpPr/>
            <p:nvPr/>
          </p:nvSpPr>
          <p:spPr>
            <a:xfrm>
              <a:off x="8610820" y="2041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2" name="pt55612"/>
            <p:cNvSpPr/>
            <p:nvPr/>
          </p:nvSpPr>
          <p:spPr>
            <a:xfrm>
              <a:off x="9142325" y="2101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3" name="pt55613"/>
            <p:cNvSpPr/>
            <p:nvPr/>
          </p:nvSpPr>
          <p:spPr>
            <a:xfrm>
              <a:off x="9147988" y="2252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4" name="pt55614"/>
            <p:cNvSpPr/>
            <p:nvPr/>
          </p:nvSpPr>
          <p:spPr>
            <a:xfrm>
              <a:off x="9034195" y="1782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5" name="pt55615"/>
            <p:cNvSpPr/>
            <p:nvPr/>
          </p:nvSpPr>
          <p:spPr>
            <a:xfrm>
              <a:off x="8783657" y="2031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6" name="pt55616"/>
            <p:cNvSpPr/>
            <p:nvPr/>
          </p:nvSpPr>
          <p:spPr>
            <a:xfrm>
              <a:off x="8398928" y="2286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7" name="pt55617"/>
            <p:cNvSpPr/>
            <p:nvPr/>
          </p:nvSpPr>
          <p:spPr>
            <a:xfrm>
              <a:off x="8891661" y="1926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8" name="pt55618"/>
            <p:cNvSpPr/>
            <p:nvPr/>
          </p:nvSpPr>
          <p:spPr>
            <a:xfrm>
              <a:off x="8347210" y="2431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9" name="pt55619"/>
            <p:cNvSpPr/>
            <p:nvPr/>
          </p:nvSpPr>
          <p:spPr>
            <a:xfrm>
              <a:off x="8347210" y="2408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0" name="pt55620"/>
            <p:cNvSpPr/>
            <p:nvPr/>
          </p:nvSpPr>
          <p:spPr>
            <a:xfrm>
              <a:off x="9045633" y="2305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1" name="pt55621"/>
            <p:cNvSpPr/>
            <p:nvPr/>
          </p:nvSpPr>
          <p:spPr>
            <a:xfrm>
              <a:off x="9363383" y="2034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2" name="pt55622"/>
            <p:cNvSpPr/>
            <p:nvPr/>
          </p:nvSpPr>
          <p:spPr>
            <a:xfrm>
              <a:off x="8274318" y="2361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3" name="pt55623"/>
            <p:cNvSpPr/>
            <p:nvPr/>
          </p:nvSpPr>
          <p:spPr>
            <a:xfrm>
              <a:off x="8954618" y="2388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4" name="pt55624"/>
            <p:cNvSpPr/>
            <p:nvPr/>
          </p:nvSpPr>
          <p:spPr>
            <a:xfrm>
              <a:off x="8596430" y="2343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5" name="pt55625"/>
            <p:cNvSpPr/>
            <p:nvPr/>
          </p:nvSpPr>
          <p:spPr>
            <a:xfrm>
              <a:off x="9780125" y="2597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6" name="pt55626"/>
            <p:cNvSpPr/>
            <p:nvPr/>
          </p:nvSpPr>
          <p:spPr>
            <a:xfrm>
              <a:off x="9124975" y="1981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7" name="pt55627"/>
            <p:cNvSpPr/>
            <p:nvPr/>
          </p:nvSpPr>
          <p:spPr>
            <a:xfrm>
              <a:off x="9040639" y="17174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8" name="pt55628"/>
            <p:cNvSpPr/>
            <p:nvPr/>
          </p:nvSpPr>
          <p:spPr>
            <a:xfrm>
              <a:off x="8544712" y="2369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9" name="pt55629"/>
            <p:cNvSpPr/>
            <p:nvPr/>
          </p:nvSpPr>
          <p:spPr>
            <a:xfrm>
              <a:off x="8923469" y="1901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0" name="pt55630"/>
            <p:cNvSpPr/>
            <p:nvPr/>
          </p:nvSpPr>
          <p:spPr>
            <a:xfrm>
              <a:off x="8347210" y="2399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1" name="pt55631"/>
            <p:cNvSpPr/>
            <p:nvPr/>
          </p:nvSpPr>
          <p:spPr>
            <a:xfrm>
              <a:off x="9124182" y="2050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2" name="pt55632"/>
            <p:cNvSpPr/>
            <p:nvPr/>
          </p:nvSpPr>
          <p:spPr>
            <a:xfrm>
              <a:off x="8274318" y="2177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3" name="pt55633"/>
            <p:cNvSpPr/>
            <p:nvPr/>
          </p:nvSpPr>
          <p:spPr>
            <a:xfrm>
              <a:off x="8596430" y="2218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4" name="pt55634"/>
            <p:cNvSpPr/>
            <p:nvPr/>
          </p:nvSpPr>
          <p:spPr>
            <a:xfrm>
              <a:off x="8471820" y="2453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5" name="pt55635"/>
            <p:cNvSpPr/>
            <p:nvPr/>
          </p:nvSpPr>
          <p:spPr>
            <a:xfrm>
              <a:off x="9247994" y="1991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6" name="pt55636"/>
            <p:cNvSpPr/>
            <p:nvPr/>
          </p:nvSpPr>
          <p:spPr>
            <a:xfrm>
              <a:off x="8891661" y="2051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7" name="pt55637"/>
            <p:cNvSpPr/>
            <p:nvPr/>
          </p:nvSpPr>
          <p:spPr>
            <a:xfrm>
              <a:off x="9097658" y="2177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8" name="pt55638"/>
            <p:cNvSpPr/>
            <p:nvPr/>
          </p:nvSpPr>
          <p:spPr>
            <a:xfrm>
              <a:off x="8973968" y="1930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9" name="pt55639"/>
            <p:cNvSpPr/>
            <p:nvPr/>
          </p:nvSpPr>
          <p:spPr>
            <a:xfrm>
              <a:off x="8624143" y="2378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0" name="pt55640"/>
            <p:cNvSpPr/>
            <p:nvPr/>
          </p:nvSpPr>
          <p:spPr>
            <a:xfrm>
              <a:off x="8274318" y="2673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1" name="pt55641"/>
            <p:cNvSpPr/>
            <p:nvPr/>
          </p:nvSpPr>
          <p:spPr>
            <a:xfrm>
              <a:off x="8347210" y="2565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2" name="pt55642"/>
            <p:cNvSpPr/>
            <p:nvPr/>
          </p:nvSpPr>
          <p:spPr>
            <a:xfrm>
              <a:off x="8580788" y="2374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3" name="pt55643"/>
            <p:cNvSpPr/>
            <p:nvPr/>
          </p:nvSpPr>
          <p:spPr>
            <a:xfrm>
              <a:off x="9693515" y="1810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4" name="pt55644"/>
            <p:cNvSpPr/>
            <p:nvPr/>
          </p:nvSpPr>
          <p:spPr>
            <a:xfrm>
              <a:off x="8610820" y="1888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5" name="pt55645"/>
            <p:cNvSpPr/>
            <p:nvPr/>
          </p:nvSpPr>
          <p:spPr>
            <a:xfrm>
              <a:off x="8596430" y="2287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6" name="pt55646"/>
            <p:cNvSpPr/>
            <p:nvPr/>
          </p:nvSpPr>
          <p:spPr>
            <a:xfrm>
              <a:off x="8852989" y="2050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7" name="pt55647"/>
            <p:cNvSpPr/>
            <p:nvPr/>
          </p:nvSpPr>
          <p:spPr>
            <a:xfrm>
              <a:off x="8523538" y="2462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8" name="pt55648"/>
            <p:cNvSpPr/>
            <p:nvPr/>
          </p:nvSpPr>
          <p:spPr>
            <a:xfrm>
              <a:off x="8735430" y="2145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9" name="pt55649"/>
            <p:cNvSpPr/>
            <p:nvPr/>
          </p:nvSpPr>
          <p:spPr>
            <a:xfrm>
              <a:off x="8439043" y="2308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0" name="pt55650"/>
            <p:cNvSpPr/>
            <p:nvPr/>
          </p:nvSpPr>
          <p:spPr>
            <a:xfrm>
              <a:off x="8783657" y="2305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1" name="pt55651"/>
            <p:cNvSpPr/>
            <p:nvPr/>
          </p:nvSpPr>
          <p:spPr>
            <a:xfrm>
              <a:off x="8398928" y="2432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2" name="pt55652"/>
            <p:cNvSpPr/>
            <p:nvPr/>
          </p:nvSpPr>
          <p:spPr>
            <a:xfrm>
              <a:off x="8788868" y="2135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3" name="pt55653"/>
            <p:cNvSpPr/>
            <p:nvPr/>
          </p:nvSpPr>
          <p:spPr>
            <a:xfrm>
              <a:off x="8825875" y="2152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4" name="pt55654"/>
            <p:cNvSpPr/>
            <p:nvPr/>
          </p:nvSpPr>
          <p:spPr>
            <a:xfrm>
              <a:off x="8761156" y="2420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5" name="pt55655"/>
            <p:cNvSpPr/>
            <p:nvPr/>
          </p:nvSpPr>
          <p:spPr>
            <a:xfrm>
              <a:off x="9437742" y="1953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6" name="pt55656"/>
            <p:cNvSpPr/>
            <p:nvPr/>
          </p:nvSpPr>
          <p:spPr>
            <a:xfrm>
              <a:off x="9051686" y="2182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7" name="pt55657"/>
            <p:cNvSpPr/>
            <p:nvPr/>
          </p:nvSpPr>
          <p:spPr>
            <a:xfrm>
              <a:off x="9258470" y="2007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8" name="pt55658"/>
            <p:cNvSpPr/>
            <p:nvPr/>
          </p:nvSpPr>
          <p:spPr>
            <a:xfrm>
              <a:off x="9976916" y="2638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9" name="pt55659"/>
            <p:cNvSpPr/>
            <p:nvPr/>
          </p:nvSpPr>
          <p:spPr>
            <a:xfrm>
              <a:off x="9719466" y="1993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0" name="pt55660"/>
            <p:cNvSpPr/>
            <p:nvPr/>
          </p:nvSpPr>
          <p:spPr>
            <a:xfrm>
              <a:off x="9046860" y="2353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1" name="pt55661"/>
            <p:cNvSpPr/>
            <p:nvPr/>
          </p:nvSpPr>
          <p:spPr>
            <a:xfrm>
              <a:off x="8347210" y="2202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2" name="pt55662"/>
            <p:cNvSpPr/>
            <p:nvPr/>
          </p:nvSpPr>
          <p:spPr>
            <a:xfrm>
              <a:off x="8793933" y="2181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3" name="pt55663"/>
            <p:cNvSpPr/>
            <p:nvPr/>
          </p:nvSpPr>
          <p:spPr>
            <a:xfrm>
              <a:off x="8398928" y="2494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4" name="pt55664"/>
            <p:cNvSpPr/>
            <p:nvPr/>
          </p:nvSpPr>
          <p:spPr>
            <a:xfrm>
              <a:off x="9184443" y="1982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5" name="pt55665"/>
            <p:cNvSpPr/>
            <p:nvPr/>
          </p:nvSpPr>
          <p:spPr>
            <a:xfrm>
              <a:off x="8398928" y="2372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6" name="pt55666"/>
            <p:cNvSpPr/>
            <p:nvPr/>
          </p:nvSpPr>
          <p:spPr>
            <a:xfrm>
              <a:off x="8471820" y="248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7" name="pt55667"/>
            <p:cNvSpPr/>
            <p:nvPr/>
          </p:nvSpPr>
          <p:spPr>
            <a:xfrm>
              <a:off x="9689893" y="1886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8" name="pt55668"/>
            <p:cNvSpPr/>
            <p:nvPr/>
          </p:nvSpPr>
          <p:spPr>
            <a:xfrm>
              <a:off x="8648148" y="231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9" name="pt55669"/>
            <p:cNvSpPr/>
            <p:nvPr/>
          </p:nvSpPr>
          <p:spPr>
            <a:xfrm>
              <a:off x="9361481" y="2192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0" name="pt55670"/>
            <p:cNvSpPr/>
            <p:nvPr/>
          </p:nvSpPr>
          <p:spPr>
            <a:xfrm>
              <a:off x="8876545" y="1570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1" name="pt55671"/>
            <p:cNvSpPr/>
            <p:nvPr/>
          </p:nvSpPr>
          <p:spPr>
            <a:xfrm>
              <a:off x="8821645" y="2272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2" name="pt55672"/>
            <p:cNvSpPr/>
            <p:nvPr/>
          </p:nvSpPr>
          <p:spPr>
            <a:xfrm>
              <a:off x="8735430" y="2134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3" name="pt55673"/>
            <p:cNvSpPr/>
            <p:nvPr/>
          </p:nvSpPr>
          <p:spPr>
            <a:xfrm>
              <a:off x="9043153" y="1736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4" name="pt55674"/>
            <p:cNvSpPr/>
            <p:nvPr/>
          </p:nvSpPr>
          <p:spPr>
            <a:xfrm>
              <a:off x="8636546" y="2367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5" name="pt55675"/>
            <p:cNvSpPr/>
            <p:nvPr/>
          </p:nvSpPr>
          <p:spPr>
            <a:xfrm>
              <a:off x="8596430" y="2232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6" name="pt55676"/>
            <p:cNvSpPr/>
            <p:nvPr/>
          </p:nvSpPr>
          <p:spPr>
            <a:xfrm>
              <a:off x="8439043" y="2213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7" name="pt55677"/>
            <p:cNvSpPr/>
            <p:nvPr/>
          </p:nvSpPr>
          <p:spPr>
            <a:xfrm>
              <a:off x="8925882" y="1939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8" name="pt55678"/>
            <p:cNvSpPr/>
            <p:nvPr/>
          </p:nvSpPr>
          <p:spPr>
            <a:xfrm>
              <a:off x="8984651" y="1773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9" name="pt55679"/>
            <p:cNvSpPr/>
            <p:nvPr/>
          </p:nvSpPr>
          <p:spPr>
            <a:xfrm>
              <a:off x="8471820" y="2388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0" name="pt55680"/>
            <p:cNvSpPr/>
            <p:nvPr/>
          </p:nvSpPr>
          <p:spPr>
            <a:xfrm>
              <a:off x="9035502" y="1813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1" name="pt55681"/>
            <p:cNvSpPr/>
            <p:nvPr/>
          </p:nvSpPr>
          <p:spPr>
            <a:xfrm>
              <a:off x="9294237" y="1875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2" name="pt55682"/>
            <p:cNvSpPr/>
            <p:nvPr/>
          </p:nvSpPr>
          <p:spPr>
            <a:xfrm>
              <a:off x="9044397" y="2012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3" name="pt55683"/>
            <p:cNvSpPr/>
            <p:nvPr/>
          </p:nvSpPr>
          <p:spPr>
            <a:xfrm>
              <a:off x="8398928" y="2498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4" name="pt55684"/>
            <p:cNvSpPr/>
            <p:nvPr/>
          </p:nvSpPr>
          <p:spPr>
            <a:xfrm>
              <a:off x="9336196" y="2223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5" name="pt55685"/>
            <p:cNvSpPr/>
            <p:nvPr/>
          </p:nvSpPr>
          <p:spPr>
            <a:xfrm>
              <a:off x="8398928" y="2263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6" name="pt55686"/>
            <p:cNvSpPr/>
            <p:nvPr/>
          </p:nvSpPr>
          <p:spPr>
            <a:xfrm>
              <a:off x="8610820" y="2087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7" name="pt55687"/>
            <p:cNvSpPr/>
            <p:nvPr/>
          </p:nvSpPr>
          <p:spPr>
            <a:xfrm>
              <a:off x="8742215" y="2097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8" name="pt55688"/>
            <p:cNvSpPr/>
            <p:nvPr/>
          </p:nvSpPr>
          <p:spPr>
            <a:xfrm>
              <a:off x="9179833" y="2015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9" name="pt55689"/>
            <p:cNvSpPr/>
            <p:nvPr/>
          </p:nvSpPr>
          <p:spPr>
            <a:xfrm>
              <a:off x="8930613" y="1813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0" name="pt55690"/>
            <p:cNvSpPr/>
            <p:nvPr/>
          </p:nvSpPr>
          <p:spPr>
            <a:xfrm>
              <a:off x="9160112" y="1618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1" name="pt55691"/>
            <p:cNvSpPr/>
            <p:nvPr/>
          </p:nvSpPr>
          <p:spPr>
            <a:xfrm>
              <a:off x="9792213" y="2797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2" name="pt55692"/>
            <p:cNvSpPr/>
            <p:nvPr/>
          </p:nvSpPr>
          <p:spPr>
            <a:xfrm>
              <a:off x="8748753" y="2011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3" name="pt55693"/>
            <p:cNvSpPr/>
            <p:nvPr/>
          </p:nvSpPr>
          <p:spPr>
            <a:xfrm>
              <a:off x="8563654" y="2273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4" name="pt55694"/>
            <p:cNvSpPr/>
            <p:nvPr/>
          </p:nvSpPr>
          <p:spPr>
            <a:xfrm>
              <a:off x="9334476" y="2307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5" name="pt55695"/>
            <p:cNvSpPr/>
            <p:nvPr/>
          </p:nvSpPr>
          <p:spPr>
            <a:xfrm>
              <a:off x="8841866" y="1792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6" name="pt55696"/>
            <p:cNvSpPr/>
            <p:nvPr/>
          </p:nvSpPr>
          <p:spPr>
            <a:xfrm>
              <a:off x="8948383" y="206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7" name="pt55697"/>
            <p:cNvSpPr/>
            <p:nvPr/>
          </p:nvSpPr>
          <p:spPr>
            <a:xfrm>
              <a:off x="9016271" y="1728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8" name="pt55698"/>
            <p:cNvSpPr/>
            <p:nvPr/>
          </p:nvSpPr>
          <p:spPr>
            <a:xfrm>
              <a:off x="9553956" y="2301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9" name="pt55699"/>
            <p:cNvSpPr/>
            <p:nvPr/>
          </p:nvSpPr>
          <p:spPr>
            <a:xfrm>
              <a:off x="8648148" y="2400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0" name="pt55700"/>
            <p:cNvSpPr/>
            <p:nvPr/>
          </p:nvSpPr>
          <p:spPr>
            <a:xfrm>
              <a:off x="8688264" y="2203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1" name="pt55701"/>
            <p:cNvSpPr/>
            <p:nvPr/>
          </p:nvSpPr>
          <p:spPr>
            <a:xfrm>
              <a:off x="9266215" y="1942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2" name="pt55702"/>
            <p:cNvSpPr/>
            <p:nvPr/>
          </p:nvSpPr>
          <p:spPr>
            <a:xfrm>
              <a:off x="8778290" y="2036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3" name="pt55703"/>
            <p:cNvSpPr/>
            <p:nvPr/>
          </p:nvSpPr>
          <p:spPr>
            <a:xfrm>
              <a:off x="8563654" y="2230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4" name="pt55704"/>
            <p:cNvSpPr/>
            <p:nvPr/>
          </p:nvSpPr>
          <p:spPr>
            <a:xfrm>
              <a:off x="8679043" y="2258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5" name="pt55705"/>
            <p:cNvSpPr/>
            <p:nvPr/>
          </p:nvSpPr>
          <p:spPr>
            <a:xfrm>
              <a:off x="8596430" y="2190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6" name="pt55706"/>
            <p:cNvSpPr/>
            <p:nvPr/>
          </p:nvSpPr>
          <p:spPr>
            <a:xfrm>
              <a:off x="8347210" y="2400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7" name="pt55707"/>
            <p:cNvSpPr/>
            <p:nvPr/>
          </p:nvSpPr>
          <p:spPr>
            <a:xfrm>
              <a:off x="9437742" y="2020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8" name="pt55708"/>
            <p:cNvSpPr/>
            <p:nvPr/>
          </p:nvSpPr>
          <p:spPr>
            <a:xfrm>
              <a:off x="8755061" y="2187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9" name="pt55709"/>
            <p:cNvSpPr/>
            <p:nvPr/>
          </p:nvSpPr>
          <p:spPr>
            <a:xfrm>
              <a:off x="8964553" y="2224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0" name="pt55710"/>
            <p:cNvSpPr/>
            <p:nvPr/>
          </p:nvSpPr>
          <p:spPr>
            <a:xfrm>
              <a:off x="9558274" y="2560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1" name="pt55711"/>
            <p:cNvSpPr/>
            <p:nvPr/>
          </p:nvSpPr>
          <p:spPr>
            <a:xfrm>
              <a:off x="8274318" y="2380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2" name="pt55712"/>
            <p:cNvSpPr/>
            <p:nvPr/>
          </p:nvSpPr>
          <p:spPr>
            <a:xfrm>
              <a:off x="8748753" y="2014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3" name="pt55713"/>
            <p:cNvSpPr/>
            <p:nvPr/>
          </p:nvSpPr>
          <p:spPr>
            <a:xfrm>
              <a:off x="8778290" y="2209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4" name="pt55714"/>
            <p:cNvSpPr/>
            <p:nvPr/>
          </p:nvSpPr>
          <p:spPr>
            <a:xfrm>
              <a:off x="8870124" y="2225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5" name="pt55715"/>
            <p:cNvSpPr/>
            <p:nvPr/>
          </p:nvSpPr>
          <p:spPr>
            <a:xfrm>
              <a:off x="9331236" y="2207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6" name="pt55716"/>
            <p:cNvSpPr/>
            <p:nvPr/>
          </p:nvSpPr>
          <p:spPr>
            <a:xfrm>
              <a:off x="9034195" y="1714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7" name="pt55717"/>
            <p:cNvSpPr/>
            <p:nvPr/>
          </p:nvSpPr>
          <p:spPr>
            <a:xfrm>
              <a:off x="8523538" y="2451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8" name="pt55718"/>
            <p:cNvSpPr/>
            <p:nvPr/>
          </p:nvSpPr>
          <p:spPr>
            <a:xfrm>
              <a:off x="8882745" y="1766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9" name="pt55719"/>
            <p:cNvSpPr/>
            <p:nvPr/>
          </p:nvSpPr>
          <p:spPr>
            <a:xfrm>
              <a:off x="9026144" y="1746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0" name="pt55720"/>
            <p:cNvSpPr/>
            <p:nvPr/>
          </p:nvSpPr>
          <p:spPr>
            <a:xfrm>
              <a:off x="8274318" y="2562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1" name="pt55721"/>
            <p:cNvSpPr/>
            <p:nvPr/>
          </p:nvSpPr>
          <p:spPr>
            <a:xfrm>
              <a:off x="8803653" y="2076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2" name="pt55722"/>
            <p:cNvSpPr/>
            <p:nvPr/>
          </p:nvSpPr>
          <p:spPr>
            <a:xfrm>
              <a:off x="8274318" y="2407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3" name="pt55723"/>
            <p:cNvSpPr/>
            <p:nvPr/>
          </p:nvSpPr>
          <p:spPr>
            <a:xfrm>
              <a:off x="9431373" y="2043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4" name="pt55724"/>
            <p:cNvSpPr/>
            <p:nvPr/>
          </p:nvSpPr>
          <p:spPr>
            <a:xfrm>
              <a:off x="8742215" y="2289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5" name="pt55725"/>
            <p:cNvSpPr/>
            <p:nvPr/>
          </p:nvSpPr>
          <p:spPr>
            <a:xfrm>
              <a:off x="8918543" y="1897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6" name="pt55726"/>
            <p:cNvSpPr/>
            <p:nvPr/>
          </p:nvSpPr>
          <p:spPr>
            <a:xfrm>
              <a:off x="8921023" y="1807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7" name="pt55727"/>
            <p:cNvSpPr/>
            <p:nvPr/>
          </p:nvSpPr>
          <p:spPr>
            <a:xfrm>
              <a:off x="8471820" y="2405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8" name="pt55728"/>
            <p:cNvSpPr/>
            <p:nvPr/>
          </p:nvSpPr>
          <p:spPr>
            <a:xfrm>
              <a:off x="8398928" y="2398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9" name="pt55729"/>
            <p:cNvSpPr/>
            <p:nvPr/>
          </p:nvSpPr>
          <p:spPr>
            <a:xfrm>
              <a:off x="8834048" y="2041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0" name="pt55730"/>
            <p:cNvSpPr/>
            <p:nvPr/>
          </p:nvSpPr>
          <p:spPr>
            <a:xfrm>
              <a:off x="8932933" y="1883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1" name="pt55731"/>
            <p:cNvSpPr/>
            <p:nvPr/>
          </p:nvSpPr>
          <p:spPr>
            <a:xfrm>
              <a:off x="9681061" y="2442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2" name="pt55732"/>
            <p:cNvSpPr/>
            <p:nvPr/>
          </p:nvSpPr>
          <p:spPr>
            <a:xfrm>
              <a:off x="8966476" y="2240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3" name="pt55733"/>
            <p:cNvSpPr/>
            <p:nvPr/>
          </p:nvSpPr>
          <p:spPr>
            <a:xfrm>
              <a:off x="8908267" y="2075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4" name="pt55734"/>
            <p:cNvSpPr/>
            <p:nvPr/>
          </p:nvSpPr>
          <p:spPr>
            <a:xfrm>
              <a:off x="8596430" y="2243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5" name="pt55735"/>
            <p:cNvSpPr/>
            <p:nvPr/>
          </p:nvSpPr>
          <p:spPr>
            <a:xfrm>
              <a:off x="8772758" y="2027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6" name="pt55736"/>
            <p:cNvSpPr/>
            <p:nvPr/>
          </p:nvSpPr>
          <p:spPr>
            <a:xfrm>
              <a:off x="8274318" y="2436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7" name="pt55737"/>
            <p:cNvSpPr/>
            <p:nvPr/>
          </p:nvSpPr>
          <p:spPr>
            <a:xfrm>
              <a:off x="8624143" y="2388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8" name="pt55738"/>
            <p:cNvSpPr/>
            <p:nvPr/>
          </p:nvSpPr>
          <p:spPr>
            <a:xfrm>
              <a:off x="9297299" y="1900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9" name="pt55739"/>
            <p:cNvSpPr/>
            <p:nvPr/>
          </p:nvSpPr>
          <p:spPr>
            <a:xfrm>
              <a:off x="8808322" y="2150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0" name="pt55740"/>
            <p:cNvSpPr/>
            <p:nvPr/>
          </p:nvSpPr>
          <p:spPr>
            <a:xfrm>
              <a:off x="8624143" y="2396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1" name="pt55741"/>
            <p:cNvSpPr/>
            <p:nvPr/>
          </p:nvSpPr>
          <p:spPr>
            <a:xfrm>
              <a:off x="8274318" y="2272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2" name="pt55742"/>
            <p:cNvSpPr/>
            <p:nvPr/>
          </p:nvSpPr>
          <p:spPr>
            <a:xfrm>
              <a:off x="9203327" y="1702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3" name="pt55743"/>
            <p:cNvSpPr/>
            <p:nvPr/>
          </p:nvSpPr>
          <p:spPr>
            <a:xfrm>
              <a:off x="8783657" y="2186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4" name="pt55744"/>
            <p:cNvSpPr/>
            <p:nvPr/>
          </p:nvSpPr>
          <p:spPr>
            <a:xfrm>
              <a:off x="8879672" y="1980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5" name="pt55745"/>
            <p:cNvSpPr/>
            <p:nvPr/>
          </p:nvSpPr>
          <p:spPr>
            <a:xfrm>
              <a:off x="9876105" y="2638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6" name="pt55746"/>
            <p:cNvSpPr/>
            <p:nvPr/>
          </p:nvSpPr>
          <p:spPr>
            <a:xfrm>
              <a:off x="8439043" y="2200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7" name="pt55747"/>
            <p:cNvSpPr/>
            <p:nvPr/>
          </p:nvSpPr>
          <p:spPr>
            <a:xfrm>
              <a:off x="8523538" y="2389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8" name="pt55748"/>
            <p:cNvSpPr/>
            <p:nvPr/>
          </p:nvSpPr>
          <p:spPr>
            <a:xfrm>
              <a:off x="9219949" y="189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9" name="pt55749"/>
            <p:cNvSpPr/>
            <p:nvPr/>
          </p:nvSpPr>
          <p:spPr>
            <a:xfrm>
              <a:off x="8879672" y="1875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0" name="pt55750"/>
            <p:cNvSpPr/>
            <p:nvPr/>
          </p:nvSpPr>
          <p:spPr>
            <a:xfrm>
              <a:off x="8659047" y="23705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1" name="pt55751"/>
            <p:cNvSpPr/>
            <p:nvPr/>
          </p:nvSpPr>
          <p:spPr>
            <a:xfrm>
              <a:off x="8888738" y="2227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2" name="pt55752"/>
            <p:cNvSpPr/>
            <p:nvPr/>
          </p:nvSpPr>
          <p:spPr>
            <a:xfrm>
              <a:off x="8783657" y="202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3" name="pt55753"/>
            <p:cNvSpPr/>
            <p:nvPr/>
          </p:nvSpPr>
          <p:spPr>
            <a:xfrm>
              <a:off x="9035502" y="1848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4" name="pt55754"/>
            <p:cNvSpPr/>
            <p:nvPr/>
          </p:nvSpPr>
          <p:spPr>
            <a:xfrm>
              <a:off x="9090127" y="1659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5" name="pt55755"/>
            <p:cNvSpPr/>
            <p:nvPr/>
          </p:nvSpPr>
          <p:spPr>
            <a:xfrm>
              <a:off x="8659047" y="2415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6" name="pt55756"/>
            <p:cNvSpPr/>
            <p:nvPr/>
          </p:nvSpPr>
          <p:spPr>
            <a:xfrm>
              <a:off x="9070866" y="1934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7" name="pt55757"/>
            <p:cNvSpPr/>
            <p:nvPr/>
          </p:nvSpPr>
          <p:spPr>
            <a:xfrm>
              <a:off x="8563654" y="2190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8" name="pt55758"/>
            <p:cNvSpPr/>
            <p:nvPr/>
          </p:nvSpPr>
          <p:spPr>
            <a:xfrm>
              <a:off x="8398928" y="2378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9" name="pt55759"/>
            <p:cNvSpPr/>
            <p:nvPr/>
          </p:nvSpPr>
          <p:spPr>
            <a:xfrm>
              <a:off x="8636546" y="243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0" name="pt55760"/>
            <p:cNvSpPr/>
            <p:nvPr/>
          </p:nvSpPr>
          <p:spPr>
            <a:xfrm>
              <a:off x="9296080" y="1971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1" name="pt55761"/>
            <p:cNvSpPr/>
            <p:nvPr/>
          </p:nvSpPr>
          <p:spPr>
            <a:xfrm>
              <a:off x="8499532" y="2463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2" name="pt55762"/>
            <p:cNvSpPr/>
            <p:nvPr/>
          </p:nvSpPr>
          <p:spPr>
            <a:xfrm>
              <a:off x="8274318" y="2429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3" name="pt55763"/>
            <p:cNvSpPr/>
            <p:nvPr/>
          </p:nvSpPr>
          <p:spPr>
            <a:xfrm>
              <a:off x="8347210" y="2502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4" name="pt55764"/>
            <p:cNvSpPr/>
            <p:nvPr/>
          </p:nvSpPr>
          <p:spPr>
            <a:xfrm>
              <a:off x="9394753" y="2173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5" name="pt55765"/>
            <p:cNvSpPr/>
            <p:nvPr/>
          </p:nvSpPr>
          <p:spPr>
            <a:xfrm>
              <a:off x="9071933" y="2156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6" name="pt55766"/>
            <p:cNvSpPr/>
            <p:nvPr/>
          </p:nvSpPr>
          <p:spPr>
            <a:xfrm>
              <a:off x="8580788" y="2159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7" name="pt55767"/>
            <p:cNvSpPr/>
            <p:nvPr/>
          </p:nvSpPr>
          <p:spPr>
            <a:xfrm>
              <a:off x="9190595" y="2082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8" name="pt55768"/>
            <p:cNvSpPr/>
            <p:nvPr/>
          </p:nvSpPr>
          <p:spPr>
            <a:xfrm>
              <a:off x="9328959" y="2006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9" name="pt55769"/>
            <p:cNvSpPr/>
            <p:nvPr/>
          </p:nvSpPr>
          <p:spPr>
            <a:xfrm>
              <a:off x="8941923" y="2057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0" name="pt55770"/>
            <p:cNvSpPr/>
            <p:nvPr/>
          </p:nvSpPr>
          <p:spPr>
            <a:xfrm>
              <a:off x="8688264" y="2269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1" name="pt55771"/>
            <p:cNvSpPr/>
            <p:nvPr/>
          </p:nvSpPr>
          <p:spPr>
            <a:xfrm>
              <a:off x="8761156" y="2291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2" name="pt55772"/>
            <p:cNvSpPr/>
            <p:nvPr/>
          </p:nvSpPr>
          <p:spPr>
            <a:xfrm>
              <a:off x="8761156" y="2218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3" name="pt55773"/>
            <p:cNvSpPr/>
            <p:nvPr/>
          </p:nvSpPr>
          <p:spPr>
            <a:xfrm>
              <a:off x="8679043" y="2184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4" name="pt55774"/>
            <p:cNvSpPr/>
            <p:nvPr/>
          </p:nvSpPr>
          <p:spPr>
            <a:xfrm>
              <a:off x="8742215" y="2075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5" name="pt55775"/>
            <p:cNvSpPr/>
            <p:nvPr/>
          </p:nvSpPr>
          <p:spPr>
            <a:xfrm>
              <a:off x="9136479" y="2043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6" name="pt55776"/>
            <p:cNvSpPr/>
            <p:nvPr/>
          </p:nvSpPr>
          <p:spPr>
            <a:xfrm>
              <a:off x="9043153" y="1795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7" name="pt55777"/>
            <p:cNvSpPr/>
            <p:nvPr/>
          </p:nvSpPr>
          <p:spPr>
            <a:xfrm>
              <a:off x="9188382" y="2017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8" name="pt55778"/>
            <p:cNvSpPr/>
            <p:nvPr/>
          </p:nvSpPr>
          <p:spPr>
            <a:xfrm>
              <a:off x="8439043" y="2196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9" name="pt55779"/>
            <p:cNvSpPr/>
            <p:nvPr/>
          </p:nvSpPr>
          <p:spPr>
            <a:xfrm>
              <a:off x="9152801" y="2115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0" name="pt55780"/>
            <p:cNvSpPr/>
            <p:nvPr/>
          </p:nvSpPr>
          <p:spPr>
            <a:xfrm>
              <a:off x="9127336" y="1951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1" name="pt55781"/>
            <p:cNvSpPr/>
            <p:nvPr/>
          </p:nvSpPr>
          <p:spPr>
            <a:xfrm>
              <a:off x="9219949" y="1823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2" name="pt55782"/>
            <p:cNvSpPr/>
            <p:nvPr/>
          </p:nvSpPr>
          <p:spPr>
            <a:xfrm>
              <a:off x="9055223" y="2218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3" name="pt55783"/>
            <p:cNvSpPr/>
            <p:nvPr/>
          </p:nvSpPr>
          <p:spPr>
            <a:xfrm>
              <a:off x="8347210" y="2394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4" name="pt55784"/>
            <p:cNvSpPr/>
            <p:nvPr/>
          </p:nvSpPr>
          <p:spPr>
            <a:xfrm>
              <a:off x="9317391" y="2043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5" name="pt55785"/>
            <p:cNvSpPr/>
            <p:nvPr/>
          </p:nvSpPr>
          <p:spPr>
            <a:xfrm>
              <a:off x="8783657" y="2153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6" name="pt55786"/>
            <p:cNvSpPr/>
            <p:nvPr/>
          </p:nvSpPr>
          <p:spPr>
            <a:xfrm>
              <a:off x="8778290" y="2058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7" name="pt55787"/>
            <p:cNvSpPr/>
            <p:nvPr/>
          </p:nvSpPr>
          <p:spPr>
            <a:xfrm>
              <a:off x="9027511" y="1904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8" name="pt55788"/>
            <p:cNvSpPr/>
            <p:nvPr/>
          </p:nvSpPr>
          <p:spPr>
            <a:xfrm>
              <a:off x="9089164" y="1795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9" name="pt55789"/>
            <p:cNvSpPr/>
            <p:nvPr/>
          </p:nvSpPr>
          <p:spPr>
            <a:xfrm>
              <a:off x="9761216" y="2465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0" name="pt55790"/>
            <p:cNvSpPr/>
            <p:nvPr/>
          </p:nvSpPr>
          <p:spPr>
            <a:xfrm>
              <a:off x="9066533" y="1936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1" name="pt55791"/>
            <p:cNvSpPr/>
            <p:nvPr/>
          </p:nvSpPr>
          <p:spPr>
            <a:xfrm>
              <a:off x="8817313" y="1992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2" name="pt55792"/>
            <p:cNvSpPr/>
            <p:nvPr/>
          </p:nvSpPr>
          <p:spPr>
            <a:xfrm>
              <a:off x="8563654" y="2288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3" name="pt55793"/>
            <p:cNvSpPr/>
            <p:nvPr/>
          </p:nvSpPr>
          <p:spPr>
            <a:xfrm>
              <a:off x="8755061" y="21560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4" name="pt55794"/>
            <p:cNvSpPr/>
            <p:nvPr/>
          </p:nvSpPr>
          <p:spPr>
            <a:xfrm>
              <a:off x="9313270" y="2115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5" name="pt55795"/>
            <p:cNvSpPr/>
            <p:nvPr/>
          </p:nvSpPr>
          <p:spPr>
            <a:xfrm>
              <a:off x="8964553" y="2226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6" name="pt55796"/>
            <p:cNvSpPr/>
            <p:nvPr/>
          </p:nvSpPr>
          <p:spPr>
            <a:xfrm>
              <a:off x="9120160" y="2155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7" name="pt55797"/>
            <p:cNvSpPr/>
            <p:nvPr/>
          </p:nvSpPr>
          <p:spPr>
            <a:xfrm>
              <a:off x="9644546" y="2169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8" name="pt55798"/>
            <p:cNvSpPr/>
            <p:nvPr/>
          </p:nvSpPr>
          <p:spPr>
            <a:xfrm>
              <a:off x="8999571" y="1769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9" name="pt55799"/>
            <p:cNvSpPr/>
            <p:nvPr/>
          </p:nvSpPr>
          <p:spPr>
            <a:xfrm>
              <a:off x="8952564" y="2219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0" name="pt55800"/>
            <p:cNvSpPr/>
            <p:nvPr/>
          </p:nvSpPr>
          <p:spPr>
            <a:xfrm>
              <a:off x="8910892" y="2142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1" name="pt55801"/>
            <p:cNvSpPr/>
            <p:nvPr/>
          </p:nvSpPr>
          <p:spPr>
            <a:xfrm>
              <a:off x="9226820" y="2000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2" name="pt55802"/>
            <p:cNvSpPr/>
            <p:nvPr/>
          </p:nvSpPr>
          <p:spPr>
            <a:xfrm>
              <a:off x="8580788" y="2336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3" name="pt55803"/>
            <p:cNvSpPr/>
            <p:nvPr/>
          </p:nvSpPr>
          <p:spPr>
            <a:xfrm>
              <a:off x="8688264" y="2270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4" name="pt55804"/>
            <p:cNvSpPr/>
            <p:nvPr/>
          </p:nvSpPr>
          <p:spPr>
            <a:xfrm>
              <a:off x="8767051" y="1999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5" name="pt55805"/>
            <p:cNvSpPr/>
            <p:nvPr/>
          </p:nvSpPr>
          <p:spPr>
            <a:xfrm>
              <a:off x="9180997" y="1990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6" name="pt55806"/>
            <p:cNvSpPr/>
            <p:nvPr/>
          </p:nvSpPr>
          <p:spPr>
            <a:xfrm>
              <a:off x="9477272" y="2547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7" name="pt55807"/>
            <p:cNvSpPr/>
            <p:nvPr/>
          </p:nvSpPr>
          <p:spPr>
            <a:xfrm>
              <a:off x="8274318" y="2440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8" name="pt55808"/>
            <p:cNvSpPr/>
            <p:nvPr/>
          </p:nvSpPr>
          <p:spPr>
            <a:xfrm>
              <a:off x="8735430" y="2059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9" name="pt55809"/>
            <p:cNvSpPr/>
            <p:nvPr/>
          </p:nvSpPr>
          <p:spPr>
            <a:xfrm>
              <a:off x="9075096" y="1949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0" name="pt55810"/>
            <p:cNvSpPr/>
            <p:nvPr/>
          </p:nvSpPr>
          <p:spPr>
            <a:xfrm>
              <a:off x="8845651" y="2036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1" name="pt55811"/>
            <p:cNvSpPr/>
            <p:nvPr/>
          </p:nvSpPr>
          <p:spPr>
            <a:xfrm>
              <a:off x="8783657" y="2056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2" name="pt55812"/>
            <p:cNvSpPr/>
            <p:nvPr/>
          </p:nvSpPr>
          <p:spPr>
            <a:xfrm>
              <a:off x="8705398" y="221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3" name="pt55813"/>
            <p:cNvSpPr/>
            <p:nvPr/>
          </p:nvSpPr>
          <p:spPr>
            <a:xfrm>
              <a:off x="8735430" y="2163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4" name="pt55814"/>
            <p:cNvSpPr/>
            <p:nvPr/>
          </p:nvSpPr>
          <p:spPr>
            <a:xfrm>
              <a:off x="8761156" y="2349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5" name="pt55815"/>
            <p:cNvSpPr/>
            <p:nvPr/>
          </p:nvSpPr>
          <p:spPr>
            <a:xfrm>
              <a:off x="8845651" y="2089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6" name="pt55816"/>
            <p:cNvSpPr/>
            <p:nvPr/>
          </p:nvSpPr>
          <p:spPr>
            <a:xfrm>
              <a:off x="8954618" y="22947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7" name="pt55817"/>
            <p:cNvSpPr/>
            <p:nvPr/>
          </p:nvSpPr>
          <p:spPr>
            <a:xfrm>
              <a:off x="8499532" y="2500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8" name="pt55818"/>
            <p:cNvSpPr/>
            <p:nvPr/>
          </p:nvSpPr>
          <p:spPr>
            <a:xfrm>
              <a:off x="9032878" y="1593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9" name="pt55819"/>
            <p:cNvSpPr/>
            <p:nvPr/>
          </p:nvSpPr>
          <p:spPr>
            <a:xfrm>
              <a:off x="8679043" y="2349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0" name="pt55820"/>
            <p:cNvSpPr/>
            <p:nvPr/>
          </p:nvSpPr>
          <p:spPr>
            <a:xfrm>
              <a:off x="8954618" y="2315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1" name="pt55821"/>
            <p:cNvSpPr/>
            <p:nvPr/>
          </p:nvSpPr>
          <p:spPr>
            <a:xfrm>
              <a:off x="9071933" y="1845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2" name="pt55822"/>
            <p:cNvSpPr/>
            <p:nvPr/>
          </p:nvSpPr>
          <p:spPr>
            <a:xfrm>
              <a:off x="9395106" y="2207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3" name="pt55823"/>
            <p:cNvSpPr/>
            <p:nvPr/>
          </p:nvSpPr>
          <p:spPr>
            <a:xfrm>
              <a:off x="9231697" y="2140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4" name="pt55824"/>
            <p:cNvSpPr/>
            <p:nvPr/>
          </p:nvSpPr>
          <p:spPr>
            <a:xfrm>
              <a:off x="9118525" y="2127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5" name="pt55825"/>
            <p:cNvSpPr/>
            <p:nvPr/>
          </p:nvSpPr>
          <p:spPr>
            <a:xfrm>
              <a:off x="9126552" y="2000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6" name="pt55826"/>
            <p:cNvSpPr/>
            <p:nvPr/>
          </p:nvSpPr>
          <p:spPr>
            <a:xfrm>
              <a:off x="8849358" y="1972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7" name="pt55827"/>
            <p:cNvSpPr/>
            <p:nvPr/>
          </p:nvSpPr>
          <p:spPr>
            <a:xfrm>
              <a:off x="9806800" y="2417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8" name="pt55828"/>
            <p:cNvSpPr/>
            <p:nvPr/>
          </p:nvSpPr>
          <p:spPr>
            <a:xfrm>
              <a:off x="8932933" y="1789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9" name="pt55829"/>
            <p:cNvSpPr/>
            <p:nvPr/>
          </p:nvSpPr>
          <p:spPr>
            <a:xfrm>
              <a:off x="9065434" y="1741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0" name="pt55830"/>
            <p:cNvSpPr/>
            <p:nvPr/>
          </p:nvSpPr>
          <p:spPr>
            <a:xfrm>
              <a:off x="9562976" y="2297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1" name="pt55831"/>
            <p:cNvSpPr/>
            <p:nvPr/>
          </p:nvSpPr>
          <p:spPr>
            <a:xfrm>
              <a:off x="9761216" y="2436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2" name="pt55832"/>
            <p:cNvSpPr/>
            <p:nvPr/>
          </p:nvSpPr>
          <p:spPr>
            <a:xfrm>
              <a:off x="8856549" y="2215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3" name="pt55833"/>
            <p:cNvSpPr/>
            <p:nvPr/>
          </p:nvSpPr>
          <p:spPr>
            <a:xfrm>
              <a:off x="8596430" y="2311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4" name="pt55834"/>
            <p:cNvSpPr/>
            <p:nvPr/>
          </p:nvSpPr>
          <p:spPr>
            <a:xfrm>
              <a:off x="8563654" y="2088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5" name="pt55835"/>
            <p:cNvSpPr/>
            <p:nvPr/>
          </p:nvSpPr>
          <p:spPr>
            <a:xfrm>
              <a:off x="9644546" y="2672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6" name="pt55836"/>
            <p:cNvSpPr/>
            <p:nvPr/>
          </p:nvSpPr>
          <p:spPr>
            <a:xfrm>
              <a:off x="8544712" y="2483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7" name="pt55837"/>
            <p:cNvSpPr/>
            <p:nvPr/>
          </p:nvSpPr>
          <p:spPr>
            <a:xfrm>
              <a:off x="9110981" y="1970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8" name="pt55838"/>
            <p:cNvSpPr/>
            <p:nvPr/>
          </p:nvSpPr>
          <p:spPr>
            <a:xfrm>
              <a:off x="9176891" y="2175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9" name="pt55839"/>
            <p:cNvSpPr/>
            <p:nvPr/>
          </p:nvSpPr>
          <p:spPr>
            <a:xfrm>
              <a:off x="8772758" y="2054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0" name="pt55840"/>
            <p:cNvSpPr/>
            <p:nvPr/>
          </p:nvSpPr>
          <p:spPr>
            <a:xfrm>
              <a:off x="9179833" y="2046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1" name="pt55841"/>
            <p:cNvSpPr/>
            <p:nvPr/>
          </p:nvSpPr>
          <p:spPr>
            <a:xfrm>
              <a:off x="9693515" y="1809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2" name="pt55842"/>
            <p:cNvSpPr/>
            <p:nvPr/>
          </p:nvSpPr>
          <p:spPr>
            <a:xfrm>
              <a:off x="8679043" y="2306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3" name="pt55843"/>
            <p:cNvSpPr/>
            <p:nvPr/>
          </p:nvSpPr>
          <p:spPr>
            <a:xfrm>
              <a:off x="8923469" y="1968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4" name="pt55844"/>
            <p:cNvSpPr/>
            <p:nvPr/>
          </p:nvSpPr>
          <p:spPr>
            <a:xfrm>
              <a:off x="8648148" y="2342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5" name="pt55845"/>
            <p:cNvSpPr/>
            <p:nvPr/>
          </p:nvSpPr>
          <p:spPr>
            <a:xfrm>
              <a:off x="8274318" y="2520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6" name="pt55846"/>
            <p:cNvSpPr/>
            <p:nvPr/>
          </p:nvSpPr>
          <p:spPr>
            <a:xfrm>
              <a:off x="8954618" y="2232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7" name="pt55847"/>
            <p:cNvSpPr/>
            <p:nvPr/>
          </p:nvSpPr>
          <p:spPr>
            <a:xfrm>
              <a:off x="9313270" y="2091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8" name="pt55848"/>
            <p:cNvSpPr/>
            <p:nvPr/>
          </p:nvSpPr>
          <p:spPr>
            <a:xfrm>
              <a:off x="8274318" y="2417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9" name="pt55849"/>
            <p:cNvSpPr/>
            <p:nvPr/>
          </p:nvSpPr>
          <p:spPr>
            <a:xfrm>
              <a:off x="9394753" y="2152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0" name="pt55850"/>
            <p:cNvSpPr/>
            <p:nvPr/>
          </p:nvSpPr>
          <p:spPr>
            <a:xfrm>
              <a:off x="9118525" y="2135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1" name="pt55851"/>
            <p:cNvSpPr/>
            <p:nvPr/>
          </p:nvSpPr>
          <p:spPr>
            <a:xfrm>
              <a:off x="9308769" y="2244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2" name="pt55852"/>
            <p:cNvSpPr/>
            <p:nvPr/>
          </p:nvSpPr>
          <p:spPr>
            <a:xfrm>
              <a:off x="8954618" y="2186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3" name="pt55853"/>
            <p:cNvSpPr/>
            <p:nvPr/>
          </p:nvSpPr>
          <p:spPr>
            <a:xfrm>
              <a:off x="9002725" y="1938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4" name="pt55854"/>
            <p:cNvSpPr/>
            <p:nvPr/>
          </p:nvSpPr>
          <p:spPr>
            <a:xfrm>
              <a:off x="8793933" y="2113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5" name="pt55855"/>
            <p:cNvSpPr/>
            <p:nvPr/>
          </p:nvSpPr>
          <p:spPr>
            <a:xfrm>
              <a:off x="9108394" y="2061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6" name="pt55856"/>
            <p:cNvSpPr/>
            <p:nvPr/>
          </p:nvSpPr>
          <p:spPr>
            <a:xfrm>
              <a:off x="8471820" y="2329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7" name="pt55857"/>
            <p:cNvSpPr/>
            <p:nvPr/>
          </p:nvSpPr>
          <p:spPr>
            <a:xfrm>
              <a:off x="8742215" y="21494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8" name="pt55858"/>
            <p:cNvSpPr/>
            <p:nvPr/>
          </p:nvSpPr>
          <p:spPr>
            <a:xfrm>
              <a:off x="8923469" y="1971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9" name="pt55859"/>
            <p:cNvSpPr/>
            <p:nvPr/>
          </p:nvSpPr>
          <p:spPr>
            <a:xfrm>
              <a:off x="8783657" y="2015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0" name="pt55860"/>
            <p:cNvSpPr/>
            <p:nvPr/>
          </p:nvSpPr>
          <p:spPr>
            <a:xfrm>
              <a:off x="8274318" y="2089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1" name="pt55861"/>
            <p:cNvSpPr/>
            <p:nvPr/>
          </p:nvSpPr>
          <p:spPr>
            <a:xfrm>
              <a:off x="9170243" y="1778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2" name="pt55862"/>
            <p:cNvSpPr/>
            <p:nvPr/>
          </p:nvSpPr>
          <p:spPr>
            <a:xfrm>
              <a:off x="9039368" y="1631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3" name="pt55863"/>
            <p:cNvSpPr/>
            <p:nvPr/>
          </p:nvSpPr>
          <p:spPr>
            <a:xfrm>
              <a:off x="9030214" y="1700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4" name="pt55864"/>
            <p:cNvSpPr/>
            <p:nvPr/>
          </p:nvSpPr>
          <p:spPr>
            <a:xfrm>
              <a:off x="8999571" y="1647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5" name="pt55865"/>
            <p:cNvSpPr/>
            <p:nvPr/>
          </p:nvSpPr>
          <p:spPr>
            <a:xfrm>
              <a:off x="8347210" y="2318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6" name="pt55866"/>
            <p:cNvSpPr/>
            <p:nvPr/>
          </p:nvSpPr>
          <p:spPr>
            <a:xfrm>
              <a:off x="9976916" y="2747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7" name="pt55867"/>
            <p:cNvSpPr/>
            <p:nvPr/>
          </p:nvSpPr>
          <p:spPr>
            <a:xfrm>
              <a:off x="9187265" y="2024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8" name="pt55868"/>
            <p:cNvSpPr/>
            <p:nvPr/>
          </p:nvSpPr>
          <p:spPr>
            <a:xfrm>
              <a:off x="9070866" y="2042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9" name="pt55869"/>
            <p:cNvSpPr/>
            <p:nvPr/>
          </p:nvSpPr>
          <p:spPr>
            <a:xfrm>
              <a:off x="8923469" y="1808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0" name="pt55870"/>
            <p:cNvSpPr/>
            <p:nvPr/>
          </p:nvSpPr>
          <p:spPr>
            <a:xfrm>
              <a:off x="9013348" y="1440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1" name="pt55871"/>
            <p:cNvSpPr/>
            <p:nvPr/>
          </p:nvSpPr>
          <p:spPr>
            <a:xfrm>
              <a:off x="9553956" y="2183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2" name="pt55872"/>
            <p:cNvSpPr/>
            <p:nvPr/>
          </p:nvSpPr>
          <p:spPr>
            <a:xfrm>
              <a:off x="8742215" y="2182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3" name="pt55873"/>
            <p:cNvSpPr/>
            <p:nvPr/>
          </p:nvSpPr>
          <p:spPr>
            <a:xfrm>
              <a:off x="9220880" y="1927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4" name="pt55874"/>
            <p:cNvSpPr/>
            <p:nvPr/>
          </p:nvSpPr>
          <p:spPr>
            <a:xfrm>
              <a:off x="8981160" y="1909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5" name="pt55875"/>
            <p:cNvSpPr/>
            <p:nvPr/>
          </p:nvSpPr>
          <p:spPr>
            <a:xfrm>
              <a:off x="9655598" y="2287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6" name="pt55876"/>
            <p:cNvSpPr/>
            <p:nvPr/>
          </p:nvSpPr>
          <p:spPr>
            <a:xfrm>
              <a:off x="8347210" y="2304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7" name="pt55877"/>
            <p:cNvSpPr/>
            <p:nvPr/>
          </p:nvSpPr>
          <p:spPr>
            <a:xfrm>
              <a:off x="9043153" y="1804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8" name="pt55878"/>
            <p:cNvSpPr/>
            <p:nvPr/>
          </p:nvSpPr>
          <p:spPr>
            <a:xfrm>
              <a:off x="9030214" y="1817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9" name="pt55879"/>
            <p:cNvSpPr/>
            <p:nvPr/>
          </p:nvSpPr>
          <p:spPr>
            <a:xfrm>
              <a:off x="8688264" y="2338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0" name="pt55880"/>
            <p:cNvSpPr/>
            <p:nvPr/>
          </p:nvSpPr>
          <p:spPr>
            <a:xfrm>
              <a:off x="9313825" y="2016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1" name="pt55881"/>
            <p:cNvSpPr/>
            <p:nvPr/>
          </p:nvSpPr>
          <p:spPr>
            <a:xfrm>
              <a:off x="8563654" y="2125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2" name="pt55882"/>
            <p:cNvSpPr/>
            <p:nvPr/>
          </p:nvSpPr>
          <p:spPr>
            <a:xfrm>
              <a:off x="9075096" y="1840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3" name="pt55883"/>
            <p:cNvSpPr/>
            <p:nvPr/>
          </p:nvSpPr>
          <p:spPr>
            <a:xfrm>
              <a:off x="8958659" y="2291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4" name="pt55884"/>
            <p:cNvSpPr/>
            <p:nvPr/>
          </p:nvSpPr>
          <p:spPr>
            <a:xfrm>
              <a:off x="8274318" y="2613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5" name="pt55885"/>
            <p:cNvSpPr/>
            <p:nvPr/>
          </p:nvSpPr>
          <p:spPr>
            <a:xfrm>
              <a:off x="8347210" y="240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6" name="pt55886"/>
            <p:cNvSpPr/>
            <p:nvPr/>
          </p:nvSpPr>
          <p:spPr>
            <a:xfrm>
              <a:off x="9334476" y="2083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7" name="pt55887"/>
            <p:cNvSpPr/>
            <p:nvPr/>
          </p:nvSpPr>
          <p:spPr>
            <a:xfrm>
              <a:off x="8523538" y="2372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8" name="pt55888"/>
            <p:cNvSpPr/>
            <p:nvPr/>
          </p:nvSpPr>
          <p:spPr>
            <a:xfrm>
              <a:off x="8648148" y="2181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9" name="pt55889"/>
            <p:cNvSpPr/>
            <p:nvPr/>
          </p:nvSpPr>
          <p:spPr>
            <a:xfrm>
              <a:off x="9876105" y="2679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0" name="pt55890"/>
            <p:cNvSpPr/>
            <p:nvPr/>
          </p:nvSpPr>
          <p:spPr>
            <a:xfrm>
              <a:off x="8439043" y="2408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1" name="pt55891"/>
            <p:cNvSpPr/>
            <p:nvPr/>
          </p:nvSpPr>
          <p:spPr>
            <a:xfrm>
              <a:off x="9201267" y="1921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2" name="pt55892"/>
            <p:cNvSpPr/>
            <p:nvPr/>
          </p:nvSpPr>
          <p:spPr>
            <a:xfrm>
              <a:off x="8932933" y="1902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3" name="pt55893"/>
            <p:cNvSpPr/>
            <p:nvPr/>
          </p:nvSpPr>
          <p:spPr>
            <a:xfrm>
              <a:off x="8812874" y="2180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4" name="pt55894"/>
            <p:cNvSpPr/>
            <p:nvPr/>
          </p:nvSpPr>
          <p:spPr>
            <a:xfrm>
              <a:off x="9171470" y="194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5" name="pt55895"/>
            <p:cNvSpPr/>
            <p:nvPr/>
          </p:nvSpPr>
          <p:spPr>
            <a:xfrm>
              <a:off x="8624143" y="2436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6" name="pt55896"/>
            <p:cNvSpPr/>
            <p:nvPr/>
          </p:nvSpPr>
          <p:spPr>
            <a:xfrm>
              <a:off x="8742215" y="2176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7" name="pt55897"/>
            <p:cNvSpPr/>
            <p:nvPr/>
          </p:nvSpPr>
          <p:spPr>
            <a:xfrm>
              <a:off x="9005825" y="1342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8" name="pt55898"/>
            <p:cNvSpPr/>
            <p:nvPr/>
          </p:nvSpPr>
          <p:spPr>
            <a:xfrm>
              <a:off x="9325618" y="2253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9" name="pt55899"/>
            <p:cNvSpPr/>
            <p:nvPr/>
          </p:nvSpPr>
          <p:spPr>
            <a:xfrm>
              <a:off x="8580788" y="2322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0" name="pt55900"/>
            <p:cNvSpPr/>
            <p:nvPr/>
          </p:nvSpPr>
          <p:spPr>
            <a:xfrm>
              <a:off x="8783657" y="2169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1" name="pt55901"/>
            <p:cNvSpPr/>
            <p:nvPr/>
          </p:nvSpPr>
          <p:spPr>
            <a:xfrm>
              <a:off x="8845651" y="2126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2" name="pt55902"/>
            <p:cNvSpPr/>
            <p:nvPr/>
          </p:nvSpPr>
          <p:spPr>
            <a:xfrm>
              <a:off x="8932933" y="1842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3" name="pt55903"/>
            <p:cNvSpPr/>
            <p:nvPr/>
          </p:nvSpPr>
          <p:spPr>
            <a:xfrm>
              <a:off x="8274318" y="238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4" name="pt55904"/>
            <p:cNvSpPr/>
            <p:nvPr/>
          </p:nvSpPr>
          <p:spPr>
            <a:xfrm>
              <a:off x="9379078" y="2035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5" name="pt55905"/>
            <p:cNvSpPr/>
            <p:nvPr/>
          </p:nvSpPr>
          <p:spPr>
            <a:xfrm>
              <a:off x="9567694" y="2431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6" name="pt55906"/>
            <p:cNvSpPr/>
            <p:nvPr/>
          </p:nvSpPr>
          <p:spPr>
            <a:xfrm>
              <a:off x="9477272" y="2587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7" name="pt55907"/>
            <p:cNvSpPr/>
            <p:nvPr/>
          </p:nvSpPr>
          <p:spPr>
            <a:xfrm>
              <a:off x="9124182" y="20939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8" name="pt55908"/>
            <p:cNvSpPr/>
            <p:nvPr/>
          </p:nvSpPr>
          <p:spPr>
            <a:xfrm>
              <a:off x="8713389" y="2317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9" name="pt55909"/>
            <p:cNvSpPr/>
            <p:nvPr/>
          </p:nvSpPr>
          <p:spPr>
            <a:xfrm>
              <a:off x="9086240" y="2013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0" name="pt55910"/>
            <p:cNvSpPr/>
            <p:nvPr/>
          </p:nvSpPr>
          <p:spPr>
            <a:xfrm>
              <a:off x="8398928" y="2460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1" name="pt55911"/>
            <p:cNvSpPr/>
            <p:nvPr/>
          </p:nvSpPr>
          <p:spPr>
            <a:xfrm>
              <a:off x="8812874" y="2126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2" name="pt55912"/>
            <p:cNvSpPr/>
            <p:nvPr/>
          </p:nvSpPr>
          <p:spPr>
            <a:xfrm>
              <a:off x="8973968" y="1982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3" name="pt55913"/>
            <p:cNvSpPr/>
            <p:nvPr/>
          </p:nvSpPr>
          <p:spPr>
            <a:xfrm>
              <a:off x="8439043" y="2450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4" name="pt55914"/>
            <p:cNvSpPr/>
            <p:nvPr/>
          </p:nvSpPr>
          <p:spPr>
            <a:xfrm>
              <a:off x="8748753" y="2174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5" name="pt55915"/>
            <p:cNvSpPr/>
            <p:nvPr/>
          </p:nvSpPr>
          <p:spPr>
            <a:xfrm>
              <a:off x="8648148" y="2295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6" name="pt55916"/>
            <p:cNvSpPr/>
            <p:nvPr/>
          </p:nvSpPr>
          <p:spPr>
            <a:xfrm>
              <a:off x="9027511" y="1870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7" name="pt55917"/>
            <p:cNvSpPr/>
            <p:nvPr/>
          </p:nvSpPr>
          <p:spPr>
            <a:xfrm>
              <a:off x="9513165" y="2334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8" name="pt55918"/>
            <p:cNvSpPr/>
            <p:nvPr/>
          </p:nvSpPr>
          <p:spPr>
            <a:xfrm>
              <a:off x="8580788" y="2273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9" name="pt55919"/>
            <p:cNvSpPr/>
            <p:nvPr/>
          </p:nvSpPr>
          <p:spPr>
            <a:xfrm>
              <a:off x="8705398" y="2109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0" name="pt55920"/>
            <p:cNvSpPr/>
            <p:nvPr/>
          </p:nvSpPr>
          <p:spPr>
            <a:xfrm>
              <a:off x="9054052" y="2147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1" name="pt55921"/>
            <p:cNvSpPr/>
            <p:nvPr/>
          </p:nvSpPr>
          <p:spPr>
            <a:xfrm>
              <a:off x="9101309" y="1947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2" name="pt55922"/>
            <p:cNvSpPr/>
            <p:nvPr/>
          </p:nvSpPr>
          <p:spPr>
            <a:xfrm>
              <a:off x="9054052" y="2322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3" name="pt55923"/>
            <p:cNvSpPr/>
            <p:nvPr/>
          </p:nvSpPr>
          <p:spPr>
            <a:xfrm>
              <a:off x="9180997" y="1999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4" name="pt55924"/>
            <p:cNvSpPr/>
            <p:nvPr/>
          </p:nvSpPr>
          <p:spPr>
            <a:xfrm>
              <a:off x="8817313" y="2125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5" name="pt55925"/>
            <p:cNvSpPr/>
            <p:nvPr/>
          </p:nvSpPr>
          <p:spPr>
            <a:xfrm>
              <a:off x="9180997" y="1906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6" name="pt55926"/>
            <p:cNvSpPr/>
            <p:nvPr/>
          </p:nvSpPr>
          <p:spPr>
            <a:xfrm>
              <a:off x="8705398" y="2212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7" name="pt55927"/>
            <p:cNvSpPr/>
            <p:nvPr/>
          </p:nvSpPr>
          <p:spPr>
            <a:xfrm>
              <a:off x="8347210" y="2326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8" name="pt55928"/>
            <p:cNvSpPr/>
            <p:nvPr/>
          </p:nvSpPr>
          <p:spPr>
            <a:xfrm>
              <a:off x="9199706" y="2078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9" name="pt55929"/>
            <p:cNvSpPr/>
            <p:nvPr/>
          </p:nvSpPr>
          <p:spPr>
            <a:xfrm>
              <a:off x="8956650" y="2240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0" name="pt55930"/>
            <p:cNvSpPr/>
            <p:nvPr/>
          </p:nvSpPr>
          <p:spPr>
            <a:xfrm>
              <a:off x="8274318" y="2511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1" name="pt55931"/>
            <p:cNvSpPr/>
            <p:nvPr/>
          </p:nvSpPr>
          <p:spPr>
            <a:xfrm>
              <a:off x="8742215" y="2108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2" name="pt55932"/>
            <p:cNvSpPr/>
            <p:nvPr/>
          </p:nvSpPr>
          <p:spPr>
            <a:xfrm>
              <a:off x="8624143" y="2333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3" name="pt55933"/>
            <p:cNvSpPr/>
            <p:nvPr/>
          </p:nvSpPr>
          <p:spPr>
            <a:xfrm>
              <a:off x="9136479" y="1986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4" name="pt55934"/>
            <p:cNvSpPr/>
            <p:nvPr/>
          </p:nvSpPr>
          <p:spPr>
            <a:xfrm>
              <a:off x="8812874" y="2170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5" name="pt55935"/>
            <p:cNvSpPr/>
            <p:nvPr/>
          </p:nvSpPr>
          <p:spPr>
            <a:xfrm>
              <a:off x="8659047" y="2395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6" name="pt55936"/>
            <p:cNvSpPr/>
            <p:nvPr/>
          </p:nvSpPr>
          <p:spPr>
            <a:xfrm>
              <a:off x="8274318" y="241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7" name="pt55937"/>
            <p:cNvSpPr/>
            <p:nvPr/>
          </p:nvSpPr>
          <p:spPr>
            <a:xfrm>
              <a:off x="8636546" y="2079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8" name="pt55938"/>
            <p:cNvSpPr/>
            <p:nvPr/>
          </p:nvSpPr>
          <p:spPr>
            <a:xfrm>
              <a:off x="8274318" y="2496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9" name="pt55939"/>
            <p:cNvSpPr/>
            <p:nvPr/>
          </p:nvSpPr>
          <p:spPr>
            <a:xfrm>
              <a:off x="8856549" y="2229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0" name="pt55940"/>
            <p:cNvSpPr/>
            <p:nvPr/>
          </p:nvSpPr>
          <p:spPr>
            <a:xfrm>
              <a:off x="8347210" y="2269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1" name="pt55941"/>
            <p:cNvSpPr/>
            <p:nvPr/>
          </p:nvSpPr>
          <p:spPr>
            <a:xfrm>
              <a:off x="8742215" y="1987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2" name="pt55942"/>
            <p:cNvSpPr/>
            <p:nvPr/>
          </p:nvSpPr>
          <p:spPr>
            <a:xfrm>
              <a:off x="8679043" y="2238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3" name="pt55943"/>
            <p:cNvSpPr/>
            <p:nvPr/>
          </p:nvSpPr>
          <p:spPr>
            <a:xfrm>
              <a:off x="9435925" y="2164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4" name="pt55944"/>
            <p:cNvSpPr/>
            <p:nvPr/>
          </p:nvSpPr>
          <p:spPr>
            <a:xfrm>
              <a:off x="9034195" y="1701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5" name="pt55945"/>
            <p:cNvSpPr/>
            <p:nvPr/>
          </p:nvSpPr>
          <p:spPr>
            <a:xfrm>
              <a:off x="8439043" y="2326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6" name="pt55946"/>
            <p:cNvSpPr/>
            <p:nvPr/>
          </p:nvSpPr>
          <p:spPr>
            <a:xfrm>
              <a:off x="8713389" y="2177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7" name="pt55947"/>
            <p:cNvSpPr/>
            <p:nvPr/>
          </p:nvSpPr>
          <p:spPr>
            <a:xfrm>
              <a:off x="9054052" y="2190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8" name="pt55948"/>
            <p:cNvSpPr/>
            <p:nvPr/>
          </p:nvSpPr>
          <p:spPr>
            <a:xfrm>
              <a:off x="8610820" y="197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9" name="pt55949"/>
            <p:cNvSpPr/>
            <p:nvPr/>
          </p:nvSpPr>
          <p:spPr>
            <a:xfrm>
              <a:off x="8772758" y="2146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0" name="pt55950"/>
            <p:cNvSpPr/>
            <p:nvPr/>
          </p:nvSpPr>
          <p:spPr>
            <a:xfrm>
              <a:off x="8563654" y="2217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1" name="pt55951"/>
            <p:cNvSpPr/>
            <p:nvPr/>
          </p:nvSpPr>
          <p:spPr>
            <a:xfrm>
              <a:off x="9059833" y="163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2" name="pt55952"/>
            <p:cNvSpPr/>
            <p:nvPr/>
          </p:nvSpPr>
          <p:spPr>
            <a:xfrm>
              <a:off x="8742215" y="2090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3" name="pt55953"/>
            <p:cNvSpPr/>
            <p:nvPr/>
          </p:nvSpPr>
          <p:spPr>
            <a:xfrm>
              <a:off x="8523538" y="2669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4" name="pt55954"/>
            <p:cNvSpPr/>
            <p:nvPr/>
          </p:nvSpPr>
          <p:spPr>
            <a:xfrm>
              <a:off x="9219949" y="19701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5" name="pt55955"/>
            <p:cNvSpPr/>
            <p:nvPr/>
          </p:nvSpPr>
          <p:spPr>
            <a:xfrm>
              <a:off x="9040639" y="170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6" name="pt55956"/>
            <p:cNvSpPr/>
            <p:nvPr/>
          </p:nvSpPr>
          <p:spPr>
            <a:xfrm>
              <a:off x="8812874" y="2122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7" name="pt55957"/>
            <p:cNvSpPr/>
            <p:nvPr/>
          </p:nvSpPr>
          <p:spPr>
            <a:xfrm>
              <a:off x="8274318" y="2616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8" name="pt55958"/>
            <p:cNvSpPr/>
            <p:nvPr/>
          </p:nvSpPr>
          <p:spPr>
            <a:xfrm>
              <a:off x="9535645" y="1834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9" name="pt55959"/>
            <p:cNvSpPr/>
            <p:nvPr/>
          </p:nvSpPr>
          <p:spPr>
            <a:xfrm>
              <a:off x="8347210" y="2405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0" name="pt55960"/>
            <p:cNvSpPr/>
            <p:nvPr/>
          </p:nvSpPr>
          <p:spPr>
            <a:xfrm>
              <a:off x="8544712" y="2438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1" name="pt55961"/>
            <p:cNvSpPr/>
            <p:nvPr/>
          </p:nvSpPr>
          <p:spPr>
            <a:xfrm>
              <a:off x="8930613" y="1820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2" name="pt55962"/>
            <p:cNvSpPr/>
            <p:nvPr/>
          </p:nvSpPr>
          <p:spPr>
            <a:xfrm>
              <a:off x="9083269" y="186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3" name="pt55963"/>
            <p:cNvSpPr/>
            <p:nvPr/>
          </p:nvSpPr>
          <p:spPr>
            <a:xfrm>
              <a:off x="9379078" y="1974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4" name="pt55964"/>
            <p:cNvSpPr/>
            <p:nvPr/>
          </p:nvSpPr>
          <p:spPr>
            <a:xfrm>
              <a:off x="8398928" y="2490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5" name="pt55965"/>
            <p:cNvSpPr/>
            <p:nvPr/>
          </p:nvSpPr>
          <p:spPr>
            <a:xfrm>
              <a:off x="9065434" y="1766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6" name="pt55966"/>
            <p:cNvSpPr/>
            <p:nvPr/>
          </p:nvSpPr>
          <p:spPr>
            <a:xfrm>
              <a:off x="8471820" y="24801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7" name="pt55967"/>
            <p:cNvSpPr/>
            <p:nvPr/>
          </p:nvSpPr>
          <p:spPr>
            <a:xfrm>
              <a:off x="9087220" y="1880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8" name="pt55968"/>
            <p:cNvSpPr/>
            <p:nvPr/>
          </p:nvSpPr>
          <p:spPr>
            <a:xfrm>
              <a:off x="8563654" y="2141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9" name="pt55969"/>
            <p:cNvSpPr/>
            <p:nvPr/>
          </p:nvSpPr>
          <p:spPr>
            <a:xfrm>
              <a:off x="8544712" y="2351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0" name="pt55970"/>
            <p:cNvSpPr/>
            <p:nvPr/>
          </p:nvSpPr>
          <p:spPr>
            <a:xfrm>
              <a:off x="8439043" y="2333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1" name="pt55971"/>
            <p:cNvSpPr/>
            <p:nvPr/>
          </p:nvSpPr>
          <p:spPr>
            <a:xfrm>
              <a:off x="8870124" y="2070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2" name="pt55972"/>
            <p:cNvSpPr/>
            <p:nvPr/>
          </p:nvSpPr>
          <p:spPr>
            <a:xfrm>
              <a:off x="9421909" y="1988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3" name="pt55973"/>
            <p:cNvSpPr/>
            <p:nvPr/>
          </p:nvSpPr>
          <p:spPr>
            <a:xfrm>
              <a:off x="9096734" y="1724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4" name="pt55974"/>
            <p:cNvSpPr/>
            <p:nvPr/>
          </p:nvSpPr>
          <p:spPr>
            <a:xfrm>
              <a:off x="9602828" y="2147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5" name="pt55975"/>
            <p:cNvSpPr/>
            <p:nvPr/>
          </p:nvSpPr>
          <p:spPr>
            <a:xfrm>
              <a:off x="8923469" y="1920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6" name="pt55976"/>
            <p:cNvSpPr/>
            <p:nvPr/>
          </p:nvSpPr>
          <p:spPr>
            <a:xfrm>
              <a:off x="9099493" y="2096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7" name="pt55977"/>
            <p:cNvSpPr/>
            <p:nvPr/>
          </p:nvSpPr>
          <p:spPr>
            <a:xfrm>
              <a:off x="9046860" y="2272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8" name="pt55978"/>
            <p:cNvSpPr/>
            <p:nvPr/>
          </p:nvSpPr>
          <p:spPr>
            <a:xfrm>
              <a:off x="9118525" y="2165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9" name="pt55979"/>
            <p:cNvSpPr/>
            <p:nvPr/>
          </p:nvSpPr>
          <p:spPr>
            <a:xfrm>
              <a:off x="9124182" y="2034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0" name="pt55980"/>
            <p:cNvSpPr/>
            <p:nvPr/>
          </p:nvSpPr>
          <p:spPr>
            <a:xfrm>
              <a:off x="8648148" y="2154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1" name="pt55981"/>
            <p:cNvSpPr/>
            <p:nvPr/>
          </p:nvSpPr>
          <p:spPr>
            <a:xfrm>
              <a:off x="9101309" y="2259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2" name="pt55982"/>
            <p:cNvSpPr/>
            <p:nvPr/>
          </p:nvSpPr>
          <p:spPr>
            <a:xfrm>
              <a:off x="8755061" y="2249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3" name="pt55983"/>
            <p:cNvSpPr/>
            <p:nvPr/>
          </p:nvSpPr>
          <p:spPr>
            <a:xfrm>
              <a:off x="8596430" y="2203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4" name="pt55984"/>
            <p:cNvSpPr/>
            <p:nvPr/>
          </p:nvSpPr>
          <p:spPr>
            <a:xfrm>
              <a:off x="8274318" y="2382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5" name="pt55985"/>
            <p:cNvSpPr/>
            <p:nvPr/>
          </p:nvSpPr>
          <p:spPr>
            <a:xfrm>
              <a:off x="8735430" y="203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6" name="pt55986"/>
            <p:cNvSpPr/>
            <p:nvPr/>
          </p:nvSpPr>
          <p:spPr>
            <a:xfrm>
              <a:off x="8918543" y="1837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7" name="pt55987"/>
            <p:cNvSpPr/>
            <p:nvPr/>
          </p:nvSpPr>
          <p:spPr>
            <a:xfrm>
              <a:off x="9040639" y="1714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8" name="pt55988"/>
            <p:cNvSpPr/>
            <p:nvPr/>
          </p:nvSpPr>
          <p:spPr>
            <a:xfrm>
              <a:off x="9179833" y="1895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9" name="pt55989"/>
            <p:cNvSpPr/>
            <p:nvPr/>
          </p:nvSpPr>
          <p:spPr>
            <a:xfrm>
              <a:off x="9077174" y="1904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0" name="pt55990"/>
            <p:cNvSpPr/>
            <p:nvPr/>
          </p:nvSpPr>
          <p:spPr>
            <a:xfrm>
              <a:off x="8841866" y="2153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1" name="pt55991"/>
            <p:cNvSpPr/>
            <p:nvPr/>
          </p:nvSpPr>
          <p:spPr>
            <a:xfrm>
              <a:off x="8580788" y="229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2" name="pt55992"/>
            <p:cNvSpPr/>
            <p:nvPr/>
          </p:nvSpPr>
          <p:spPr>
            <a:xfrm>
              <a:off x="8767051" y="2171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3" name="pt55993"/>
            <p:cNvSpPr/>
            <p:nvPr/>
          </p:nvSpPr>
          <p:spPr>
            <a:xfrm>
              <a:off x="9034195" y="1689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4" name="pt55994"/>
            <p:cNvSpPr/>
            <p:nvPr/>
          </p:nvSpPr>
          <p:spPr>
            <a:xfrm>
              <a:off x="8274318" y="2398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5" name="pt55995"/>
            <p:cNvSpPr/>
            <p:nvPr/>
          </p:nvSpPr>
          <p:spPr>
            <a:xfrm>
              <a:off x="9190595" y="2111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6" name="pt55996"/>
            <p:cNvSpPr/>
            <p:nvPr/>
          </p:nvSpPr>
          <p:spPr>
            <a:xfrm>
              <a:off x="8742215" y="2004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7" name="pt55997"/>
            <p:cNvSpPr/>
            <p:nvPr/>
          </p:nvSpPr>
          <p:spPr>
            <a:xfrm>
              <a:off x="8830008" y="2175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8" name="pt55998"/>
            <p:cNvSpPr/>
            <p:nvPr/>
          </p:nvSpPr>
          <p:spPr>
            <a:xfrm>
              <a:off x="8347210" y="2451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9" name="pt55999"/>
            <p:cNvSpPr/>
            <p:nvPr/>
          </p:nvSpPr>
          <p:spPr>
            <a:xfrm>
              <a:off x="8772758" y="1995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0" name="pt56000"/>
            <p:cNvSpPr/>
            <p:nvPr/>
          </p:nvSpPr>
          <p:spPr>
            <a:xfrm>
              <a:off x="9045633" y="2291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1" name="pt56001"/>
            <p:cNvSpPr/>
            <p:nvPr/>
          </p:nvSpPr>
          <p:spPr>
            <a:xfrm>
              <a:off x="8996361" y="1977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2" name="pt56002"/>
            <p:cNvSpPr/>
            <p:nvPr/>
          </p:nvSpPr>
          <p:spPr>
            <a:xfrm>
              <a:off x="8902901" y="1994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3" name="pt56003"/>
            <p:cNvSpPr/>
            <p:nvPr/>
          </p:nvSpPr>
          <p:spPr>
            <a:xfrm>
              <a:off x="9401682" y="2152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4" name="pt56004"/>
            <p:cNvSpPr/>
            <p:nvPr/>
          </p:nvSpPr>
          <p:spPr>
            <a:xfrm>
              <a:off x="9780125" y="2515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5" name="pt56005"/>
            <p:cNvSpPr/>
            <p:nvPr/>
          </p:nvSpPr>
          <p:spPr>
            <a:xfrm>
              <a:off x="8471820" y="2339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6" name="pt56006"/>
            <p:cNvSpPr/>
            <p:nvPr/>
          </p:nvSpPr>
          <p:spPr>
            <a:xfrm>
              <a:off x="9645731" y="2211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7" name="pt56007"/>
            <p:cNvSpPr/>
            <p:nvPr/>
          </p:nvSpPr>
          <p:spPr>
            <a:xfrm>
              <a:off x="8713389" y="2066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8" name="pt56008"/>
            <p:cNvSpPr/>
            <p:nvPr/>
          </p:nvSpPr>
          <p:spPr>
            <a:xfrm>
              <a:off x="9563530" y="2269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9" name="pt56009"/>
            <p:cNvSpPr/>
            <p:nvPr/>
          </p:nvSpPr>
          <p:spPr>
            <a:xfrm>
              <a:off x="8913479" y="1729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0" name="pt56010"/>
            <p:cNvSpPr/>
            <p:nvPr/>
          </p:nvSpPr>
          <p:spPr>
            <a:xfrm>
              <a:off x="8659047" y="2515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1" name="pt56011"/>
            <p:cNvSpPr/>
            <p:nvPr/>
          </p:nvSpPr>
          <p:spPr>
            <a:xfrm>
              <a:off x="8624143" y="2517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2" name="pt56012"/>
            <p:cNvSpPr/>
            <p:nvPr/>
          </p:nvSpPr>
          <p:spPr>
            <a:xfrm>
              <a:off x="8748753" y="1969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3" name="pt56013"/>
            <p:cNvSpPr/>
            <p:nvPr/>
          </p:nvSpPr>
          <p:spPr>
            <a:xfrm>
              <a:off x="8274318" y="2425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4" name="pt56014"/>
            <p:cNvSpPr/>
            <p:nvPr/>
          </p:nvSpPr>
          <p:spPr>
            <a:xfrm>
              <a:off x="8982914" y="1792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5" name="pt56015"/>
            <p:cNvSpPr/>
            <p:nvPr/>
          </p:nvSpPr>
          <p:spPr>
            <a:xfrm>
              <a:off x="9294853" y="1906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6" name="pt56016"/>
            <p:cNvSpPr/>
            <p:nvPr/>
          </p:nvSpPr>
          <p:spPr>
            <a:xfrm>
              <a:off x="8778290" y="2044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7" name="pt56017"/>
            <p:cNvSpPr/>
            <p:nvPr/>
          </p:nvSpPr>
          <p:spPr>
            <a:xfrm>
              <a:off x="9490707" y="2339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8" name="pt56018"/>
            <p:cNvSpPr/>
            <p:nvPr/>
          </p:nvSpPr>
          <p:spPr>
            <a:xfrm>
              <a:off x="9313825" y="2191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9" name="pt56019"/>
            <p:cNvSpPr/>
            <p:nvPr/>
          </p:nvSpPr>
          <p:spPr>
            <a:xfrm>
              <a:off x="9395106" y="2213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0" name="pt56020"/>
            <p:cNvSpPr/>
            <p:nvPr/>
          </p:nvSpPr>
          <p:spPr>
            <a:xfrm>
              <a:off x="8274318" y="2540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1" name="pt56021"/>
            <p:cNvSpPr/>
            <p:nvPr/>
          </p:nvSpPr>
          <p:spPr>
            <a:xfrm>
              <a:off x="8659047" y="2333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2" name="pt56022"/>
            <p:cNvSpPr/>
            <p:nvPr/>
          </p:nvSpPr>
          <p:spPr>
            <a:xfrm>
              <a:off x="9297299" y="2016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3" name="pt56023"/>
            <p:cNvSpPr/>
            <p:nvPr/>
          </p:nvSpPr>
          <p:spPr>
            <a:xfrm>
              <a:off x="8956650" y="2277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4" name="pt56024"/>
            <p:cNvSpPr/>
            <p:nvPr/>
          </p:nvSpPr>
          <p:spPr>
            <a:xfrm>
              <a:off x="9829630" y="2567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5" name="pt56025"/>
            <p:cNvSpPr/>
            <p:nvPr/>
          </p:nvSpPr>
          <p:spPr>
            <a:xfrm>
              <a:off x="8783657" y="2168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6" name="pt56026"/>
            <p:cNvSpPr/>
            <p:nvPr/>
          </p:nvSpPr>
          <p:spPr>
            <a:xfrm>
              <a:off x="8274318" y="2570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7" name="pt56027"/>
            <p:cNvSpPr/>
            <p:nvPr/>
          </p:nvSpPr>
          <p:spPr>
            <a:xfrm>
              <a:off x="8966476" y="2186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8" name="pt56028"/>
            <p:cNvSpPr/>
            <p:nvPr/>
          </p:nvSpPr>
          <p:spPr>
            <a:xfrm>
              <a:off x="8964553" y="2211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9" name="pt56029"/>
            <p:cNvSpPr/>
            <p:nvPr/>
          </p:nvSpPr>
          <p:spPr>
            <a:xfrm>
              <a:off x="9420231" y="188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0" name="pt56030"/>
            <p:cNvSpPr/>
            <p:nvPr/>
          </p:nvSpPr>
          <p:spPr>
            <a:xfrm>
              <a:off x="8648148" y="2370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1" name="pt56031"/>
            <p:cNvSpPr/>
            <p:nvPr/>
          </p:nvSpPr>
          <p:spPr>
            <a:xfrm>
              <a:off x="9045633" y="2161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2" name="pt56032"/>
            <p:cNvSpPr/>
            <p:nvPr/>
          </p:nvSpPr>
          <p:spPr>
            <a:xfrm>
              <a:off x="8523538" y="2456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3" name="pt56033"/>
            <p:cNvSpPr/>
            <p:nvPr/>
          </p:nvSpPr>
          <p:spPr>
            <a:xfrm>
              <a:off x="8398928" y="2517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4" name="pt56034"/>
            <p:cNvSpPr/>
            <p:nvPr/>
          </p:nvSpPr>
          <p:spPr>
            <a:xfrm>
              <a:off x="8544712" y="244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5" name="pt56035"/>
            <p:cNvSpPr/>
            <p:nvPr/>
          </p:nvSpPr>
          <p:spPr>
            <a:xfrm>
              <a:off x="9065434" y="1802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6" name="pt56036"/>
            <p:cNvSpPr/>
            <p:nvPr/>
          </p:nvSpPr>
          <p:spPr>
            <a:xfrm>
              <a:off x="8817313" y="1977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7" name="pt56037"/>
            <p:cNvSpPr/>
            <p:nvPr/>
          </p:nvSpPr>
          <p:spPr>
            <a:xfrm>
              <a:off x="8347210" y="2197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8" name="pt56038"/>
            <p:cNvSpPr/>
            <p:nvPr/>
          </p:nvSpPr>
          <p:spPr>
            <a:xfrm>
              <a:off x="8973968" y="1938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9" name="pt56039"/>
            <p:cNvSpPr/>
            <p:nvPr/>
          </p:nvSpPr>
          <p:spPr>
            <a:xfrm>
              <a:off x="8803653" y="20354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0" name="pt56040"/>
            <p:cNvSpPr/>
            <p:nvPr/>
          </p:nvSpPr>
          <p:spPr>
            <a:xfrm>
              <a:off x="9187265" y="2099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1" name="pt56041"/>
            <p:cNvSpPr/>
            <p:nvPr/>
          </p:nvSpPr>
          <p:spPr>
            <a:xfrm>
              <a:off x="9045633" y="2309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2" name="pt56042"/>
            <p:cNvSpPr/>
            <p:nvPr/>
          </p:nvSpPr>
          <p:spPr>
            <a:xfrm>
              <a:off x="9179833" y="184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3" name="pt56043"/>
            <p:cNvSpPr/>
            <p:nvPr/>
          </p:nvSpPr>
          <p:spPr>
            <a:xfrm>
              <a:off x="8544712" y="2359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4" name="pt56044"/>
            <p:cNvSpPr/>
            <p:nvPr/>
          </p:nvSpPr>
          <p:spPr>
            <a:xfrm>
              <a:off x="9142325" y="2127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5" name="pt56045"/>
            <p:cNvSpPr/>
            <p:nvPr/>
          </p:nvSpPr>
          <p:spPr>
            <a:xfrm>
              <a:off x="9044397" y="2019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6" name="pt56046"/>
            <p:cNvSpPr/>
            <p:nvPr/>
          </p:nvSpPr>
          <p:spPr>
            <a:xfrm>
              <a:off x="8580788" y="2203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7" name="pt56047"/>
            <p:cNvSpPr/>
            <p:nvPr/>
          </p:nvSpPr>
          <p:spPr>
            <a:xfrm>
              <a:off x="8845651" y="1966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8" name="pt56048"/>
            <p:cNvSpPr/>
            <p:nvPr/>
          </p:nvSpPr>
          <p:spPr>
            <a:xfrm>
              <a:off x="8894537" y="2034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9" name="pt56049"/>
            <p:cNvSpPr/>
            <p:nvPr/>
          </p:nvSpPr>
          <p:spPr>
            <a:xfrm>
              <a:off x="9707347" y="1735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0" name="pt56050"/>
            <p:cNvSpPr/>
            <p:nvPr/>
          </p:nvSpPr>
          <p:spPr>
            <a:xfrm>
              <a:off x="8856549" y="2244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1" name="pt56051"/>
            <p:cNvSpPr/>
            <p:nvPr/>
          </p:nvSpPr>
          <p:spPr>
            <a:xfrm>
              <a:off x="8761156" y="22133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2" name="pt56052"/>
            <p:cNvSpPr/>
            <p:nvPr/>
          </p:nvSpPr>
          <p:spPr>
            <a:xfrm>
              <a:off x="8274318" y="213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3" name="pt56053"/>
            <p:cNvSpPr/>
            <p:nvPr/>
          </p:nvSpPr>
          <p:spPr>
            <a:xfrm>
              <a:off x="9421909" y="2039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4" name="pt56054"/>
            <p:cNvSpPr/>
            <p:nvPr/>
          </p:nvSpPr>
          <p:spPr>
            <a:xfrm>
              <a:off x="8523538" y="2450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5" name="pt56055"/>
            <p:cNvSpPr/>
            <p:nvPr/>
          </p:nvSpPr>
          <p:spPr>
            <a:xfrm>
              <a:off x="8838000" y="2076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6" name="pt56056"/>
            <p:cNvSpPr/>
            <p:nvPr/>
          </p:nvSpPr>
          <p:spPr>
            <a:xfrm>
              <a:off x="8347210" y="2337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7" name="pt56057"/>
            <p:cNvSpPr/>
            <p:nvPr/>
          </p:nvSpPr>
          <p:spPr>
            <a:xfrm>
              <a:off x="8648148" y="2468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8" name="pt56058"/>
            <p:cNvSpPr/>
            <p:nvPr/>
          </p:nvSpPr>
          <p:spPr>
            <a:xfrm>
              <a:off x="9500971" y="2515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9" name="pt56059"/>
            <p:cNvSpPr/>
            <p:nvPr/>
          </p:nvSpPr>
          <p:spPr>
            <a:xfrm>
              <a:off x="9330228" y="1960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0" name="pt56060"/>
            <p:cNvSpPr/>
            <p:nvPr/>
          </p:nvSpPr>
          <p:spPr>
            <a:xfrm>
              <a:off x="8659047" y="2338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1" name="pt56061"/>
            <p:cNvSpPr/>
            <p:nvPr/>
          </p:nvSpPr>
          <p:spPr>
            <a:xfrm>
              <a:off x="9513165" y="239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2" name="pt56062"/>
            <p:cNvSpPr/>
            <p:nvPr/>
          </p:nvSpPr>
          <p:spPr>
            <a:xfrm>
              <a:off x="8471820" y="2275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3" name="pt56063"/>
            <p:cNvSpPr/>
            <p:nvPr/>
          </p:nvSpPr>
          <p:spPr>
            <a:xfrm>
              <a:off x="8439043" y="2416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4" name="pt56064"/>
            <p:cNvSpPr/>
            <p:nvPr/>
          </p:nvSpPr>
          <p:spPr>
            <a:xfrm>
              <a:off x="9275707" y="1931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5" name="pt56065"/>
            <p:cNvSpPr/>
            <p:nvPr/>
          </p:nvSpPr>
          <p:spPr>
            <a:xfrm>
              <a:off x="8913479" y="1711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6" name="pt56066"/>
            <p:cNvSpPr/>
            <p:nvPr/>
          </p:nvSpPr>
          <p:spPr>
            <a:xfrm>
              <a:off x="9071933" y="18684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7" name="pt56067"/>
            <p:cNvSpPr/>
            <p:nvPr/>
          </p:nvSpPr>
          <p:spPr>
            <a:xfrm>
              <a:off x="9059833" y="1657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8" name="pt56068"/>
            <p:cNvSpPr/>
            <p:nvPr/>
          </p:nvSpPr>
          <p:spPr>
            <a:xfrm>
              <a:off x="9005825" y="1509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9" name="pt56069"/>
            <p:cNvSpPr/>
            <p:nvPr/>
          </p:nvSpPr>
          <p:spPr>
            <a:xfrm>
              <a:off x="8964553" y="2279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0" name="pt56070"/>
            <p:cNvSpPr/>
            <p:nvPr/>
          </p:nvSpPr>
          <p:spPr>
            <a:xfrm>
              <a:off x="8669323" y="2341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1" name="pt56071"/>
            <p:cNvSpPr/>
            <p:nvPr/>
          </p:nvSpPr>
          <p:spPr>
            <a:xfrm>
              <a:off x="8873363" y="190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2" name="pt56072"/>
            <p:cNvSpPr/>
            <p:nvPr/>
          </p:nvSpPr>
          <p:spPr>
            <a:xfrm>
              <a:off x="8761156" y="2148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3" name="pt56073"/>
            <p:cNvSpPr/>
            <p:nvPr/>
          </p:nvSpPr>
          <p:spPr>
            <a:xfrm>
              <a:off x="8798858" y="2016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4" name="pt56074"/>
            <p:cNvSpPr/>
            <p:nvPr/>
          </p:nvSpPr>
          <p:spPr>
            <a:xfrm>
              <a:off x="9218071" y="17415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5" name="pt56075"/>
            <p:cNvSpPr/>
            <p:nvPr/>
          </p:nvSpPr>
          <p:spPr>
            <a:xfrm>
              <a:off x="9212805" y="1814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6" name="pt56076"/>
            <p:cNvSpPr/>
            <p:nvPr/>
          </p:nvSpPr>
          <p:spPr>
            <a:xfrm>
              <a:off x="9286988" y="1809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7" name="pt56077"/>
            <p:cNvSpPr/>
            <p:nvPr/>
          </p:nvSpPr>
          <p:spPr>
            <a:xfrm>
              <a:off x="9013348" y="1278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8" name="pt56078"/>
            <p:cNvSpPr/>
            <p:nvPr/>
          </p:nvSpPr>
          <p:spPr>
            <a:xfrm>
              <a:off x="9336196" y="2177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9" name="pt56079"/>
            <p:cNvSpPr/>
            <p:nvPr/>
          </p:nvSpPr>
          <p:spPr>
            <a:xfrm>
              <a:off x="9296080" y="1779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0" name="pt56080"/>
            <p:cNvSpPr/>
            <p:nvPr/>
          </p:nvSpPr>
          <p:spPr>
            <a:xfrm>
              <a:off x="8688264" y="2296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1" name="pt56081"/>
            <p:cNvSpPr/>
            <p:nvPr/>
          </p:nvSpPr>
          <p:spPr>
            <a:xfrm>
              <a:off x="8439043" y="2232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2" name="pt56082"/>
            <p:cNvSpPr/>
            <p:nvPr/>
          </p:nvSpPr>
          <p:spPr>
            <a:xfrm>
              <a:off x="8471820" y="2346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3" name="pt56083"/>
            <p:cNvSpPr/>
            <p:nvPr/>
          </p:nvSpPr>
          <p:spPr>
            <a:xfrm>
              <a:off x="8471820" y="2397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4" name="pt56084"/>
            <p:cNvSpPr/>
            <p:nvPr/>
          </p:nvSpPr>
          <p:spPr>
            <a:xfrm>
              <a:off x="9040639" y="1754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5" name="pt56085"/>
            <p:cNvSpPr/>
            <p:nvPr/>
          </p:nvSpPr>
          <p:spPr>
            <a:xfrm>
              <a:off x="9537091" y="1659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6" name="pt56086"/>
            <p:cNvSpPr/>
            <p:nvPr/>
          </p:nvSpPr>
          <p:spPr>
            <a:xfrm>
              <a:off x="8544712" y="2415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7" name="pt56087"/>
            <p:cNvSpPr/>
            <p:nvPr/>
          </p:nvSpPr>
          <p:spPr>
            <a:xfrm>
              <a:off x="9097658" y="2138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8" name="pt56088"/>
            <p:cNvSpPr/>
            <p:nvPr/>
          </p:nvSpPr>
          <p:spPr>
            <a:xfrm>
              <a:off x="8274318" y="2592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9" name="pt56089"/>
            <p:cNvSpPr/>
            <p:nvPr/>
          </p:nvSpPr>
          <p:spPr>
            <a:xfrm>
              <a:off x="8721041" y="1861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0" name="pt56090"/>
            <p:cNvSpPr/>
            <p:nvPr/>
          </p:nvSpPr>
          <p:spPr>
            <a:xfrm>
              <a:off x="8563654" y="2252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1" name="pt56091"/>
            <p:cNvSpPr/>
            <p:nvPr/>
          </p:nvSpPr>
          <p:spPr>
            <a:xfrm>
              <a:off x="8563654" y="2199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2" name="pt56092"/>
            <p:cNvSpPr/>
            <p:nvPr/>
          </p:nvSpPr>
          <p:spPr>
            <a:xfrm>
              <a:off x="8439043" y="2252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3" name="pt56093"/>
            <p:cNvSpPr/>
            <p:nvPr/>
          </p:nvSpPr>
          <p:spPr>
            <a:xfrm>
              <a:off x="8544712" y="2407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4" name="pt56094"/>
            <p:cNvSpPr/>
            <p:nvPr/>
          </p:nvSpPr>
          <p:spPr>
            <a:xfrm>
              <a:off x="8910892" y="2058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5" name="pt56095"/>
            <p:cNvSpPr/>
            <p:nvPr/>
          </p:nvSpPr>
          <p:spPr>
            <a:xfrm>
              <a:off x="8964553" y="223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6" name="pt56096"/>
            <p:cNvSpPr/>
            <p:nvPr/>
          </p:nvSpPr>
          <p:spPr>
            <a:xfrm>
              <a:off x="8798858" y="1939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7" name="pt56097"/>
            <p:cNvSpPr/>
            <p:nvPr/>
          </p:nvSpPr>
          <p:spPr>
            <a:xfrm>
              <a:off x="9051686" y="2183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8" name="pt56098"/>
            <p:cNvSpPr/>
            <p:nvPr/>
          </p:nvSpPr>
          <p:spPr>
            <a:xfrm>
              <a:off x="8563654" y="2209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9" name="pt56099"/>
            <p:cNvSpPr/>
            <p:nvPr/>
          </p:nvSpPr>
          <p:spPr>
            <a:xfrm>
              <a:off x="8882745" y="1835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0" name="pt56100"/>
            <p:cNvSpPr/>
            <p:nvPr/>
          </p:nvSpPr>
          <p:spPr>
            <a:xfrm>
              <a:off x="8580788" y="2229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1" name="pt56101"/>
            <p:cNvSpPr/>
            <p:nvPr/>
          </p:nvSpPr>
          <p:spPr>
            <a:xfrm>
              <a:off x="9023378" y="1904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2" name="pt56102"/>
            <p:cNvSpPr/>
            <p:nvPr/>
          </p:nvSpPr>
          <p:spPr>
            <a:xfrm>
              <a:off x="8523538" y="230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3" name="pt56103"/>
            <p:cNvSpPr/>
            <p:nvPr/>
          </p:nvSpPr>
          <p:spPr>
            <a:xfrm>
              <a:off x="8596430" y="2277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4" name="pt56104"/>
            <p:cNvSpPr/>
            <p:nvPr/>
          </p:nvSpPr>
          <p:spPr>
            <a:xfrm>
              <a:off x="9187265" y="2022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5" name="pt56105"/>
            <p:cNvSpPr/>
            <p:nvPr/>
          </p:nvSpPr>
          <p:spPr>
            <a:xfrm>
              <a:off x="9074048" y="2049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6" name="pt56106"/>
            <p:cNvSpPr/>
            <p:nvPr/>
          </p:nvSpPr>
          <p:spPr>
            <a:xfrm>
              <a:off x="8982914" y="1880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7" name="pt56107"/>
            <p:cNvSpPr/>
            <p:nvPr/>
          </p:nvSpPr>
          <p:spPr>
            <a:xfrm>
              <a:off x="8856549" y="2183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8" name="pt56108"/>
            <p:cNvSpPr/>
            <p:nvPr/>
          </p:nvSpPr>
          <p:spPr>
            <a:xfrm>
              <a:off x="8888738" y="2052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9" name="pt56109"/>
            <p:cNvSpPr/>
            <p:nvPr/>
          </p:nvSpPr>
          <p:spPr>
            <a:xfrm>
              <a:off x="9188382" y="2022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0" name="pt56110"/>
            <p:cNvSpPr/>
            <p:nvPr/>
          </p:nvSpPr>
          <p:spPr>
            <a:xfrm>
              <a:off x="9296080" y="1761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1" name="pt56111"/>
            <p:cNvSpPr/>
            <p:nvPr/>
          </p:nvSpPr>
          <p:spPr>
            <a:xfrm>
              <a:off x="9030214" y="1725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2" name="pt56112"/>
            <p:cNvSpPr/>
            <p:nvPr/>
          </p:nvSpPr>
          <p:spPr>
            <a:xfrm>
              <a:off x="8767051" y="2055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3" name="pt56113"/>
            <p:cNvSpPr/>
            <p:nvPr/>
          </p:nvSpPr>
          <p:spPr>
            <a:xfrm>
              <a:off x="8964553" y="2303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4" name="pt56114"/>
            <p:cNvSpPr/>
            <p:nvPr/>
          </p:nvSpPr>
          <p:spPr>
            <a:xfrm>
              <a:off x="8274318" y="2406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5" name="pt56115"/>
            <p:cNvSpPr/>
            <p:nvPr/>
          </p:nvSpPr>
          <p:spPr>
            <a:xfrm>
              <a:off x="8767051" y="2093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6" name="pt56116"/>
            <p:cNvSpPr/>
            <p:nvPr/>
          </p:nvSpPr>
          <p:spPr>
            <a:xfrm>
              <a:off x="8788868" y="2056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7" name="pt56117"/>
            <p:cNvSpPr/>
            <p:nvPr/>
          </p:nvSpPr>
          <p:spPr>
            <a:xfrm>
              <a:off x="8956650" y="2292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8" name="pt56118"/>
            <p:cNvSpPr/>
            <p:nvPr/>
          </p:nvSpPr>
          <p:spPr>
            <a:xfrm>
              <a:off x="9045633" y="2175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9" name="pt56119"/>
            <p:cNvSpPr/>
            <p:nvPr/>
          </p:nvSpPr>
          <p:spPr>
            <a:xfrm>
              <a:off x="9148684" y="2073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0" name="pt56120"/>
            <p:cNvSpPr/>
            <p:nvPr/>
          </p:nvSpPr>
          <p:spPr>
            <a:xfrm>
              <a:off x="9567694" y="2377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1" name="pt56121"/>
            <p:cNvSpPr/>
            <p:nvPr/>
          </p:nvSpPr>
          <p:spPr>
            <a:xfrm>
              <a:off x="9171470" y="2018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2" name="pt56122"/>
            <p:cNvSpPr/>
            <p:nvPr/>
          </p:nvSpPr>
          <p:spPr>
            <a:xfrm>
              <a:off x="8982914" y="1785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3" name="pt56123"/>
            <p:cNvSpPr/>
            <p:nvPr/>
          </p:nvSpPr>
          <p:spPr>
            <a:xfrm>
              <a:off x="9544151" y="237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4" name="pt56124"/>
            <p:cNvSpPr/>
            <p:nvPr/>
          </p:nvSpPr>
          <p:spPr>
            <a:xfrm>
              <a:off x="9689893" y="1916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5" name="pt56125"/>
            <p:cNvSpPr/>
            <p:nvPr/>
          </p:nvSpPr>
          <p:spPr>
            <a:xfrm>
              <a:off x="9361481" y="2221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6" name="pt56126"/>
            <p:cNvSpPr/>
            <p:nvPr/>
          </p:nvSpPr>
          <p:spPr>
            <a:xfrm>
              <a:off x="8935223" y="1848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7" name="pt56127"/>
            <p:cNvSpPr/>
            <p:nvPr/>
          </p:nvSpPr>
          <p:spPr>
            <a:xfrm>
              <a:off x="9644062" y="2080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8" name="pt56128"/>
            <p:cNvSpPr/>
            <p:nvPr/>
          </p:nvSpPr>
          <p:spPr>
            <a:xfrm>
              <a:off x="8921023" y="1787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9" name="pt56129"/>
            <p:cNvSpPr/>
            <p:nvPr/>
          </p:nvSpPr>
          <p:spPr>
            <a:xfrm>
              <a:off x="8817313" y="2029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0" name="pt56130"/>
            <p:cNvSpPr/>
            <p:nvPr/>
          </p:nvSpPr>
          <p:spPr>
            <a:xfrm>
              <a:off x="8274318" y="2420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1" name="pt56131"/>
            <p:cNvSpPr/>
            <p:nvPr/>
          </p:nvSpPr>
          <p:spPr>
            <a:xfrm>
              <a:off x="9237719" y="2167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2" name="pt56132"/>
            <p:cNvSpPr/>
            <p:nvPr/>
          </p:nvSpPr>
          <p:spPr>
            <a:xfrm>
              <a:off x="8742215" y="2026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3" name="pt56133"/>
            <p:cNvSpPr/>
            <p:nvPr/>
          </p:nvSpPr>
          <p:spPr>
            <a:xfrm>
              <a:off x="9171470" y="1844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4" name="pt56134"/>
            <p:cNvSpPr/>
            <p:nvPr/>
          </p:nvSpPr>
          <p:spPr>
            <a:xfrm>
              <a:off x="8669323" y="2333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5" name="pt56135"/>
            <p:cNvSpPr/>
            <p:nvPr/>
          </p:nvSpPr>
          <p:spPr>
            <a:xfrm>
              <a:off x="8544712" y="2376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6" name="pt56136"/>
            <p:cNvSpPr/>
            <p:nvPr/>
          </p:nvSpPr>
          <p:spPr>
            <a:xfrm>
              <a:off x="8950486" y="210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7" name="pt56137"/>
            <p:cNvSpPr/>
            <p:nvPr/>
          </p:nvSpPr>
          <p:spPr>
            <a:xfrm>
              <a:off x="8923469" y="1844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8" name="pt56138"/>
            <p:cNvSpPr/>
            <p:nvPr/>
          </p:nvSpPr>
          <p:spPr>
            <a:xfrm>
              <a:off x="8274318" y="2351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9" name="pt56139"/>
            <p:cNvSpPr/>
            <p:nvPr/>
          </p:nvSpPr>
          <p:spPr>
            <a:xfrm>
              <a:off x="8274318" y="2380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0" name="pt56140"/>
            <p:cNvSpPr/>
            <p:nvPr/>
          </p:nvSpPr>
          <p:spPr>
            <a:xfrm>
              <a:off x="8523538" y="2535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1" name="pt56141"/>
            <p:cNvSpPr/>
            <p:nvPr/>
          </p:nvSpPr>
          <p:spPr>
            <a:xfrm>
              <a:off x="9490707" y="2459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2" name="pt56142"/>
            <p:cNvSpPr/>
            <p:nvPr/>
          </p:nvSpPr>
          <p:spPr>
            <a:xfrm>
              <a:off x="9077174" y="1874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3" name="pt56143"/>
            <p:cNvSpPr/>
            <p:nvPr/>
          </p:nvSpPr>
          <p:spPr>
            <a:xfrm>
              <a:off x="8398928" y="2400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4" name="pt56144"/>
            <p:cNvSpPr/>
            <p:nvPr/>
          </p:nvSpPr>
          <p:spPr>
            <a:xfrm>
              <a:off x="9420231" y="15914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5" name="pt56145"/>
            <p:cNvSpPr/>
            <p:nvPr/>
          </p:nvSpPr>
          <p:spPr>
            <a:xfrm>
              <a:off x="8523538" y="2625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6" name="pt56146"/>
            <p:cNvSpPr/>
            <p:nvPr/>
          </p:nvSpPr>
          <p:spPr>
            <a:xfrm>
              <a:off x="9877988" y="2371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7" name="pt56147"/>
            <p:cNvSpPr/>
            <p:nvPr/>
          </p:nvSpPr>
          <p:spPr>
            <a:xfrm>
              <a:off x="9065434" y="1759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8" name="pt56148"/>
            <p:cNvSpPr/>
            <p:nvPr/>
          </p:nvSpPr>
          <p:spPr>
            <a:xfrm>
              <a:off x="8580788" y="2285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9" name="pt56149"/>
            <p:cNvSpPr/>
            <p:nvPr/>
          </p:nvSpPr>
          <p:spPr>
            <a:xfrm>
              <a:off x="8580788" y="23520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0" name="pt56150"/>
            <p:cNvSpPr/>
            <p:nvPr/>
          </p:nvSpPr>
          <p:spPr>
            <a:xfrm>
              <a:off x="8812874" y="2322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1" name="pt56151"/>
            <p:cNvSpPr/>
            <p:nvPr/>
          </p:nvSpPr>
          <p:spPr>
            <a:xfrm>
              <a:off x="9116046" y="1910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2" name="pt56152"/>
            <p:cNvSpPr/>
            <p:nvPr/>
          </p:nvSpPr>
          <p:spPr>
            <a:xfrm>
              <a:off x="8659047" y="2305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3" name="pt56153"/>
            <p:cNvSpPr/>
            <p:nvPr/>
          </p:nvSpPr>
          <p:spPr>
            <a:xfrm>
              <a:off x="9097658" y="2161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4" name="pt56154"/>
            <p:cNvSpPr/>
            <p:nvPr/>
          </p:nvSpPr>
          <p:spPr>
            <a:xfrm>
              <a:off x="9502529" y="2578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5" name="pt56155"/>
            <p:cNvSpPr/>
            <p:nvPr/>
          </p:nvSpPr>
          <p:spPr>
            <a:xfrm>
              <a:off x="8499532" y="2574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6" name="pt56156"/>
            <p:cNvSpPr/>
            <p:nvPr/>
          </p:nvSpPr>
          <p:spPr>
            <a:xfrm>
              <a:off x="9189492" y="2173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7" name="pt56157"/>
            <p:cNvSpPr/>
            <p:nvPr/>
          </p:nvSpPr>
          <p:spPr>
            <a:xfrm>
              <a:off x="8973968" y="1955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8" name="pt56158"/>
            <p:cNvSpPr/>
            <p:nvPr/>
          </p:nvSpPr>
          <p:spPr>
            <a:xfrm>
              <a:off x="8274318" y="2393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9" name="pt56159"/>
            <p:cNvSpPr/>
            <p:nvPr/>
          </p:nvSpPr>
          <p:spPr>
            <a:xfrm>
              <a:off x="8439043" y="2474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0" name="pt56160"/>
            <p:cNvSpPr/>
            <p:nvPr/>
          </p:nvSpPr>
          <p:spPr>
            <a:xfrm>
              <a:off x="8958659" y="2244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1" name="pt56161"/>
            <p:cNvSpPr/>
            <p:nvPr/>
          </p:nvSpPr>
          <p:spPr>
            <a:xfrm>
              <a:off x="8870124" y="2094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2" name="pt56162"/>
            <p:cNvSpPr/>
            <p:nvPr/>
          </p:nvSpPr>
          <p:spPr>
            <a:xfrm>
              <a:off x="8879672" y="2003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3" name="pt56163"/>
            <p:cNvSpPr/>
            <p:nvPr/>
          </p:nvSpPr>
          <p:spPr>
            <a:xfrm>
              <a:off x="8274318" y="2414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4" name="pt56164"/>
            <p:cNvSpPr/>
            <p:nvPr/>
          </p:nvSpPr>
          <p:spPr>
            <a:xfrm>
              <a:off x="9488519" y="2361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5" name="pt56165"/>
            <p:cNvSpPr/>
            <p:nvPr/>
          </p:nvSpPr>
          <p:spPr>
            <a:xfrm>
              <a:off x="8952564" y="2073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6" name="pt56166"/>
            <p:cNvSpPr/>
            <p:nvPr/>
          </p:nvSpPr>
          <p:spPr>
            <a:xfrm>
              <a:off x="9057543" y="1748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7" name="pt56167"/>
            <p:cNvSpPr/>
            <p:nvPr/>
          </p:nvSpPr>
          <p:spPr>
            <a:xfrm>
              <a:off x="9407038" y="2152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8" name="pt56168"/>
            <p:cNvSpPr/>
            <p:nvPr/>
          </p:nvSpPr>
          <p:spPr>
            <a:xfrm>
              <a:off x="8471820" y="2523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9" name="pt56169"/>
            <p:cNvSpPr/>
            <p:nvPr/>
          </p:nvSpPr>
          <p:spPr>
            <a:xfrm>
              <a:off x="8697035" y="2225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0" name="pt56170"/>
            <p:cNvSpPr/>
            <p:nvPr/>
          </p:nvSpPr>
          <p:spPr>
            <a:xfrm>
              <a:off x="8563654" y="2251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1" name="pt56171"/>
            <p:cNvSpPr/>
            <p:nvPr/>
          </p:nvSpPr>
          <p:spPr>
            <a:xfrm>
              <a:off x="8347210" y="2427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2" name="pt56172"/>
            <p:cNvSpPr/>
            <p:nvPr/>
          </p:nvSpPr>
          <p:spPr>
            <a:xfrm>
              <a:off x="8659047" y="2315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3" name="pt56173"/>
            <p:cNvSpPr/>
            <p:nvPr/>
          </p:nvSpPr>
          <p:spPr>
            <a:xfrm>
              <a:off x="8659047" y="2403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4" name="pt56174"/>
            <p:cNvSpPr/>
            <p:nvPr/>
          </p:nvSpPr>
          <p:spPr>
            <a:xfrm>
              <a:off x="9562976" y="2327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5" name="pt56175"/>
            <p:cNvSpPr/>
            <p:nvPr/>
          </p:nvSpPr>
          <p:spPr>
            <a:xfrm>
              <a:off x="9220880" y="1796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6" name="pt56176"/>
            <p:cNvSpPr/>
            <p:nvPr/>
          </p:nvSpPr>
          <p:spPr>
            <a:xfrm>
              <a:off x="9199706" y="2099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7" name="pt56177"/>
            <p:cNvSpPr/>
            <p:nvPr/>
          </p:nvSpPr>
          <p:spPr>
            <a:xfrm>
              <a:off x="9097658" y="2110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8" name="pt56178"/>
            <p:cNvSpPr/>
            <p:nvPr/>
          </p:nvSpPr>
          <p:spPr>
            <a:xfrm>
              <a:off x="8939717" y="2077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9" name="pt56179"/>
            <p:cNvSpPr/>
            <p:nvPr/>
          </p:nvSpPr>
          <p:spPr>
            <a:xfrm>
              <a:off x="8778290" y="2183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0" name="pt56180"/>
            <p:cNvSpPr/>
            <p:nvPr/>
          </p:nvSpPr>
          <p:spPr>
            <a:xfrm>
              <a:off x="8544712" y="2423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1" name="pt56181"/>
            <p:cNvSpPr/>
            <p:nvPr/>
          </p:nvSpPr>
          <p:spPr>
            <a:xfrm>
              <a:off x="9689893" y="1438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2" name="pt56182"/>
            <p:cNvSpPr/>
            <p:nvPr/>
          </p:nvSpPr>
          <p:spPr>
            <a:xfrm>
              <a:off x="8688264" y="2321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3" name="pt56183"/>
            <p:cNvSpPr/>
            <p:nvPr/>
          </p:nvSpPr>
          <p:spPr>
            <a:xfrm>
              <a:off x="9247994" y="2102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4" name="pt56184"/>
            <p:cNvSpPr/>
            <p:nvPr/>
          </p:nvSpPr>
          <p:spPr>
            <a:xfrm>
              <a:off x="9187265" y="2062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5" name="pt56185"/>
            <p:cNvSpPr/>
            <p:nvPr/>
          </p:nvSpPr>
          <p:spPr>
            <a:xfrm>
              <a:off x="8721041" y="2211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6" name="pt56186"/>
            <p:cNvSpPr/>
            <p:nvPr/>
          </p:nvSpPr>
          <p:spPr>
            <a:xfrm>
              <a:off x="8812874" y="2093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7" name="pt56187"/>
            <p:cNvSpPr/>
            <p:nvPr/>
          </p:nvSpPr>
          <p:spPr>
            <a:xfrm>
              <a:off x="8688264" y="2348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8" name="pt56188"/>
            <p:cNvSpPr/>
            <p:nvPr/>
          </p:nvSpPr>
          <p:spPr>
            <a:xfrm>
              <a:off x="8439043" y="2238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9" name="pt56189"/>
            <p:cNvSpPr/>
            <p:nvPr/>
          </p:nvSpPr>
          <p:spPr>
            <a:xfrm>
              <a:off x="8897369" y="2091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0" name="pt56190"/>
            <p:cNvSpPr/>
            <p:nvPr/>
          </p:nvSpPr>
          <p:spPr>
            <a:xfrm>
              <a:off x="8954618" y="2262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1" name="pt56191"/>
            <p:cNvSpPr/>
            <p:nvPr/>
          </p:nvSpPr>
          <p:spPr>
            <a:xfrm>
              <a:off x="9262568" y="21451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2" name="pt56192"/>
            <p:cNvSpPr/>
            <p:nvPr/>
          </p:nvSpPr>
          <p:spPr>
            <a:xfrm>
              <a:off x="8772758" y="2059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3" name="pt56193"/>
            <p:cNvSpPr/>
            <p:nvPr/>
          </p:nvSpPr>
          <p:spPr>
            <a:xfrm>
              <a:off x="8439043" y="2342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4" name="pt56194"/>
            <p:cNvSpPr/>
            <p:nvPr/>
          </p:nvSpPr>
          <p:spPr>
            <a:xfrm>
              <a:off x="8688264" y="2258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5" name="pt56195"/>
            <p:cNvSpPr/>
            <p:nvPr/>
          </p:nvSpPr>
          <p:spPr>
            <a:xfrm>
              <a:off x="9034195" y="1676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6" name="pt56196"/>
            <p:cNvSpPr/>
            <p:nvPr/>
          </p:nvSpPr>
          <p:spPr>
            <a:xfrm>
              <a:off x="9437742" y="1919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7" name="pt56197"/>
            <p:cNvSpPr/>
            <p:nvPr/>
          </p:nvSpPr>
          <p:spPr>
            <a:xfrm>
              <a:off x="8659047" y="2413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8" name="pt56198"/>
            <p:cNvSpPr/>
            <p:nvPr/>
          </p:nvSpPr>
          <p:spPr>
            <a:xfrm>
              <a:off x="9482767" y="2406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9" name="pt56199"/>
            <p:cNvSpPr/>
            <p:nvPr/>
          </p:nvSpPr>
          <p:spPr>
            <a:xfrm>
              <a:off x="8870124" y="2230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0" name="pt56200"/>
            <p:cNvSpPr/>
            <p:nvPr/>
          </p:nvSpPr>
          <p:spPr>
            <a:xfrm>
              <a:off x="9367540" y="2120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1" name="pt56201"/>
            <p:cNvSpPr/>
            <p:nvPr/>
          </p:nvSpPr>
          <p:spPr>
            <a:xfrm>
              <a:off x="9317391" y="2199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2" name="pt56202"/>
            <p:cNvSpPr/>
            <p:nvPr/>
          </p:nvSpPr>
          <p:spPr>
            <a:xfrm>
              <a:off x="8274318" y="263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3" name="pt56203"/>
            <p:cNvSpPr/>
            <p:nvPr/>
          </p:nvSpPr>
          <p:spPr>
            <a:xfrm>
              <a:off x="8817313" y="210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4" name="pt56204"/>
            <p:cNvSpPr/>
            <p:nvPr/>
          </p:nvSpPr>
          <p:spPr>
            <a:xfrm>
              <a:off x="9110123" y="2090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5" name="pt56205"/>
            <p:cNvSpPr/>
            <p:nvPr/>
          </p:nvSpPr>
          <p:spPr>
            <a:xfrm>
              <a:off x="8471820" y="2323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6" name="pt56206"/>
            <p:cNvSpPr/>
            <p:nvPr/>
          </p:nvSpPr>
          <p:spPr>
            <a:xfrm>
              <a:off x="9717541" y="2267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7" name="pt56207"/>
            <p:cNvSpPr/>
            <p:nvPr/>
          </p:nvSpPr>
          <p:spPr>
            <a:xfrm>
              <a:off x="8659047" y="2397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8" name="pt56208"/>
            <p:cNvSpPr/>
            <p:nvPr/>
          </p:nvSpPr>
          <p:spPr>
            <a:xfrm>
              <a:off x="8728379" y="2005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9" name="pt56209"/>
            <p:cNvSpPr/>
            <p:nvPr/>
          </p:nvSpPr>
          <p:spPr>
            <a:xfrm>
              <a:off x="9059833" y="1870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0" name="pt56210"/>
            <p:cNvSpPr/>
            <p:nvPr/>
          </p:nvSpPr>
          <p:spPr>
            <a:xfrm>
              <a:off x="8347210" y="2365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1" name="pt56211"/>
            <p:cNvSpPr/>
            <p:nvPr/>
          </p:nvSpPr>
          <p:spPr>
            <a:xfrm>
              <a:off x="9413835" y="19690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2" name="pt56212"/>
            <p:cNvSpPr/>
            <p:nvPr/>
          </p:nvSpPr>
          <p:spPr>
            <a:xfrm>
              <a:off x="8499532" y="236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3" name="pt56213"/>
            <p:cNvSpPr/>
            <p:nvPr/>
          </p:nvSpPr>
          <p:spPr>
            <a:xfrm>
              <a:off x="9525526" y="1613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4" name="pt56214"/>
            <p:cNvSpPr/>
            <p:nvPr/>
          </p:nvSpPr>
          <p:spPr>
            <a:xfrm>
              <a:off x="8471820" y="2313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5" name="pt56215"/>
            <p:cNvSpPr/>
            <p:nvPr/>
          </p:nvSpPr>
          <p:spPr>
            <a:xfrm>
              <a:off x="8876545" y="1731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6" name="pt56216"/>
            <p:cNvSpPr/>
            <p:nvPr/>
          </p:nvSpPr>
          <p:spPr>
            <a:xfrm>
              <a:off x="8499532" y="2487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7" name="pt56217"/>
            <p:cNvSpPr/>
            <p:nvPr/>
          </p:nvSpPr>
          <p:spPr>
            <a:xfrm>
              <a:off x="9126552" y="2017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8" name="pt56218"/>
            <p:cNvSpPr/>
            <p:nvPr/>
          </p:nvSpPr>
          <p:spPr>
            <a:xfrm>
              <a:off x="8610820" y="2064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9" name="pt56219"/>
            <p:cNvSpPr/>
            <p:nvPr/>
          </p:nvSpPr>
          <p:spPr>
            <a:xfrm>
              <a:off x="8544712" y="2376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0" name="pt56220"/>
            <p:cNvSpPr/>
            <p:nvPr/>
          </p:nvSpPr>
          <p:spPr>
            <a:xfrm>
              <a:off x="8728379" y="2054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1" name="pt56221"/>
            <p:cNvSpPr/>
            <p:nvPr/>
          </p:nvSpPr>
          <p:spPr>
            <a:xfrm>
              <a:off x="8580788" y="2364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2" name="pt56222"/>
            <p:cNvSpPr/>
            <p:nvPr/>
          </p:nvSpPr>
          <p:spPr>
            <a:xfrm>
              <a:off x="8347210" y="2319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3" name="pt56223"/>
            <p:cNvSpPr/>
            <p:nvPr/>
          </p:nvSpPr>
          <p:spPr>
            <a:xfrm>
              <a:off x="8937484" y="2115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4" name="pt56224"/>
            <p:cNvSpPr/>
            <p:nvPr/>
          </p:nvSpPr>
          <p:spPr>
            <a:xfrm>
              <a:off x="8948383" y="2152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5" name="pt56225"/>
            <p:cNvSpPr/>
            <p:nvPr/>
          </p:nvSpPr>
          <p:spPr>
            <a:xfrm>
              <a:off x="9693515" y="1803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6" name="pt56226"/>
            <p:cNvSpPr/>
            <p:nvPr/>
          </p:nvSpPr>
          <p:spPr>
            <a:xfrm>
              <a:off x="9220880" y="1915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7" name="pt56227"/>
            <p:cNvSpPr/>
            <p:nvPr/>
          </p:nvSpPr>
          <p:spPr>
            <a:xfrm>
              <a:off x="9681061" y="2533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8" name="pt56228"/>
            <p:cNvSpPr/>
            <p:nvPr/>
          </p:nvSpPr>
          <p:spPr>
            <a:xfrm>
              <a:off x="8648148" y="2408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9" name="pt56229"/>
            <p:cNvSpPr/>
            <p:nvPr/>
          </p:nvSpPr>
          <p:spPr>
            <a:xfrm>
              <a:off x="9519804" y="2530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0" name="pt56230"/>
            <p:cNvSpPr/>
            <p:nvPr/>
          </p:nvSpPr>
          <p:spPr>
            <a:xfrm>
              <a:off x="8523538" y="2533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1" name="pt56231"/>
            <p:cNvSpPr/>
            <p:nvPr/>
          </p:nvSpPr>
          <p:spPr>
            <a:xfrm>
              <a:off x="9118525" y="2107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2" name="pt56232"/>
            <p:cNvSpPr/>
            <p:nvPr/>
          </p:nvSpPr>
          <p:spPr>
            <a:xfrm>
              <a:off x="9717541" y="2269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3" name="pt56233"/>
            <p:cNvSpPr/>
            <p:nvPr/>
          </p:nvSpPr>
          <p:spPr>
            <a:xfrm>
              <a:off x="9286988" y="1905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4" name="pt56234"/>
            <p:cNvSpPr/>
            <p:nvPr/>
          </p:nvSpPr>
          <p:spPr>
            <a:xfrm>
              <a:off x="9187265" y="2070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5" name="pt56235"/>
            <p:cNvSpPr/>
            <p:nvPr/>
          </p:nvSpPr>
          <p:spPr>
            <a:xfrm>
              <a:off x="8870124" y="2311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6" name="pt56236"/>
            <p:cNvSpPr/>
            <p:nvPr/>
          </p:nvSpPr>
          <p:spPr>
            <a:xfrm>
              <a:off x="8778290" y="2154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7" name="pt56237"/>
            <p:cNvSpPr/>
            <p:nvPr/>
          </p:nvSpPr>
          <p:spPr>
            <a:xfrm>
              <a:off x="8841866" y="1907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8" name="pt56238"/>
            <p:cNvSpPr/>
            <p:nvPr/>
          </p:nvSpPr>
          <p:spPr>
            <a:xfrm>
              <a:off x="8636546" y="23868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9" name="pt56239"/>
            <p:cNvSpPr/>
            <p:nvPr/>
          </p:nvSpPr>
          <p:spPr>
            <a:xfrm>
              <a:off x="9310188" y="2114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0" name="pt56240"/>
            <p:cNvSpPr/>
            <p:nvPr/>
          </p:nvSpPr>
          <p:spPr>
            <a:xfrm>
              <a:off x="8742215" y="224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1" name="pt56241"/>
            <p:cNvSpPr/>
            <p:nvPr/>
          </p:nvSpPr>
          <p:spPr>
            <a:xfrm>
              <a:off x="8930613" y="1797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2" name="pt56242"/>
            <p:cNvSpPr/>
            <p:nvPr/>
          </p:nvSpPr>
          <p:spPr>
            <a:xfrm>
              <a:off x="8471820" y="2337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3" name="pt56243"/>
            <p:cNvSpPr/>
            <p:nvPr/>
          </p:nvSpPr>
          <p:spPr>
            <a:xfrm>
              <a:off x="8975793" y="1915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4" name="pt56244"/>
            <p:cNvSpPr/>
            <p:nvPr/>
          </p:nvSpPr>
          <p:spPr>
            <a:xfrm>
              <a:off x="8923469" y="1946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5" name="pt56245"/>
            <p:cNvSpPr/>
            <p:nvPr/>
          </p:nvSpPr>
          <p:spPr>
            <a:xfrm>
              <a:off x="9090127" y="1634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6" name="pt56246"/>
            <p:cNvSpPr/>
            <p:nvPr/>
          </p:nvSpPr>
          <p:spPr>
            <a:xfrm>
              <a:off x="8580788" y="2218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7" name="pt56247"/>
            <p:cNvSpPr/>
            <p:nvPr/>
          </p:nvSpPr>
          <p:spPr>
            <a:xfrm>
              <a:off x="8939717" y="2123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8" name="pt56248"/>
            <p:cNvSpPr/>
            <p:nvPr/>
          </p:nvSpPr>
          <p:spPr>
            <a:xfrm>
              <a:off x="8841866" y="1935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9" name="pt56249"/>
            <p:cNvSpPr/>
            <p:nvPr/>
          </p:nvSpPr>
          <p:spPr>
            <a:xfrm>
              <a:off x="9597877" y="2210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0" name="pt56250"/>
            <p:cNvSpPr/>
            <p:nvPr/>
          </p:nvSpPr>
          <p:spPr>
            <a:xfrm>
              <a:off x="9005825" y="1680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1" name="pt56251"/>
            <p:cNvSpPr/>
            <p:nvPr/>
          </p:nvSpPr>
          <p:spPr>
            <a:xfrm>
              <a:off x="8705398" y="2082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2" name="pt56252"/>
            <p:cNvSpPr/>
            <p:nvPr/>
          </p:nvSpPr>
          <p:spPr>
            <a:xfrm>
              <a:off x="8910892" y="1944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3" name="pt56253"/>
            <p:cNvSpPr/>
            <p:nvPr/>
          </p:nvSpPr>
          <p:spPr>
            <a:xfrm>
              <a:off x="8580788" y="2288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4" name="pt56254"/>
            <p:cNvSpPr/>
            <p:nvPr/>
          </p:nvSpPr>
          <p:spPr>
            <a:xfrm>
              <a:off x="8721041" y="1968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5" name="pt56255"/>
            <p:cNvSpPr/>
            <p:nvPr/>
          </p:nvSpPr>
          <p:spPr>
            <a:xfrm>
              <a:off x="8688264" y="2265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6" name="pt56256"/>
            <p:cNvSpPr/>
            <p:nvPr/>
          </p:nvSpPr>
          <p:spPr>
            <a:xfrm>
              <a:off x="9187265" y="2081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7" name="pt56257"/>
            <p:cNvSpPr/>
            <p:nvPr/>
          </p:nvSpPr>
          <p:spPr>
            <a:xfrm>
              <a:off x="9442137" y="2039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8" name="pt56258"/>
            <p:cNvSpPr/>
            <p:nvPr/>
          </p:nvSpPr>
          <p:spPr>
            <a:xfrm>
              <a:off x="9743490" y="2199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9" name="pt56259"/>
            <p:cNvSpPr/>
            <p:nvPr/>
          </p:nvSpPr>
          <p:spPr>
            <a:xfrm>
              <a:off x="8748753" y="2089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0" name="pt56260"/>
            <p:cNvSpPr/>
            <p:nvPr/>
          </p:nvSpPr>
          <p:spPr>
            <a:xfrm>
              <a:off x="8274318" y="2443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1" name="pt56261"/>
            <p:cNvSpPr/>
            <p:nvPr/>
          </p:nvSpPr>
          <p:spPr>
            <a:xfrm>
              <a:off x="8274318" y="2228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2" name="pt56262"/>
            <p:cNvSpPr/>
            <p:nvPr/>
          </p:nvSpPr>
          <p:spPr>
            <a:xfrm>
              <a:off x="8935223" y="1882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3" name="pt56263"/>
            <p:cNvSpPr/>
            <p:nvPr/>
          </p:nvSpPr>
          <p:spPr>
            <a:xfrm>
              <a:off x="8735430" y="2106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4" name="pt56264"/>
            <p:cNvSpPr/>
            <p:nvPr/>
          </p:nvSpPr>
          <p:spPr>
            <a:xfrm>
              <a:off x="9077174" y="2008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5" name="pt56265"/>
            <p:cNvSpPr/>
            <p:nvPr/>
          </p:nvSpPr>
          <p:spPr>
            <a:xfrm>
              <a:off x="8679043" y="2288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6" name="pt56266"/>
            <p:cNvSpPr/>
            <p:nvPr/>
          </p:nvSpPr>
          <p:spPr>
            <a:xfrm>
              <a:off x="8398928" y="2392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7" name="pt56267"/>
            <p:cNvSpPr/>
            <p:nvPr/>
          </p:nvSpPr>
          <p:spPr>
            <a:xfrm>
              <a:off x="8772758" y="2038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8" name="pt56268"/>
            <p:cNvSpPr/>
            <p:nvPr/>
          </p:nvSpPr>
          <p:spPr>
            <a:xfrm>
              <a:off x="9281436" y="1825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9" name="pt56269"/>
            <p:cNvSpPr/>
            <p:nvPr/>
          </p:nvSpPr>
          <p:spPr>
            <a:xfrm>
              <a:off x="9286988" y="1859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0" name="pt56270"/>
            <p:cNvSpPr/>
            <p:nvPr/>
          </p:nvSpPr>
          <p:spPr>
            <a:xfrm>
              <a:off x="9243545" y="2052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1" name="pt56271"/>
            <p:cNvSpPr/>
            <p:nvPr/>
          </p:nvSpPr>
          <p:spPr>
            <a:xfrm>
              <a:off x="8563654" y="1988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2" name="pt56272"/>
            <p:cNvSpPr/>
            <p:nvPr/>
          </p:nvSpPr>
          <p:spPr>
            <a:xfrm>
              <a:off x="8986371" y="1783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3" name="pt56273"/>
            <p:cNvSpPr/>
            <p:nvPr/>
          </p:nvSpPr>
          <p:spPr>
            <a:xfrm>
              <a:off x="8793933" y="2186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4" name="pt56274"/>
            <p:cNvSpPr/>
            <p:nvPr/>
          </p:nvSpPr>
          <p:spPr>
            <a:xfrm>
              <a:off x="8755061" y="2328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5" name="pt56275"/>
            <p:cNvSpPr/>
            <p:nvPr/>
          </p:nvSpPr>
          <p:spPr>
            <a:xfrm>
              <a:off x="8783657" y="21569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6" name="pt56276"/>
            <p:cNvSpPr/>
            <p:nvPr/>
          </p:nvSpPr>
          <p:spPr>
            <a:xfrm>
              <a:off x="9187265" y="2060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7" name="pt56277"/>
            <p:cNvSpPr/>
            <p:nvPr/>
          </p:nvSpPr>
          <p:spPr>
            <a:xfrm>
              <a:off x="8788868" y="2047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8" name="pt56278"/>
            <p:cNvSpPr/>
            <p:nvPr/>
          </p:nvSpPr>
          <p:spPr>
            <a:xfrm>
              <a:off x="8697035" y="229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9" name="pt56279"/>
            <p:cNvSpPr/>
            <p:nvPr/>
          </p:nvSpPr>
          <p:spPr>
            <a:xfrm>
              <a:off x="8624143" y="2398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0" name="pt56280"/>
            <p:cNvSpPr/>
            <p:nvPr/>
          </p:nvSpPr>
          <p:spPr>
            <a:xfrm>
              <a:off x="8439043" y="2329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1" name="pt56281"/>
            <p:cNvSpPr/>
            <p:nvPr/>
          </p:nvSpPr>
          <p:spPr>
            <a:xfrm>
              <a:off x="8580788" y="2336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2" name="pt56282"/>
            <p:cNvSpPr/>
            <p:nvPr/>
          </p:nvSpPr>
          <p:spPr>
            <a:xfrm>
              <a:off x="9124182" y="1927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3" name="pt56283"/>
            <p:cNvSpPr/>
            <p:nvPr/>
          </p:nvSpPr>
          <p:spPr>
            <a:xfrm>
              <a:off x="8439043" y="223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4" name="pt56284"/>
            <p:cNvSpPr/>
            <p:nvPr/>
          </p:nvSpPr>
          <p:spPr>
            <a:xfrm>
              <a:off x="9223646" y="1911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5" name="pt56285"/>
            <p:cNvSpPr/>
            <p:nvPr/>
          </p:nvSpPr>
          <p:spPr>
            <a:xfrm>
              <a:off x="8347210" y="2438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6" name="pt56286"/>
            <p:cNvSpPr/>
            <p:nvPr/>
          </p:nvSpPr>
          <p:spPr>
            <a:xfrm>
              <a:off x="8274318" y="2400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7" name="pt56287"/>
            <p:cNvSpPr/>
            <p:nvPr/>
          </p:nvSpPr>
          <p:spPr>
            <a:xfrm>
              <a:off x="8596430" y="2232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8" name="pt56288"/>
            <p:cNvSpPr/>
            <p:nvPr/>
          </p:nvSpPr>
          <p:spPr>
            <a:xfrm>
              <a:off x="8544712" y="2216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9" name="pt56289"/>
            <p:cNvSpPr/>
            <p:nvPr/>
          </p:nvSpPr>
          <p:spPr>
            <a:xfrm>
              <a:off x="9265854" y="2199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0" name="pt56290"/>
            <p:cNvSpPr/>
            <p:nvPr/>
          </p:nvSpPr>
          <p:spPr>
            <a:xfrm>
              <a:off x="8856549" y="2170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1" name="pt56291"/>
            <p:cNvSpPr/>
            <p:nvPr/>
          </p:nvSpPr>
          <p:spPr>
            <a:xfrm>
              <a:off x="8910892" y="211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2" name="pt56292"/>
            <p:cNvSpPr/>
            <p:nvPr/>
          </p:nvSpPr>
          <p:spPr>
            <a:xfrm>
              <a:off x="9016271" y="1916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3" name="pt56293"/>
            <p:cNvSpPr/>
            <p:nvPr/>
          </p:nvSpPr>
          <p:spPr>
            <a:xfrm>
              <a:off x="8544712" y="2182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4" name="pt56294"/>
            <p:cNvSpPr/>
            <p:nvPr/>
          </p:nvSpPr>
          <p:spPr>
            <a:xfrm>
              <a:off x="8973968" y="1909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5" name="pt56295"/>
            <p:cNvSpPr/>
            <p:nvPr/>
          </p:nvSpPr>
          <p:spPr>
            <a:xfrm>
              <a:off x="8439043" y="2177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6" name="pt56296"/>
            <p:cNvSpPr/>
            <p:nvPr/>
          </p:nvSpPr>
          <p:spPr>
            <a:xfrm>
              <a:off x="8841866" y="1872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7" name="pt56297"/>
            <p:cNvSpPr/>
            <p:nvPr/>
          </p:nvSpPr>
          <p:spPr>
            <a:xfrm>
              <a:off x="9363803" y="2037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8" name="pt56298"/>
            <p:cNvSpPr/>
            <p:nvPr/>
          </p:nvSpPr>
          <p:spPr>
            <a:xfrm>
              <a:off x="8439043" y="2282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9" name="pt56299"/>
            <p:cNvSpPr/>
            <p:nvPr/>
          </p:nvSpPr>
          <p:spPr>
            <a:xfrm>
              <a:off x="8563654" y="2126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0" name="pt56300"/>
            <p:cNvSpPr/>
            <p:nvPr/>
          </p:nvSpPr>
          <p:spPr>
            <a:xfrm>
              <a:off x="8398928" y="2364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1" name="pt56301"/>
            <p:cNvSpPr/>
            <p:nvPr/>
          </p:nvSpPr>
          <p:spPr>
            <a:xfrm>
              <a:off x="9331236" y="2177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2" name="pt56302"/>
            <p:cNvSpPr/>
            <p:nvPr/>
          </p:nvSpPr>
          <p:spPr>
            <a:xfrm>
              <a:off x="9439815" y="1858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3" name="pt56303"/>
            <p:cNvSpPr/>
            <p:nvPr/>
          </p:nvSpPr>
          <p:spPr>
            <a:xfrm>
              <a:off x="9026144" y="1752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4" name="pt56304"/>
            <p:cNvSpPr/>
            <p:nvPr/>
          </p:nvSpPr>
          <p:spPr>
            <a:xfrm>
              <a:off x="9203327" y="1806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5" name="pt56305"/>
            <p:cNvSpPr/>
            <p:nvPr/>
          </p:nvSpPr>
          <p:spPr>
            <a:xfrm>
              <a:off x="9439678" y="1867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6" name="pt56306"/>
            <p:cNvSpPr/>
            <p:nvPr/>
          </p:nvSpPr>
          <p:spPr>
            <a:xfrm>
              <a:off x="9266215" y="2049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7" name="pt56307"/>
            <p:cNvSpPr/>
            <p:nvPr/>
          </p:nvSpPr>
          <p:spPr>
            <a:xfrm>
              <a:off x="9049289" y="2257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8" name="pt56308"/>
            <p:cNvSpPr/>
            <p:nvPr/>
          </p:nvSpPr>
          <p:spPr>
            <a:xfrm>
              <a:off x="9149376" y="2087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9" name="pt56309"/>
            <p:cNvSpPr/>
            <p:nvPr/>
          </p:nvSpPr>
          <p:spPr>
            <a:xfrm>
              <a:off x="9127336" y="20624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0" name="pt56310"/>
            <p:cNvSpPr/>
            <p:nvPr/>
          </p:nvSpPr>
          <p:spPr>
            <a:xfrm>
              <a:off x="8913479" y="1810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1" name="pt56311"/>
            <p:cNvSpPr/>
            <p:nvPr/>
          </p:nvSpPr>
          <p:spPr>
            <a:xfrm>
              <a:off x="8721041" y="2061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2" name="pt56312"/>
            <p:cNvSpPr/>
            <p:nvPr/>
          </p:nvSpPr>
          <p:spPr>
            <a:xfrm>
              <a:off x="8471820" y="239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3" name="pt56313"/>
            <p:cNvSpPr/>
            <p:nvPr/>
          </p:nvSpPr>
          <p:spPr>
            <a:xfrm>
              <a:off x="8825875" y="2059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4" name="pt56314"/>
            <p:cNvSpPr/>
            <p:nvPr/>
          </p:nvSpPr>
          <p:spPr>
            <a:xfrm>
              <a:off x="8962610" y="2239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5" name="pt56315"/>
            <p:cNvSpPr/>
            <p:nvPr/>
          </p:nvSpPr>
          <p:spPr>
            <a:xfrm>
              <a:off x="8439043" y="2312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6" name="pt56316"/>
            <p:cNvSpPr/>
            <p:nvPr/>
          </p:nvSpPr>
          <p:spPr>
            <a:xfrm>
              <a:off x="8821645" y="2022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7" name="pt56317"/>
            <p:cNvSpPr/>
            <p:nvPr/>
          </p:nvSpPr>
          <p:spPr>
            <a:xfrm>
              <a:off x="9525526" y="1800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8" name="pt56318"/>
            <p:cNvSpPr/>
            <p:nvPr/>
          </p:nvSpPr>
          <p:spPr>
            <a:xfrm>
              <a:off x="9054052" y="2134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9" name="pt56319"/>
            <p:cNvSpPr/>
            <p:nvPr/>
          </p:nvSpPr>
          <p:spPr>
            <a:xfrm>
              <a:off x="8952564" y="2262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0" name="pt56320"/>
            <p:cNvSpPr/>
            <p:nvPr/>
          </p:nvSpPr>
          <p:spPr>
            <a:xfrm>
              <a:off x="8347210" y="2425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1" name="pt56321"/>
            <p:cNvSpPr/>
            <p:nvPr/>
          </p:nvSpPr>
          <p:spPr>
            <a:xfrm>
              <a:off x="9077174" y="1851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2" name="pt56322"/>
            <p:cNvSpPr/>
            <p:nvPr/>
          </p:nvSpPr>
          <p:spPr>
            <a:xfrm>
              <a:off x="9201267" y="1827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3" name="pt56323"/>
            <p:cNvSpPr/>
            <p:nvPr/>
          </p:nvSpPr>
          <p:spPr>
            <a:xfrm>
              <a:off x="8697035" y="2357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4" name="pt56324"/>
            <p:cNvSpPr/>
            <p:nvPr/>
          </p:nvSpPr>
          <p:spPr>
            <a:xfrm>
              <a:off x="9310188" y="2190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5" name="pt56325"/>
            <p:cNvSpPr/>
            <p:nvPr/>
          </p:nvSpPr>
          <p:spPr>
            <a:xfrm>
              <a:off x="8952564" y="2156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6" name="pt56326"/>
            <p:cNvSpPr/>
            <p:nvPr/>
          </p:nvSpPr>
          <p:spPr>
            <a:xfrm>
              <a:off x="8986371" y="1765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7" name="pt56327"/>
            <p:cNvSpPr/>
            <p:nvPr/>
          </p:nvSpPr>
          <p:spPr>
            <a:xfrm>
              <a:off x="9095805" y="1572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8" name="pt56328"/>
            <p:cNvSpPr/>
            <p:nvPr/>
          </p:nvSpPr>
          <p:spPr>
            <a:xfrm>
              <a:off x="8274318" y="2504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9" name="pt56329"/>
            <p:cNvSpPr/>
            <p:nvPr/>
          </p:nvSpPr>
          <p:spPr>
            <a:xfrm>
              <a:off x="8954618" y="2217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0" name="pt56330"/>
            <p:cNvSpPr/>
            <p:nvPr/>
          </p:nvSpPr>
          <p:spPr>
            <a:xfrm>
              <a:off x="9237719" y="2214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1" name="pt56331"/>
            <p:cNvSpPr/>
            <p:nvPr/>
          </p:nvSpPr>
          <p:spPr>
            <a:xfrm>
              <a:off x="8610820" y="1935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2" name="pt56332"/>
            <p:cNvSpPr/>
            <p:nvPr/>
          </p:nvSpPr>
          <p:spPr>
            <a:xfrm>
              <a:off x="8982914" y="1784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3" name="pt56333"/>
            <p:cNvSpPr/>
            <p:nvPr/>
          </p:nvSpPr>
          <p:spPr>
            <a:xfrm>
              <a:off x="8838000" y="199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4" name="pt56334"/>
            <p:cNvSpPr/>
            <p:nvPr/>
          </p:nvSpPr>
          <p:spPr>
            <a:xfrm>
              <a:off x="9005825" y="1588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5" name="pt56335"/>
            <p:cNvSpPr/>
            <p:nvPr/>
          </p:nvSpPr>
          <p:spPr>
            <a:xfrm>
              <a:off x="8964553" y="2216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6" name="pt56336"/>
            <p:cNvSpPr/>
            <p:nvPr/>
          </p:nvSpPr>
          <p:spPr>
            <a:xfrm>
              <a:off x="8471820" y="2407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7" name="pt56337"/>
            <p:cNvSpPr/>
            <p:nvPr/>
          </p:nvSpPr>
          <p:spPr>
            <a:xfrm>
              <a:off x="9419155" y="196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8" name="pt56338"/>
            <p:cNvSpPr/>
            <p:nvPr/>
          </p:nvSpPr>
          <p:spPr>
            <a:xfrm>
              <a:off x="8939717" y="2041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9" name="pt56339"/>
            <p:cNvSpPr/>
            <p:nvPr/>
          </p:nvSpPr>
          <p:spPr>
            <a:xfrm>
              <a:off x="9090127" y="1712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0" name="pt56340"/>
            <p:cNvSpPr/>
            <p:nvPr/>
          </p:nvSpPr>
          <p:spPr>
            <a:xfrm>
              <a:off x="8523538" y="2457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1" name="pt56341"/>
            <p:cNvSpPr/>
            <p:nvPr/>
          </p:nvSpPr>
          <p:spPr>
            <a:xfrm>
              <a:off x="8679043" y="2051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2" name="pt56342"/>
            <p:cNvSpPr/>
            <p:nvPr/>
          </p:nvSpPr>
          <p:spPr>
            <a:xfrm>
              <a:off x="8544712" y="2386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3" name="pt56343"/>
            <p:cNvSpPr/>
            <p:nvPr/>
          </p:nvSpPr>
          <p:spPr>
            <a:xfrm>
              <a:off x="9876105" y="2693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4" name="pt56344"/>
            <p:cNvSpPr/>
            <p:nvPr/>
          </p:nvSpPr>
          <p:spPr>
            <a:xfrm>
              <a:off x="8274318" y="2448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5" name="pt56345"/>
            <p:cNvSpPr/>
            <p:nvPr/>
          </p:nvSpPr>
          <p:spPr>
            <a:xfrm>
              <a:off x="8981160" y="1994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6" name="pt56346"/>
            <p:cNvSpPr/>
            <p:nvPr/>
          </p:nvSpPr>
          <p:spPr>
            <a:xfrm>
              <a:off x="8713389" y="2217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7" name="pt56347"/>
            <p:cNvSpPr/>
            <p:nvPr/>
          </p:nvSpPr>
          <p:spPr>
            <a:xfrm>
              <a:off x="9142325" y="2100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8" name="pt56348"/>
            <p:cNvSpPr/>
            <p:nvPr/>
          </p:nvSpPr>
          <p:spPr>
            <a:xfrm>
              <a:off x="9101309" y="2058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9" name="pt56349"/>
            <p:cNvSpPr/>
            <p:nvPr/>
          </p:nvSpPr>
          <p:spPr>
            <a:xfrm>
              <a:off x="8755061" y="2103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0" name="pt56350"/>
            <p:cNvSpPr/>
            <p:nvPr/>
          </p:nvSpPr>
          <p:spPr>
            <a:xfrm>
              <a:off x="8669323" y="2239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1" name="pt56351"/>
            <p:cNvSpPr/>
            <p:nvPr/>
          </p:nvSpPr>
          <p:spPr>
            <a:xfrm>
              <a:off x="8544712" y="2510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2" name="pt56352"/>
            <p:cNvSpPr/>
            <p:nvPr/>
          </p:nvSpPr>
          <p:spPr>
            <a:xfrm>
              <a:off x="8523538" y="2332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3" name="pt56353"/>
            <p:cNvSpPr/>
            <p:nvPr/>
          </p:nvSpPr>
          <p:spPr>
            <a:xfrm>
              <a:off x="8841866" y="1813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4" name="pt56354"/>
            <p:cNvSpPr/>
            <p:nvPr/>
          </p:nvSpPr>
          <p:spPr>
            <a:xfrm>
              <a:off x="8908267" y="2079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5" name="pt56355"/>
            <p:cNvSpPr/>
            <p:nvPr/>
          </p:nvSpPr>
          <p:spPr>
            <a:xfrm>
              <a:off x="8274318" y="2340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6" name="pt56356"/>
            <p:cNvSpPr/>
            <p:nvPr/>
          </p:nvSpPr>
          <p:spPr>
            <a:xfrm>
              <a:off x="9026144" y="192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7" name="pt56357"/>
            <p:cNvSpPr/>
            <p:nvPr/>
          </p:nvSpPr>
          <p:spPr>
            <a:xfrm>
              <a:off x="9077174" y="1924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8" name="pt56358"/>
            <p:cNvSpPr/>
            <p:nvPr/>
          </p:nvSpPr>
          <p:spPr>
            <a:xfrm>
              <a:off x="9585294" y="2257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9" name="pt56359"/>
            <p:cNvSpPr/>
            <p:nvPr/>
          </p:nvSpPr>
          <p:spPr>
            <a:xfrm>
              <a:off x="8636546" y="228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0" name="pt56360"/>
            <p:cNvSpPr/>
            <p:nvPr/>
          </p:nvSpPr>
          <p:spPr>
            <a:xfrm>
              <a:off x="8274318" y="2285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1" name="pt56361"/>
            <p:cNvSpPr/>
            <p:nvPr/>
          </p:nvSpPr>
          <p:spPr>
            <a:xfrm>
              <a:off x="9115211" y="2064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2" name="pt56362"/>
            <p:cNvSpPr/>
            <p:nvPr/>
          </p:nvSpPr>
          <p:spPr>
            <a:xfrm>
              <a:off x="8973968" y="1994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3" name="pt56363"/>
            <p:cNvSpPr/>
            <p:nvPr/>
          </p:nvSpPr>
          <p:spPr>
            <a:xfrm>
              <a:off x="9645731" y="2195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4" name="pt56364"/>
            <p:cNvSpPr/>
            <p:nvPr/>
          </p:nvSpPr>
          <p:spPr>
            <a:xfrm>
              <a:off x="8347210" y="2409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5" name="pt56365"/>
            <p:cNvSpPr/>
            <p:nvPr/>
          </p:nvSpPr>
          <p:spPr>
            <a:xfrm>
              <a:off x="8688264" y="2292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6" name="pt56366"/>
            <p:cNvSpPr/>
            <p:nvPr/>
          </p:nvSpPr>
          <p:spPr>
            <a:xfrm>
              <a:off x="8705398" y="2113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7" name="pt56367"/>
            <p:cNvSpPr/>
            <p:nvPr/>
          </p:nvSpPr>
          <p:spPr>
            <a:xfrm>
              <a:off x="8610820" y="2093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8" name="pt56368"/>
            <p:cNvSpPr/>
            <p:nvPr/>
          </p:nvSpPr>
          <p:spPr>
            <a:xfrm>
              <a:off x="8274318" y="2397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9" name="pt56369"/>
            <p:cNvSpPr/>
            <p:nvPr/>
          </p:nvSpPr>
          <p:spPr>
            <a:xfrm>
              <a:off x="8274318" y="2695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0" name="pt56370"/>
            <p:cNvSpPr/>
            <p:nvPr/>
          </p:nvSpPr>
          <p:spPr>
            <a:xfrm>
              <a:off x="9176891" y="1796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1" name="pt56371"/>
            <p:cNvSpPr/>
            <p:nvPr/>
          </p:nvSpPr>
          <p:spPr>
            <a:xfrm>
              <a:off x="8996361" y="2004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2" name="pt56372"/>
            <p:cNvSpPr/>
            <p:nvPr/>
          </p:nvSpPr>
          <p:spPr>
            <a:xfrm>
              <a:off x="8688264" y="2300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3" name="pt56373"/>
            <p:cNvSpPr/>
            <p:nvPr/>
          </p:nvSpPr>
          <p:spPr>
            <a:xfrm>
              <a:off x="8923469" y="1975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4" name="pt56374"/>
            <p:cNvSpPr/>
            <p:nvPr/>
          </p:nvSpPr>
          <p:spPr>
            <a:xfrm>
              <a:off x="8830008" y="2054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5" name="pt56375"/>
            <p:cNvSpPr/>
            <p:nvPr/>
          </p:nvSpPr>
          <p:spPr>
            <a:xfrm>
              <a:off x="9285697" y="1787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6" name="pt56376"/>
            <p:cNvSpPr/>
            <p:nvPr/>
          </p:nvSpPr>
          <p:spPr>
            <a:xfrm>
              <a:off x="8580788" y="23072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7" name="pt56377"/>
            <p:cNvSpPr/>
            <p:nvPr/>
          </p:nvSpPr>
          <p:spPr>
            <a:xfrm>
              <a:off x="8544712" y="2513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8" name="pt56378"/>
            <p:cNvSpPr/>
            <p:nvPr/>
          </p:nvSpPr>
          <p:spPr>
            <a:xfrm>
              <a:off x="9005825" y="1684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9" name="pt56379"/>
            <p:cNvSpPr/>
            <p:nvPr/>
          </p:nvSpPr>
          <p:spPr>
            <a:xfrm>
              <a:off x="8841866" y="1865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0" name="pt56380"/>
            <p:cNvSpPr/>
            <p:nvPr/>
          </p:nvSpPr>
          <p:spPr>
            <a:xfrm>
              <a:off x="8925882" y="1942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1" name="pt56381"/>
            <p:cNvSpPr/>
            <p:nvPr/>
          </p:nvSpPr>
          <p:spPr>
            <a:xfrm>
              <a:off x="8274318" y="2388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2" name="pt56382"/>
            <p:cNvSpPr/>
            <p:nvPr/>
          </p:nvSpPr>
          <p:spPr>
            <a:xfrm>
              <a:off x="8471820" y="2587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3" name="pt56383"/>
            <p:cNvSpPr/>
            <p:nvPr/>
          </p:nvSpPr>
          <p:spPr>
            <a:xfrm>
              <a:off x="9427147" y="1792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4" name="pt56384"/>
            <p:cNvSpPr/>
            <p:nvPr/>
          </p:nvSpPr>
          <p:spPr>
            <a:xfrm>
              <a:off x="8439043" y="2229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5" name="pt56385"/>
            <p:cNvSpPr/>
            <p:nvPr/>
          </p:nvSpPr>
          <p:spPr>
            <a:xfrm>
              <a:off x="8962610" y="2248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6" name="pt56386"/>
            <p:cNvSpPr/>
            <p:nvPr/>
          </p:nvSpPr>
          <p:spPr>
            <a:xfrm>
              <a:off x="8624143" y="2387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7" name="pt56387"/>
            <p:cNvSpPr/>
            <p:nvPr/>
          </p:nvSpPr>
          <p:spPr>
            <a:xfrm>
              <a:off x="8544712" y="2167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8" name="pt56388"/>
            <p:cNvSpPr/>
            <p:nvPr/>
          </p:nvSpPr>
          <p:spPr>
            <a:xfrm>
              <a:off x="8544712" y="2386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9" name="pt56389"/>
            <p:cNvSpPr/>
            <p:nvPr/>
          </p:nvSpPr>
          <p:spPr>
            <a:xfrm>
              <a:off x="8347210" y="2214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0" name="pt56390"/>
            <p:cNvSpPr/>
            <p:nvPr/>
          </p:nvSpPr>
          <p:spPr>
            <a:xfrm>
              <a:off x="9310188" y="2055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1" name="pt56391"/>
            <p:cNvSpPr/>
            <p:nvPr/>
          </p:nvSpPr>
          <p:spPr>
            <a:xfrm>
              <a:off x="8954618" y="232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2" name="pt56392"/>
            <p:cNvSpPr/>
            <p:nvPr/>
          </p:nvSpPr>
          <p:spPr>
            <a:xfrm>
              <a:off x="8876545" y="1524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3" name="pt56393"/>
            <p:cNvSpPr/>
            <p:nvPr/>
          </p:nvSpPr>
          <p:spPr>
            <a:xfrm>
              <a:off x="9308769" y="2229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4" name="pt56394"/>
            <p:cNvSpPr/>
            <p:nvPr/>
          </p:nvSpPr>
          <p:spPr>
            <a:xfrm>
              <a:off x="8439043" y="2269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5" name="pt56395"/>
            <p:cNvSpPr/>
            <p:nvPr/>
          </p:nvSpPr>
          <p:spPr>
            <a:xfrm>
              <a:off x="8937484" y="2018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6" name="pt56396"/>
            <p:cNvSpPr/>
            <p:nvPr/>
          </p:nvSpPr>
          <p:spPr>
            <a:xfrm>
              <a:off x="8984651" y="1754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7" name="pt56397"/>
            <p:cNvSpPr/>
            <p:nvPr/>
          </p:nvSpPr>
          <p:spPr>
            <a:xfrm>
              <a:off x="9212805" y="1762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8" name="pt56398"/>
            <p:cNvSpPr/>
            <p:nvPr/>
          </p:nvSpPr>
          <p:spPr>
            <a:xfrm>
              <a:off x="9110981" y="2152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9" name="pt56399"/>
            <p:cNvSpPr/>
            <p:nvPr/>
          </p:nvSpPr>
          <p:spPr>
            <a:xfrm>
              <a:off x="8523538" y="2382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0" name="pt56400"/>
            <p:cNvSpPr/>
            <p:nvPr/>
          </p:nvSpPr>
          <p:spPr>
            <a:xfrm>
              <a:off x="8897369" y="2092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1" name="pt56401"/>
            <p:cNvSpPr/>
            <p:nvPr/>
          </p:nvSpPr>
          <p:spPr>
            <a:xfrm>
              <a:off x="9124182" y="2218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2" name="pt56402"/>
            <p:cNvSpPr/>
            <p:nvPr/>
          </p:nvSpPr>
          <p:spPr>
            <a:xfrm>
              <a:off x="8908267" y="208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3" name="pt56403"/>
            <p:cNvSpPr/>
            <p:nvPr/>
          </p:nvSpPr>
          <p:spPr>
            <a:xfrm>
              <a:off x="8624143" y="2522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4" name="pt56404"/>
            <p:cNvSpPr/>
            <p:nvPr/>
          </p:nvSpPr>
          <p:spPr>
            <a:xfrm>
              <a:off x="8439043" y="2296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5" name="pt56405"/>
            <p:cNvSpPr/>
            <p:nvPr/>
          </p:nvSpPr>
          <p:spPr>
            <a:xfrm>
              <a:off x="8439043" y="2214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6" name="pt56406"/>
            <p:cNvSpPr/>
            <p:nvPr/>
          </p:nvSpPr>
          <p:spPr>
            <a:xfrm>
              <a:off x="8856549" y="2198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7" name="pt56407"/>
            <p:cNvSpPr/>
            <p:nvPr/>
          </p:nvSpPr>
          <p:spPr>
            <a:xfrm>
              <a:off x="8876545" y="18945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8" name="pt56408"/>
            <p:cNvSpPr/>
            <p:nvPr/>
          </p:nvSpPr>
          <p:spPr>
            <a:xfrm>
              <a:off x="8471820" y="2454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9" name="pt56409"/>
            <p:cNvSpPr/>
            <p:nvPr/>
          </p:nvSpPr>
          <p:spPr>
            <a:xfrm>
              <a:off x="9176891" y="1852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0" name="pt56410"/>
            <p:cNvSpPr/>
            <p:nvPr/>
          </p:nvSpPr>
          <p:spPr>
            <a:xfrm>
              <a:off x="8910892" y="2189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1" name="pt56411"/>
            <p:cNvSpPr/>
            <p:nvPr/>
          </p:nvSpPr>
          <p:spPr>
            <a:xfrm>
              <a:off x="9193323" y="2107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2" name="pt56412"/>
            <p:cNvSpPr/>
            <p:nvPr/>
          </p:nvSpPr>
          <p:spPr>
            <a:xfrm>
              <a:off x="8274318" y="2487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3" name="pt56413"/>
            <p:cNvSpPr/>
            <p:nvPr/>
          </p:nvSpPr>
          <p:spPr>
            <a:xfrm>
              <a:off x="8274318" y="2213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4" name="pt56414"/>
            <p:cNvSpPr/>
            <p:nvPr/>
          </p:nvSpPr>
          <p:spPr>
            <a:xfrm>
              <a:off x="8830008" y="2226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5" name="pt56415"/>
            <p:cNvSpPr/>
            <p:nvPr/>
          </p:nvSpPr>
          <p:spPr>
            <a:xfrm>
              <a:off x="9101309" y="2013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6" name="pt56416"/>
            <p:cNvSpPr/>
            <p:nvPr/>
          </p:nvSpPr>
          <p:spPr>
            <a:xfrm>
              <a:off x="9062094" y="1655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7" name="pt56417"/>
            <p:cNvSpPr/>
            <p:nvPr/>
          </p:nvSpPr>
          <p:spPr>
            <a:xfrm>
              <a:off x="8347210" y="2355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8" name="pt56418"/>
            <p:cNvSpPr/>
            <p:nvPr/>
          </p:nvSpPr>
          <p:spPr>
            <a:xfrm>
              <a:off x="8274318" y="2287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9" name="pt56419"/>
            <p:cNvSpPr/>
            <p:nvPr/>
          </p:nvSpPr>
          <p:spPr>
            <a:xfrm>
              <a:off x="8742215" y="1996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0" name="pt56420"/>
            <p:cNvSpPr/>
            <p:nvPr/>
          </p:nvSpPr>
          <p:spPr>
            <a:xfrm>
              <a:off x="9212805" y="1790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1" name="pt56421"/>
            <p:cNvSpPr/>
            <p:nvPr/>
          </p:nvSpPr>
          <p:spPr>
            <a:xfrm>
              <a:off x="9124182" y="2226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2" name="pt56422"/>
            <p:cNvSpPr/>
            <p:nvPr/>
          </p:nvSpPr>
          <p:spPr>
            <a:xfrm>
              <a:off x="8958659" y="2322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3" name="pt56423"/>
            <p:cNvSpPr/>
            <p:nvPr/>
          </p:nvSpPr>
          <p:spPr>
            <a:xfrm>
              <a:off x="9101309" y="2205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4" name="pt56424"/>
            <p:cNvSpPr/>
            <p:nvPr/>
          </p:nvSpPr>
          <p:spPr>
            <a:xfrm>
              <a:off x="9233005" y="2135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5" name="pt56425"/>
            <p:cNvSpPr/>
            <p:nvPr/>
          </p:nvSpPr>
          <p:spPr>
            <a:xfrm>
              <a:off x="8580788" y="2396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6" name="pt56426"/>
            <p:cNvSpPr/>
            <p:nvPr/>
          </p:nvSpPr>
          <p:spPr>
            <a:xfrm>
              <a:off x="9013348" y="1378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7" name="pt56427"/>
            <p:cNvSpPr/>
            <p:nvPr/>
          </p:nvSpPr>
          <p:spPr>
            <a:xfrm>
              <a:off x="9074048" y="1790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8" name="pt56428"/>
            <p:cNvSpPr/>
            <p:nvPr/>
          </p:nvSpPr>
          <p:spPr>
            <a:xfrm>
              <a:off x="9761216" y="2388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9" name="pt56429"/>
            <p:cNvSpPr/>
            <p:nvPr/>
          </p:nvSpPr>
          <p:spPr>
            <a:xfrm>
              <a:off x="8821645" y="1983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0" name="pt56430"/>
            <p:cNvSpPr/>
            <p:nvPr/>
          </p:nvSpPr>
          <p:spPr>
            <a:xfrm>
              <a:off x="8956650" y="2206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1" name="pt56431"/>
            <p:cNvSpPr/>
            <p:nvPr/>
          </p:nvSpPr>
          <p:spPr>
            <a:xfrm>
              <a:off x="8439043" y="2267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2" name="pt56432"/>
            <p:cNvSpPr/>
            <p:nvPr/>
          </p:nvSpPr>
          <p:spPr>
            <a:xfrm>
              <a:off x="8563654" y="2213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3" name="pt56433"/>
            <p:cNvSpPr/>
            <p:nvPr/>
          </p:nvSpPr>
          <p:spPr>
            <a:xfrm>
              <a:off x="9027511" y="1861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4" name="pt56434"/>
            <p:cNvSpPr/>
            <p:nvPr/>
          </p:nvSpPr>
          <p:spPr>
            <a:xfrm>
              <a:off x="8834048" y="1935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5" name="pt56435"/>
            <p:cNvSpPr/>
            <p:nvPr/>
          </p:nvSpPr>
          <p:spPr>
            <a:xfrm>
              <a:off x="8544712" y="2316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6" name="pt56436"/>
            <p:cNvSpPr/>
            <p:nvPr/>
          </p:nvSpPr>
          <p:spPr>
            <a:xfrm>
              <a:off x="9188382" y="2017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7" name="pt56437"/>
            <p:cNvSpPr/>
            <p:nvPr/>
          </p:nvSpPr>
          <p:spPr>
            <a:xfrm>
              <a:off x="9149376" y="2039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8" name="pt56438"/>
            <p:cNvSpPr/>
            <p:nvPr/>
          </p:nvSpPr>
          <p:spPr>
            <a:xfrm>
              <a:off x="8713389" y="2336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9" name="pt56439"/>
            <p:cNvSpPr/>
            <p:nvPr/>
          </p:nvSpPr>
          <p:spPr>
            <a:xfrm>
              <a:off x="8471820" y="23267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0" name="pt56440"/>
            <p:cNvSpPr/>
            <p:nvPr/>
          </p:nvSpPr>
          <p:spPr>
            <a:xfrm>
              <a:off x="9567694" y="26346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1" name="pt56441"/>
            <p:cNvSpPr/>
            <p:nvPr/>
          </p:nvSpPr>
          <p:spPr>
            <a:xfrm>
              <a:off x="9655598" y="2569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2" name="pt56442"/>
            <p:cNvSpPr/>
            <p:nvPr/>
          </p:nvSpPr>
          <p:spPr>
            <a:xfrm>
              <a:off x="8830008" y="2241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3" name="pt56443"/>
            <p:cNvSpPr/>
            <p:nvPr/>
          </p:nvSpPr>
          <p:spPr>
            <a:xfrm>
              <a:off x="8624143" y="2605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4" name="pt56444"/>
            <p:cNvSpPr/>
            <p:nvPr/>
          </p:nvSpPr>
          <p:spPr>
            <a:xfrm>
              <a:off x="9199706" y="2020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5" name="pt56445"/>
            <p:cNvSpPr/>
            <p:nvPr/>
          </p:nvSpPr>
          <p:spPr>
            <a:xfrm>
              <a:off x="8888738" y="2027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6" name="pt56446"/>
            <p:cNvSpPr/>
            <p:nvPr/>
          </p:nvSpPr>
          <p:spPr>
            <a:xfrm>
              <a:off x="8997973" y="1721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7" name="pt56447"/>
            <p:cNvSpPr/>
            <p:nvPr/>
          </p:nvSpPr>
          <p:spPr>
            <a:xfrm>
              <a:off x="8952564" y="2137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8" name="pt56448"/>
            <p:cNvSpPr/>
            <p:nvPr/>
          </p:nvSpPr>
          <p:spPr>
            <a:xfrm>
              <a:off x="8563654" y="2198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9" name="pt56449"/>
            <p:cNvSpPr/>
            <p:nvPr/>
          </p:nvSpPr>
          <p:spPr>
            <a:xfrm>
              <a:off x="9356962" y="2090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0" name="pt56450"/>
            <p:cNvSpPr/>
            <p:nvPr/>
          </p:nvSpPr>
          <p:spPr>
            <a:xfrm>
              <a:off x="9439678" y="1870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1" name="pt56451"/>
            <p:cNvSpPr/>
            <p:nvPr/>
          </p:nvSpPr>
          <p:spPr>
            <a:xfrm>
              <a:off x="8274318" y="2390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2" name="pt56452"/>
            <p:cNvSpPr/>
            <p:nvPr/>
          </p:nvSpPr>
          <p:spPr>
            <a:xfrm>
              <a:off x="9497514" y="2565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3" name="pt56453"/>
            <p:cNvSpPr/>
            <p:nvPr/>
          </p:nvSpPr>
          <p:spPr>
            <a:xfrm>
              <a:off x="8544712" y="2283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4" name="pt56454"/>
            <p:cNvSpPr/>
            <p:nvPr/>
          </p:nvSpPr>
          <p:spPr>
            <a:xfrm>
              <a:off x="9083269" y="1825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5" name="pt56455"/>
            <p:cNvSpPr/>
            <p:nvPr/>
          </p:nvSpPr>
          <p:spPr>
            <a:xfrm>
              <a:off x="8274318" y="2405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6" name="pt56456"/>
            <p:cNvSpPr/>
            <p:nvPr/>
          </p:nvSpPr>
          <p:spPr>
            <a:xfrm>
              <a:off x="8648148" y="2308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7" name="pt56457"/>
            <p:cNvSpPr/>
            <p:nvPr/>
          </p:nvSpPr>
          <p:spPr>
            <a:xfrm>
              <a:off x="8798858" y="2099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8" name="pt56458"/>
            <p:cNvSpPr/>
            <p:nvPr/>
          </p:nvSpPr>
          <p:spPr>
            <a:xfrm>
              <a:off x="8544712" y="2402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9" name="pt56459"/>
            <p:cNvSpPr/>
            <p:nvPr/>
          </p:nvSpPr>
          <p:spPr>
            <a:xfrm>
              <a:off x="9876105" y="256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0" name="pt56460"/>
            <p:cNvSpPr/>
            <p:nvPr/>
          </p:nvSpPr>
          <p:spPr>
            <a:xfrm>
              <a:off x="8808322" y="2228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1" name="pt56461"/>
            <p:cNvSpPr/>
            <p:nvPr/>
          </p:nvSpPr>
          <p:spPr>
            <a:xfrm>
              <a:off x="9644062" y="2252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2" name="pt56462"/>
            <p:cNvSpPr/>
            <p:nvPr/>
          </p:nvSpPr>
          <p:spPr>
            <a:xfrm>
              <a:off x="8659047" y="2443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3" name="pt56463"/>
            <p:cNvSpPr/>
            <p:nvPr/>
          </p:nvSpPr>
          <p:spPr>
            <a:xfrm>
              <a:off x="9644546" y="2296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4" name="pt56464"/>
            <p:cNvSpPr/>
            <p:nvPr/>
          </p:nvSpPr>
          <p:spPr>
            <a:xfrm>
              <a:off x="9196543" y="2040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5" name="pt56465"/>
            <p:cNvSpPr/>
            <p:nvPr/>
          </p:nvSpPr>
          <p:spPr>
            <a:xfrm>
              <a:off x="8580788" y="2212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6" name="pt56466"/>
            <p:cNvSpPr/>
            <p:nvPr/>
          </p:nvSpPr>
          <p:spPr>
            <a:xfrm>
              <a:off x="9401682" y="2162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7" name="pt56467"/>
            <p:cNvSpPr/>
            <p:nvPr/>
          </p:nvSpPr>
          <p:spPr>
            <a:xfrm>
              <a:off x="9486197" y="23319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8" name="pt56468"/>
            <p:cNvSpPr/>
            <p:nvPr/>
          </p:nvSpPr>
          <p:spPr>
            <a:xfrm>
              <a:off x="8830008" y="2278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9" name="pt56469"/>
            <p:cNvSpPr/>
            <p:nvPr/>
          </p:nvSpPr>
          <p:spPr>
            <a:xfrm>
              <a:off x="8882745" y="1676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0" name="pt56470"/>
            <p:cNvSpPr/>
            <p:nvPr/>
          </p:nvSpPr>
          <p:spPr>
            <a:xfrm>
              <a:off x="8471820" y="2336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1" name="pt56471"/>
            <p:cNvSpPr/>
            <p:nvPr/>
          </p:nvSpPr>
          <p:spPr>
            <a:xfrm>
              <a:off x="8772758" y="2160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2" name="pt56472"/>
            <p:cNvSpPr/>
            <p:nvPr/>
          </p:nvSpPr>
          <p:spPr>
            <a:xfrm>
              <a:off x="8856549" y="2195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3" name="pt56473"/>
            <p:cNvSpPr/>
            <p:nvPr/>
          </p:nvSpPr>
          <p:spPr>
            <a:xfrm>
              <a:off x="8841866" y="1967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4" name="pt56474"/>
            <p:cNvSpPr/>
            <p:nvPr/>
          </p:nvSpPr>
          <p:spPr>
            <a:xfrm>
              <a:off x="9043153" y="17354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5" name="pt56475"/>
            <p:cNvSpPr/>
            <p:nvPr/>
          </p:nvSpPr>
          <p:spPr>
            <a:xfrm>
              <a:off x="9328959" y="2181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6" name="pt56476"/>
            <p:cNvSpPr/>
            <p:nvPr/>
          </p:nvSpPr>
          <p:spPr>
            <a:xfrm>
              <a:off x="8274318" y="2413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7" name="pt56477"/>
            <p:cNvSpPr/>
            <p:nvPr/>
          </p:nvSpPr>
          <p:spPr>
            <a:xfrm>
              <a:off x="8523538" y="2472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8" name="pt56478"/>
            <p:cNvSpPr/>
            <p:nvPr/>
          </p:nvSpPr>
          <p:spPr>
            <a:xfrm>
              <a:off x="9086240" y="2118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9" name="pt56479"/>
            <p:cNvSpPr/>
            <p:nvPr/>
          </p:nvSpPr>
          <p:spPr>
            <a:xfrm>
              <a:off x="9189492" y="208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0" name="pt56480"/>
            <p:cNvSpPr/>
            <p:nvPr/>
          </p:nvSpPr>
          <p:spPr>
            <a:xfrm>
              <a:off x="9544151" y="2218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1" name="pt56481"/>
            <p:cNvSpPr/>
            <p:nvPr/>
          </p:nvSpPr>
          <p:spPr>
            <a:xfrm>
              <a:off x="9273294" y="1631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2" name="pt56482"/>
            <p:cNvSpPr/>
            <p:nvPr/>
          </p:nvSpPr>
          <p:spPr>
            <a:xfrm>
              <a:off x="8982914" y="1814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3" name="pt56483"/>
            <p:cNvSpPr/>
            <p:nvPr/>
          </p:nvSpPr>
          <p:spPr>
            <a:xfrm>
              <a:off x="8761156" y="2490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4" name="pt56484"/>
            <p:cNvSpPr/>
            <p:nvPr/>
          </p:nvSpPr>
          <p:spPr>
            <a:xfrm>
              <a:off x="9054052" y="2386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5" name="pt56485"/>
            <p:cNvSpPr/>
            <p:nvPr/>
          </p:nvSpPr>
          <p:spPr>
            <a:xfrm>
              <a:off x="8471820" y="240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6" name="pt56486"/>
            <p:cNvSpPr/>
            <p:nvPr/>
          </p:nvSpPr>
          <p:spPr>
            <a:xfrm>
              <a:off x="8812874" y="2159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7" name="pt56487"/>
            <p:cNvSpPr/>
            <p:nvPr/>
          </p:nvSpPr>
          <p:spPr>
            <a:xfrm>
              <a:off x="8398928" y="2263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8" name="pt56488"/>
            <p:cNvSpPr/>
            <p:nvPr/>
          </p:nvSpPr>
          <p:spPr>
            <a:xfrm>
              <a:off x="8471820" y="2539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9" name="pt56489"/>
            <p:cNvSpPr/>
            <p:nvPr/>
          </p:nvSpPr>
          <p:spPr>
            <a:xfrm>
              <a:off x="8274318" y="2175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0" name="pt56490"/>
            <p:cNvSpPr/>
            <p:nvPr/>
          </p:nvSpPr>
          <p:spPr>
            <a:xfrm>
              <a:off x="8274318" y="2215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1" name="pt56491"/>
            <p:cNvSpPr/>
            <p:nvPr/>
          </p:nvSpPr>
          <p:spPr>
            <a:xfrm>
              <a:off x="8471820" y="2410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2" name="pt56492"/>
            <p:cNvSpPr/>
            <p:nvPr/>
          </p:nvSpPr>
          <p:spPr>
            <a:xfrm>
              <a:off x="9285373" y="1773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3" name="pt56493"/>
            <p:cNvSpPr/>
            <p:nvPr/>
          </p:nvSpPr>
          <p:spPr>
            <a:xfrm>
              <a:off x="8894537" y="2086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4" name="pt56494"/>
            <p:cNvSpPr/>
            <p:nvPr/>
          </p:nvSpPr>
          <p:spPr>
            <a:xfrm>
              <a:off x="8803653" y="208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5" name="pt56495"/>
            <p:cNvSpPr/>
            <p:nvPr/>
          </p:nvSpPr>
          <p:spPr>
            <a:xfrm>
              <a:off x="9413835" y="1943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6" name="pt56496"/>
            <p:cNvSpPr/>
            <p:nvPr/>
          </p:nvSpPr>
          <p:spPr>
            <a:xfrm>
              <a:off x="8713389" y="2243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7" name="pt56497"/>
            <p:cNvSpPr/>
            <p:nvPr/>
          </p:nvSpPr>
          <p:spPr>
            <a:xfrm>
              <a:off x="9233005" y="2227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8" name="pt56498"/>
            <p:cNvSpPr/>
            <p:nvPr/>
          </p:nvSpPr>
          <p:spPr>
            <a:xfrm>
              <a:off x="8596430" y="2359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9" name="pt56499"/>
            <p:cNvSpPr/>
            <p:nvPr/>
          </p:nvSpPr>
          <p:spPr>
            <a:xfrm>
              <a:off x="9266215" y="1975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0" name="pt56500"/>
            <p:cNvSpPr/>
            <p:nvPr/>
          </p:nvSpPr>
          <p:spPr>
            <a:xfrm>
              <a:off x="8830008" y="2039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1" name="pt56501"/>
            <p:cNvSpPr/>
            <p:nvPr/>
          </p:nvSpPr>
          <p:spPr>
            <a:xfrm>
              <a:off x="8648148" y="2215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2" name="pt56502"/>
            <p:cNvSpPr/>
            <p:nvPr/>
          </p:nvSpPr>
          <p:spPr>
            <a:xfrm>
              <a:off x="8274318" y="2297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3" name="pt56503"/>
            <p:cNvSpPr/>
            <p:nvPr/>
          </p:nvSpPr>
          <p:spPr>
            <a:xfrm>
              <a:off x="8636546" y="2328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4" name="pt56504"/>
            <p:cNvSpPr/>
            <p:nvPr/>
          </p:nvSpPr>
          <p:spPr>
            <a:xfrm>
              <a:off x="8821645" y="2164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5" name="pt56505"/>
            <p:cNvSpPr/>
            <p:nvPr/>
          </p:nvSpPr>
          <p:spPr>
            <a:xfrm>
              <a:off x="8913479" y="1820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6" name="pt56506"/>
            <p:cNvSpPr/>
            <p:nvPr/>
          </p:nvSpPr>
          <p:spPr>
            <a:xfrm>
              <a:off x="8742215" y="2132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7" name="pt56507"/>
            <p:cNvSpPr/>
            <p:nvPr/>
          </p:nvSpPr>
          <p:spPr>
            <a:xfrm>
              <a:off x="8882745" y="1672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8" name="pt56508"/>
            <p:cNvSpPr/>
            <p:nvPr/>
          </p:nvSpPr>
          <p:spPr>
            <a:xfrm>
              <a:off x="8772758" y="2008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9" name="pt56509"/>
            <p:cNvSpPr/>
            <p:nvPr/>
          </p:nvSpPr>
          <p:spPr>
            <a:xfrm>
              <a:off x="8347210" y="2306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0" name="pt56510"/>
            <p:cNvSpPr/>
            <p:nvPr/>
          </p:nvSpPr>
          <p:spPr>
            <a:xfrm>
              <a:off x="8825875" y="2124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1" name="pt56511"/>
            <p:cNvSpPr/>
            <p:nvPr/>
          </p:nvSpPr>
          <p:spPr>
            <a:xfrm>
              <a:off x="9281436" y="1862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2" name="pt56512"/>
            <p:cNvSpPr/>
            <p:nvPr/>
          </p:nvSpPr>
          <p:spPr>
            <a:xfrm>
              <a:off x="8742215" y="2218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3" name="pt56513"/>
            <p:cNvSpPr/>
            <p:nvPr/>
          </p:nvSpPr>
          <p:spPr>
            <a:xfrm>
              <a:off x="8347210" y="219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4" name="pt56514"/>
            <p:cNvSpPr/>
            <p:nvPr/>
          </p:nvSpPr>
          <p:spPr>
            <a:xfrm>
              <a:off x="8347210" y="2281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5" name="pt56515"/>
            <p:cNvSpPr/>
            <p:nvPr/>
          </p:nvSpPr>
          <p:spPr>
            <a:xfrm>
              <a:off x="9689893" y="1356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6" name="pt56516"/>
            <p:cNvSpPr/>
            <p:nvPr/>
          </p:nvSpPr>
          <p:spPr>
            <a:xfrm>
              <a:off x="9477272" y="2562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7" name="pt56517"/>
            <p:cNvSpPr/>
            <p:nvPr/>
          </p:nvSpPr>
          <p:spPr>
            <a:xfrm>
              <a:off x="8596430" y="2219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8" name="pt56518"/>
            <p:cNvSpPr/>
            <p:nvPr/>
          </p:nvSpPr>
          <p:spPr>
            <a:xfrm>
              <a:off x="9541125" y="1587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9" name="pt56519"/>
            <p:cNvSpPr/>
            <p:nvPr/>
          </p:nvSpPr>
          <p:spPr>
            <a:xfrm>
              <a:off x="8964553" y="2016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0" name="pt56520"/>
            <p:cNvSpPr/>
            <p:nvPr/>
          </p:nvSpPr>
          <p:spPr>
            <a:xfrm>
              <a:off x="8913479" y="1848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1" name="pt56521"/>
            <p:cNvSpPr/>
            <p:nvPr/>
          </p:nvSpPr>
          <p:spPr>
            <a:xfrm>
              <a:off x="8849358" y="194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2" name="pt56522"/>
            <p:cNvSpPr/>
            <p:nvPr/>
          </p:nvSpPr>
          <p:spPr>
            <a:xfrm>
              <a:off x="8841866" y="1952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3" name="pt56523"/>
            <p:cNvSpPr/>
            <p:nvPr/>
          </p:nvSpPr>
          <p:spPr>
            <a:xfrm>
              <a:off x="8767051" y="2186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4" name="pt56524"/>
            <p:cNvSpPr/>
            <p:nvPr/>
          </p:nvSpPr>
          <p:spPr>
            <a:xfrm>
              <a:off x="8544712" y="2225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5" name="pt56525"/>
            <p:cNvSpPr/>
            <p:nvPr/>
          </p:nvSpPr>
          <p:spPr>
            <a:xfrm>
              <a:off x="9363383" y="2064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6" name="pt56526"/>
            <p:cNvSpPr/>
            <p:nvPr/>
          </p:nvSpPr>
          <p:spPr>
            <a:xfrm>
              <a:off x="9097658" y="2070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7" name="pt56527"/>
            <p:cNvSpPr/>
            <p:nvPr/>
          </p:nvSpPr>
          <p:spPr>
            <a:xfrm>
              <a:off x="8748753" y="1980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8" name="pt56528"/>
            <p:cNvSpPr/>
            <p:nvPr/>
          </p:nvSpPr>
          <p:spPr>
            <a:xfrm>
              <a:off x="9124182" y="2042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9" name="pt56529"/>
            <p:cNvSpPr/>
            <p:nvPr/>
          </p:nvSpPr>
          <p:spPr>
            <a:xfrm>
              <a:off x="9181576" y="2045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0" name="pt56530"/>
            <p:cNvSpPr/>
            <p:nvPr/>
          </p:nvSpPr>
          <p:spPr>
            <a:xfrm>
              <a:off x="9101309" y="2053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1" name="pt56531"/>
            <p:cNvSpPr/>
            <p:nvPr/>
          </p:nvSpPr>
          <p:spPr>
            <a:xfrm>
              <a:off x="8721041" y="2271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2" name="pt56532"/>
            <p:cNvSpPr/>
            <p:nvPr/>
          </p:nvSpPr>
          <p:spPr>
            <a:xfrm>
              <a:off x="8471820" y="2456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3" name="pt56533"/>
            <p:cNvSpPr/>
            <p:nvPr/>
          </p:nvSpPr>
          <p:spPr>
            <a:xfrm>
              <a:off x="9334476" y="2158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4" name="pt56534"/>
            <p:cNvSpPr/>
            <p:nvPr/>
          </p:nvSpPr>
          <p:spPr>
            <a:xfrm>
              <a:off x="9044397" y="1961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5" name="pt56535"/>
            <p:cNvSpPr/>
            <p:nvPr/>
          </p:nvSpPr>
          <p:spPr>
            <a:xfrm>
              <a:off x="9124182" y="20258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6" name="pt56536"/>
            <p:cNvSpPr/>
            <p:nvPr/>
          </p:nvSpPr>
          <p:spPr>
            <a:xfrm>
              <a:off x="8274318" y="2701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7" name="pt56537"/>
            <p:cNvSpPr/>
            <p:nvPr/>
          </p:nvSpPr>
          <p:spPr>
            <a:xfrm>
              <a:off x="8798858" y="2159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8" name="pt56538"/>
            <p:cNvSpPr/>
            <p:nvPr/>
          </p:nvSpPr>
          <p:spPr>
            <a:xfrm>
              <a:off x="8398928" y="2417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9" name="pt56539"/>
            <p:cNvSpPr/>
            <p:nvPr/>
          </p:nvSpPr>
          <p:spPr>
            <a:xfrm>
              <a:off x="8973968" y="1933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0" name="pt56540"/>
            <p:cNvSpPr/>
            <p:nvPr/>
          </p:nvSpPr>
          <p:spPr>
            <a:xfrm>
              <a:off x="8439043" y="22673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1" name="pt56541"/>
            <p:cNvSpPr/>
            <p:nvPr/>
          </p:nvSpPr>
          <p:spPr>
            <a:xfrm>
              <a:off x="8274318" y="2579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2" name="pt56542"/>
            <p:cNvSpPr/>
            <p:nvPr/>
          </p:nvSpPr>
          <p:spPr>
            <a:xfrm>
              <a:off x="9339588" y="2032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3" name="pt56543"/>
            <p:cNvSpPr/>
            <p:nvPr/>
          </p:nvSpPr>
          <p:spPr>
            <a:xfrm>
              <a:off x="9199706" y="20492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4" name="pt56544"/>
            <p:cNvSpPr/>
            <p:nvPr/>
          </p:nvSpPr>
          <p:spPr>
            <a:xfrm>
              <a:off x="8523538" y="2447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5" name="pt56545"/>
            <p:cNvSpPr/>
            <p:nvPr/>
          </p:nvSpPr>
          <p:spPr>
            <a:xfrm>
              <a:off x="8347210" y="2260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6" name="pt56546"/>
            <p:cNvSpPr/>
            <p:nvPr/>
          </p:nvSpPr>
          <p:spPr>
            <a:xfrm>
              <a:off x="8636546" y="2488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7" name="pt56547"/>
            <p:cNvSpPr/>
            <p:nvPr/>
          </p:nvSpPr>
          <p:spPr>
            <a:xfrm>
              <a:off x="9193323" y="20037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8" name="pt56548"/>
            <p:cNvSpPr/>
            <p:nvPr/>
          </p:nvSpPr>
          <p:spPr>
            <a:xfrm>
              <a:off x="8923469" y="2003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9" name="pt56549"/>
            <p:cNvSpPr/>
            <p:nvPr/>
          </p:nvSpPr>
          <p:spPr>
            <a:xfrm>
              <a:off x="8849358" y="2013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0" name="pt56550"/>
            <p:cNvSpPr/>
            <p:nvPr/>
          </p:nvSpPr>
          <p:spPr>
            <a:xfrm>
              <a:off x="9103999" y="2040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1" name="pt56551"/>
            <p:cNvSpPr/>
            <p:nvPr/>
          </p:nvSpPr>
          <p:spPr>
            <a:xfrm>
              <a:off x="8347210" y="2345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2" name="pt56552"/>
            <p:cNvSpPr/>
            <p:nvPr/>
          </p:nvSpPr>
          <p:spPr>
            <a:xfrm>
              <a:off x="9055223" y="2121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3" name="pt56553"/>
            <p:cNvSpPr/>
            <p:nvPr/>
          </p:nvSpPr>
          <p:spPr>
            <a:xfrm>
              <a:off x="8975793" y="1883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4" name="pt56554"/>
            <p:cNvSpPr/>
            <p:nvPr/>
          </p:nvSpPr>
          <p:spPr>
            <a:xfrm>
              <a:off x="9717541" y="2167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5" name="pt56555"/>
            <p:cNvSpPr/>
            <p:nvPr/>
          </p:nvSpPr>
          <p:spPr>
            <a:xfrm>
              <a:off x="8648148" y="2252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6" name="pt56556"/>
            <p:cNvSpPr/>
            <p:nvPr/>
          </p:nvSpPr>
          <p:spPr>
            <a:xfrm>
              <a:off x="8471820" y="2346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7" name="pt56557"/>
            <p:cNvSpPr/>
            <p:nvPr/>
          </p:nvSpPr>
          <p:spPr>
            <a:xfrm>
              <a:off x="9187265" y="1993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8" name="pt56558"/>
            <p:cNvSpPr/>
            <p:nvPr/>
          </p:nvSpPr>
          <p:spPr>
            <a:xfrm>
              <a:off x="9002725" y="1948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9" name="pt56559"/>
            <p:cNvSpPr/>
            <p:nvPr/>
          </p:nvSpPr>
          <p:spPr>
            <a:xfrm>
              <a:off x="8274318" y="2345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0" name="pt56560"/>
            <p:cNvSpPr/>
            <p:nvPr/>
          </p:nvSpPr>
          <p:spPr>
            <a:xfrm>
              <a:off x="9427147" y="1815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1" name="pt56561"/>
            <p:cNvSpPr/>
            <p:nvPr/>
          </p:nvSpPr>
          <p:spPr>
            <a:xfrm>
              <a:off x="8803653" y="1981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2" name="pt56562"/>
            <p:cNvSpPr/>
            <p:nvPr/>
          </p:nvSpPr>
          <p:spPr>
            <a:xfrm>
              <a:off x="9717541" y="2191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3" name="pt56563"/>
            <p:cNvSpPr/>
            <p:nvPr/>
          </p:nvSpPr>
          <p:spPr>
            <a:xfrm>
              <a:off x="9371804" y="2038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4" name="pt56564"/>
            <p:cNvSpPr/>
            <p:nvPr/>
          </p:nvSpPr>
          <p:spPr>
            <a:xfrm>
              <a:off x="9040639" y="1652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5" name="pt56565"/>
            <p:cNvSpPr/>
            <p:nvPr/>
          </p:nvSpPr>
          <p:spPr>
            <a:xfrm>
              <a:off x="8274318" y="2182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6" name="pt56566"/>
            <p:cNvSpPr/>
            <p:nvPr/>
          </p:nvSpPr>
          <p:spPr>
            <a:xfrm>
              <a:off x="8834048" y="2080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7" name="pt56567"/>
            <p:cNvSpPr/>
            <p:nvPr/>
          </p:nvSpPr>
          <p:spPr>
            <a:xfrm>
              <a:off x="9614018" y="2316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8" name="pt56568"/>
            <p:cNvSpPr/>
            <p:nvPr/>
          </p:nvSpPr>
          <p:spPr>
            <a:xfrm>
              <a:off x="8398928" y="2372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9" name="pt56569"/>
            <p:cNvSpPr/>
            <p:nvPr/>
          </p:nvSpPr>
          <p:spPr>
            <a:xfrm>
              <a:off x="8954618" y="225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0" name="pt56570"/>
            <p:cNvSpPr/>
            <p:nvPr/>
          </p:nvSpPr>
          <p:spPr>
            <a:xfrm>
              <a:off x="9655598" y="2423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1" name="pt56571"/>
            <p:cNvSpPr/>
            <p:nvPr/>
          </p:nvSpPr>
          <p:spPr>
            <a:xfrm>
              <a:off x="9023378" y="1876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2" name="pt56572"/>
            <p:cNvSpPr/>
            <p:nvPr/>
          </p:nvSpPr>
          <p:spPr>
            <a:xfrm>
              <a:off x="8688264" y="2381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3" name="pt56573"/>
            <p:cNvSpPr/>
            <p:nvPr/>
          </p:nvSpPr>
          <p:spPr>
            <a:xfrm>
              <a:off x="9065434" y="1753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4" name="pt56574"/>
            <p:cNvSpPr/>
            <p:nvPr/>
          </p:nvSpPr>
          <p:spPr>
            <a:xfrm>
              <a:off x="8610820" y="2002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5" name="pt56575"/>
            <p:cNvSpPr/>
            <p:nvPr/>
          </p:nvSpPr>
          <p:spPr>
            <a:xfrm>
              <a:off x="9419155" y="1995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6" name="pt56576"/>
            <p:cNvSpPr/>
            <p:nvPr/>
          </p:nvSpPr>
          <p:spPr>
            <a:xfrm>
              <a:off x="8659047" y="2353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7" name="pt56577"/>
            <p:cNvSpPr/>
            <p:nvPr/>
          </p:nvSpPr>
          <p:spPr>
            <a:xfrm>
              <a:off x="9188382" y="2030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8" name="pt56578"/>
            <p:cNvSpPr/>
            <p:nvPr/>
          </p:nvSpPr>
          <p:spPr>
            <a:xfrm>
              <a:off x="8648148" y="2275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9" name="pt56579"/>
            <p:cNvSpPr/>
            <p:nvPr/>
          </p:nvSpPr>
          <p:spPr>
            <a:xfrm>
              <a:off x="9513165" y="239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0" name="pt56580"/>
            <p:cNvSpPr/>
            <p:nvPr/>
          </p:nvSpPr>
          <p:spPr>
            <a:xfrm>
              <a:off x="8523538" y="2567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1" name="pt56581"/>
            <p:cNvSpPr/>
            <p:nvPr/>
          </p:nvSpPr>
          <p:spPr>
            <a:xfrm>
              <a:off x="8523538" y="23860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2" name="pt56582"/>
            <p:cNvSpPr/>
            <p:nvPr/>
          </p:nvSpPr>
          <p:spPr>
            <a:xfrm>
              <a:off x="8347210" y="2424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3" name="pt56583"/>
            <p:cNvSpPr/>
            <p:nvPr/>
          </p:nvSpPr>
          <p:spPr>
            <a:xfrm>
              <a:off x="9486197" y="2609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4" name="pt56584"/>
            <p:cNvSpPr/>
            <p:nvPr/>
          </p:nvSpPr>
          <p:spPr>
            <a:xfrm>
              <a:off x="8812874" y="2180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5" name="pt56585"/>
            <p:cNvSpPr/>
            <p:nvPr/>
          </p:nvSpPr>
          <p:spPr>
            <a:xfrm>
              <a:off x="8398928" y="2529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6" name="pt56586"/>
            <p:cNvSpPr/>
            <p:nvPr/>
          </p:nvSpPr>
          <p:spPr>
            <a:xfrm>
              <a:off x="9268724" y="1732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7" name="pt56587"/>
            <p:cNvSpPr/>
            <p:nvPr/>
          </p:nvSpPr>
          <p:spPr>
            <a:xfrm>
              <a:off x="8812874" y="2200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8" name="pt56588"/>
            <p:cNvSpPr/>
            <p:nvPr/>
          </p:nvSpPr>
          <p:spPr>
            <a:xfrm>
              <a:off x="9564013" y="2277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9" name="pt56589"/>
            <p:cNvSpPr/>
            <p:nvPr/>
          </p:nvSpPr>
          <p:spPr>
            <a:xfrm>
              <a:off x="8713389" y="2189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0" name="pt56590"/>
            <p:cNvSpPr/>
            <p:nvPr/>
          </p:nvSpPr>
          <p:spPr>
            <a:xfrm>
              <a:off x="8735430" y="2117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1" name="pt56591"/>
            <p:cNvSpPr/>
            <p:nvPr/>
          </p:nvSpPr>
          <p:spPr>
            <a:xfrm>
              <a:off x="9282758" y="1933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2" name="pt56592"/>
            <p:cNvSpPr/>
            <p:nvPr/>
          </p:nvSpPr>
          <p:spPr>
            <a:xfrm>
              <a:off x="8798858" y="2063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3" name="pt56593"/>
            <p:cNvSpPr/>
            <p:nvPr/>
          </p:nvSpPr>
          <p:spPr>
            <a:xfrm>
              <a:off x="9451392" y="2186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4" name="pt56594"/>
            <p:cNvSpPr/>
            <p:nvPr/>
          </p:nvSpPr>
          <p:spPr>
            <a:xfrm>
              <a:off x="9567694" y="2549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5" name="pt56595"/>
            <p:cNvSpPr/>
            <p:nvPr/>
          </p:nvSpPr>
          <p:spPr>
            <a:xfrm>
              <a:off x="8984651" y="1835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6" name="pt56596"/>
            <p:cNvSpPr/>
            <p:nvPr/>
          </p:nvSpPr>
          <p:spPr>
            <a:xfrm>
              <a:off x="8761156" y="2417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7" name="pt56597"/>
            <p:cNvSpPr/>
            <p:nvPr/>
          </p:nvSpPr>
          <p:spPr>
            <a:xfrm>
              <a:off x="8624143" y="2361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8" name="pt56598"/>
            <p:cNvSpPr/>
            <p:nvPr/>
          </p:nvSpPr>
          <p:spPr>
            <a:xfrm>
              <a:off x="8999571" y="1656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9" name="pt56599"/>
            <p:cNvSpPr/>
            <p:nvPr/>
          </p:nvSpPr>
          <p:spPr>
            <a:xfrm>
              <a:off x="9124182" y="1995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0" name="pt56600"/>
            <p:cNvSpPr/>
            <p:nvPr/>
          </p:nvSpPr>
          <p:spPr>
            <a:xfrm>
              <a:off x="9049289" y="2231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1" name="pt56601"/>
            <p:cNvSpPr/>
            <p:nvPr/>
          </p:nvSpPr>
          <p:spPr>
            <a:xfrm>
              <a:off x="8981160" y="1917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2" name="pt56602"/>
            <p:cNvSpPr/>
            <p:nvPr/>
          </p:nvSpPr>
          <p:spPr>
            <a:xfrm>
              <a:off x="9140881" y="2132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3" name="pt56603"/>
            <p:cNvSpPr/>
            <p:nvPr/>
          </p:nvSpPr>
          <p:spPr>
            <a:xfrm>
              <a:off x="9046860" y="2221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4" name="pt56604"/>
            <p:cNvSpPr/>
            <p:nvPr/>
          </p:nvSpPr>
          <p:spPr>
            <a:xfrm>
              <a:off x="8879672" y="1657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5" name="pt56605"/>
            <p:cNvSpPr/>
            <p:nvPr/>
          </p:nvSpPr>
          <p:spPr>
            <a:xfrm>
              <a:off x="8398928" y="2358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6" name="pt56606"/>
            <p:cNvSpPr/>
            <p:nvPr/>
          </p:nvSpPr>
          <p:spPr>
            <a:xfrm>
              <a:off x="9034195" y="1774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7" name="pt56607"/>
            <p:cNvSpPr/>
            <p:nvPr/>
          </p:nvSpPr>
          <p:spPr>
            <a:xfrm>
              <a:off x="8347210" y="219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8" name="pt56608"/>
            <p:cNvSpPr/>
            <p:nvPr/>
          </p:nvSpPr>
          <p:spPr>
            <a:xfrm>
              <a:off x="9115211" y="20355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9" name="pt56609"/>
            <p:cNvSpPr/>
            <p:nvPr/>
          </p:nvSpPr>
          <p:spPr>
            <a:xfrm>
              <a:off x="8544712" y="2421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0" name="pt56610"/>
            <p:cNvSpPr/>
            <p:nvPr/>
          </p:nvSpPr>
          <p:spPr>
            <a:xfrm>
              <a:off x="9201267" y="1842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1" name="pt56611"/>
            <p:cNvSpPr/>
            <p:nvPr/>
          </p:nvSpPr>
          <p:spPr>
            <a:xfrm>
              <a:off x="8958659" y="2123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2" name="pt56612"/>
            <p:cNvSpPr/>
            <p:nvPr/>
          </p:nvSpPr>
          <p:spPr>
            <a:xfrm>
              <a:off x="8778290" y="2084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3" name="pt56613"/>
            <p:cNvSpPr/>
            <p:nvPr/>
          </p:nvSpPr>
          <p:spPr>
            <a:xfrm>
              <a:off x="9070866" y="2063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4" name="pt56614"/>
            <p:cNvSpPr/>
            <p:nvPr/>
          </p:nvSpPr>
          <p:spPr>
            <a:xfrm>
              <a:off x="8499532" y="2448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5" name="pt56615"/>
            <p:cNvSpPr/>
            <p:nvPr/>
          </p:nvSpPr>
          <p:spPr>
            <a:xfrm>
              <a:off x="8471820" y="2373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6" name="pt56616"/>
            <p:cNvSpPr/>
            <p:nvPr/>
          </p:nvSpPr>
          <p:spPr>
            <a:xfrm>
              <a:off x="8636546" y="237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7" name="pt56617"/>
            <p:cNvSpPr/>
            <p:nvPr/>
          </p:nvSpPr>
          <p:spPr>
            <a:xfrm>
              <a:off x="8636546" y="2442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8" name="pt56618"/>
            <p:cNvSpPr/>
            <p:nvPr/>
          </p:nvSpPr>
          <p:spPr>
            <a:xfrm>
              <a:off x="9027511" y="1819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9" name="pt56619"/>
            <p:cNvSpPr/>
            <p:nvPr/>
          </p:nvSpPr>
          <p:spPr>
            <a:xfrm>
              <a:off x="9527393" y="1846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0" name="pt56620"/>
            <p:cNvSpPr/>
            <p:nvPr/>
          </p:nvSpPr>
          <p:spPr>
            <a:xfrm>
              <a:off x="8471820" y="2317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1" name="pt56621"/>
            <p:cNvSpPr/>
            <p:nvPr/>
          </p:nvSpPr>
          <p:spPr>
            <a:xfrm>
              <a:off x="9043153" y="1728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2" name="pt56622"/>
            <p:cNvSpPr/>
            <p:nvPr/>
          </p:nvSpPr>
          <p:spPr>
            <a:xfrm>
              <a:off x="9519098" y="2433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3" name="pt56623"/>
            <p:cNvSpPr/>
            <p:nvPr/>
          </p:nvSpPr>
          <p:spPr>
            <a:xfrm>
              <a:off x="8688264" y="2340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4" name="pt56624"/>
            <p:cNvSpPr/>
            <p:nvPr/>
          </p:nvSpPr>
          <p:spPr>
            <a:xfrm>
              <a:off x="9077174" y="2091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5" name="pt56625"/>
            <p:cNvSpPr/>
            <p:nvPr/>
          </p:nvSpPr>
          <p:spPr>
            <a:xfrm>
              <a:off x="9097658" y="2164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6" name="pt56626"/>
            <p:cNvSpPr/>
            <p:nvPr/>
          </p:nvSpPr>
          <p:spPr>
            <a:xfrm>
              <a:off x="8580788" y="2299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7" name="pt56627"/>
            <p:cNvSpPr/>
            <p:nvPr/>
          </p:nvSpPr>
          <p:spPr>
            <a:xfrm>
              <a:off x="9422061" y="1906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8" name="pt56628"/>
            <p:cNvSpPr/>
            <p:nvPr/>
          </p:nvSpPr>
          <p:spPr>
            <a:xfrm>
              <a:off x="8783657" y="2192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9" name="pt56629"/>
            <p:cNvSpPr/>
            <p:nvPr/>
          </p:nvSpPr>
          <p:spPr>
            <a:xfrm>
              <a:off x="9188382" y="2022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0" name="pt56630"/>
            <p:cNvSpPr/>
            <p:nvPr/>
          </p:nvSpPr>
          <p:spPr>
            <a:xfrm>
              <a:off x="8923469" y="1878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1" name="pt56631"/>
            <p:cNvSpPr/>
            <p:nvPr/>
          </p:nvSpPr>
          <p:spPr>
            <a:xfrm>
              <a:off x="8705398" y="2229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2" name="pt56632"/>
            <p:cNvSpPr/>
            <p:nvPr/>
          </p:nvSpPr>
          <p:spPr>
            <a:xfrm>
              <a:off x="8958659" y="2264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3" name="pt56633"/>
            <p:cNvSpPr/>
            <p:nvPr/>
          </p:nvSpPr>
          <p:spPr>
            <a:xfrm>
              <a:off x="8873363" y="203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4" name="pt56634"/>
            <p:cNvSpPr/>
            <p:nvPr/>
          </p:nvSpPr>
          <p:spPr>
            <a:xfrm>
              <a:off x="9401682" y="2197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5" name="pt56635"/>
            <p:cNvSpPr/>
            <p:nvPr/>
          </p:nvSpPr>
          <p:spPr>
            <a:xfrm>
              <a:off x="8735430" y="2137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6" name="pt56636"/>
            <p:cNvSpPr/>
            <p:nvPr/>
          </p:nvSpPr>
          <p:spPr>
            <a:xfrm>
              <a:off x="8624143" y="2517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7" name="pt56637"/>
            <p:cNvSpPr/>
            <p:nvPr/>
          </p:nvSpPr>
          <p:spPr>
            <a:xfrm>
              <a:off x="8939717" y="2026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8" name="pt56638"/>
            <p:cNvSpPr/>
            <p:nvPr/>
          </p:nvSpPr>
          <p:spPr>
            <a:xfrm>
              <a:off x="8932933" y="1820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9" name="pt56639"/>
            <p:cNvSpPr/>
            <p:nvPr/>
          </p:nvSpPr>
          <p:spPr>
            <a:xfrm>
              <a:off x="8648148" y="2080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0" name="pt56640"/>
            <p:cNvSpPr/>
            <p:nvPr/>
          </p:nvSpPr>
          <p:spPr>
            <a:xfrm>
              <a:off x="8347210" y="2449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1" name="pt56641"/>
            <p:cNvSpPr/>
            <p:nvPr/>
          </p:nvSpPr>
          <p:spPr>
            <a:xfrm>
              <a:off x="8941923" y="2070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2" name="pt56642"/>
            <p:cNvSpPr/>
            <p:nvPr/>
          </p:nvSpPr>
          <p:spPr>
            <a:xfrm>
              <a:off x="9184443" y="2037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3" name="pt56643"/>
            <p:cNvSpPr/>
            <p:nvPr/>
          </p:nvSpPr>
          <p:spPr>
            <a:xfrm>
              <a:off x="8882745" y="1673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4" name="pt56644"/>
            <p:cNvSpPr/>
            <p:nvPr/>
          </p:nvSpPr>
          <p:spPr>
            <a:xfrm>
              <a:off x="8580788" y="2210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5" name="pt56645"/>
            <p:cNvSpPr/>
            <p:nvPr/>
          </p:nvSpPr>
          <p:spPr>
            <a:xfrm>
              <a:off x="8398928" y="2511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6" name="pt56646"/>
            <p:cNvSpPr/>
            <p:nvPr/>
          </p:nvSpPr>
          <p:spPr>
            <a:xfrm>
              <a:off x="8870124" y="2156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7" name="pt56647"/>
            <p:cNvSpPr/>
            <p:nvPr/>
          </p:nvSpPr>
          <p:spPr>
            <a:xfrm>
              <a:off x="9308769" y="2151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8" name="pt56648"/>
            <p:cNvSpPr/>
            <p:nvPr/>
          </p:nvSpPr>
          <p:spPr>
            <a:xfrm>
              <a:off x="9421909" y="1936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9" name="pt56649"/>
            <p:cNvSpPr/>
            <p:nvPr/>
          </p:nvSpPr>
          <p:spPr>
            <a:xfrm>
              <a:off x="8921023" y="1694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0" name="pt56650"/>
            <p:cNvSpPr/>
            <p:nvPr/>
          </p:nvSpPr>
          <p:spPr>
            <a:xfrm>
              <a:off x="8471820" y="2525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1" name="pt56651"/>
            <p:cNvSpPr/>
            <p:nvPr/>
          </p:nvSpPr>
          <p:spPr>
            <a:xfrm>
              <a:off x="8913479" y="1711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2" name="pt56652"/>
            <p:cNvSpPr/>
            <p:nvPr/>
          </p:nvSpPr>
          <p:spPr>
            <a:xfrm>
              <a:off x="9233005" y="2291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3" name="pt56653"/>
            <p:cNvSpPr/>
            <p:nvPr/>
          </p:nvSpPr>
          <p:spPr>
            <a:xfrm>
              <a:off x="8624143" y="2378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4" name="pt56654"/>
            <p:cNvSpPr/>
            <p:nvPr/>
          </p:nvSpPr>
          <p:spPr>
            <a:xfrm>
              <a:off x="9176891" y="1921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5" name="pt56655"/>
            <p:cNvSpPr/>
            <p:nvPr/>
          </p:nvSpPr>
          <p:spPr>
            <a:xfrm>
              <a:off x="8688264" y="2192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6" name="pt56656"/>
            <p:cNvSpPr/>
            <p:nvPr/>
          </p:nvSpPr>
          <p:spPr>
            <a:xfrm>
              <a:off x="8761156" y="230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7" name="pt56657"/>
            <p:cNvSpPr/>
            <p:nvPr/>
          </p:nvSpPr>
          <p:spPr>
            <a:xfrm>
              <a:off x="8841866" y="1958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8" name="pt56658"/>
            <p:cNvSpPr/>
            <p:nvPr/>
          </p:nvSpPr>
          <p:spPr>
            <a:xfrm>
              <a:off x="8688264" y="2325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9" name="pt56659"/>
            <p:cNvSpPr/>
            <p:nvPr/>
          </p:nvSpPr>
          <p:spPr>
            <a:xfrm>
              <a:off x="8970261" y="211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0" name="pt56660"/>
            <p:cNvSpPr/>
            <p:nvPr/>
          </p:nvSpPr>
          <p:spPr>
            <a:xfrm>
              <a:off x="8274318" y="2453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1" name="pt56661"/>
            <p:cNvSpPr/>
            <p:nvPr/>
          </p:nvSpPr>
          <p:spPr>
            <a:xfrm>
              <a:off x="8439043" y="2506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2" name="pt56662"/>
            <p:cNvSpPr/>
            <p:nvPr/>
          </p:nvSpPr>
          <p:spPr>
            <a:xfrm>
              <a:off x="8624143" y="2463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3" name="pt56663"/>
            <p:cNvSpPr/>
            <p:nvPr/>
          </p:nvSpPr>
          <p:spPr>
            <a:xfrm>
              <a:off x="8783657" y="2323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4" name="pt56664"/>
            <p:cNvSpPr/>
            <p:nvPr/>
          </p:nvSpPr>
          <p:spPr>
            <a:xfrm>
              <a:off x="8778290" y="2013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5" name="pt56665"/>
            <p:cNvSpPr/>
            <p:nvPr/>
          </p:nvSpPr>
          <p:spPr>
            <a:xfrm>
              <a:off x="9477272" y="2559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6" name="pt56666"/>
            <p:cNvSpPr/>
            <p:nvPr/>
          </p:nvSpPr>
          <p:spPr>
            <a:xfrm>
              <a:off x="8439043" y="2192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7" name="pt56667"/>
            <p:cNvSpPr/>
            <p:nvPr/>
          </p:nvSpPr>
          <p:spPr>
            <a:xfrm>
              <a:off x="8636546" y="2310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8" name="pt56668"/>
            <p:cNvSpPr/>
            <p:nvPr/>
          </p:nvSpPr>
          <p:spPr>
            <a:xfrm>
              <a:off x="9519804" y="2632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9" name="pt56669"/>
            <p:cNvSpPr/>
            <p:nvPr/>
          </p:nvSpPr>
          <p:spPr>
            <a:xfrm>
              <a:off x="9527393" y="1656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0" name="pt56670"/>
            <p:cNvSpPr/>
            <p:nvPr/>
          </p:nvSpPr>
          <p:spPr>
            <a:xfrm>
              <a:off x="9143758" y="2125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1" name="pt56671"/>
            <p:cNvSpPr/>
            <p:nvPr/>
          </p:nvSpPr>
          <p:spPr>
            <a:xfrm>
              <a:off x="8918543" y="1820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2" name="pt56672"/>
            <p:cNvSpPr/>
            <p:nvPr/>
          </p:nvSpPr>
          <p:spPr>
            <a:xfrm>
              <a:off x="8624143" y="2562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3" name="pt56673"/>
            <p:cNvSpPr/>
            <p:nvPr/>
          </p:nvSpPr>
          <p:spPr>
            <a:xfrm>
              <a:off x="8742215" y="1984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4" name="pt56674"/>
            <p:cNvSpPr/>
            <p:nvPr/>
          </p:nvSpPr>
          <p:spPr>
            <a:xfrm>
              <a:off x="9086240" y="1892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5" name="pt56675"/>
            <p:cNvSpPr/>
            <p:nvPr/>
          </p:nvSpPr>
          <p:spPr>
            <a:xfrm>
              <a:off x="8688264" y="2181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6" name="pt56676"/>
            <p:cNvSpPr/>
            <p:nvPr/>
          </p:nvSpPr>
          <p:spPr>
            <a:xfrm>
              <a:off x="9627091" y="2255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7" name="pt56677"/>
            <p:cNvSpPr/>
            <p:nvPr/>
          </p:nvSpPr>
          <p:spPr>
            <a:xfrm>
              <a:off x="8755061" y="2223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8" name="pt56678"/>
            <p:cNvSpPr/>
            <p:nvPr/>
          </p:nvSpPr>
          <p:spPr>
            <a:xfrm>
              <a:off x="9330228" y="2028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9" name="pt56679"/>
            <p:cNvSpPr/>
            <p:nvPr/>
          </p:nvSpPr>
          <p:spPr>
            <a:xfrm>
              <a:off x="8439043" y="2400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0" name="pt56680"/>
            <p:cNvSpPr/>
            <p:nvPr/>
          </p:nvSpPr>
          <p:spPr>
            <a:xfrm>
              <a:off x="8697035" y="2230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1" name="pt56681"/>
            <p:cNvSpPr/>
            <p:nvPr/>
          </p:nvSpPr>
          <p:spPr>
            <a:xfrm>
              <a:off x="8636546" y="2454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2" name="pt56682"/>
            <p:cNvSpPr/>
            <p:nvPr/>
          </p:nvSpPr>
          <p:spPr>
            <a:xfrm>
              <a:off x="9180997" y="20150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3" name="pt56683"/>
            <p:cNvSpPr/>
            <p:nvPr/>
          </p:nvSpPr>
          <p:spPr>
            <a:xfrm>
              <a:off x="8870124" y="2235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4" name="pt56684"/>
            <p:cNvSpPr/>
            <p:nvPr/>
          </p:nvSpPr>
          <p:spPr>
            <a:xfrm>
              <a:off x="8830008" y="2264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5" name="pt56685"/>
            <p:cNvSpPr/>
            <p:nvPr/>
          </p:nvSpPr>
          <p:spPr>
            <a:xfrm>
              <a:off x="8981160" y="1940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6" name="pt56686"/>
            <p:cNvSpPr/>
            <p:nvPr/>
          </p:nvSpPr>
          <p:spPr>
            <a:xfrm>
              <a:off x="9110981" y="2103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7" name="pt56687"/>
            <p:cNvSpPr/>
            <p:nvPr/>
          </p:nvSpPr>
          <p:spPr>
            <a:xfrm>
              <a:off x="9049289" y="2108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8" name="pt56688"/>
            <p:cNvSpPr/>
            <p:nvPr/>
          </p:nvSpPr>
          <p:spPr>
            <a:xfrm>
              <a:off x="8596430" y="2303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9" name="pt56689"/>
            <p:cNvSpPr/>
            <p:nvPr/>
          </p:nvSpPr>
          <p:spPr>
            <a:xfrm>
              <a:off x="8948383" y="2062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0" name="pt56690"/>
            <p:cNvSpPr/>
            <p:nvPr/>
          </p:nvSpPr>
          <p:spPr>
            <a:xfrm>
              <a:off x="9124975" y="196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1" name="pt56691"/>
            <p:cNvSpPr/>
            <p:nvPr/>
          </p:nvSpPr>
          <p:spPr>
            <a:xfrm>
              <a:off x="9124182" y="2166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2" name="pt56692"/>
            <p:cNvSpPr/>
            <p:nvPr/>
          </p:nvSpPr>
          <p:spPr>
            <a:xfrm>
              <a:off x="8439043" y="2357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3" name="pt56693"/>
            <p:cNvSpPr/>
            <p:nvPr/>
          </p:nvSpPr>
          <p:spPr>
            <a:xfrm>
              <a:off x="8659047" y="2450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4" name="pt56694"/>
            <p:cNvSpPr/>
            <p:nvPr/>
          </p:nvSpPr>
          <p:spPr>
            <a:xfrm>
              <a:off x="9187265" y="1999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5" name="pt56695"/>
            <p:cNvSpPr/>
            <p:nvPr/>
          </p:nvSpPr>
          <p:spPr>
            <a:xfrm>
              <a:off x="8439043" y="2430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6" name="pt56696"/>
            <p:cNvSpPr/>
            <p:nvPr/>
          </p:nvSpPr>
          <p:spPr>
            <a:xfrm>
              <a:off x="9127336" y="1976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7" name="pt56697"/>
            <p:cNvSpPr/>
            <p:nvPr/>
          </p:nvSpPr>
          <p:spPr>
            <a:xfrm>
              <a:off x="8721041" y="2255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8" name="pt56698"/>
            <p:cNvSpPr/>
            <p:nvPr/>
          </p:nvSpPr>
          <p:spPr>
            <a:xfrm>
              <a:off x="8544712" y="2434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9" name="pt56699"/>
            <p:cNvSpPr/>
            <p:nvPr/>
          </p:nvSpPr>
          <p:spPr>
            <a:xfrm>
              <a:off x="8563654" y="2274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0" name="pt56700"/>
            <p:cNvSpPr/>
            <p:nvPr/>
          </p:nvSpPr>
          <p:spPr>
            <a:xfrm>
              <a:off x="9334476" y="2050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1" name="pt56701"/>
            <p:cNvSpPr/>
            <p:nvPr/>
          </p:nvSpPr>
          <p:spPr>
            <a:xfrm>
              <a:off x="8902901" y="2064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2" name="pt56702"/>
            <p:cNvSpPr/>
            <p:nvPr/>
          </p:nvSpPr>
          <p:spPr>
            <a:xfrm>
              <a:off x="8870124" y="2269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3" name="pt56703"/>
            <p:cNvSpPr/>
            <p:nvPr/>
          </p:nvSpPr>
          <p:spPr>
            <a:xfrm>
              <a:off x="8748753" y="19437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4" name="pt56704"/>
            <p:cNvSpPr/>
            <p:nvPr/>
          </p:nvSpPr>
          <p:spPr>
            <a:xfrm>
              <a:off x="8347210" y="2336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5" name="pt56705"/>
            <p:cNvSpPr/>
            <p:nvPr/>
          </p:nvSpPr>
          <p:spPr>
            <a:xfrm>
              <a:off x="9074048" y="1818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6" name="pt56706"/>
            <p:cNvSpPr/>
            <p:nvPr/>
          </p:nvSpPr>
          <p:spPr>
            <a:xfrm>
              <a:off x="8544712" y="2303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7" name="pt56707"/>
            <p:cNvSpPr/>
            <p:nvPr/>
          </p:nvSpPr>
          <p:spPr>
            <a:xfrm>
              <a:off x="8596430" y="2344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8" name="pt56708"/>
            <p:cNvSpPr/>
            <p:nvPr/>
          </p:nvSpPr>
          <p:spPr>
            <a:xfrm>
              <a:off x="9218071" y="1838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9" name="pt56709"/>
            <p:cNvSpPr/>
            <p:nvPr/>
          </p:nvSpPr>
          <p:spPr>
            <a:xfrm>
              <a:off x="8941923" y="2019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0" name="pt56710"/>
            <p:cNvSpPr/>
            <p:nvPr/>
          </p:nvSpPr>
          <p:spPr>
            <a:xfrm>
              <a:off x="8669323" y="2172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1" name="pt56711"/>
            <p:cNvSpPr/>
            <p:nvPr/>
          </p:nvSpPr>
          <p:spPr>
            <a:xfrm>
              <a:off x="8821645" y="2171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2" name="pt56712"/>
            <p:cNvSpPr/>
            <p:nvPr/>
          </p:nvSpPr>
          <p:spPr>
            <a:xfrm>
              <a:off x="9040639" y="1718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3" name="pt56713"/>
            <p:cNvSpPr/>
            <p:nvPr/>
          </p:nvSpPr>
          <p:spPr>
            <a:xfrm>
              <a:off x="8669323" y="2441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4" name="pt56714"/>
            <p:cNvSpPr/>
            <p:nvPr/>
          </p:nvSpPr>
          <p:spPr>
            <a:xfrm>
              <a:off x="8580788" y="2345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5" name="pt56715"/>
            <p:cNvSpPr/>
            <p:nvPr/>
          </p:nvSpPr>
          <p:spPr>
            <a:xfrm>
              <a:off x="8580788" y="2334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6" name="pt56716"/>
            <p:cNvSpPr/>
            <p:nvPr/>
          </p:nvSpPr>
          <p:spPr>
            <a:xfrm>
              <a:off x="8610820" y="2040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7" name="pt56717"/>
            <p:cNvSpPr/>
            <p:nvPr/>
          </p:nvSpPr>
          <p:spPr>
            <a:xfrm>
              <a:off x="9370394" y="2045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8" name="pt56718"/>
            <p:cNvSpPr/>
            <p:nvPr/>
          </p:nvSpPr>
          <p:spPr>
            <a:xfrm>
              <a:off x="9761216" y="2276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9" name="pt56719"/>
            <p:cNvSpPr/>
            <p:nvPr/>
          </p:nvSpPr>
          <p:spPr>
            <a:xfrm>
              <a:off x="8863465" y="2166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0" name="pt56720"/>
            <p:cNvSpPr/>
            <p:nvPr/>
          </p:nvSpPr>
          <p:spPr>
            <a:xfrm>
              <a:off x="8274318" y="268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1" name="pt56721"/>
            <p:cNvSpPr/>
            <p:nvPr/>
          </p:nvSpPr>
          <p:spPr>
            <a:xfrm>
              <a:off x="9502529" y="2545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2" name="pt56722"/>
            <p:cNvSpPr/>
            <p:nvPr/>
          </p:nvSpPr>
          <p:spPr>
            <a:xfrm>
              <a:off x="9371804" y="2016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3" name="pt56723"/>
            <p:cNvSpPr/>
            <p:nvPr/>
          </p:nvSpPr>
          <p:spPr>
            <a:xfrm>
              <a:off x="8624143" y="2430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4" name="pt56724"/>
            <p:cNvSpPr/>
            <p:nvPr/>
          </p:nvSpPr>
          <p:spPr>
            <a:xfrm>
              <a:off x="8996361" y="1958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5" name="pt56725"/>
            <p:cNvSpPr/>
            <p:nvPr/>
          </p:nvSpPr>
          <p:spPr>
            <a:xfrm>
              <a:off x="9190595" y="2064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6" name="pt56726"/>
            <p:cNvSpPr/>
            <p:nvPr/>
          </p:nvSpPr>
          <p:spPr>
            <a:xfrm>
              <a:off x="8636546" y="2346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7" name="pt56727"/>
            <p:cNvSpPr/>
            <p:nvPr/>
          </p:nvSpPr>
          <p:spPr>
            <a:xfrm>
              <a:off x="8471820" y="2323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8" name="pt56728"/>
            <p:cNvSpPr/>
            <p:nvPr/>
          </p:nvSpPr>
          <p:spPr>
            <a:xfrm>
              <a:off x="8347210" y="2283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9" name="pt56729"/>
            <p:cNvSpPr/>
            <p:nvPr/>
          </p:nvSpPr>
          <p:spPr>
            <a:xfrm>
              <a:off x="9419155" y="1943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0" name="pt56730"/>
            <p:cNvSpPr/>
            <p:nvPr/>
          </p:nvSpPr>
          <p:spPr>
            <a:xfrm>
              <a:off x="9199706" y="2040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1" name="pt56731"/>
            <p:cNvSpPr/>
            <p:nvPr/>
          </p:nvSpPr>
          <p:spPr>
            <a:xfrm>
              <a:off x="9503592" y="2490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2" name="pt56732"/>
            <p:cNvSpPr/>
            <p:nvPr/>
          </p:nvSpPr>
          <p:spPr>
            <a:xfrm>
              <a:off x="8563654" y="2153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3" name="pt56733"/>
            <p:cNvSpPr/>
            <p:nvPr/>
          </p:nvSpPr>
          <p:spPr>
            <a:xfrm>
              <a:off x="8659047" y="2348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4" name="pt56734"/>
            <p:cNvSpPr/>
            <p:nvPr/>
          </p:nvSpPr>
          <p:spPr>
            <a:xfrm>
              <a:off x="8347210" y="2315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5" name="pt56735"/>
            <p:cNvSpPr/>
            <p:nvPr/>
          </p:nvSpPr>
          <p:spPr>
            <a:xfrm>
              <a:off x="9074048" y="1862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6" name="pt56736"/>
            <p:cNvSpPr/>
            <p:nvPr/>
          </p:nvSpPr>
          <p:spPr>
            <a:xfrm>
              <a:off x="9190595" y="2132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7" name="pt56737"/>
            <p:cNvSpPr/>
            <p:nvPr/>
          </p:nvSpPr>
          <p:spPr>
            <a:xfrm>
              <a:off x="8596430" y="2081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8" name="pt56738"/>
            <p:cNvSpPr/>
            <p:nvPr/>
          </p:nvSpPr>
          <p:spPr>
            <a:xfrm>
              <a:off x="8894537" y="2205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9" name="pt56739"/>
            <p:cNvSpPr/>
            <p:nvPr/>
          </p:nvSpPr>
          <p:spPr>
            <a:xfrm>
              <a:off x="8347210" y="2515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0" name="pt56740"/>
            <p:cNvSpPr/>
            <p:nvPr/>
          </p:nvSpPr>
          <p:spPr>
            <a:xfrm>
              <a:off x="9031551" y="1725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1" name="pt56741"/>
            <p:cNvSpPr/>
            <p:nvPr/>
          </p:nvSpPr>
          <p:spPr>
            <a:xfrm>
              <a:off x="9110123" y="2014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2" name="pt56742"/>
            <p:cNvSpPr/>
            <p:nvPr/>
          </p:nvSpPr>
          <p:spPr>
            <a:xfrm>
              <a:off x="9281436" y="2017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3" name="pt56743"/>
            <p:cNvSpPr/>
            <p:nvPr/>
          </p:nvSpPr>
          <p:spPr>
            <a:xfrm>
              <a:off x="9035502" y="1640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4" name="pt56744"/>
            <p:cNvSpPr/>
            <p:nvPr/>
          </p:nvSpPr>
          <p:spPr>
            <a:xfrm>
              <a:off x="8798858" y="2071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5" name="pt56745"/>
            <p:cNvSpPr/>
            <p:nvPr/>
          </p:nvSpPr>
          <p:spPr>
            <a:xfrm>
              <a:off x="9087220" y="192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6" name="pt56746"/>
            <p:cNvSpPr/>
            <p:nvPr/>
          </p:nvSpPr>
          <p:spPr>
            <a:xfrm>
              <a:off x="8958659" y="2224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7" name="pt56747"/>
            <p:cNvSpPr/>
            <p:nvPr/>
          </p:nvSpPr>
          <p:spPr>
            <a:xfrm>
              <a:off x="8705398" y="1902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8" name="pt56748"/>
            <p:cNvSpPr/>
            <p:nvPr/>
          </p:nvSpPr>
          <p:spPr>
            <a:xfrm>
              <a:off x="9407038" y="215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9" name="pt56749"/>
            <p:cNvSpPr/>
            <p:nvPr/>
          </p:nvSpPr>
          <p:spPr>
            <a:xfrm>
              <a:off x="8596430" y="2288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0" name="pt56750"/>
            <p:cNvSpPr/>
            <p:nvPr/>
          </p:nvSpPr>
          <p:spPr>
            <a:xfrm>
              <a:off x="9211830" y="1838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1" name="pt56751"/>
            <p:cNvSpPr/>
            <p:nvPr/>
          </p:nvSpPr>
          <p:spPr>
            <a:xfrm>
              <a:off x="8274318" y="2410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2" name="pt56752"/>
            <p:cNvSpPr/>
            <p:nvPr/>
          </p:nvSpPr>
          <p:spPr>
            <a:xfrm>
              <a:off x="9002725" y="2085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3" name="pt56753"/>
            <p:cNvSpPr/>
            <p:nvPr/>
          </p:nvSpPr>
          <p:spPr>
            <a:xfrm>
              <a:off x="9124182" y="2019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4" name="pt56754"/>
            <p:cNvSpPr/>
            <p:nvPr/>
          </p:nvSpPr>
          <p:spPr>
            <a:xfrm>
              <a:off x="8659047" y="2326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5" name="pt56755"/>
            <p:cNvSpPr/>
            <p:nvPr/>
          </p:nvSpPr>
          <p:spPr>
            <a:xfrm>
              <a:off x="8834048" y="1989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6" name="pt56756"/>
            <p:cNvSpPr/>
            <p:nvPr/>
          </p:nvSpPr>
          <p:spPr>
            <a:xfrm>
              <a:off x="9193323" y="2048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7" name="pt56757"/>
            <p:cNvSpPr/>
            <p:nvPr/>
          </p:nvSpPr>
          <p:spPr>
            <a:xfrm>
              <a:off x="8830008" y="2174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8" name="pt56758"/>
            <p:cNvSpPr/>
            <p:nvPr/>
          </p:nvSpPr>
          <p:spPr>
            <a:xfrm>
              <a:off x="9395106" y="2129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9" name="pt56759"/>
            <p:cNvSpPr/>
            <p:nvPr/>
          </p:nvSpPr>
          <p:spPr>
            <a:xfrm>
              <a:off x="9103999" y="2052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0" name="pt56760"/>
            <p:cNvSpPr/>
            <p:nvPr/>
          </p:nvSpPr>
          <p:spPr>
            <a:xfrm>
              <a:off x="8973968" y="192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1" name="pt56761"/>
            <p:cNvSpPr/>
            <p:nvPr/>
          </p:nvSpPr>
          <p:spPr>
            <a:xfrm>
              <a:off x="9336196" y="2138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2" name="pt56762"/>
            <p:cNvSpPr/>
            <p:nvPr/>
          </p:nvSpPr>
          <p:spPr>
            <a:xfrm>
              <a:off x="8913479" y="1839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3" name="pt56763"/>
            <p:cNvSpPr/>
            <p:nvPr/>
          </p:nvSpPr>
          <p:spPr>
            <a:xfrm>
              <a:off x="9124182" y="1987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4" name="pt56764"/>
            <p:cNvSpPr/>
            <p:nvPr/>
          </p:nvSpPr>
          <p:spPr>
            <a:xfrm>
              <a:off x="9196543" y="2138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5" name="pt56765"/>
            <p:cNvSpPr/>
            <p:nvPr/>
          </p:nvSpPr>
          <p:spPr>
            <a:xfrm>
              <a:off x="9199183" y="2292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6" name="pt56766"/>
            <p:cNvSpPr/>
            <p:nvPr/>
          </p:nvSpPr>
          <p:spPr>
            <a:xfrm>
              <a:off x="8636546" y="2337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7" name="pt56767"/>
            <p:cNvSpPr/>
            <p:nvPr/>
          </p:nvSpPr>
          <p:spPr>
            <a:xfrm>
              <a:off x="8636546" y="2402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8" name="pt56768"/>
            <p:cNvSpPr/>
            <p:nvPr/>
          </p:nvSpPr>
          <p:spPr>
            <a:xfrm>
              <a:off x="8830008" y="2171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9" name="pt56769"/>
            <p:cNvSpPr/>
            <p:nvPr/>
          </p:nvSpPr>
          <p:spPr>
            <a:xfrm>
              <a:off x="9124182" y="2018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0" name="pt56770"/>
            <p:cNvSpPr/>
            <p:nvPr/>
          </p:nvSpPr>
          <p:spPr>
            <a:xfrm>
              <a:off x="9187265" y="2019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1" name="pt56771"/>
            <p:cNvSpPr/>
            <p:nvPr/>
          </p:nvSpPr>
          <p:spPr>
            <a:xfrm>
              <a:off x="8398928" y="2404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2" name="pt56772"/>
            <p:cNvSpPr/>
            <p:nvPr/>
          </p:nvSpPr>
          <p:spPr>
            <a:xfrm>
              <a:off x="8856549" y="2081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3" name="pt56773"/>
            <p:cNvSpPr/>
            <p:nvPr/>
          </p:nvSpPr>
          <p:spPr>
            <a:xfrm>
              <a:off x="9553956" y="2204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4" name="pt56774"/>
            <p:cNvSpPr/>
            <p:nvPr/>
          </p:nvSpPr>
          <p:spPr>
            <a:xfrm>
              <a:off x="9191144" y="2000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5" name="pt56775"/>
            <p:cNvSpPr/>
            <p:nvPr/>
          </p:nvSpPr>
          <p:spPr>
            <a:xfrm>
              <a:off x="8897369" y="2089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6" name="pt56776"/>
            <p:cNvSpPr/>
            <p:nvPr/>
          </p:nvSpPr>
          <p:spPr>
            <a:xfrm>
              <a:off x="8580788" y="2255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7" name="pt56777"/>
            <p:cNvSpPr/>
            <p:nvPr/>
          </p:nvSpPr>
          <p:spPr>
            <a:xfrm>
              <a:off x="8398928" y="2198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8" name="pt56778"/>
            <p:cNvSpPr/>
            <p:nvPr/>
          </p:nvSpPr>
          <p:spPr>
            <a:xfrm>
              <a:off x="9567694" y="2424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9" name="pt56779"/>
            <p:cNvSpPr/>
            <p:nvPr/>
          </p:nvSpPr>
          <p:spPr>
            <a:xfrm>
              <a:off x="8954618" y="2192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0" name="pt56780"/>
            <p:cNvSpPr/>
            <p:nvPr/>
          </p:nvSpPr>
          <p:spPr>
            <a:xfrm>
              <a:off x="8471820" y="2313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1" name="pt56781"/>
            <p:cNvSpPr/>
            <p:nvPr/>
          </p:nvSpPr>
          <p:spPr>
            <a:xfrm>
              <a:off x="8679043" y="2339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2" name="pt56782"/>
            <p:cNvSpPr/>
            <p:nvPr/>
          </p:nvSpPr>
          <p:spPr>
            <a:xfrm>
              <a:off x="9332489" y="2036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3" name="pt56783"/>
            <p:cNvSpPr/>
            <p:nvPr/>
          </p:nvSpPr>
          <p:spPr>
            <a:xfrm>
              <a:off x="9717541" y="2277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4" name="pt56784"/>
            <p:cNvSpPr/>
            <p:nvPr/>
          </p:nvSpPr>
          <p:spPr>
            <a:xfrm>
              <a:off x="8636546" y="2437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5" name="pt56785"/>
            <p:cNvSpPr/>
            <p:nvPr/>
          </p:nvSpPr>
          <p:spPr>
            <a:xfrm>
              <a:off x="8863465" y="2245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6" name="pt56786"/>
            <p:cNvSpPr/>
            <p:nvPr/>
          </p:nvSpPr>
          <p:spPr>
            <a:xfrm>
              <a:off x="8838000" y="2011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7" name="pt56787"/>
            <p:cNvSpPr/>
            <p:nvPr/>
          </p:nvSpPr>
          <p:spPr>
            <a:xfrm>
              <a:off x="9363383" y="2187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8" name="pt56788"/>
            <p:cNvSpPr/>
            <p:nvPr/>
          </p:nvSpPr>
          <p:spPr>
            <a:xfrm>
              <a:off x="8783657" y="2310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9" name="pt56789"/>
            <p:cNvSpPr/>
            <p:nvPr/>
          </p:nvSpPr>
          <p:spPr>
            <a:xfrm>
              <a:off x="9103999" y="2025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0" name="pt56790"/>
            <p:cNvSpPr/>
            <p:nvPr/>
          </p:nvSpPr>
          <p:spPr>
            <a:xfrm>
              <a:off x="8580788" y="2281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1" name="pt56791"/>
            <p:cNvSpPr/>
            <p:nvPr/>
          </p:nvSpPr>
          <p:spPr>
            <a:xfrm>
              <a:off x="8636546" y="22986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2" name="pt56792"/>
            <p:cNvSpPr/>
            <p:nvPr/>
          </p:nvSpPr>
          <p:spPr>
            <a:xfrm>
              <a:off x="8999571" y="1796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3" name="pt56793"/>
            <p:cNvSpPr/>
            <p:nvPr/>
          </p:nvSpPr>
          <p:spPr>
            <a:xfrm>
              <a:off x="8952564" y="2151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4" name="pt56794"/>
            <p:cNvSpPr/>
            <p:nvPr/>
          </p:nvSpPr>
          <p:spPr>
            <a:xfrm>
              <a:off x="8398928" y="2387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5" name="pt56795"/>
            <p:cNvSpPr/>
            <p:nvPr/>
          </p:nvSpPr>
          <p:spPr>
            <a:xfrm>
              <a:off x="9017715" y="2012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6" name="pt56796"/>
            <p:cNvSpPr/>
            <p:nvPr/>
          </p:nvSpPr>
          <p:spPr>
            <a:xfrm>
              <a:off x="8721041" y="1887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7" name="pt56797"/>
            <p:cNvSpPr/>
            <p:nvPr/>
          </p:nvSpPr>
          <p:spPr>
            <a:xfrm>
              <a:off x="8688264" y="2197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8" name="pt56798"/>
            <p:cNvSpPr/>
            <p:nvPr/>
          </p:nvSpPr>
          <p:spPr>
            <a:xfrm>
              <a:off x="8636546" y="24646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9" name="pt56799"/>
            <p:cNvSpPr/>
            <p:nvPr/>
          </p:nvSpPr>
          <p:spPr>
            <a:xfrm>
              <a:off x="8439043" y="2310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0" name="pt56800"/>
            <p:cNvSpPr/>
            <p:nvPr/>
          </p:nvSpPr>
          <p:spPr>
            <a:xfrm>
              <a:off x="8274318" y="2644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1" name="pt56801"/>
            <p:cNvSpPr/>
            <p:nvPr/>
          </p:nvSpPr>
          <p:spPr>
            <a:xfrm>
              <a:off x="8721041" y="2270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2" name="pt56802"/>
            <p:cNvSpPr/>
            <p:nvPr/>
          </p:nvSpPr>
          <p:spPr>
            <a:xfrm>
              <a:off x="8439043" y="2425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3" name="pt56803"/>
            <p:cNvSpPr/>
            <p:nvPr/>
          </p:nvSpPr>
          <p:spPr>
            <a:xfrm>
              <a:off x="8713389" y="2492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4" name="pt56804"/>
            <p:cNvSpPr/>
            <p:nvPr/>
          </p:nvSpPr>
          <p:spPr>
            <a:xfrm>
              <a:off x="9110981" y="2060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5" name="pt56805"/>
            <p:cNvSpPr/>
            <p:nvPr/>
          </p:nvSpPr>
          <p:spPr>
            <a:xfrm>
              <a:off x="8544712" y="2395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6" name="pt56806"/>
            <p:cNvSpPr/>
            <p:nvPr/>
          </p:nvSpPr>
          <p:spPr>
            <a:xfrm>
              <a:off x="8973968" y="1925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7" name="pt56807"/>
            <p:cNvSpPr/>
            <p:nvPr/>
          </p:nvSpPr>
          <p:spPr>
            <a:xfrm>
              <a:off x="8849358" y="2249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8" name="pt56808"/>
            <p:cNvSpPr/>
            <p:nvPr/>
          </p:nvSpPr>
          <p:spPr>
            <a:xfrm>
              <a:off x="9017715" y="1839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9" name="pt56809"/>
            <p:cNvSpPr/>
            <p:nvPr/>
          </p:nvSpPr>
          <p:spPr>
            <a:xfrm>
              <a:off x="8274318" y="2338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0" name="pt56810"/>
            <p:cNvSpPr/>
            <p:nvPr/>
          </p:nvSpPr>
          <p:spPr>
            <a:xfrm>
              <a:off x="9499399" y="239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1" name="pt56811"/>
            <p:cNvSpPr/>
            <p:nvPr/>
          </p:nvSpPr>
          <p:spPr>
            <a:xfrm>
              <a:off x="9199706" y="2104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2" name="pt56812"/>
            <p:cNvSpPr/>
            <p:nvPr/>
          </p:nvSpPr>
          <p:spPr>
            <a:xfrm>
              <a:off x="9049289" y="2201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3" name="pt56813"/>
            <p:cNvSpPr/>
            <p:nvPr/>
          </p:nvSpPr>
          <p:spPr>
            <a:xfrm>
              <a:off x="8669323" y="2546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4" name="pt56814"/>
            <p:cNvSpPr/>
            <p:nvPr/>
          </p:nvSpPr>
          <p:spPr>
            <a:xfrm>
              <a:off x="9059833" y="1770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5" name="pt56815"/>
            <p:cNvSpPr/>
            <p:nvPr/>
          </p:nvSpPr>
          <p:spPr>
            <a:xfrm>
              <a:off x="8398928" y="2435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6" name="pt56816"/>
            <p:cNvSpPr/>
            <p:nvPr/>
          </p:nvSpPr>
          <p:spPr>
            <a:xfrm>
              <a:off x="8821645" y="1977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7" name="pt56817"/>
            <p:cNvSpPr/>
            <p:nvPr/>
          </p:nvSpPr>
          <p:spPr>
            <a:xfrm>
              <a:off x="9156826" y="1965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8" name="pt56818"/>
            <p:cNvSpPr/>
            <p:nvPr/>
          </p:nvSpPr>
          <p:spPr>
            <a:xfrm>
              <a:off x="8972124" y="2086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9" name="pt56819"/>
            <p:cNvSpPr/>
            <p:nvPr/>
          </p:nvSpPr>
          <p:spPr>
            <a:xfrm>
              <a:off x="8921023" y="1760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0" name="pt56820"/>
            <p:cNvSpPr/>
            <p:nvPr/>
          </p:nvSpPr>
          <p:spPr>
            <a:xfrm>
              <a:off x="8659047" y="2430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1" name="pt56821"/>
            <p:cNvSpPr/>
            <p:nvPr/>
          </p:nvSpPr>
          <p:spPr>
            <a:xfrm>
              <a:off x="8636546" y="2318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2" name="pt56822"/>
            <p:cNvSpPr/>
            <p:nvPr/>
          </p:nvSpPr>
          <p:spPr>
            <a:xfrm>
              <a:off x="8648148" y="2506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3" name="pt56823"/>
            <p:cNvSpPr/>
            <p:nvPr/>
          </p:nvSpPr>
          <p:spPr>
            <a:xfrm>
              <a:off x="9075096" y="1825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4" name="pt56824"/>
            <p:cNvSpPr/>
            <p:nvPr/>
          </p:nvSpPr>
          <p:spPr>
            <a:xfrm>
              <a:off x="9379078" y="1958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5" name="pt56825"/>
            <p:cNvSpPr/>
            <p:nvPr/>
          </p:nvSpPr>
          <p:spPr>
            <a:xfrm>
              <a:off x="8624143" y="2435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6" name="pt56826"/>
            <p:cNvSpPr/>
            <p:nvPr/>
          </p:nvSpPr>
          <p:spPr>
            <a:xfrm>
              <a:off x="9143758" y="2149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7" name="pt56827"/>
            <p:cNvSpPr/>
            <p:nvPr/>
          </p:nvSpPr>
          <p:spPr>
            <a:xfrm>
              <a:off x="9039368" y="1720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8" name="pt56828"/>
            <p:cNvSpPr/>
            <p:nvPr/>
          </p:nvSpPr>
          <p:spPr>
            <a:xfrm>
              <a:off x="8742215" y="2113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9" name="pt56829"/>
            <p:cNvSpPr/>
            <p:nvPr/>
          </p:nvSpPr>
          <p:spPr>
            <a:xfrm>
              <a:off x="8398928" y="2265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0" name="pt56830"/>
            <p:cNvSpPr/>
            <p:nvPr/>
          </p:nvSpPr>
          <p:spPr>
            <a:xfrm>
              <a:off x="9075096" y="1885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1" name="pt56831"/>
            <p:cNvSpPr/>
            <p:nvPr/>
          </p:nvSpPr>
          <p:spPr>
            <a:xfrm>
              <a:off x="9200228" y="183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2" name="pt56832"/>
            <p:cNvSpPr/>
            <p:nvPr/>
          </p:nvSpPr>
          <p:spPr>
            <a:xfrm>
              <a:off x="9066533" y="1765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3" name="pt56833"/>
            <p:cNvSpPr/>
            <p:nvPr/>
          </p:nvSpPr>
          <p:spPr>
            <a:xfrm>
              <a:off x="8798858" y="21090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4" name="pt56834"/>
            <p:cNvSpPr/>
            <p:nvPr/>
          </p:nvSpPr>
          <p:spPr>
            <a:xfrm>
              <a:off x="9142325" y="2174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5" name="pt56835"/>
            <p:cNvSpPr/>
            <p:nvPr/>
          </p:nvSpPr>
          <p:spPr>
            <a:xfrm>
              <a:off x="8888738" y="2141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6" name="pt56836"/>
            <p:cNvSpPr/>
            <p:nvPr/>
          </p:nvSpPr>
          <p:spPr>
            <a:xfrm>
              <a:off x="8856549" y="2217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7" name="pt56837"/>
            <p:cNvSpPr/>
            <p:nvPr/>
          </p:nvSpPr>
          <p:spPr>
            <a:xfrm>
              <a:off x="9182728" y="1955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8" name="pt56838"/>
            <p:cNvSpPr/>
            <p:nvPr/>
          </p:nvSpPr>
          <p:spPr>
            <a:xfrm>
              <a:off x="8648148" y="2517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9" name="pt56839"/>
            <p:cNvSpPr/>
            <p:nvPr/>
          </p:nvSpPr>
          <p:spPr>
            <a:xfrm>
              <a:off x="9379078" y="1996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0" name="pt56840"/>
            <p:cNvSpPr/>
            <p:nvPr/>
          </p:nvSpPr>
          <p:spPr>
            <a:xfrm>
              <a:off x="9044397" y="1923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1" name="pt56841"/>
            <p:cNvSpPr/>
            <p:nvPr/>
          </p:nvSpPr>
          <p:spPr>
            <a:xfrm>
              <a:off x="9170243" y="1764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2" name="pt56842"/>
            <p:cNvSpPr/>
            <p:nvPr/>
          </p:nvSpPr>
          <p:spPr>
            <a:xfrm>
              <a:off x="8856549" y="2252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3" name="pt56843"/>
            <p:cNvSpPr/>
            <p:nvPr/>
          </p:nvSpPr>
          <p:spPr>
            <a:xfrm>
              <a:off x="8274318" y="2456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4" name="pt56844"/>
            <p:cNvSpPr/>
            <p:nvPr/>
          </p:nvSpPr>
          <p:spPr>
            <a:xfrm>
              <a:off x="9269435" y="175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5" name="pt56845"/>
            <p:cNvSpPr/>
            <p:nvPr/>
          </p:nvSpPr>
          <p:spPr>
            <a:xfrm>
              <a:off x="8910892" y="1955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6" name="pt56846"/>
            <p:cNvSpPr/>
            <p:nvPr/>
          </p:nvSpPr>
          <p:spPr>
            <a:xfrm>
              <a:off x="8544712" y="2317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7" name="pt56847"/>
            <p:cNvSpPr/>
            <p:nvPr/>
          </p:nvSpPr>
          <p:spPr>
            <a:xfrm>
              <a:off x="9049289" y="2395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8" name="pt56848"/>
            <p:cNvSpPr/>
            <p:nvPr/>
          </p:nvSpPr>
          <p:spPr>
            <a:xfrm>
              <a:off x="8398928" y="2331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9" name="pt56849"/>
            <p:cNvSpPr/>
            <p:nvPr/>
          </p:nvSpPr>
          <p:spPr>
            <a:xfrm>
              <a:off x="9223646" y="1900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0" name="pt56850"/>
            <p:cNvSpPr/>
            <p:nvPr/>
          </p:nvSpPr>
          <p:spPr>
            <a:xfrm>
              <a:off x="8659047" y="2326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1" name="pt56851"/>
            <p:cNvSpPr/>
            <p:nvPr/>
          </p:nvSpPr>
          <p:spPr>
            <a:xfrm>
              <a:off x="9295774" y="1921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2" name="pt56852"/>
            <p:cNvSpPr/>
            <p:nvPr/>
          </p:nvSpPr>
          <p:spPr>
            <a:xfrm>
              <a:off x="8761156" y="2218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3" name="pt56853"/>
            <p:cNvSpPr/>
            <p:nvPr/>
          </p:nvSpPr>
          <p:spPr>
            <a:xfrm>
              <a:off x="9191144" y="205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4" name="pt56854"/>
            <p:cNvSpPr/>
            <p:nvPr/>
          </p:nvSpPr>
          <p:spPr>
            <a:xfrm>
              <a:off x="9331236" y="2213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5" name="pt56855"/>
            <p:cNvSpPr/>
            <p:nvPr/>
          </p:nvSpPr>
          <p:spPr>
            <a:xfrm>
              <a:off x="8398928" y="2381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6" name="pt56856"/>
            <p:cNvSpPr/>
            <p:nvPr/>
          </p:nvSpPr>
          <p:spPr>
            <a:xfrm>
              <a:off x="8999571" y="1650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7" name="pt56857"/>
            <p:cNvSpPr/>
            <p:nvPr/>
          </p:nvSpPr>
          <p:spPr>
            <a:xfrm>
              <a:off x="8923469" y="1886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8" name="pt56858"/>
            <p:cNvSpPr/>
            <p:nvPr/>
          </p:nvSpPr>
          <p:spPr>
            <a:xfrm>
              <a:off x="8648148" y="2438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9" name="pt56859"/>
            <p:cNvSpPr/>
            <p:nvPr/>
          </p:nvSpPr>
          <p:spPr>
            <a:xfrm>
              <a:off x="8923469" y="1933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0" name="pt56860"/>
            <p:cNvSpPr/>
            <p:nvPr/>
          </p:nvSpPr>
          <p:spPr>
            <a:xfrm>
              <a:off x="8523538" y="2581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1" name="pt56861"/>
            <p:cNvSpPr/>
            <p:nvPr/>
          </p:nvSpPr>
          <p:spPr>
            <a:xfrm>
              <a:off x="8852989" y="2004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2" name="pt56862"/>
            <p:cNvSpPr/>
            <p:nvPr/>
          </p:nvSpPr>
          <p:spPr>
            <a:xfrm>
              <a:off x="8856549" y="2309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3" name="pt56863"/>
            <p:cNvSpPr/>
            <p:nvPr/>
          </p:nvSpPr>
          <p:spPr>
            <a:xfrm>
              <a:off x="8778290" y="2056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4" name="pt56864"/>
            <p:cNvSpPr/>
            <p:nvPr/>
          </p:nvSpPr>
          <p:spPr>
            <a:xfrm>
              <a:off x="9101309" y="2229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5" name="pt56865"/>
            <p:cNvSpPr/>
            <p:nvPr/>
          </p:nvSpPr>
          <p:spPr>
            <a:xfrm>
              <a:off x="8471820" y="2273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6" name="pt56866"/>
            <p:cNvSpPr/>
            <p:nvPr/>
          </p:nvSpPr>
          <p:spPr>
            <a:xfrm>
              <a:off x="8439043" y="2196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7" name="pt56867"/>
            <p:cNvSpPr/>
            <p:nvPr/>
          </p:nvSpPr>
          <p:spPr>
            <a:xfrm>
              <a:off x="9002725" y="2107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8" name="pt56868"/>
            <p:cNvSpPr/>
            <p:nvPr/>
          </p:nvSpPr>
          <p:spPr>
            <a:xfrm>
              <a:off x="8624143" y="2483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9" name="pt56869"/>
            <p:cNvSpPr/>
            <p:nvPr/>
          </p:nvSpPr>
          <p:spPr>
            <a:xfrm>
              <a:off x="9336196" y="2153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0" name="pt56870"/>
            <p:cNvSpPr/>
            <p:nvPr/>
          </p:nvSpPr>
          <p:spPr>
            <a:xfrm>
              <a:off x="9040639" y="1721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1" name="pt56871"/>
            <p:cNvSpPr/>
            <p:nvPr/>
          </p:nvSpPr>
          <p:spPr>
            <a:xfrm>
              <a:off x="8948383" y="2033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2" name="pt56872"/>
            <p:cNvSpPr/>
            <p:nvPr/>
          </p:nvSpPr>
          <p:spPr>
            <a:xfrm>
              <a:off x="9103999" y="216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3" name="pt56873"/>
            <p:cNvSpPr/>
            <p:nvPr/>
          </p:nvSpPr>
          <p:spPr>
            <a:xfrm>
              <a:off x="8748753" y="2014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4" name="pt56874"/>
            <p:cNvSpPr/>
            <p:nvPr/>
          </p:nvSpPr>
          <p:spPr>
            <a:xfrm>
              <a:off x="9525526" y="1873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5" name="pt56875"/>
            <p:cNvSpPr/>
            <p:nvPr/>
          </p:nvSpPr>
          <p:spPr>
            <a:xfrm>
              <a:off x="9200228" y="1813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6" name="pt56876"/>
            <p:cNvSpPr/>
            <p:nvPr/>
          </p:nvSpPr>
          <p:spPr>
            <a:xfrm>
              <a:off x="9201267" y="1837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7" name="pt56877"/>
            <p:cNvSpPr/>
            <p:nvPr/>
          </p:nvSpPr>
          <p:spPr>
            <a:xfrm>
              <a:off x="9199706" y="2161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8" name="pt56878"/>
            <p:cNvSpPr/>
            <p:nvPr/>
          </p:nvSpPr>
          <p:spPr>
            <a:xfrm>
              <a:off x="9152801" y="2209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9" name="pt56879"/>
            <p:cNvSpPr/>
            <p:nvPr/>
          </p:nvSpPr>
          <p:spPr>
            <a:xfrm>
              <a:off x="8274318" y="2580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0" name="pt56880"/>
            <p:cNvSpPr/>
            <p:nvPr/>
          </p:nvSpPr>
          <p:spPr>
            <a:xfrm>
              <a:off x="8471820" y="2268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1" name="pt56881"/>
            <p:cNvSpPr/>
            <p:nvPr/>
          </p:nvSpPr>
          <p:spPr>
            <a:xfrm>
              <a:off x="9285697" y="196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2" name="pt56882"/>
            <p:cNvSpPr/>
            <p:nvPr/>
          </p:nvSpPr>
          <p:spPr>
            <a:xfrm>
              <a:off x="9313270" y="2043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3" name="pt56883"/>
            <p:cNvSpPr/>
            <p:nvPr/>
          </p:nvSpPr>
          <p:spPr>
            <a:xfrm>
              <a:off x="9567694" y="2321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4" name="pt56884"/>
            <p:cNvSpPr/>
            <p:nvPr/>
          </p:nvSpPr>
          <p:spPr>
            <a:xfrm>
              <a:off x="8932933" y="1890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5" name="pt56885"/>
            <p:cNvSpPr/>
            <p:nvPr/>
          </p:nvSpPr>
          <p:spPr>
            <a:xfrm>
              <a:off x="8713389" y="2186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6" name="pt56886"/>
            <p:cNvSpPr/>
            <p:nvPr/>
          </p:nvSpPr>
          <p:spPr>
            <a:xfrm>
              <a:off x="8812874" y="2170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7" name="pt56887"/>
            <p:cNvSpPr/>
            <p:nvPr/>
          </p:nvSpPr>
          <p:spPr>
            <a:xfrm>
              <a:off x="8876545" y="1555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8" name="pt56888"/>
            <p:cNvSpPr/>
            <p:nvPr/>
          </p:nvSpPr>
          <p:spPr>
            <a:xfrm>
              <a:off x="9519098" y="2520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9" name="pt56889"/>
            <p:cNvSpPr/>
            <p:nvPr/>
          </p:nvSpPr>
          <p:spPr>
            <a:xfrm>
              <a:off x="8398928" y="2508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0" name="pt56890"/>
            <p:cNvSpPr/>
            <p:nvPr/>
          </p:nvSpPr>
          <p:spPr>
            <a:xfrm>
              <a:off x="8748753" y="2018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1" name="pt56891"/>
            <p:cNvSpPr/>
            <p:nvPr/>
          </p:nvSpPr>
          <p:spPr>
            <a:xfrm>
              <a:off x="9371804" y="2129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2" name="pt56892"/>
            <p:cNvSpPr/>
            <p:nvPr/>
          </p:nvSpPr>
          <p:spPr>
            <a:xfrm>
              <a:off x="8471820" y="2368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3" name="pt56893"/>
            <p:cNvSpPr/>
            <p:nvPr/>
          </p:nvSpPr>
          <p:spPr>
            <a:xfrm>
              <a:off x="8347210" y="22995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4" name="pt56894"/>
            <p:cNvSpPr/>
            <p:nvPr/>
          </p:nvSpPr>
          <p:spPr>
            <a:xfrm>
              <a:off x="8788868" y="1988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5" name="pt56895"/>
            <p:cNvSpPr/>
            <p:nvPr/>
          </p:nvSpPr>
          <p:spPr>
            <a:xfrm>
              <a:off x="8523538" y="2572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6" name="pt56896"/>
            <p:cNvSpPr/>
            <p:nvPr/>
          </p:nvSpPr>
          <p:spPr>
            <a:xfrm>
              <a:off x="9308769" y="2166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7" name="pt56897"/>
            <p:cNvSpPr/>
            <p:nvPr/>
          </p:nvSpPr>
          <p:spPr>
            <a:xfrm>
              <a:off x="9013348" y="1333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8" name="pt56898"/>
            <p:cNvSpPr/>
            <p:nvPr/>
          </p:nvSpPr>
          <p:spPr>
            <a:xfrm>
              <a:off x="8274318" y="2499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9" name="pt56899"/>
            <p:cNvSpPr/>
            <p:nvPr/>
          </p:nvSpPr>
          <p:spPr>
            <a:xfrm>
              <a:off x="8778290" y="2209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0" name="pt56900"/>
            <p:cNvSpPr/>
            <p:nvPr/>
          </p:nvSpPr>
          <p:spPr>
            <a:xfrm>
              <a:off x="9657982" y="1920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1" name="pt56901"/>
            <p:cNvSpPr/>
            <p:nvPr/>
          </p:nvSpPr>
          <p:spPr>
            <a:xfrm>
              <a:off x="8471820" y="2425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2" name="pt56902"/>
            <p:cNvSpPr/>
            <p:nvPr/>
          </p:nvSpPr>
          <p:spPr>
            <a:xfrm>
              <a:off x="8834048" y="1931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3" name="pt56903"/>
            <p:cNvSpPr/>
            <p:nvPr/>
          </p:nvSpPr>
          <p:spPr>
            <a:xfrm>
              <a:off x="9044397" y="1969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4" name="pt56904"/>
            <p:cNvSpPr/>
            <p:nvPr/>
          </p:nvSpPr>
          <p:spPr>
            <a:xfrm>
              <a:off x="8471820" y="2457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5" name="pt56905"/>
            <p:cNvSpPr/>
            <p:nvPr/>
          </p:nvSpPr>
          <p:spPr>
            <a:xfrm>
              <a:off x="9142325" y="21736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6" name="pt56906"/>
            <p:cNvSpPr/>
            <p:nvPr/>
          </p:nvSpPr>
          <p:spPr>
            <a:xfrm>
              <a:off x="8471820" y="2347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7" name="pt56907"/>
            <p:cNvSpPr/>
            <p:nvPr/>
          </p:nvSpPr>
          <p:spPr>
            <a:xfrm>
              <a:off x="9048079" y="2177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8" name="pt56908"/>
            <p:cNvSpPr/>
            <p:nvPr/>
          </p:nvSpPr>
          <p:spPr>
            <a:xfrm>
              <a:off x="8471820" y="2391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9" name="pt56909"/>
            <p:cNvSpPr/>
            <p:nvPr/>
          </p:nvSpPr>
          <p:spPr>
            <a:xfrm>
              <a:off x="9044397" y="2024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0" name="pt56910"/>
            <p:cNvSpPr/>
            <p:nvPr/>
          </p:nvSpPr>
          <p:spPr>
            <a:xfrm>
              <a:off x="8274318" y="2517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1" name="pt56911"/>
            <p:cNvSpPr/>
            <p:nvPr/>
          </p:nvSpPr>
          <p:spPr>
            <a:xfrm>
              <a:off x="8793933" y="2189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2" name="pt56912"/>
            <p:cNvSpPr/>
            <p:nvPr/>
          </p:nvSpPr>
          <p:spPr>
            <a:xfrm>
              <a:off x="9427147" y="1970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3" name="pt56913"/>
            <p:cNvSpPr/>
            <p:nvPr/>
          </p:nvSpPr>
          <p:spPr>
            <a:xfrm>
              <a:off x="8910892" y="2055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4" name="pt56914"/>
            <p:cNvSpPr/>
            <p:nvPr/>
          </p:nvSpPr>
          <p:spPr>
            <a:xfrm>
              <a:off x="9075096" y="1849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5" name="pt56915"/>
            <p:cNvSpPr/>
            <p:nvPr/>
          </p:nvSpPr>
          <p:spPr>
            <a:xfrm>
              <a:off x="9062094" y="1640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6" name="pt56916"/>
            <p:cNvSpPr/>
            <p:nvPr/>
          </p:nvSpPr>
          <p:spPr>
            <a:xfrm>
              <a:off x="8841866" y="20665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7" name="pt56917"/>
            <p:cNvSpPr/>
            <p:nvPr/>
          </p:nvSpPr>
          <p:spPr>
            <a:xfrm>
              <a:off x="8721041" y="1956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8" name="pt56918"/>
            <p:cNvSpPr/>
            <p:nvPr/>
          </p:nvSpPr>
          <p:spPr>
            <a:xfrm>
              <a:off x="9002725" y="1807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9" name="pt56919"/>
            <p:cNvSpPr/>
            <p:nvPr/>
          </p:nvSpPr>
          <p:spPr>
            <a:xfrm>
              <a:off x="9368156" y="2051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0" name="pt56920"/>
            <p:cNvSpPr/>
            <p:nvPr/>
          </p:nvSpPr>
          <p:spPr>
            <a:xfrm>
              <a:off x="9394753" y="1908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1" name="pt56921"/>
            <p:cNvSpPr/>
            <p:nvPr/>
          </p:nvSpPr>
          <p:spPr>
            <a:xfrm>
              <a:off x="8939717" y="2037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2" name="pt56922"/>
            <p:cNvSpPr/>
            <p:nvPr/>
          </p:nvSpPr>
          <p:spPr>
            <a:xfrm>
              <a:off x="8563654" y="2440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3" name="pt56923"/>
            <p:cNvSpPr/>
            <p:nvPr/>
          </p:nvSpPr>
          <p:spPr>
            <a:xfrm>
              <a:off x="8544712" y="2198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4" name="pt56924"/>
            <p:cNvSpPr/>
            <p:nvPr/>
          </p:nvSpPr>
          <p:spPr>
            <a:xfrm>
              <a:off x="9553956" y="222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5" name="pt56925"/>
            <p:cNvSpPr/>
            <p:nvPr/>
          </p:nvSpPr>
          <p:spPr>
            <a:xfrm>
              <a:off x="8544712" y="2407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6" name="pt56926"/>
            <p:cNvSpPr/>
            <p:nvPr/>
          </p:nvSpPr>
          <p:spPr>
            <a:xfrm>
              <a:off x="8580788" y="2250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7" name="pt56927"/>
            <p:cNvSpPr/>
            <p:nvPr/>
          </p:nvSpPr>
          <p:spPr>
            <a:xfrm>
              <a:off x="8812874" y="2330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8" name="pt56928"/>
            <p:cNvSpPr/>
            <p:nvPr/>
          </p:nvSpPr>
          <p:spPr>
            <a:xfrm>
              <a:off x="8925882" y="1887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9" name="pt56929"/>
            <p:cNvSpPr/>
            <p:nvPr/>
          </p:nvSpPr>
          <p:spPr>
            <a:xfrm>
              <a:off x="8610820" y="2127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0" name="pt56930"/>
            <p:cNvSpPr/>
            <p:nvPr/>
          </p:nvSpPr>
          <p:spPr>
            <a:xfrm>
              <a:off x="8958659" y="2243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1" name="pt56931"/>
            <p:cNvSpPr/>
            <p:nvPr/>
          </p:nvSpPr>
          <p:spPr>
            <a:xfrm>
              <a:off x="8705398" y="2102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2" name="pt56932"/>
            <p:cNvSpPr/>
            <p:nvPr/>
          </p:nvSpPr>
          <p:spPr>
            <a:xfrm>
              <a:off x="9420231" y="1946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3" name="pt56933"/>
            <p:cNvSpPr/>
            <p:nvPr/>
          </p:nvSpPr>
          <p:spPr>
            <a:xfrm>
              <a:off x="8610820" y="2021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4" name="pt56934"/>
            <p:cNvSpPr/>
            <p:nvPr/>
          </p:nvSpPr>
          <p:spPr>
            <a:xfrm>
              <a:off x="9231697" y="2102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5" name="pt56935"/>
            <p:cNvSpPr/>
            <p:nvPr/>
          </p:nvSpPr>
          <p:spPr>
            <a:xfrm>
              <a:off x="8624143" y="2366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6" name="pt56936"/>
            <p:cNvSpPr/>
            <p:nvPr/>
          </p:nvSpPr>
          <p:spPr>
            <a:xfrm>
              <a:off x="9761216" y="2318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7" name="pt56937"/>
            <p:cNvSpPr/>
            <p:nvPr/>
          </p:nvSpPr>
          <p:spPr>
            <a:xfrm>
              <a:off x="9005825" y="16040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8" name="pt56938"/>
            <p:cNvSpPr/>
            <p:nvPr/>
          </p:nvSpPr>
          <p:spPr>
            <a:xfrm>
              <a:off x="9027511" y="1906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9" name="pt56939"/>
            <p:cNvSpPr/>
            <p:nvPr/>
          </p:nvSpPr>
          <p:spPr>
            <a:xfrm>
              <a:off x="8772758" y="2043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0" name="pt56940"/>
            <p:cNvSpPr/>
            <p:nvPr/>
          </p:nvSpPr>
          <p:spPr>
            <a:xfrm>
              <a:off x="9707347" y="1751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1" name="pt56941"/>
            <p:cNvSpPr/>
            <p:nvPr/>
          </p:nvSpPr>
          <p:spPr>
            <a:xfrm>
              <a:off x="9502529" y="2530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2" name="pt56942"/>
            <p:cNvSpPr/>
            <p:nvPr/>
          </p:nvSpPr>
          <p:spPr>
            <a:xfrm>
              <a:off x="9034195" y="1636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3" name="pt56943"/>
            <p:cNvSpPr/>
            <p:nvPr/>
          </p:nvSpPr>
          <p:spPr>
            <a:xfrm>
              <a:off x="8398928" y="2391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4" name="pt56944"/>
            <p:cNvSpPr/>
            <p:nvPr/>
          </p:nvSpPr>
          <p:spPr>
            <a:xfrm>
              <a:off x="8930613" y="1788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5" name="pt56945"/>
            <p:cNvSpPr/>
            <p:nvPr/>
          </p:nvSpPr>
          <p:spPr>
            <a:xfrm>
              <a:off x="9363803" y="207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6" name="pt56946"/>
            <p:cNvSpPr/>
            <p:nvPr/>
          </p:nvSpPr>
          <p:spPr>
            <a:xfrm>
              <a:off x="8274318" y="2366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7" name="pt56947"/>
            <p:cNvSpPr/>
            <p:nvPr/>
          </p:nvSpPr>
          <p:spPr>
            <a:xfrm>
              <a:off x="9334476" y="1976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8" name="pt56948"/>
            <p:cNvSpPr/>
            <p:nvPr/>
          </p:nvSpPr>
          <p:spPr>
            <a:xfrm>
              <a:off x="8274318" y="25538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9" name="pt56949"/>
            <p:cNvSpPr/>
            <p:nvPr/>
          </p:nvSpPr>
          <p:spPr>
            <a:xfrm>
              <a:off x="9421909" y="1850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0" name="pt56950"/>
            <p:cNvSpPr/>
            <p:nvPr/>
          </p:nvSpPr>
          <p:spPr>
            <a:xfrm>
              <a:off x="8713389" y="23230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1" name="pt56951"/>
            <p:cNvSpPr/>
            <p:nvPr/>
          </p:nvSpPr>
          <p:spPr>
            <a:xfrm>
              <a:off x="8755061" y="2227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2" name="pt56952"/>
            <p:cNvSpPr/>
            <p:nvPr/>
          </p:nvSpPr>
          <p:spPr>
            <a:xfrm>
              <a:off x="8863465" y="1985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3" name="pt56953"/>
            <p:cNvSpPr/>
            <p:nvPr/>
          </p:nvSpPr>
          <p:spPr>
            <a:xfrm>
              <a:off x="9273294" y="15825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4" name="pt56954"/>
            <p:cNvSpPr/>
            <p:nvPr/>
          </p:nvSpPr>
          <p:spPr>
            <a:xfrm>
              <a:off x="9170243" y="1718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5" name="pt56955"/>
            <p:cNvSpPr/>
            <p:nvPr/>
          </p:nvSpPr>
          <p:spPr>
            <a:xfrm>
              <a:off x="8563654" y="2205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6" name="pt56956"/>
            <p:cNvSpPr/>
            <p:nvPr/>
          </p:nvSpPr>
          <p:spPr>
            <a:xfrm>
              <a:off x="8923469" y="1997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7" name="pt56957"/>
            <p:cNvSpPr/>
            <p:nvPr/>
          </p:nvSpPr>
          <p:spPr>
            <a:xfrm>
              <a:off x="8274318" y="2584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8" name="pt56958"/>
            <p:cNvSpPr/>
            <p:nvPr/>
          </p:nvSpPr>
          <p:spPr>
            <a:xfrm>
              <a:off x="9210359" y="1747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9" name="pt56959"/>
            <p:cNvSpPr/>
            <p:nvPr/>
          </p:nvSpPr>
          <p:spPr>
            <a:xfrm>
              <a:off x="8523538" y="2392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0" name="pt56960"/>
            <p:cNvSpPr/>
            <p:nvPr/>
          </p:nvSpPr>
          <p:spPr>
            <a:xfrm>
              <a:off x="9537091" y="1741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1" name="pt56961"/>
            <p:cNvSpPr/>
            <p:nvPr/>
          </p:nvSpPr>
          <p:spPr>
            <a:xfrm>
              <a:off x="8748753" y="1963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2" name="pt56962"/>
            <p:cNvSpPr/>
            <p:nvPr/>
          </p:nvSpPr>
          <p:spPr>
            <a:xfrm>
              <a:off x="8923469" y="1972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3" name="pt56963"/>
            <p:cNvSpPr/>
            <p:nvPr/>
          </p:nvSpPr>
          <p:spPr>
            <a:xfrm>
              <a:off x="8783657" y="2239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4" name="pt56964"/>
            <p:cNvSpPr/>
            <p:nvPr/>
          </p:nvSpPr>
          <p:spPr>
            <a:xfrm>
              <a:off x="9212805" y="1794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5" name="pt56965"/>
            <p:cNvSpPr/>
            <p:nvPr/>
          </p:nvSpPr>
          <p:spPr>
            <a:xfrm>
              <a:off x="8398928" y="2377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6" name="pt56966"/>
            <p:cNvSpPr/>
            <p:nvPr/>
          </p:nvSpPr>
          <p:spPr>
            <a:xfrm>
              <a:off x="8659047" y="2334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7" name="pt56967"/>
            <p:cNvSpPr/>
            <p:nvPr/>
          </p:nvSpPr>
          <p:spPr>
            <a:xfrm>
              <a:off x="9231697" y="2143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8" name="pt56968"/>
            <p:cNvSpPr/>
            <p:nvPr/>
          </p:nvSpPr>
          <p:spPr>
            <a:xfrm>
              <a:off x="9657982" y="2048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9" name="pt56969"/>
            <p:cNvSpPr/>
            <p:nvPr/>
          </p:nvSpPr>
          <p:spPr>
            <a:xfrm>
              <a:off x="8274318" y="2335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0" name="pt56970"/>
            <p:cNvSpPr/>
            <p:nvPr/>
          </p:nvSpPr>
          <p:spPr>
            <a:xfrm>
              <a:off x="8879672" y="2081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1" name="pt56971"/>
            <p:cNvSpPr/>
            <p:nvPr/>
          </p:nvSpPr>
          <p:spPr>
            <a:xfrm>
              <a:off x="8544712" y="2283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2" name="pt56972"/>
            <p:cNvSpPr/>
            <p:nvPr/>
          </p:nvSpPr>
          <p:spPr>
            <a:xfrm>
              <a:off x="9074048" y="1767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3" name="pt56973"/>
            <p:cNvSpPr/>
            <p:nvPr/>
          </p:nvSpPr>
          <p:spPr>
            <a:xfrm>
              <a:off x="8941923" y="2135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4" name="pt56974"/>
            <p:cNvSpPr/>
            <p:nvPr/>
          </p:nvSpPr>
          <p:spPr>
            <a:xfrm>
              <a:off x="8748753" y="1993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5" name="pt56975"/>
            <p:cNvSpPr/>
            <p:nvPr/>
          </p:nvSpPr>
          <p:spPr>
            <a:xfrm>
              <a:off x="8954618" y="2314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6" name="pt56976"/>
            <p:cNvSpPr/>
            <p:nvPr/>
          </p:nvSpPr>
          <p:spPr>
            <a:xfrm>
              <a:off x="9090127" y="1804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7" name="pt56977"/>
            <p:cNvSpPr/>
            <p:nvPr/>
          </p:nvSpPr>
          <p:spPr>
            <a:xfrm>
              <a:off x="8471820" y="2437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8" name="pt56978"/>
            <p:cNvSpPr/>
            <p:nvPr/>
          </p:nvSpPr>
          <p:spPr>
            <a:xfrm>
              <a:off x="8274318" y="2390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9" name="pt56979"/>
            <p:cNvSpPr/>
            <p:nvPr/>
          </p:nvSpPr>
          <p:spPr>
            <a:xfrm>
              <a:off x="8908267" y="2008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0" name="pt56980"/>
            <p:cNvSpPr/>
            <p:nvPr/>
          </p:nvSpPr>
          <p:spPr>
            <a:xfrm>
              <a:off x="8398928" y="2363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1" name="pt56981"/>
            <p:cNvSpPr/>
            <p:nvPr/>
          </p:nvSpPr>
          <p:spPr>
            <a:xfrm>
              <a:off x="8648148" y="2311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2" name="pt56982"/>
            <p:cNvSpPr/>
            <p:nvPr/>
          </p:nvSpPr>
          <p:spPr>
            <a:xfrm>
              <a:off x="8908267" y="2047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3" name="pt56983"/>
            <p:cNvSpPr/>
            <p:nvPr/>
          </p:nvSpPr>
          <p:spPr>
            <a:xfrm>
              <a:off x="8932933" y="1764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4" name="pt56984"/>
            <p:cNvSpPr/>
            <p:nvPr/>
          </p:nvSpPr>
          <p:spPr>
            <a:xfrm>
              <a:off x="8866825" y="2074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5" name="pt56985"/>
            <p:cNvSpPr/>
            <p:nvPr/>
          </p:nvSpPr>
          <p:spPr>
            <a:xfrm>
              <a:off x="9127336" y="193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6" name="pt56986"/>
            <p:cNvSpPr/>
            <p:nvPr/>
          </p:nvSpPr>
          <p:spPr>
            <a:xfrm>
              <a:off x="8964553" y="2292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7" name="pt56987"/>
            <p:cNvSpPr/>
            <p:nvPr/>
          </p:nvSpPr>
          <p:spPr>
            <a:xfrm>
              <a:off x="9196543" y="2095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8" name="pt56988"/>
            <p:cNvSpPr/>
            <p:nvPr/>
          </p:nvSpPr>
          <p:spPr>
            <a:xfrm>
              <a:off x="8721041" y="2259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9" name="pt56989"/>
            <p:cNvSpPr/>
            <p:nvPr/>
          </p:nvSpPr>
          <p:spPr>
            <a:xfrm>
              <a:off x="9503592" y="2688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0" name="pt56990"/>
            <p:cNvSpPr/>
            <p:nvPr/>
          </p:nvSpPr>
          <p:spPr>
            <a:xfrm>
              <a:off x="8398928" y="2469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1" name="pt56991"/>
            <p:cNvSpPr/>
            <p:nvPr/>
          </p:nvSpPr>
          <p:spPr>
            <a:xfrm>
              <a:off x="9002725" y="1785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2" name="pt56992"/>
            <p:cNvSpPr/>
            <p:nvPr/>
          </p:nvSpPr>
          <p:spPr>
            <a:xfrm>
              <a:off x="9627091" y="2187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3" name="pt56993"/>
            <p:cNvSpPr/>
            <p:nvPr/>
          </p:nvSpPr>
          <p:spPr>
            <a:xfrm>
              <a:off x="9439815" y="2027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4" name="pt56994"/>
            <p:cNvSpPr/>
            <p:nvPr/>
          </p:nvSpPr>
          <p:spPr>
            <a:xfrm>
              <a:off x="9562976" y="2129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5" name="pt56995"/>
            <p:cNvSpPr/>
            <p:nvPr/>
          </p:nvSpPr>
          <p:spPr>
            <a:xfrm>
              <a:off x="8713389" y="2152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6" name="pt56996"/>
            <p:cNvSpPr/>
            <p:nvPr/>
          </p:nvSpPr>
          <p:spPr>
            <a:xfrm>
              <a:off x="8274318" y="2386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7" name="pt56997"/>
            <p:cNvSpPr/>
            <p:nvPr/>
          </p:nvSpPr>
          <p:spPr>
            <a:xfrm>
              <a:off x="8669323" y="252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8" name="pt56998"/>
            <p:cNvSpPr/>
            <p:nvPr/>
          </p:nvSpPr>
          <p:spPr>
            <a:xfrm>
              <a:off x="8636546" y="2223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9" name="pt56999"/>
            <p:cNvSpPr/>
            <p:nvPr/>
          </p:nvSpPr>
          <p:spPr>
            <a:xfrm>
              <a:off x="9124182" y="2012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0" name="pt57000"/>
            <p:cNvSpPr/>
            <p:nvPr/>
          </p:nvSpPr>
          <p:spPr>
            <a:xfrm>
              <a:off x="8713389" y="22290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1" name="pt57001"/>
            <p:cNvSpPr/>
            <p:nvPr/>
          </p:nvSpPr>
          <p:spPr>
            <a:xfrm>
              <a:off x="8471820" y="2317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2" name="pt57002"/>
            <p:cNvSpPr/>
            <p:nvPr/>
          </p:nvSpPr>
          <p:spPr>
            <a:xfrm>
              <a:off x="9187265" y="2029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3" name="pt57003"/>
            <p:cNvSpPr/>
            <p:nvPr/>
          </p:nvSpPr>
          <p:spPr>
            <a:xfrm>
              <a:off x="9792213" y="2772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4" name="pt57004"/>
            <p:cNvSpPr/>
            <p:nvPr/>
          </p:nvSpPr>
          <p:spPr>
            <a:xfrm>
              <a:off x="8721041" y="2252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5" name="pt57005"/>
            <p:cNvSpPr/>
            <p:nvPr/>
          </p:nvSpPr>
          <p:spPr>
            <a:xfrm>
              <a:off x="9332489" y="1997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6" name="pt57006"/>
            <p:cNvSpPr/>
            <p:nvPr/>
          </p:nvSpPr>
          <p:spPr>
            <a:xfrm>
              <a:off x="8941923" y="1974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7" name="pt57007"/>
            <p:cNvSpPr/>
            <p:nvPr/>
          </p:nvSpPr>
          <p:spPr>
            <a:xfrm>
              <a:off x="9413835" y="1910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8" name="pt57008"/>
            <p:cNvSpPr/>
            <p:nvPr/>
          </p:nvSpPr>
          <p:spPr>
            <a:xfrm>
              <a:off x="8398928" y="22257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9" name="pt57009"/>
            <p:cNvSpPr/>
            <p:nvPr/>
          </p:nvSpPr>
          <p:spPr>
            <a:xfrm>
              <a:off x="8659047" y="2300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0" name="pt57010"/>
            <p:cNvSpPr/>
            <p:nvPr/>
          </p:nvSpPr>
          <p:spPr>
            <a:xfrm>
              <a:off x="8849358" y="19527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1" name="pt57011"/>
            <p:cNvSpPr/>
            <p:nvPr/>
          </p:nvSpPr>
          <p:spPr>
            <a:xfrm>
              <a:off x="8347210" y="2425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2" name="pt57012"/>
            <p:cNvSpPr/>
            <p:nvPr/>
          </p:nvSpPr>
          <p:spPr>
            <a:xfrm>
              <a:off x="8563654" y="2269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3" name="pt57013"/>
            <p:cNvSpPr/>
            <p:nvPr/>
          </p:nvSpPr>
          <p:spPr>
            <a:xfrm>
              <a:off x="8755061" y="2208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4" name="pt57014"/>
            <p:cNvSpPr/>
            <p:nvPr/>
          </p:nvSpPr>
          <p:spPr>
            <a:xfrm>
              <a:off x="9140881" y="2213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5" name="pt57015"/>
            <p:cNvSpPr/>
            <p:nvPr/>
          </p:nvSpPr>
          <p:spPr>
            <a:xfrm>
              <a:off x="8347210" y="2331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6" name="pt57016"/>
            <p:cNvSpPr/>
            <p:nvPr/>
          </p:nvSpPr>
          <p:spPr>
            <a:xfrm>
              <a:off x="9103999" y="2192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7" name="pt57017"/>
            <p:cNvSpPr/>
            <p:nvPr/>
          </p:nvSpPr>
          <p:spPr>
            <a:xfrm>
              <a:off x="9286988" y="2039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8" name="pt57018"/>
            <p:cNvSpPr/>
            <p:nvPr/>
          </p:nvSpPr>
          <p:spPr>
            <a:xfrm>
              <a:off x="8982914" y="1838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9" name="pt57019"/>
            <p:cNvSpPr/>
            <p:nvPr/>
          </p:nvSpPr>
          <p:spPr>
            <a:xfrm>
              <a:off x="8439043" y="2250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0" name="pt57020"/>
            <p:cNvSpPr/>
            <p:nvPr/>
          </p:nvSpPr>
          <p:spPr>
            <a:xfrm>
              <a:off x="8697035" y="219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1" name="pt57021"/>
            <p:cNvSpPr/>
            <p:nvPr/>
          </p:nvSpPr>
          <p:spPr>
            <a:xfrm>
              <a:off x="8471820" y="2483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2" name="pt57022"/>
            <p:cNvSpPr/>
            <p:nvPr/>
          </p:nvSpPr>
          <p:spPr>
            <a:xfrm>
              <a:off x="8688264" y="2286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3" name="pt57023"/>
            <p:cNvSpPr/>
            <p:nvPr/>
          </p:nvSpPr>
          <p:spPr>
            <a:xfrm>
              <a:off x="8439043" y="2169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4" name="pt57024"/>
            <p:cNvSpPr/>
            <p:nvPr/>
          </p:nvSpPr>
          <p:spPr>
            <a:xfrm>
              <a:off x="8908267" y="1955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5" name="pt57025"/>
            <p:cNvSpPr/>
            <p:nvPr/>
          </p:nvSpPr>
          <p:spPr>
            <a:xfrm>
              <a:off x="8817313" y="2193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6" name="pt57026"/>
            <p:cNvSpPr/>
            <p:nvPr/>
          </p:nvSpPr>
          <p:spPr>
            <a:xfrm>
              <a:off x="8679043" y="2121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7" name="pt57027"/>
            <p:cNvSpPr/>
            <p:nvPr/>
          </p:nvSpPr>
          <p:spPr>
            <a:xfrm>
              <a:off x="8398928" y="2465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8" name="pt57028"/>
            <p:cNvSpPr/>
            <p:nvPr/>
          </p:nvSpPr>
          <p:spPr>
            <a:xfrm>
              <a:off x="9223646" y="1862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9" name="pt57029"/>
            <p:cNvSpPr/>
            <p:nvPr/>
          </p:nvSpPr>
          <p:spPr>
            <a:xfrm>
              <a:off x="8523538" y="249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0" name="pt57030"/>
            <p:cNvSpPr/>
            <p:nvPr/>
          </p:nvSpPr>
          <p:spPr>
            <a:xfrm>
              <a:off x="8274318" y="2095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1" name="pt57031"/>
            <p:cNvSpPr/>
            <p:nvPr/>
          </p:nvSpPr>
          <p:spPr>
            <a:xfrm>
              <a:off x="9328959" y="1975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2" name="pt57032"/>
            <p:cNvSpPr/>
            <p:nvPr/>
          </p:nvSpPr>
          <p:spPr>
            <a:xfrm>
              <a:off x="8755061" y="2169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3" name="pt57033"/>
            <p:cNvSpPr/>
            <p:nvPr/>
          </p:nvSpPr>
          <p:spPr>
            <a:xfrm>
              <a:off x="8347210" y="2364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4" name="pt57034"/>
            <p:cNvSpPr/>
            <p:nvPr/>
          </p:nvSpPr>
          <p:spPr>
            <a:xfrm>
              <a:off x="8274318" y="2561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5" name="pt57035"/>
            <p:cNvSpPr/>
            <p:nvPr/>
          </p:nvSpPr>
          <p:spPr>
            <a:xfrm>
              <a:off x="9693515" y="1921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6" name="pt57036"/>
            <p:cNvSpPr/>
            <p:nvPr/>
          </p:nvSpPr>
          <p:spPr>
            <a:xfrm>
              <a:off x="8347210" y="2345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7" name="pt57037"/>
            <p:cNvSpPr/>
            <p:nvPr/>
          </p:nvSpPr>
          <p:spPr>
            <a:xfrm>
              <a:off x="8964553" y="2208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8" name="pt57038"/>
            <p:cNvSpPr/>
            <p:nvPr/>
          </p:nvSpPr>
          <p:spPr>
            <a:xfrm>
              <a:off x="8856549" y="2236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9" name="pt57039"/>
            <p:cNvSpPr/>
            <p:nvPr/>
          </p:nvSpPr>
          <p:spPr>
            <a:xfrm>
              <a:off x="8347210" y="2443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0" name="pt57040"/>
            <p:cNvSpPr/>
            <p:nvPr/>
          </p:nvSpPr>
          <p:spPr>
            <a:xfrm>
              <a:off x="8876545" y="1902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1" name="pt57041"/>
            <p:cNvSpPr/>
            <p:nvPr/>
          </p:nvSpPr>
          <p:spPr>
            <a:xfrm>
              <a:off x="8778290" y="2166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2" name="pt57042"/>
            <p:cNvSpPr/>
            <p:nvPr/>
          </p:nvSpPr>
          <p:spPr>
            <a:xfrm>
              <a:off x="9087220" y="1991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3" name="pt57043"/>
            <p:cNvSpPr/>
            <p:nvPr/>
          </p:nvSpPr>
          <p:spPr>
            <a:xfrm>
              <a:off x="9086240" y="2103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4" name="pt57044"/>
            <p:cNvSpPr/>
            <p:nvPr/>
          </p:nvSpPr>
          <p:spPr>
            <a:xfrm>
              <a:off x="9188382" y="2024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5" name="pt57045"/>
            <p:cNvSpPr/>
            <p:nvPr/>
          </p:nvSpPr>
          <p:spPr>
            <a:xfrm>
              <a:off x="8923469" y="1982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6" name="pt57046"/>
            <p:cNvSpPr/>
            <p:nvPr/>
          </p:nvSpPr>
          <p:spPr>
            <a:xfrm>
              <a:off x="9655598" y="2392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7" name="pt57047"/>
            <p:cNvSpPr/>
            <p:nvPr/>
          </p:nvSpPr>
          <p:spPr>
            <a:xfrm>
              <a:off x="9226820" y="19894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8" name="pt57048"/>
            <p:cNvSpPr/>
            <p:nvPr/>
          </p:nvSpPr>
          <p:spPr>
            <a:xfrm>
              <a:off x="8964553" y="2244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9" name="pt57049"/>
            <p:cNvSpPr/>
            <p:nvPr/>
          </p:nvSpPr>
          <p:spPr>
            <a:xfrm>
              <a:off x="8648148" y="22731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0" name="pt57050"/>
            <p:cNvSpPr/>
            <p:nvPr/>
          </p:nvSpPr>
          <p:spPr>
            <a:xfrm>
              <a:off x="8688264" y="2236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1" name="pt57051"/>
            <p:cNvSpPr/>
            <p:nvPr/>
          </p:nvSpPr>
          <p:spPr>
            <a:xfrm>
              <a:off x="8897369" y="2101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2" name="pt57052"/>
            <p:cNvSpPr/>
            <p:nvPr/>
          </p:nvSpPr>
          <p:spPr>
            <a:xfrm>
              <a:off x="9502529" y="2340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3" name="pt57053"/>
            <p:cNvSpPr/>
            <p:nvPr/>
          </p:nvSpPr>
          <p:spPr>
            <a:xfrm>
              <a:off x="8973968" y="1922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4" name="pt57054"/>
            <p:cNvSpPr/>
            <p:nvPr/>
          </p:nvSpPr>
          <p:spPr>
            <a:xfrm>
              <a:off x="8761156" y="2413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5" name="pt57055"/>
            <p:cNvSpPr/>
            <p:nvPr/>
          </p:nvSpPr>
          <p:spPr>
            <a:xfrm>
              <a:off x="8636546" y="2249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6" name="pt57056"/>
            <p:cNvSpPr/>
            <p:nvPr/>
          </p:nvSpPr>
          <p:spPr>
            <a:xfrm>
              <a:off x="9486197" y="2500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7" name="pt57057"/>
            <p:cNvSpPr/>
            <p:nvPr/>
          </p:nvSpPr>
          <p:spPr>
            <a:xfrm>
              <a:off x="8563654" y="2254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8" name="pt57058"/>
            <p:cNvSpPr/>
            <p:nvPr/>
          </p:nvSpPr>
          <p:spPr>
            <a:xfrm>
              <a:off x="8596430" y="2107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9" name="pt57059"/>
            <p:cNvSpPr/>
            <p:nvPr/>
          </p:nvSpPr>
          <p:spPr>
            <a:xfrm>
              <a:off x="8636546" y="2470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0" name="pt57060"/>
            <p:cNvSpPr/>
            <p:nvPr/>
          </p:nvSpPr>
          <p:spPr>
            <a:xfrm>
              <a:off x="8798858" y="2054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1" name="pt57061"/>
            <p:cNvSpPr/>
            <p:nvPr/>
          </p:nvSpPr>
          <p:spPr>
            <a:xfrm>
              <a:off x="8830008" y="2221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2" name="pt57062"/>
            <p:cNvSpPr/>
            <p:nvPr/>
          </p:nvSpPr>
          <p:spPr>
            <a:xfrm>
              <a:off x="9693515" y="1388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3" name="pt57063"/>
            <p:cNvSpPr/>
            <p:nvPr/>
          </p:nvSpPr>
          <p:spPr>
            <a:xfrm>
              <a:off x="8838000" y="2044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4" name="pt57064"/>
            <p:cNvSpPr/>
            <p:nvPr/>
          </p:nvSpPr>
          <p:spPr>
            <a:xfrm>
              <a:off x="9103999" y="2230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5" name="pt57065"/>
            <p:cNvSpPr/>
            <p:nvPr/>
          </p:nvSpPr>
          <p:spPr>
            <a:xfrm>
              <a:off x="9585294" y="22359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6" name="pt57066"/>
            <p:cNvSpPr/>
            <p:nvPr/>
          </p:nvSpPr>
          <p:spPr>
            <a:xfrm>
              <a:off x="8471820" y="2419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7" name="pt57067"/>
            <p:cNvSpPr/>
            <p:nvPr/>
          </p:nvSpPr>
          <p:spPr>
            <a:xfrm>
              <a:off x="9274677" y="2025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8" name="pt57068"/>
            <p:cNvSpPr/>
            <p:nvPr/>
          </p:nvSpPr>
          <p:spPr>
            <a:xfrm>
              <a:off x="8882745" y="1599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9" name="pt57069"/>
            <p:cNvSpPr/>
            <p:nvPr/>
          </p:nvSpPr>
          <p:spPr>
            <a:xfrm>
              <a:off x="8636546" y="2322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0" name="pt57070"/>
            <p:cNvSpPr/>
            <p:nvPr/>
          </p:nvSpPr>
          <p:spPr>
            <a:xfrm>
              <a:off x="9707347" y="1767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1" name="pt57071"/>
            <p:cNvSpPr/>
            <p:nvPr/>
          </p:nvSpPr>
          <p:spPr>
            <a:xfrm>
              <a:off x="9537091" y="1521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2" name="pt57072"/>
            <p:cNvSpPr/>
            <p:nvPr/>
          </p:nvSpPr>
          <p:spPr>
            <a:xfrm>
              <a:off x="9075096" y="1859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3" name="pt57073"/>
            <p:cNvSpPr/>
            <p:nvPr/>
          </p:nvSpPr>
          <p:spPr>
            <a:xfrm>
              <a:off x="9558274" y="2537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4" name="pt57074"/>
            <p:cNvSpPr/>
            <p:nvPr/>
          </p:nvSpPr>
          <p:spPr>
            <a:xfrm>
              <a:off x="8948383" y="1953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5" name="pt57075"/>
            <p:cNvSpPr/>
            <p:nvPr/>
          </p:nvSpPr>
          <p:spPr>
            <a:xfrm>
              <a:off x="8274318" y="24222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6" name="pt57076"/>
            <p:cNvSpPr/>
            <p:nvPr/>
          </p:nvSpPr>
          <p:spPr>
            <a:xfrm>
              <a:off x="8347210" y="2342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7" name="pt57077"/>
            <p:cNvSpPr/>
            <p:nvPr/>
          </p:nvSpPr>
          <p:spPr>
            <a:xfrm>
              <a:off x="9247994" y="1731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8" name="pt57078"/>
            <p:cNvSpPr/>
            <p:nvPr/>
          </p:nvSpPr>
          <p:spPr>
            <a:xfrm>
              <a:off x="8830008" y="2177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9" name="pt57079"/>
            <p:cNvSpPr/>
            <p:nvPr/>
          </p:nvSpPr>
          <p:spPr>
            <a:xfrm>
              <a:off x="9028868" y="18567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0" name="pt57080"/>
            <p:cNvSpPr/>
            <p:nvPr/>
          </p:nvSpPr>
          <p:spPr>
            <a:xfrm>
              <a:off x="8274318" y="2538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1" name="pt57081"/>
            <p:cNvSpPr/>
            <p:nvPr/>
          </p:nvSpPr>
          <p:spPr>
            <a:xfrm>
              <a:off x="8471820" y="2451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2" name="pt57082"/>
            <p:cNvSpPr/>
            <p:nvPr/>
          </p:nvSpPr>
          <p:spPr>
            <a:xfrm>
              <a:off x="9034195" y="1653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3" name="pt57083"/>
            <p:cNvSpPr/>
            <p:nvPr/>
          </p:nvSpPr>
          <p:spPr>
            <a:xfrm>
              <a:off x="9285697" y="1834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4" name="pt57084"/>
            <p:cNvSpPr/>
            <p:nvPr/>
          </p:nvSpPr>
          <p:spPr>
            <a:xfrm>
              <a:off x="8580788" y="2161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5" name="pt57085"/>
            <p:cNvSpPr/>
            <p:nvPr/>
          </p:nvSpPr>
          <p:spPr>
            <a:xfrm>
              <a:off x="8910892" y="1973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6" name="pt57086"/>
            <p:cNvSpPr/>
            <p:nvPr/>
          </p:nvSpPr>
          <p:spPr>
            <a:xfrm>
              <a:off x="8910892" y="2115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7" name="pt57087"/>
            <p:cNvSpPr/>
            <p:nvPr/>
          </p:nvSpPr>
          <p:spPr>
            <a:xfrm>
              <a:off x="9103999" y="2234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8" name="pt57088"/>
            <p:cNvSpPr/>
            <p:nvPr/>
          </p:nvSpPr>
          <p:spPr>
            <a:xfrm>
              <a:off x="8596430" y="2311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9" name="pt57089"/>
            <p:cNvSpPr/>
            <p:nvPr/>
          </p:nvSpPr>
          <p:spPr>
            <a:xfrm>
              <a:off x="8563654" y="2163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0" name="pt57090"/>
            <p:cNvSpPr/>
            <p:nvPr/>
          </p:nvSpPr>
          <p:spPr>
            <a:xfrm>
              <a:off x="8910892" y="205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1" name="pt57091"/>
            <p:cNvSpPr/>
            <p:nvPr/>
          </p:nvSpPr>
          <p:spPr>
            <a:xfrm>
              <a:off x="9054052" y="2140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2" name="pt57092"/>
            <p:cNvSpPr/>
            <p:nvPr/>
          </p:nvSpPr>
          <p:spPr>
            <a:xfrm>
              <a:off x="8471820" y="2526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3" name="pt57093"/>
            <p:cNvSpPr/>
            <p:nvPr/>
          </p:nvSpPr>
          <p:spPr>
            <a:xfrm>
              <a:off x="8834048" y="2043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4" name="pt57094"/>
            <p:cNvSpPr/>
            <p:nvPr/>
          </p:nvSpPr>
          <p:spPr>
            <a:xfrm>
              <a:off x="8870124" y="220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5" name="pt57095"/>
            <p:cNvSpPr/>
            <p:nvPr/>
          </p:nvSpPr>
          <p:spPr>
            <a:xfrm>
              <a:off x="9023378" y="1790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6" name="pt57096"/>
            <p:cNvSpPr/>
            <p:nvPr/>
          </p:nvSpPr>
          <p:spPr>
            <a:xfrm>
              <a:off x="8958659" y="2250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7" name="pt57097"/>
            <p:cNvSpPr/>
            <p:nvPr/>
          </p:nvSpPr>
          <p:spPr>
            <a:xfrm>
              <a:off x="8930613" y="1780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8" name="pt57098"/>
            <p:cNvSpPr/>
            <p:nvPr/>
          </p:nvSpPr>
          <p:spPr>
            <a:xfrm>
              <a:off x="9005825" y="1385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9" name="pt57099"/>
            <p:cNvSpPr/>
            <p:nvPr/>
          </p:nvSpPr>
          <p:spPr>
            <a:xfrm>
              <a:off x="8688264" y="2129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0" name="pt57100"/>
            <p:cNvSpPr/>
            <p:nvPr/>
          </p:nvSpPr>
          <p:spPr>
            <a:xfrm>
              <a:off x="9585294" y="2271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1" name="pt57101"/>
            <p:cNvSpPr/>
            <p:nvPr/>
          </p:nvSpPr>
          <p:spPr>
            <a:xfrm>
              <a:off x="8347210" y="2252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2" name="pt57102"/>
            <p:cNvSpPr/>
            <p:nvPr/>
          </p:nvSpPr>
          <p:spPr>
            <a:xfrm>
              <a:off x="9142325" y="2192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3" name="pt57103"/>
            <p:cNvSpPr/>
            <p:nvPr/>
          </p:nvSpPr>
          <p:spPr>
            <a:xfrm>
              <a:off x="8439043" y="2332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4" name="pt57104"/>
            <p:cNvSpPr/>
            <p:nvPr/>
          </p:nvSpPr>
          <p:spPr>
            <a:xfrm>
              <a:off x="9034195" y="1565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5" name="pt57105"/>
            <p:cNvSpPr/>
            <p:nvPr/>
          </p:nvSpPr>
          <p:spPr>
            <a:xfrm>
              <a:off x="9034195" y="1645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6" name="pt57106"/>
            <p:cNvSpPr/>
            <p:nvPr/>
          </p:nvSpPr>
          <p:spPr>
            <a:xfrm>
              <a:off x="8910892" y="2065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7" name="pt57107"/>
            <p:cNvSpPr/>
            <p:nvPr/>
          </p:nvSpPr>
          <p:spPr>
            <a:xfrm>
              <a:off x="8636546" y="2433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8" name="pt57108"/>
            <p:cNvSpPr/>
            <p:nvPr/>
          </p:nvSpPr>
          <p:spPr>
            <a:xfrm>
              <a:off x="8610820" y="2006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9" name="pt57109"/>
            <p:cNvSpPr/>
            <p:nvPr/>
          </p:nvSpPr>
          <p:spPr>
            <a:xfrm>
              <a:off x="9031551" y="1640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0" name="pt57110"/>
            <p:cNvSpPr/>
            <p:nvPr/>
          </p:nvSpPr>
          <p:spPr>
            <a:xfrm>
              <a:off x="8398928" y="2351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1" name="pt57111"/>
            <p:cNvSpPr/>
            <p:nvPr/>
          </p:nvSpPr>
          <p:spPr>
            <a:xfrm>
              <a:off x="8544712" y="2479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2" name="pt57112"/>
            <p:cNvSpPr/>
            <p:nvPr/>
          </p:nvSpPr>
          <p:spPr>
            <a:xfrm>
              <a:off x="8952564" y="2132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3" name="pt57113"/>
            <p:cNvSpPr/>
            <p:nvPr/>
          </p:nvSpPr>
          <p:spPr>
            <a:xfrm>
              <a:off x="9203327" y="1791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4" name="pt57114"/>
            <p:cNvSpPr/>
            <p:nvPr/>
          </p:nvSpPr>
          <p:spPr>
            <a:xfrm>
              <a:off x="8721041" y="1875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5" name="pt57115"/>
            <p:cNvSpPr/>
            <p:nvPr/>
          </p:nvSpPr>
          <p:spPr>
            <a:xfrm>
              <a:off x="8499532" y="2458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6" name="pt57116"/>
            <p:cNvSpPr/>
            <p:nvPr/>
          </p:nvSpPr>
          <p:spPr>
            <a:xfrm>
              <a:off x="8274318" y="2463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7" name="pt57117"/>
            <p:cNvSpPr/>
            <p:nvPr/>
          </p:nvSpPr>
          <p:spPr>
            <a:xfrm>
              <a:off x="8838000" y="1983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8" name="pt57118"/>
            <p:cNvSpPr/>
            <p:nvPr/>
          </p:nvSpPr>
          <p:spPr>
            <a:xfrm>
              <a:off x="8580788" y="2110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9" name="pt57119"/>
            <p:cNvSpPr/>
            <p:nvPr/>
          </p:nvSpPr>
          <p:spPr>
            <a:xfrm>
              <a:off x="8981160" y="18974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0" name="pt57120"/>
            <p:cNvSpPr/>
            <p:nvPr/>
          </p:nvSpPr>
          <p:spPr>
            <a:xfrm>
              <a:off x="8783657" y="2129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1" name="pt57121"/>
            <p:cNvSpPr/>
            <p:nvPr/>
          </p:nvSpPr>
          <p:spPr>
            <a:xfrm>
              <a:off x="8812874" y="2107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2" name="pt57122"/>
            <p:cNvSpPr/>
            <p:nvPr/>
          </p:nvSpPr>
          <p:spPr>
            <a:xfrm>
              <a:off x="8499532" y="2391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3" name="pt57123"/>
            <p:cNvSpPr/>
            <p:nvPr/>
          </p:nvSpPr>
          <p:spPr>
            <a:xfrm>
              <a:off x="8937484" y="2121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4" name="pt57124"/>
            <p:cNvSpPr/>
            <p:nvPr/>
          </p:nvSpPr>
          <p:spPr>
            <a:xfrm>
              <a:off x="8778290" y="2268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5" name="pt57125"/>
            <p:cNvSpPr/>
            <p:nvPr/>
          </p:nvSpPr>
          <p:spPr>
            <a:xfrm>
              <a:off x="8876545" y="1596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6" name="pt57126"/>
            <p:cNvSpPr/>
            <p:nvPr/>
          </p:nvSpPr>
          <p:spPr>
            <a:xfrm>
              <a:off x="8544712" y="2499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7" name="pt57127"/>
            <p:cNvSpPr/>
            <p:nvPr/>
          </p:nvSpPr>
          <p:spPr>
            <a:xfrm>
              <a:off x="8705398" y="21968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8" name="pt57128"/>
            <p:cNvSpPr/>
            <p:nvPr/>
          </p:nvSpPr>
          <p:spPr>
            <a:xfrm>
              <a:off x="9097658" y="2114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9" name="pt57129"/>
            <p:cNvSpPr/>
            <p:nvPr/>
          </p:nvSpPr>
          <p:spPr>
            <a:xfrm>
              <a:off x="8523538" y="2517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0" name="pt57130"/>
            <p:cNvSpPr/>
            <p:nvPr/>
          </p:nvSpPr>
          <p:spPr>
            <a:xfrm>
              <a:off x="8636546" y="2435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1" name="pt57131"/>
            <p:cNvSpPr/>
            <p:nvPr/>
          </p:nvSpPr>
          <p:spPr>
            <a:xfrm>
              <a:off x="8821645" y="2115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2" name="pt57132"/>
            <p:cNvSpPr/>
            <p:nvPr/>
          </p:nvSpPr>
          <p:spPr>
            <a:xfrm>
              <a:off x="8659047" y="2392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3" name="pt57133"/>
            <p:cNvSpPr/>
            <p:nvPr/>
          </p:nvSpPr>
          <p:spPr>
            <a:xfrm>
              <a:off x="8742215" y="2037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4" name="pt57134"/>
            <p:cNvSpPr/>
            <p:nvPr/>
          </p:nvSpPr>
          <p:spPr>
            <a:xfrm>
              <a:off x="9039368" y="1721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5" name="pt57135"/>
            <p:cNvSpPr/>
            <p:nvPr/>
          </p:nvSpPr>
          <p:spPr>
            <a:xfrm>
              <a:off x="8705398" y="2021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6" name="pt57136"/>
            <p:cNvSpPr/>
            <p:nvPr/>
          </p:nvSpPr>
          <p:spPr>
            <a:xfrm>
              <a:off x="8636546" y="2428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7" name="pt57137"/>
            <p:cNvSpPr/>
            <p:nvPr/>
          </p:nvSpPr>
          <p:spPr>
            <a:xfrm>
              <a:off x="8544712" y="2408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8" name="pt57138"/>
            <p:cNvSpPr/>
            <p:nvPr/>
          </p:nvSpPr>
          <p:spPr>
            <a:xfrm>
              <a:off x="8870124" y="2316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9" name="pt57139"/>
            <p:cNvSpPr/>
            <p:nvPr/>
          </p:nvSpPr>
          <p:spPr>
            <a:xfrm>
              <a:off x="8798858" y="2015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0" name="pt57140"/>
            <p:cNvSpPr/>
            <p:nvPr/>
          </p:nvSpPr>
          <p:spPr>
            <a:xfrm>
              <a:off x="8863465" y="2174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1" name="pt57141"/>
            <p:cNvSpPr/>
            <p:nvPr/>
          </p:nvSpPr>
          <p:spPr>
            <a:xfrm>
              <a:off x="9568569" y="2323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2" name="pt57142"/>
            <p:cNvSpPr/>
            <p:nvPr/>
          </p:nvSpPr>
          <p:spPr>
            <a:xfrm>
              <a:off x="9351205" y="203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3" name="pt57143"/>
            <p:cNvSpPr/>
            <p:nvPr/>
          </p:nvSpPr>
          <p:spPr>
            <a:xfrm>
              <a:off x="8648148" y="2183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4" name="pt57144"/>
            <p:cNvSpPr/>
            <p:nvPr/>
          </p:nvSpPr>
          <p:spPr>
            <a:xfrm>
              <a:off x="8956650" y="2260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5" name="pt57145"/>
            <p:cNvSpPr/>
            <p:nvPr/>
          </p:nvSpPr>
          <p:spPr>
            <a:xfrm>
              <a:off x="9295774" y="2033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6" name="pt57146"/>
            <p:cNvSpPr/>
            <p:nvPr/>
          </p:nvSpPr>
          <p:spPr>
            <a:xfrm>
              <a:off x="8648148" y="2320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7" name="pt57147"/>
            <p:cNvSpPr/>
            <p:nvPr/>
          </p:nvSpPr>
          <p:spPr>
            <a:xfrm>
              <a:off x="8856549" y="2156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8" name="pt57148"/>
            <p:cNvSpPr/>
            <p:nvPr/>
          </p:nvSpPr>
          <p:spPr>
            <a:xfrm>
              <a:off x="8523538" y="2526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9" name="pt57149"/>
            <p:cNvSpPr/>
            <p:nvPr/>
          </p:nvSpPr>
          <p:spPr>
            <a:xfrm>
              <a:off x="9792213" y="2568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0" name="pt57150"/>
            <p:cNvSpPr/>
            <p:nvPr/>
          </p:nvSpPr>
          <p:spPr>
            <a:xfrm>
              <a:off x="9243545" y="2269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1" name="pt57151"/>
            <p:cNvSpPr/>
            <p:nvPr/>
          </p:nvSpPr>
          <p:spPr>
            <a:xfrm>
              <a:off x="8748753" y="2063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2" name="pt57152"/>
            <p:cNvSpPr/>
            <p:nvPr/>
          </p:nvSpPr>
          <p:spPr>
            <a:xfrm>
              <a:off x="8982914" y="1840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3" name="pt57153"/>
            <p:cNvSpPr/>
            <p:nvPr/>
          </p:nvSpPr>
          <p:spPr>
            <a:xfrm>
              <a:off x="9431373" y="2013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4" name="pt57154"/>
            <p:cNvSpPr/>
            <p:nvPr/>
          </p:nvSpPr>
          <p:spPr>
            <a:xfrm>
              <a:off x="8274318" y="2545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5" name="pt57155"/>
            <p:cNvSpPr/>
            <p:nvPr/>
          </p:nvSpPr>
          <p:spPr>
            <a:xfrm>
              <a:off x="8624143" y="2432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6" name="pt57156"/>
            <p:cNvSpPr/>
            <p:nvPr/>
          </p:nvSpPr>
          <p:spPr>
            <a:xfrm>
              <a:off x="9334476" y="2102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7" name="pt57157"/>
            <p:cNvSpPr/>
            <p:nvPr/>
          </p:nvSpPr>
          <p:spPr>
            <a:xfrm>
              <a:off x="8624143" y="2414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8" name="pt57158"/>
            <p:cNvSpPr/>
            <p:nvPr/>
          </p:nvSpPr>
          <p:spPr>
            <a:xfrm>
              <a:off x="8499532" y="2428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9" name="pt57159"/>
            <p:cNvSpPr/>
            <p:nvPr/>
          </p:nvSpPr>
          <p:spPr>
            <a:xfrm>
              <a:off x="9124975" y="2044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0" name="pt57160"/>
            <p:cNvSpPr/>
            <p:nvPr/>
          </p:nvSpPr>
          <p:spPr>
            <a:xfrm>
              <a:off x="8856549" y="2239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1" name="pt57161"/>
            <p:cNvSpPr/>
            <p:nvPr/>
          </p:nvSpPr>
          <p:spPr>
            <a:xfrm>
              <a:off x="9190595" y="2033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2" name="pt57162"/>
            <p:cNvSpPr/>
            <p:nvPr/>
          </p:nvSpPr>
          <p:spPr>
            <a:xfrm>
              <a:off x="8439043" y="2267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3" name="pt57163"/>
            <p:cNvSpPr/>
            <p:nvPr/>
          </p:nvSpPr>
          <p:spPr>
            <a:xfrm>
              <a:off x="8471820" y="2363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4" name="pt57164"/>
            <p:cNvSpPr/>
            <p:nvPr/>
          </p:nvSpPr>
          <p:spPr>
            <a:xfrm>
              <a:off x="8856549" y="2197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5" name="pt57165"/>
            <p:cNvSpPr/>
            <p:nvPr/>
          </p:nvSpPr>
          <p:spPr>
            <a:xfrm>
              <a:off x="8873363" y="2044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6" name="pt57166"/>
            <p:cNvSpPr/>
            <p:nvPr/>
          </p:nvSpPr>
          <p:spPr>
            <a:xfrm>
              <a:off x="9101309" y="2231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7" name="pt57167"/>
            <p:cNvSpPr/>
            <p:nvPr/>
          </p:nvSpPr>
          <p:spPr>
            <a:xfrm>
              <a:off x="8772758" y="1995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8" name="pt57168"/>
            <p:cNvSpPr/>
            <p:nvPr/>
          </p:nvSpPr>
          <p:spPr>
            <a:xfrm>
              <a:off x="8544712" y="2384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9" name="pt57169"/>
            <p:cNvSpPr/>
            <p:nvPr/>
          </p:nvSpPr>
          <p:spPr>
            <a:xfrm>
              <a:off x="8921023" y="1722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0" name="pt57170"/>
            <p:cNvSpPr/>
            <p:nvPr/>
          </p:nvSpPr>
          <p:spPr>
            <a:xfrm>
              <a:off x="8838000" y="2001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1" name="pt57171"/>
            <p:cNvSpPr/>
            <p:nvPr/>
          </p:nvSpPr>
          <p:spPr>
            <a:xfrm>
              <a:off x="8398928" y="2383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2" name="pt57172"/>
            <p:cNvSpPr/>
            <p:nvPr/>
          </p:nvSpPr>
          <p:spPr>
            <a:xfrm>
              <a:off x="8471820" y="2432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3" name="pt57173"/>
            <p:cNvSpPr/>
            <p:nvPr/>
          </p:nvSpPr>
          <p:spPr>
            <a:xfrm>
              <a:off x="9243545" y="2178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4" name="pt57174"/>
            <p:cNvSpPr/>
            <p:nvPr/>
          </p:nvSpPr>
          <p:spPr>
            <a:xfrm>
              <a:off x="9394753" y="2199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5" name="pt57175"/>
            <p:cNvSpPr/>
            <p:nvPr/>
          </p:nvSpPr>
          <p:spPr>
            <a:xfrm>
              <a:off x="8274318" y="2521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6" name="pt57176"/>
            <p:cNvSpPr/>
            <p:nvPr/>
          </p:nvSpPr>
          <p:spPr>
            <a:xfrm>
              <a:off x="8973968" y="1975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7" name="pt57177"/>
            <p:cNvSpPr/>
            <p:nvPr/>
          </p:nvSpPr>
          <p:spPr>
            <a:xfrm>
              <a:off x="8879672" y="1959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8" name="pt57178"/>
            <p:cNvSpPr/>
            <p:nvPr/>
          </p:nvSpPr>
          <p:spPr>
            <a:xfrm>
              <a:off x="9269435" y="1914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9" name="pt57179"/>
            <p:cNvSpPr/>
            <p:nvPr/>
          </p:nvSpPr>
          <p:spPr>
            <a:xfrm>
              <a:off x="9023378" y="1839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0" name="pt57180"/>
            <p:cNvSpPr/>
            <p:nvPr/>
          </p:nvSpPr>
          <p:spPr>
            <a:xfrm>
              <a:off x="8398928" y="2501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1" name="pt57181"/>
            <p:cNvSpPr/>
            <p:nvPr/>
          </p:nvSpPr>
          <p:spPr>
            <a:xfrm>
              <a:off x="9976916" y="2549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2" name="pt57182"/>
            <p:cNvSpPr/>
            <p:nvPr/>
          </p:nvSpPr>
          <p:spPr>
            <a:xfrm>
              <a:off x="8580788" y="2400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3" name="pt57183"/>
            <p:cNvSpPr/>
            <p:nvPr/>
          </p:nvSpPr>
          <p:spPr>
            <a:xfrm>
              <a:off x="8870124" y="2170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4" name="pt57184"/>
            <p:cNvSpPr/>
            <p:nvPr/>
          </p:nvSpPr>
          <p:spPr>
            <a:xfrm>
              <a:off x="8398928" y="2398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5" name="pt57185"/>
            <p:cNvSpPr/>
            <p:nvPr/>
          </p:nvSpPr>
          <p:spPr>
            <a:xfrm>
              <a:off x="8471820" y="2444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6" name="pt57186"/>
            <p:cNvSpPr/>
            <p:nvPr/>
          </p:nvSpPr>
          <p:spPr>
            <a:xfrm>
              <a:off x="9223646" y="1867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7" name="pt57187"/>
            <p:cNvSpPr/>
            <p:nvPr/>
          </p:nvSpPr>
          <p:spPr>
            <a:xfrm>
              <a:off x="8923469" y="1984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8" name="pt57188"/>
            <p:cNvSpPr/>
            <p:nvPr/>
          </p:nvSpPr>
          <p:spPr>
            <a:xfrm>
              <a:off x="8398928" y="2472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9" name="pt57189"/>
            <p:cNvSpPr/>
            <p:nvPr/>
          </p:nvSpPr>
          <p:spPr>
            <a:xfrm>
              <a:off x="8923469" y="1949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0" name="pt57190"/>
            <p:cNvSpPr/>
            <p:nvPr/>
          </p:nvSpPr>
          <p:spPr>
            <a:xfrm>
              <a:off x="9090127" y="1895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1" name="pt57191"/>
            <p:cNvSpPr/>
            <p:nvPr/>
          </p:nvSpPr>
          <p:spPr>
            <a:xfrm>
              <a:off x="8982914" y="1835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2" name="pt57192"/>
            <p:cNvSpPr/>
            <p:nvPr/>
          </p:nvSpPr>
          <p:spPr>
            <a:xfrm>
              <a:off x="8821645" y="2222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3" name="pt57193"/>
            <p:cNvSpPr/>
            <p:nvPr/>
          </p:nvSpPr>
          <p:spPr>
            <a:xfrm>
              <a:off x="8721041" y="2141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4" name="pt57194"/>
            <p:cNvSpPr/>
            <p:nvPr/>
          </p:nvSpPr>
          <p:spPr>
            <a:xfrm>
              <a:off x="9096734" y="1662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5" name="pt57195"/>
            <p:cNvSpPr/>
            <p:nvPr/>
          </p:nvSpPr>
          <p:spPr>
            <a:xfrm>
              <a:off x="9005825" y="1627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6" name="pt57196"/>
            <p:cNvSpPr/>
            <p:nvPr/>
          </p:nvSpPr>
          <p:spPr>
            <a:xfrm>
              <a:off x="8398928" y="2408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7" name="pt57197"/>
            <p:cNvSpPr/>
            <p:nvPr/>
          </p:nvSpPr>
          <p:spPr>
            <a:xfrm>
              <a:off x="8471820" y="2431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8" name="pt57198"/>
            <p:cNvSpPr/>
            <p:nvPr/>
          </p:nvSpPr>
          <p:spPr>
            <a:xfrm>
              <a:off x="8958659" y="2287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9" name="pt57199"/>
            <p:cNvSpPr/>
            <p:nvPr/>
          </p:nvSpPr>
          <p:spPr>
            <a:xfrm>
              <a:off x="8636546" y="2353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0" name="pt57200"/>
            <p:cNvSpPr/>
            <p:nvPr/>
          </p:nvSpPr>
          <p:spPr>
            <a:xfrm>
              <a:off x="8596430" y="2094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1" name="pt57201"/>
            <p:cNvSpPr/>
            <p:nvPr/>
          </p:nvSpPr>
          <p:spPr>
            <a:xfrm>
              <a:off x="8274318" y="2340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2" name="pt57202"/>
            <p:cNvSpPr/>
            <p:nvPr/>
          </p:nvSpPr>
          <p:spPr>
            <a:xfrm>
              <a:off x="8659047" y="2403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3" name="pt57203"/>
            <p:cNvSpPr/>
            <p:nvPr/>
          </p:nvSpPr>
          <p:spPr>
            <a:xfrm>
              <a:off x="8471820" y="2360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4" name="pt57204"/>
            <p:cNvSpPr/>
            <p:nvPr/>
          </p:nvSpPr>
          <p:spPr>
            <a:xfrm>
              <a:off x="8803653" y="2189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5" name="pt57205"/>
            <p:cNvSpPr/>
            <p:nvPr/>
          </p:nvSpPr>
          <p:spPr>
            <a:xfrm>
              <a:off x="8398928" y="2384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6" name="pt57206"/>
            <p:cNvSpPr/>
            <p:nvPr/>
          </p:nvSpPr>
          <p:spPr>
            <a:xfrm>
              <a:off x="9336196" y="2202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7" name="pt57207"/>
            <p:cNvSpPr/>
            <p:nvPr/>
          </p:nvSpPr>
          <p:spPr>
            <a:xfrm>
              <a:off x="8705398" y="2059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8" name="pt57208"/>
            <p:cNvSpPr/>
            <p:nvPr/>
          </p:nvSpPr>
          <p:spPr>
            <a:xfrm>
              <a:off x="8439043" y="2153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9" name="pt57209"/>
            <p:cNvSpPr/>
            <p:nvPr/>
          </p:nvSpPr>
          <p:spPr>
            <a:xfrm>
              <a:off x="9422061" y="1713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0" name="pt57210"/>
            <p:cNvSpPr/>
            <p:nvPr/>
          </p:nvSpPr>
          <p:spPr>
            <a:xfrm>
              <a:off x="9420231" y="1884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1" name="pt57211"/>
            <p:cNvSpPr/>
            <p:nvPr/>
          </p:nvSpPr>
          <p:spPr>
            <a:xfrm>
              <a:off x="8471820" y="2423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2" name="pt57212"/>
            <p:cNvSpPr/>
            <p:nvPr/>
          </p:nvSpPr>
          <p:spPr>
            <a:xfrm>
              <a:off x="9538128" y="1822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3" name="pt57213"/>
            <p:cNvSpPr/>
            <p:nvPr/>
          </p:nvSpPr>
          <p:spPr>
            <a:xfrm>
              <a:off x="9199183" y="2065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4" name="pt57214"/>
            <p:cNvSpPr/>
            <p:nvPr/>
          </p:nvSpPr>
          <p:spPr>
            <a:xfrm>
              <a:off x="9689893" y="1749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5" name="pt57215"/>
            <p:cNvSpPr/>
            <p:nvPr/>
          </p:nvSpPr>
          <p:spPr>
            <a:xfrm>
              <a:off x="8563654" y="2348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6" name="pt57216"/>
            <p:cNvSpPr/>
            <p:nvPr/>
          </p:nvSpPr>
          <p:spPr>
            <a:xfrm>
              <a:off x="9040639" y="1630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7" name="pt57217"/>
            <p:cNvSpPr/>
            <p:nvPr/>
          </p:nvSpPr>
          <p:spPr>
            <a:xfrm>
              <a:off x="8398928" y="2430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8" name="pt57218"/>
            <p:cNvSpPr/>
            <p:nvPr/>
          </p:nvSpPr>
          <p:spPr>
            <a:xfrm>
              <a:off x="8499532" y="2425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9" name="pt57219"/>
            <p:cNvSpPr/>
            <p:nvPr/>
          </p:nvSpPr>
          <p:spPr>
            <a:xfrm>
              <a:off x="8748753" y="2145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0" name="pt57220"/>
            <p:cNvSpPr/>
            <p:nvPr/>
          </p:nvSpPr>
          <p:spPr>
            <a:xfrm>
              <a:off x="8830008" y="2140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1" name="pt57221"/>
            <p:cNvSpPr/>
            <p:nvPr/>
          </p:nvSpPr>
          <p:spPr>
            <a:xfrm>
              <a:off x="9468702" y="2053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2" name="pt57222"/>
            <p:cNvSpPr/>
            <p:nvPr/>
          </p:nvSpPr>
          <p:spPr>
            <a:xfrm>
              <a:off x="9330228" y="2117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3" name="pt57223"/>
            <p:cNvSpPr/>
            <p:nvPr/>
          </p:nvSpPr>
          <p:spPr>
            <a:xfrm>
              <a:off x="9368156" y="2067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4" name="pt57224"/>
            <p:cNvSpPr/>
            <p:nvPr/>
          </p:nvSpPr>
          <p:spPr>
            <a:xfrm>
              <a:off x="8471820" y="2594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5" name="pt57225"/>
            <p:cNvSpPr/>
            <p:nvPr/>
          </p:nvSpPr>
          <p:spPr>
            <a:xfrm>
              <a:off x="9051686" y="2133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6" name="pt57226"/>
            <p:cNvSpPr/>
            <p:nvPr/>
          </p:nvSpPr>
          <p:spPr>
            <a:xfrm>
              <a:off x="9059833" y="1958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7" name="pt57227"/>
            <p:cNvSpPr/>
            <p:nvPr/>
          </p:nvSpPr>
          <p:spPr>
            <a:xfrm>
              <a:off x="9086240" y="19749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8" name="pt57228"/>
            <p:cNvSpPr/>
            <p:nvPr/>
          </p:nvSpPr>
          <p:spPr>
            <a:xfrm>
              <a:off x="8972124" y="2109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9" name="pt57229"/>
            <p:cNvSpPr/>
            <p:nvPr/>
          </p:nvSpPr>
          <p:spPr>
            <a:xfrm>
              <a:off x="8939717" y="2028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0" name="pt57230"/>
            <p:cNvSpPr/>
            <p:nvPr/>
          </p:nvSpPr>
          <p:spPr>
            <a:xfrm>
              <a:off x="8688264" y="2385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1" name="pt57231"/>
            <p:cNvSpPr/>
            <p:nvPr/>
          </p:nvSpPr>
          <p:spPr>
            <a:xfrm>
              <a:off x="8274318" y="2416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2" name="pt57232"/>
            <p:cNvSpPr/>
            <p:nvPr/>
          </p:nvSpPr>
          <p:spPr>
            <a:xfrm>
              <a:off x="8830008" y="2190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3" name="pt57233"/>
            <p:cNvSpPr/>
            <p:nvPr/>
          </p:nvSpPr>
          <p:spPr>
            <a:xfrm>
              <a:off x="8398928" y="2513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4" name="pt57234"/>
            <p:cNvSpPr/>
            <p:nvPr/>
          </p:nvSpPr>
          <p:spPr>
            <a:xfrm>
              <a:off x="9371804" y="2004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5" name="pt57235"/>
            <p:cNvSpPr/>
            <p:nvPr/>
          </p:nvSpPr>
          <p:spPr>
            <a:xfrm>
              <a:off x="9334969" y="1940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6" name="pt57236"/>
            <p:cNvSpPr/>
            <p:nvPr/>
          </p:nvSpPr>
          <p:spPr>
            <a:xfrm>
              <a:off x="8659047" y="2532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7" name="pt57237"/>
            <p:cNvSpPr/>
            <p:nvPr/>
          </p:nvSpPr>
          <p:spPr>
            <a:xfrm>
              <a:off x="8778290" y="2082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8" name="pt57238"/>
            <p:cNvSpPr/>
            <p:nvPr/>
          </p:nvSpPr>
          <p:spPr>
            <a:xfrm>
              <a:off x="8471820" y="2504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9" name="pt57239"/>
            <p:cNvSpPr/>
            <p:nvPr/>
          </p:nvSpPr>
          <p:spPr>
            <a:xfrm>
              <a:off x="8812874" y="2126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0" name="pt57240"/>
            <p:cNvSpPr/>
            <p:nvPr/>
          </p:nvSpPr>
          <p:spPr>
            <a:xfrm>
              <a:off x="9419155" y="1940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1" name="pt57241"/>
            <p:cNvSpPr/>
            <p:nvPr/>
          </p:nvSpPr>
          <p:spPr>
            <a:xfrm>
              <a:off x="9127336" y="2037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2" name="pt57242"/>
            <p:cNvSpPr/>
            <p:nvPr/>
          </p:nvSpPr>
          <p:spPr>
            <a:xfrm>
              <a:off x="9108394" y="2097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3" name="pt57243"/>
            <p:cNvSpPr/>
            <p:nvPr/>
          </p:nvSpPr>
          <p:spPr>
            <a:xfrm>
              <a:off x="9062094" y="1956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4" name="pt57244"/>
            <p:cNvSpPr/>
            <p:nvPr/>
          </p:nvSpPr>
          <p:spPr>
            <a:xfrm>
              <a:off x="8679043" y="2332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5" name="pt57245"/>
            <p:cNvSpPr/>
            <p:nvPr/>
          </p:nvSpPr>
          <p:spPr>
            <a:xfrm>
              <a:off x="8439043" y="2230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6" name="pt57246"/>
            <p:cNvSpPr/>
            <p:nvPr/>
          </p:nvSpPr>
          <p:spPr>
            <a:xfrm>
              <a:off x="9332489" y="2030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7" name="pt57247"/>
            <p:cNvSpPr/>
            <p:nvPr/>
          </p:nvSpPr>
          <p:spPr>
            <a:xfrm>
              <a:off x="8523538" y="2430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8" name="pt57248"/>
            <p:cNvSpPr/>
            <p:nvPr/>
          </p:nvSpPr>
          <p:spPr>
            <a:xfrm>
              <a:off x="8735430" y="2195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9" name="pt57249"/>
            <p:cNvSpPr/>
            <p:nvPr/>
          </p:nvSpPr>
          <p:spPr>
            <a:xfrm>
              <a:off x="8471820" y="258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0" name="pt57250"/>
            <p:cNvSpPr/>
            <p:nvPr/>
          </p:nvSpPr>
          <p:spPr>
            <a:xfrm>
              <a:off x="8347210" y="2356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1" name="pt57251"/>
            <p:cNvSpPr/>
            <p:nvPr/>
          </p:nvSpPr>
          <p:spPr>
            <a:xfrm>
              <a:off x="8471820" y="2454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2" name="pt57252"/>
            <p:cNvSpPr/>
            <p:nvPr/>
          </p:nvSpPr>
          <p:spPr>
            <a:xfrm>
              <a:off x="9334969" y="2138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3" name="pt57253"/>
            <p:cNvSpPr/>
            <p:nvPr/>
          </p:nvSpPr>
          <p:spPr>
            <a:xfrm>
              <a:off x="8274318" y="2453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4" name="pt57254"/>
            <p:cNvSpPr/>
            <p:nvPr/>
          </p:nvSpPr>
          <p:spPr>
            <a:xfrm>
              <a:off x="8982914" y="1830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5" name="pt57255"/>
            <p:cNvSpPr/>
            <p:nvPr/>
          </p:nvSpPr>
          <p:spPr>
            <a:xfrm>
              <a:off x="9187265" y="2041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6" name="pt57256"/>
            <p:cNvSpPr/>
            <p:nvPr/>
          </p:nvSpPr>
          <p:spPr>
            <a:xfrm>
              <a:off x="8347210" y="2223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7" name="pt57257"/>
            <p:cNvSpPr/>
            <p:nvPr/>
          </p:nvSpPr>
          <p:spPr>
            <a:xfrm>
              <a:off x="9075096" y="2085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8" name="pt57258"/>
            <p:cNvSpPr/>
            <p:nvPr/>
          </p:nvSpPr>
          <p:spPr>
            <a:xfrm>
              <a:off x="8798858" y="1990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9" name="pt57259"/>
            <p:cNvSpPr/>
            <p:nvPr/>
          </p:nvSpPr>
          <p:spPr>
            <a:xfrm>
              <a:off x="8596430" y="223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0" name="pt57260"/>
            <p:cNvSpPr/>
            <p:nvPr/>
          </p:nvSpPr>
          <p:spPr>
            <a:xfrm>
              <a:off x="9297299" y="2016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1" name="pt57261"/>
            <p:cNvSpPr/>
            <p:nvPr/>
          </p:nvSpPr>
          <p:spPr>
            <a:xfrm>
              <a:off x="9363383" y="2097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2" name="pt57262"/>
            <p:cNvSpPr/>
            <p:nvPr/>
          </p:nvSpPr>
          <p:spPr>
            <a:xfrm>
              <a:off x="8624143" y="2521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3" name="pt57263"/>
            <p:cNvSpPr/>
            <p:nvPr/>
          </p:nvSpPr>
          <p:spPr>
            <a:xfrm>
              <a:off x="8274318" y="2164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4" name="pt57264"/>
            <p:cNvSpPr/>
            <p:nvPr/>
          </p:nvSpPr>
          <p:spPr>
            <a:xfrm>
              <a:off x="9005825" y="1533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5" name="pt57265"/>
            <p:cNvSpPr/>
            <p:nvPr/>
          </p:nvSpPr>
          <p:spPr>
            <a:xfrm>
              <a:off x="9054052" y="2246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6" name="pt57266"/>
            <p:cNvSpPr/>
            <p:nvPr/>
          </p:nvSpPr>
          <p:spPr>
            <a:xfrm>
              <a:off x="8962610" y="2228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7" name="pt57267"/>
            <p:cNvSpPr/>
            <p:nvPr/>
          </p:nvSpPr>
          <p:spPr>
            <a:xfrm>
              <a:off x="8624143" y="2463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8" name="pt57268"/>
            <p:cNvSpPr/>
            <p:nvPr/>
          </p:nvSpPr>
          <p:spPr>
            <a:xfrm>
              <a:off x="8439043" y="2367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9" name="pt57269"/>
            <p:cNvSpPr/>
            <p:nvPr/>
          </p:nvSpPr>
          <p:spPr>
            <a:xfrm>
              <a:off x="8908267" y="2010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0" name="pt57270"/>
            <p:cNvSpPr/>
            <p:nvPr/>
          </p:nvSpPr>
          <p:spPr>
            <a:xfrm>
              <a:off x="9040639" y="1714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1" name="pt57271"/>
            <p:cNvSpPr/>
            <p:nvPr/>
          </p:nvSpPr>
          <p:spPr>
            <a:xfrm>
              <a:off x="9096734" y="1653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2" name="pt57272"/>
            <p:cNvSpPr/>
            <p:nvPr/>
          </p:nvSpPr>
          <p:spPr>
            <a:xfrm>
              <a:off x="8648148" y="2356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3" name="pt57273"/>
            <p:cNvSpPr/>
            <p:nvPr/>
          </p:nvSpPr>
          <p:spPr>
            <a:xfrm>
              <a:off x="9075096" y="1831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4" name="pt57274"/>
            <p:cNvSpPr/>
            <p:nvPr/>
          </p:nvSpPr>
          <p:spPr>
            <a:xfrm>
              <a:off x="8863465" y="2168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5" name="pt57275"/>
            <p:cNvSpPr/>
            <p:nvPr/>
          </p:nvSpPr>
          <p:spPr>
            <a:xfrm>
              <a:off x="8812874" y="2125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6" name="pt57276"/>
            <p:cNvSpPr/>
            <p:nvPr/>
          </p:nvSpPr>
          <p:spPr>
            <a:xfrm>
              <a:off x="8636546" y="2462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7" name="pt57277"/>
            <p:cNvSpPr/>
            <p:nvPr/>
          </p:nvSpPr>
          <p:spPr>
            <a:xfrm>
              <a:off x="8347210" y="2235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8" name="pt57278"/>
            <p:cNvSpPr/>
            <p:nvPr/>
          </p:nvSpPr>
          <p:spPr>
            <a:xfrm>
              <a:off x="9101309" y="2022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9" name="pt57279"/>
            <p:cNvSpPr/>
            <p:nvPr/>
          </p:nvSpPr>
          <p:spPr>
            <a:xfrm>
              <a:off x="9002725" y="1818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0" name="pt57280"/>
            <p:cNvSpPr/>
            <p:nvPr/>
          </p:nvSpPr>
          <p:spPr>
            <a:xfrm>
              <a:off x="8648148" y="2294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1" name="pt57281"/>
            <p:cNvSpPr/>
            <p:nvPr/>
          </p:nvSpPr>
          <p:spPr>
            <a:xfrm>
              <a:off x="9023378" y="1904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2" name="pt57282"/>
            <p:cNvSpPr/>
            <p:nvPr/>
          </p:nvSpPr>
          <p:spPr>
            <a:xfrm>
              <a:off x="9180997" y="1941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3" name="pt57283"/>
            <p:cNvSpPr/>
            <p:nvPr/>
          </p:nvSpPr>
          <p:spPr>
            <a:xfrm>
              <a:off x="9203327" y="1717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4" name="pt57284"/>
            <p:cNvSpPr/>
            <p:nvPr/>
          </p:nvSpPr>
          <p:spPr>
            <a:xfrm>
              <a:off x="8596430" y="2264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5" name="pt57285"/>
            <p:cNvSpPr/>
            <p:nvPr/>
          </p:nvSpPr>
          <p:spPr>
            <a:xfrm>
              <a:off x="9118525" y="2013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6" name="pt57286"/>
            <p:cNvSpPr/>
            <p:nvPr/>
          </p:nvSpPr>
          <p:spPr>
            <a:xfrm>
              <a:off x="9442137" y="1915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7" name="pt57287"/>
            <p:cNvSpPr/>
            <p:nvPr/>
          </p:nvSpPr>
          <p:spPr>
            <a:xfrm>
              <a:off x="9500971" y="2556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8" name="pt57288"/>
            <p:cNvSpPr/>
            <p:nvPr/>
          </p:nvSpPr>
          <p:spPr>
            <a:xfrm>
              <a:off x="8841866" y="1776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9" name="pt57289"/>
            <p:cNvSpPr/>
            <p:nvPr/>
          </p:nvSpPr>
          <p:spPr>
            <a:xfrm>
              <a:off x="8798858" y="19928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0" name="pt57290"/>
            <p:cNvSpPr/>
            <p:nvPr/>
          </p:nvSpPr>
          <p:spPr>
            <a:xfrm>
              <a:off x="9211830" y="1792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1" name="pt57291"/>
            <p:cNvSpPr/>
            <p:nvPr/>
          </p:nvSpPr>
          <p:spPr>
            <a:xfrm>
              <a:off x="9097658" y="2089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2" name="pt57292"/>
            <p:cNvSpPr/>
            <p:nvPr/>
          </p:nvSpPr>
          <p:spPr>
            <a:xfrm>
              <a:off x="9118525" y="2111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3" name="pt57293"/>
            <p:cNvSpPr/>
            <p:nvPr/>
          </p:nvSpPr>
          <p:spPr>
            <a:xfrm>
              <a:off x="8812874" y="2131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4" name="pt57294"/>
            <p:cNvSpPr/>
            <p:nvPr/>
          </p:nvSpPr>
          <p:spPr>
            <a:xfrm>
              <a:off x="8274318" y="2623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5" name="pt57295"/>
            <p:cNvSpPr/>
            <p:nvPr/>
          </p:nvSpPr>
          <p:spPr>
            <a:xfrm>
              <a:off x="8610820" y="1985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6" name="pt57296"/>
            <p:cNvSpPr/>
            <p:nvPr/>
          </p:nvSpPr>
          <p:spPr>
            <a:xfrm>
              <a:off x="9401001" y="2082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7" name="pt57297"/>
            <p:cNvSpPr/>
            <p:nvPr/>
          </p:nvSpPr>
          <p:spPr>
            <a:xfrm>
              <a:off x="8563654" y="2211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8" name="pt57298"/>
            <p:cNvSpPr/>
            <p:nvPr/>
          </p:nvSpPr>
          <p:spPr>
            <a:xfrm>
              <a:off x="9645731" y="2330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9" name="pt57299"/>
            <p:cNvSpPr/>
            <p:nvPr/>
          </p:nvSpPr>
          <p:spPr>
            <a:xfrm>
              <a:off x="9099493" y="2018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0" name="pt57300"/>
            <p:cNvSpPr/>
            <p:nvPr/>
          </p:nvSpPr>
          <p:spPr>
            <a:xfrm>
              <a:off x="8735430" y="2183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1" name="pt57301"/>
            <p:cNvSpPr/>
            <p:nvPr/>
          </p:nvSpPr>
          <p:spPr>
            <a:xfrm>
              <a:off x="9371804" y="2077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2" name="pt57302"/>
            <p:cNvSpPr/>
            <p:nvPr/>
          </p:nvSpPr>
          <p:spPr>
            <a:xfrm>
              <a:off x="8958659" y="2224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3" name="pt57303"/>
            <p:cNvSpPr/>
            <p:nvPr/>
          </p:nvSpPr>
          <p:spPr>
            <a:xfrm>
              <a:off x="8439043" y="2235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4" name="pt57304"/>
            <p:cNvSpPr/>
            <p:nvPr/>
          </p:nvSpPr>
          <p:spPr>
            <a:xfrm>
              <a:off x="9074048" y="1917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5" name="pt57305"/>
            <p:cNvSpPr/>
            <p:nvPr/>
          </p:nvSpPr>
          <p:spPr>
            <a:xfrm>
              <a:off x="9431373" y="1850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6" name="pt57306"/>
            <p:cNvSpPr/>
            <p:nvPr/>
          </p:nvSpPr>
          <p:spPr>
            <a:xfrm>
              <a:off x="9486197" y="23635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7" name="pt57307"/>
            <p:cNvSpPr/>
            <p:nvPr/>
          </p:nvSpPr>
          <p:spPr>
            <a:xfrm>
              <a:off x="9039368" y="1687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8" name="pt57308"/>
            <p:cNvSpPr/>
            <p:nvPr/>
          </p:nvSpPr>
          <p:spPr>
            <a:xfrm>
              <a:off x="9124182" y="2080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9" name="pt57309"/>
            <p:cNvSpPr/>
            <p:nvPr/>
          </p:nvSpPr>
          <p:spPr>
            <a:xfrm>
              <a:off x="8721041" y="2205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0" name="pt57310"/>
            <p:cNvSpPr/>
            <p:nvPr/>
          </p:nvSpPr>
          <p:spPr>
            <a:xfrm>
              <a:off x="9152801" y="1998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1" name="pt57311"/>
            <p:cNvSpPr/>
            <p:nvPr/>
          </p:nvSpPr>
          <p:spPr>
            <a:xfrm>
              <a:off x="9497514" y="2540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2" name="pt57312"/>
            <p:cNvSpPr/>
            <p:nvPr/>
          </p:nvSpPr>
          <p:spPr>
            <a:xfrm>
              <a:off x="9265854" y="2055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3" name="pt57313"/>
            <p:cNvSpPr/>
            <p:nvPr/>
          </p:nvSpPr>
          <p:spPr>
            <a:xfrm>
              <a:off x="8274318" y="2584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4" name="pt57314"/>
            <p:cNvSpPr/>
            <p:nvPr/>
          </p:nvSpPr>
          <p:spPr>
            <a:xfrm>
              <a:off x="8648148" y="2294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5" name="pt57315"/>
            <p:cNvSpPr/>
            <p:nvPr/>
          </p:nvSpPr>
          <p:spPr>
            <a:xfrm>
              <a:off x="8563654" y="2200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6" name="pt57316"/>
            <p:cNvSpPr/>
            <p:nvPr/>
          </p:nvSpPr>
          <p:spPr>
            <a:xfrm>
              <a:off x="8713389" y="2241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7" name="pt57317"/>
            <p:cNvSpPr/>
            <p:nvPr/>
          </p:nvSpPr>
          <p:spPr>
            <a:xfrm>
              <a:off x="9211830" y="1740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8" name="pt57318"/>
            <p:cNvSpPr/>
            <p:nvPr/>
          </p:nvSpPr>
          <p:spPr>
            <a:xfrm>
              <a:off x="8563654" y="2190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9" name="pt57319"/>
            <p:cNvSpPr/>
            <p:nvPr/>
          </p:nvSpPr>
          <p:spPr>
            <a:xfrm>
              <a:off x="8705398" y="2209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0" name="pt57320"/>
            <p:cNvSpPr/>
            <p:nvPr/>
          </p:nvSpPr>
          <p:spPr>
            <a:xfrm>
              <a:off x="9370394" y="2089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1" name="pt57321"/>
            <p:cNvSpPr/>
            <p:nvPr/>
          </p:nvSpPr>
          <p:spPr>
            <a:xfrm>
              <a:off x="9118525" y="2136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2" name="pt57322"/>
            <p:cNvSpPr/>
            <p:nvPr/>
          </p:nvSpPr>
          <p:spPr>
            <a:xfrm>
              <a:off x="9717541" y="2275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3" name="pt57323"/>
            <p:cNvSpPr/>
            <p:nvPr/>
          </p:nvSpPr>
          <p:spPr>
            <a:xfrm>
              <a:off x="8834048" y="1984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4" name="pt57324"/>
            <p:cNvSpPr/>
            <p:nvPr/>
          </p:nvSpPr>
          <p:spPr>
            <a:xfrm>
              <a:off x="8834048" y="2047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5" name="pt57325"/>
            <p:cNvSpPr/>
            <p:nvPr/>
          </p:nvSpPr>
          <p:spPr>
            <a:xfrm>
              <a:off x="9541125" y="1648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6" name="pt57326"/>
            <p:cNvSpPr/>
            <p:nvPr/>
          </p:nvSpPr>
          <p:spPr>
            <a:xfrm>
              <a:off x="9097658" y="2143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7" name="pt57327"/>
            <p:cNvSpPr/>
            <p:nvPr/>
          </p:nvSpPr>
          <p:spPr>
            <a:xfrm>
              <a:off x="8735430" y="2119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8" name="pt57328"/>
            <p:cNvSpPr/>
            <p:nvPr/>
          </p:nvSpPr>
          <p:spPr>
            <a:xfrm>
              <a:off x="8821645" y="2104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9" name="pt57329"/>
            <p:cNvSpPr/>
            <p:nvPr/>
          </p:nvSpPr>
          <p:spPr>
            <a:xfrm>
              <a:off x="8523538" y="2372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0" name="pt57330"/>
            <p:cNvSpPr/>
            <p:nvPr/>
          </p:nvSpPr>
          <p:spPr>
            <a:xfrm>
              <a:off x="9976916" y="2664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1" name="pt57331"/>
            <p:cNvSpPr/>
            <p:nvPr/>
          </p:nvSpPr>
          <p:spPr>
            <a:xfrm>
              <a:off x="9101309" y="1924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2" name="pt57332"/>
            <p:cNvSpPr/>
            <p:nvPr/>
          </p:nvSpPr>
          <p:spPr>
            <a:xfrm>
              <a:off x="9361481" y="1987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3" name="pt57333"/>
            <p:cNvSpPr/>
            <p:nvPr/>
          </p:nvSpPr>
          <p:spPr>
            <a:xfrm>
              <a:off x="8610820" y="2020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4" name="pt57334"/>
            <p:cNvSpPr/>
            <p:nvPr/>
          </p:nvSpPr>
          <p:spPr>
            <a:xfrm>
              <a:off x="8274318" y="230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5" name="pt57335"/>
            <p:cNvSpPr/>
            <p:nvPr/>
          </p:nvSpPr>
          <p:spPr>
            <a:xfrm>
              <a:off x="8274318" y="2419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6" name="pt57336"/>
            <p:cNvSpPr/>
            <p:nvPr/>
          </p:nvSpPr>
          <p:spPr>
            <a:xfrm>
              <a:off x="9325618" y="2236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7" name="pt57337"/>
            <p:cNvSpPr/>
            <p:nvPr/>
          </p:nvSpPr>
          <p:spPr>
            <a:xfrm>
              <a:off x="9034195" y="1668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8" name="pt57338"/>
            <p:cNvSpPr/>
            <p:nvPr/>
          </p:nvSpPr>
          <p:spPr>
            <a:xfrm>
              <a:off x="8981160" y="1973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9" name="pt57339"/>
            <p:cNvSpPr/>
            <p:nvPr/>
          </p:nvSpPr>
          <p:spPr>
            <a:xfrm>
              <a:off x="8748753" y="1989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0" name="pt57340"/>
            <p:cNvSpPr/>
            <p:nvPr/>
          </p:nvSpPr>
          <p:spPr>
            <a:xfrm>
              <a:off x="9108394" y="1968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1" name="pt57341"/>
            <p:cNvSpPr/>
            <p:nvPr/>
          </p:nvSpPr>
          <p:spPr>
            <a:xfrm>
              <a:off x="8876545" y="1942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2" name="pt57342"/>
            <p:cNvSpPr/>
            <p:nvPr/>
          </p:nvSpPr>
          <p:spPr>
            <a:xfrm>
              <a:off x="9693515" y="1345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3" name="pt57343"/>
            <p:cNvSpPr/>
            <p:nvPr/>
          </p:nvSpPr>
          <p:spPr>
            <a:xfrm>
              <a:off x="8688264" y="2081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4" name="pt57344"/>
            <p:cNvSpPr/>
            <p:nvPr/>
          </p:nvSpPr>
          <p:spPr>
            <a:xfrm>
              <a:off x="8876545" y="1844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5" name="pt57345"/>
            <p:cNvSpPr/>
            <p:nvPr/>
          </p:nvSpPr>
          <p:spPr>
            <a:xfrm>
              <a:off x="8499532" y="2406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6" name="pt57346"/>
            <p:cNvSpPr/>
            <p:nvPr/>
          </p:nvSpPr>
          <p:spPr>
            <a:xfrm>
              <a:off x="8439043" y="2282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7" name="pt57347"/>
            <p:cNvSpPr/>
            <p:nvPr/>
          </p:nvSpPr>
          <p:spPr>
            <a:xfrm>
              <a:off x="8975793" y="1998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8" name="pt57348"/>
            <p:cNvSpPr/>
            <p:nvPr/>
          </p:nvSpPr>
          <p:spPr>
            <a:xfrm>
              <a:off x="8713389" y="2219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9" name="pt57349"/>
            <p:cNvSpPr/>
            <p:nvPr/>
          </p:nvSpPr>
          <p:spPr>
            <a:xfrm>
              <a:off x="8398928" y="23812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0" name="pt57350"/>
            <p:cNvSpPr/>
            <p:nvPr/>
          </p:nvSpPr>
          <p:spPr>
            <a:xfrm>
              <a:off x="8982914" y="1758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1" name="pt57351"/>
            <p:cNvSpPr/>
            <p:nvPr/>
          </p:nvSpPr>
          <p:spPr>
            <a:xfrm>
              <a:off x="8935223" y="1799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2" name="pt57352"/>
            <p:cNvSpPr/>
            <p:nvPr/>
          </p:nvSpPr>
          <p:spPr>
            <a:xfrm>
              <a:off x="9005825" y="16856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3" name="pt57353"/>
            <p:cNvSpPr/>
            <p:nvPr/>
          </p:nvSpPr>
          <p:spPr>
            <a:xfrm>
              <a:off x="9203327" y="1730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4" name="pt57354"/>
            <p:cNvSpPr/>
            <p:nvPr/>
          </p:nvSpPr>
          <p:spPr>
            <a:xfrm>
              <a:off x="9136479" y="1954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5" name="pt57355"/>
            <p:cNvSpPr/>
            <p:nvPr/>
          </p:nvSpPr>
          <p:spPr>
            <a:xfrm>
              <a:off x="9017715" y="1924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6" name="pt57356"/>
            <p:cNvSpPr/>
            <p:nvPr/>
          </p:nvSpPr>
          <p:spPr>
            <a:xfrm>
              <a:off x="9051686" y="2189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7" name="pt57357"/>
            <p:cNvSpPr/>
            <p:nvPr/>
          </p:nvSpPr>
          <p:spPr>
            <a:xfrm>
              <a:off x="9219949" y="1945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8" name="pt57358"/>
            <p:cNvSpPr/>
            <p:nvPr/>
          </p:nvSpPr>
          <p:spPr>
            <a:xfrm>
              <a:off x="9379078" y="2088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9" name="pt57359"/>
            <p:cNvSpPr/>
            <p:nvPr/>
          </p:nvSpPr>
          <p:spPr>
            <a:xfrm>
              <a:off x="9160112" y="18927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0" name="pt57360"/>
            <p:cNvSpPr/>
            <p:nvPr/>
          </p:nvSpPr>
          <p:spPr>
            <a:xfrm>
              <a:off x="8803653" y="1940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1" name="pt57361"/>
            <p:cNvSpPr/>
            <p:nvPr/>
          </p:nvSpPr>
          <p:spPr>
            <a:xfrm>
              <a:off x="8721041" y="1510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2" name="pt57362"/>
            <p:cNvSpPr/>
            <p:nvPr/>
          </p:nvSpPr>
          <p:spPr>
            <a:xfrm>
              <a:off x="8761156" y="23341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3" name="pt57363"/>
            <p:cNvSpPr/>
            <p:nvPr/>
          </p:nvSpPr>
          <p:spPr>
            <a:xfrm>
              <a:off x="8834048" y="1851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4" name="pt57364"/>
            <p:cNvSpPr/>
            <p:nvPr/>
          </p:nvSpPr>
          <p:spPr>
            <a:xfrm>
              <a:off x="9331236" y="2270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5" name="pt57365"/>
            <p:cNvSpPr/>
            <p:nvPr/>
          </p:nvSpPr>
          <p:spPr>
            <a:xfrm>
              <a:off x="8721041" y="2129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6" name="pt57366"/>
            <p:cNvSpPr/>
            <p:nvPr/>
          </p:nvSpPr>
          <p:spPr>
            <a:xfrm>
              <a:off x="8838000" y="1916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7" name="pt57367"/>
            <p:cNvSpPr/>
            <p:nvPr/>
          </p:nvSpPr>
          <p:spPr>
            <a:xfrm>
              <a:off x="8767051" y="2091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8" name="pt57368"/>
            <p:cNvSpPr/>
            <p:nvPr/>
          </p:nvSpPr>
          <p:spPr>
            <a:xfrm>
              <a:off x="8954618" y="2260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9" name="pt57369"/>
            <p:cNvSpPr/>
            <p:nvPr/>
          </p:nvSpPr>
          <p:spPr>
            <a:xfrm>
              <a:off x="9086240" y="1887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0" name="pt57370"/>
            <p:cNvSpPr/>
            <p:nvPr/>
          </p:nvSpPr>
          <p:spPr>
            <a:xfrm>
              <a:off x="8856549" y="224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1" name="pt57371"/>
            <p:cNvSpPr/>
            <p:nvPr/>
          </p:nvSpPr>
          <p:spPr>
            <a:xfrm>
              <a:off x="8721041" y="21613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2" name="pt57372"/>
            <p:cNvSpPr/>
            <p:nvPr/>
          </p:nvSpPr>
          <p:spPr>
            <a:xfrm>
              <a:off x="9212805" y="185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3" name="pt57373"/>
            <p:cNvSpPr/>
            <p:nvPr/>
          </p:nvSpPr>
          <p:spPr>
            <a:xfrm>
              <a:off x="8636546" y="2448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4" name="pt57374"/>
            <p:cNvSpPr/>
            <p:nvPr/>
          </p:nvSpPr>
          <p:spPr>
            <a:xfrm>
              <a:off x="9237295" y="2109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5" name="pt57375"/>
            <p:cNvSpPr/>
            <p:nvPr/>
          </p:nvSpPr>
          <p:spPr>
            <a:xfrm>
              <a:off x="9032878" y="1711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6" name="pt57376"/>
            <p:cNvSpPr/>
            <p:nvPr/>
          </p:nvSpPr>
          <p:spPr>
            <a:xfrm>
              <a:off x="9201267" y="1771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7" name="pt57377"/>
            <p:cNvSpPr/>
            <p:nvPr/>
          </p:nvSpPr>
          <p:spPr>
            <a:xfrm>
              <a:off x="8812874" y="2129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8" name="pt57378"/>
            <p:cNvSpPr/>
            <p:nvPr/>
          </p:nvSpPr>
          <p:spPr>
            <a:xfrm>
              <a:off x="9262568" y="2127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9" name="pt57379"/>
            <p:cNvSpPr/>
            <p:nvPr/>
          </p:nvSpPr>
          <p:spPr>
            <a:xfrm>
              <a:off x="9381946" y="2095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0" name="pt57380"/>
            <p:cNvSpPr/>
            <p:nvPr/>
          </p:nvSpPr>
          <p:spPr>
            <a:xfrm>
              <a:off x="9152801" y="2033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1" name="pt57381"/>
            <p:cNvSpPr/>
            <p:nvPr/>
          </p:nvSpPr>
          <p:spPr>
            <a:xfrm>
              <a:off x="8838000" y="2109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2" name="pt57382"/>
            <p:cNvSpPr/>
            <p:nvPr/>
          </p:nvSpPr>
          <p:spPr>
            <a:xfrm>
              <a:off x="8471820" y="2373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3" name="pt57383"/>
            <p:cNvSpPr/>
            <p:nvPr/>
          </p:nvSpPr>
          <p:spPr>
            <a:xfrm>
              <a:off x="9124975" y="2043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4" name="pt57384"/>
            <p:cNvSpPr/>
            <p:nvPr/>
          </p:nvSpPr>
          <p:spPr>
            <a:xfrm>
              <a:off x="8544712" y="2580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5" name="pt57385"/>
            <p:cNvSpPr/>
            <p:nvPr/>
          </p:nvSpPr>
          <p:spPr>
            <a:xfrm>
              <a:off x="9002725" y="1831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6" name="pt57386"/>
            <p:cNvSpPr/>
            <p:nvPr/>
          </p:nvSpPr>
          <p:spPr>
            <a:xfrm>
              <a:off x="9502529" y="2609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7" name="pt57387"/>
            <p:cNvSpPr/>
            <p:nvPr/>
          </p:nvSpPr>
          <p:spPr>
            <a:xfrm>
              <a:off x="9005825" y="1666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8" name="pt57388"/>
            <p:cNvSpPr/>
            <p:nvPr/>
          </p:nvSpPr>
          <p:spPr>
            <a:xfrm>
              <a:off x="8347210" y="2309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9" name="pt57389"/>
            <p:cNvSpPr/>
            <p:nvPr/>
          </p:nvSpPr>
          <p:spPr>
            <a:xfrm>
              <a:off x="8952564" y="22429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0" name="pt57390"/>
            <p:cNvSpPr/>
            <p:nvPr/>
          </p:nvSpPr>
          <p:spPr>
            <a:xfrm>
              <a:off x="8721041" y="1849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1" name="pt57391"/>
            <p:cNvSpPr/>
            <p:nvPr/>
          </p:nvSpPr>
          <p:spPr>
            <a:xfrm>
              <a:off x="9442137" y="1919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2" name="pt57392"/>
            <p:cNvSpPr/>
            <p:nvPr/>
          </p:nvSpPr>
          <p:spPr>
            <a:xfrm>
              <a:off x="8471820" y="2410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3" name="pt57393"/>
            <p:cNvSpPr/>
            <p:nvPr/>
          </p:nvSpPr>
          <p:spPr>
            <a:xfrm>
              <a:off x="8398928" y="2199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4" name="pt57394"/>
            <p:cNvSpPr/>
            <p:nvPr/>
          </p:nvSpPr>
          <p:spPr>
            <a:xfrm>
              <a:off x="8923469" y="193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5" name="pt57395"/>
            <p:cNvSpPr/>
            <p:nvPr/>
          </p:nvSpPr>
          <p:spPr>
            <a:xfrm>
              <a:off x="8713389" y="2327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6" name="pt57396"/>
            <p:cNvSpPr/>
            <p:nvPr/>
          </p:nvSpPr>
          <p:spPr>
            <a:xfrm>
              <a:off x="8563654" y="2287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7" name="pt57397"/>
            <p:cNvSpPr/>
            <p:nvPr/>
          </p:nvSpPr>
          <p:spPr>
            <a:xfrm>
              <a:off x="9541125" y="1719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8" name="pt57398"/>
            <p:cNvSpPr/>
            <p:nvPr/>
          </p:nvSpPr>
          <p:spPr>
            <a:xfrm>
              <a:off x="9563530" y="2443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9" name="pt57399"/>
            <p:cNvSpPr/>
            <p:nvPr/>
          </p:nvSpPr>
          <p:spPr>
            <a:xfrm>
              <a:off x="9140881" y="2019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0" name="pt57400"/>
            <p:cNvSpPr/>
            <p:nvPr/>
          </p:nvSpPr>
          <p:spPr>
            <a:xfrm>
              <a:off x="9043153" y="1738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1" name="pt57401"/>
            <p:cNvSpPr/>
            <p:nvPr/>
          </p:nvSpPr>
          <p:spPr>
            <a:xfrm>
              <a:off x="8274318" y="2334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2" name="pt57402"/>
            <p:cNvSpPr/>
            <p:nvPr/>
          </p:nvSpPr>
          <p:spPr>
            <a:xfrm>
              <a:off x="8888738" y="2083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3" name="pt57403"/>
            <p:cNvSpPr/>
            <p:nvPr/>
          </p:nvSpPr>
          <p:spPr>
            <a:xfrm>
              <a:off x="8563654" y="2203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4" name="pt57404"/>
            <p:cNvSpPr/>
            <p:nvPr/>
          </p:nvSpPr>
          <p:spPr>
            <a:xfrm>
              <a:off x="8713389" y="2318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5" name="pt57405"/>
            <p:cNvSpPr/>
            <p:nvPr/>
          </p:nvSpPr>
          <p:spPr>
            <a:xfrm>
              <a:off x="8544712" y="2442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6" name="pt57406"/>
            <p:cNvSpPr/>
            <p:nvPr/>
          </p:nvSpPr>
          <p:spPr>
            <a:xfrm>
              <a:off x="9503592" y="2478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7" name="pt57407"/>
            <p:cNvSpPr/>
            <p:nvPr/>
          </p:nvSpPr>
          <p:spPr>
            <a:xfrm>
              <a:off x="9792213" y="2452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8" name="pt57408"/>
            <p:cNvSpPr/>
            <p:nvPr/>
          </p:nvSpPr>
          <p:spPr>
            <a:xfrm>
              <a:off x="9519098" y="2540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9" name="pt57409"/>
            <p:cNvSpPr/>
            <p:nvPr/>
          </p:nvSpPr>
          <p:spPr>
            <a:xfrm>
              <a:off x="8948383" y="2052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0" name="pt57410"/>
            <p:cNvSpPr/>
            <p:nvPr/>
          </p:nvSpPr>
          <p:spPr>
            <a:xfrm>
              <a:off x="8954618" y="2212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1" name="pt57411"/>
            <p:cNvSpPr/>
            <p:nvPr/>
          </p:nvSpPr>
          <p:spPr>
            <a:xfrm>
              <a:off x="8956650" y="2213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2" name="pt57412"/>
            <p:cNvSpPr/>
            <p:nvPr/>
          </p:nvSpPr>
          <p:spPr>
            <a:xfrm>
              <a:off x="8856549" y="2315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3" name="pt57413"/>
            <p:cNvSpPr/>
            <p:nvPr/>
          </p:nvSpPr>
          <p:spPr>
            <a:xfrm>
              <a:off x="9262568" y="2128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4" name="pt57414"/>
            <p:cNvSpPr/>
            <p:nvPr/>
          </p:nvSpPr>
          <p:spPr>
            <a:xfrm>
              <a:off x="8563654" y="2329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5" name="pt57415"/>
            <p:cNvSpPr/>
            <p:nvPr/>
          </p:nvSpPr>
          <p:spPr>
            <a:xfrm>
              <a:off x="9231697" y="2014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6" name="pt57416"/>
            <p:cNvSpPr/>
            <p:nvPr/>
          </p:nvSpPr>
          <p:spPr>
            <a:xfrm>
              <a:off x="8742215" y="2081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7" name="pt57417"/>
            <p:cNvSpPr/>
            <p:nvPr/>
          </p:nvSpPr>
          <p:spPr>
            <a:xfrm>
              <a:off x="8398928" y="2424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8" name="pt57418"/>
            <p:cNvSpPr/>
            <p:nvPr/>
          </p:nvSpPr>
          <p:spPr>
            <a:xfrm>
              <a:off x="8669323" y="2250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9" name="pt57419"/>
            <p:cNvSpPr/>
            <p:nvPr/>
          </p:nvSpPr>
          <p:spPr>
            <a:xfrm>
              <a:off x="9075096" y="1769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0" name="pt57420"/>
            <p:cNvSpPr/>
            <p:nvPr/>
          </p:nvSpPr>
          <p:spPr>
            <a:xfrm>
              <a:off x="8761156" y="2435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1" name="pt57421"/>
            <p:cNvSpPr/>
            <p:nvPr/>
          </p:nvSpPr>
          <p:spPr>
            <a:xfrm>
              <a:off x="8471820" y="2412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2" name="pt57422"/>
            <p:cNvSpPr/>
            <p:nvPr/>
          </p:nvSpPr>
          <p:spPr>
            <a:xfrm>
              <a:off x="8908267" y="1962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3" name="pt57423"/>
            <p:cNvSpPr/>
            <p:nvPr/>
          </p:nvSpPr>
          <p:spPr>
            <a:xfrm>
              <a:off x="8713389" y="2226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4" name="pt57424"/>
            <p:cNvSpPr/>
            <p:nvPr/>
          </p:nvSpPr>
          <p:spPr>
            <a:xfrm>
              <a:off x="9127336" y="19457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5" name="pt57425"/>
            <p:cNvSpPr/>
            <p:nvPr/>
          </p:nvSpPr>
          <p:spPr>
            <a:xfrm>
              <a:off x="8966476" y="2226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6" name="pt57426"/>
            <p:cNvSpPr/>
            <p:nvPr/>
          </p:nvSpPr>
          <p:spPr>
            <a:xfrm>
              <a:off x="9356962" y="2101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7" name="pt57427"/>
            <p:cNvSpPr/>
            <p:nvPr/>
          </p:nvSpPr>
          <p:spPr>
            <a:xfrm>
              <a:off x="8471820" y="2370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8" name="pt57428"/>
            <p:cNvSpPr/>
            <p:nvPr/>
          </p:nvSpPr>
          <p:spPr>
            <a:xfrm>
              <a:off x="8648148" y="2265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9" name="pt57429"/>
            <p:cNvSpPr/>
            <p:nvPr/>
          </p:nvSpPr>
          <p:spPr>
            <a:xfrm>
              <a:off x="8398928" y="2532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0" name="pt57430"/>
            <p:cNvSpPr/>
            <p:nvPr/>
          </p:nvSpPr>
          <p:spPr>
            <a:xfrm>
              <a:off x="9026144" y="180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1" name="pt57431"/>
            <p:cNvSpPr/>
            <p:nvPr/>
          </p:nvSpPr>
          <p:spPr>
            <a:xfrm>
              <a:off x="8793933" y="2097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2" name="pt57432"/>
            <p:cNvSpPr/>
            <p:nvPr/>
          </p:nvSpPr>
          <p:spPr>
            <a:xfrm>
              <a:off x="9401682" y="216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3" name="pt57433"/>
            <p:cNvSpPr/>
            <p:nvPr/>
          </p:nvSpPr>
          <p:spPr>
            <a:xfrm>
              <a:off x="8347210" y="2328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4" name="pt57434"/>
            <p:cNvSpPr/>
            <p:nvPr/>
          </p:nvSpPr>
          <p:spPr>
            <a:xfrm>
              <a:off x="9170243" y="1718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5" name="pt57435"/>
            <p:cNvSpPr/>
            <p:nvPr/>
          </p:nvSpPr>
          <p:spPr>
            <a:xfrm>
              <a:off x="9086240" y="1928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6" name="pt57436"/>
            <p:cNvSpPr/>
            <p:nvPr/>
          </p:nvSpPr>
          <p:spPr>
            <a:xfrm>
              <a:off x="9160112" y="1916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7" name="pt57437"/>
            <p:cNvSpPr/>
            <p:nvPr/>
          </p:nvSpPr>
          <p:spPr>
            <a:xfrm>
              <a:off x="8981160" y="19120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8" name="pt57438"/>
            <p:cNvSpPr/>
            <p:nvPr/>
          </p:nvSpPr>
          <p:spPr>
            <a:xfrm>
              <a:off x="8544712" y="2563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9" name="pt57439"/>
            <p:cNvSpPr/>
            <p:nvPr/>
          </p:nvSpPr>
          <p:spPr>
            <a:xfrm>
              <a:off x="8954618" y="2330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0" name="pt57440"/>
            <p:cNvSpPr/>
            <p:nvPr/>
          </p:nvSpPr>
          <p:spPr>
            <a:xfrm>
              <a:off x="8721041" y="2047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1" name="pt57441"/>
            <p:cNvSpPr/>
            <p:nvPr/>
          </p:nvSpPr>
          <p:spPr>
            <a:xfrm>
              <a:off x="9294853" y="2014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2" name="pt57442"/>
            <p:cNvSpPr/>
            <p:nvPr/>
          </p:nvSpPr>
          <p:spPr>
            <a:xfrm>
              <a:off x="8954618" y="2323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3" name="pt57443"/>
            <p:cNvSpPr/>
            <p:nvPr/>
          </p:nvSpPr>
          <p:spPr>
            <a:xfrm>
              <a:off x="8274318" y="2469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4" name="pt57444"/>
            <p:cNvSpPr/>
            <p:nvPr/>
          </p:nvSpPr>
          <p:spPr>
            <a:xfrm>
              <a:off x="9062094" y="1626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5" name="pt57445"/>
            <p:cNvSpPr/>
            <p:nvPr/>
          </p:nvSpPr>
          <p:spPr>
            <a:xfrm>
              <a:off x="8932933" y="1772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6" name="pt57446"/>
            <p:cNvSpPr/>
            <p:nvPr/>
          </p:nvSpPr>
          <p:spPr>
            <a:xfrm>
              <a:off x="8274318" y="23897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7" name="pt57447"/>
            <p:cNvSpPr/>
            <p:nvPr/>
          </p:nvSpPr>
          <p:spPr>
            <a:xfrm>
              <a:off x="9035502" y="16849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8" name="pt57448"/>
            <p:cNvSpPr/>
            <p:nvPr/>
          </p:nvSpPr>
          <p:spPr>
            <a:xfrm>
              <a:off x="8636546" y="2455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9" name="pt57449"/>
            <p:cNvSpPr/>
            <p:nvPr/>
          </p:nvSpPr>
          <p:spPr>
            <a:xfrm>
              <a:off x="8648148" y="2490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0" name="pt57450"/>
            <p:cNvSpPr/>
            <p:nvPr/>
          </p:nvSpPr>
          <p:spPr>
            <a:xfrm>
              <a:off x="9519804" y="2635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1" name="pt57451"/>
            <p:cNvSpPr/>
            <p:nvPr/>
          </p:nvSpPr>
          <p:spPr>
            <a:xfrm>
              <a:off x="9594013" y="23310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2" name="pt57452"/>
            <p:cNvSpPr/>
            <p:nvPr/>
          </p:nvSpPr>
          <p:spPr>
            <a:xfrm>
              <a:off x="8563654" y="2304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3" name="pt57453"/>
            <p:cNvSpPr/>
            <p:nvPr/>
          </p:nvSpPr>
          <p:spPr>
            <a:xfrm>
              <a:off x="9743490" y="1848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4" name="pt57454"/>
            <p:cNvSpPr/>
            <p:nvPr/>
          </p:nvSpPr>
          <p:spPr>
            <a:xfrm>
              <a:off x="8821645" y="2116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5" name="pt57455"/>
            <p:cNvSpPr/>
            <p:nvPr/>
          </p:nvSpPr>
          <p:spPr>
            <a:xfrm>
              <a:off x="8761156" y="2299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6" name="pt57456"/>
            <p:cNvSpPr/>
            <p:nvPr/>
          </p:nvSpPr>
          <p:spPr>
            <a:xfrm>
              <a:off x="8812874" y="21770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7" name="pt57457"/>
            <p:cNvSpPr/>
            <p:nvPr/>
          </p:nvSpPr>
          <p:spPr>
            <a:xfrm>
              <a:off x="8471820" y="2377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8" name="pt57458"/>
            <p:cNvSpPr/>
            <p:nvPr/>
          </p:nvSpPr>
          <p:spPr>
            <a:xfrm>
              <a:off x="8954618" y="23311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9" name="pt57459"/>
            <p:cNvSpPr/>
            <p:nvPr/>
          </p:nvSpPr>
          <p:spPr>
            <a:xfrm>
              <a:off x="8830008" y="19348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0" name="pt57460"/>
            <p:cNvSpPr/>
            <p:nvPr/>
          </p:nvSpPr>
          <p:spPr>
            <a:xfrm>
              <a:off x="9273294" y="1718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1" name="pt57461"/>
            <p:cNvSpPr/>
            <p:nvPr/>
          </p:nvSpPr>
          <p:spPr>
            <a:xfrm>
              <a:off x="8830008" y="2167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2" name="pt57462"/>
            <p:cNvSpPr/>
            <p:nvPr/>
          </p:nvSpPr>
          <p:spPr>
            <a:xfrm>
              <a:off x="9211830" y="1777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3" name="pt57463"/>
            <p:cNvSpPr/>
            <p:nvPr/>
          </p:nvSpPr>
          <p:spPr>
            <a:xfrm>
              <a:off x="9644546" y="2707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4" name="pt57464"/>
            <p:cNvSpPr/>
            <p:nvPr/>
          </p:nvSpPr>
          <p:spPr>
            <a:xfrm>
              <a:off x="8499532" y="2473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5" name="pt57465"/>
            <p:cNvSpPr/>
            <p:nvPr/>
          </p:nvSpPr>
          <p:spPr>
            <a:xfrm>
              <a:off x="8580788" y="2331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6" name="pt57466"/>
            <p:cNvSpPr/>
            <p:nvPr/>
          </p:nvSpPr>
          <p:spPr>
            <a:xfrm>
              <a:off x="8975793" y="1957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7" name="pt57467"/>
            <p:cNvSpPr/>
            <p:nvPr/>
          </p:nvSpPr>
          <p:spPr>
            <a:xfrm>
              <a:off x="9124182" y="205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8" name="pt57468"/>
            <p:cNvSpPr/>
            <p:nvPr/>
          </p:nvSpPr>
          <p:spPr>
            <a:xfrm>
              <a:off x="8923469" y="1950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9" name="pt57469"/>
            <p:cNvSpPr/>
            <p:nvPr/>
          </p:nvSpPr>
          <p:spPr>
            <a:xfrm>
              <a:off x="8721041" y="17964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0" name="pt57470"/>
            <p:cNvSpPr/>
            <p:nvPr/>
          </p:nvSpPr>
          <p:spPr>
            <a:xfrm>
              <a:off x="8596430" y="2386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1" name="pt57471"/>
            <p:cNvSpPr/>
            <p:nvPr/>
          </p:nvSpPr>
          <p:spPr>
            <a:xfrm>
              <a:off x="9035502" y="1730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2" name="pt57472"/>
            <p:cNvSpPr/>
            <p:nvPr/>
          </p:nvSpPr>
          <p:spPr>
            <a:xfrm>
              <a:off x="9212805" y="1829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3" name="pt57473"/>
            <p:cNvSpPr/>
            <p:nvPr/>
          </p:nvSpPr>
          <p:spPr>
            <a:xfrm>
              <a:off x="8580788" y="22803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4" name="pt57474"/>
            <p:cNvSpPr/>
            <p:nvPr/>
          </p:nvSpPr>
          <p:spPr>
            <a:xfrm>
              <a:off x="8659047" y="2354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5" name="pt57475"/>
            <p:cNvSpPr/>
            <p:nvPr/>
          </p:nvSpPr>
          <p:spPr>
            <a:xfrm>
              <a:off x="8913479" y="1855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6" name="pt57476"/>
            <p:cNvSpPr/>
            <p:nvPr/>
          </p:nvSpPr>
          <p:spPr>
            <a:xfrm>
              <a:off x="9083269" y="1954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7" name="pt57477"/>
            <p:cNvSpPr/>
            <p:nvPr/>
          </p:nvSpPr>
          <p:spPr>
            <a:xfrm>
              <a:off x="9049289" y="23246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8" name="pt57478"/>
            <p:cNvSpPr/>
            <p:nvPr/>
          </p:nvSpPr>
          <p:spPr>
            <a:xfrm>
              <a:off x="8274318" y="2120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9" name="pt57479"/>
            <p:cNvSpPr/>
            <p:nvPr/>
          </p:nvSpPr>
          <p:spPr>
            <a:xfrm>
              <a:off x="8274318" y="2707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0" name="pt57480"/>
            <p:cNvSpPr/>
            <p:nvPr/>
          </p:nvSpPr>
          <p:spPr>
            <a:xfrm>
              <a:off x="8523538" y="2487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1" name="pt57481"/>
            <p:cNvSpPr/>
            <p:nvPr/>
          </p:nvSpPr>
          <p:spPr>
            <a:xfrm>
              <a:off x="8596430" y="24867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2" name="pt57482"/>
            <p:cNvSpPr/>
            <p:nvPr/>
          </p:nvSpPr>
          <p:spPr>
            <a:xfrm>
              <a:off x="9070866" y="17959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3" name="pt57483"/>
            <p:cNvSpPr/>
            <p:nvPr/>
          </p:nvSpPr>
          <p:spPr>
            <a:xfrm>
              <a:off x="8274318" y="2372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4" name="pt57484"/>
            <p:cNvSpPr/>
            <p:nvPr/>
          </p:nvSpPr>
          <p:spPr>
            <a:xfrm>
              <a:off x="9108394" y="2074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5" name="pt57485"/>
            <p:cNvSpPr/>
            <p:nvPr/>
          </p:nvSpPr>
          <p:spPr>
            <a:xfrm>
              <a:off x="9182728" y="2075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6" name="pt57486"/>
            <p:cNvSpPr/>
            <p:nvPr/>
          </p:nvSpPr>
          <p:spPr>
            <a:xfrm>
              <a:off x="8610820" y="2113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7" name="pt57487"/>
            <p:cNvSpPr/>
            <p:nvPr/>
          </p:nvSpPr>
          <p:spPr>
            <a:xfrm>
              <a:off x="8939717" y="2079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8" name="pt57488"/>
            <p:cNvSpPr/>
            <p:nvPr/>
          </p:nvSpPr>
          <p:spPr>
            <a:xfrm>
              <a:off x="8849358" y="2016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9" name="pt57489"/>
            <p:cNvSpPr/>
            <p:nvPr/>
          </p:nvSpPr>
          <p:spPr>
            <a:xfrm>
              <a:off x="9351205" y="2036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0" name="pt57490"/>
            <p:cNvSpPr/>
            <p:nvPr/>
          </p:nvSpPr>
          <p:spPr>
            <a:xfrm>
              <a:off x="9325618" y="2076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1" name="pt57491"/>
            <p:cNvSpPr/>
            <p:nvPr/>
          </p:nvSpPr>
          <p:spPr>
            <a:xfrm>
              <a:off x="8956650" y="2290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2" name="pt57492"/>
            <p:cNvSpPr/>
            <p:nvPr/>
          </p:nvSpPr>
          <p:spPr>
            <a:xfrm>
              <a:off x="9043153" y="1703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3" name="pt57493"/>
            <p:cNvSpPr/>
            <p:nvPr/>
          </p:nvSpPr>
          <p:spPr>
            <a:xfrm>
              <a:off x="9558274" y="2218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4" name="pt57494"/>
            <p:cNvSpPr/>
            <p:nvPr/>
          </p:nvSpPr>
          <p:spPr>
            <a:xfrm>
              <a:off x="8772758" y="2126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5" name="pt57495"/>
            <p:cNvSpPr/>
            <p:nvPr/>
          </p:nvSpPr>
          <p:spPr>
            <a:xfrm>
              <a:off x="8347210" y="23704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6" name="pt57496"/>
            <p:cNvSpPr/>
            <p:nvPr/>
          </p:nvSpPr>
          <p:spPr>
            <a:xfrm>
              <a:off x="8398928" y="2437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7" name="pt57497"/>
            <p:cNvSpPr/>
            <p:nvPr/>
          </p:nvSpPr>
          <p:spPr>
            <a:xfrm>
              <a:off x="8783657" y="2039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8" name="pt57498"/>
            <p:cNvSpPr/>
            <p:nvPr/>
          </p:nvSpPr>
          <p:spPr>
            <a:xfrm>
              <a:off x="8817313" y="2031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9" name="pt57499"/>
            <p:cNvSpPr/>
            <p:nvPr/>
          </p:nvSpPr>
          <p:spPr>
            <a:xfrm>
              <a:off x="9231697" y="21668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0" name="pt57500"/>
            <p:cNvSpPr/>
            <p:nvPr/>
          </p:nvSpPr>
          <p:spPr>
            <a:xfrm>
              <a:off x="9005825" y="1475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1" name="pt57501"/>
            <p:cNvSpPr/>
            <p:nvPr/>
          </p:nvSpPr>
          <p:spPr>
            <a:xfrm>
              <a:off x="9211830" y="1871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2" name="pt57502"/>
            <p:cNvSpPr/>
            <p:nvPr/>
          </p:nvSpPr>
          <p:spPr>
            <a:xfrm>
              <a:off x="9023378" y="1889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3" name="pt57503"/>
            <p:cNvSpPr/>
            <p:nvPr/>
          </p:nvSpPr>
          <p:spPr>
            <a:xfrm>
              <a:off x="9140881" y="2026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4" name="pt57504"/>
            <p:cNvSpPr/>
            <p:nvPr/>
          </p:nvSpPr>
          <p:spPr>
            <a:xfrm>
              <a:off x="8841866" y="2061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5" name="pt57505"/>
            <p:cNvSpPr/>
            <p:nvPr/>
          </p:nvSpPr>
          <p:spPr>
            <a:xfrm>
              <a:off x="8908267" y="2030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6" name="pt57506"/>
            <p:cNvSpPr/>
            <p:nvPr/>
          </p:nvSpPr>
          <p:spPr>
            <a:xfrm>
              <a:off x="9071933" y="2012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7" name="pt57507"/>
            <p:cNvSpPr/>
            <p:nvPr/>
          </p:nvSpPr>
          <p:spPr>
            <a:xfrm>
              <a:off x="9541125" y="1697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8" name="pt57508"/>
            <p:cNvSpPr/>
            <p:nvPr/>
          </p:nvSpPr>
          <p:spPr>
            <a:xfrm>
              <a:off x="8932933" y="1877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9" name="pt57509"/>
            <p:cNvSpPr/>
            <p:nvPr/>
          </p:nvSpPr>
          <p:spPr>
            <a:xfrm>
              <a:off x="9328959" y="2206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0" name="pt57510"/>
            <p:cNvSpPr/>
            <p:nvPr/>
          </p:nvSpPr>
          <p:spPr>
            <a:xfrm>
              <a:off x="8274318" y="2539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1" name="pt57511"/>
            <p:cNvSpPr/>
            <p:nvPr/>
          </p:nvSpPr>
          <p:spPr>
            <a:xfrm>
              <a:off x="9719466" y="2298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2" name="pt57512"/>
            <p:cNvSpPr/>
            <p:nvPr/>
          </p:nvSpPr>
          <p:spPr>
            <a:xfrm>
              <a:off x="8964553" y="2125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3" name="pt57513"/>
            <p:cNvSpPr/>
            <p:nvPr/>
          </p:nvSpPr>
          <p:spPr>
            <a:xfrm>
              <a:off x="9317391" y="2218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4" name="pt57514"/>
            <p:cNvSpPr/>
            <p:nvPr/>
          </p:nvSpPr>
          <p:spPr>
            <a:xfrm>
              <a:off x="9639141" y="2038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5" name="pt57515"/>
            <p:cNvSpPr/>
            <p:nvPr/>
          </p:nvSpPr>
          <p:spPr>
            <a:xfrm>
              <a:off x="8996361" y="1886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6" name="pt57516"/>
            <p:cNvSpPr/>
            <p:nvPr/>
          </p:nvSpPr>
          <p:spPr>
            <a:xfrm>
              <a:off x="9226820" y="1933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7" name="pt57517"/>
            <p:cNvSpPr/>
            <p:nvPr/>
          </p:nvSpPr>
          <p:spPr>
            <a:xfrm>
              <a:off x="9089164" y="1667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8" name="pt57518"/>
            <p:cNvSpPr/>
            <p:nvPr/>
          </p:nvSpPr>
          <p:spPr>
            <a:xfrm>
              <a:off x="8948383" y="20867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9" name="pt57519"/>
            <p:cNvSpPr/>
            <p:nvPr/>
          </p:nvSpPr>
          <p:spPr>
            <a:xfrm>
              <a:off x="8471820" y="24181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0" name="pt57520"/>
            <p:cNvSpPr/>
            <p:nvPr/>
          </p:nvSpPr>
          <p:spPr>
            <a:xfrm>
              <a:off x="8274318" y="2624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1" name="pt57521"/>
            <p:cNvSpPr/>
            <p:nvPr/>
          </p:nvSpPr>
          <p:spPr>
            <a:xfrm>
              <a:off x="8830008" y="21170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2" name="pt57522"/>
            <p:cNvSpPr/>
            <p:nvPr/>
          </p:nvSpPr>
          <p:spPr>
            <a:xfrm>
              <a:off x="8523538" y="2488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3" name="pt57523"/>
            <p:cNvSpPr/>
            <p:nvPr/>
          </p:nvSpPr>
          <p:spPr>
            <a:xfrm>
              <a:off x="8923469" y="1919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4" name="pt57524"/>
            <p:cNvSpPr/>
            <p:nvPr/>
          </p:nvSpPr>
          <p:spPr>
            <a:xfrm>
              <a:off x="8849358" y="2194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5" name="pt57525"/>
            <p:cNvSpPr/>
            <p:nvPr/>
          </p:nvSpPr>
          <p:spPr>
            <a:xfrm>
              <a:off x="8721041" y="2203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6" name="pt57526"/>
            <p:cNvSpPr/>
            <p:nvPr/>
          </p:nvSpPr>
          <p:spPr>
            <a:xfrm>
              <a:off x="9086240" y="2174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7" name="pt57527"/>
            <p:cNvSpPr/>
            <p:nvPr/>
          </p:nvSpPr>
          <p:spPr>
            <a:xfrm>
              <a:off x="8580788" y="2357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8" name="pt57528"/>
            <p:cNvSpPr/>
            <p:nvPr/>
          </p:nvSpPr>
          <p:spPr>
            <a:xfrm>
              <a:off x="8274318" y="2565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9" name="pt57529"/>
            <p:cNvSpPr/>
            <p:nvPr/>
          </p:nvSpPr>
          <p:spPr>
            <a:xfrm>
              <a:off x="8544712" y="2244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0" name="pt57530"/>
            <p:cNvSpPr/>
            <p:nvPr/>
          </p:nvSpPr>
          <p:spPr>
            <a:xfrm>
              <a:off x="9231697" y="224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1" name="pt57531"/>
            <p:cNvSpPr/>
            <p:nvPr/>
          </p:nvSpPr>
          <p:spPr>
            <a:xfrm>
              <a:off x="9422061" y="1856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2" name="pt57532"/>
            <p:cNvSpPr/>
            <p:nvPr/>
          </p:nvSpPr>
          <p:spPr>
            <a:xfrm>
              <a:off x="9395106" y="21470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3" name="pt57533"/>
            <p:cNvSpPr/>
            <p:nvPr/>
          </p:nvSpPr>
          <p:spPr>
            <a:xfrm>
              <a:off x="9005825" y="172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4" name="pt57534"/>
            <p:cNvSpPr/>
            <p:nvPr/>
          </p:nvSpPr>
          <p:spPr>
            <a:xfrm>
              <a:off x="8274318" y="2591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5" name="pt57535"/>
            <p:cNvSpPr/>
            <p:nvPr/>
          </p:nvSpPr>
          <p:spPr>
            <a:xfrm>
              <a:off x="8274318" y="2528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6" name="pt57536"/>
            <p:cNvSpPr/>
            <p:nvPr/>
          </p:nvSpPr>
          <p:spPr>
            <a:xfrm>
              <a:off x="9413835" y="1909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7" name="pt57537"/>
            <p:cNvSpPr/>
            <p:nvPr/>
          </p:nvSpPr>
          <p:spPr>
            <a:xfrm>
              <a:off x="8398928" y="2332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8" name="pt57538"/>
            <p:cNvSpPr/>
            <p:nvPr/>
          </p:nvSpPr>
          <p:spPr>
            <a:xfrm>
              <a:off x="8767051" y="2148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9" name="pt57539"/>
            <p:cNvSpPr/>
            <p:nvPr/>
          </p:nvSpPr>
          <p:spPr>
            <a:xfrm>
              <a:off x="8952564" y="2220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0" name="pt57540"/>
            <p:cNvSpPr/>
            <p:nvPr/>
          </p:nvSpPr>
          <p:spPr>
            <a:xfrm>
              <a:off x="8778290" y="2313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1" name="pt57541"/>
            <p:cNvSpPr/>
            <p:nvPr/>
          </p:nvSpPr>
          <p:spPr>
            <a:xfrm>
              <a:off x="9156826" y="2067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2" name="pt57542"/>
            <p:cNvSpPr/>
            <p:nvPr/>
          </p:nvSpPr>
          <p:spPr>
            <a:xfrm>
              <a:off x="8439043" y="2364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3" name="pt57543"/>
            <p:cNvSpPr/>
            <p:nvPr/>
          </p:nvSpPr>
          <p:spPr>
            <a:xfrm>
              <a:off x="8941923" y="2051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4" name="pt57544"/>
            <p:cNvSpPr/>
            <p:nvPr/>
          </p:nvSpPr>
          <p:spPr>
            <a:xfrm>
              <a:off x="9294237" y="1775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5" name="pt57545"/>
            <p:cNvSpPr/>
            <p:nvPr/>
          </p:nvSpPr>
          <p:spPr>
            <a:xfrm>
              <a:off x="8624143" y="2444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6" name="pt57546"/>
            <p:cNvSpPr/>
            <p:nvPr/>
          </p:nvSpPr>
          <p:spPr>
            <a:xfrm>
              <a:off x="8274318" y="2530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7" name="pt57547"/>
            <p:cNvSpPr/>
            <p:nvPr/>
          </p:nvSpPr>
          <p:spPr>
            <a:xfrm>
              <a:off x="9262568" y="2127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8" name="pt57548"/>
            <p:cNvSpPr/>
            <p:nvPr/>
          </p:nvSpPr>
          <p:spPr>
            <a:xfrm>
              <a:off x="8838000" y="1914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9" name="pt57549"/>
            <p:cNvSpPr/>
            <p:nvPr/>
          </p:nvSpPr>
          <p:spPr>
            <a:xfrm>
              <a:off x="8471820" y="26546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0" name="pt57550"/>
            <p:cNvSpPr/>
            <p:nvPr/>
          </p:nvSpPr>
          <p:spPr>
            <a:xfrm>
              <a:off x="8439043" y="2209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1" name="pt57551"/>
            <p:cNvSpPr/>
            <p:nvPr/>
          </p:nvSpPr>
          <p:spPr>
            <a:xfrm>
              <a:off x="8659047" y="2347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2" name="pt57552"/>
            <p:cNvSpPr/>
            <p:nvPr/>
          </p:nvSpPr>
          <p:spPr>
            <a:xfrm>
              <a:off x="9152801" y="2075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3" name="pt57553"/>
            <p:cNvSpPr/>
            <p:nvPr/>
          </p:nvSpPr>
          <p:spPr>
            <a:xfrm>
              <a:off x="8817313" y="2011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4" name="pt57554"/>
            <p:cNvSpPr/>
            <p:nvPr/>
          </p:nvSpPr>
          <p:spPr>
            <a:xfrm>
              <a:off x="8669323" y="2457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5" name="pt57555"/>
            <p:cNvSpPr/>
            <p:nvPr/>
          </p:nvSpPr>
          <p:spPr>
            <a:xfrm>
              <a:off x="8347210" y="2337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6" name="pt57556"/>
            <p:cNvSpPr/>
            <p:nvPr/>
          </p:nvSpPr>
          <p:spPr>
            <a:xfrm>
              <a:off x="8659047" y="2225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7" name="pt57557"/>
            <p:cNvSpPr/>
            <p:nvPr/>
          </p:nvSpPr>
          <p:spPr>
            <a:xfrm>
              <a:off x="8439043" y="2169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8" name="pt57558"/>
            <p:cNvSpPr/>
            <p:nvPr/>
          </p:nvSpPr>
          <p:spPr>
            <a:xfrm>
              <a:off x="8748753" y="1987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9" name="pt57559"/>
            <p:cNvSpPr/>
            <p:nvPr/>
          </p:nvSpPr>
          <p:spPr>
            <a:xfrm>
              <a:off x="8471820" y="2464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0" name="pt57560"/>
            <p:cNvSpPr/>
            <p:nvPr/>
          </p:nvSpPr>
          <p:spPr>
            <a:xfrm>
              <a:off x="8761156" y="2423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1" name="pt57561"/>
            <p:cNvSpPr/>
            <p:nvPr/>
          </p:nvSpPr>
          <p:spPr>
            <a:xfrm>
              <a:off x="9171470" y="1916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2" name="pt57562"/>
            <p:cNvSpPr/>
            <p:nvPr/>
          </p:nvSpPr>
          <p:spPr>
            <a:xfrm>
              <a:off x="8748753" y="2046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3" name="pt57563"/>
            <p:cNvSpPr/>
            <p:nvPr/>
          </p:nvSpPr>
          <p:spPr>
            <a:xfrm>
              <a:off x="8803653" y="2054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4" name="pt57564"/>
            <p:cNvSpPr/>
            <p:nvPr/>
          </p:nvSpPr>
          <p:spPr>
            <a:xfrm>
              <a:off x="8705398" y="1964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5" name="pt57565"/>
            <p:cNvSpPr/>
            <p:nvPr/>
          </p:nvSpPr>
          <p:spPr>
            <a:xfrm>
              <a:off x="8935223" y="1910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6" name="pt57566"/>
            <p:cNvSpPr/>
            <p:nvPr/>
          </p:nvSpPr>
          <p:spPr>
            <a:xfrm>
              <a:off x="9044397" y="2085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7" name="pt57567"/>
            <p:cNvSpPr/>
            <p:nvPr/>
          </p:nvSpPr>
          <p:spPr>
            <a:xfrm>
              <a:off x="8439043" y="2069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8" name="pt57568"/>
            <p:cNvSpPr/>
            <p:nvPr/>
          </p:nvSpPr>
          <p:spPr>
            <a:xfrm>
              <a:off x="9313825" y="2119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9" name="pt57569"/>
            <p:cNvSpPr/>
            <p:nvPr/>
          </p:nvSpPr>
          <p:spPr>
            <a:xfrm>
              <a:off x="9147988" y="2080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0" name="pt57570"/>
            <p:cNvSpPr/>
            <p:nvPr/>
          </p:nvSpPr>
          <p:spPr>
            <a:xfrm>
              <a:off x="8398928" y="2427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1" name="pt57571"/>
            <p:cNvSpPr/>
            <p:nvPr/>
          </p:nvSpPr>
          <p:spPr>
            <a:xfrm>
              <a:off x="9059833" y="1816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2" name="pt57572"/>
            <p:cNvSpPr/>
            <p:nvPr/>
          </p:nvSpPr>
          <p:spPr>
            <a:xfrm>
              <a:off x="8563654" y="21165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3" name="pt57573"/>
            <p:cNvSpPr/>
            <p:nvPr/>
          </p:nvSpPr>
          <p:spPr>
            <a:xfrm>
              <a:off x="8648148" y="2371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4" name="pt57574"/>
            <p:cNvSpPr/>
            <p:nvPr/>
          </p:nvSpPr>
          <p:spPr>
            <a:xfrm>
              <a:off x="8523538" y="2447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5" name="pt57575"/>
            <p:cNvSpPr/>
            <p:nvPr/>
          </p:nvSpPr>
          <p:spPr>
            <a:xfrm>
              <a:off x="8398928" y="2334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6" name="pt57576"/>
            <p:cNvSpPr/>
            <p:nvPr/>
          </p:nvSpPr>
          <p:spPr>
            <a:xfrm>
              <a:off x="8398928" y="2409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7" name="pt57577"/>
            <p:cNvSpPr/>
            <p:nvPr/>
          </p:nvSpPr>
          <p:spPr>
            <a:xfrm>
              <a:off x="9310188" y="2199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8" name="pt57578"/>
            <p:cNvSpPr/>
            <p:nvPr/>
          </p:nvSpPr>
          <p:spPr>
            <a:xfrm>
              <a:off x="8803653" y="204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9" name="pt57579"/>
            <p:cNvSpPr/>
            <p:nvPr/>
          </p:nvSpPr>
          <p:spPr>
            <a:xfrm>
              <a:off x="8783657" y="20836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0" name="pt57580"/>
            <p:cNvSpPr/>
            <p:nvPr/>
          </p:nvSpPr>
          <p:spPr>
            <a:xfrm>
              <a:off x="9488519" y="2299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1" name="pt57581"/>
            <p:cNvSpPr/>
            <p:nvPr/>
          </p:nvSpPr>
          <p:spPr>
            <a:xfrm>
              <a:off x="8841866" y="2016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2" name="pt57582"/>
            <p:cNvSpPr/>
            <p:nvPr/>
          </p:nvSpPr>
          <p:spPr>
            <a:xfrm>
              <a:off x="8742215" y="2091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3" name="pt57583"/>
            <p:cNvSpPr/>
            <p:nvPr/>
          </p:nvSpPr>
          <p:spPr>
            <a:xfrm>
              <a:off x="8697035" y="2295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4" name="pt57584"/>
            <p:cNvSpPr/>
            <p:nvPr/>
          </p:nvSpPr>
          <p:spPr>
            <a:xfrm>
              <a:off x="8398928" y="244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5" name="pt57585"/>
            <p:cNvSpPr/>
            <p:nvPr/>
          </p:nvSpPr>
          <p:spPr>
            <a:xfrm>
              <a:off x="8902901" y="2103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6" name="pt57586"/>
            <p:cNvSpPr/>
            <p:nvPr/>
          </p:nvSpPr>
          <p:spPr>
            <a:xfrm>
              <a:off x="8697035" y="2199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7" name="pt57587"/>
            <p:cNvSpPr/>
            <p:nvPr/>
          </p:nvSpPr>
          <p:spPr>
            <a:xfrm>
              <a:off x="8471820" y="2341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8" name="pt57588"/>
            <p:cNvSpPr/>
            <p:nvPr/>
          </p:nvSpPr>
          <p:spPr>
            <a:xfrm>
              <a:off x="8347210" y="2483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9" name="pt57589"/>
            <p:cNvSpPr/>
            <p:nvPr/>
          </p:nvSpPr>
          <p:spPr>
            <a:xfrm>
              <a:off x="9499399" y="2271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0" name="pt57590"/>
            <p:cNvSpPr/>
            <p:nvPr/>
          </p:nvSpPr>
          <p:spPr>
            <a:xfrm>
              <a:off x="8544712" y="2436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1" name="pt57591"/>
            <p:cNvSpPr/>
            <p:nvPr/>
          </p:nvSpPr>
          <p:spPr>
            <a:xfrm>
              <a:off x="9645731" y="2365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2" name="pt57592"/>
            <p:cNvSpPr/>
            <p:nvPr/>
          </p:nvSpPr>
          <p:spPr>
            <a:xfrm>
              <a:off x="8697035" y="22225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3" name="pt57593"/>
            <p:cNvSpPr/>
            <p:nvPr/>
          </p:nvSpPr>
          <p:spPr>
            <a:xfrm>
              <a:off x="9196543" y="2055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4" name="pt57594"/>
            <p:cNvSpPr/>
            <p:nvPr/>
          </p:nvSpPr>
          <p:spPr>
            <a:xfrm>
              <a:off x="8713389" y="2280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5" name="pt57595"/>
            <p:cNvSpPr/>
            <p:nvPr/>
          </p:nvSpPr>
          <p:spPr>
            <a:xfrm>
              <a:off x="8274318" y="2454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6" name="pt57596"/>
            <p:cNvSpPr/>
            <p:nvPr/>
          </p:nvSpPr>
          <p:spPr>
            <a:xfrm>
              <a:off x="9237295" y="2061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7" name="pt57597"/>
            <p:cNvSpPr/>
            <p:nvPr/>
          </p:nvSpPr>
          <p:spPr>
            <a:xfrm>
              <a:off x="9034195" y="1746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8" name="pt57598"/>
            <p:cNvSpPr/>
            <p:nvPr/>
          </p:nvSpPr>
          <p:spPr>
            <a:xfrm>
              <a:off x="8838000" y="19599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9" name="pt57599"/>
            <p:cNvSpPr/>
            <p:nvPr/>
          </p:nvSpPr>
          <p:spPr>
            <a:xfrm>
              <a:off x="8798858" y="2071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0" name="pt57600"/>
            <p:cNvSpPr/>
            <p:nvPr/>
          </p:nvSpPr>
          <p:spPr>
            <a:xfrm>
              <a:off x="9313825" y="2157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1" name="pt57601"/>
            <p:cNvSpPr/>
            <p:nvPr/>
          </p:nvSpPr>
          <p:spPr>
            <a:xfrm>
              <a:off x="9124182" y="1979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2" name="pt57602"/>
            <p:cNvSpPr/>
            <p:nvPr/>
          </p:nvSpPr>
          <p:spPr>
            <a:xfrm>
              <a:off x="9562976" y="2336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3" name="pt57603"/>
            <p:cNvSpPr/>
            <p:nvPr/>
          </p:nvSpPr>
          <p:spPr>
            <a:xfrm>
              <a:off x="8803653" y="2208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4" name="pt57604"/>
            <p:cNvSpPr/>
            <p:nvPr/>
          </p:nvSpPr>
          <p:spPr>
            <a:xfrm>
              <a:off x="8624143" y="2450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5" name="pt57605"/>
            <p:cNvSpPr/>
            <p:nvPr/>
          </p:nvSpPr>
          <p:spPr>
            <a:xfrm>
              <a:off x="9431373" y="1893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6" name="pt57606"/>
            <p:cNvSpPr/>
            <p:nvPr/>
          </p:nvSpPr>
          <p:spPr>
            <a:xfrm>
              <a:off x="8274318" y="2462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7" name="pt57607"/>
            <p:cNvSpPr/>
            <p:nvPr/>
          </p:nvSpPr>
          <p:spPr>
            <a:xfrm>
              <a:off x="9525526" y="1604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8" name="pt57608"/>
            <p:cNvSpPr/>
            <p:nvPr/>
          </p:nvSpPr>
          <p:spPr>
            <a:xfrm>
              <a:off x="8772758" y="2197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9" name="pt57609"/>
            <p:cNvSpPr/>
            <p:nvPr/>
          </p:nvSpPr>
          <p:spPr>
            <a:xfrm>
              <a:off x="8761156" y="2311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0" name="pt57610"/>
            <p:cNvSpPr/>
            <p:nvPr/>
          </p:nvSpPr>
          <p:spPr>
            <a:xfrm>
              <a:off x="9442137" y="2093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1" name="pt57611"/>
            <p:cNvSpPr/>
            <p:nvPr/>
          </p:nvSpPr>
          <p:spPr>
            <a:xfrm>
              <a:off x="8523538" y="2499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2" name="pt57612"/>
            <p:cNvSpPr/>
            <p:nvPr/>
          </p:nvSpPr>
          <p:spPr>
            <a:xfrm>
              <a:off x="9062094" y="1837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3" name="pt57613"/>
            <p:cNvSpPr/>
            <p:nvPr/>
          </p:nvSpPr>
          <p:spPr>
            <a:xfrm>
              <a:off x="8648148" y="22079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4" name="pt57614"/>
            <p:cNvSpPr/>
            <p:nvPr/>
          </p:nvSpPr>
          <p:spPr>
            <a:xfrm>
              <a:off x="8471820" y="2345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5" name="pt57615"/>
            <p:cNvSpPr/>
            <p:nvPr/>
          </p:nvSpPr>
          <p:spPr>
            <a:xfrm>
              <a:off x="8398928" y="2423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6" name="pt57616"/>
            <p:cNvSpPr/>
            <p:nvPr/>
          </p:nvSpPr>
          <p:spPr>
            <a:xfrm>
              <a:off x="8610820" y="21542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7" name="pt57617"/>
            <p:cNvSpPr/>
            <p:nvPr/>
          </p:nvSpPr>
          <p:spPr>
            <a:xfrm>
              <a:off x="8659047" y="24349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8" name="pt57618"/>
            <p:cNvSpPr/>
            <p:nvPr/>
          </p:nvSpPr>
          <p:spPr>
            <a:xfrm>
              <a:off x="9451392" y="2043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9" name="pt57619"/>
            <p:cNvSpPr/>
            <p:nvPr/>
          </p:nvSpPr>
          <p:spPr>
            <a:xfrm>
              <a:off x="8610820" y="1859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0" name="pt57620"/>
            <p:cNvSpPr/>
            <p:nvPr/>
          </p:nvSpPr>
          <p:spPr>
            <a:xfrm>
              <a:off x="9525526" y="1664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1" name="pt57621"/>
            <p:cNvSpPr/>
            <p:nvPr/>
          </p:nvSpPr>
          <p:spPr>
            <a:xfrm>
              <a:off x="9334969" y="2250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2" name="pt57622"/>
            <p:cNvSpPr/>
            <p:nvPr/>
          </p:nvSpPr>
          <p:spPr>
            <a:xfrm>
              <a:off x="8937484" y="2051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3" name="pt57623"/>
            <p:cNvSpPr/>
            <p:nvPr/>
          </p:nvSpPr>
          <p:spPr>
            <a:xfrm>
              <a:off x="9066533" y="1768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4" name="pt57624"/>
            <p:cNvSpPr/>
            <p:nvPr/>
          </p:nvSpPr>
          <p:spPr>
            <a:xfrm>
              <a:off x="8742215" y="20410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5" name="pt57625"/>
            <p:cNvSpPr/>
            <p:nvPr/>
          </p:nvSpPr>
          <p:spPr>
            <a:xfrm>
              <a:off x="8636546" y="2446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6" name="pt57626"/>
            <p:cNvSpPr/>
            <p:nvPr/>
          </p:nvSpPr>
          <p:spPr>
            <a:xfrm>
              <a:off x="9124975" y="1950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7" name="pt57627"/>
            <p:cNvSpPr/>
            <p:nvPr/>
          </p:nvSpPr>
          <p:spPr>
            <a:xfrm>
              <a:off x="9103999" y="2011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8" name="pt57628"/>
            <p:cNvSpPr/>
            <p:nvPr/>
          </p:nvSpPr>
          <p:spPr>
            <a:xfrm>
              <a:off x="8274318" y="2354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9" name="pt57629"/>
            <p:cNvSpPr/>
            <p:nvPr/>
          </p:nvSpPr>
          <p:spPr>
            <a:xfrm>
              <a:off x="9147988" y="2004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0" name="pt57630"/>
            <p:cNvSpPr/>
            <p:nvPr/>
          </p:nvSpPr>
          <p:spPr>
            <a:xfrm>
              <a:off x="8999571" y="1887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1" name="pt57631"/>
            <p:cNvSpPr/>
            <p:nvPr/>
          </p:nvSpPr>
          <p:spPr>
            <a:xfrm>
              <a:off x="8742215" y="1991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2" name="pt57632"/>
            <p:cNvSpPr/>
            <p:nvPr/>
          </p:nvSpPr>
          <p:spPr>
            <a:xfrm>
              <a:off x="8834048" y="2113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3" name="pt57633"/>
            <p:cNvSpPr/>
            <p:nvPr/>
          </p:nvSpPr>
          <p:spPr>
            <a:xfrm>
              <a:off x="8659047" y="2400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4" name="pt57634"/>
            <p:cNvSpPr/>
            <p:nvPr/>
          </p:nvSpPr>
          <p:spPr>
            <a:xfrm>
              <a:off x="8803653" y="2172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5" name="pt57635"/>
            <p:cNvSpPr/>
            <p:nvPr/>
          </p:nvSpPr>
          <p:spPr>
            <a:xfrm>
              <a:off x="8523538" y="2426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6" name="pt57636"/>
            <p:cNvSpPr/>
            <p:nvPr/>
          </p:nvSpPr>
          <p:spPr>
            <a:xfrm>
              <a:off x="8964553" y="2234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7" name="pt57637"/>
            <p:cNvSpPr/>
            <p:nvPr/>
          </p:nvSpPr>
          <p:spPr>
            <a:xfrm>
              <a:off x="9427147" y="1931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8" name="pt57638"/>
            <p:cNvSpPr/>
            <p:nvPr/>
          </p:nvSpPr>
          <p:spPr>
            <a:xfrm>
              <a:off x="9368156" y="2011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9" name="pt57639"/>
            <p:cNvSpPr/>
            <p:nvPr/>
          </p:nvSpPr>
          <p:spPr>
            <a:xfrm>
              <a:off x="9644062" y="2331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0" name="pt57640"/>
            <p:cNvSpPr/>
            <p:nvPr/>
          </p:nvSpPr>
          <p:spPr>
            <a:xfrm>
              <a:off x="8471820" y="2244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1" name="pt57641"/>
            <p:cNvSpPr/>
            <p:nvPr/>
          </p:nvSpPr>
          <p:spPr>
            <a:xfrm>
              <a:off x="9077174" y="1951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2" name="pt57642"/>
            <p:cNvSpPr/>
            <p:nvPr/>
          </p:nvSpPr>
          <p:spPr>
            <a:xfrm>
              <a:off x="8596430" y="2200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3" name="pt57643"/>
            <p:cNvSpPr/>
            <p:nvPr/>
          </p:nvSpPr>
          <p:spPr>
            <a:xfrm>
              <a:off x="8876545" y="1893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4" name="pt57644"/>
            <p:cNvSpPr/>
            <p:nvPr/>
          </p:nvSpPr>
          <p:spPr>
            <a:xfrm>
              <a:off x="9027511" y="1934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5" name="pt57645"/>
            <p:cNvSpPr/>
            <p:nvPr/>
          </p:nvSpPr>
          <p:spPr>
            <a:xfrm>
              <a:off x="9075096" y="1877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6" name="pt57646"/>
            <p:cNvSpPr/>
            <p:nvPr/>
          </p:nvSpPr>
          <p:spPr>
            <a:xfrm>
              <a:off x="8778290" y="19684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7" name="pt57647"/>
            <p:cNvSpPr/>
            <p:nvPr/>
          </p:nvSpPr>
          <p:spPr>
            <a:xfrm>
              <a:off x="9317391" y="2203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8" name="pt57648"/>
            <p:cNvSpPr/>
            <p:nvPr/>
          </p:nvSpPr>
          <p:spPr>
            <a:xfrm>
              <a:off x="8852989" y="1980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9" name="pt57649"/>
            <p:cNvSpPr/>
            <p:nvPr/>
          </p:nvSpPr>
          <p:spPr>
            <a:xfrm>
              <a:off x="8398928" y="24757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0" name="pt57650"/>
            <p:cNvSpPr/>
            <p:nvPr/>
          </p:nvSpPr>
          <p:spPr>
            <a:xfrm>
              <a:off x="8721041" y="2213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1" name="pt57651"/>
            <p:cNvSpPr/>
            <p:nvPr/>
          </p:nvSpPr>
          <p:spPr>
            <a:xfrm>
              <a:off x="9439815" y="19370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2" name="pt57652"/>
            <p:cNvSpPr/>
            <p:nvPr/>
          </p:nvSpPr>
          <p:spPr>
            <a:xfrm>
              <a:off x="8841866" y="1948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3" name="pt57653"/>
            <p:cNvSpPr/>
            <p:nvPr/>
          </p:nvSpPr>
          <p:spPr>
            <a:xfrm>
              <a:off x="9325618" y="2114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4" name="pt57654"/>
            <p:cNvSpPr/>
            <p:nvPr/>
          </p:nvSpPr>
          <p:spPr>
            <a:xfrm>
              <a:off x="9226820" y="1895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5" name="pt57655"/>
            <p:cNvSpPr/>
            <p:nvPr/>
          </p:nvSpPr>
          <p:spPr>
            <a:xfrm>
              <a:off x="8523538" y="2445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6" name="pt57656"/>
            <p:cNvSpPr/>
            <p:nvPr/>
          </p:nvSpPr>
          <p:spPr>
            <a:xfrm>
              <a:off x="8648148" y="2405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7" name="pt57657"/>
            <p:cNvSpPr/>
            <p:nvPr/>
          </p:nvSpPr>
          <p:spPr>
            <a:xfrm>
              <a:off x="8958659" y="2306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8" name="pt57658"/>
            <p:cNvSpPr/>
            <p:nvPr/>
          </p:nvSpPr>
          <p:spPr>
            <a:xfrm>
              <a:off x="8817313" y="2018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9" name="pt57659"/>
            <p:cNvSpPr/>
            <p:nvPr/>
          </p:nvSpPr>
          <p:spPr>
            <a:xfrm>
              <a:off x="8964553" y="2266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0" name="pt57660"/>
            <p:cNvSpPr/>
            <p:nvPr/>
          </p:nvSpPr>
          <p:spPr>
            <a:xfrm>
              <a:off x="9002725" y="1684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1" name="pt57661"/>
            <p:cNvSpPr/>
            <p:nvPr/>
          </p:nvSpPr>
          <p:spPr>
            <a:xfrm>
              <a:off x="9147988" y="2045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2" name="pt57662"/>
            <p:cNvSpPr/>
            <p:nvPr/>
          </p:nvSpPr>
          <p:spPr>
            <a:xfrm>
              <a:off x="8398928" y="2288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3" name="pt57663"/>
            <p:cNvSpPr/>
            <p:nvPr/>
          </p:nvSpPr>
          <p:spPr>
            <a:xfrm>
              <a:off x="9363803" y="2170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4" name="pt57664"/>
            <p:cNvSpPr/>
            <p:nvPr/>
          </p:nvSpPr>
          <p:spPr>
            <a:xfrm>
              <a:off x="9069792" y="1848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5" name="pt57665"/>
            <p:cNvSpPr/>
            <p:nvPr/>
          </p:nvSpPr>
          <p:spPr>
            <a:xfrm>
              <a:off x="8713389" y="2200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6" name="pt57666"/>
            <p:cNvSpPr/>
            <p:nvPr/>
          </p:nvSpPr>
          <p:spPr>
            <a:xfrm>
              <a:off x="8954618" y="22939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7" name="pt57667"/>
            <p:cNvSpPr/>
            <p:nvPr/>
          </p:nvSpPr>
          <p:spPr>
            <a:xfrm>
              <a:off x="8439043" y="2256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8" name="pt57668"/>
            <p:cNvSpPr/>
            <p:nvPr/>
          </p:nvSpPr>
          <p:spPr>
            <a:xfrm>
              <a:off x="9040639" y="17046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9" name="pt57669"/>
            <p:cNvSpPr/>
            <p:nvPr/>
          </p:nvSpPr>
          <p:spPr>
            <a:xfrm>
              <a:off x="8817313" y="1970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0" name="pt57670"/>
            <p:cNvSpPr/>
            <p:nvPr/>
          </p:nvSpPr>
          <p:spPr>
            <a:xfrm>
              <a:off x="8471820" y="2496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1" name="pt57671"/>
            <p:cNvSpPr/>
            <p:nvPr/>
          </p:nvSpPr>
          <p:spPr>
            <a:xfrm>
              <a:off x="8803653" y="1996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2" name="pt57672"/>
            <p:cNvSpPr/>
            <p:nvPr/>
          </p:nvSpPr>
          <p:spPr>
            <a:xfrm>
              <a:off x="8742215" y="209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3" name="pt57673"/>
            <p:cNvSpPr/>
            <p:nvPr/>
          </p:nvSpPr>
          <p:spPr>
            <a:xfrm>
              <a:off x="8845651" y="1937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4" name="pt57674"/>
            <p:cNvSpPr/>
            <p:nvPr/>
          </p:nvSpPr>
          <p:spPr>
            <a:xfrm>
              <a:off x="9367540" y="1985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5" name="pt57675"/>
            <p:cNvSpPr/>
            <p:nvPr/>
          </p:nvSpPr>
          <p:spPr>
            <a:xfrm>
              <a:off x="8772758" y="2075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6" name="pt57676"/>
            <p:cNvSpPr/>
            <p:nvPr/>
          </p:nvSpPr>
          <p:spPr>
            <a:xfrm>
              <a:off x="8636546" y="2360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7" name="pt57677"/>
            <p:cNvSpPr/>
            <p:nvPr/>
          </p:nvSpPr>
          <p:spPr>
            <a:xfrm>
              <a:off x="8742215" y="2070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8" name="pt57678"/>
            <p:cNvSpPr/>
            <p:nvPr/>
          </p:nvSpPr>
          <p:spPr>
            <a:xfrm>
              <a:off x="8999571" y="1811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9" name="pt57679"/>
            <p:cNvSpPr/>
            <p:nvPr/>
          </p:nvSpPr>
          <p:spPr>
            <a:xfrm>
              <a:off x="9247994" y="1971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0" name="pt57680"/>
            <p:cNvSpPr/>
            <p:nvPr/>
          </p:nvSpPr>
          <p:spPr>
            <a:xfrm>
              <a:off x="8958659" y="2166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1" name="pt57681"/>
            <p:cNvSpPr/>
            <p:nvPr/>
          </p:nvSpPr>
          <p:spPr>
            <a:xfrm>
              <a:off x="8274318" y="2378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2" name="pt57682"/>
            <p:cNvSpPr/>
            <p:nvPr/>
          </p:nvSpPr>
          <p:spPr>
            <a:xfrm>
              <a:off x="8742215" y="2178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3" name="pt57683"/>
            <p:cNvSpPr/>
            <p:nvPr/>
          </p:nvSpPr>
          <p:spPr>
            <a:xfrm>
              <a:off x="9421909" y="1983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4" name="pt57684"/>
            <p:cNvSpPr/>
            <p:nvPr/>
          </p:nvSpPr>
          <p:spPr>
            <a:xfrm>
              <a:off x="9806800" y="2457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5" name="pt57685"/>
            <p:cNvSpPr/>
            <p:nvPr/>
          </p:nvSpPr>
          <p:spPr>
            <a:xfrm>
              <a:off x="8439043" y="2319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6" name="pt57686"/>
            <p:cNvSpPr/>
            <p:nvPr/>
          </p:nvSpPr>
          <p:spPr>
            <a:xfrm>
              <a:off x="8984651" y="1782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7" name="pt57687"/>
            <p:cNvSpPr/>
            <p:nvPr/>
          </p:nvSpPr>
          <p:spPr>
            <a:xfrm>
              <a:off x="9339588" y="2199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8" name="pt57688"/>
            <p:cNvSpPr/>
            <p:nvPr/>
          </p:nvSpPr>
          <p:spPr>
            <a:xfrm>
              <a:off x="9743490" y="1777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9" name="pt57689"/>
            <p:cNvSpPr/>
            <p:nvPr/>
          </p:nvSpPr>
          <p:spPr>
            <a:xfrm>
              <a:off x="8923469" y="1948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0" name="pt57690"/>
            <p:cNvSpPr/>
            <p:nvPr/>
          </p:nvSpPr>
          <p:spPr>
            <a:xfrm>
              <a:off x="9077174" y="1937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1" name="pt57691"/>
            <p:cNvSpPr/>
            <p:nvPr/>
          </p:nvSpPr>
          <p:spPr>
            <a:xfrm>
              <a:off x="9562976" y="22254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2" name="pt57692"/>
            <p:cNvSpPr/>
            <p:nvPr/>
          </p:nvSpPr>
          <p:spPr>
            <a:xfrm>
              <a:off x="8817313" y="1747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3" name="pt57693"/>
            <p:cNvSpPr/>
            <p:nvPr/>
          </p:nvSpPr>
          <p:spPr>
            <a:xfrm>
              <a:off x="8778290" y="2034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4" name="pt57694"/>
            <p:cNvSpPr/>
            <p:nvPr/>
          </p:nvSpPr>
          <p:spPr>
            <a:xfrm>
              <a:off x="8812874" y="2001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5" name="pt57695"/>
            <p:cNvSpPr/>
            <p:nvPr/>
          </p:nvSpPr>
          <p:spPr>
            <a:xfrm>
              <a:off x="8688264" y="1997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6" name="pt57696"/>
            <p:cNvSpPr/>
            <p:nvPr/>
          </p:nvSpPr>
          <p:spPr>
            <a:xfrm>
              <a:off x="8544712" y="2440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7" name="pt57697"/>
            <p:cNvSpPr/>
            <p:nvPr/>
          </p:nvSpPr>
          <p:spPr>
            <a:xfrm>
              <a:off x="8347210" y="2253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8" name="pt57698"/>
            <p:cNvSpPr/>
            <p:nvPr/>
          </p:nvSpPr>
          <p:spPr>
            <a:xfrm>
              <a:off x="9273294" y="1768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9" name="pt57699"/>
            <p:cNvSpPr/>
            <p:nvPr/>
          </p:nvSpPr>
          <p:spPr>
            <a:xfrm>
              <a:off x="8852989" y="1861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0" name="pt57700"/>
            <p:cNvSpPr/>
            <p:nvPr/>
          </p:nvSpPr>
          <p:spPr>
            <a:xfrm>
              <a:off x="9645731" y="2281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1" name="pt57701"/>
            <p:cNvSpPr/>
            <p:nvPr/>
          </p:nvSpPr>
          <p:spPr>
            <a:xfrm>
              <a:off x="9199706" y="2136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2" name="pt57702"/>
            <p:cNvSpPr/>
            <p:nvPr/>
          </p:nvSpPr>
          <p:spPr>
            <a:xfrm>
              <a:off x="8669323" y="2285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3" name="pt57703"/>
            <p:cNvSpPr/>
            <p:nvPr/>
          </p:nvSpPr>
          <p:spPr>
            <a:xfrm>
              <a:off x="8748753" y="2070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4" name="pt57704"/>
            <p:cNvSpPr/>
            <p:nvPr/>
          </p:nvSpPr>
          <p:spPr>
            <a:xfrm>
              <a:off x="9310188" y="2236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5" name="pt57705"/>
            <p:cNvSpPr/>
            <p:nvPr/>
          </p:nvSpPr>
          <p:spPr>
            <a:xfrm>
              <a:off x="8544712" y="2403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6" name="pt57706"/>
            <p:cNvSpPr/>
            <p:nvPr/>
          </p:nvSpPr>
          <p:spPr>
            <a:xfrm>
              <a:off x="8471820" y="2410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7" name="pt57707"/>
            <p:cNvSpPr/>
            <p:nvPr/>
          </p:nvSpPr>
          <p:spPr>
            <a:xfrm>
              <a:off x="8821645" y="2015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8" name="pt57708"/>
            <p:cNvSpPr/>
            <p:nvPr/>
          </p:nvSpPr>
          <p:spPr>
            <a:xfrm>
              <a:off x="9226820" y="1971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9" name="pt57709"/>
            <p:cNvSpPr/>
            <p:nvPr/>
          </p:nvSpPr>
          <p:spPr>
            <a:xfrm>
              <a:off x="8544712" y="24498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0" name="pt57710"/>
            <p:cNvSpPr/>
            <p:nvPr/>
          </p:nvSpPr>
          <p:spPr>
            <a:xfrm>
              <a:off x="8563654" y="21568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1" name="pt57711"/>
            <p:cNvSpPr/>
            <p:nvPr/>
          </p:nvSpPr>
          <p:spPr>
            <a:xfrm>
              <a:off x="8274318" y="2478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2" name="pt57712"/>
            <p:cNvSpPr/>
            <p:nvPr/>
          </p:nvSpPr>
          <p:spPr>
            <a:xfrm>
              <a:off x="9046860" y="2349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3" name="pt57713"/>
            <p:cNvSpPr/>
            <p:nvPr/>
          </p:nvSpPr>
          <p:spPr>
            <a:xfrm>
              <a:off x="8778290" y="2115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4" name="pt57714"/>
            <p:cNvSpPr/>
            <p:nvPr/>
          </p:nvSpPr>
          <p:spPr>
            <a:xfrm>
              <a:off x="9363383" y="1936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5" name="pt57715"/>
            <p:cNvSpPr/>
            <p:nvPr/>
          </p:nvSpPr>
          <p:spPr>
            <a:xfrm>
              <a:off x="9097658" y="1955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6" name="pt57716"/>
            <p:cNvSpPr/>
            <p:nvPr/>
          </p:nvSpPr>
          <p:spPr>
            <a:xfrm>
              <a:off x="9023378" y="1810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7" name="pt57717"/>
            <p:cNvSpPr/>
            <p:nvPr/>
          </p:nvSpPr>
          <p:spPr>
            <a:xfrm>
              <a:off x="8798858" y="1945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8" name="pt57718"/>
            <p:cNvSpPr/>
            <p:nvPr/>
          </p:nvSpPr>
          <p:spPr>
            <a:xfrm>
              <a:off x="8705398" y="2206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9" name="pt57719"/>
            <p:cNvSpPr/>
            <p:nvPr/>
          </p:nvSpPr>
          <p:spPr>
            <a:xfrm>
              <a:off x="8873363" y="2065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0" name="pt57720"/>
            <p:cNvSpPr/>
            <p:nvPr/>
          </p:nvSpPr>
          <p:spPr>
            <a:xfrm>
              <a:off x="8636546" y="2225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1" name="pt57721"/>
            <p:cNvSpPr/>
            <p:nvPr/>
          </p:nvSpPr>
          <p:spPr>
            <a:xfrm>
              <a:off x="9268724" y="1591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2" name="pt57722"/>
            <p:cNvSpPr/>
            <p:nvPr/>
          </p:nvSpPr>
          <p:spPr>
            <a:xfrm>
              <a:off x="9719466" y="2070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3" name="pt57723"/>
            <p:cNvSpPr/>
            <p:nvPr/>
          </p:nvSpPr>
          <p:spPr>
            <a:xfrm>
              <a:off x="9639141" y="2137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4" name="pt57724"/>
            <p:cNvSpPr/>
            <p:nvPr/>
          </p:nvSpPr>
          <p:spPr>
            <a:xfrm>
              <a:off x="9051686" y="2136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5" name="pt57725"/>
            <p:cNvSpPr/>
            <p:nvPr/>
          </p:nvSpPr>
          <p:spPr>
            <a:xfrm>
              <a:off x="9236019" y="2203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6" name="pt57726"/>
            <p:cNvSpPr/>
            <p:nvPr/>
          </p:nvSpPr>
          <p:spPr>
            <a:xfrm>
              <a:off x="9243545" y="2067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7" name="pt57727"/>
            <p:cNvSpPr/>
            <p:nvPr/>
          </p:nvSpPr>
          <p:spPr>
            <a:xfrm>
              <a:off x="9035502" y="1745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8" name="pt57728"/>
            <p:cNvSpPr/>
            <p:nvPr/>
          </p:nvSpPr>
          <p:spPr>
            <a:xfrm>
              <a:off x="8923469" y="1935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9" name="pt57729"/>
            <p:cNvSpPr/>
            <p:nvPr/>
          </p:nvSpPr>
          <p:spPr>
            <a:xfrm>
              <a:off x="8347210" y="2301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0" name="pt57730"/>
            <p:cNvSpPr/>
            <p:nvPr/>
          </p:nvSpPr>
          <p:spPr>
            <a:xfrm>
              <a:off x="9087220" y="1964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1" name="pt57731"/>
            <p:cNvSpPr/>
            <p:nvPr/>
          </p:nvSpPr>
          <p:spPr>
            <a:xfrm>
              <a:off x="8923469" y="18672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2" name="pt57732"/>
            <p:cNvSpPr/>
            <p:nvPr/>
          </p:nvSpPr>
          <p:spPr>
            <a:xfrm>
              <a:off x="9226820" y="189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3" name="pt57733"/>
            <p:cNvSpPr/>
            <p:nvPr/>
          </p:nvSpPr>
          <p:spPr>
            <a:xfrm>
              <a:off x="9644546" y="2287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4" name="pt57734"/>
            <p:cNvSpPr/>
            <p:nvPr/>
          </p:nvSpPr>
          <p:spPr>
            <a:xfrm>
              <a:off x="8742215" y="2133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5" name="pt57735"/>
            <p:cNvSpPr/>
            <p:nvPr/>
          </p:nvSpPr>
          <p:spPr>
            <a:xfrm>
              <a:off x="8523538" y="2431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6" name="pt57736"/>
            <p:cNvSpPr/>
            <p:nvPr/>
          </p:nvSpPr>
          <p:spPr>
            <a:xfrm>
              <a:off x="8648148" y="2270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7" name="pt57737"/>
            <p:cNvSpPr/>
            <p:nvPr/>
          </p:nvSpPr>
          <p:spPr>
            <a:xfrm>
              <a:off x="8834048" y="1972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8" name="pt57738"/>
            <p:cNvSpPr/>
            <p:nvPr/>
          </p:nvSpPr>
          <p:spPr>
            <a:xfrm>
              <a:off x="8610820" y="2133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9" name="pt57739"/>
            <p:cNvSpPr/>
            <p:nvPr/>
          </p:nvSpPr>
          <p:spPr>
            <a:xfrm>
              <a:off x="9101309" y="2035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0" name="pt57740"/>
            <p:cNvSpPr/>
            <p:nvPr/>
          </p:nvSpPr>
          <p:spPr>
            <a:xfrm>
              <a:off x="9070866" y="1765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1" name="pt57741"/>
            <p:cNvSpPr/>
            <p:nvPr/>
          </p:nvSpPr>
          <p:spPr>
            <a:xfrm>
              <a:off x="9421909" y="1766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2" name="pt57742"/>
            <p:cNvSpPr/>
            <p:nvPr/>
          </p:nvSpPr>
          <p:spPr>
            <a:xfrm>
              <a:off x="9075096" y="1938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3" name="pt57743"/>
            <p:cNvSpPr/>
            <p:nvPr/>
          </p:nvSpPr>
          <p:spPr>
            <a:xfrm>
              <a:off x="9614018" y="2232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4" name="pt57744"/>
            <p:cNvSpPr/>
            <p:nvPr/>
          </p:nvSpPr>
          <p:spPr>
            <a:xfrm>
              <a:off x="8596430" y="2279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5" name="pt57745"/>
            <p:cNvSpPr/>
            <p:nvPr/>
          </p:nvSpPr>
          <p:spPr>
            <a:xfrm>
              <a:off x="9210359" y="1879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6" name="pt57746"/>
            <p:cNvSpPr/>
            <p:nvPr/>
          </p:nvSpPr>
          <p:spPr>
            <a:xfrm>
              <a:off x="9203327" y="1881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7" name="pt57747"/>
            <p:cNvSpPr/>
            <p:nvPr/>
          </p:nvSpPr>
          <p:spPr>
            <a:xfrm>
              <a:off x="8596430" y="2241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8" name="pt57748"/>
            <p:cNvSpPr/>
            <p:nvPr/>
          </p:nvSpPr>
          <p:spPr>
            <a:xfrm>
              <a:off x="8863465" y="2147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9" name="pt57749"/>
            <p:cNvSpPr/>
            <p:nvPr/>
          </p:nvSpPr>
          <p:spPr>
            <a:xfrm>
              <a:off x="8274318" y="2393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0" name="pt57750"/>
            <p:cNvSpPr/>
            <p:nvPr/>
          </p:nvSpPr>
          <p:spPr>
            <a:xfrm>
              <a:off x="9095805" y="1689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1" name="pt57751"/>
            <p:cNvSpPr/>
            <p:nvPr/>
          </p:nvSpPr>
          <p:spPr>
            <a:xfrm>
              <a:off x="8398928" y="2422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2" name="pt57752"/>
            <p:cNvSpPr/>
            <p:nvPr/>
          </p:nvSpPr>
          <p:spPr>
            <a:xfrm>
              <a:off x="8274318" y="2664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3" name="pt57753"/>
            <p:cNvSpPr/>
            <p:nvPr/>
          </p:nvSpPr>
          <p:spPr>
            <a:xfrm>
              <a:off x="9034195" y="1800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4" name="pt57754"/>
            <p:cNvSpPr/>
            <p:nvPr/>
          </p:nvSpPr>
          <p:spPr>
            <a:xfrm>
              <a:off x="9096734" y="1761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5" name="pt57755"/>
            <p:cNvSpPr/>
            <p:nvPr/>
          </p:nvSpPr>
          <p:spPr>
            <a:xfrm>
              <a:off x="9099493" y="2106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6" name="pt57756"/>
            <p:cNvSpPr/>
            <p:nvPr/>
          </p:nvSpPr>
          <p:spPr>
            <a:xfrm>
              <a:off x="9046860" y="2288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7" name="pt57757"/>
            <p:cNvSpPr/>
            <p:nvPr/>
          </p:nvSpPr>
          <p:spPr>
            <a:xfrm>
              <a:off x="9295774" y="1930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8" name="pt57758"/>
            <p:cNvSpPr/>
            <p:nvPr/>
          </p:nvSpPr>
          <p:spPr>
            <a:xfrm>
              <a:off x="8863465" y="2158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9" name="pt57759"/>
            <p:cNvSpPr/>
            <p:nvPr/>
          </p:nvSpPr>
          <p:spPr>
            <a:xfrm>
              <a:off x="8610820" y="2194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0" name="pt57760"/>
            <p:cNvSpPr/>
            <p:nvPr/>
          </p:nvSpPr>
          <p:spPr>
            <a:xfrm>
              <a:off x="9031551" y="16516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1" name="pt57761"/>
            <p:cNvSpPr/>
            <p:nvPr/>
          </p:nvSpPr>
          <p:spPr>
            <a:xfrm>
              <a:off x="8439043" y="2226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2" name="pt57762"/>
            <p:cNvSpPr/>
            <p:nvPr/>
          </p:nvSpPr>
          <p:spPr>
            <a:xfrm>
              <a:off x="8648148" y="2372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3" name="pt57763"/>
            <p:cNvSpPr/>
            <p:nvPr/>
          </p:nvSpPr>
          <p:spPr>
            <a:xfrm>
              <a:off x="8888738" y="2030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4" name="pt57764"/>
            <p:cNvSpPr/>
            <p:nvPr/>
          </p:nvSpPr>
          <p:spPr>
            <a:xfrm>
              <a:off x="8834048" y="1915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5" name="pt57765"/>
            <p:cNvSpPr/>
            <p:nvPr/>
          </p:nvSpPr>
          <p:spPr>
            <a:xfrm>
              <a:off x="9439678" y="1848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6" name="pt57766"/>
            <p:cNvSpPr/>
            <p:nvPr/>
          </p:nvSpPr>
          <p:spPr>
            <a:xfrm>
              <a:off x="8876545" y="1743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7" name="pt57767"/>
            <p:cNvSpPr/>
            <p:nvPr/>
          </p:nvSpPr>
          <p:spPr>
            <a:xfrm>
              <a:off x="8563654" y="2073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8" name="pt57768"/>
            <p:cNvSpPr/>
            <p:nvPr/>
          </p:nvSpPr>
          <p:spPr>
            <a:xfrm>
              <a:off x="8347210" y="221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9" name="pt57769"/>
            <p:cNvSpPr/>
            <p:nvPr/>
          </p:nvSpPr>
          <p:spPr>
            <a:xfrm>
              <a:off x="9707347" y="1744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0" name="pt57770"/>
            <p:cNvSpPr/>
            <p:nvPr/>
          </p:nvSpPr>
          <p:spPr>
            <a:xfrm>
              <a:off x="9285373" y="1969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1" name="pt57771"/>
            <p:cNvSpPr/>
            <p:nvPr/>
          </p:nvSpPr>
          <p:spPr>
            <a:xfrm>
              <a:off x="8937484" y="2036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2" name="pt57772"/>
            <p:cNvSpPr/>
            <p:nvPr/>
          </p:nvSpPr>
          <p:spPr>
            <a:xfrm>
              <a:off x="8939717" y="2074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3" name="pt57773"/>
            <p:cNvSpPr/>
            <p:nvPr/>
          </p:nvSpPr>
          <p:spPr>
            <a:xfrm>
              <a:off x="9074048" y="2063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4" name="pt57774"/>
            <p:cNvSpPr/>
            <p:nvPr/>
          </p:nvSpPr>
          <p:spPr>
            <a:xfrm>
              <a:off x="8913479" y="180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5" name="pt57775"/>
            <p:cNvSpPr/>
            <p:nvPr/>
          </p:nvSpPr>
          <p:spPr>
            <a:xfrm>
              <a:off x="8274318" y="2535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6" name="pt57776"/>
            <p:cNvSpPr/>
            <p:nvPr/>
          </p:nvSpPr>
          <p:spPr>
            <a:xfrm>
              <a:off x="8659047" y="2318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7" name="pt57777"/>
            <p:cNvSpPr/>
            <p:nvPr/>
          </p:nvSpPr>
          <p:spPr>
            <a:xfrm>
              <a:off x="8891661" y="2128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8" name="pt57778"/>
            <p:cNvSpPr/>
            <p:nvPr/>
          </p:nvSpPr>
          <p:spPr>
            <a:xfrm>
              <a:off x="9074048" y="1869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9" name="pt57779"/>
            <p:cNvSpPr/>
            <p:nvPr/>
          </p:nvSpPr>
          <p:spPr>
            <a:xfrm>
              <a:off x="8863465" y="2053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0" name="pt57780"/>
            <p:cNvSpPr/>
            <p:nvPr/>
          </p:nvSpPr>
          <p:spPr>
            <a:xfrm>
              <a:off x="8838000" y="2101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1" name="pt57781"/>
            <p:cNvSpPr/>
            <p:nvPr/>
          </p:nvSpPr>
          <p:spPr>
            <a:xfrm>
              <a:off x="9181576" y="1913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2" name="pt57782"/>
            <p:cNvSpPr/>
            <p:nvPr/>
          </p:nvSpPr>
          <p:spPr>
            <a:xfrm>
              <a:off x="8274318" y="1897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3" name="pt57783"/>
            <p:cNvSpPr/>
            <p:nvPr/>
          </p:nvSpPr>
          <p:spPr>
            <a:xfrm>
              <a:off x="8882745" y="2009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4" name="pt57784"/>
            <p:cNvSpPr/>
            <p:nvPr/>
          </p:nvSpPr>
          <p:spPr>
            <a:xfrm>
              <a:off x="9090127" y="1862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5" name="pt57785"/>
            <p:cNvSpPr/>
            <p:nvPr/>
          </p:nvSpPr>
          <p:spPr>
            <a:xfrm>
              <a:off x="8879672" y="18635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6" name="pt57786"/>
            <p:cNvSpPr/>
            <p:nvPr/>
          </p:nvSpPr>
          <p:spPr>
            <a:xfrm>
              <a:off x="8596430" y="2304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7" name="pt57787"/>
            <p:cNvSpPr/>
            <p:nvPr/>
          </p:nvSpPr>
          <p:spPr>
            <a:xfrm>
              <a:off x="8999571" y="1836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8" name="pt57788"/>
            <p:cNvSpPr/>
            <p:nvPr/>
          </p:nvSpPr>
          <p:spPr>
            <a:xfrm>
              <a:off x="8274318" y="2553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9" name="pt57789"/>
            <p:cNvSpPr/>
            <p:nvPr/>
          </p:nvSpPr>
          <p:spPr>
            <a:xfrm>
              <a:off x="8812874" y="1965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0" name="pt57790"/>
            <p:cNvSpPr/>
            <p:nvPr/>
          </p:nvSpPr>
          <p:spPr>
            <a:xfrm>
              <a:off x="9439678" y="1944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1" name="pt57791"/>
            <p:cNvSpPr/>
            <p:nvPr/>
          </p:nvSpPr>
          <p:spPr>
            <a:xfrm>
              <a:off x="8821645" y="2116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2" name="pt57792"/>
            <p:cNvSpPr/>
            <p:nvPr/>
          </p:nvSpPr>
          <p:spPr>
            <a:xfrm>
              <a:off x="8471820" y="2393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3" name="pt57793"/>
            <p:cNvSpPr/>
            <p:nvPr/>
          </p:nvSpPr>
          <p:spPr>
            <a:xfrm>
              <a:off x="8863465" y="2166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4" name="pt57794"/>
            <p:cNvSpPr/>
            <p:nvPr/>
          </p:nvSpPr>
          <p:spPr>
            <a:xfrm>
              <a:off x="8274318" y="2507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5" name="pt57795"/>
            <p:cNvSpPr/>
            <p:nvPr/>
          </p:nvSpPr>
          <p:spPr>
            <a:xfrm>
              <a:off x="8471820" y="2409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6" name="pt57796"/>
            <p:cNvSpPr/>
            <p:nvPr/>
          </p:nvSpPr>
          <p:spPr>
            <a:xfrm>
              <a:off x="8923469" y="1907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7" name="pt57797"/>
            <p:cNvSpPr/>
            <p:nvPr/>
          </p:nvSpPr>
          <p:spPr>
            <a:xfrm>
              <a:off x="9639141" y="2087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8" name="pt57798"/>
            <p:cNvSpPr/>
            <p:nvPr/>
          </p:nvSpPr>
          <p:spPr>
            <a:xfrm>
              <a:off x="8888738" y="2147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9" name="pt57799"/>
            <p:cNvSpPr/>
            <p:nvPr/>
          </p:nvSpPr>
          <p:spPr>
            <a:xfrm>
              <a:off x="8274318" y="2365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0" name="pt57800"/>
            <p:cNvSpPr/>
            <p:nvPr/>
          </p:nvSpPr>
          <p:spPr>
            <a:xfrm>
              <a:off x="8610820" y="2164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1" name="pt57801"/>
            <p:cNvSpPr/>
            <p:nvPr/>
          </p:nvSpPr>
          <p:spPr>
            <a:xfrm>
              <a:off x="8866825" y="2161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2" name="pt57802"/>
            <p:cNvSpPr/>
            <p:nvPr/>
          </p:nvSpPr>
          <p:spPr>
            <a:xfrm>
              <a:off x="8852989" y="1885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3" name="pt57803"/>
            <p:cNvSpPr/>
            <p:nvPr/>
          </p:nvSpPr>
          <p:spPr>
            <a:xfrm>
              <a:off x="9066533" y="18537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4" name="pt57804"/>
            <p:cNvSpPr/>
            <p:nvPr/>
          </p:nvSpPr>
          <p:spPr>
            <a:xfrm>
              <a:off x="8721041" y="1877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5" name="pt57805"/>
            <p:cNvSpPr/>
            <p:nvPr/>
          </p:nvSpPr>
          <p:spPr>
            <a:xfrm>
              <a:off x="9028868" y="1835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6" name="pt57806"/>
            <p:cNvSpPr/>
            <p:nvPr/>
          </p:nvSpPr>
          <p:spPr>
            <a:xfrm>
              <a:off x="9187265" y="20556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7" name="pt57807"/>
            <p:cNvSpPr/>
            <p:nvPr/>
          </p:nvSpPr>
          <p:spPr>
            <a:xfrm>
              <a:off x="8563654" y="20644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8" name="pt57808"/>
            <p:cNvSpPr/>
            <p:nvPr/>
          </p:nvSpPr>
          <p:spPr>
            <a:xfrm>
              <a:off x="9086240" y="1910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9" name="pt57809"/>
            <p:cNvSpPr/>
            <p:nvPr/>
          </p:nvSpPr>
          <p:spPr>
            <a:xfrm>
              <a:off x="8956650" y="2274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0" name="pt57810"/>
            <p:cNvSpPr/>
            <p:nvPr/>
          </p:nvSpPr>
          <p:spPr>
            <a:xfrm>
              <a:off x="8439043" y="2187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1" name="pt57811"/>
            <p:cNvSpPr/>
            <p:nvPr/>
          </p:nvSpPr>
          <p:spPr>
            <a:xfrm>
              <a:off x="8803653" y="2041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2" name="pt57812"/>
            <p:cNvSpPr/>
            <p:nvPr/>
          </p:nvSpPr>
          <p:spPr>
            <a:xfrm>
              <a:off x="9294237" y="1889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3" name="pt57813"/>
            <p:cNvSpPr/>
            <p:nvPr/>
          </p:nvSpPr>
          <p:spPr>
            <a:xfrm>
              <a:off x="9247994" y="2044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4" name="pt57814"/>
            <p:cNvSpPr/>
            <p:nvPr/>
          </p:nvSpPr>
          <p:spPr>
            <a:xfrm>
              <a:off x="8913479" y="1731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5" name="pt57815"/>
            <p:cNvSpPr/>
            <p:nvPr/>
          </p:nvSpPr>
          <p:spPr>
            <a:xfrm>
              <a:off x="9488519" y="2591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6" name="pt57816"/>
            <p:cNvSpPr/>
            <p:nvPr/>
          </p:nvSpPr>
          <p:spPr>
            <a:xfrm>
              <a:off x="8954618" y="2273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7" name="pt57817"/>
            <p:cNvSpPr/>
            <p:nvPr/>
          </p:nvSpPr>
          <p:spPr>
            <a:xfrm>
              <a:off x="8471820" y="2412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8" name="pt57818"/>
            <p:cNvSpPr/>
            <p:nvPr/>
          </p:nvSpPr>
          <p:spPr>
            <a:xfrm>
              <a:off x="8610820" y="1850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9" name="pt57819"/>
            <p:cNvSpPr/>
            <p:nvPr/>
          </p:nvSpPr>
          <p:spPr>
            <a:xfrm>
              <a:off x="9034195" y="1683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0" name="pt57820"/>
            <p:cNvSpPr/>
            <p:nvPr/>
          </p:nvSpPr>
          <p:spPr>
            <a:xfrm>
              <a:off x="8941923" y="1990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1" name="pt57821"/>
            <p:cNvSpPr/>
            <p:nvPr/>
          </p:nvSpPr>
          <p:spPr>
            <a:xfrm>
              <a:off x="8849358" y="2163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2" name="pt57822"/>
            <p:cNvSpPr/>
            <p:nvPr/>
          </p:nvSpPr>
          <p:spPr>
            <a:xfrm>
              <a:off x="9285697" y="1794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3" name="pt57823"/>
            <p:cNvSpPr/>
            <p:nvPr/>
          </p:nvSpPr>
          <p:spPr>
            <a:xfrm>
              <a:off x="9120160" y="2055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4" name="pt57824"/>
            <p:cNvSpPr/>
            <p:nvPr/>
          </p:nvSpPr>
          <p:spPr>
            <a:xfrm>
              <a:off x="8958659" y="2227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5" name="pt57825"/>
            <p:cNvSpPr/>
            <p:nvPr/>
          </p:nvSpPr>
          <p:spPr>
            <a:xfrm>
              <a:off x="9171470" y="19063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6" name="pt57826"/>
            <p:cNvSpPr/>
            <p:nvPr/>
          </p:nvSpPr>
          <p:spPr>
            <a:xfrm>
              <a:off x="8772758" y="2041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7" name="pt57827"/>
            <p:cNvSpPr/>
            <p:nvPr/>
          </p:nvSpPr>
          <p:spPr>
            <a:xfrm>
              <a:off x="9191144" y="2084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8" name="pt57828"/>
            <p:cNvSpPr/>
            <p:nvPr/>
          </p:nvSpPr>
          <p:spPr>
            <a:xfrm>
              <a:off x="9243545" y="2165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9" name="pt57829"/>
            <p:cNvSpPr/>
            <p:nvPr/>
          </p:nvSpPr>
          <p:spPr>
            <a:xfrm>
              <a:off x="9074048" y="1932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0" name="pt57830"/>
            <p:cNvSpPr/>
            <p:nvPr/>
          </p:nvSpPr>
          <p:spPr>
            <a:xfrm>
              <a:off x="9585294" y="2298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1" name="pt57831"/>
            <p:cNvSpPr/>
            <p:nvPr/>
          </p:nvSpPr>
          <p:spPr>
            <a:xfrm>
              <a:off x="9247994" y="2038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2" name="pt57832"/>
            <p:cNvSpPr/>
            <p:nvPr/>
          </p:nvSpPr>
          <p:spPr>
            <a:xfrm>
              <a:off x="9211830" y="1898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3" name="pt57833"/>
            <p:cNvSpPr/>
            <p:nvPr/>
          </p:nvSpPr>
          <p:spPr>
            <a:xfrm>
              <a:off x="8439043" y="2459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4" name="pt57834"/>
            <p:cNvSpPr/>
            <p:nvPr/>
          </p:nvSpPr>
          <p:spPr>
            <a:xfrm>
              <a:off x="8274318" y="1996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5" name="pt57835"/>
            <p:cNvSpPr/>
            <p:nvPr/>
          </p:nvSpPr>
          <p:spPr>
            <a:xfrm>
              <a:off x="9644062" y="2155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6" name="pt57836"/>
            <p:cNvSpPr/>
            <p:nvPr/>
          </p:nvSpPr>
          <p:spPr>
            <a:xfrm>
              <a:off x="9876105" y="2746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7" name="pt57837"/>
            <p:cNvSpPr/>
            <p:nvPr/>
          </p:nvSpPr>
          <p:spPr>
            <a:xfrm>
              <a:off x="8748753" y="2092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8" name="pt57838"/>
            <p:cNvSpPr/>
            <p:nvPr/>
          </p:nvSpPr>
          <p:spPr>
            <a:xfrm>
              <a:off x="8849358" y="1924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9" name="pt57839"/>
            <p:cNvSpPr/>
            <p:nvPr/>
          </p:nvSpPr>
          <p:spPr>
            <a:xfrm>
              <a:off x="8803653" y="2191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0" name="pt57840"/>
            <p:cNvSpPr/>
            <p:nvPr/>
          </p:nvSpPr>
          <p:spPr>
            <a:xfrm>
              <a:off x="8937484" y="2016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1" name="pt57841"/>
            <p:cNvSpPr/>
            <p:nvPr/>
          </p:nvSpPr>
          <p:spPr>
            <a:xfrm>
              <a:off x="8471820" y="2430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2" name="pt57842"/>
            <p:cNvSpPr/>
            <p:nvPr/>
          </p:nvSpPr>
          <p:spPr>
            <a:xfrm>
              <a:off x="8274318" y="2411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3" name="pt57843"/>
            <p:cNvSpPr/>
            <p:nvPr/>
          </p:nvSpPr>
          <p:spPr>
            <a:xfrm>
              <a:off x="8954618" y="2279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4" name="pt57844"/>
            <p:cNvSpPr/>
            <p:nvPr/>
          </p:nvSpPr>
          <p:spPr>
            <a:xfrm>
              <a:off x="9089164" y="1679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5" name="pt57845"/>
            <p:cNvSpPr/>
            <p:nvPr/>
          </p:nvSpPr>
          <p:spPr>
            <a:xfrm>
              <a:off x="9339588" y="2054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6" name="pt57846"/>
            <p:cNvSpPr/>
            <p:nvPr/>
          </p:nvSpPr>
          <p:spPr>
            <a:xfrm>
              <a:off x="8952564" y="2150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7" name="pt57847"/>
            <p:cNvSpPr/>
            <p:nvPr/>
          </p:nvSpPr>
          <p:spPr>
            <a:xfrm>
              <a:off x="9421909" y="1819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8" name="pt57848"/>
            <p:cNvSpPr/>
            <p:nvPr/>
          </p:nvSpPr>
          <p:spPr>
            <a:xfrm>
              <a:off x="8688264" y="2308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9" name="pt57849"/>
            <p:cNvSpPr/>
            <p:nvPr/>
          </p:nvSpPr>
          <p:spPr>
            <a:xfrm>
              <a:off x="9563530" y="24471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0" name="pt57850"/>
            <p:cNvSpPr/>
            <p:nvPr/>
          </p:nvSpPr>
          <p:spPr>
            <a:xfrm>
              <a:off x="8596430" y="2384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1" name="pt57851"/>
            <p:cNvSpPr/>
            <p:nvPr/>
          </p:nvSpPr>
          <p:spPr>
            <a:xfrm>
              <a:off x="8941923" y="1999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2" name="pt57852"/>
            <p:cNvSpPr/>
            <p:nvPr/>
          </p:nvSpPr>
          <p:spPr>
            <a:xfrm>
              <a:off x="8798858" y="1954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3" name="pt57853"/>
            <p:cNvSpPr/>
            <p:nvPr/>
          </p:nvSpPr>
          <p:spPr>
            <a:xfrm>
              <a:off x="9023378" y="18105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4" name="pt57854"/>
            <p:cNvSpPr/>
            <p:nvPr/>
          </p:nvSpPr>
          <p:spPr>
            <a:xfrm>
              <a:off x="8274318" y="2392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5" name="pt57855"/>
            <p:cNvSpPr/>
            <p:nvPr/>
          </p:nvSpPr>
          <p:spPr>
            <a:xfrm>
              <a:off x="8778290" y="1963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6" name="pt57856"/>
            <p:cNvSpPr/>
            <p:nvPr/>
          </p:nvSpPr>
          <p:spPr>
            <a:xfrm>
              <a:off x="9152801" y="1998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7" name="pt57857"/>
            <p:cNvSpPr/>
            <p:nvPr/>
          </p:nvSpPr>
          <p:spPr>
            <a:xfrm>
              <a:off x="8950486" y="20919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8" name="pt57858"/>
            <p:cNvSpPr/>
            <p:nvPr/>
          </p:nvSpPr>
          <p:spPr>
            <a:xfrm>
              <a:off x="8999571" y="1791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9" name="pt57859"/>
            <p:cNvSpPr/>
            <p:nvPr/>
          </p:nvSpPr>
          <p:spPr>
            <a:xfrm>
              <a:off x="8523538" y="2389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0" name="pt57860"/>
            <p:cNvSpPr/>
            <p:nvPr/>
          </p:nvSpPr>
          <p:spPr>
            <a:xfrm>
              <a:off x="9334969" y="2081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1" name="pt57861"/>
            <p:cNvSpPr/>
            <p:nvPr/>
          </p:nvSpPr>
          <p:spPr>
            <a:xfrm>
              <a:off x="9043153" y="1737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2" name="pt57862"/>
            <p:cNvSpPr/>
            <p:nvPr/>
          </p:nvSpPr>
          <p:spPr>
            <a:xfrm>
              <a:off x="8852989" y="18330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3" name="pt57863"/>
            <p:cNvSpPr/>
            <p:nvPr/>
          </p:nvSpPr>
          <p:spPr>
            <a:xfrm>
              <a:off x="8624143" y="2429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4" name="pt57864"/>
            <p:cNvSpPr/>
            <p:nvPr/>
          </p:nvSpPr>
          <p:spPr>
            <a:xfrm>
              <a:off x="8973968" y="1934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5" name="pt57865"/>
            <p:cNvSpPr/>
            <p:nvPr/>
          </p:nvSpPr>
          <p:spPr>
            <a:xfrm>
              <a:off x="8932933" y="192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6" name="pt57866"/>
            <p:cNvSpPr/>
            <p:nvPr/>
          </p:nvSpPr>
          <p:spPr>
            <a:xfrm>
              <a:off x="8523538" y="2492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7" name="pt57867"/>
            <p:cNvSpPr/>
            <p:nvPr/>
          </p:nvSpPr>
          <p:spPr>
            <a:xfrm>
              <a:off x="8902901" y="2082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8" name="pt57868"/>
            <p:cNvSpPr/>
            <p:nvPr/>
          </p:nvSpPr>
          <p:spPr>
            <a:xfrm>
              <a:off x="9594013" y="2215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9" name="pt57869"/>
            <p:cNvSpPr/>
            <p:nvPr/>
          </p:nvSpPr>
          <p:spPr>
            <a:xfrm>
              <a:off x="9211830" y="1758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0" name="pt57870"/>
            <p:cNvSpPr/>
            <p:nvPr/>
          </p:nvSpPr>
          <p:spPr>
            <a:xfrm>
              <a:off x="8439043" y="2316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1" name="pt57871"/>
            <p:cNvSpPr/>
            <p:nvPr/>
          </p:nvSpPr>
          <p:spPr>
            <a:xfrm>
              <a:off x="8803653" y="2303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2" name="pt57872"/>
            <p:cNvSpPr/>
            <p:nvPr/>
          </p:nvSpPr>
          <p:spPr>
            <a:xfrm>
              <a:off x="8688264" y="2269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3" name="pt57873"/>
            <p:cNvSpPr/>
            <p:nvPr/>
          </p:nvSpPr>
          <p:spPr>
            <a:xfrm>
              <a:off x="8923469" y="193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4" name="pt57874"/>
            <p:cNvSpPr/>
            <p:nvPr/>
          </p:nvSpPr>
          <p:spPr>
            <a:xfrm>
              <a:off x="8910892" y="2124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5" name="pt57875"/>
            <p:cNvSpPr/>
            <p:nvPr/>
          </p:nvSpPr>
          <p:spPr>
            <a:xfrm>
              <a:off x="9877988" y="2680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6" name="pt57876"/>
            <p:cNvSpPr/>
            <p:nvPr/>
          </p:nvSpPr>
          <p:spPr>
            <a:xfrm>
              <a:off x="9120160" y="1998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7" name="pt57877"/>
            <p:cNvSpPr/>
            <p:nvPr/>
          </p:nvSpPr>
          <p:spPr>
            <a:xfrm>
              <a:off x="9023378" y="19092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8" name="pt57878"/>
            <p:cNvSpPr/>
            <p:nvPr/>
          </p:nvSpPr>
          <p:spPr>
            <a:xfrm>
              <a:off x="8997973" y="1783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9" name="pt57879"/>
            <p:cNvSpPr/>
            <p:nvPr/>
          </p:nvSpPr>
          <p:spPr>
            <a:xfrm>
              <a:off x="9200228" y="1779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0" name="pt57880"/>
            <p:cNvSpPr/>
            <p:nvPr/>
          </p:nvSpPr>
          <p:spPr>
            <a:xfrm>
              <a:off x="8624143" y="2510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1" name="pt57881"/>
            <p:cNvSpPr/>
            <p:nvPr/>
          </p:nvSpPr>
          <p:spPr>
            <a:xfrm>
              <a:off x="8932933" y="1866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2" name="pt57882"/>
            <p:cNvSpPr/>
            <p:nvPr/>
          </p:nvSpPr>
          <p:spPr>
            <a:xfrm>
              <a:off x="9351205" y="2158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3" name="pt57883"/>
            <p:cNvSpPr/>
            <p:nvPr/>
          </p:nvSpPr>
          <p:spPr>
            <a:xfrm>
              <a:off x="8471820" y="2398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4" name="pt57884"/>
            <p:cNvSpPr/>
            <p:nvPr/>
          </p:nvSpPr>
          <p:spPr>
            <a:xfrm>
              <a:off x="9258470" y="2038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5" name="pt57885"/>
            <p:cNvSpPr/>
            <p:nvPr/>
          </p:nvSpPr>
          <p:spPr>
            <a:xfrm>
              <a:off x="8636546" y="2233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6" name="pt57886"/>
            <p:cNvSpPr/>
            <p:nvPr/>
          </p:nvSpPr>
          <p:spPr>
            <a:xfrm>
              <a:off x="9074048" y="1833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7" name="pt57887"/>
            <p:cNvSpPr/>
            <p:nvPr/>
          </p:nvSpPr>
          <p:spPr>
            <a:xfrm>
              <a:off x="8788868" y="20439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8" name="pt57888"/>
            <p:cNvSpPr/>
            <p:nvPr/>
          </p:nvSpPr>
          <p:spPr>
            <a:xfrm>
              <a:off x="8812874" y="2149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9" name="pt57889"/>
            <p:cNvSpPr/>
            <p:nvPr/>
          </p:nvSpPr>
          <p:spPr>
            <a:xfrm>
              <a:off x="9334969" y="2093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0" name="pt57890"/>
            <p:cNvSpPr/>
            <p:nvPr/>
          </p:nvSpPr>
          <p:spPr>
            <a:xfrm>
              <a:off x="8648148" y="2444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1" name="pt57891"/>
            <p:cNvSpPr/>
            <p:nvPr/>
          </p:nvSpPr>
          <p:spPr>
            <a:xfrm>
              <a:off x="8923469" y="1911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2" name="pt57892"/>
            <p:cNvSpPr/>
            <p:nvPr/>
          </p:nvSpPr>
          <p:spPr>
            <a:xfrm>
              <a:off x="8624143" y="2314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3" name="pt57893"/>
            <p:cNvSpPr/>
            <p:nvPr/>
          </p:nvSpPr>
          <p:spPr>
            <a:xfrm>
              <a:off x="9043153" y="166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4" name="pt57894"/>
            <p:cNvSpPr/>
            <p:nvPr/>
          </p:nvSpPr>
          <p:spPr>
            <a:xfrm>
              <a:off x="8755061" y="2162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5" name="pt57895"/>
            <p:cNvSpPr/>
            <p:nvPr/>
          </p:nvSpPr>
          <p:spPr>
            <a:xfrm>
              <a:off x="9200228" y="1853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6" name="pt57896"/>
            <p:cNvSpPr/>
            <p:nvPr/>
          </p:nvSpPr>
          <p:spPr>
            <a:xfrm>
              <a:off x="9422061" y="1873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7" name="pt57897"/>
            <p:cNvSpPr/>
            <p:nvPr/>
          </p:nvSpPr>
          <p:spPr>
            <a:xfrm>
              <a:off x="8803653" y="2045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8" name="pt57898"/>
            <p:cNvSpPr/>
            <p:nvPr/>
          </p:nvSpPr>
          <p:spPr>
            <a:xfrm>
              <a:off x="8610820" y="2067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9" name="pt57899"/>
            <p:cNvSpPr/>
            <p:nvPr/>
          </p:nvSpPr>
          <p:spPr>
            <a:xfrm>
              <a:off x="8624143" y="2440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0" name="pt57900"/>
            <p:cNvSpPr/>
            <p:nvPr/>
          </p:nvSpPr>
          <p:spPr>
            <a:xfrm>
              <a:off x="8783657" y="22437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1" name="pt57901"/>
            <p:cNvSpPr/>
            <p:nvPr/>
          </p:nvSpPr>
          <p:spPr>
            <a:xfrm>
              <a:off x="8742215" y="2008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2" name="pt57902"/>
            <p:cNvSpPr/>
            <p:nvPr/>
          </p:nvSpPr>
          <p:spPr>
            <a:xfrm>
              <a:off x="8821645" y="2035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3" name="pt57903"/>
            <p:cNvSpPr/>
            <p:nvPr/>
          </p:nvSpPr>
          <p:spPr>
            <a:xfrm>
              <a:off x="9544151" y="2288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4" name="pt57904"/>
            <p:cNvSpPr/>
            <p:nvPr/>
          </p:nvSpPr>
          <p:spPr>
            <a:xfrm>
              <a:off x="9211830" y="1758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5" name="pt57905"/>
            <p:cNvSpPr/>
            <p:nvPr/>
          </p:nvSpPr>
          <p:spPr>
            <a:xfrm>
              <a:off x="9437742" y="1978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6" name="pt57906"/>
            <p:cNvSpPr/>
            <p:nvPr/>
          </p:nvSpPr>
          <p:spPr>
            <a:xfrm>
              <a:off x="8788868" y="2035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7" name="pt57907"/>
            <p:cNvSpPr/>
            <p:nvPr/>
          </p:nvSpPr>
          <p:spPr>
            <a:xfrm>
              <a:off x="9334476" y="2025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8" name="pt57908"/>
            <p:cNvSpPr/>
            <p:nvPr/>
          </p:nvSpPr>
          <p:spPr>
            <a:xfrm>
              <a:off x="8636546" y="2205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9" name="pt57909"/>
            <p:cNvSpPr/>
            <p:nvPr/>
          </p:nvSpPr>
          <p:spPr>
            <a:xfrm>
              <a:off x="9108394" y="1951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0" name="pt57910"/>
            <p:cNvSpPr/>
            <p:nvPr/>
          </p:nvSpPr>
          <p:spPr>
            <a:xfrm>
              <a:off x="8812874" y="2117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1" name="pt57911"/>
            <p:cNvSpPr/>
            <p:nvPr/>
          </p:nvSpPr>
          <p:spPr>
            <a:xfrm>
              <a:off x="8347210" y="2237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2" name="pt57912"/>
            <p:cNvSpPr/>
            <p:nvPr/>
          </p:nvSpPr>
          <p:spPr>
            <a:xfrm>
              <a:off x="9525526" y="1678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3" name="pt57913"/>
            <p:cNvSpPr/>
            <p:nvPr/>
          </p:nvSpPr>
          <p:spPr>
            <a:xfrm>
              <a:off x="8610820" y="21462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4" name="pt57914"/>
            <p:cNvSpPr/>
            <p:nvPr/>
          </p:nvSpPr>
          <p:spPr>
            <a:xfrm>
              <a:off x="9519098" y="2447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5" name="pt57915"/>
            <p:cNvSpPr/>
            <p:nvPr/>
          </p:nvSpPr>
          <p:spPr>
            <a:xfrm>
              <a:off x="9035502" y="1733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6" name="pt57916"/>
            <p:cNvSpPr/>
            <p:nvPr/>
          </p:nvSpPr>
          <p:spPr>
            <a:xfrm>
              <a:off x="9118525" y="2129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7" name="pt57917"/>
            <p:cNvSpPr/>
            <p:nvPr/>
          </p:nvSpPr>
          <p:spPr>
            <a:xfrm>
              <a:off x="8849358" y="1985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8" name="pt57918"/>
            <p:cNvSpPr/>
            <p:nvPr/>
          </p:nvSpPr>
          <p:spPr>
            <a:xfrm>
              <a:off x="8721041" y="1886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9" name="pt57919"/>
            <p:cNvSpPr/>
            <p:nvPr/>
          </p:nvSpPr>
          <p:spPr>
            <a:xfrm>
              <a:off x="8721041" y="205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0" name="pt57920"/>
            <p:cNvSpPr/>
            <p:nvPr/>
          </p:nvSpPr>
          <p:spPr>
            <a:xfrm>
              <a:off x="8544712" y="2347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1" name="pt57921"/>
            <p:cNvSpPr/>
            <p:nvPr/>
          </p:nvSpPr>
          <p:spPr>
            <a:xfrm>
              <a:off x="8636546" y="2373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2" name="pt57922"/>
            <p:cNvSpPr/>
            <p:nvPr/>
          </p:nvSpPr>
          <p:spPr>
            <a:xfrm>
              <a:off x="8728379" y="2001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3" name="pt57923"/>
            <p:cNvSpPr/>
            <p:nvPr/>
          </p:nvSpPr>
          <p:spPr>
            <a:xfrm>
              <a:off x="8636546" y="2382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4" name="pt57924"/>
            <p:cNvSpPr/>
            <p:nvPr/>
          </p:nvSpPr>
          <p:spPr>
            <a:xfrm>
              <a:off x="8778290" y="2298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5" name="pt57925"/>
            <p:cNvSpPr/>
            <p:nvPr/>
          </p:nvSpPr>
          <p:spPr>
            <a:xfrm>
              <a:off x="8783657" y="2187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6" name="pt57926"/>
            <p:cNvSpPr/>
            <p:nvPr/>
          </p:nvSpPr>
          <p:spPr>
            <a:xfrm>
              <a:off x="8688264" y="2194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7" name="pt57927"/>
            <p:cNvSpPr/>
            <p:nvPr/>
          </p:nvSpPr>
          <p:spPr>
            <a:xfrm>
              <a:off x="8778290" y="2046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8" name="pt57928"/>
            <p:cNvSpPr/>
            <p:nvPr/>
          </p:nvSpPr>
          <p:spPr>
            <a:xfrm>
              <a:off x="9218071" y="1788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9" name="pt57929"/>
            <p:cNvSpPr/>
            <p:nvPr/>
          </p:nvSpPr>
          <p:spPr>
            <a:xfrm>
              <a:off x="9043153" y="1747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0" name="pt57930"/>
            <p:cNvSpPr/>
            <p:nvPr/>
          </p:nvSpPr>
          <p:spPr>
            <a:xfrm>
              <a:off x="9005825" y="1680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1" name="pt57931"/>
            <p:cNvSpPr/>
            <p:nvPr/>
          </p:nvSpPr>
          <p:spPr>
            <a:xfrm>
              <a:off x="8439043" y="2437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2" name="pt57932"/>
            <p:cNvSpPr/>
            <p:nvPr/>
          </p:nvSpPr>
          <p:spPr>
            <a:xfrm>
              <a:off x="8688264" y="2333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3" name="pt57933"/>
            <p:cNvSpPr/>
            <p:nvPr/>
          </p:nvSpPr>
          <p:spPr>
            <a:xfrm>
              <a:off x="8439043" y="2129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4" name="pt57934"/>
            <p:cNvSpPr/>
            <p:nvPr/>
          </p:nvSpPr>
          <p:spPr>
            <a:xfrm>
              <a:off x="8772758" y="2180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5" name="pt57935"/>
            <p:cNvSpPr/>
            <p:nvPr/>
          </p:nvSpPr>
          <p:spPr>
            <a:xfrm>
              <a:off x="8972124" y="1983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6" name="pt57936"/>
            <p:cNvSpPr/>
            <p:nvPr/>
          </p:nvSpPr>
          <p:spPr>
            <a:xfrm>
              <a:off x="8544712" y="2465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7" name="pt57937"/>
            <p:cNvSpPr/>
            <p:nvPr/>
          </p:nvSpPr>
          <p:spPr>
            <a:xfrm>
              <a:off x="9124182" y="2177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8" name="pt57938"/>
            <p:cNvSpPr/>
            <p:nvPr/>
          </p:nvSpPr>
          <p:spPr>
            <a:xfrm>
              <a:off x="8817313" y="2099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9" name="pt57939"/>
            <p:cNvSpPr/>
            <p:nvPr/>
          </p:nvSpPr>
          <p:spPr>
            <a:xfrm>
              <a:off x="9719466" y="2256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0" name="pt57940"/>
            <p:cNvSpPr/>
            <p:nvPr/>
          </p:nvSpPr>
          <p:spPr>
            <a:xfrm>
              <a:off x="9568569" y="2322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1" name="pt57941"/>
            <p:cNvSpPr/>
            <p:nvPr/>
          </p:nvSpPr>
          <p:spPr>
            <a:xfrm>
              <a:off x="9237719" y="2143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2" name="pt57942"/>
            <p:cNvSpPr/>
            <p:nvPr/>
          </p:nvSpPr>
          <p:spPr>
            <a:xfrm>
              <a:off x="8972124" y="2021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3" name="pt57943"/>
            <p:cNvSpPr/>
            <p:nvPr/>
          </p:nvSpPr>
          <p:spPr>
            <a:xfrm>
              <a:off x="8688264" y="2188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4" name="pt57944"/>
            <p:cNvSpPr/>
            <p:nvPr/>
          </p:nvSpPr>
          <p:spPr>
            <a:xfrm>
              <a:off x="8713389" y="2307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5" name="pt57945"/>
            <p:cNvSpPr/>
            <p:nvPr/>
          </p:nvSpPr>
          <p:spPr>
            <a:xfrm>
              <a:off x="8841866" y="192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6" name="pt57946"/>
            <p:cNvSpPr/>
            <p:nvPr/>
          </p:nvSpPr>
          <p:spPr>
            <a:xfrm>
              <a:off x="8918543" y="19256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7" name="pt57947"/>
            <p:cNvSpPr/>
            <p:nvPr/>
          </p:nvSpPr>
          <p:spPr>
            <a:xfrm>
              <a:off x="8748753" y="2252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8" name="pt57948"/>
            <p:cNvSpPr/>
            <p:nvPr/>
          </p:nvSpPr>
          <p:spPr>
            <a:xfrm>
              <a:off x="8923469" y="1942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9" name="pt57949"/>
            <p:cNvSpPr/>
            <p:nvPr/>
          </p:nvSpPr>
          <p:spPr>
            <a:xfrm>
              <a:off x="8882745" y="1712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0" name="pt57950"/>
            <p:cNvSpPr/>
            <p:nvPr/>
          </p:nvSpPr>
          <p:spPr>
            <a:xfrm>
              <a:off x="8918543" y="1907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1" name="pt57951"/>
            <p:cNvSpPr/>
            <p:nvPr/>
          </p:nvSpPr>
          <p:spPr>
            <a:xfrm>
              <a:off x="8973968" y="1978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2" name="pt57952"/>
            <p:cNvSpPr/>
            <p:nvPr/>
          </p:nvSpPr>
          <p:spPr>
            <a:xfrm>
              <a:off x="8610820" y="2056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3" name="pt57953"/>
            <p:cNvSpPr/>
            <p:nvPr/>
          </p:nvSpPr>
          <p:spPr>
            <a:xfrm>
              <a:off x="9075096" y="1886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4" name="pt57954"/>
            <p:cNvSpPr/>
            <p:nvPr/>
          </p:nvSpPr>
          <p:spPr>
            <a:xfrm>
              <a:off x="9077174" y="18799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5" name="pt57955"/>
            <p:cNvSpPr/>
            <p:nvPr/>
          </p:nvSpPr>
          <p:spPr>
            <a:xfrm>
              <a:off x="8544712" y="2197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6" name="pt57956"/>
            <p:cNvSpPr/>
            <p:nvPr/>
          </p:nvSpPr>
          <p:spPr>
            <a:xfrm>
              <a:off x="9502529" y="24754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7" name="pt57957"/>
            <p:cNvSpPr/>
            <p:nvPr/>
          </p:nvSpPr>
          <p:spPr>
            <a:xfrm>
              <a:off x="9030214" y="1712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8" name="pt57958"/>
            <p:cNvSpPr/>
            <p:nvPr/>
          </p:nvSpPr>
          <p:spPr>
            <a:xfrm>
              <a:off x="9074048" y="1906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9" name="pt57959"/>
            <p:cNvSpPr/>
            <p:nvPr/>
          </p:nvSpPr>
          <p:spPr>
            <a:xfrm>
              <a:off x="8274318" y="2453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0" name="pt57960"/>
            <p:cNvSpPr/>
            <p:nvPr/>
          </p:nvSpPr>
          <p:spPr>
            <a:xfrm>
              <a:off x="9002725" y="1976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1" name="pt57961"/>
            <p:cNvSpPr/>
            <p:nvPr/>
          </p:nvSpPr>
          <p:spPr>
            <a:xfrm>
              <a:off x="8563654" y="22104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2" name="pt57962"/>
            <p:cNvSpPr/>
            <p:nvPr/>
          </p:nvSpPr>
          <p:spPr>
            <a:xfrm>
              <a:off x="8879672" y="1901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3" name="pt57963"/>
            <p:cNvSpPr/>
            <p:nvPr/>
          </p:nvSpPr>
          <p:spPr>
            <a:xfrm>
              <a:off x="9231697" y="21312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4" name="pt57964"/>
            <p:cNvSpPr/>
            <p:nvPr/>
          </p:nvSpPr>
          <p:spPr>
            <a:xfrm>
              <a:off x="9541125" y="17766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5" name="pt57965"/>
            <p:cNvSpPr/>
            <p:nvPr/>
          </p:nvSpPr>
          <p:spPr>
            <a:xfrm>
              <a:off x="8761156" y="2289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6" name="pt57966"/>
            <p:cNvSpPr/>
            <p:nvPr/>
          </p:nvSpPr>
          <p:spPr>
            <a:xfrm>
              <a:off x="9639141" y="2136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7" name="pt57967"/>
            <p:cNvSpPr/>
            <p:nvPr/>
          </p:nvSpPr>
          <p:spPr>
            <a:xfrm>
              <a:off x="9451392" y="1913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8" name="pt57968"/>
            <p:cNvSpPr/>
            <p:nvPr/>
          </p:nvSpPr>
          <p:spPr>
            <a:xfrm>
              <a:off x="8439043" y="2345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9" name="pt57969"/>
            <p:cNvSpPr/>
            <p:nvPr/>
          </p:nvSpPr>
          <p:spPr>
            <a:xfrm>
              <a:off x="8580788" y="2321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0" name="pt57970"/>
            <p:cNvSpPr/>
            <p:nvPr/>
          </p:nvSpPr>
          <p:spPr>
            <a:xfrm>
              <a:off x="9644546" y="26237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1" name="pt57971"/>
            <p:cNvSpPr/>
            <p:nvPr/>
          </p:nvSpPr>
          <p:spPr>
            <a:xfrm>
              <a:off x="9005825" y="1741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2" name="pt57972"/>
            <p:cNvSpPr/>
            <p:nvPr/>
          </p:nvSpPr>
          <p:spPr>
            <a:xfrm>
              <a:off x="9562976" y="2355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3" name="pt57973"/>
            <p:cNvSpPr/>
            <p:nvPr/>
          </p:nvSpPr>
          <p:spPr>
            <a:xfrm>
              <a:off x="8439043" y="2232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4" name="pt57974"/>
            <p:cNvSpPr/>
            <p:nvPr/>
          </p:nvSpPr>
          <p:spPr>
            <a:xfrm>
              <a:off x="9026144" y="1850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5" name="pt57975"/>
            <p:cNvSpPr/>
            <p:nvPr/>
          </p:nvSpPr>
          <p:spPr>
            <a:xfrm>
              <a:off x="8596430" y="2285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6" name="pt57976"/>
            <p:cNvSpPr/>
            <p:nvPr/>
          </p:nvSpPr>
          <p:spPr>
            <a:xfrm>
              <a:off x="8921023" y="1749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7" name="pt57977"/>
            <p:cNvSpPr/>
            <p:nvPr/>
          </p:nvSpPr>
          <p:spPr>
            <a:xfrm>
              <a:off x="8962610" y="2292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8" name="pt57978"/>
            <p:cNvSpPr/>
            <p:nvPr/>
          </p:nvSpPr>
          <p:spPr>
            <a:xfrm>
              <a:off x="9210359" y="1823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9" name="pt57979"/>
            <p:cNvSpPr/>
            <p:nvPr/>
          </p:nvSpPr>
          <p:spPr>
            <a:xfrm>
              <a:off x="8852989" y="1977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0" name="pt57980"/>
            <p:cNvSpPr/>
            <p:nvPr/>
          </p:nvSpPr>
          <p:spPr>
            <a:xfrm>
              <a:off x="8563654" y="2064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1" name="pt57981"/>
            <p:cNvSpPr/>
            <p:nvPr/>
          </p:nvSpPr>
          <p:spPr>
            <a:xfrm>
              <a:off x="8921023" y="17974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2" name="pt57982"/>
            <p:cNvSpPr/>
            <p:nvPr/>
          </p:nvSpPr>
          <p:spPr>
            <a:xfrm>
              <a:off x="8563654" y="2295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3" name="pt57983"/>
            <p:cNvSpPr/>
            <p:nvPr/>
          </p:nvSpPr>
          <p:spPr>
            <a:xfrm>
              <a:off x="8891661" y="2093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4" name="pt57984"/>
            <p:cNvSpPr/>
            <p:nvPr/>
          </p:nvSpPr>
          <p:spPr>
            <a:xfrm>
              <a:off x="8783657" y="2156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5" name="pt57985"/>
            <p:cNvSpPr/>
            <p:nvPr/>
          </p:nvSpPr>
          <p:spPr>
            <a:xfrm>
              <a:off x="8648148" y="2331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6" name="pt57986"/>
            <p:cNvSpPr/>
            <p:nvPr/>
          </p:nvSpPr>
          <p:spPr>
            <a:xfrm>
              <a:off x="9368156" y="1969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7" name="pt57987"/>
            <p:cNvSpPr/>
            <p:nvPr/>
          </p:nvSpPr>
          <p:spPr>
            <a:xfrm>
              <a:off x="8274318" y="2003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8" name="pt57988"/>
            <p:cNvSpPr/>
            <p:nvPr/>
          </p:nvSpPr>
          <p:spPr>
            <a:xfrm>
              <a:off x="9477272" y="2617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9" name="pt57989"/>
            <p:cNvSpPr/>
            <p:nvPr/>
          </p:nvSpPr>
          <p:spPr>
            <a:xfrm>
              <a:off x="8659047" y="23871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0" name="pt57990"/>
            <p:cNvSpPr/>
            <p:nvPr/>
          </p:nvSpPr>
          <p:spPr>
            <a:xfrm>
              <a:off x="8580788" y="2313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1" name="pt57991"/>
            <p:cNvSpPr/>
            <p:nvPr/>
          </p:nvSpPr>
          <p:spPr>
            <a:xfrm>
              <a:off x="8523538" y="2418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2" name="pt57992"/>
            <p:cNvSpPr/>
            <p:nvPr/>
          </p:nvSpPr>
          <p:spPr>
            <a:xfrm>
              <a:off x="9201267" y="1793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3" name="pt57993"/>
            <p:cNvSpPr/>
            <p:nvPr/>
          </p:nvSpPr>
          <p:spPr>
            <a:xfrm>
              <a:off x="8879672" y="1958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4" name="pt57994"/>
            <p:cNvSpPr/>
            <p:nvPr/>
          </p:nvSpPr>
          <p:spPr>
            <a:xfrm>
              <a:off x="8648148" y="2296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5" name="pt57995"/>
            <p:cNvSpPr/>
            <p:nvPr/>
          </p:nvSpPr>
          <p:spPr>
            <a:xfrm>
              <a:off x="9317391" y="2218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6" name="pt57996"/>
            <p:cNvSpPr/>
            <p:nvPr/>
          </p:nvSpPr>
          <p:spPr>
            <a:xfrm>
              <a:off x="8636546" y="2409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7" name="pt57997"/>
            <p:cNvSpPr/>
            <p:nvPr/>
          </p:nvSpPr>
          <p:spPr>
            <a:xfrm>
              <a:off x="9356962" y="2070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8" name="pt57998"/>
            <p:cNvSpPr/>
            <p:nvPr/>
          </p:nvSpPr>
          <p:spPr>
            <a:xfrm>
              <a:off x="9394753" y="2071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9" name="pt57999"/>
            <p:cNvSpPr/>
            <p:nvPr/>
          </p:nvSpPr>
          <p:spPr>
            <a:xfrm>
              <a:off x="9313270" y="2126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0" name="pt58000"/>
            <p:cNvSpPr/>
            <p:nvPr/>
          </p:nvSpPr>
          <p:spPr>
            <a:xfrm>
              <a:off x="9614018" y="2502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1" name="pt58001"/>
            <p:cNvSpPr/>
            <p:nvPr/>
          </p:nvSpPr>
          <p:spPr>
            <a:xfrm>
              <a:off x="8950486" y="2124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2" name="pt58002"/>
            <p:cNvSpPr/>
            <p:nvPr/>
          </p:nvSpPr>
          <p:spPr>
            <a:xfrm>
              <a:off x="9258470" y="1912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3" name="pt58003"/>
            <p:cNvSpPr/>
            <p:nvPr/>
          </p:nvSpPr>
          <p:spPr>
            <a:xfrm>
              <a:off x="9016271" y="1378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4" name="pt58004"/>
            <p:cNvSpPr/>
            <p:nvPr/>
          </p:nvSpPr>
          <p:spPr>
            <a:xfrm>
              <a:off x="9049289" y="2190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5" name="pt58005"/>
            <p:cNvSpPr/>
            <p:nvPr/>
          </p:nvSpPr>
          <p:spPr>
            <a:xfrm>
              <a:off x="9086240" y="18748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6" name="pt58006"/>
            <p:cNvSpPr/>
            <p:nvPr/>
          </p:nvSpPr>
          <p:spPr>
            <a:xfrm>
              <a:off x="9210359" y="1808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7" name="pt58007"/>
            <p:cNvSpPr/>
            <p:nvPr/>
          </p:nvSpPr>
          <p:spPr>
            <a:xfrm>
              <a:off x="8648148" y="2478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8" name="pt58008"/>
            <p:cNvSpPr/>
            <p:nvPr/>
          </p:nvSpPr>
          <p:spPr>
            <a:xfrm>
              <a:off x="8688264" y="2303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9" name="pt58009"/>
            <p:cNvSpPr/>
            <p:nvPr/>
          </p:nvSpPr>
          <p:spPr>
            <a:xfrm>
              <a:off x="8761156" y="2413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0" name="pt58010"/>
            <p:cNvSpPr/>
            <p:nvPr/>
          </p:nvSpPr>
          <p:spPr>
            <a:xfrm>
              <a:off x="9226820" y="1850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1" name="pt58011"/>
            <p:cNvSpPr/>
            <p:nvPr/>
          </p:nvSpPr>
          <p:spPr>
            <a:xfrm>
              <a:off x="8398928" y="2374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2" name="pt58012"/>
            <p:cNvSpPr/>
            <p:nvPr/>
          </p:nvSpPr>
          <p:spPr>
            <a:xfrm>
              <a:off x="9026144" y="1861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3" name="pt58013"/>
            <p:cNvSpPr/>
            <p:nvPr/>
          </p:nvSpPr>
          <p:spPr>
            <a:xfrm>
              <a:off x="8798858" y="19378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4" name="pt58014"/>
            <p:cNvSpPr/>
            <p:nvPr/>
          </p:nvSpPr>
          <p:spPr>
            <a:xfrm>
              <a:off x="8821645" y="2048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5" name="pt58015"/>
            <p:cNvSpPr/>
            <p:nvPr/>
          </p:nvSpPr>
          <p:spPr>
            <a:xfrm>
              <a:off x="8439043" y="22009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6" name="pt58016"/>
            <p:cNvSpPr/>
            <p:nvPr/>
          </p:nvSpPr>
          <p:spPr>
            <a:xfrm>
              <a:off x="8274318" y="2589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7" name="pt58017"/>
            <p:cNvSpPr/>
            <p:nvPr/>
          </p:nvSpPr>
          <p:spPr>
            <a:xfrm>
              <a:off x="8803653" y="2257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8" name="pt58018"/>
            <p:cNvSpPr/>
            <p:nvPr/>
          </p:nvSpPr>
          <p:spPr>
            <a:xfrm>
              <a:off x="9308769" y="19094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9" name="pt58019"/>
            <p:cNvSpPr/>
            <p:nvPr/>
          </p:nvSpPr>
          <p:spPr>
            <a:xfrm>
              <a:off x="8439043" y="2176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0" name="pt58020"/>
            <p:cNvSpPr/>
            <p:nvPr/>
          </p:nvSpPr>
          <p:spPr>
            <a:xfrm>
              <a:off x="9237719" y="2157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1" name="pt58021"/>
            <p:cNvSpPr/>
            <p:nvPr/>
          </p:nvSpPr>
          <p:spPr>
            <a:xfrm>
              <a:off x="9218071" y="1830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2" name="pt58022"/>
            <p:cNvSpPr/>
            <p:nvPr/>
          </p:nvSpPr>
          <p:spPr>
            <a:xfrm>
              <a:off x="9761216" y="2599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3" name="pt58023"/>
            <p:cNvSpPr/>
            <p:nvPr/>
          </p:nvSpPr>
          <p:spPr>
            <a:xfrm>
              <a:off x="9285697" y="1809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4" name="pt58024"/>
            <p:cNvSpPr/>
            <p:nvPr/>
          </p:nvSpPr>
          <p:spPr>
            <a:xfrm>
              <a:off x="9124182" y="1979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5" name="pt58025"/>
            <p:cNvSpPr/>
            <p:nvPr/>
          </p:nvSpPr>
          <p:spPr>
            <a:xfrm>
              <a:off x="9328959" y="2186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6" name="pt58026"/>
            <p:cNvSpPr/>
            <p:nvPr/>
          </p:nvSpPr>
          <p:spPr>
            <a:xfrm>
              <a:off x="9057543" y="1733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7" name="pt58027"/>
            <p:cNvSpPr/>
            <p:nvPr/>
          </p:nvSpPr>
          <p:spPr>
            <a:xfrm>
              <a:off x="8544712" y="2394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8" name="pt58028"/>
            <p:cNvSpPr/>
            <p:nvPr/>
          </p:nvSpPr>
          <p:spPr>
            <a:xfrm>
              <a:off x="9211830" y="1833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9" name="pt58029"/>
            <p:cNvSpPr/>
            <p:nvPr/>
          </p:nvSpPr>
          <p:spPr>
            <a:xfrm>
              <a:off x="9334476" y="20491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0" name="pt58030"/>
            <p:cNvSpPr/>
            <p:nvPr/>
          </p:nvSpPr>
          <p:spPr>
            <a:xfrm>
              <a:off x="9435925" y="1802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1" name="pt58031"/>
            <p:cNvSpPr/>
            <p:nvPr/>
          </p:nvSpPr>
          <p:spPr>
            <a:xfrm>
              <a:off x="8471820" y="2343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2" name="pt58032"/>
            <p:cNvSpPr/>
            <p:nvPr/>
          </p:nvSpPr>
          <p:spPr>
            <a:xfrm>
              <a:off x="9363383" y="2119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3" name="pt58033"/>
            <p:cNvSpPr/>
            <p:nvPr/>
          </p:nvSpPr>
          <p:spPr>
            <a:xfrm>
              <a:off x="9179833" y="2048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4" name="pt58034"/>
            <p:cNvSpPr/>
            <p:nvPr/>
          </p:nvSpPr>
          <p:spPr>
            <a:xfrm>
              <a:off x="9363803" y="2098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5" name="pt58035"/>
            <p:cNvSpPr/>
            <p:nvPr/>
          </p:nvSpPr>
          <p:spPr>
            <a:xfrm>
              <a:off x="8984651" y="1836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6" name="pt58036"/>
            <p:cNvSpPr/>
            <p:nvPr/>
          </p:nvSpPr>
          <p:spPr>
            <a:xfrm>
              <a:off x="9188382" y="2011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7" name="pt58037"/>
            <p:cNvSpPr/>
            <p:nvPr/>
          </p:nvSpPr>
          <p:spPr>
            <a:xfrm>
              <a:off x="8580788" y="21973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8" name="pt58038"/>
            <p:cNvSpPr/>
            <p:nvPr/>
          </p:nvSpPr>
          <p:spPr>
            <a:xfrm>
              <a:off x="8523538" y="2379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9" name="pt58039"/>
            <p:cNvSpPr/>
            <p:nvPr/>
          </p:nvSpPr>
          <p:spPr>
            <a:xfrm>
              <a:off x="8910892" y="19215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0" name="pt58040"/>
            <p:cNvSpPr/>
            <p:nvPr/>
          </p:nvSpPr>
          <p:spPr>
            <a:xfrm>
              <a:off x="9502529" y="2412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1" name="pt58041"/>
            <p:cNvSpPr/>
            <p:nvPr/>
          </p:nvSpPr>
          <p:spPr>
            <a:xfrm>
              <a:off x="8398928" y="2610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2" name="pt58042"/>
            <p:cNvSpPr/>
            <p:nvPr/>
          </p:nvSpPr>
          <p:spPr>
            <a:xfrm>
              <a:off x="8956650" y="2308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3" name="pt58043"/>
            <p:cNvSpPr/>
            <p:nvPr/>
          </p:nvSpPr>
          <p:spPr>
            <a:xfrm>
              <a:off x="8274318" y="2209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4" name="pt58044"/>
            <p:cNvSpPr/>
            <p:nvPr/>
          </p:nvSpPr>
          <p:spPr>
            <a:xfrm>
              <a:off x="8471820" y="24068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5" name="pt58045"/>
            <p:cNvSpPr/>
            <p:nvPr/>
          </p:nvSpPr>
          <p:spPr>
            <a:xfrm>
              <a:off x="8798858" y="2196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6" name="pt58046"/>
            <p:cNvSpPr/>
            <p:nvPr/>
          </p:nvSpPr>
          <p:spPr>
            <a:xfrm>
              <a:off x="8471820" y="2539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7" name="pt58047"/>
            <p:cNvSpPr/>
            <p:nvPr/>
          </p:nvSpPr>
          <p:spPr>
            <a:xfrm>
              <a:off x="8958659" y="2234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8" name="pt58048"/>
            <p:cNvSpPr/>
            <p:nvPr/>
          </p:nvSpPr>
          <p:spPr>
            <a:xfrm>
              <a:off x="8398928" y="2416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9" name="pt58049"/>
            <p:cNvSpPr/>
            <p:nvPr/>
          </p:nvSpPr>
          <p:spPr>
            <a:xfrm>
              <a:off x="9184443" y="2072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0" name="pt58050"/>
            <p:cNvSpPr/>
            <p:nvPr/>
          </p:nvSpPr>
          <p:spPr>
            <a:xfrm>
              <a:off x="9057543" y="1666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1" name="pt58051"/>
            <p:cNvSpPr/>
            <p:nvPr/>
          </p:nvSpPr>
          <p:spPr>
            <a:xfrm>
              <a:off x="9334476" y="2128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2" name="pt58052"/>
            <p:cNvSpPr/>
            <p:nvPr/>
          </p:nvSpPr>
          <p:spPr>
            <a:xfrm>
              <a:off x="8563654" y="2171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3" name="pt58053"/>
            <p:cNvSpPr/>
            <p:nvPr/>
          </p:nvSpPr>
          <p:spPr>
            <a:xfrm>
              <a:off x="8721041" y="21603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4" name="pt58054"/>
            <p:cNvSpPr/>
            <p:nvPr/>
          </p:nvSpPr>
          <p:spPr>
            <a:xfrm>
              <a:off x="8544712" y="2344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5" name="pt58055"/>
            <p:cNvSpPr/>
            <p:nvPr/>
          </p:nvSpPr>
          <p:spPr>
            <a:xfrm>
              <a:off x="8347210" y="2378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6" name="pt58056"/>
            <p:cNvSpPr/>
            <p:nvPr/>
          </p:nvSpPr>
          <p:spPr>
            <a:xfrm>
              <a:off x="8398928" y="2239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7" name="pt58057"/>
            <p:cNvSpPr/>
            <p:nvPr/>
          </p:nvSpPr>
          <p:spPr>
            <a:xfrm>
              <a:off x="8973968" y="1963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8" name="pt58058"/>
            <p:cNvSpPr/>
            <p:nvPr/>
          </p:nvSpPr>
          <p:spPr>
            <a:xfrm>
              <a:off x="8888738" y="211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9" name="pt58059"/>
            <p:cNvSpPr/>
            <p:nvPr/>
          </p:nvSpPr>
          <p:spPr>
            <a:xfrm>
              <a:off x="9077174" y="1908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0" name="pt58060"/>
            <p:cNvSpPr/>
            <p:nvPr/>
          </p:nvSpPr>
          <p:spPr>
            <a:xfrm>
              <a:off x="8523538" y="24302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1" name="pt58061"/>
            <p:cNvSpPr/>
            <p:nvPr/>
          </p:nvSpPr>
          <p:spPr>
            <a:xfrm>
              <a:off x="9046860" y="2120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2" name="pt58062"/>
            <p:cNvSpPr/>
            <p:nvPr/>
          </p:nvSpPr>
          <p:spPr>
            <a:xfrm>
              <a:off x="8636546" y="2263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3" name="pt58063"/>
            <p:cNvSpPr/>
            <p:nvPr/>
          </p:nvSpPr>
          <p:spPr>
            <a:xfrm>
              <a:off x="8856549" y="2203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4" name="pt58064"/>
            <p:cNvSpPr/>
            <p:nvPr/>
          </p:nvSpPr>
          <p:spPr>
            <a:xfrm>
              <a:off x="8610820" y="2108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5" name="pt58065"/>
            <p:cNvSpPr/>
            <p:nvPr/>
          </p:nvSpPr>
          <p:spPr>
            <a:xfrm>
              <a:off x="8956650" y="2242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6" name="pt58066"/>
            <p:cNvSpPr/>
            <p:nvPr/>
          </p:nvSpPr>
          <p:spPr>
            <a:xfrm>
              <a:off x="9212805" y="1872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7" name="pt58067"/>
            <p:cNvSpPr/>
            <p:nvPr/>
          </p:nvSpPr>
          <p:spPr>
            <a:xfrm>
              <a:off x="8948383" y="2049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8" name="pt58068"/>
            <p:cNvSpPr/>
            <p:nvPr/>
          </p:nvSpPr>
          <p:spPr>
            <a:xfrm>
              <a:off x="8596430" y="2249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9" name="pt58069"/>
            <p:cNvSpPr/>
            <p:nvPr/>
          </p:nvSpPr>
          <p:spPr>
            <a:xfrm>
              <a:off x="9395106" y="2119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0" name="pt58070"/>
            <p:cNvSpPr/>
            <p:nvPr/>
          </p:nvSpPr>
          <p:spPr>
            <a:xfrm>
              <a:off x="8523538" y="2314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1" name="pt58071"/>
            <p:cNvSpPr/>
            <p:nvPr/>
          </p:nvSpPr>
          <p:spPr>
            <a:xfrm>
              <a:off x="8975793" y="1920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2" name="pt58072"/>
            <p:cNvSpPr/>
            <p:nvPr/>
          </p:nvSpPr>
          <p:spPr>
            <a:xfrm>
              <a:off x="9468702" y="2094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3" name="pt58073"/>
            <p:cNvSpPr/>
            <p:nvPr/>
          </p:nvSpPr>
          <p:spPr>
            <a:xfrm>
              <a:off x="8274318" y="2461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4" name="pt58074"/>
            <p:cNvSpPr/>
            <p:nvPr/>
          </p:nvSpPr>
          <p:spPr>
            <a:xfrm>
              <a:off x="8610820" y="215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5" name="pt58075"/>
            <p:cNvSpPr/>
            <p:nvPr/>
          </p:nvSpPr>
          <p:spPr>
            <a:xfrm>
              <a:off x="8838000" y="2050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6" name="pt58076"/>
            <p:cNvSpPr/>
            <p:nvPr/>
          </p:nvSpPr>
          <p:spPr>
            <a:xfrm>
              <a:off x="8439043" y="2243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7" name="pt58077"/>
            <p:cNvSpPr/>
            <p:nvPr/>
          </p:nvSpPr>
          <p:spPr>
            <a:xfrm>
              <a:off x="8274318" y="2380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8" name="pt58078"/>
            <p:cNvSpPr/>
            <p:nvPr/>
          </p:nvSpPr>
          <p:spPr>
            <a:xfrm>
              <a:off x="8688264" y="2270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9" name="pt58079"/>
            <p:cNvSpPr/>
            <p:nvPr/>
          </p:nvSpPr>
          <p:spPr>
            <a:xfrm>
              <a:off x="9016271" y="1652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0" name="pt58080"/>
            <p:cNvSpPr/>
            <p:nvPr/>
          </p:nvSpPr>
          <p:spPr>
            <a:xfrm>
              <a:off x="8973968" y="1918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1" name="pt58081"/>
            <p:cNvSpPr/>
            <p:nvPr/>
          </p:nvSpPr>
          <p:spPr>
            <a:xfrm>
              <a:off x="8742215" y="2010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2" name="pt58082"/>
            <p:cNvSpPr/>
            <p:nvPr/>
          </p:nvSpPr>
          <p:spPr>
            <a:xfrm>
              <a:off x="9200228" y="1846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3" name="pt58083"/>
            <p:cNvSpPr/>
            <p:nvPr/>
          </p:nvSpPr>
          <p:spPr>
            <a:xfrm>
              <a:off x="8888738" y="2023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4" name="pt58084"/>
            <p:cNvSpPr/>
            <p:nvPr/>
          </p:nvSpPr>
          <p:spPr>
            <a:xfrm>
              <a:off x="8471820" y="25475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5" name="pt58085"/>
            <p:cNvSpPr/>
            <p:nvPr/>
          </p:nvSpPr>
          <p:spPr>
            <a:xfrm>
              <a:off x="8705398" y="2206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6" name="pt58086"/>
            <p:cNvSpPr/>
            <p:nvPr/>
          </p:nvSpPr>
          <p:spPr>
            <a:xfrm>
              <a:off x="8636546" y="2323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7" name="pt58087"/>
            <p:cNvSpPr/>
            <p:nvPr/>
          </p:nvSpPr>
          <p:spPr>
            <a:xfrm>
              <a:off x="8563654" y="220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8" name="pt58088"/>
            <p:cNvSpPr/>
            <p:nvPr/>
          </p:nvSpPr>
          <p:spPr>
            <a:xfrm>
              <a:off x="8783657" y="21972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9" name="pt58089"/>
            <p:cNvSpPr/>
            <p:nvPr/>
          </p:nvSpPr>
          <p:spPr>
            <a:xfrm>
              <a:off x="8834048" y="2212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0" name="pt58090"/>
            <p:cNvSpPr/>
            <p:nvPr/>
          </p:nvSpPr>
          <p:spPr>
            <a:xfrm>
              <a:off x="8347210" y="2095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1" name="pt58091"/>
            <p:cNvSpPr/>
            <p:nvPr/>
          </p:nvSpPr>
          <p:spPr>
            <a:xfrm>
              <a:off x="8274318" y="25571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2" name="pt58092"/>
            <p:cNvSpPr/>
            <p:nvPr/>
          </p:nvSpPr>
          <p:spPr>
            <a:xfrm>
              <a:off x="9468702" y="2011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3" name="pt58093"/>
            <p:cNvSpPr/>
            <p:nvPr/>
          </p:nvSpPr>
          <p:spPr>
            <a:xfrm>
              <a:off x="8499532" y="2278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4" name="pt58094"/>
            <p:cNvSpPr/>
            <p:nvPr/>
          </p:nvSpPr>
          <p:spPr>
            <a:xfrm>
              <a:off x="9045633" y="2233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5" name="pt58095"/>
            <p:cNvSpPr/>
            <p:nvPr/>
          </p:nvSpPr>
          <p:spPr>
            <a:xfrm>
              <a:off x="8688264" y="1879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6" name="pt58096"/>
            <p:cNvSpPr/>
            <p:nvPr/>
          </p:nvSpPr>
          <p:spPr>
            <a:xfrm>
              <a:off x="8705398" y="20965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7" name="pt58097"/>
            <p:cNvSpPr/>
            <p:nvPr/>
          </p:nvSpPr>
          <p:spPr>
            <a:xfrm>
              <a:off x="9040639" y="1725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8" name="pt58098"/>
            <p:cNvSpPr/>
            <p:nvPr/>
          </p:nvSpPr>
          <p:spPr>
            <a:xfrm>
              <a:off x="8398928" y="2437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9" name="pt58099"/>
            <p:cNvSpPr/>
            <p:nvPr/>
          </p:nvSpPr>
          <p:spPr>
            <a:xfrm>
              <a:off x="9297299" y="2035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0" name="pt58100"/>
            <p:cNvSpPr/>
            <p:nvPr/>
          </p:nvSpPr>
          <p:spPr>
            <a:xfrm>
              <a:off x="9334476" y="21700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1" name="pt58101"/>
            <p:cNvSpPr/>
            <p:nvPr/>
          </p:nvSpPr>
          <p:spPr>
            <a:xfrm>
              <a:off x="8812874" y="2050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2" name="pt58102"/>
            <p:cNvSpPr/>
            <p:nvPr/>
          </p:nvSpPr>
          <p:spPr>
            <a:xfrm>
              <a:off x="8274318" y="2557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3" name="pt58103"/>
            <p:cNvSpPr/>
            <p:nvPr/>
          </p:nvSpPr>
          <p:spPr>
            <a:xfrm>
              <a:off x="9379078" y="1915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4" name="pt58104"/>
            <p:cNvSpPr/>
            <p:nvPr/>
          </p:nvSpPr>
          <p:spPr>
            <a:xfrm>
              <a:off x="8798858" y="2154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5" name="pt58105"/>
            <p:cNvSpPr/>
            <p:nvPr/>
          </p:nvSpPr>
          <p:spPr>
            <a:xfrm>
              <a:off x="9339588" y="21930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6" name="pt58106"/>
            <p:cNvSpPr/>
            <p:nvPr/>
          </p:nvSpPr>
          <p:spPr>
            <a:xfrm>
              <a:off x="8897369" y="2088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7" name="pt58107"/>
            <p:cNvSpPr/>
            <p:nvPr/>
          </p:nvSpPr>
          <p:spPr>
            <a:xfrm>
              <a:off x="8439043" y="2293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8" name="pt58108"/>
            <p:cNvSpPr/>
            <p:nvPr/>
          </p:nvSpPr>
          <p:spPr>
            <a:xfrm>
              <a:off x="8439043" y="2287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9" name="pt58109"/>
            <p:cNvSpPr/>
            <p:nvPr/>
          </p:nvSpPr>
          <p:spPr>
            <a:xfrm>
              <a:off x="9124182" y="2184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0" name="pt58110"/>
            <p:cNvSpPr/>
            <p:nvPr/>
          </p:nvSpPr>
          <p:spPr>
            <a:xfrm>
              <a:off x="9537091" y="1777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1" name="pt58111"/>
            <p:cNvSpPr/>
            <p:nvPr/>
          </p:nvSpPr>
          <p:spPr>
            <a:xfrm>
              <a:off x="8523538" y="2512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2" name="pt58112"/>
            <p:cNvSpPr/>
            <p:nvPr/>
          </p:nvSpPr>
          <p:spPr>
            <a:xfrm>
              <a:off x="8610820" y="2071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3" name="pt58113"/>
            <p:cNvSpPr/>
            <p:nvPr/>
          </p:nvSpPr>
          <p:spPr>
            <a:xfrm>
              <a:off x="8891661" y="2036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4" name="pt58114"/>
            <p:cNvSpPr/>
            <p:nvPr/>
          </p:nvSpPr>
          <p:spPr>
            <a:xfrm>
              <a:off x="9171470" y="1919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5" name="pt58115"/>
            <p:cNvSpPr/>
            <p:nvPr/>
          </p:nvSpPr>
          <p:spPr>
            <a:xfrm>
              <a:off x="8879672" y="1972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6" name="pt58116"/>
            <p:cNvSpPr/>
            <p:nvPr/>
          </p:nvSpPr>
          <p:spPr>
            <a:xfrm>
              <a:off x="9439678" y="1942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7" name="pt58117"/>
            <p:cNvSpPr/>
            <p:nvPr/>
          </p:nvSpPr>
          <p:spPr>
            <a:xfrm>
              <a:off x="8930613" y="1847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8" name="pt58118"/>
            <p:cNvSpPr/>
            <p:nvPr/>
          </p:nvSpPr>
          <p:spPr>
            <a:xfrm>
              <a:off x="8398928" y="2385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9" name="pt58119"/>
            <p:cNvSpPr/>
            <p:nvPr/>
          </p:nvSpPr>
          <p:spPr>
            <a:xfrm>
              <a:off x="9126552" y="2018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0" name="pt58120"/>
            <p:cNvSpPr/>
            <p:nvPr/>
          </p:nvSpPr>
          <p:spPr>
            <a:xfrm>
              <a:off x="8347210" y="2251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1" name="pt58121"/>
            <p:cNvSpPr/>
            <p:nvPr/>
          </p:nvSpPr>
          <p:spPr>
            <a:xfrm>
              <a:off x="8471820" y="2352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2" name="pt58122"/>
            <p:cNvSpPr/>
            <p:nvPr/>
          </p:nvSpPr>
          <p:spPr>
            <a:xfrm>
              <a:off x="8973968" y="2014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3" name="pt58123"/>
            <p:cNvSpPr/>
            <p:nvPr/>
          </p:nvSpPr>
          <p:spPr>
            <a:xfrm>
              <a:off x="8274318" y="2338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4" name="pt58124"/>
            <p:cNvSpPr/>
            <p:nvPr/>
          </p:nvSpPr>
          <p:spPr>
            <a:xfrm>
              <a:off x="8948383" y="2120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5" name="pt58125"/>
            <p:cNvSpPr/>
            <p:nvPr/>
          </p:nvSpPr>
          <p:spPr>
            <a:xfrm>
              <a:off x="9417918" y="1816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6" name="pt58126"/>
            <p:cNvSpPr/>
            <p:nvPr/>
          </p:nvSpPr>
          <p:spPr>
            <a:xfrm>
              <a:off x="9356962" y="2138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7" name="pt58127"/>
            <p:cNvSpPr/>
            <p:nvPr/>
          </p:nvSpPr>
          <p:spPr>
            <a:xfrm>
              <a:off x="9379078" y="20339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8" name="pt58128"/>
            <p:cNvSpPr/>
            <p:nvPr/>
          </p:nvSpPr>
          <p:spPr>
            <a:xfrm>
              <a:off x="8439043" y="2323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9" name="pt58129"/>
            <p:cNvSpPr/>
            <p:nvPr/>
          </p:nvSpPr>
          <p:spPr>
            <a:xfrm>
              <a:off x="8825875" y="2030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0" name="pt58130"/>
            <p:cNvSpPr/>
            <p:nvPr/>
          </p:nvSpPr>
          <p:spPr>
            <a:xfrm>
              <a:off x="8544712" y="2392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1" name="pt58131"/>
            <p:cNvSpPr/>
            <p:nvPr/>
          </p:nvSpPr>
          <p:spPr>
            <a:xfrm>
              <a:off x="9379078" y="2027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2" name="pt58132"/>
            <p:cNvSpPr/>
            <p:nvPr/>
          </p:nvSpPr>
          <p:spPr>
            <a:xfrm>
              <a:off x="8610820" y="2037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3" name="pt58133"/>
            <p:cNvSpPr/>
            <p:nvPr/>
          </p:nvSpPr>
          <p:spPr>
            <a:xfrm>
              <a:off x="9717541" y="22838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4" name="pt58134"/>
            <p:cNvSpPr/>
            <p:nvPr/>
          </p:nvSpPr>
          <p:spPr>
            <a:xfrm>
              <a:off x="9182728" y="2021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5" name="pt58135"/>
            <p:cNvSpPr/>
            <p:nvPr/>
          </p:nvSpPr>
          <p:spPr>
            <a:xfrm>
              <a:off x="9419155" y="1997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6" name="pt58136"/>
            <p:cNvSpPr/>
            <p:nvPr/>
          </p:nvSpPr>
          <p:spPr>
            <a:xfrm>
              <a:off x="9199183" y="2245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7" name="pt58137"/>
            <p:cNvSpPr/>
            <p:nvPr/>
          </p:nvSpPr>
          <p:spPr>
            <a:xfrm>
              <a:off x="9034195" y="16065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8" name="pt58138"/>
            <p:cNvSpPr/>
            <p:nvPr/>
          </p:nvSpPr>
          <p:spPr>
            <a:xfrm>
              <a:off x="8648148" y="2394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9" name="pt58139"/>
            <p:cNvSpPr/>
            <p:nvPr/>
          </p:nvSpPr>
          <p:spPr>
            <a:xfrm>
              <a:off x="8563654" y="2078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0" name="pt58140"/>
            <p:cNvSpPr/>
            <p:nvPr/>
          </p:nvSpPr>
          <p:spPr>
            <a:xfrm>
              <a:off x="8817313" y="2067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1" name="pt58141"/>
            <p:cNvSpPr/>
            <p:nvPr/>
          </p:nvSpPr>
          <p:spPr>
            <a:xfrm>
              <a:off x="9563530" y="2489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2" name="pt58142"/>
            <p:cNvSpPr/>
            <p:nvPr/>
          </p:nvSpPr>
          <p:spPr>
            <a:xfrm>
              <a:off x="8636546" y="2206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3" name="pt58143"/>
            <p:cNvSpPr/>
            <p:nvPr/>
          </p:nvSpPr>
          <p:spPr>
            <a:xfrm>
              <a:off x="9211830" y="1784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4" name="pt58144"/>
            <p:cNvSpPr/>
            <p:nvPr/>
          </p:nvSpPr>
          <p:spPr>
            <a:xfrm>
              <a:off x="9049289" y="2285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5" name="pt58145"/>
            <p:cNvSpPr/>
            <p:nvPr/>
          </p:nvSpPr>
          <p:spPr>
            <a:xfrm>
              <a:off x="8830008" y="2124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6" name="pt58146"/>
            <p:cNvSpPr/>
            <p:nvPr/>
          </p:nvSpPr>
          <p:spPr>
            <a:xfrm>
              <a:off x="8721041" y="1922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7" name="pt58147"/>
            <p:cNvSpPr/>
            <p:nvPr/>
          </p:nvSpPr>
          <p:spPr>
            <a:xfrm>
              <a:off x="8679043" y="2228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8" name="pt58148"/>
            <p:cNvSpPr/>
            <p:nvPr/>
          </p:nvSpPr>
          <p:spPr>
            <a:xfrm>
              <a:off x="9124182" y="1936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9" name="pt58149"/>
            <p:cNvSpPr/>
            <p:nvPr/>
          </p:nvSpPr>
          <p:spPr>
            <a:xfrm>
              <a:off x="8523538" y="2356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0" name="pt58150"/>
            <p:cNvSpPr/>
            <p:nvPr/>
          </p:nvSpPr>
          <p:spPr>
            <a:xfrm>
              <a:off x="8721041" y="2328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1" name="pt58151"/>
            <p:cNvSpPr/>
            <p:nvPr/>
          </p:nvSpPr>
          <p:spPr>
            <a:xfrm>
              <a:off x="8713389" y="21542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2" name="pt58152"/>
            <p:cNvSpPr/>
            <p:nvPr/>
          </p:nvSpPr>
          <p:spPr>
            <a:xfrm>
              <a:off x="8812874" y="2072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3" name="pt58153"/>
            <p:cNvSpPr/>
            <p:nvPr/>
          </p:nvSpPr>
          <p:spPr>
            <a:xfrm>
              <a:off x="9075096" y="1916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4" name="pt58154"/>
            <p:cNvSpPr/>
            <p:nvPr/>
          </p:nvSpPr>
          <p:spPr>
            <a:xfrm>
              <a:off x="8713389" y="20562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5" name="pt58155"/>
            <p:cNvSpPr/>
            <p:nvPr/>
          </p:nvSpPr>
          <p:spPr>
            <a:xfrm>
              <a:off x="8958659" y="22446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6" name="pt58156"/>
            <p:cNvSpPr/>
            <p:nvPr/>
          </p:nvSpPr>
          <p:spPr>
            <a:xfrm>
              <a:off x="8697035" y="21736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7" name="pt58157"/>
            <p:cNvSpPr/>
            <p:nvPr/>
          </p:nvSpPr>
          <p:spPr>
            <a:xfrm>
              <a:off x="9048079" y="2165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8" name="pt58158"/>
            <p:cNvSpPr/>
            <p:nvPr/>
          </p:nvSpPr>
          <p:spPr>
            <a:xfrm>
              <a:off x="8544712" y="2346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9" name="pt58159"/>
            <p:cNvSpPr/>
            <p:nvPr/>
          </p:nvSpPr>
          <p:spPr>
            <a:xfrm>
              <a:off x="8772758" y="2083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0" name="pt58160"/>
            <p:cNvSpPr/>
            <p:nvPr/>
          </p:nvSpPr>
          <p:spPr>
            <a:xfrm>
              <a:off x="9310188" y="2159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1" name="pt58161"/>
            <p:cNvSpPr/>
            <p:nvPr/>
          </p:nvSpPr>
          <p:spPr>
            <a:xfrm>
              <a:off x="9108394" y="2119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2" name="pt58162"/>
            <p:cNvSpPr/>
            <p:nvPr/>
          </p:nvSpPr>
          <p:spPr>
            <a:xfrm>
              <a:off x="9563530" y="23946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3" name="pt58163"/>
            <p:cNvSpPr/>
            <p:nvPr/>
          </p:nvSpPr>
          <p:spPr>
            <a:xfrm>
              <a:off x="8610820" y="2188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4" name="pt58164"/>
            <p:cNvSpPr/>
            <p:nvPr/>
          </p:nvSpPr>
          <p:spPr>
            <a:xfrm>
              <a:off x="9273294" y="1699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5" name="pt58165"/>
            <p:cNvSpPr/>
            <p:nvPr/>
          </p:nvSpPr>
          <p:spPr>
            <a:xfrm>
              <a:off x="8908267" y="2031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6" name="pt58166"/>
            <p:cNvSpPr/>
            <p:nvPr/>
          </p:nvSpPr>
          <p:spPr>
            <a:xfrm>
              <a:off x="8274318" y="2430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7" name="pt58167"/>
            <p:cNvSpPr/>
            <p:nvPr/>
          </p:nvSpPr>
          <p:spPr>
            <a:xfrm>
              <a:off x="8721041" y="2256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8" name="pt58168"/>
            <p:cNvSpPr/>
            <p:nvPr/>
          </p:nvSpPr>
          <p:spPr>
            <a:xfrm>
              <a:off x="8274318" y="24915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9" name="pt58169"/>
            <p:cNvSpPr/>
            <p:nvPr/>
          </p:nvSpPr>
          <p:spPr>
            <a:xfrm>
              <a:off x="8636546" y="2359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0" name="pt58170"/>
            <p:cNvSpPr/>
            <p:nvPr/>
          </p:nvSpPr>
          <p:spPr>
            <a:xfrm>
              <a:off x="8274318" y="2436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1" name="pt58171"/>
            <p:cNvSpPr/>
            <p:nvPr/>
          </p:nvSpPr>
          <p:spPr>
            <a:xfrm>
              <a:off x="8439043" y="2439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2" name="pt58172"/>
            <p:cNvSpPr/>
            <p:nvPr/>
          </p:nvSpPr>
          <p:spPr>
            <a:xfrm>
              <a:off x="8439043" y="2483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3" name="pt58173"/>
            <p:cNvSpPr/>
            <p:nvPr/>
          </p:nvSpPr>
          <p:spPr>
            <a:xfrm>
              <a:off x="8918543" y="18356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4" name="pt58174"/>
            <p:cNvSpPr/>
            <p:nvPr/>
          </p:nvSpPr>
          <p:spPr>
            <a:xfrm>
              <a:off x="9296080" y="18313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5" name="pt58175"/>
            <p:cNvSpPr/>
            <p:nvPr/>
          </p:nvSpPr>
          <p:spPr>
            <a:xfrm>
              <a:off x="8471820" y="2424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6" name="pt58176"/>
            <p:cNvSpPr/>
            <p:nvPr/>
          </p:nvSpPr>
          <p:spPr>
            <a:xfrm>
              <a:off x="9317391" y="2031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7" name="pt58177"/>
            <p:cNvSpPr/>
            <p:nvPr/>
          </p:nvSpPr>
          <p:spPr>
            <a:xfrm>
              <a:off x="8274318" y="2553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8" name="pt58178"/>
            <p:cNvSpPr/>
            <p:nvPr/>
          </p:nvSpPr>
          <p:spPr>
            <a:xfrm>
              <a:off x="9602828" y="2342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9" name="pt58179"/>
            <p:cNvSpPr/>
            <p:nvPr/>
          </p:nvSpPr>
          <p:spPr>
            <a:xfrm>
              <a:off x="8398928" y="2443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0" name="pt58180"/>
            <p:cNvSpPr/>
            <p:nvPr/>
          </p:nvSpPr>
          <p:spPr>
            <a:xfrm>
              <a:off x="8821645" y="1986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1" name="pt58181"/>
            <p:cNvSpPr/>
            <p:nvPr/>
          </p:nvSpPr>
          <p:spPr>
            <a:xfrm>
              <a:off x="9077174" y="1909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2" name="pt58182"/>
            <p:cNvSpPr/>
            <p:nvPr/>
          </p:nvSpPr>
          <p:spPr>
            <a:xfrm>
              <a:off x="9200748" y="1882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3" name="pt58183"/>
            <p:cNvSpPr/>
            <p:nvPr/>
          </p:nvSpPr>
          <p:spPr>
            <a:xfrm>
              <a:off x="9017715" y="1932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4" name="pt58184"/>
            <p:cNvSpPr/>
            <p:nvPr/>
          </p:nvSpPr>
          <p:spPr>
            <a:xfrm>
              <a:off x="8679043" y="2211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5" name="pt58185"/>
            <p:cNvSpPr/>
            <p:nvPr/>
          </p:nvSpPr>
          <p:spPr>
            <a:xfrm>
              <a:off x="8274318" y="24469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6" name="pt58186"/>
            <p:cNvSpPr/>
            <p:nvPr/>
          </p:nvSpPr>
          <p:spPr>
            <a:xfrm>
              <a:off x="8910892" y="21069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7" name="pt58187"/>
            <p:cNvSpPr/>
            <p:nvPr/>
          </p:nvSpPr>
          <p:spPr>
            <a:xfrm>
              <a:off x="9191144" y="2317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8" name="pt58188"/>
            <p:cNvSpPr/>
            <p:nvPr/>
          </p:nvSpPr>
          <p:spPr>
            <a:xfrm>
              <a:off x="8742215" y="20086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9" name="pt58189"/>
            <p:cNvSpPr/>
            <p:nvPr/>
          </p:nvSpPr>
          <p:spPr>
            <a:xfrm>
              <a:off x="8274318" y="2511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0" name="pt58190"/>
            <p:cNvSpPr/>
            <p:nvPr/>
          </p:nvSpPr>
          <p:spPr>
            <a:xfrm>
              <a:off x="8499532" y="2561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1" name="pt58191"/>
            <p:cNvSpPr/>
            <p:nvPr/>
          </p:nvSpPr>
          <p:spPr>
            <a:xfrm>
              <a:off x="8688264" y="22151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2" name="pt58192"/>
            <p:cNvSpPr/>
            <p:nvPr/>
          </p:nvSpPr>
          <p:spPr>
            <a:xfrm>
              <a:off x="8471820" y="24604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3" name="pt58193"/>
            <p:cNvSpPr/>
            <p:nvPr/>
          </p:nvSpPr>
          <p:spPr>
            <a:xfrm>
              <a:off x="9226820" y="1898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4" name="pt58194"/>
            <p:cNvSpPr/>
            <p:nvPr/>
          </p:nvSpPr>
          <p:spPr>
            <a:xfrm>
              <a:off x="8697035" y="2030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5" name="pt58195"/>
            <p:cNvSpPr/>
            <p:nvPr/>
          </p:nvSpPr>
          <p:spPr>
            <a:xfrm>
              <a:off x="8721041" y="2080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6" name="pt58196"/>
            <p:cNvSpPr/>
            <p:nvPr/>
          </p:nvSpPr>
          <p:spPr>
            <a:xfrm>
              <a:off x="9356962" y="2107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7" name="pt58197"/>
            <p:cNvSpPr/>
            <p:nvPr/>
          </p:nvSpPr>
          <p:spPr>
            <a:xfrm>
              <a:off x="8913479" y="16724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8" name="pt58198"/>
            <p:cNvSpPr/>
            <p:nvPr/>
          </p:nvSpPr>
          <p:spPr>
            <a:xfrm>
              <a:off x="9427147" y="1954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9" name="pt58199"/>
            <p:cNvSpPr/>
            <p:nvPr/>
          </p:nvSpPr>
          <p:spPr>
            <a:xfrm>
              <a:off x="8803653" y="2011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0" name="pt58200"/>
            <p:cNvSpPr/>
            <p:nvPr/>
          </p:nvSpPr>
          <p:spPr>
            <a:xfrm>
              <a:off x="8563654" y="2197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1" name="pt58201"/>
            <p:cNvSpPr/>
            <p:nvPr/>
          </p:nvSpPr>
          <p:spPr>
            <a:xfrm>
              <a:off x="8721041" y="2330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2" name="pt58202"/>
            <p:cNvSpPr/>
            <p:nvPr/>
          </p:nvSpPr>
          <p:spPr>
            <a:xfrm>
              <a:off x="9226820" y="1896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3" name="pt58203"/>
            <p:cNvSpPr/>
            <p:nvPr/>
          </p:nvSpPr>
          <p:spPr>
            <a:xfrm>
              <a:off x="8735430" y="2147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4" name="pt58204"/>
            <p:cNvSpPr/>
            <p:nvPr/>
          </p:nvSpPr>
          <p:spPr>
            <a:xfrm>
              <a:off x="8471820" y="2608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5" name="pt58205"/>
            <p:cNvSpPr/>
            <p:nvPr/>
          </p:nvSpPr>
          <p:spPr>
            <a:xfrm>
              <a:off x="8954618" y="2267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6" name="pt58206"/>
            <p:cNvSpPr/>
            <p:nvPr/>
          </p:nvSpPr>
          <p:spPr>
            <a:xfrm>
              <a:off x="8705398" y="2137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7" name="pt58207"/>
            <p:cNvSpPr/>
            <p:nvPr/>
          </p:nvSpPr>
          <p:spPr>
            <a:xfrm>
              <a:off x="8610820" y="2129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8" name="pt58208"/>
            <p:cNvSpPr/>
            <p:nvPr/>
          </p:nvSpPr>
          <p:spPr>
            <a:xfrm>
              <a:off x="9083269" y="1863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9" name="pt58209"/>
            <p:cNvSpPr/>
            <p:nvPr/>
          </p:nvSpPr>
          <p:spPr>
            <a:xfrm>
              <a:off x="9152801" y="2001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0" name="pt58210"/>
            <p:cNvSpPr/>
            <p:nvPr/>
          </p:nvSpPr>
          <p:spPr>
            <a:xfrm>
              <a:off x="8439043" y="2367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1" name="pt58211"/>
            <p:cNvSpPr/>
            <p:nvPr/>
          </p:nvSpPr>
          <p:spPr>
            <a:xfrm>
              <a:off x="8705398" y="2086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2" name="pt58212"/>
            <p:cNvSpPr/>
            <p:nvPr/>
          </p:nvSpPr>
          <p:spPr>
            <a:xfrm>
              <a:off x="8767051" y="2117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3" name="pt58213"/>
            <p:cNvSpPr/>
            <p:nvPr/>
          </p:nvSpPr>
          <p:spPr>
            <a:xfrm>
              <a:off x="8274318" y="2263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4" name="pt58214"/>
            <p:cNvSpPr/>
            <p:nvPr/>
          </p:nvSpPr>
          <p:spPr>
            <a:xfrm>
              <a:off x="9077174" y="1931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5" name="pt58215"/>
            <p:cNvSpPr/>
            <p:nvPr/>
          </p:nvSpPr>
          <p:spPr>
            <a:xfrm>
              <a:off x="8918543" y="1851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6" name="pt58216"/>
            <p:cNvSpPr/>
            <p:nvPr/>
          </p:nvSpPr>
          <p:spPr>
            <a:xfrm>
              <a:off x="8636546" y="2357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7" name="pt58217"/>
            <p:cNvSpPr/>
            <p:nvPr/>
          </p:nvSpPr>
          <p:spPr>
            <a:xfrm>
              <a:off x="8439043" y="2108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8" name="pt58218"/>
            <p:cNvSpPr/>
            <p:nvPr/>
          </p:nvSpPr>
          <p:spPr>
            <a:xfrm>
              <a:off x="8748753" y="2111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9" name="pt58219"/>
            <p:cNvSpPr/>
            <p:nvPr/>
          </p:nvSpPr>
          <p:spPr>
            <a:xfrm>
              <a:off x="9101309" y="2068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0" name="pt58220"/>
            <p:cNvSpPr/>
            <p:nvPr/>
          </p:nvSpPr>
          <p:spPr>
            <a:xfrm>
              <a:off x="9657982" y="1950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1" name="pt58221"/>
            <p:cNvSpPr/>
            <p:nvPr/>
          </p:nvSpPr>
          <p:spPr>
            <a:xfrm>
              <a:off x="8659047" y="2393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2" name="pt58222"/>
            <p:cNvSpPr/>
            <p:nvPr/>
          </p:nvSpPr>
          <p:spPr>
            <a:xfrm>
              <a:off x="8398928" y="2518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3" name="pt58223"/>
            <p:cNvSpPr/>
            <p:nvPr/>
          </p:nvSpPr>
          <p:spPr>
            <a:xfrm>
              <a:off x="8793933" y="2177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4" name="pt58224"/>
            <p:cNvSpPr/>
            <p:nvPr/>
          </p:nvSpPr>
          <p:spPr>
            <a:xfrm>
              <a:off x="8347210" y="2430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5" name="pt58225"/>
            <p:cNvSpPr/>
            <p:nvPr/>
          </p:nvSpPr>
          <p:spPr>
            <a:xfrm>
              <a:off x="9336196" y="2041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6" name="pt58226"/>
            <p:cNvSpPr/>
            <p:nvPr/>
          </p:nvSpPr>
          <p:spPr>
            <a:xfrm>
              <a:off x="8984651" y="1842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7" name="pt58227"/>
            <p:cNvSpPr/>
            <p:nvPr/>
          </p:nvSpPr>
          <p:spPr>
            <a:xfrm>
              <a:off x="8580788" y="2397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8" name="pt58228"/>
            <p:cNvSpPr/>
            <p:nvPr/>
          </p:nvSpPr>
          <p:spPr>
            <a:xfrm>
              <a:off x="8834048" y="1964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9" name="pt58229"/>
            <p:cNvSpPr/>
            <p:nvPr/>
          </p:nvSpPr>
          <p:spPr>
            <a:xfrm>
              <a:off x="8347210" y="2115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0" name="pt58230"/>
            <p:cNvSpPr/>
            <p:nvPr/>
          </p:nvSpPr>
          <p:spPr>
            <a:xfrm>
              <a:off x="9180997" y="20395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1" name="pt58231"/>
            <p:cNvSpPr/>
            <p:nvPr/>
          </p:nvSpPr>
          <p:spPr>
            <a:xfrm>
              <a:off x="8935223" y="1769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2" name="pt58232"/>
            <p:cNvSpPr/>
            <p:nvPr/>
          </p:nvSpPr>
          <p:spPr>
            <a:xfrm>
              <a:off x="8821645" y="217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3" name="pt58233"/>
            <p:cNvSpPr/>
            <p:nvPr/>
          </p:nvSpPr>
          <p:spPr>
            <a:xfrm>
              <a:off x="9032878" y="1719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4" name="pt58234"/>
            <p:cNvSpPr/>
            <p:nvPr/>
          </p:nvSpPr>
          <p:spPr>
            <a:xfrm>
              <a:off x="8347210" y="2487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5" name="pt58235"/>
            <p:cNvSpPr/>
            <p:nvPr/>
          </p:nvSpPr>
          <p:spPr>
            <a:xfrm>
              <a:off x="9247994" y="1955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6" name="pt58236"/>
            <p:cNvSpPr/>
            <p:nvPr/>
          </p:nvSpPr>
          <p:spPr>
            <a:xfrm>
              <a:off x="9681061" y="2633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7" name="pt58237"/>
            <p:cNvSpPr/>
            <p:nvPr/>
          </p:nvSpPr>
          <p:spPr>
            <a:xfrm>
              <a:off x="9044397" y="2036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8" name="pt58238"/>
            <p:cNvSpPr/>
            <p:nvPr/>
          </p:nvSpPr>
          <p:spPr>
            <a:xfrm>
              <a:off x="8398928" y="2420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9" name="pt58239"/>
            <p:cNvSpPr/>
            <p:nvPr/>
          </p:nvSpPr>
          <p:spPr>
            <a:xfrm>
              <a:off x="8910892" y="2122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0" name="pt58240"/>
            <p:cNvSpPr/>
            <p:nvPr/>
          </p:nvSpPr>
          <p:spPr>
            <a:xfrm>
              <a:off x="8761156" y="23131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1" name="pt58241"/>
            <p:cNvSpPr/>
            <p:nvPr/>
          </p:nvSpPr>
          <p:spPr>
            <a:xfrm>
              <a:off x="8996361" y="1885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2" name="pt58242"/>
            <p:cNvSpPr/>
            <p:nvPr/>
          </p:nvSpPr>
          <p:spPr>
            <a:xfrm>
              <a:off x="8932933" y="1852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3" name="pt58243"/>
            <p:cNvSpPr/>
            <p:nvPr/>
          </p:nvSpPr>
          <p:spPr>
            <a:xfrm>
              <a:off x="9644062" y="208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4" name="pt58244"/>
            <p:cNvSpPr/>
            <p:nvPr/>
          </p:nvSpPr>
          <p:spPr>
            <a:xfrm>
              <a:off x="9236019" y="2044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5" name="pt58245"/>
            <p:cNvSpPr/>
            <p:nvPr/>
          </p:nvSpPr>
          <p:spPr>
            <a:xfrm>
              <a:off x="8932933" y="17288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6" name="pt58246"/>
            <p:cNvSpPr/>
            <p:nvPr/>
          </p:nvSpPr>
          <p:spPr>
            <a:xfrm>
              <a:off x="8948383" y="21304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7" name="pt58247"/>
            <p:cNvSpPr/>
            <p:nvPr/>
          </p:nvSpPr>
          <p:spPr>
            <a:xfrm>
              <a:off x="9597877" y="2258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8" name="pt58248"/>
            <p:cNvSpPr/>
            <p:nvPr/>
          </p:nvSpPr>
          <p:spPr>
            <a:xfrm>
              <a:off x="8825875" y="20457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9" name="pt58249"/>
            <p:cNvSpPr/>
            <p:nvPr/>
          </p:nvSpPr>
          <p:spPr>
            <a:xfrm>
              <a:off x="8580788" y="2276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0" name="pt58250"/>
            <p:cNvSpPr/>
            <p:nvPr/>
          </p:nvSpPr>
          <p:spPr>
            <a:xfrm>
              <a:off x="8849358" y="1879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1" name="pt58251"/>
            <p:cNvSpPr/>
            <p:nvPr/>
          </p:nvSpPr>
          <p:spPr>
            <a:xfrm>
              <a:off x="8973968" y="1961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2" name="pt58252"/>
            <p:cNvSpPr/>
            <p:nvPr/>
          </p:nvSpPr>
          <p:spPr>
            <a:xfrm>
              <a:off x="9486197" y="2407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3" name="pt58253"/>
            <p:cNvSpPr/>
            <p:nvPr/>
          </p:nvSpPr>
          <p:spPr>
            <a:xfrm>
              <a:off x="9317391" y="2152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4" name="pt58254"/>
            <p:cNvSpPr/>
            <p:nvPr/>
          </p:nvSpPr>
          <p:spPr>
            <a:xfrm>
              <a:off x="9535645" y="1786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5" name="pt58255"/>
            <p:cNvSpPr/>
            <p:nvPr/>
          </p:nvSpPr>
          <p:spPr>
            <a:xfrm>
              <a:off x="9761216" y="2458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6" name="pt58256"/>
            <p:cNvSpPr/>
            <p:nvPr/>
          </p:nvSpPr>
          <p:spPr>
            <a:xfrm>
              <a:off x="8659047" y="2407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7" name="pt58257"/>
            <p:cNvSpPr/>
            <p:nvPr/>
          </p:nvSpPr>
          <p:spPr>
            <a:xfrm>
              <a:off x="8688264" y="22026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8" name="pt58258"/>
            <p:cNvSpPr/>
            <p:nvPr/>
          </p:nvSpPr>
          <p:spPr>
            <a:xfrm>
              <a:off x="8964553" y="2184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9" name="pt58259"/>
            <p:cNvSpPr/>
            <p:nvPr/>
          </p:nvSpPr>
          <p:spPr>
            <a:xfrm>
              <a:off x="8624143" y="2344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0" name="pt58260"/>
            <p:cNvSpPr/>
            <p:nvPr/>
          </p:nvSpPr>
          <p:spPr>
            <a:xfrm>
              <a:off x="9442137" y="1916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1" name="pt58261"/>
            <p:cNvSpPr/>
            <p:nvPr/>
          </p:nvSpPr>
          <p:spPr>
            <a:xfrm>
              <a:off x="8973968" y="2007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2" name="pt58262"/>
            <p:cNvSpPr/>
            <p:nvPr/>
          </p:nvSpPr>
          <p:spPr>
            <a:xfrm>
              <a:off x="9761170" y="21229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3" name="pt58263"/>
            <p:cNvSpPr/>
            <p:nvPr/>
          </p:nvSpPr>
          <p:spPr>
            <a:xfrm>
              <a:off x="8624143" y="2391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4" name="pt58264"/>
            <p:cNvSpPr/>
            <p:nvPr/>
          </p:nvSpPr>
          <p:spPr>
            <a:xfrm>
              <a:off x="9074048" y="1827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5" name="pt58265"/>
            <p:cNvSpPr/>
            <p:nvPr/>
          </p:nvSpPr>
          <p:spPr>
            <a:xfrm>
              <a:off x="9027511" y="1881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6" name="pt58266"/>
            <p:cNvSpPr/>
            <p:nvPr/>
          </p:nvSpPr>
          <p:spPr>
            <a:xfrm>
              <a:off x="8932933" y="18843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7" name="pt58267"/>
            <p:cNvSpPr/>
            <p:nvPr/>
          </p:nvSpPr>
          <p:spPr>
            <a:xfrm>
              <a:off x="8876545" y="1781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8" name="pt58268"/>
            <p:cNvSpPr/>
            <p:nvPr/>
          </p:nvSpPr>
          <p:spPr>
            <a:xfrm>
              <a:off x="9394753" y="22765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9" name="pt58269"/>
            <p:cNvSpPr/>
            <p:nvPr/>
          </p:nvSpPr>
          <p:spPr>
            <a:xfrm>
              <a:off x="9191144" y="20701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0" name="pt58270"/>
            <p:cNvSpPr/>
            <p:nvPr/>
          </p:nvSpPr>
          <p:spPr>
            <a:xfrm>
              <a:off x="8563654" y="23832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1" name="pt58271"/>
            <p:cNvSpPr/>
            <p:nvPr/>
          </p:nvSpPr>
          <p:spPr>
            <a:xfrm>
              <a:off x="9265854" y="2032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2" name="pt58272"/>
            <p:cNvSpPr/>
            <p:nvPr/>
          </p:nvSpPr>
          <p:spPr>
            <a:xfrm>
              <a:off x="8742215" y="2009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3" name="pt58273"/>
            <p:cNvSpPr/>
            <p:nvPr/>
          </p:nvSpPr>
          <p:spPr>
            <a:xfrm>
              <a:off x="9152801" y="1952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4" name="pt58274"/>
            <p:cNvSpPr/>
            <p:nvPr/>
          </p:nvSpPr>
          <p:spPr>
            <a:xfrm>
              <a:off x="9140881" y="2060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5" name="pt58275"/>
            <p:cNvSpPr/>
            <p:nvPr/>
          </p:nvSpPr>
          <p:spPr>
            <a:xfrm>
              <a:off x="8580788" y="2164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6" name="pt58276"/>
            <p:cNvSpPr/>
            <p:nvPr/>
          </p:nvSpPr>
          <p:spPr>
            <a:xfrm>
              <a:off x="9401682" y="2215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7" name="pt58277"/>
            <p:cNvSpPr/>
            <p:nvPr/>
          </p:nvSpPr>
          <p:spPr>
            <a:xfrm>
              <a:off x="9275707" y="1718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8" name="pt58278"/>
            <p:cNvSpPr/>
            <p:nvPr/>
          </p:nvSpPr>
          <p:spPr>
            <a:xfrm>
              <a:off x="8398928" y="2421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9" name="pt58279"/>
            <p:cNvSpPr/>
            <p:nvPr/>
          </p:nvSpPr>
          <p:spPr>
            <a:xfrm>
              <a:off x="9051686" y="2102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0" name="pt58280"/>
            <p:cNvSpPr/>
            <p:nvPr/>
          </p:nvSpPr>
          <p:spPr>
            <a:xfrm>
              <a:off x="8659047" y="2385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1" name="pt58281"/>
            <p:cNvSpPr/>
            <p:nvPr/>
          </p:nvSpPr>
          <p:spPr>
            <a:xfrm>
              <a:off x="9363803" y="1980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2" name="pt58282"/>
            <p:cNvSpPr/>
            <p:nvPr/>
          </p:nvSpPr>
          <p:spPr>
            <a:xfrm>
              <a:off x="8856549" y="2325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3" name="pt58283"/>
            <p:cNvSpPr/>
            <p:nvPr/>
          </p:nvSpPr>
          <p:spPr>
            <a:xfrm>
              <a:off x="9356962" y="20534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4" name="pt58284"/>
            <p:cNvSpPr/>
            <p:nvPr/>
          </p:nvSpPr>
          <p:spPr>
            <a:xfrm>
              <a:off x="9339588" y="21596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5" name="pt58285"/>
            <p:cNvSpPr/>
            <p:nvPr/>
          </p:nvSpPr>
          <p:spPr>
            <a:xfrm>
              <a:off x="8713389" y="21983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6" name="pt58286"/>
            <p:cNvSpPr/>
            <p:nvPr/>
          </p:nvSpPr>
          <p:spPr>
            <a:xfrm>
              <a:off x="9442137" y="1790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7" name="pt58287"/>
            <p:cNvSpPr/>
            <p:nvPr/>
          </p:nvSpPr>
          <p:spPr>
            <a:xfrm>
              <a:off x="9124182" y="2058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8" name="pt58288"/>
            <p:cNvSpPr/>
            <p:nvPr/>
          </p:nvSpPr>
          <p:spPr>
            <a:xfrm>
              <a:off x="8347210" y="2061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9" name="pt58289"/>
            <p:cNvSpPr/>
            <p:nvPr/>
          </p:nvSpPr>
          <p:spPr>
            <a:xfrm>
              <a:off x="9089164" y="1666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0" name="pt58290"/>
            <p:cNvSpPr/>
            <p:nvPr/>
          </p:nvSpPr>
          <p:spPr>
            <a:xfrm>
              <a:off x="8610820" y="2102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1" name="pt58291"/>
            <p:cNvSpPr/>
            <p:nvPr/>
          </p:nvSpPr>
          <p:spPr>
            <a:xfrm>
              <a:off x="8778290" y="2092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2" name="pt58292"/>
            <p:cNvSpPr/>
            <p:nvPr/>
          </p:nvSpPr>
          <p:spPr>
            <a:xfrm>
              <a:off x="8713389" y="23345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3" name="pt58293"/>
            <p:cNvSpPr/>
            <p:nvPr/>
          </p:nvSpPr>
          <p:spPr>
            <a:xfrm>
              <a:off x="9707347" y="1879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4" name="pt58294"/>
            <p:cNvSpPr/>
            <p:nvPr/>
          </p:nvSpPr>
          <p:spPr>
            <a:xfrm>
              <a:off x="8688264" y="2168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5" name="pt58295"/>
            <p:cNvSpPr/>
            <p:nvPr/>
          </p:nvSpPr>
          <p:spPr>
            <a:xfrm>
              <a:off x="8471820" y="24639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6" name="pt58296"/>
            <p:cNvSpPr/>
            <p:nvPr/>
          </p:nvSpPr>
          <p:spPr>
            <a:xfrm>
              <a:off x="9236019" y="2039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7" name="pt58297"/>
            <p:cNvSpPr/>
            <p:nvPr/>
          </p:nvSpPr>
          <p:spPr>
            <a:xfrm>
              <a:off x="9334969" y="2090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8" name="pt58298"/>
            <p:cNvSpPr/>
            <p:nvPr/>
          </p:nvSpPr>
          <p:spPr>
            <a:xfrm>
              <a:off x="8755061" y="23532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9" name="pt58299"/>
            <p:cNvSpPr/>
            <p:nvPr/>
          </p:nvSpPr>
          <p:spPr>
            <a:xfrm>
              <a:off x="8274318" y="2368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0" name="pt58300"/>
            <p:cNvSpPr/>
            <p:nvPr/>
          </p:nvSpPr>
          <p:spPr>
            <a:xfrm>
              <a:off x="9361481" y="22315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1" name="pt58301"/>
            <p:cNvSpPr/>
            <p:nvPr/>
          </p:nvSpPr>
          <p:spPr>
            <a:xfrm>
              <a:off x="8830008" y="1952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2" name="pt58302"/>
            <p:cNvSpPr/>
            <p:nvPr/>
          </p:nvSpPr>
          <p:spPr>
            <a:xfrm>
              <a:off x="8713389" y="2194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3" name="pt58303"/>
            <p:cNvSpPr/>
            <p:nvPr/>
          </p:nvSpPr>
          <p:spPr>
            <a:xfrm>
              <a:off x="8783657" y="214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4" name="pt58304"/>
            <p:cNvSpPr/>
            <p:nvPr/>
          </p:nvSpPr>
          <p:spPr>
            <a:xfrm>
              <a:off x="8948383" y="21198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5" name="pt58305"/>
            <p:cNvSpPr/>
            <p:nvPr/>
          </p:nvSpPr>
          <p:spPr>
            <a:xfrm>
              <a:off x="8767051" y="2061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6" name="pt58306"/>
            <p:cNvSpPr/>
            <p:nvPr/>
          </p:nvSpPr>
          <p:spPr>
            <a:xfrm>
              <a:off x="8798858" y="2069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7" name="pt58307"/>
            <p:cNvSpPr/>
            <p:nvPr/>
          </p:nvSpPr>
          <p:spPr>
            <a:xfrm>
              <a:off x="9645731" y="2492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8" name="pt58308"/>
            <p:cNvSpPr/>
            <p:nvPr/>
          </p:nvSpPr>
          <p:spPr>
            <a:xfrm>
              <a:off x="8767051" y="2127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9" name="pt58309"/>
            <p:cNvSpPr/>
            <p:nvPr/>
          </p:nvSpPr>
          <p:spPr>
            <a:xfrm>
              <a:off x="8398928" y="2626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0" name="pt58310"/>
            <p:cNvSpPr/>
            <p:nvPr/>
          </p:nvSpPr>
          <p:spPr>
            <a:xfrm>
              <a:off x="8648148" y="2358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1" name="pt58311"/>
            <p:cNvSpPr/>
            <p:nvPr/>
          </p:nvSpPr>
          <p:spPr>
            <a:xfrm>
              <a:off x="8398928" y="223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2" name="pt58312"/>
            <p:cNvSpPr/>
            <p:nvPr/>
          </p:nvSpPr>
          <p:spPr>
            <a:xfrm>
              <a:off x="9200748" y="18034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3" name="pt58313"/>
            <p:cNvSpPr/>
            <p:nvPr/>
          </p:nvSpPr>
          <p:spPr>
            <a:xfrm>
              <a:off x="9597877" y="2122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4" name="pt58314"/>
            <p:cNvSpPr/>
            <p:nvPr/>
          </p:nvSpPr>
          <p:spPr>
            <a:xfrm>
              <a:off x="9142325" y="2194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5" name="pt58315"/>
            <p:cNvSpPr/>
            <p:nvPr/>
          </p:nvSpPr>
          <p:spPr>
            <a:xfrm>
              <a:off x="9681061" y="23939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6" name="pt58316"/>
            <p:cNvSpPr/>
            <p:nvPr/>
          </p:nvSpPr>
          <p:spPr>
            <a:xfrm>
              <a:off x="8648148" y="2286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7" name="pt58317"/>
            <p:cNvSpPr/>
            <p:nvPr/>
          </p:nvSpPr>
          <p:spPr>
            <a:xfrm>
              <a:off x="9717541" y="2169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8" name="pt58318"/>
            <p:cNvSpPr/>
            <p:nvPr/>
          </p:nvSpPr>
          <p:spPr>
            <a:xfrm>
              <a:off x="8808322" y="2223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9" name="pt58319"/>
            <p:cNvSpPr/>
            <p:nvPr/>
          </p:nvSpPr>
          <p:spPr>
            <a:xfrm>
              <a:off x="8849358" y="2234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0" name="pt58320"/>
            <p:cNvSpPr/>
            <p:nvPr/>
          </p:nvSpPr>
          <p:spPr>
            <a:xfrm>
              <a:off x="8636546" y="2311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1" name="pt58321"/>
            <p:cNvSpPr/>
            <p:nvPr/>
          </p:nvSpPr>
          <p:spPr>
            <a:xfrm>
              <a:off x="8624143" y="2471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2" name="pt58322"/>
            <p:cNvSpPr/>
            <p:nvPr/>
          </p:nvSpPr>
          <p:spPr>
            <a:xfrm>
              <a:off x="9567694" y="2482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3" name="pt58323"/>
            <p:cNvSpPr/>
            <p:nvPr/>
          </p:nvSpPr>
          <p:spPr>
            <a:xfrm>
              <a:off x="8274318" y="1964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4" name="pt58324"/>
            <p:cNvSpPr/>
            <p:nvPr/>
          </p:nvSpPr>
          <p:spPr>
            <a:xfrm>
              <a:off x="8398928" y="2437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5" name="pt58325"/>
            <p:cNvSpPr/>
            <p:nvPr/>
          </p:nvSpPr>
          <p:spPr>
            <a:xfrm>
              <a:off x="8803653" y="2124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6" name="pt58326"/>
            <p:cNvSpPr/>
            <p:nvPr/>
          </p:nvSpPr>
          <p:spPr>
            <a:xfrm>
              <a:off x="9226820" y="2052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7" name="pt58327"/>
            <p:cNvSpPr/>
            <p:nvPr/>
          </p:nvSpPr>
          <p:spPr>
            <a:xfrm>
              <a:off x="9210359" y="17867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8" name="pt58328"/>
            <p:cNvSpPr/>
            <p:nvPr/>
          </p:nvSpPr>
          <p:spPr>
            <a:xfrm>
              <a:off x="8398928" y="2613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9" name="pt58329"/>
            <p:cNvSpPr/>
            <p:nvPr/>
          </p:nvSpPr>
          <p:spPr>
            <a:xfrm>
              <a:off x="8688264" y="22655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0" name="pt58330"/>
            <p:cNvSpPr/>
            <p:nvPr/>
          </p:nvSpPr>
          <p:spPr>
            <a:xfrm>
              <a:off x="8973968" y="1875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1" name="pt58331"/>
            <p:cNvSpPr/>
            <p:nvPr/>
          </p:nvSpPr>
          <p:spPr>
            <a:xfrm>
              <a:off x="9597877" y="2123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2" name="pt58332"/>
            <p:cNvSpPr/>
            <p:nvPr/>
          </p:nvSpPr>
          <p:spPr>
            <a:xfrm>
              <a:off x="8939717" y="2049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3" name="pt58333"/>
            <p:cNvSpPr/>
            <p:nvPr/>
          </p:nvSpPr>
          <p:spPr>
            <a:xfrm>
              <a:off x="8398928" y="2270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4" name="pt58334"/>
            <p:cNvSpPr/>
            <p:nvPr/>
          </p:nvSpPr>
          <p:spPr>
            <a:xfrm>
              <a:off x="9210359" y="1781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5" name="pt58335"/>
            <p:cNvSpPr/>
            <p:nvPr/>
          </p:nvSpPr>
          <p:spPr>
            <a:xfrm>
              <a:off x="9294237" y="1935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6" name="pt58336"/>
            <p:cNvSpPr/>
            <p:nvPr/>
          </p:nvSpPr>
          <p:spPr>
            <a:xfrm>
              <a:off x="8274318" y="2378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7" name="pt58337"/>
            <p:cNvSpPr/>
            <p:nvPr/>
          </p:nvSpPr>
          <p:spPr>
            <a:xfrm>
              <a:off x="8932933" y="1849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8" name="pt58338"/>
            <p:cNvSpPr/>
            <p:nvPr/>
          </p:nvSpPr>
          <p:spPr>
            <a:xfrm>
              <a:off x="9334969" y="2181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9" name="pt58339"/>
            <p:cNvSpPr/>
            <p:nvPr/>
          </p:nvSpPr>
          <p:spPr>
            <a:xfrm>
              <a:off x="9188382" y="2062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0" name="pt58340"/>
            <p:cNvSpPr/>
            <p:nvPr/>
          </p:nvSpPr>
          <p:spPr>
            <a:xfrm>
              <a:off x="8679043" y="2141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1" name="pt58341"/>
            <p:cNvSpPr/>
            <p:nvPr/>
          </p:nvSpPr>
          <p:spPr>
            <a:xfrm>
              <a:off x="9243545" y="21060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2" name="pt58342"/>
            <p:cNvSpPr/>
            <p:nvPr/>
          </p:nvSpPr>
          <p:spPr>
            <a:xfrm>
              <a:off x="9124182" y="2229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3" name="pt58343"/>
            <p:cNvSpPr/>
            <p:nvPr/>
          </p:nvSpPr>
          <p:spPr>
            <a:xfrm>
              <a:off x="9226820" y="193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4" name="pt58344"/>
            <p:cNvSpPr/>
            <p:nvPr/>
          </p:nvSpPr>
          <p:spPr>
            <a:xfrm>
              <a:off x="9371804" y="19687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5" name="pt58345"/>
            <p:cNvSpPr/>
            <p:nvPr/>
          </p:nvSpPr>
          <p:spPr>
            <a:xfrm>
              <a:off x="8923469" y="19746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6" name="pt58346"/>
            <p:cNvSpPr/>
            <p:nvPr/>
          </p:nvSpPr>
          <p:spPr>
            <a:xfrm>
              <a:off x="9200228" y="1931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7" name="pt58347"/>
            <p:cNvSpPr/>
            <p:nvPr/>
          </p:nvSpPr>
          <p:spPr>
            <a:xfrm>
              <a:off x="8845651" y="1927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8" name="pt58348"/>
            <p:cNvSpPr/>
            <p:nvPr/>
          </p:nvSpPr>
          <p:spPr>
            <a:xfrm>
              <a:off x="8523538" y="2394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9" name="pt58349"/>
            <p:cNvSpPr/>
            <p:nvPr/>
          </p:nvSpPr>
          <p:spPr>
            <a:xfrm>
              <a:off x="8956650" y="2294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0" name="pt58350"/>
            <p:cNvSpPr/>
            <p:nvPr/>
          </p:nvSpPr>
          <p:spPr>
            <a:xfrm>
              <a:off x="9268724" y="1658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1" name="pt58351"/>
            <p:cNvSpPr/>
            <p:nvPr/>
          </p:nvSpPr>
          <p:spPr>
            <a:xfrm>
              <a:off x="9116046" y="1976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2" name="pt58352"/>
            <p:cNvSpPr/>
            <p:nvPr/>
          </p:nvSpPr>
          <p:spPr>
            <a:xfrm>
              <a:off x="9075096" y="1832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3" name="pt58353"/>
            <p:cNvSpPr/>
            <p:nvPr/>
          </p:nvSpPr>
          <p:spPr>
            <a:xfrm>
              <a:off x="8659047" y="2341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4" name="pt58354"/>
            <p:cNvSpPr/>
            <p:nvPr/>
          </p:nvSpPr>
          <p:spPr>
            <a:xfrm>
              <a:off x="9035502" y="1663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5" name="pt58355"/>
            <p:cNvSpPr/>
            <p:nvPr/>
          </p:nvSpPr>
          <p:spPr>
            <a:xfrm>
              <a:off x="9296080" y="1856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6" name="pt58356"/>
            <p:cNvSpPr/>
            <p:nvPr/>
          </p:nvSpPr>
          <p:spPr>
            <a:xfrm>
              <a:off x="9488519" y="2524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7" name="pt58357"/>
            <p:cNvSpPr/>
            <p:nvPr/>
          </p:nvSpPr>
          <p:spPr>
            <a:xfrm>
              <a:off x="9285697" y="1825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8" name="pt58358"/>
            <p:cNvSpPr/>
            <p:nvPr/>
          </p:nvSpPr>
          <p:spPr>
            <a:xfrm>
              <a:off x="9313270" y="2107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9" name="pt58359"/>
            <p:cNvSpPr/>
            <p:nvPr/>
          </p:nvSpPr>
          <p:spPr>
            <a:xfrm>
              <a:off x="8873363" y="20498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0" name="pt58360"/>
            <p:cNvSpPr/>
            <p:nvPr/>
          </p:nvSpPr>
          <p:spPr>
            <a:xfrm>
              <a:off x="8830008" y="1877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1" name="pt58361"/>
            <p:cNvSpPr/>
            <p:nvPr/>
          </p:nvSpPr>
          <p:spPr>
            <a:xfrm>
              <a:off x="8821645" y="20357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2" name="pt58362"/>
            <p:cNvSpPr/>
            <p:nvPr/>
          </p:nvSpPr>
          <p:spPr>
            <a:xfrm>
              <a:off x="8499532" y="22290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3" name="pt58363"/>
            <p:cNvSpPr/>
            <p:nvPr/>
          </p:nvSpPr>
          <p:spPr>
            <a:xfrm>
              <a:off x="9275707" y="1908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4" name="pt58364"/>
            <p:cNvSpPr/>
            <p:nvPr/>
          </p:nvSpPr>
          <p:spPr>
            <a:xfrm>
              <a:off x="8834048" y="1837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5" name="pt58365"/>
            <p:cNvSpPr/>
            <p:nvPr/>
          </p:nvSpPr>
          <p:spPr>
            <a:xfrm>
              <a:off x="8596430" y="2280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6" name="pt58366"/>
            <p:cNvSpPr/>
            <p:nvPr/>
          </p:nvSpPr>
          <p:spPr>
            <a:xfrm>
              <a:off x="8398928" y="2445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7" name="pt58367"/>
            <p:cNvSpPr/>
            <p:nvPr/>
          </p:nvSpPr>
          <p:spPr>
            <a:xfrm>
              <a:off x="8624143" y="2462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8" name="pt58368"/>
            <p:cNvSpPr/>
            <p:nvPr/>
          </p:nvSpPr>
          <p:spPr>
            <a:xfrm>
              <a:off x="9233005" y="2233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9" name="pt58369"/>
            <p:cNvSpPr/>
            <p:nvPr/>
          </p:nvSpPr>
          <p:spPr>
            <a:xfrm>
              <a:off x="9059833" y="1692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0" name="pt58370"/>
            <p:cNvSpPr/>
            <p:nvPr/>
          </p:nvSpPr>
          <p:spPr>
            <a:xfrm>
              <a:off x="8748753" y="2035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1" name="pt58371"/>
            <p:cNvSpPr/>
            <p:nvPr/>
          </p:nvSpPr>
          <p:spPr>
            <a:xfrm>
              <a:off x="9334476" y="2131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2" name="pt58372"/>
            <p:cNvSpPr/>
            <p:nvPr/>
          </p:nvSpPr>
          <p:spPr>
            <a:xfrm>
              <a:off x="8274318" y="270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3" name="pt58373"/>
            <p:cNvSpPr/>
            <p:nvPr/>
          </p:nvSpPr>
          <p:spPr>
            <a:xfrm>
              <a:off x="9223188" y="1968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4" name="pt58374"/>
            <p:cNvSpPr/>
            <p:nvPr/>
          </p:nvSpPr>
          <p:spPr>
            <a:xfrm>
              <a:off x="8956650" y="2268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5" name="pt58375"/>
            <p:cNvSpPr/>
            <p:nvPr/>
          </p:nvSpPr>
          <p:spPr>
            <a:xfrm>
              <a:off x="8793933" y="2053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6" name="pt58376"/>
            <p:cNvSpPr/>
            <p:nvPr/>
          </p:nvSpPr>
          <p:spPr>
            <a:xfrm>
              <a:off x="8523538" y="2376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7" name="pt58377"/>
            <p:cNvSpPr/>
            <p:nvPr/>
          </p:nvSpPr>
          <p:spPr>
            <a:xfrm>
              <a:off x="9074048" y="17883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8" name="pt58378"/>
            <p:cNvSpPr/>
            <p:nvPr/>
          </p:nvSpPr>
          <p:spPr>
            <a:xfrm>
              <a:off x="8803653" y="1978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9" name="pt58379"/>
            <p:cNvSpPr/>
            <p:nvPr/>
          </p:nvSpPr>
          <p:spPr>
            <a:xfrm>
              <a:off x="8596430" y="23403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0" name="pt58380"/>
            <p:cNvSpPr/>
            <p:nvPr/>
          </p:nvSpPr>
          <p:spPr>
            <a:xfrm>
              <a:off x="9275707" y="1853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1" name="pt58381"/>
            <p:cNvSpPr/>
            <p:nvPr/>
          </p:nvSpPr>
          <p:spPr>
            <a:xfrm>
              <a:off x="8610820" y="2080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2" name="pt58382"/>
            <p:cNvSpPr/>
            <p:nvPr/>
          </p:nvSpPr>
          <p:spPr>
            <a:xfrm>
              <a:off x="9124975" y="2049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3" name="pt58383"/>
            <p:cNvSpPr/>
            <p:nvPr/>
          </p:nvSpPr>
          <p:spPr>
            <a:xfrm>
              <a:off x="9110981" y="19996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4" name="pt58384"/>
            <p:cNvSpPr/>
            <p:nvPr/>
          </p:nvSpPr>
          <p:spPr>
            <a:xfrm>
              <a:off x="8856549" y="2173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5" name="pt58385"/>
            <p:cNvSpPr/>
            <p:nvPr/>
          </p:nvSpPr>
          <p:spPr>
            <a:xfrm>
              <a:off x="8970261" y="2107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6" name="pt58386"/>
            <p:cNvSpPr/>
            <p:nvPr/>
          </p:nvSpPr>
          <p:spPr>
            <a:xfrm>
              <a:off x="8398928" y="2457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7" name="pt58387"/>
            <p:cNvSpPr/>
            <p:nvPr/>
          </p:nvSpPr>
          <p:spPr>
            <a:xfrm>
              <a:off x="8439043" y="2208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8" name="pt58388"/>
            <p:cNvSpPr/>
            <p:nvPr/>
          </p:nvSpPr>
          <p:spPr>
            <a:xfrm>
              <a:off x="9074048" y="18797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9" name="pt58389"/>
            <p:cNvSpPr/>
            <p:nvPr/>
          </p:nvSpPr>
          <p:spPr>
            <a:xfrm>
              <a:off x="9069792" y="1718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0" name="pt58390"/>
            <p:cNvSpPr/>
            <p:nvPr/>
          </p:nvSpPr>
          <p:spPr>
            <a:xfrm>
              <a:off x="8897369" y="2204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1" name="pt58391"/>
            <p:cNvSpPr/>
            <p:nvPr/>
          </p:nvSpPr>
          <p:spPr>
            <a:xfrm>
              <a:off x="8398928" y="23583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2" name="pt58392"/>
            <p:cNvSpPr/>
            <p:nvPr/>
          </p:nvSpPr>
          <p:spPr>
            <a:xfrm>
              <a:off x="8964553" y="20956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3" name="pt58393"/>
            <p:cNvSpPr/>
            <p:nvPr/>
          </p:nvSpPr>
          <p:spPr>
            <a:xfrm>
              <a:off x="9448796" y="1942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4" name="pt58394"/>
            <p:cNvSpPr/>
            <p:nvPr/>
          </p:nvSpPr>
          <p:spPr>
            <a:xfrm>
              <a:off x="8856549" y="2293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5" name="pt58395"/>
            <p:cNvSpPr/>
            <p:nvPr/>
          </p:nvSpPr>
          <p:spPr>
            <a:xfrm>
              <a:off x="9201267" y="1834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6" name="pt58396"/>
            <p:cNvSpPr/>
            <p:nvPr/>
          </p:nvSpPr>
          <p:spPr>
            <a:xfrm>
              <a:off x="9761216" y="24838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7" name="pt58397"/>
            <p:cNvSpPr/>
            <p:nvPr/>
          </p:nvSpPr>
          <p:spPr>
            <a:xfrm>
              <a:off x="8755061" y="2203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8" name="pt58398"/>
            <p:cNvSpPr/>
            <p:nvPr/>
          </p:nvSpPr>
          <p:spPr>
            <a:xfrm>
              <a:off x="8544712" y="2375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9" name="pt58399"/>
            <p:cNvSpPr/>
            <p:nvPr/>
          </p:nvSpPr>
          <p:spPr>
            <a:xfrm>
              <a:off x="8856549" y="2181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0" name="pt58400"/>
            <p:cNvSpPr/>
            <p:nvPr/>
          </p:nvSpPr>
          <p:spPr>
            <a:xfrm>
              <a:off x="8610820" y="20222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1" name="pt58401"/>
            <p:cNvSpPr/>
            <p:nvPr/>
          </p:nvSpPr>
          <p:spPr>
            <a:xfrm>
              <a:off x="8728379" y="2065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2" name="pt58402"/>
            <p:cNvSpPr/>
            <p:nvPr/>
          </p:nvSpPr>
          <p:spPr>
            <a:xfrm>
              <a:off x="9089164" y="1650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3" name="pt58403"/>
            <p:cNvSpPr/>
            <p:nvPr/>
          </p:nvSpPr>
          <p:spPr>
            <a:xfrm>
              <a:off x="8439043" y="2109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4" name="pt58404"/>
            <p:cNvSpPr/>
            <p:nvPr/>
          </p:nvSpPr>
          <p:spPr>
            <a:xfrm>
              <a:off x="9124975" y="2078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5" name="pt58405"/>
            <p:cNvSpPr/>
            <p:nvPr/>
          </p:nvSpPr>
          <p:spPr>
            <a:xfrm>
              <a:off x="9274677" y="184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6" name="pt58406"/>
            <p:cNvSpPr/>
            <p:nvPr/>
          </p:nvSpPr>
          <p:spPr>
            <a:xfrm>
              <a:off x="8937484" y="20845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7" name="pt58407"/>
            <p:cNvSpPr/>
            <p:nvPr/>
          </p:nvSpPr>
          <p:spPr>
            <a:xfrm>
              <a:off x="9513165" y="24279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8" name="pt58408"/>
            <p:cNvSpPr/>
            <p:nvPr/>
          </p:nvSpPr>
          <p:spPr>
            <a:xfrm>
              <a:off x="8544712" y="2311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9" name="pt58409"/>
            <p:cNvSpPr/>
            <p:nvPr/>
          </p:nvSpPr>
          <p:spPr>
            <a:xfrm>
              <a:off x="8648148" y="2479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0" name="pt58410"/>
            <p:cNvSpPr/>
            <p:nvPr/>
          </p:nvSpPr>
          <p:spPr>
            <a:xfrm>
              <a:off x="8838000" y="2070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1" name="pt58411"/>
            <p:cNvSpPr/>
            <p:nvPr/>
          </p:nvSpPr>
          <p:spPr>
            <a:xfrm>
              <a:off x="8347210" y="2291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2" name="pt58412"/>
            <p:cNvSpPr/>
            <p:nvPr/>
          </p:nvSpPr>
          <p:spPr>
            <a:xfrm>
              <a:off x="8563654" y="21253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3" name="pt58413"/>
            <p:cNvSpPr/>
            <p:nvPr/>
          </p:nvSpPr>
          <p:spPr>
            <a:xfrm>
              <a:off x="8398928" y="22873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4" name="pt58414"/>
            <p:cNvSpPr/>
            <p:nvPr/>
          </p:nvSpPr>
          <p:spPr>
            <a:xfrm>
              <a:off x="8849358" y="1981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5" name="pt58415"/>
            <p:cNvSpPr/>
            <p:nvPr/>
          </p:nvSpPr>
          <p:spPr>
            <a:xfrm>
              <a:off x="9379078" y="2065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6" name="pt58416"/>
            <p:cNvSpPr/>
            <p:nvPr/>
          </p:nvSpPr>
          <p:spPr>
            <a:xfrm>
              <a:off x="8888738" y="21562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7" name="pt58417"/>
            <p:cNvSpPr/>
            <p:nvPr/>
          </p:nvSpPr>
          <p:spPr>
            <a:xfrm>
              <a:off x="9126552" y="2028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8" name="pt58418"/>
            <p:cNvSpPr/>
            <p:nvPr/>
          </p:nvSpPr>
          <p:spPr>
            <a:xfrm>
              <a:off x="8523538" y="2382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9" name="pt58419"/>
            <p:cNvSpPr/>
            <p:nvPr/>
          </p:nvSpPr>
          <p:spPr>
            <a:xfrm>
              <a:off x="8669323" y="2381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0" name="pt58420"/>
            <p:cNvSpPr/>
            <p:nvPr/>
          </p:nvSpPr>
          <p:spPr>
            <a:xfrm>
              <a:off x="8596430" y="2339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1" name="pt58421"/>
            <p:cNvSpPr/>
            <p:nvPr/>
          </p:nvSpPr>
          <p:spPr>
            <a:xfrm>
              <a:off x="8610820" y="2089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2" name="pt58422"/>
            <p:cNvSpPr/>
            <p:nvPr/>
          </p:nvSpPr>
          <p:spPr>
            <a:xfrm>
              <a:off x="9258470" y="1941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3" name="pt58423"/>
            <p:cNvSpPr/>
            <p:nvPr/>
          </p:nvSpPr>
          <p:spPr>
            <a:xfrm>
              <a:off x="8439043" y="2136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4" name="pt58424"/>
            <p:cNvSpPr/>
            <p:nvPr/>
          </p:nvSpPr>
          <p:spPr>
            <a:xfrm>
              <a:off x="8439043" y="24240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5" name="pt58425"/>
            <p:cNvSpPr/>
            <p:nvPr/>
          </p:nvSpPr>
          <p:spPr>
            <a:xfrm>
              <a:off x="8274318" y="2675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6" name="pt58426"/>
            <p:cNvSpPr/>
            <p:nvPr/>
          </p:nvSpPr>
          <p:spPr>
            <a:xfrm>
              <a:off x="8610820" y="2010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7" name="pt58427"/>
            <p:cNvSpPr/>
            <p:nvPr/>
          </p:nvSpPr>
          <p:spPr>
            <a:xfrm>
              <a:off x="8688264" y="2265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8" name="pt58428"/>
            <p:cNvSpPr/>
            <p:nvPr/>
          </p:nvSpPr>
          <p:spPr>
            <a:xfrm>
              <a:off x="8834048" y="2075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9" name="pt58429"/>
            <p:cNvSpPr/>
            <p:nvPr/>
          </p:nvSpPr>
          <p:spPr>
            <a:xfrm>
              <a:off x="8471820" y="2383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0" name="pt58430"/>
            <p:cNvSpPr/>
            <p:nvPr/>
          </p:nvSpPr>
          <p:spPr>
            <a:xfrm>
              <a:off x="8852989" y="1893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1" name="pt58431"/>
            <p:cNvSpPr/>
            <p:nvPr/>
          </p:nvSpPr>
          <p:spPr>
            <a:xfrm>
              <a:off x="8958659" y="2274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2" name="pt58432"/>
            <p:cNvSpPr/>
            <p:nvPr/>
          </p:nvSpPr>
          <p:spPr>
            <a:xfrm>
              <a:off x="8876545" y="1652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3" name="pt58433"/>
            <p:cNvSpPr/>
            <p:nvPr/>
          </p:nvSpPr>
          <p:spPr>
            <a:xfrm>
              <a:off x="8735430" y="21828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4" name="pt58434"/>
            <p:cNvSpPr/>
            <p:nvPr/>
          </p:nvSpPr>
          <p:spPr>
            <a:xfrm>
              <a:off x="9059833" y="1797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5" name="pt58435"/>
            <p:cNvSpPr/>
            <p:nvPr/>
          </p:nvSpPr>
          <p:spPr>
            <a:xfrm>
              <a:off x="9379078" y="20811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6" name="pt58436"/>
            <p:cNvSpPr/>
            <p:nvPr/>
          </p:nvSpPr>
          <p:spPr>
            <a:xfrm>
              <a:off x="8838000" y="1937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7" name="pt58437"/>
            <p:cNvSpPr/>
            <p:nvPr/>
          </p:nvSpPr>
          <p:spPr>
            <a:xfrm>
              <a:off x="9066533" y="1824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8" name="pt58438"/>
            <p:cNvSpPr/>
            <p:nvPr/>
          </p:nvSpPr>
          <p:spPr>
            <a:xfrm>
              <a:off x="8596430" y="2098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9" name="pt58439"/>
            <p:cNvSpPr/>
            <p:nvPr/>
          </p:nvSpPr>
          <p:spPr>
            <a:xfrm>
              <a:off x="8563654" y="2179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0" name="pt58440"/>
            <p:cNvSpPr/>
            <p:nvPr/>
          </p:nvSpPr>
          <p:spPr>
            <a:xfrm>
              <a:off x="9273294" y="17363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1" name="pt58441"/>
            <p:cNvSpPr/>
            <p:nvPr/>
          </p:nvSpPr>
          <p:spPr>
            <a:xfrm>
              <a:off x="9313270" y="2226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2" name="pt58442"/>
            <p:cNvSpPr/>
            <p:nvPr/>
          </p:nvSpPr>
          <p:spPr>
            <a:xfrm>
              <a:off x="9468702" y="1972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3" name="pt58443"/>
            <p:cNvSpPr/>
            <p:nvPr/>
          </p:nvSpPr>
          <p:spPr>
            <a:xfrm>
              <a:off x="9233005" y="2267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4" name="pt58444"/>
            <p:cNvSpPr/>
            <p:nvPr/>
          </p:nvSpPr>
          <p:spPr>
            <a:xfrm>
              <a:off x="8930613" y="1824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5" name="pt58445"/>
            <p:cNvSpPr/>
            <p:nvPr/>
          </p:nvSpPr>
          <p:spPr>
            <a:xfrm>
              <a:off x="9116046" y="19265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6" name="pt58446"/>
            <p:cNvSpPr/>
            <p:nvPr/>
          </p:nvSpPr>
          <p:spPr>
            <a:xfrm>
              <a:off x="9040639" y="1749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7" name="pt58447"/>
            <p:cNvSpPr/>
            <p:nvPr/>
          </p:nvSpPr>
          <p:spPr>
            <a:xfrm>
              <a:off x="9541125" y="16288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8" name="pt58448"/>
            <p:cNvSpPr/>
            <p:nvPr/>
          </p:nvSpPr>
          <p:spPr>
            <a:xfrm>
              <a:off x="9149376" y="20823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9" name="pt58449"/>
            <p:cNvSpPr/>
            <p:nvPr/>
          </p:nvSpPr>
          <p:spPr>
            <a:xfrm>
              <a:off x="8688264" y="2271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0" name="pt58450"/>
            <p:cNvSpPr/>
            <p:nvPr/>
          </p:nvSpPr>
          <p:spPr>
            <a:xfrm>
              <a:off x="9336196" y="2163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1" name="pt58451"/>
            <p:cNvSpPr/>
            <p:nvPr/>
          </p:nvSpPr>
          <p:spPr>
            <a:xfrm>
              <a:off x="8636546" y="23789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2" name="pt58452"/>
            <p:cNvSpPr/>
            <p:nvPr/>
          </p:nvSpPr>
          <p:spPr>
            <a:xfrm>
              <a:off x="9190595" y="2244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3" name="pt58453"/>
            <p:cNvSpPr/>
            <p:nvPr/>
          </p:nvSpPr>
          <p:spPr>
            <a:xfrm>
              <a:off x="9103999" y="2217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4" name="pt58454"/>
            <p:cNvSpPr/>
            <p:nvPr/>
          </p:nvSpPr>
          <p:spPr>
            <a:xfrm>
              <a:off x="9140881" y="2073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5" name="pt58455"/>
            <p:cNvSpPr/>
            <p:nvPr/>
          </p:nvSpPr>
          <p:spPr>
            <a:xfrm>
              <a:off x="9096734" y="1651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6" name="pt58456"/>
            <p:cNvSpPr/>
            <p:nvPr/>
          </p:nvSpPr>
          <p:spPr>
            <a:xfrm>
              <a:off x="9040639" y="16976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7" name="pt58457"/>
            <p:cNvSpPr/>
            <p:nvPr/>
          </p:nvSpPr>
          <p:spPr>
            <a:xfrm>
              <a:off x="8923469" y="1951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8" name="pt58458"/>
            <p:cNvSpPr/>
            <p:nvPr/>
          </p:nvSpPr>
          <p:spPr>
            <a:xfrm>
              <a:off x="8767051" y="2240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9" name="pt58459"/>
            <p:cNvSpPr/>
            <p:nvPr/>
          </p:nvSpPr>
          <p:spPr>
            <a:xfrm>
              <a:off x="8713389" y="2265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0" name="pt58460"/>
            <p:cNvSpPr/>
            <p:nvPr/>
          </p:nvSpPr>
          <p:spPr>
            <a:xfrm>
              <a:off x="9201267" y="1822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1" name="pt58461"/>
            <p:cNvSpPr/>
            <p:nvPr/>
          </p:nvSpPr>
          <p:spPr>
            <a:xfrm>
              <a:off x="8870124" y="2176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2" name="pt58462"/>
            <p:cNvSpPr/>
            <p:nvPr/>
          </p:nvSpPr>
          <p:spPr>
            <a:xfrm>
              <a:off x="9074048" y="1988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3" name="pt58463"/>
            <p:cNvSpPr/>
            <p:nvPr/>
          </p:nvSpPr>
          <p:spPr>
            <a:xfrm>
              <a:off x="9317391" y="21366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4" name="pt58464"/>
            <p:cNvSpPr/>
            <p:nvPr/>
          </p:nvSpPr>
          <p:spPr>
            <a:xfrm>
              <a:off x="8439043" y="2292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5" name="pt58465"/>
            <p:cNvSpPr/>
            <p:nvPr/>
          </p:nvSpPr>
          <p:spPr>
            <a:xfrm>
              <a:off x="9313825" y="2228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6" name="pt58466"/>
            <p:cNvSpPr/>
            <p:nvPr/>
          </p:nvSpPr>
          <p:spPr>
            <a:xfrm>
              <a:off x="8761156" y="223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7" name="pt58467"/>
            <p:cNvSpPr/>
            <p:nvPr/>
          </p:nvSpPr>
          <p:spPr>
            <a:xfrm>
              <a:off x="8879672" y="19667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8" name="pt58468"/>
            <p:cNvSpPr/>
            <p:nvPr/>
          </p:nvSpPr>
          <p:spPr>
            <a:xfrm>
              <a:off x="9190595" y="2001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9" name="pt58469"/>
            <p:cNvSpPr/>
            <p:nvPr/>
          </p:nvSpPr>
          <p:spPr>
            <a:xfrm>
              <a:off x="8596430" y="2152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0" name="pt58470"/>
            <p:cNvSpPr/>
            <p:nvPr/>
          </p:nvSpPr>
          <p:spPr>
            <a:xfrm>
              <a:off x="8830008" y="2092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1" name="pt58471"/>
            <p:cNvSpPr/>
            <p:nvPr/>
          </p:nvSpPr>
          <p:spPr>
            <a:xfrm>
              <a:off x="9191144" y="2012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2" name="pt58472"/>
            <p:cNvSpPr/>
            <p:nvPr/>
          </p:nvSpPr>
          <p:spPr>
            <a:xfrm>
              <a:off x="9028868" y="1675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3" name="pt58473"/>
            <p:cNvSpPr/>
            <p:nvPr/>
          </p:nvSpPr>
          <p:spPr>
            <a:xfrm>
              <a:off x="8471820" y="23984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4" name="pt58474"/>
            <p:cNvSpPr/>
            <p:nvPr/>
          </p:nvSpPr>
          <p:spPr>
            <a:xfrm>
              <a:off x="8274318" y="2585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5" name="pt58475"/>
            <p:cNvSpPr/>
            <p:nvPr/>
          </p:nvSpPr>
          <p:spPr>
            <a:xfrm>
              <a:off x="8398928" y="2560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6" name="pt58476"/>
            <p:cNvSpPr/>
            <p:nvPr/>
          </p:nvSpPr>
          <p:spPr>
            <a:xfrm>
              <a:off x="8849358" y="1994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7" name="pt58477"/>
            <p:cNvSpPr/>
            <p:nvPr/>
          </p:nvSpPr>
          <p:spPr>
            <a:xfrm>
              <a:off x="9027511" y="1899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8" name="pt58478"/>
            <p:cNvSpPr/>
            <p:nvPr/>
          </p:nvSpPr>
          <p:spPr>
            <a:xfrm>
              <a:off x="8523538" y="2434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9" name="pt58479"/>
            <p:cNvSpPr/>
            <p:nvPr/>
          </p:nvSpPr>
          <p:spPr>
            <a:xfrm>
              <a:off x="8910892" y="1891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0" name="pt58480"/>
            <p:cNvSpPr/>
            <p:nvPr/>
          </p:nvSpPr>
          <p:spPr>
            <a:xfrm>
              <a:off x="8713389" y="2381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1" name="pt58481"/>
            <p:cNvSpPr/>
            <p:nvPr/>
          </p:nvSpPr>
          <p:spPr>
            <a:xfrm>
              <a:off x="9103999" y="1963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2" name="pt58482"/>
            <p:cNvSpPr/>
            <p:nvPr/>
          </p:nvSpPr>
          <p:spPr>
            <a:xfrm>
              <a:off x="8523538" y="23625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3" name="pt58483"/>
            <p:cNvSpPr/>
            <p:nvPr/>
          </p:nvSpPr>
          <p:spPr>
            <a:xfrm>
              <a:off x="8471820" y="24815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4" name="pt58484"/>
            <p:cNvSpPr/>
            <p:nvPr/>
          </p:nvSpPr>
          <p:spPr>
            <a:xfrm>
              <a:off x="9160112" y="1861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5" name="pt58485"/>
            <p:cNvSpPr/>
            <p:nvPr/>
          </p:nvSpPr>
          <p:spPr>
            <a:xfrm>
              <a:off x="8398928" y="23712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6" name="pt58486"/>
            <p:cNvSpPr/>
            <p:nvPr/>
          </p:nvSpPr>
          <p:spPr>
            <a:xfrm>
              <a:off x="8274318" y="2460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7" name="pt58487"/>
            <p:cNvSpPr/>
            <p:nvPr/>
          </p:nvSpPr>
          <p:spPr>
            <a:xfrm>
              <a:off x="9231697" y="2102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8" name="pt58488"/>
            <p:cNvSpPr/>
            <p:nvPr/>
          </p:nvSpPr>
          <p:spPr>
            <a:xfrm>
              <a:off x="9356962" y="2172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9" name="pt58489"/>
            <p:cNvSpPr/>
            <p:nvPr/>
          </p:nvSpPr>
          <p:spPr>
            <a:xfrm>
              <a:off x="8856549" y="2222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0" name="pt58490"/>
            <p:cNvSpPr/>
            <p:nvPr/>
          </p:nvSpPr>
          <p:spPr>
            <a:xfrm>
              <a:off x="9005825" y="1791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1" name="pt58491"/>
            <p:cNvSpPr/>
            <p:nvPr/>
          </p:nvSpPr>
          <p:spPr>
            <a:xfrm>
              <a:off x="8748753" y="2017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2" name="pt58492"/>
            <p:cNvSpPr/>
            <p:nvPr/>
          </p:nvSpPr>
          <p:spPr>
            <a:xfrm>
              <a:off x="8954618" y="2287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3" name="pt58493"/>
            <p:cNvSpPr/>
            <p:nvPr/>
          </p:nvSpPr>
          <p:spPr>
            <a:xfrm>
              <a:off x="9743490" y="2136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4" name="pt58494"/>
            <p:cNvSpPr/>
            <p:nvPr/>
          </p:nvSpPr>
          <p:spPr>
            <a:xfrm>
              <a:off x="8761156" y="21736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5" name="pt58495"/>
            <p:cNvSpPr/>
            <p:nvPr/>
          </p:nvSpPr>
          <p:spPr>
            <a:xfrm>
              <a:off x="8952564" y="2174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6" name="pt58496"/>
            <p:cNvSpPr/>
            <p:nvPr/>
          </p:nvSpPr>
          <p:spPr>
            <a:xfrm>
              <a:off x="8439043" y="2359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7" name="pt58497"/>
            <p:cNvSpPr/>
            <p:nvPr/>
          </p:nvSpPr>
          <p:spPr>
            <a:xfrm>
              <a:off x="9148684" y="2042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8" name="pt58498"/>
            <p:cNvSpPr/>
            <p:nvPr/>
          </p:nvSpPr>
          <p:spPr>
            <a:xfrm>
              <a:off x="9294853" y="20195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9" name="pt58499"/>
            <p:cNvSpPr/>
            <p:nvPr/>
          </p:nvSpPr>
          <p:spPr>
            <a:xfrm>
              <a:off x="9363383" y="2215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0" name="pt58500"/>
            <p:cNvSpPr/>
            <p:nvPr/>
          </p:nvSpPr>
          <p:spPr>
            <a:xfrm>
              <a:off x="9227269" y="21259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1" name="pt58501"/>
            <p:cNvSpPr/>
            <p:nvPr/>
          </p:nvSpPr>
          <p:spPr>
            <a:xfrm>
              <a:off x="8735430" y="2058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2" name="pt58502"/>
            <p:cNvSpPr/>
            <p:nvPr/>
          </p:nvSpPr>
          <p:spPr>
            <a:xfrm>
              <a:off x="8742215" y="2097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3" name="pt58503"/>
            <p:cNvSpPr/>
            <p:nvPr/>
          </p:nvSpPr>
          <p:spPr>
            <a:xfrm>
              <a:off x="9182728" y="1892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4" name="pt58504"/>
            <p:cNvSpPr/>
            <p:nvPr/>
          </p:nvSpPr>
          <p:spPr>
            <a:xfrm>
              <a:off x="8798858" y="20084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5" name="pt58505"/>
            <p:cNvSpPr/>
            <p:nvPr/>
          </p:nvSpPr>
          <p:spPr>
            <a:xfrm>
              <a:off x="8659047" y="2472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6" name="pt58506"/>
            <p:cNvSpPr/>
            <p:nvPr/>
          </p:nvSpPr>
          <p:spPr>
            <a:xfrm>
              <a:off x="9334476" y="2267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7" name="pt58507"/>
            <p:cNvSpPr/>
            <p:nvPr/>
          </p:nvSpPr>
          <p:spPr>
            <a:xfrm>
              <a:off x="9655598" y="23685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8" name="pt58508"/>
            <p:cNvSpPr/>
            <p:nvPr/>
          </p:nvSpPr>
          <p:spPr>
            <a:xfrm>
              <a:off x="8523538" y="2447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9" name="pt58509"/>
            <p:cNvSpPr/>
            <p:nvPr/>
          </p:nvSpPr>
          <p:spPr>
            <a:xfrm>
              <a:off x="8610820" y="2157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0" name="pt58510"/>
            <p:cNvSpPr/>
            <p:nvPr/>
          </p:nvSpPr>
          <p:spPr>
            <a:xfrm>
              <a:off x="9294853" y="1970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1" name="pt58511"/>
            <p:cNvSpPr/>
            <p:nvPr/>
          </p:nvSpPr>
          <p:spPr>
            <a:xfrm>
              <a:off x="9182728" y="1947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2" name="pt58512"/>
            <p:cNvSpPr/>
            <p:nvPr/>
          </p:nvSpPr>
          <p:spPr>
            <a:xfrm>
              <a:off x="8891661" y="20361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3" name="pt58513"/>
            <p:cNvSpPr/>
            <p:nvPr/>
          </p:nvSpPr>
          <p:spPr>
            <a:xfrm>
              <a:off x="9448796" y="2083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4" name="pt58514"/>
            <p:cNvSpPr/>
            <p:nvPr/>
          </p:nvSpPr>
          <p:spPr>
            <a:xfrm>
              <a:off x="8697035" y="21430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5" name="pt58515"/>
            <p:cNvSpPr/>
            <p:nvPr/>
          </p:nvSpPr>
          <p:spPr>
            <a:xfrm>
              <a:off x="8648148" y="23960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6" name="pt58516"/>
            <p:cNvSpPr/>
            <p:nvPr/>
          </p:nvSpPr>
          <p:spPr>
            <a:xfrm>
              <a:off x="8721041" y="18863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7" name="pt58517"/>
            <p:cNvSpPr/>
            <p:nvPr/>
          </p:nvSpPr>
          <p:spPr>
            <a:xfrm>
              <a:off x="8544712" y="2428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8" name="pt58518"/>
            <p:cNvSpPr/>
            <p:nvPr/>
          </p:nvSpPr>
          <p:spPr>
            <a:xfrm>
              <a:off x="8274318" y="2416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9" name="pt58519"/>
            <p:cNvSpPr/>
            <p:nvPr/>
          </p:nvSpPr>
          <p:spPr>
            <a:xfrm>
              <a:off x="8471820" y="2421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0" name="pt58520"/>
            <p:cNvSpPr/>
            <p:nvPr/>
          </p:nvSpPr>
          <p:spPr>
            <a:xfrm>
              <a:off x="8398928" y="2472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1" name="pt58521"/>
            <p:cNvSpPr/>
            <p:nvPr/>
          </p:nvSpPr>
          <p:spPr>
            <a:xfrm>
              <a:off x="8748753" y="2060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2" name="pt58522"/>
            <p:cNvSpPr/>
            <p:nvPr/>
          </p:nvSpPr>
          <p:spPr>
            <a:xfrm>
              <a:off x="9564013" y="2534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3" name="pt58523"/>
            <p:cNvSpPr/>
            <p:nvPr/>
          </p:nvSpPr>
          <p:spPr>
            <a:xfrm>
              <a:off x="9044397" y="19384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4" name="pt58524"/>
            <p:cNvSpPr/>
            <p:nvPr/>
          </p:nvSpPr>
          <p:spPr>
            <a:xfrm>
              <a:off x="8648148" y="2295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5" name="pt58525"/>
            <p:cNvSpPr/>
            <p:nvPr/>
          </p:nvSpPr>
          <p:spPr>
            <a:xfrm>
              <a:off x="8761156" y="22024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6" name="pt58526"/>
            <p:cNvSpPr/>
            <p:nvPr/>
          </p:nvSpPr>
          <p:spPr>
            <a:xfrm>
              <a:off x="9046860" y="2205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7" name="pt58527"/>
            <p:cNvSpPr/>
            <p:nvPr/>
          </p:nvSpPr>
          <p:spPr>
            <a:xfrm>
              <a:off x="8970261" y="2042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8" name="pt58528"/>
            <p:cNvSpPr/>
            <p:nvPr/>
          </p:nvSpPr>
          <p:spPr>
            <a:xfrm>
              <a:off x="9558274" y="2276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9" name="pt58529"/>
            <p:cNvSpPr/>
            <p:nvPr/>
          </p:nvSpPr>
          <p:spPr>
            <a:xfrm>
              <a:off x="9110981" y="2068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0" name="pt58530"/>
            <p:cNvSpPr/>
            <p:nvPr/>
          </p:nvSpPr>
          <p:spPr>
            <a:xfrm>
              <a:off x="9005825" y="1688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1" name="pt58531"/>
            <p:cNvSpPr/>
            <p:nvPr/>
          </p:nvSpPr>
          <p:spPr>
            <a:xfrm>
              <a:off x="9602828" y="23253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2" name="pt58532"/>
            <p:cNvSpPr/>
            <p:nvPr/>
          </p:nvSpPr>
          <p:spPr>
            <a:xfrm>
              <a:off x="9049289" y="21041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3" name="pt58533"/>
            <p:cNvSpPr/>
            <p:nvPr/>
          </p:nvSpPr>
          <p:spPr>
            <a:xfrm>
              <a:off x="8891661" y="18465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4" name="pt58534"/>
            <p:cNvSpPr/>
            <p:nvPr/>
          </p:nvSpPr>
          <p:spPr>
            <a:xfrm>
              <a:off x="9780125" y="2415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5" name="pt58535"/>
            <p:cNvSpPr/>
            <p:nvPr/>
          </p:nvSpPr>
          <p:spPr>
            <a:xfrm>
              <a:off x="8788868" y="2005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6" name="pt58536"/>
            <p:cNvSpPr/>
            <p:nvPr/>
          </p:nvSpPr>
          <p:spPr>
            <a:xfrm>
              <a:off x="8648148" y="2307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7" name="pt58537"/>
            <p:cNvSpPr/>
            <p:nvPr/>
          </p:nvSpPr>
          <p:spPr>
            <a:xfrm>
              <a:off x="8876545" y="1826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8" name="pt58538"/>
            <p:cNvSpPr/>
            <p:nvPr/>
          </p:nvSpPr>
          <p:spPr>
            <a:xfrm>
              <a:off x="9644062" y="2105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9" name="pt58539"/>
            <p:cNvSpPr/>
            <p:nvPr/>
          </p:nvSpPr>
          <p:spPr>
            <a:xfrm>
              <a:off x="9193323" y="2044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0" name="pt58540"/>
            <p:cNvSpPr/>
            <p:nvPr/>
          </p:nvSpPr>
          <p:spPr>
            <a:xfrm>
              <a:off x="8817313" y="1971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1" name="pt58541"/>
            <p:cNvSpPr/>
            <p:nvPr/>
          </p:nvSpPr>
          <p:spPr>
            <a:xfrm>
              <a:off x="8659047" y="232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2" name="pt58542"/>
            <p:cNvSpPr/>
            <p:nvPr/>
          </p:nvSpPr>
          <p:spPr>
            <a:xfrm>
              <a:off x="8347210" y="22999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3" name="pt58543"/>
            <p:cNvSpPr/>
            <p:nvPr/>
          </p:nvSpPr>
          <p:spPr>
            <a:xfrm>
              <a:off x="8274318" y="2365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4" name="pt58544"/>
            <p:cNvSpPr/>
            <p:nvPr/>
          </p:nvSpPr>
          <p:spPr>
            <a:xfrm>
              <a:off x="8923469" y="18942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5" name="pt58545"/>
            <p:cNvSpPr/>
            <p:nvPr/>
          </p:nvSpPr>
          <p:spPr>
            <a:xfrm>
              <a:off x="9313270" y="2188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6" name="pt58546"/>
            <p:cNvSpPr/>
            <p:nvPr/>
          </p:nvSpPr>
          <p:spPr>
            <a:xfrm>
              <a:off x="9431373" y="1725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7" name="pt58547"/>
            <p:cNvSpPr/>
            <p:nvPr/>
          </p:nvSpPr>
          <p:spPr>
            <a:xfrm>
              <a:off x="8398928" y="23785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8" name="pt58548"/>
            <p:cNvSpPr/>
            <p:nvPr/>
          </p:nvSpPr>
          <p:spPr>
            <a:xfrm>
              <a:off x="8984651" y="1692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9" name="pt58549"/>
            <p:cNvSpPr/>
            <p:nvPr/>
          </p:nvSpPr>
          <p:spPr>
            <a:xfrm>
              <a:off x="9363383" y="20741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0" name="pt58550"/>
            <p:cNvSpPr/>
            <p:nvPr/>
          </p:nvSpPr>
          <p:spPr>
            <a:xfrm>
              <a:off x="9427147" y="1812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1" name="pt58551"/>
            <p:cNvSpPr/>
            <p:nvPr/>
          </p:nvSpPr>
          <p:spPr>
            <a:xfrm>
              <a:off x="9108394" y="2002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2" name="pt58552"/>
            <p:cNvSpPr/>
            <p:nvPr/>
          </p:nvSpPr>
          <p:spPr>
            <a:xfrm>
              <a:off x="8873363" y="19861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3" name="pt58553"/>
            <p:cNvSpPr/>
            <p:nvPr/>
          </p:nvSpPr>
          <p:spPr>
            <a:xfrm>
              <a:off x="8523538" y="2451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4" name="pt58554"/>
            <p:cNvSpPr/>
            <p:nvPr/>
          </p:nvSpPr>
          <p:spPr>
            <a:xfrm>
              <a:off x="9034195" y="1637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5" name="pt58555"/>
            <p:cNvSpPr/>
            <p:nvPr/>
          </p:nvSpPr>
          <p:spPr>
            <a:xfrm>
              <a:off x="9334969" y="2094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6" name="pt58556"/>
            <p:cNvSpPr/>
            <p:nvPr/>
          </p:nvSpPr>
          <p:spPr>
            <a:xfrm>
              <a:off x="9077174" y="19102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7" name="pt58557"/>
            <p:cNvSpPr/>
            <p:nvPr/>
          </p:nvSpPr>
          <p:spPr>
            <a:xfrm>
              <a:off x="8970261" y="2104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8" name="pt58558"/>
            <p:cNvSpPr/>
            <p:nvPr/>
          </p:nvSpPr>
          <p:spPr>
            <a:xfrm>
              <a:off x="9120160" y="1971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9" name="pt58559"/>
            <p:cNvSpPr/>
            <p:nvPr/>
          </p:nvSpPr>
          <p:spPr>
            <a:xfrm>
              <a:off x="8347210" y="2324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0" name="pt58560"/>
            <p:cNvSpPr/>
            <p:nvPr/>
          </p:nvSpPr>
          <p:spPr>
            <a:xfrm>
              <a:off x="8954618" y="2275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1" name="pt58561"/>
            <p:cNvSpPr/>
            <p:nvPr/>
          </p:nvSpPr>
          <p:spPr>
            <a:xfrm>
              <a:off x="8544712" y="2408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2" name="pt58562"/>
            <p:cNvSpPr/>
            <p:nvPr/>
          </p:nvSpPr>
          <p:spPr>
            <a:xfrm>
              <a:off x="8688264" y="2244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3" name="pt58563"/>
            <p:cNvSpPr/>
            <p:nvPr/>
          </p:nvSpPr>
          <p:spPr>
            <a:xfrm>
              <a:off x="8669323" y="2445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4" name="pt58564"/>
            <p:cNvSpPr/>
            <p:nvPr/>
          </p:nvSpPr>
          <p:spPr>
            <a:xfrm>
              <a:off x="8958659" y="2224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5" name="pt58565"/>
            <p:cNvSpPr/>
            <p:nvPr/>
          </p:nvSpPr>
          <p:spPr>
            <a:xfrm>
              <a:off x="9792213" y="2602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6" name="pt58566"/>
            <p:cNvSpPr/>
            <p:nvPr/>
          </p:nvSpPr>
          <p:spPr>
            <a:xfrm>
              <a:off x="8964553" y="22379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7" name="pt58567"/>
            <p:cNvSpPr/>
            <p:nvPr/>
          </p:nvSpPr>
          <p:spPr>
            <a:xfrm>
              <a:off x="9421909" y="1895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8" name="pt58568"/>
            <p:cNvSpPr/>
            <p:nvPr/>
          </p:nvSpPr>
          <p:spPr>
            <a:xfrm>
              <a:off x="8274318" y="2411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9" name="pt58569"/>
            <p:cNvSpPr/>
            <p:nvPr/>
          </p:nvSpPr>
          <p:spPr>
            <a:xfrm>
              <a:off x="9086240" y="20326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0" name="pt58570"/>
            <p:cNvSpPr/>
            <p:nvPr/>
          </p:nvSpPr>
          <p:spPr>
            <a:xfrm>
              <a:off x="8596430" y="22415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1" name="pt58571"/>
            <p:cNvSpPr/>
            <p:nvPr/>
          </p:nvSpPr>
          <p:spPr>
            <a:xfrm>
              <a:off x="8439043" y="2329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2" name="pt58572"/>
            <p:cNvSpPr/>
            <p:nvPr/>
          </p:nvSpPr>
          <p:spPr>
            <a:xfrm>
              <a:off x="9065434" y="1871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3" name="pt58573"/>
            <p:cNvSpPr/>
            <p:nvPr/>
          </p:nvSpPr>
          <p:spPr>
            <a:xfrm>
              <a:off x="9074048" y="1917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4" name="pt58574"/>
            <p:cNvSpPr/>
            <p:nvPr/>
          </p:nvSpPr>
          <p:spPr>
            <a:xfrm>
              <a:off x="9077174" y="1904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5" name="pt58575"/>
            <p:cNvSpPr/>
            <p:nvPr/>
          </p:nvSpPr>
          <p:spPr>
            <a:xfrm>
              <a:off x="8821645" y="2029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6" name="pt58576"/>
            <p:cNvSpPr/>
            <p:nvPr/>
          </p:nvSpPr>
          <p:spPr>
            <a:xfrm>
              <a:off x="9157488" y="1759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7" name="pt58577"/>
            <p:cNvSpPr/>
            <p:nvPr/>
          </p:nvSpPr>
          <p:spPr>
            <a:xfrm>
              <a:off x="8610820" y="2038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8" name="pt58578"/>
            <p:cNvSpPr/>
            <p:nvPr/>
          </p:nvSpPr>
          <p:spPr>
            <a:xfrm>
              <a:off x="8523538" y="23010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9" name="pt58579"/>
            <p:cNvSpPr/>
            <p:nvPr/>
          </p:nvSpPr>
          <p:spPr>
            <a:xfrm>
              <a:off x="8648148" y="2218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0" name="pt58580"/>
            <p:cNvSpPr/>
            <p:nvPr/>
          </p:nvSpPr>
          <p:spPr>
            <a:xfrm>
              <a:off x="9074048" y="1835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1" name="pt58581"/>
            <p:cNvSpPr/>
            <p:nvPr/>
          </p:nvSpPr>
          <p:spPr>
            <a:xfrm>
              <a:off x="8347210" y="2301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2" name="pt58582"/>
            <p:cNvSpPr/>
            <p:nvPr/>
          </p:nvSpPr>
          <p:spPr>
            <a:xfrm>
              <a:off x="8713389" y="2141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3" name="pt58583"/>
            <p:cNvSpPr/>
            <p:nvPr/>
          </p:nvSpPr>
          <p:spPr>
            <a:xfrm>
              <a:off x="8948383" y="2109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4" name="pt58584"/>
            <p:cNvSpPr/>
            <p:nvPr/>
          </p:nvSpPr>
          <p:spPr>
            <a:xfrm>
              <a:off x="9328959" y="2112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5" name="pt58585"/>
            <p:cNvSpPr/>
            <p:nvPr/>
          </p:nvSpPr>
          <p:spPr>
            <a:xfrm>
              <a:off x="8648148" y="23107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6" name="pt58586"/>
            <p:cNvSpPr/>
            <p:nvPr/>
          </p:nvSpPr>
          <p:spPr>
            <a:xfrm>
              <a:off x="8659047" y="2228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7" name="pt58587"/>
            <p:cNvSpPr/>
            <p:nvPr/>
          </p:nvSpPr>
          <p:spPr>
            <a:xfrm>
              <a:off x="8767051" y="2158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8" name="pt58588"/>
            <p:cNvSpPr/>
            <p:nvPr/>
          </p:nvSpPr>
          <p:spPr>
            <a:xfrm>
              <a:off x="8563654" y="2307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9" name="pt58589"/>
            <p:cNvSpPr/>
            <p:nvPr/>
          </p:nvSpPr>
          <p:spPr>
            <a:xfrm>
              <a:off x="8544712" y="23666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0" name="pt58590"/>
            <p:cNvSpPr/>
            <p:nvPr/>
          </p:nvSpPr>
          <p:spPr>
            <a:xfrm>
              <a:off x="8728379" y="2135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1" name="pt58591"/>
            <p:cNvSpPr/>
            <p:nvPr/>
          </p:nvSpPr>
          <p:spPr>
            <a:xfrm>
              <a:off x="8274318" y="2433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2" name="pt58592"/>
            <p:cNvSpPr/>
            <p:nvPr/>
          </p:nvSpPr>
          <p:spPr>
            <a:xfrm>
              <a:off x="8996361" y="18840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3" name="pt58593"/>
            <p:cNvSpPr/>
            <p:nvPr/>
          </p:nvSpPr>
          <p:spPr>
            <a:xfrm>
              <a:off x="8439043" y="21326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4" name="pt58594"/>
            <p:cNvSpPr/>
            <p:nvPr/>
          </p:nvSpPr>
          <p:spPr>
            <a:xfrm>
              <a:off x="8973968" y="1952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5" name="pt58595"/>
            <p:cNvSpPr/>
            <p:nvPr/>
          </p:nvSpPr>
          <p:spPr>
            <a:xfrm>
              <a:off x="8721041" y="2184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6" name="pt58596"/>
            <p:cNvSpPr/>
            <p:nvPr/>
          </p:nvSpPr>
          <p:spPr>
            <a:xfrm>
              <a:off x="8956650" y="22803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7" name="pt58597"/>
            <p:cNvSpPr/>
            <p:nvPr/>
          </p:nvSpPr>
          <p:spPr>
            <a:xfrm>
              <a:off x="9564013" y="238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8" name="pt58598"/>
            <p:cNvSpPr/>
            <p:nvPr/>
          </p:nvSpPr>
          <p:spPr>
            <a:xfrm>
              <a:off x="8939717" y="2076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9" name="pt58599"/>
            <p:cNvSpPr/>
            <p:nvPr/>
          </p:nvSpPr>
          <p:spPr>
            <a:xfrm>
              <a:off x="8439043" y="2304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0" name="pt58600"/>
            <p:cNvSpPr/>
            <p:nvPr/>
          </p:nvSpPr>
          <p:spPr>
            <a:xfrm>
              <a:off x="8713389" y="2215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1" name="pt58601"/>
            <p:cNvSpPr/>
            <p:nvPr/>
          </p:nvSpPr>
          <p:spPr>
            <a:xfrm>
              <a:off x="8879672" y="1995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2" name="pt58602"/>
            <p:cNvSpPr/>
            <p:nvPr/>
          </p:nvSpPr>
          <p:spPr>
            <a:xfrm>
              <a:off x="8834048" y="1986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3" name="pt58603"/>
            <p:cNvSpPr/>
            <p:nvPr/>
          </p:nvSpPr>
          <p:spPr>
            <a:xfrm>
              <a:off x="9497514" y="2323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4" name="pt58604"/>
            <p:cNvSpPr/>
            <p:nvPr/>
          </p:nvSpPr>
          <p:spPr>
            <a:xfrm>
              <a:off x="8471820" y="2510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5" name="pt58605"/>
            <p:cNvSpPr/>
            <p:nvPr/>
          </p:nvSpPr>
          <p:spPr>
            <a:xfrm>
              <a:off x="9367540" y="2031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6" name="pt58606"/>
            <p:cNvSpPr/>
            <p:nvPr/>
          </p:nvSpPr>
          <p:spPr>
            <a:xfrm>
              <a:off x="9602828" y="2195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7" name="pt58607"/>
            <p:cNvSpPr/>
            <p:nvPr/>
          </p:nvSpPr>
          <p:spPr>
            <a:xfrm>
              <a:off x="8274318" y="2398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8" name="pt58608"/>
            <p:cNvSpPr/>
            <p:nvPr/>
          </p:nvSpPr>
          <p:spPr>
            <a:xfrm>
              <a:off x="9103999" y="20274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9" name="pt58609"/>
            <p:cNvSpPr/>
            <p:nvPr/>
          </p:nvSpPr>
          <p:spPr>
            <a:xfrm>
              <a:off x="9124182" y="2010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0" name="pt58610"/>
            <p:cNvSpPr/>
            <p:nvPr/>
          </p:nvSpPr>
          <p:spPr>
            <a:xfrm>
              <a:off x="8580788" y="2338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1" name="pt58611"/>
            <p:cNvSpPr/>
            <p:nvPr/>
          </p:nvSpPr>
          <p:spPr>
            <a:xfrm>
              <a:off x="9176891" y="1910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2" name="pt58612"/>
            <p:cNvSpPr/>
            <p:nvPr/>
          </p:nvSpPr>
          <p:spPr>
            <a:xfrm>
              <a:off x="8721041" y="20315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3" name="pt58613"/>
            <p:cNvSpPr/>
            <p:nvPr/>
          </p:nvSpPr>
          <p:spPr>
            <a:xfrm>
              <a:off x="8812874" y="2318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4" name="pt58614"/>
            <p:cNvSpPr/>
            <p:nvPr/>
          </p:nvSpPr>
          <p:spPr>
            <a:xfrm>
              <a:off x="8863465" y="22174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5" name="pt58615"/>
            <p:cNvSpPr/>
            <p:nvPr/>
          </p:nvSpPr>
          <p:spPr>
            <a:xfrm>
              <a:off x="8398928" y="2407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6" name="pt58616"/>
            <p:cNvSpPr/>
            <p:nvPr/>
          </p:nvSpPr>
          <p:spPr>
            <a:xfrm>
              <a:off x="9563530" y="2579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7" name="pt58617"/>
            <p:cNvSpPr/>
            <p:nvPr/>
          </p:nvSpPr>
          <p:spPr>
            <a:xfrm>
              <a:off x="9188382" y="2097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8" name="pt58618"/>
            <p:cNvSpPr/>
            <p:nvPr/>
          </p:nvSpPr>
          <p:spPr>
            <a:xfrm>
              <a:off x="9269435" y="1735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9" name="pt58619"/>
            <p:cNvSpPr/>
            <p:nvPr/>
          </p:nvSpPr>
          <p:spPr>
            <a:xfrm>
              <a:off x="8274318" y="22834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0" name="pt58620"/>
            <p:cNvSpPr/>
            <p:nvPr/>
          </p:nvSpPr>
          <p:spPr>
            <a:xfrm>
              <a:off x="8735430" y="21208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1" name="pt58621"/>
            <p:cNvSpPr/>
            <p:nvPr/>
          </p:nvSpPr>
          <p:spPr>
            <a:xfrm>
              <a:off x="8669323" y="2456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2" name="pt58622"/>
            <p:cNvSpPr/>
            <p:nvPr/>
          </p:nvSpPr>
          <p:spPr>
            <a:xfrm>
              <a:off x="8347210" y="2123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3" name="pt58623"/>
            <p:cNvSpPr/>
            <p:nvPr/>
          </p:nvSpPr>
          <p:spPr>
            <a:xfrm>
              <a:off x="8439043" y="2199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4" name="pt58624"/>
            <p:cNvSpPr/>
            <p:nvPr/>
          </p:nvSpPr>
          <p:spPr>
            <a:xfrm>
              <a:off x="8471820" y="2353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5" name="pt58625"/>
            <p:cNvSpPr/>
            <p:nvPr/>
          </p:nvSpPr>
          <p:spPr>
            <a:xfrm>
              <a:off x="9602828" y="21686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6" name="pt58626"/>
            <p:cNvSpPr/>
            <p:nvPr/>
          </p:nvSpPr>
          <p:spPr>
            <a:xfrm>
              <a:off x="8439043" y="2343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7" name="pt58627"/>
            <p:cNvSpPr/>
            <p:nvPr/>
          </p:nvSpPr>
          <p:spPr>
            <a:xfrm>
              <a:off x="9223646" y="1937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8" name="pt58628"/>
            <p:cNvSpPr/>
            <p:nvPr/>
          </p:nvSpPr>
          <p:spPr>
            <a:xfrm>
              <a:off x="9477272" y="2567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9" name="pt58629"/>
            <p:cNvSpPr/>
            <p:nvPr/>
          </p:nvSpPr>
          <p:spPr>
            <a:xfrm>
              <a:off x="9184443" y="2123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0" name="pt58630"/>
            <p:cNvSpPr/>
            <p:nvPr/>
          </p:nvSpPr>
          <p:spPr>
            <a:xfrm>
              <a:off x="9086240" y="1879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1" name="pt58631"/>
            <p:cNvSpPr/>
            <p:nvPr/>
          </p:nvSpPr>
          <p:spPr>
            <a:xfrm>
              <a:off x="8398928" y="2480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2" name="pt58632"/>
            <p:cNvSpPr/>
            <p:nvPr/>
          </p:nvSpPr>
          <p:spPr>
            <a:xfrm>
              <a:off x="8563654" y="23121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3" name="pt58633"/>
            <p:cNvSpPr/>
            <p:nvPr/>
          </p:nvSpPr>
          <p:spPr>
            <a:xfrm>
              <a:off x="9136479" y="1956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4" name="pt58634"/>
            <p:cNvSpPr/>
            <p:nvPr/>
          </p:nvSpPr>
          <p:spPr>
            <a:xfrm>
              <a:off x="9243545" y="2117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5" name="pt58635"/>
            <p:cNvSpPr/>
            <p:nvPr/>
          </p:nvSpPr>
          <p:spPr>
            <a:xfrm>
              <a:off x="9488519" y="23470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6" name="pt58636"/>
            <p:cNvSpPr/>
            <p:nvPr/>
          </p:nvSpPr>
          <p:spPr>
            <a:xfrm>
              <a:off x="9002725" y="1908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7" name="pt58637"/>
            <p:cNvSpPr/>
            <p:nvPr/>
          </p:nvSpPr>
          <p:spPr>
            <a:xfrm>
              <a:off x="8471820" y="2497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8" name="pt58638"/>
            <p:cNvSpPr/>
            <p:nvPr/>
          </p:nvSpPr>
          <p:spPr>
            <a:xfrm>
              <a:off x="8849358" y="21095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9" name="pt58639"/>
            <p:cNvSpPr/>
            <p:nvPr/>
          </p:nvSpPr>
          <p:spPr>
            <a:xfrm>
              <a:off x="9136479" y="2174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0" name="pt58640"/>
            <p:cNvSpPr/>
            <p:nvPr/>
          </p:nvSpPr>
          <p:spPr>
            <a:xfrm>
              <a:off x="8471820" y="2501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1" name="pt58641"/>
            <p:cNvSpPr/>
            <p:nvPr/>
          </p:nvSpPr>
          <p:spPr>
            <a:xfrm>
              <a:off x="9639141" y="19945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2" name="pt58642"/>
            <p:cNvSpPr/>
            <p:nvPr/>
          </p:nvSpPr>
          <p:spPr>
            <a:xfrm>
              <a:off x="8648148" y="2319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3" name="pt58643"/>
            <p:cNvSpPr/>
            <p:nvPr/>
          </p:nvSpPr>
          <p:spPr>
            <a:xfrm>
              <a:off x="8821645" y="2132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4" name="pt58644"/>
            <p:cNvSpPr/>
            <p:nvPr/>
          </p:nvSpPr>
          <p:spPr>
            <a:xfrm>
              <a:off x="9005825" y="17581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5" name="pt58645"/>
            <p:cNvSpPr/>
            <p:nvPr/>
          </p:nvSpPr>
          <p:spPr>
            <a:xfrm>
              <a:off x="9877988" y="2537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6" name="pt58646"/>
            <p:cNvSpPr/>
            <p:nvPr/>
          </p:nvSpPr>
          <p:spPr>
            <a:xfrm>
              <a:off x="8274318" y="2566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7" name="pt58647"/>
            <p:cNvSpPr/>
            <p:nvPr/>
          </p:nvSpPr>
          <p:spPr>
            <a:xfrm>
              <a:off x="9017715" y="1987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8" name="pt58648"/>
            <p:cNvSpPr/>
            <p:nvPr/>
          </p:nvSpPr>
          <p:spPr>
            <a:xfrm>
              <a:off x="8610820" y="222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9" name="pt58649"/>
            <p:cNvSpPr/>
            <p:nvPr/>
          </p:nvSpPr>
          <p:spPr>
            <a:xfrm>
              <a:off x="8873363" y="2064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0" name="pt58650"/>
            <p:cNvSpPr/>
            <p:nvPr/>
          </p:nvSpPr>
          <p:spPr>
            <a:xfrm>
              <a:off x="9149376" y="2027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1" name="pt58651"/>
            <p:cNvSpPr/>
            <p:nvPr/>
          </p:nvSpPr>
          <p:spPr>
            <a:xfrm>
              <a:off x="8563654" y="2151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2" name="pt58652"/>
            <p:cNvSpPr/>
            <p:nvPr/>
          </p:nvSpPr>
          <p:spPr>
            <a:xfrm>
              <a:off x="9101309" y="20648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3" name="pt58653"/>
            <p:cNvSpPr/>
            <p:nvPr/>
          </p:nvSpPr>
          <p:spPr>
            <a:xfrm>
              <a:off x="9034195" y="1650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4" name="pt58654"/>
            <p:cNvSpPr/>
            <p:nvPr/>
          </p:nvSpPr>
          <p:spPr>
            <a:xfrm>
              <a:off x="9002725" y="19471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5" name="pt58655"/>
            <p:cNvSpPr/>
            <p:nvPr/>
          </p:nvSpPr>
          <p:spPr>
            <a:xfrm>
              <a:off x="8841866" y="2086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6" name="pt58656"/>
            <p:cNvSpPr/>
            <p:nvPr/>
          </p:nvSpPr>
          <p:spPr>
            <a:xfrm>
              <a:off x="8563654" y="2276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7" name="pt58657"/>
            <p:cNvSpPr/>
            <p:nvPr/>
          </p:nvSpPr>
          <p:spPr>
            <a:xfrm>
              <a:off x="9051686" y="2123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8" name="pt58658"/>
            <p:cNvSpPr/>
            <p:nvPr/>
          </p:nvSpPr>
          <p:spPr>
            <a:xfrm>
              <a:off x="9519098" y="2465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9" name="pt58659"/>
            <p:cNvSpPr/>
            <p:nvPr/>
          </p:nvSpPr>
          <p:spPr>
            <a:xfrm>
              <a:off x="8274318" y="2373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0" name="pt58660"/>
            <p:cNvSpPr/>
            <p:nvPr/>
          </p:nvSpPr>
          <p:spPr>
            <a:xfrm>
              <a:off x="9351205" y="20733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1" name="pt58661"/>
            <p:cNvSpPr/>
            <p:nvPr/>
          </p:nvSpPr>
          <p:spPr>
            <a:xfrm>
              <a:off x="9026144" y="19392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2" name="pt58662"/>
            <p:cNvSpPr/>
            <p:nvPr/>
          </p:nvSpPr>
          <p:spPr>
            <a:xfrm>
              <a:off x="8679043" y="2239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3" name="pt58663"/>
            <p:cNvSpPr/>
            <p:nvPr/>
          </p:nvSpPr>
          <p:spPr>
            <a:xfrm>
              <a:off x="9262568" y="2142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4" name="pt58664"/>
            <p:cNvSpPr/>
            <p:nvPr/>
          </p:nvSpPr>
          <p:spPr>
            <a:xfrm>
              <a:off x="8923469" y="1972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5" name="pt58665"/>
            <p:cNvSpPr/>
            <p:nvPr/>
          </p:nvSpPr>
          <p:spPr>
            <a:xfrm>
              <a:off x="8958659" y="225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6" name="pt58666"/>
            <p:cNvSpPr/>
            <p:nvPr/>
          </p:nvSpPr>
          <p:spPr>
            <a:xfrm>
              <a:off x="8659047" y="2353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7" name="pt58667"/>
            <p:cNvSpPr/>
            <p:nvPr/>
          </p:nvSpPr>
          <p:spPr>
            <a:xfrm>
              <a:off x="8873363" y="2038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8" name="pt58668"/>
            <p:cNvSpPr/>
            <p:nvPr/>
          </p:nvSpPr>
          <p:spPr>
            <a:xfrm>
              <a:off x="9645731" y="2409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9" name="pt58669"/>
            <p:cNvSpPr/>
            <p:nvPr/>
          </p:nvSpPr>
          <p:spPr>
            <a:xfrm>
              <a:off x="8856549" y="2198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0" name="pt58670"/>
            <p:cNvSpPr/>
            <p:nvPr/>
          </p:nvSpPr>
          <p:spPr>
            <a:xfrm>
              <a:off x="9367540" y="20560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1" name="pt58671"/>
            <p:cNvSpPr/>
            <p:nvPr/>
          </p:nvSpPr>
          <p:spPr>
            <a:xfrm>
              <a:off x="9381946" y="1952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2" name="pt58672"/>
            <p:cNvSpPr/>
            <p:nvPr/>
          </p:nvSpPr>
          <p:spPr>
            <a:xfrm>
              <a:off x="8838000" y="1939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3" name="pt58673"/>
            <p:cNvSpPr/>
            <p:nvPr/>
          </p:nvSpPr>
          <p:spPr>
            <a:xfrm>
              <a:off x="9196543" y="21228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4" name="pt58674"/>
            <p:cNvSpPr/>
            <p:nvPr/>
          </p:nvSpPr>
          <p:spPr>
            <a:xfrm>
              <a:off x="8596430" y="21875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5" name="pt58675"/>
            <p:cNvSpPr/>
            <p:nvPr/>
          </p:nvSpPr>
          <p:spPr>
            <a:xfrm>
              <a:off x="9069792" y="17872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6" name="pt58676"/>
            <p:cNvSpPr/>
            <p:nvPr/>
          </p:nvSpPr>
          <p:spPr>
            <a:xfrm>
              <a:off x="8274318" y="2338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7" name="pt58677"/>
            <p:cNvSpPr/>
            <p:nvPr/>
          </p:nvSpPr>
          <p:spPr>
            <a:xfrm>
              <a:off x="8834048" y="2136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8" name="pt58678"/>
            <p:cNvSpPr/>
            <p:nvPr/>
          </p:nvSpPr>
          <p:spPr>
            <a:xfrm>
              <a:off x="9191144" y="2048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9" name="pt58679"/>
            <p:cNvSpPr/>
            <p:nvPr/>
          </p:nvSpPr>
          <p:spPr>
            <a:xfrm>
              <a:off x="9203327" y="1844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0" name="pt58680"/>
            <p:cNvSpPr/>
            <p:nvPr/>
          </p:nvSpPr>
          <p:spPr>
            <a:xfrm>
              <a:off x="8596430" y="2289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1" name="pt58681"/>
            <p:cNvSpPr/>
            <p:nvPr/>
          </p:nvSpPr>
          <p:spPr>
            <a:xfrm>
              <a:off x="8471820" y="2414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2" name="pt58682"/>
            <p:cNvSpPr/>
            <p:nvPr/>
          </p:nvSpPr>
          <p:spPr>
            <a:xfrm>
              <a:off x="8948383" y="20544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3" name="pt58683"/>
            <p:cNvSpPr/>
            <p:nvPr/>
          </p:nvSpPr>
          <p:spPr>
            <a:xfrm>
              <a:off x="8812874" y="2095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4" name="pt58684"/>
            <p:cNvSpPr/>
            <p:nvPr/>
          </p:nvSpPr>
          <p:spPr>
            <a:xfrm>
              <a:off x="9096734" y="1827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5" name="pt58685"/>
            <p:cNvSpPr/>
            <p:nvPr/>
          </p:nvSpPr>
          <p:spPr>
            <a:xfrm>
              <a:off x="9087220" y="19347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6" name="pt58686"/>
            <p:cNvSpPr/>
            <p:nvPr/>
          </p:nvSpPr>
          <p:spPr>
            <a:xfrm>
              <a:off x="9040639" y="1584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7" name="pt58687"/>
            <p:cNvSpPr/>
            <p:nvPr/>
          </p:nvSpPr>
          <p:spPr>
            <a:xfrm>
              <a:off x="8274318" y="24333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8" name="pt58688"/>
            <p:cNvSpPr/>
            <p:nvPr/>
          </p:nvSpPr>
          <p:spPr>
            <a:xfrm>
              <a:off x="9226820" y="1957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9" name="pt58689"/>
            <p:cNvSpPr/>
            <p:nvPr/>
          </p:nvSpPr>
          <p:spPr>
            <a:xfrm>
              <a:off x="9269435" y="189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0" name="pt58690"/>
            <p:cNvSpPr/>
            <p:nvPr/>
          </p:nvSpPr>
          <p:spPr>
            <a:xfrm>
              <a:off x="9567694" y="2494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1" name="pt58691"/>
            <p:cNvSpPr/>
            <p:nvPr/>
          </p:nvSpPr>
          <p:spPr>
            <a:xfrm>
              <a:off x="8659047" y="2238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2" name="pt58692"/>
            <p:cNvSpPr/>
            <p:nvPr/>
          </p:nvSpPr>
          <p:spPr>
            <a:xfrm>
              <a:off x="8834048" y="18851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3" name="pt58693"/>
            <p:cNvSpPr/>
            <p:nvPr/>
          </p:nvSpPr>
          <p:spPr>
            <a:xfrm>
              <a:off x="8439043" y="2413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4" name="pt58694"/>
            <p:cNvSpPr/>
            <p:nvPr/>
          </p:nvSpPr>
          <p:spPr>
            <a:xfrm>
              <a:off x="8580788" y="2270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5" name="pt58695"/>
            <p:cNvSpPr/>
            <p:nvPr/>
          </p:nvSpPr>
          <p:spPr>
            <a:xfrm>
              <a:off x="8523538" y="2506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6" name="pt58696"/>
            <p:cNvSpPr/>
            <p:nvPr/>
          </p:nvSpPr>
          <p:spPr>
            <a:xfrm>
              <a:off x="8902901" y="2065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7" name="pt58697"/>
            <p:cNvSpPr/>
            <p:nvPr/>
          </p:nvSpPr>
          <p:spPr>
            <a:xfrm>
              <a:off x="8788868" y="1905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8" name="pt58698"/>
            <p:cNvSpPr/>
            <p:nvPr/>
          </p:nvSpPr>
          <p:spPr>
            <a:xfrm>
              <a:off x="9026144" y="1891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9" name="pt58699"/>
            <p:cNvSpPr/>
            <p:nvPr/>
          </p:nvSpPr>
          <p:spPr>
            <a:xfrm>
              <a:off x="8398928" y="2640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0" name="pt58700"/>
            <p:cNvSpPr/>
            <p:nvPr/>
          </p:nvSpPr>
          <p:spPr>
            <a:xfrm>
              <a:off x="8523538" y="22491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1" name="pt58701"/>
            <p:cNvSpPr/>
            <p:nvPr/>
          </p:nvSpPr>
          <p:spPr>
            <a:xfrm>
              <a:off x="9233005" y="2193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2" name="pt58702"/>
            <p:cNvSpPr/>
            <p:nvPr/>
          </p:nvSpPr>
          <p:spPr>
            <a:xfrm>
              <a:off x="8274318" y="24183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3" name="pt58703"/>
            <p:cNvSpPr/>
            <p:nvPr/>
          </p:nvSpPr>
          <p:spPr>
            <a:xfrm>
              <a:off x="8471820" y="2585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4" name="pt58704"/>
            <p:cNvSpPr/>
            <p:nvPr/>
          </p:nvSpPr>
          <p:spPr>
            <a:xfrm>
              <a:off x="9525526" y="16826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5" name="pt58705"/>
            <p:cNvSpPr/>
            <p:nvPr/>
          </p:nvSpPr>
          <p:spPr>
            <a:xfrm>
              <a:off x="8897369" y="20772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6" name="pt58706"/>
            <p:cNvSpPr/>
            <p:nvPr/>
          </p:nvSpPr>
          <p:spPr>
            <a:xfrm>
              <a:off x="9657982" y="19931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7" name="pt58707"/>
            <p:cNvSpPr/>
            <p:nvPr/>
          </p:nvSpPr>
          <p:spPr>
            <a:xfrm>
              <a:off x="9334476" y="2058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8" name="pt58708"/>
            <p:cNvSpPr/>
            <p:nvPr/>
          </p:nvSpPr>
          <p:spPr>
            <a:xfrm>
              <a:off x="9525526" y="1647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9" name="pt58709"/>
            <p:cNvSpPr/>
            <p:nvPr/>
          </p:nvSpPr>
          <p:spPr>
            <a:xfrm>
              <a:off x="8274318" y="2344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0" name="pt58710"/>
            <p:cNvSpPr/>
            <p:nvPr/>
          </p:nvSpPr>
          <p:spPr>
            <a:xfrm>
              <a:off x="9070866" y="1946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1" name="pt58711"/>
            <p:cNvSpPr/>
            <p:nvPr/>
          </p:nvSpPr>
          <p:spPr>
            <a:xfrm>
              <a:off x="9657982" y="2070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2" name="pt58712"/>
            <p:cNvSpPr/>
            <p:nvPr/>
          </p:nvSpPr>
          <p:spPr>
            <a:xfrm>
              <a:off x="8659047" y="2388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3" name="pt58713"/>
            <p:cNvSpPr/>
            <p:nvPr/>
          </p:nvSpPr>
          <p:spPr>
            <a:xfrm>
              <a:off x="8793933" y="2172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4" name="pt58714"/>
            <p:cNvSpPr/>
            <p:nvPr/>
          </p:nvSpPr>
          <p:spPr>
            <a:xfrm>
              <a:off x="8679043" y="2339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5" name="pt58715"/>
            <p:cNvSpPr/>
            <p:nvPr/>
          </p:nvSpPr>
          <p:spPr>
            <a:xfrm>
              <a:off x="8921023" y="1764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6" name="pt58716"/>
            <p:cNvSpPr/>
            <p:nvPr/>
          </p:nvSpPr>
          <p:spPr>
            <a:xfrm>
              <a:off x="8838000" y="2014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7" name="pt58717"/>
            <p:cNvSpPr/>
            <p:nvPr/>
          </p:nvSpPr>
          <p:spPr>
            <a:xfrm>
              <a:off x="9527393" y="1770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8" name="pt58718"/>
            <p:cNvSpPr/>
            <p:nvPr/>
          </p:nvSpPr>
          <p:spPr>
            <a:xfrm>
              <a:off x="9040639" y="178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9" name="pt58719"/>
            <p:cNvSpPr/>
            <p:nvPr/>
          </p:nvSpPr>
          <p:spPr>
            <a:xfrm>
              <a:off x="8841866" y="2155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0" name="pt58720"/>
            <p:cNvSpPr/>
            <p:nvPr/>
          </p:nvSpPr>
          <p:spPr>
            <a:xfrm>
              <a:off x="8891661" y="1978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1" name="pt58721"/>
            <p:cNvSpPr/>
            <p:nvPr/>
          </p:nvSpPr>
          <p:spPr>
            <a:xfrm>
              <a:off x="9160112" y="17543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2" name="pt58722"/>
            <p:cNvSpPr/>
            <p:nvPr/>
          </p:nvSpPr>
          <p:spPr>
            <a:xfrm>
              <a:off x="8767051" y="21654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3" name="pt58723"/>
            <p:cNvSpPr/>
            <p:nvPr/>
          </p:nvSpPr>
          <p:spPr>
            <a:xfrm>
              <a:off x="8856549" y="2235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4" name="pt58724"/>
            <p:cNvSpPr/>
            <p:nvPr/>
          </p:nvSpPr>
          <p:spPr>
            <a:xfrm>
              <a:off x="9049289" y="2173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5" name="pt58725"/>
            <p:cNvSpPr/>
            <p:nvPr/>
          </p:nvSpPr>
          <p:spPr>
            <a:xfrm>
              <a:off x="8471820" y="2274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6" name="pt58726"/>
            <p:cNvSpPr/>
            <p:nvPr/>
          </p:nvSpPr>
          <p:spPr>
            <a:xfrm>
              <a:off x="8596430" y="2219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7" name="pt58727"/>
            <p:cNvSpPr/>
            <p:nvPr/>
          </p:nvSpPr>
          <p:spPr>
            <a:xfrm>
              <a:off x="8954618" y="23025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8" name="pt58728"/>
            <p:cNvSpPr/>
            <p:nvPr/>
          </p:nvSpPr>
          <p:spPr>
            <a:xfrm>
              <a:off x="8648148" y="2308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9" name="pt58729"/>
            <p:cNvSpPr/>
            <p:nvPr/>
          </p:nvSpPr>
          <p:spPr>
            <a:xfrm>
              <a:off x="8648148" y="23186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0" name="pt58730"/>
            <p:cNvSpPr/>
            <p:nvPr/>
          </p:nvSpPr>
          <p:spPr>
            <a:xfrm>
              <a:off x="8398928" y="2371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1" name="pt58731"/>
            <p:cNvSpPr/>
            <p:nvPr/>
          </p:nvSpPr>
          <p:spPr>
            <a:xfrm>
              <a:off x="8879672" y="16686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2" name="pt58732"/>
            <p:cNvSpPr/>
            <p:nvPr/>
          </p:nvSpPr>
          <p:spPr>
            <a:xfrm>
              <a:off x="9553956" y="2299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3" name="pt58733"/>
            <p:cNvSpPr/>
            <p:nvPr/>
          </p:nvSpPr>
          <p:spPr>
            <a:xfrm>
              <a:off x="9780125" y="2510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4" name="pt58734"/>
            <p:cNvSpPr/>
            <p:nvPr/>
          </p:nvSpPr>
          <p:spPr>
            <a:xfrm>
              <a:off x="9087220" y="19336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5" name="pt58735"/>
            <p:cNvSpPr/>
            <p:nvPr/>
          </p:nvSpPr>
          <p:spPr>
            <a:xfrm>
              <a:off x="9308769" y="2211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6" name="pt58736"/>
            <p:cNvSpPr/>
            <p:nvPr/>
          </p:nvSpPr>
          <p:spPr>
            <a:xfrm>
              <a:off x="8863465" y="2276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7" name="pt58737"/>
            <p:cNvSpPr/>
            <p:nvPr/>
          </p:nvSpPr>
          <p:spPr>
            <a:xfrm>
              <a:off x="9062094" y="1860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8" name="pt58738"/>
            <p:cNvSpPr/>
            <p:nvPr/>
          </p:nvSpPr>
          <p:spPr>
            <a:xfrm>
              <a:off x="8596430" y="21822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9" name="pt58739"/>
            <p:cNvSpPr/>
            <p:nvPr/>
          </p:nvSpPr>
          <p:spPr>
            <a:xfrm>
              <a:off x="8735430" y="2050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0" name="pt58740"/>
            <p:cNvSpPr/>
            <p:nvPr/>
          </p:nvSpPr>
          <p:spPr>
            <a:xfrm>
              <a:off x="8830008" y="1946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1" name="pt58741"/>
            <p:cNvSpPr/>
            <p:nvPr/>
          </p:nvSpPr>
          <p:spPr>
            <a:xfrm>
              <a:off x="8761156" y="22853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2" name="pt58742"/>
            <p:cNvSpPr/>
            <p:nvPr/>
          </p:nvSpPr>
          <p:spPr>
            <a:xfrm>
              <a:off x="9339588" y="2088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3" name="pt58743"/>
            <p:cNvSpPr/>
            <p:nvPr/>
          </p:nvSpPr>
          <p:spPr>
            <a:xfrm>
              <a:off x="8948383" y="2039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4" name="pt58744"/>
            <p:cNvSpPr/>
            <p:nvPr/>
          </p:nvSpPr>
          <p:spPr>
            <a:xfrm>
              <a:off x="9115211" y="20337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5" name="pt58745"/>
            <p:cNvSpPr/>
            <p:nvPr/>
          </p:nvSpPr>
          <p:spPr>
            <a:xfrm>
              <a:off x="9488519" y="25150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6" name="pt58746"/>
            <p:cNvSpPr/>
            <p:nvPr/>
          </p:nvSpPr>
          <p:spPr>
            <a:xfrm>
              <a:off x="9179833" y="1958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7" name="pt58747"/>
            <p:cNvSpPr/>
            <p:nvPr/>
          </p:nvSpPr>
          <p:spPr>
            <a:xfrm>
              <a:off x="8973968" y="19012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8" name="pt58748"/>
            <p:cNvSpPr/>
            <p:nvPr/>
          </p:nvSpPr>
          <p:spPr>
            <a:xfrm>
              <a:off x="8910892" y="2102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9" name="pt58749"/>
            <p:cNvSpPr/>
            <p:nvPr/>
          </p:nvSpPr>
          <p:spPr>
            <a:xfrm>
              <a:off x="9332489" y="2095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0" name="pt58750"/>
            <p:cNvSpPr/>
            <p:nvPr/>
          </p:nvSpPr>
          <p:spPr>
            <a:xfrm>
              <a:off x="9707347" y="1590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1" name="pt58751"/>
            <p:cNvSpPr/>
            <p:nvPr/>
          </p:nvSpPr>
          <p:spPr>
            <a:xfrm>
              <a:off x="8834048" y="19862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2" name="pt58752"/>
            <p:cNvSpPr/>
            <p:nvPr/>
          </p:nvSpPr>
          <p:spPr>
            <a:xfrm>
              <a:off x="9211830" y="1806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3" name="pt58753"/>
            <p:cNvSpPr/>
            <p:nvPr/>
          </p:nvSpPr>
          <p:spPr>
            <a:xfrm>
              <a:off x="8669323" y="2352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4" name="pt58754"/>
            <p:cNvSpPr/>
            <p:nvPr/>
          </p:nvSpPr>
          <p:spPr>
            <a:xfrm>
              <a:off x="9328959" y="1949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5" name="pt58755"/>
            <p:cNvSpPr/>
            <p:nvPr/>
          </p:nvSpPr>
          <p:spPr>
            <a:xfrm>
              <a:off x="9211830" y="1819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6" name="pt58756"/>
            <p:cNvSpPr/>
            <p:nvPr/>
          </p:nvSpPr>
          <p:spPr>
            <a:xfrm>
              <a:off x="9181576" y="1891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7" name="pt58757"/>
            <p:cNvSpPr/>
            <p:nvPr/>
          </p:nvSpPr>
          <p:spPr>
            <a:xfrm>
              <a:off x="8471820" y="26424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8" name="pt58758"/>
            <p:cNvSpPr/>
            <p:nvPr/>
          </p:nvSpPr>
          <p:spPr>
            <a:xfrm>
              <a:off x="9077174" y="1949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9" name="pt58759"/>
            <p:cNvSpPr/>
            <p:nvPr/>
          </p:nvSpPr>
          <p:spPr>
            <a:xfrm>
              <a:off x="9488519" y="2447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0" name="pt58760"/>
            <p:cNvSpPr/>
            <p:nvPr/>
          </p:nvSpPr>
          <p:spPr>
            <a:xfrm>
              <a:off x="8439043" y="2174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1" name="pt58761"/>
            <p:cNvSpPr/>
            <p:nvPr/>
          </p:nvSpPr>
          <p:spPr>
            <a:xfrm>
              <a:off x="8982914" y="1850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2" name="pt58762"/>
            <p:cNvSpPr/>
            <p:nvPr/>
          </p:nvSpPr>
          <p:spPr>
            <a:xfrm>
              <a:off x="8803653" y="21594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3" name="pt58763"/>
            <p:cNvSpPr/>
            <p:nvPr/>
          </p:nvSpPr>
          <p:spPr>
            <a:xfrm>
              <a:off x="9002725" y="1803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4" name="pt58764"/>
            <p:cNvSpPr/>
            <p:nvPr/>
          </p:nvSpPr>
          <p:spPr>
            <a:xfrm>
              <a:off x="8544712" y="23431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5" name="pt58765"/>
            <p:cNvSpPr/>
            <p:nvPr/>
          </p:nvSpPr>
          <p:spPr>
            <a:xfrm>
              <a:off x="8783657" y="21873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6" name="pt58766"/>
            <p:cNvSpPr/>
            <p:nvPr/>
          </p:nvSpPr>
          <p:spPr>
            <a:xfrm>
              <a:off x="8748753" y="2002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7" name="pt58767"/>
            <p:cNvSpPr/>
            <p:nvPr/>
          </p:nvSpPr>
          <p:spPr>
            <a:xfrm>
              <a:off x="9101309" y="22913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8" name="pt58768"/>
            <p:cNvSpPr/>
            <p:nvPr/>
          </p:nvSpPr>
          <p:spPr>
            <a:xfrm>
              <a:off x="8439043" y="22165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9" name="pt58769"/>
            <p:cNvSpPr/>
            <p:nvPr/>
          </p:nvSpPr>
          <p:spPr>
            <a:xfrm>
              <a:off x="9017715" y="1779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0" name="pt58770"/>
            <p:cNvSpPr/>
            <p:nvPr/>
          </p:nvSpPr>
          <p:spPr>
            <a:xfrm>
              <a:off x="8610820" y="1986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1" name="pt58771"/>
            <p:cNvSpPr/>
            <p:nvPr/>
          </p:nvSpPr>
          <p:spPr>
            <a:xfrm>
              <a:off x="8897369" y="2110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2" name="pt58772"/>
            <p:cNvSpPr/>
            <p:nvPr/>
          </p:nvSpPr>
          <p:spPr>
            <a:xfrm>
              <a:off x="9190595" y="2089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3" name="pt58773"/>
            <p:cNvSpPr/>
            <p:nvPr/>
          </p:nvSpPr>
          <p:spPr>
            <a:xfrm>
              <a:off x="8471820" y="25211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4" name="pt58774"/>
            <p:cNvSpPr/>
            <p:nvPr/>
          </p:nvSpPr>
          <p:spPr>
            <a:xfrm>
              <a:off x="9237719" y="2104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5" name="pt58775"/>
            <p:cNvSpPr/>
            <p:nvPr/>
          </p:nvSpPr>
          <p:spPr>
            <a:xfrm>
              <a:off x="8471820" y="2462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6" name="pt58776"/>
            <p:cNvSpPr/>
            <p:nvPr/>
          </p:nvSpPr>
          <p:spPr>
            <a:xfrm>
              <a:off x="8908267" y="2045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7" name="pt58777"/>
            <p:cNvSpPr/>
            <p:nvPr/>
          </p:nvSpPr>
          <p:spPr>
            <a:xfrm>
              <a:off x="8659047" y="2296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8" name="pt58778"/>
            <p:cNvSpPr/>
            <p:nvPr/>
          </p:nvSpPr>
          <p:spPr>
            <a:xfrm>
              <a:off x="8923469" y="1999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9" name="pt58779"/>
            <p:cNvSpPr/>
            <p:nvPr/>
          </p:nvSpPr>
          <p:spPr>
            <a:xfrm>
              <a:off x="8812874" y="22082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0" name="pt58780"/>
            <p:cNvSpPr/>
            <p:nvPr/>
          </p:nvSpPr>
          <p:spPr>
            <a:xfrm>
              <a:off x="8913479" y="1848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1" name="pt58781"/>
            <p:cNvSpPr/>
            <p:nvPr/>
          </p:nvSpPr>
          <p:spPr>
            <a:xfrm>
              <a:off x="9627091" y="217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2" name="pt58782"/>
            <p:cNvSpPr/>
            <p:nvPr/>
          </p:nvSpPr>
          <p:spPr>
            <a:xfrm>
              <a:off x="8610820" y="21735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3" name="pt58783"/>
            <p:cNvSpPr/>
            <p:nvPr/>
          </p:nvSpPr>
          <p:spPr>
            <a:xfrm>
              <a:off x="9594013" y="25125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4" name="pt58784"/>
            <p:cNvSpPr/>
            <p:nvPr/>
          </p:nvSpPr>
          <p:spPr>
            <a:xfrm>
              <a:off x="8610820" y="1984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5" name="pt58785"/>
            <p:cNvSpPr/>
            <p:nvPr/>
          </p:nvSpPr>
          <p:spPr>
            <a:xfrm>
              <a:off x="8821645" y="2186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6" name="pt58786"/>
            <p:cNvSpPr/>
            <p:nvPr/>
          </p:nvSpPr>
          <p:spPr>
            <a:xfrm>
              <a:off x="9422061" y="1689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7" name="pt58787"/>
            <p:cNvSpPr/>
            <p:nvPr/>
          </p:nvSpPr>
          <p:spPr>
            <a:xfrm>
              <a:off x="8921023" y="17499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8" name="pt58788"/>
            <p:cNvSpPr/>
            <p:nvPr/>
          </p:nvSpPr>
          <p:spPr>
            <a:xfrm>
              <a:off x="8347210" y="24339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9" name="pt58789"/>
            <p:cNvSpPr/>
            <p:nvPr/>
          </p:nvSpPr>
          <p:spPr>
            <a:xfrm>
              <a:off x="8721041" y="21927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0" name="pt58790"/>
            <p:cNvSpPr/>
            <p:nvPr/>
          </p:nvSpPr>
          <p:spPr>
            <a:xfrm>
              <a:off x="8274318" y="2121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1" name="pt58791"/>
            <p:cNvSpPr/>
            <p:nvPr/>
          </p:nvSpPr>
          <p:spPr>
            <a:xfrm>
              <a:off x="8563654" y="23230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2" name="pt58792"/>
            <p:cNvSpPr/>
            <p:nvPr/>
          </p:nvSpPr>
          <p:spPr>
            <a:xfrm>
              <a:off x="9071933" y="18772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3" name="pt58793"/>
            <p:cNvSpPr/>
            <p:nvPr/>
          </p:nvSpPr>
          <p:spPr>
            <a:xfrm>
              <a:off x="9049289" y="2255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4" name="pt58794"/>
            <p:cNvSpPr/>
            <p:nvPr/>
          </p:nvSpPr>
          <p:spPr>
            <a:xfrm>
              <a:off x="8398928" y="25379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5" name="pt58795"/>
            <p:cNvSpPr/>
            <p:nvPr/>
          </p:nvSpPr>
          <p:spPr>
            <a:xfrm>
              <a:off x="9013348" y="14356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6" name="pt58796"/>
            <p:cNvSpPr/>
            <p:nvPr/>
          </p:nvSpPr>
          <p:spPr>
            <a:xfrm>
              <a:off x="8981160" y="2000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7" name="pt58797"/>
            <p:cNvSpPr/>
            <p:nvPr/>
          </p:nvSpPr>
          <p:spPr>
            <a:xfrm>
              <a:off x="8471820" y="2447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8" name="pt58798"/>
            <p:cNvSpPr/>
            <p:nvPr/>
          </p:nvSpPr>
          <p:spPr>
            <a:xfrm>
              <a:off x="8735430" y="2246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9" name="pt58799"/>
            <p:cNvSpPr/>
            <p:nvPr/>
          </p:nvSpPr>
          <p:spPr>
            <a:xfrm>
              <a:off x="8499532" y="241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0" name="pt58800"/>
            <p:cNvSpPr/>
            <p:nvPr/>
          </p:nvSpPr>
          <p:spPr>
            <a:xfrm>
              <a:off x="9413835" y="1945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1" name="pt58801"/>
            <p:cNvSpPr/>
            <p:nvPr/>
          </p:nvSpPr>
          <p:spPr>
            <a:xfrm>
              <a:off x="9116046" y="1938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2" name="pt58802"/>
            <p:cNvSpPr/>
            <p:nvPr/>
          </p:nvSpPr>
          <p:spPr>
            <a:xfrm>
              <a:off x="8803653" y="1942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3" name="pt58803"/>
            <p:cNvSpPr/>
            <p:nvPr/>
          </p:nvSpPr>
          <p:spPr>
            <a:xfrm>
              <a:off x="8999571" y="1785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4" name="pt58804"/>
            <p:cNvSpPr/>
            <p:nvPr/>
          </p:nvSpPr>
          <p:spPr>
            <a:xfrm>
              <a:off x="9227269" y="20553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5" name="pt58805"/>
            <p:cNvSpPr/>
            <p:nvPr/>
          </p:nvSpPr>
          <p:spPr>
            <a:xfrm>
              <a:off x="8471820" y="2626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6" name="pt58806"/>
            <p:cNvSpPr/>
            <p:nvPr/>
          </p:nvSpPr>
          <p:spPr>
            <a:xfrm>
              <a:off x="9182728" y="19188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7" name="pt58807"/>
            <p:cNvSpPr/>
            <p:nvPr/>
          </p:nvSpPr>
          <p:spPr>
            <a:xfrm>
              <a:off x="9227269" y="2128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8" name="pt58808"/>
            <p:cNvSpPr/>
            <p:nvPr/>
          </p:nvSpPr>
          <p:spPr>
            <a:xfrm>
              <a:off x="9394753" y="21190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9" name="pt58809"/>
            <p:cNvSpPr/>
            <p:nvPr/>
          </p:nvSpPr>
          <p:spPr>
            <a:xfrm>
              <a:off x="8817313" y="19860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0" name="pt58810"/>
            <p:cNvSpPr/>
            <p:nvPr/>
          </p:nvSpPr>
          <p:spPr>
            <a:xfrm>
              <a:off x="8398928" y="2436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1" name="pt58811"/>
            <p:cNvSpPr/>
            <p:nvPr/>
          </p:nvSpPr>
          <p:spPr>
            <a:xfrm>
              <a:off x="9101309" y="18978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2" name="pt58812"/>
            <p:cNvSpPr/>
            <p:nvPr/>
          </p:nvSpPr>
          <p:spPr>
            <a:xfrm>
              <a:off x="8523538" y="2622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3" name="pt58813"/>
            <p:cNvSpPr/>
            <p:nvPr/>
          </p:nvSpPr>
          <p:spPr>
            <a:xfrm>
              <a:off x="8834048" y="19017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4" name="pt58814"/>
            <p:cNvSpPr/>
            <p:nvPr/>
          </p:nvSpPr>
          <p:spPr>
            <a:xfrm>
              <a:off x="8471820" y="25688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5" name="pt58815"/>
            <p:cNvSpPr/>
            <p:nvPr/>
          </p:nvSpPr>
          <p:spPr>
            <a:xfrm>
              <a:off x="8778290" y="22917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6" name="pt58816"/>
            <p:cNvSpPr/>
            <p:nvPr/>
          </p:nvSpPr>
          <p:spPr>
            <a:xfrm>
              <a:off x="9227269" y="2035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7" name="pt58817"/>
            <p:cNvSpPr/>
            <p:nvPr/>
          </p:nvSpPr>
          <p:spPr>
            <a:xfrm>
              <a:off x="9103999" y="203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8" name="pt58818"/>
            <p:cNvSpPr/>
            <p:nvPr/>
          </p:nvSpPr>
          <p:spPr>
            <a:xfrm>
              <a:off x="8544712" y="24211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9" name="pt58819"/>
            <p:cNvSpPr/>
            <p:nvPr/>
          </p:nvSpPr>
          <p:spPr>
            <a:xfrm>
              <a:off x="8636546" y="2205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0" name="pt58820"/>
            <p:cNvSpPr/>
            <p:nvPr/>
          </p:nvSpPr>
          <p:spPr>
            <a:xfrm>
              <a:off x="9031551" y="1728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1" name="pt58821"/>
            <p:cNvSpPr/>
            <p:nvPr/>
          </p:nvSpPr>
          <p:spPr>
            <a:xfrm>
              <a:off x="9182728" y="2045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2" name="pt58822"/>
            <p:cNvSpPr/>
            <p:nvPr/>
          </p:nvSpPr>
          <p:spPr>
            <a:xfrm>
              <a:off x="8610820" y="2078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3" name="pt58823"/>
            <p:cNvSpPr/>
            <p:nvPr/>
          </p:nvSpPr>
          <p:spPr>
            <a:xfrm>
              <a:off x="8788868" y="2123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4" name="pt58824"/>
            <p:cNvSpPr/>
            <p:nvPr/>
          </p:nvSpPr>
          <p:spPr>
            <a:xfrm>
              <a:off x="9317391" y="2151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5" name="pt58825"/>
            <p:cNvSpPr/>
            <p:nvPr/>
          </p:nvSpPr>
          <p:spPr>
            <a:xfrm>
              <a:off x="8956650" y="2246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6" name="pt58826"/>
            <p:cNvSpPr/>
            <p:nvPr/>
          </p:nvSpPr>
          <p:spPr>
            <a:xfrm>
              <a:off x="8610820" y="21149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7" name="pt58827"/>
            <p:cNvSpPr/>
            <p:nvPr/>
          </p:nvSpPr>
          <p:spPr>
            <a:xfrm>
              <a:off x="8274318" y="24183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8" name="pt58828"/>
            <p:cNvSpPr/>
            <p:nvPr/>
          </p:nvSpPr>
          <p:spPr>
            <a:xfrm>
              <a:off x="9421909" y="2049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9" name="pt58829"/>
            <p:cNvSpPr/>
            <p:nvPr/>
          </p:nvSpPr>
          <p:spPr>
            <a:xfrm>
              <a:off x="8838000" y="18997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0" name="pt58830"/>
            <p:cNvSpPr/>
            <p:nvPr/>
          </p:nvSpPr>
          <p:spPr>
            <a:xfrm>
              <a:off x="9086240" y="1895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1" name="pt58831"/>
            <p:cNvSpPr/>
            <p:nvPr/>
          </p:nvSpPr>
          <p:spPr>
            <a:xfrm>
              <a:off x="8713389" y="2138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2" name="pt58832"/>
            <p:cNvSpPr/>
            <p:nvPr/>
          </p:nvSpPr>
          <p:spPr>
            <a:xfrm>
              <a:off x="8705398" y="19529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3" name="pt58833"/>
            <p:cNvSpPr/>
            <p:nvPr/>
          </p:nvSpPr>
          <p:spPr>
            <a:xfrm>
              <a:off x="9176891" y="20507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4" name="pt58834"/>
            <p:cNvSpPr/>
            <p:nvPr/>
          </p:nvSpPr>
          <p:spPr>
            <a:xfrm>
              <a:off x="9296080" y="17800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5" name="pt58835"/>
            <p:cNvSpPr/>
            <p:nvPr/>
          </p:nvSpPr>
          <p:spPr>
            <a:xfrm>
              <a:off x="8398928" y="2401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6" name="pt58836"/>
            <p:cNvSpPr/>
            <p:nvPr/>
          </p:nvSpPr>
          <p:spPr>
            <a:xfrm>
              <a:off x="8471820" y="23639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7" name="pt58837"/>
            <p:cNvSpPr/>
            <p:nvPr/>
          </p:nvSpPr>
          <p:spPr>
            <a:xfrm>
              <a:off x="8982914" y="1886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8" name="pt58838"/>
            <p:cNvSpPr/>
            <p:nvPr/>
          </p:nvSpPr>
          <p:spPr>
            <a:xfrm>
              <a:off x="8544712" y="23854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9" name="pt58839"/>
            <p:cNvSpPr/>
            <p:nvPr/>
          </p:nvSpPr>
          <p:spPr>
            <a:xfrm>
              <a:off x="8870124" y="2259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0" name="pt58840"/>
            <p:cNvSpPr/>
            <p:nvPr/>
          </p:nvSpPr>
          <p:spPr>
            <a:xfrm>
              <a:off x="8882745" y="1931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1" name="pt58841"/>
            <p:cNvSpPr/>
            <p:nvPr/>
          </p:nvSpPr>
          <p:spPr>
            <a:xfrm>
              <a:off x="8755061" y="2268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2" name="pt58842"/>
            <p:cNvSpPr/>
            <p:nvPr/>
          </p:nvSpPr>
          <p:spPr>
            <a:xfrm>
              <a:off x="8735430" y="2312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3" name="pt58843"/>
            <p:cNvSpPr/>
            <p:nvPr/>
          </p:nvSpPr>
          <p:spPr>
            <a:xfrm>
              <a:off x="8274318" y="2566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4" name="pt58844"/>
            <p:cNvSpPr/>
            <p:nvPr/>
          </p:nvSpPr>
          <p:spPr>
            <a:xfrm>
              <a:off x="8870124" y="2245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5" name="pt58845"/>
            <p:cNvSpPr/>
            <p:nvPr/>
          </p:nvSpPr>
          <p:spPr>
            <a:xfrm>
              <a:off x="9101309" y="19888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6" name="pt58846"/>
            <p:cNvSpPr/>
            <p:nvPr/>
          </p:nvSpPr>
          <p:spPr>
            <a:xfrm>
              <a:off x="8610820" y="2156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7" name="pt58847"/>
            <p:cNvSpPr/>
            <p:nvPr/>
          </p:nvSpPr>
          <p:spPr>
            <a:xfrm>
              <a:off x="8596430" y="2337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8" name="pt58848"/>
            <p:cNvSpPr/>
            <p:nvPr/>
          </p:nvSpPr>
          <p:spPr>
            <a:xfrm>
              <a:off x="8817313" y="2169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9" name="pt58849"/>
            <p:cNvSpPr/>
            <p:nvPr/>
          </p:nvSpPr>
          <p:spPr>
            <a:xfrm>
              <a:off x="9431373" y="1965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0" name="pt58850"/>
            <p:cNvSpPr/>
            <p:nvPr/>
          </p:nvSpPr>
          <p:spPr>
            <a:xfrm>
              <a:off x="9196543" y="208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1" name="pt58851"/>
            <p:cNvSpPr/>
            <p:nvPr/>
          </p:nvSpPr>
          <p:spPr>
            <a:xfrm>
              <a:off x="8982914" y="1856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2" name="pt58852"/>
            <p:cNvSpPr/>
            <p:nvPr/>
          </p:nvSpPr>
          <p:spPr>
            <a:xfrm>
              <a:off x="8721041" y="2056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3" name="pt58853"/>
            <p:cNvSpPr/>
            <p:nvPr/>
          </p:nvSpPr>
          <p:spPr>
            <a:xfrm>
              <a:off x="8624143" y="24586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4" name="pt58854"/>
            <p:cNvSpPr/>
            <p:nvPr/>
          </p:nvSpPr>
          <p:spPr>
            <a:xfrm>
              <a:off x="9089164" y="1915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5" name="pt58855"/>
            <p:cNvSpPr/>
            <p:nvPr/>
          </p:nvSpPr>
          <p:spPr>
            <a:xfrm>
              <a:off x="9285373" y="19695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6" name="pt58856"/>
            <p:cNvSpPr/>
            <p:nvPr/>
          </p:nvSpPr>
          <p:spPr>
            <a:xfrm>
              <a:off x="9285373" y="19473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7" name="pt58857"/>
            <p:cNvSpPr/>
            <p:nvPr/>
          </p:nvSpPr>
          <p:spPr>
            <a:xfrm>
              <a:off x="8610820" y="2140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8" name="pt58858"/>
            <p:cNvSpPr/>
            <p:nvPr/>
          </p:nvSpPr>
          <p:spPr>
            <a:xfrm>
              <a:off x="8981160" y="1939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9" name="pt58859"/>
            <p:cNvSpPr/>
            <p:nvPr/>
          </p:nvSpPr>
          <p:spPr>
            <a:xfrm>
              <a:off x="9101309" y="22365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0" name="pt58860"/>
            <p:cNvSpPr/>
            <p:nvPr/>
          </p:nvSpPr>
          <p:spPr>
            <a:xfrm>
              <a:off x="9657982" y="1895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1" name="pt58861"/>
            <p:cNvSpPr/>
            <p:nvPr/>
          </p:nvSpPr>
          <p:spPr>
            <a:xfrm>
              <a:off x="8923469" y="1949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2" name="pt58862"/>
            <p:cNvSpPr/>
            <p:nvPr/>
          </p:nvSpPr>
          <p:spPr>
            <a:xfrm>
              <a:off x="8563654" y="22157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3" name="pt58863"/>
            <p:cNvSpPr/>
            <p:nvPr/>
          </p:nvSpPr>
          <p:spPr>
            <a:xfrm>
              <a:off x="9065434" y="1864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4" name="pt58864"/>
            <p:cNvSpPr/>
            <p:nvPr/>
          </p:nvSpPr>
          <p:spPr>
            <a:xfrm>
              <a:off x="9297299" y="18793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5" name="pt58865"/>
            <p:cNvSpPr/>
            <p:nvPr/>
          </p:nvSpPr>
          <p:spPr>
            <a:xfrm>
              <a:off x="8471820" y="2462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6" name="pt58866"/>
            <p:cNvSpPr/>
            <p:nvPr/>
          </p:nvSpPr>
          <p:spPr>
            <a:xfrm>
              <a:off x="8910892" y="2038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7" name="pt58867"/>
            <p:cNvSpPr/>
            <p:nvPr/>
          </p:nvSpPr>
          <p:spPr>
            <a:xfrm>
              <a:off x="9115211" y="2058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8" name="pt58868"/>
            <p:cNvSpPr/>
            <p:nvPr/>
          </p:nvSpPr>
          <p:spPr>
            <a:xfrm>
              <a:off x="8921023" y="1655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9" name="pt58869"/>
            <p:cNvSpPr/>
            <p:nvPr/>
          </p:nvSpPr>
          <p:spPr>
            <a:xfrm>
              <a:off x="8970261" y="20504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0" name="pt58870"/>
            <p:cNvSpPr/>
            <p:nvPr/>
          </p:nvSpPr>
          <p:spPr>
            <a:xfrm>
              <a:off x="9717541" y="2271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1" name="pt58871"/>
            <p:cNvSpPr/>
            <p:nvPr/>
          </p:nvSpPr>
          <p:spPr>
            <a:xfrm>
              <a:off x="9780125" y="25371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2" name="pt58872"/>
            <p:cNvSpPr/>
            <p:nvPr/>
          </p:nvSpPr>
          <p:spPr>
            <a:xfrm>
              <a:off x="9200748" y="1928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3" name="pt58873"/>
            <p:cNvSpPr/>
            <p:nvPr/>
          </p:nvSpPr>
          <p:spPr>
            <a:xfrm>
              <a:off x="8713389" y="2333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4" name="pt58874"/>
            <p:cNvSpPr/>
            <p:nvPr/>
          </p:nvSpPr>
          <p:spPr>
            <a:xfrm>
              <a:off x="8918543" y="1941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5" name="pt58875"/>
            <p:cNvSpPr/>
            <p:nvPr/>
          </p:nvSpPr>
          <p:spPr>
            <a:xfrm>
              <a:off x="9707347" y="19428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6" name="pt58876"/>
            <p:cNvSpPr/>
            <p:nvPr/>
          </p:nvSpPr>
          <p:spPr>
            <a:xfrm>
              <a:off x="9002725" y="1942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7" name="pt58877"/>
            <p:cNvSpPr/>
            <p:nvPr/>
          </p:nvSpPr>
          <p:spPr>
            <a:xfrm>
              <a:off x="8932933" y="17523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8" name="pt58878"/>
            <p:cNvSpPr/>
            <p:nvPr/>
          </p:nvSpPr>
          <p:spPr>
            <a:xfrm>
              <a:off x="8274318" y="2205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9" name="pt58879"/>
            <p:cNvSpPr/>
            <p:nvPr/>
          </p:nvSpPr>
          <p:spPr>
            <a:xfrm>
              <a:off x="8894537" y="2155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0" name="pt58880"/>
            <p:cNvSpPr/>
            <p:nvPr/>
          </p:nvSpPr>
          <p:spPr>
            <a:xfrm>
              <a:off x="9233005" y="2187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1" name="pt58881"/>
            <p:cNvSpPr/>
            <p:nvPr/>
          </p:nvSpPr>
          <p:spPr>
            <a:xfrm>
              <a:off x="8274318" y="2527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2" name="pt58882"/>
            <p:cNvSpPr/>
            <p:nvPr/>
          </p:nvSpPr>
          <p:spPr>
            <a:xfrm>
              <a:off x="9761170" y="240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3" name="pt58883"/>
            <p:cNvSpPr/>
            <p:nvPr/>
          </p:nvSpPr>
          <p:spPr>
            <a:xfrm>
              <a:off x="9262568" y="1999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4" name="pt58884"/>
            <p:cNvSpPr/>
            <p:nvPr/>
          </p:nvSpPr>
          <p:spPr>
            <a:xfrm>
              <a:off x="9051686" y="2147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5" name="pt58885"/>
            <p:cNvSpPr/>
            <p:nvPr/>
          </p:nvSpPr>
          <p:spPr>
            <a:xfrm>
              <a:off x="9334969" y="2230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6" name="pt58886"/>
            <p:cNvSpPr/>
            <p:nvPr/>
          </p:nvSpPr>
          <p:spPr>
            <a:xfrm>
              <a:off x="8962610" y="2235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7" name="pt58887"/>
            <p:cNvSpPr/>
            <p:nvPr/>
          </p:nvSpPr>
          <p:spPr>
            <a:xfrm>
              <a:off x="9227269" y="2152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8" name="pt58888"/>
            <p:cNvSpPr/>
            <p:nvPr/>
          </p:nvSpPr>
          <p:spPr>
            <a:xfrm>
              <a:off x="8856549" y="2165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9" name="pt58889"/>
            <p:cNvSpPr/>
            <p:nvPr/>
          </p:nvSpPr>
          <p:spPr>
            <a:xfrm>
              <a:off x="9074048" y="1756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0" name="pt58890"/>
            <p:cNvSpPr/>
            <p:nvPr/>
          </p:nvSpPr>
          <p:spPr>
            <a:xfrm>
              <a:off x="9339588" y="2107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1" name="pt58891"/>
            <p:cNvSpPr/>
            <p:nvPr/>
          </p:nvSpPr>
          <p:spPr>
            <a:xfrm>
              <a:off x="8866825" y="2189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2" name="pt58892"/>
            <p:cNvSpPr/>
            <p:nvPr/>
          </p:nvSpPr>
          <p:spPr>
            <a:xfrm>
              <a:off x="8788868" y="20532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3" name="pt58893"/>
            <p:cNvSpPr/>
            <p:nvPr/>
          </p:nvSpPr>
          <p:spPr>
            <a:xfrm>
              <a:off x="9002725" y="1827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4" name="pt58894"/>
            <p:cNvSpPr/>
            <p:nvPr/>
          </p:nvSpPr>
          <p:spPr>
            <a:xfrm>
              <a:off x="8941923" y="20823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5" name="pt58895"/>
            <p:cNvSpPr/>
            <p:nvPr/>
          </p:nvSpPr>
          <p:spPr>
            <a:xfrm>
              <a:off x="8347210" y="2263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6" name="pt58896"/>
            <p:cNvSpPr/>
            <p:nvPr/>
          </p:nvSpPr>
          <p:spPr>
            <a:xfrm>
              <a:off x="9032878" y="1738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7" name="pt58897"/>
            <p:cNvSpPr/>
            <p:nvPr/>
          </p:nvSpPr>
          <p:spPr>
            <a:xfrm>
              <a:off x="8939717" y="2044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8" name="pt58898"/>
            <p:cNvSpPr/>
            <p:nvPr/>
          </p:nvSpPr>
          <p:spPr>
            <a:xfrm>
              <a:off x="9332489" y="2068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9" name="pt58899"/>
            <p:cNvSpPr/>
            <p:nvPr/>
          </p:nvSpPr>
          <p:spPr>
            <a:xfrm>
              <a:off x="9325618" y="21867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0" name="pt58900"/>
            <p:cNvSpPr/>
            <p:nvPr/>
          </p:nvSpPr>
          <p:spPr>
            <a:xfrm>
              <a:off x="8783657" y="21505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1" name="pt58901"/>
            <p:cNvSpPr/>
            <p:nvPr/>
          </p:nvSpPr>
          <p:spPr>
            <a:xfrm>
              <a:off x="8274318" y="23754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2" name="pt58902"/>
            <p:cNvSpPr/>
            <p:nvPr/>
          </p:nvSpPr>
          <p:spPr>
            <a:xfrm>
              <a:off x="8439043" y="2290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3" name="pt58903"/>
            <p:cNvSpPr/>
            <p:nvPr/>
          </p:nvSpPr>
          <p:spPr>
            <a:xfrm>
              <a:off x="8962610" y="2297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4" name="pt58904"/>
            <p:cNvSpPr/>
            <p:nvPr/>
          </p:nvSpPr>
          <p:spPr>
            <a:xfrm>
              <a:off x="8803653" y="1894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5" name="pt58905"/>
            <p:cNvSpPr/>
            <p:nvPr/>
          </p:nvSpPr>
          <p:spPr>
            <a:xfrm>
              <a:off x="8580788" y="20431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6" name="pt58906"/>
            <p:cNvSpPr/>
            <p:nvPr/>
          </p:nvSpPr>
          <p:spPr>
            <a:xfrm>
              <a:off x="9002725" y="1848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7" name="pt58907"/>
            <p:cNvSpPr/>
            <p:nvPr/>
          </p:nvSpPr>
          <p:spPr>
            <a:xfrm>
              <a:off x="9142325" y="2108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8" name="pt58908"/>
            <p:cNvSpPr/>
            <p:nvPr/>
          </p:nvSpPr>
          <p:spPr>
            <a:xfrm>
              <a:off x="8471820" y="23214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9" name="pt58909"/>
            <p:cNvSpPr/>
            <p:nvPr/>
          </p:nvSpPr>
          <p:spPr>
            <a:xfrm>
              <a:off x="8923469" y="17327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0" name="pt58910"/>
            <p:cNvSpPr/>
            <p:nvPr/>
          </p:nvSpPr>
          <p:spPr>
            <a:xfrm>
              <a:off x="8274318" y="25744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1" name="pt58911"/>
            <p:cNvSpPr/>
            <p:nvPr/>
          </p:nvSpPr>
          <p:spPr>
            <a:xfrm>
              <a:off x="9069792" y="1768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2" name="pt58912"/>
            <p:cNvSpPr/>
            <p:nvPr/>
          </p:nvSpPr>
          <p:spPr>
            <a:xfrm>
              <a:off x="8596430" y="23265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3" name="pt58913"/>
            <p:cNvSpPr/>
            <p:nvPr/>
          </p:nvSpPr>
          <p:spPr>
            <a:xfrm>
              <a:off x="9535645" y="20571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4" name="pt58914"/>
            <p:cNvSpPr/>
            <p:nvPr/>
          </p:nvSpPr>
          <p:spPr>
            <a:xfrm>
              <a:off x="9140881" y="2073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5" name="pt58915"/>
            <p:cNvSpPr/>
            <p:nvPr/>
          </p:nvSpPr>
          <p:spPr>
            <a:xfrm>
              <a:off x="9126552" y="1936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6" name="pt58916"/>
            <p:cNvSpPr/>
            <p:nvPr/>
          </p:nvSpPr>
          <p:spPr>
            <a:xfrm>
              <a:off x="8973968" y="1963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7" name="pt58917"/>
            <p:cNvSpPr/>
            <p:nvPr/>
          </p:nvSpPr>
          <p:spPr>
            <a:xfrm>
              <a:off x="9054052" y="22083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8" name="pt58918"/>
            <p:cNvSpPr/>
            <p:nvPr/>
          </p:nvSpPr>
          <p:spPr>
            <a:xfrm>
              <a:off x="8913479" y="1721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9" name="pt58919"/>
            <p:cNvSpPr/>
            <p:nvPr/>
          </p:nvSpPr>
          <p:spPr>
            <a:xfrm>
              <a:off x="8748753" y="20324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0" name="pt58920"/>
            <p:cNvSpPr/>
            <p:nvPr/>
          </p:nvSpPr>
          <p:spPr>
            <a:xfrm>
              <a:off x="9124975" y="20120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1" name="pt58921"/>
            <p:cNvSpPr/>
            <p:nvPr/>
          </p:nvSpPr>
          <p:spPr>
            <a:xfrm>
              <a:off x="8761156" y="2339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2" name="pt58922"/>
            <p:cNvSpPr/>
            <p:nvPr/>
          </p:nvSpPr>
          <p:spPr>
            <a:xfrm>
              <a:off x="9743490" y="21603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3" name="pt58923"/>
            <p:cNvSpPr/>
            <p:nvPr/>
          </p:nvSpPr>
          <p:spPr>
            <a:xfrm>
              <a:off x="8973968" y="1963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4" name="pt58924"/>
            <p:cNvSpPr/>
            <p:nvPr/>
          </p:nvSpPr>
          <p:spPr>
            <a:xfrm>
              <a:off x="8910892" y="2060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5" name="pt58925"/>
            <p:cNvSpPr/>
            <p:nvPr/>
          </p:nvSpPr>
          <p:spPr>
            <a:xfrm>
              <a:off x="8439043" y="22088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6" name="pt58926"/>
            <p:cNvSpPr/>
            <p:nvPr/>
          </p:nvSpPr>
          <p:spPr>
            <a:xfrm>
              <a:off x="9140881" y="20183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7" name="pt58927"/>
            <p:cNvSpPr/>
            <p:nvPr/>
          </p:nvSpPr>
          <p:spPr>
            <a:xfrm>
              <a:off x="8921023" y="1751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8" name="pt58928"/>
            <p:cNvSpPr/>
            <p:nvPr/>
          </p:nvSpPr>
          <p:spPr>
            <a:xfrm>
              <a:off x="8923469" y="1891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9" name="pt58929"/>
            <p:cNvSpPr/>
            <p:nvPr/>
          </p:nvSpPr>
          <p:spPr>
            <a:xfrm>
              <a:off x="8471820" y="2254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0" name="pt58930"/>
            <p:cNvSpPr/>
            <p:nvPr/>
          </p:nvSpPr>
          <p:spPr>
            <a:xfrm>
              <a:off x="9442137" y="1813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1" name="pt58931"/>
            <p:cNvSpPr/>
            <p:nvPr/>
          </p:nvSpPr>
          <p:spPr>
            <a:xfrm>
              <a:off x="9124182" y="19893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2" name="pt58932"/>
            <p:cNvSpPr/>
            <p:nvPr/>
          </p:nvSpPr>
          <p:spPr>
            <a:xfrm>
              <a:off x="9191144" y="2010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3" name="pt58933"/>
            <p:cNvSpPr/>
            <p:nvPr/>
          </p:nvSpPr>
          <p:spPr>
            <a:xfrm>
              <a:off x="8679043" y="2303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4" name="pt58934"/>
            <p:cNvSpPr/>
            <p:nvPr/>
          </p:nvSpPr>
          <p:spPr>
            <a:xfrm>
              <a:off x="9193323" y="2077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5" name="pt58935"/>
            <p:cNvSpPr/>
            <p:nvPr/>
          </p:nvSpPr>
          <p:spPr>
            <a:xfrm>
              <a:off x="8830008" y="2189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6" name="pt58936"/>
            <p:cNvSpPr/>
            <p:nvPr/>
          </p:nvSpPr>
          <p:spPr>
            <a:xfrm>
              <a:off x="9519098" y="2470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7" name="pt58937"/>
            <p:cNvSpPr/>
            <p:nvPr/>
          </p:nvSpPr>
          <p:spPr>
            <a:xfrm>
              <a:off x="8347210" y="21033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8" name="pt58938"/>
            <p:cNvSpPr/>
            <p:nvPr/>
          </p:nvSpPr>
          <p:spPr>
            <a:xfrm>
              <a:off x="8778290" y="2053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9" name="pt58939"/>
            <p:cNvSpPr/>
            <p:nvPr/>
          </p:nvSpPr>
          <p:spPr>
            <a:xfrm>
              <a:off x="9181576" y="1999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0" name="pt58940"/>
            <p:cNvSpPr/>
            <p:nvPr/>
          </p:nvSpPr>
          <p:spPr>
            <a:xfrm>
              <a:off x="9427147" y="1936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1" name="pt58941"/>
            <p:cNvSpPr/>
            <p:nvPr/>
          </p:nvSpPr>
          <p:spPr>
            <a:xfrm>
              <a:off x="8636546" y="23451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2" name="pt58942"/>
            <p:cNvSpPr/>
            <p:nvPr/>
          </p:nvSpPr>
          <p:spPr>
            <a:xfrm>
              <a:off x="8821645" y="2192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3" name="pt58943"/>
            <p:cNvSpPr/>
            <p:nvPr/>
          </p:nvSpPr>
          <p:spPr>
            <a:xfrm>
              <a:off x="9497514" y="23928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4" name="pt58944"/>
            <p:cNvSpPr/>
            <p:nvPr/>
          </p:nvSpPr>
          <p:spPr>
            <a:xfrm>
              <a:off x="8580788" y="2274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5" name="pt58945"/>
            <p:cNvSpPr/>
            <p:nvPr/>
          </p:nvSpPr>
          <p:spPr>
            <a:xfrm>
              <a:off x="8788868" y="2095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6" name="pt58946"/>
            <p:cNvSpPr/>
            <p:nvPr/>
          </p:nvSpPr>
          <p:spPr>
            <a:xfrm>
              <a:off x="9336196" y="2205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7" name="pt58947"/>
            <p:cNvSpPr/>
            <p:nvPr/>
          </p:nvSpPr>
          <p:spPr>
            <a:xfrm>
              <a:off x="8679043" y="2365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8" name="pt58948"/>
            <p:cNvSpPr/>
            <p:nvPr/>
          </p:nvSpPr>
          <p:spPr>
            <a:xfrm>
              <a:off x="8852989" y="1853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9" name="pt58949"/>
            <p:cNvSpPr/>
            <p:nvPr/>
          </p:nvSpPr>
          <p:spPr>
            <a:xfrm>
              <a:off x="8471820" y="24307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0" name="pt58950"/>
            <p:cNvSpPr/>
            <p:nvPr/>
          </p:nvSpPr>
          <p:spPr>
            <a:xfrm>
              <a:off x="9191144" y="2025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1" name="pt58951"/>
            <p:cNvSpPr/>
            <p:nvPr/>
          </p:nvSpPr>
          <p:spPr>
            <a:xfrm>
              <a:off x="8499532" y="2310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2" name="pt58952"/>
            <p:cNvSpPr/>
            <p:nvPr/>
          </p:nvSpPr>
          <p:spPr>
            <a:xfrm>
              <a:off x="9180997" y="1940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3" name="pt58953"/>
            <p:cNvSpPr/>
            <p:nvPr/>
          </p:nvSpPr>
          <p:spPr>
            <a:xfrm>
              <a:off x="8544712" y="2364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4" name="pt58954"/>
            <p:cNvSpPr/>
            <p:nvPr/>
          </p:nvSpPr>
          <p:spPr>
            <a:xfrm>
              <a:off x="8624143" y="2456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5" name="pt58955"/>
            <p:cNvSpPr/>
            <p:nvPr/>
          </p:nvSpPr>
          <p:spPr>
            <a:xfrm>
              <a:off x="8347210" y="2253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6" name="pt58956"/>
            <p:cNvSpPr/>
            <p:nvPr/>
          </p:nvSpPr>
          <p:spPr>
            <a:xfrm>
              <a:off x="8688264" y="2239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7" name="pt58957"/>
            <p:cNvSpPr/>
            <p:nvPr/>
          </p:nvSpPr>
          <p:spPr>
            <a:xfrm>
              <a:off x="9026144" y="1743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8" name="pt58958"/>
            <p:cNvSpPr/>
            <p:nvPr/>
          </p:nvSpPr>
          <p:spPr>
            <a:xfrm>
              <a:off x="9074048" y="1735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9" name="pt58959"/>
            <p:cNvSpPr/>
            <p:nvPr/>
          </p:nvSpPr>
          <p:spPr>
            <a:xfrm>
              <a:off x="9527393" y="1749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0" name="pt58960"/>
            <p:cNvSpPr/>
            <p:nvPr/>
          </p:nvSpPr>
          <p:spPr>
            <a:xfrm>
              <a:off x="8721041" y="2130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1" name="pt58961"/>
            <p:cNvSpPr/>
            <p:nvPr/>
          </p:nvSpPr>
          <p:spPr>
            <a:xfrm>
              <a:off x="8735430" y="2133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2" name="pt58962"/>
            <p:cNvSpPr/>
            <p:nvPr/>
          </p:nvSpPr>
          <p:spPr>
            <a:xfrm>
              <a:off x="9681061" y="2466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3" name="pt58963"/>
            <p:cNvSpPr/>
            <p:nvPr/>
          </p:nvSpPr>
          <p:spPr>
            <a:xfrm>
              <a:off x="9231697" y="2118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4" name="pt58964"/>
            <p:cNvSpPr/>
            <p:nvPr/>
          </p:nvSpPr>
          <p:spPr>
            <a:xfrm>
              <a:off x="9394753" y="21661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5" name="pt58965"/>
            <p:cNvSpPr/>
            <p:nvPr/>
          </p:nvSpPr>
          <p:spPr>
            <a:xfrm>
              <a:off x="8347210" y="2197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6" name="pt58966"/>
            <p:cNvSpPr/>
            <p:nvPr/>
          </p:nvSpPr>
          <p:spPr>
            <a:xfrm>
              <a:off x="9435925" y="17301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7" name="pt58967"/>
            <p:cNvSpPr/>
            <p:nvPr/>
          </p:nvSpPr>
          <p:spPr>
            <a:xfrm>
              <a:off x="8735430" y="2115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8" name="pt58968"/>
            <p:cNvSpPr/>
            <p:nvPr/>
          </p:nvSpPr>
          <p:spPr>
            <a:xfrm>
              <a:off x="8996361" y="2053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9" name="pt58969"/>
            <p:cNvSpPr/>
            <p:nvPr/>
          </p:nvSpPr>
          <p:spPr>
            <a:xfrm>
              <a:off x="9087220" y="1885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0" name="pt58970"/>
            <p:cNvSpPr/>
            <p:nvPr/>
          </p:nvSpPr>
          <p:spPr>
            <a:xfrm>
              <a:off x="8398928" y="23660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1" name="pt58971"/>
            <p:cNvSpPr/>
            <p:nvPr/>
          </p:nvSpPr>
          <p:spPr>
            <a:xfrm>
              <a:off x="8274318" y="2441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2" name="pt58972"/>
            <p:cNvSpPr/>
            <p:nvPr/>
          </p:nvSpPr>
          <p:spPr>
            <a:xfrm>
              <a:off x="9143758" y="21668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3" name="pt58973"/>
            <p:cNvSpPr/>
            <p:nvPr/>
          </p:nvSpPr>
          <p:spPr>
            <a:xfrm>
              <a:off x="8742215" y="1997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4" name="pt58974"/>
            <p:cNvSpPr/>
            <p:nvPr/>
          </p:nvSpPr>
          <p:spPr>
            <a:xfrm>
              <a:off x="8499532" y="2518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5" name="pt58975"/>
            <p:cNvSpPr/>
            <p:nvPr/>
          </p:nvSpPr>
          <p:spPr>
            <a:xfrm>
              <a:off x="8964553" y="2221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6" name="pt58976"/>
            <p:cNvSpPr/>
            <p:nvPr/>
          </p:nvSpPr>
          <p:spPr>
            <a:xfrm>
              <a:off x="9075096" y="18465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7" name="pt58977"/>
            <p:cNvSpPr/>
            <p:nvPr/>
          </p:nvSpPr>
          <p:spPr>
            <a:xfrm>
              <a:off x="8648148" y="2272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8" name="pt58978"/>
            <p:cNvSpPr/>
            <p:nvPr/>
          </p:nvSpPr>
          <p:spPr>
            <a:xfrm>
              <a:off x="8563654" y="2177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9" name="pt58979"/>
            <p:cNvSpPr/>
            <p:nvPr/>
          </p:nvSpPr>
          <p:spPr>
            <a:xfrm>
              <a:off x="8439043" y="22974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0" name="pt58980"/>
            <p:cNvSpPr/>
            <p:nvPr/>
          </p:nvSpPr>
          <p:spPr>
            <a:xfrm>
              <a:off x="8659047" y="2407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1" name="pt58981"/>
            <p:cNvSpPr/>
            <p:nvPr/>
          </p:nvSpPr>
          <p:spPr>
            <a:xfrm>
              <a:off x="8856549" y="2180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2" name="pt58982"/>
            <p:cNvSpPr/>
            <p:nvPr/>
          </p:nvSpPr>
          <p:spPr>
            <a:xfrm>
              <a:off x="9468702" y="21097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3" name="pt58983"/>
            <p:cNvSpPr/>
            <p:nvPr/>
          </p:nvSpPr>
          <p:spPr>
            <a:xfrm>
              <a:off x="9594013" y="22730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4" name="pt58984"/>
            <p:cNvSpPr/>
            <p:nvPr/>
          </p:nvSpPr>
          <p:spPr>
            <a:xfrm>
              <a:off x="9806800" y="2275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5" name="pt58985"/>
            <p:cNvSpPr/>
            <p:nvPr/>
          </p:nvSpPr>
          <p:spPr>
            <a:xfrm>
              <a:off x="8742215" y="2024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6" name="pt58986"/>
            <p:cNvSpPr/>
            <p:nvPr/>
          </p:nvSpPr>
          <p:spPr>
            <a:xfrm>
              <a:off x="8669323" y="24501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7" name="pt58987"/>
            <p:cNvSpPr/>
            <p:nvPr/>
          </p:nvSpPr>
          <p:spPr>
            <a:xfrm>
              <a:off x="9157488" y="1723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8" name="pt58988"/>
            <p:cNvSpPr/>
            <p:nvPr/>
          </p:nvSpPr>
          <p:spPr>
            <a:xfrm>
              <a:off x="8923469" y="1931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9" name="pt58989"/>
            <p:cNvSpPr/>
            <p:nvPr/>
          </p:nvSpPr>
          <p:spPr>
            <a:xfrm>
              <a:off x="9331236" y="2105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0" name="pt58990"/>
            <p:cNvSpPr/>
            <p:nvPr/>
          </p:nvSpPr>
          <p:spPr>
            <a:xfrm>
              <a:off x="9639141" y="21114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1" name="pt58991"/>
            <p:cNvSpPr/>
            <p:nvPr/>
          </p:nvSpPr>
          <p:spPr>
            <a:xfrm>
              <a:off x="8721041" y="2008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2" name="pt58992"/>
            <p:cNvSpPr/>
            <p:nvPr/>
          </p:nvSpPr>
          <p:spPr>
            <a:xfrm>
              <a:off x="8398928" y="23167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3" name="pt58993"/>
            <p:cNvSpPr/>
            <p:nvPr/>
          </p:nvSpPr>
          <p:spPr>
            <a:xfrm>
              <a:off x="8838000" y="1996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4" name="pt58994"/>
            <p:cNvSpPr/>
            <p:nvPr/>
          </p:nvSpPr>
          <p:spPr>
            <a:xfrm>
              <a:off x="8954618" y="2261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5" name="pt58995"/>
            <p:cNvSpPr/>
            <p:nvPr/>
          </p:nvSpPr>
          <p:spPr>
            <a:xfrm>
              <a:off x="8925882" y="1919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6" name="pt58996"/>
            <p:cNvSpPr/>
            <p:nvPr/>
          </p:nvSpPr>
          <p:spPr>
            <a:xfrm>
              <a:off x="9336196" y="2264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7" name="pt58997"/>
            <p:cNvSpPr/>
            <p:nvPr/>
          </p:nvSpPr>
          <p:spPr>
            <a:xfrm>
              <a:off x="9176891" y="19632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8" name="pt58998"/>
            <p:cNvSpPr/>
            <p:nvPr/>
          </p:nvSpPr>
          <p:spPr>
            <a:xfrm>
              <a:off x="8962610" y="2199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9" name="pt58999"/>
            <p:cNvSpPr/>
            <p:nvPr/>
          </p:nvSpPr>
          <p:spPr>
            <a:xfrm>
              <a:off x="8347210" y="2384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0" name="pt59000"/>
            <p:cNvSpPr/>
            <p:nvPr/>
          </p:nvSpPr>
          <p:spPr>
            <a:xfrm>
              <a:off x="8713389" y="2292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1" name="pt59001"/>
            <p:cNvSpPr/>
            <p:nvPr/>
          </p:nvSpPr>
          <p:spPr>
            <a:xfrm>
              <a:off x="8748753" y="2012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2" name="pt59002"/>
            <p:cNvSpPr/>
            <p:nvPr/>
          </p:nvSpPr>
          <p:spPr>
            <a:xfrm>
              <a:off x="9115211" y="2038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3" name="pt59003"/>
            <p:cNvSpPr/>
            <p:nvPr/>
          </p:nvSpPr>
          <p:spPr>
            <a:xfrm>
              <a:off x="9039368" y="17431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4" name="pt59004"/>
            <p:cNvSpPr/>
            <p:nvPr/>
          </p:nvSpPr>
          <p:spPr>
            <a:xfrm>
              <a:off x="8879672" y="19549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5" name="pt59005"/>
            <p:cNvSpPr/>
            <p:nvPr/>
          </p:nvSpPr>
          <p:spPr>
            <a:xfrm>
              <a:off x="8817313" y="21968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6" name="pt59006"/>
            <p:cNvSpPr/>
            <p:nvPr/>
          </p:nvSpPr>
          <p:spPr>
            <a:xfrm>
              <a:off x="8958659" y="22423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7" name="pt59007"/>
            <p:cNvSpPr/>
            <p:nvPr/>
          </p:nvSpPr>
          <p:spPr>
            <a:xfrm>
              <a:off x="8471820" y="23483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8" name="pt59008"/>
            <p:cNvSpPr/>
            <p:nvPr/>
          </p:nvSpPr>
          <p:spPr>
            <a:xfrm>
              <a:off x="8398928" y="26076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9" name="pt59009"/>
            <p:cNvSpPr/>
            <p:nvPr/>
          </p:nvSpPr>
          <p:spPr>
            <a:xfrm>
              <a:off x="9148684" y="20401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0" name="pt59010"/>
            <p:cNvSpPr/>
            <p:nvPr/>
          </p:nvSpPr>
          <p:spPr>
            <a:xfrm>
              <a:off x="8849358" y="1962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1" name="pt59011"/>
            <p:cNvSpPr/>
            <p:nvPr/>
          </p:nvSpPr>
          <p:spPr>
            <a:xfrm>
              <a:off x="8679043" y="2000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2" name="pt59012"/>
            <p:cNvSpPr/>
            <p:nvPr/>
          </p:nvSpPr>
          <p:spPr>
            <a:xfrm>
              <a:off x="9005825" y="17851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3" name="pt59013"/>
            <p:cNvSpPr/>
            <p:nvPr/>
          </p:nvSpPr>
          <p:spPr>
            <a:xfrm>
              <a:off x="8610820" y="19270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4" name="pt59014"/>
            <p:cNvSpPr/>
            <p:nvPr/>
          </p:nvSpPr>
          <p:spPr>
            <a:xfrm>
              <a:off x="8471820" y="24110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5" name="pt59015"/>
            <p:cNvSpPr/>
            <p:nvPr/>
          </p:nvSpPr>
          <p:spPr>
            <a:xfrm>
              <a:off x="8921023" y="1703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6" name="pt59016"/>
            <p:cNvSpPr/>
            <p:nvPr/>
          </p:nvSpPr>
          <p:spPr>
            <a:xfrm>
              <a:off x="8398928" y="2429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7" name="pt59017"/>
            <p:cNvSpPr/>
            <p:nvPr/>
          </p:nvSpPr>
          <p:spPr>
            <a:xfrm>
              <a:off x="8471820" y="2380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8" name="pt59018"/>
            <p:cNvSpPr/>
            <p:nvPr/>
          </p:nvSpPr>
          <p:spPr>
            <a:xfrm>
              <a:off x="9116046" y="19920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9" name="pt59019"/>
            <p:cNvSpPr/>
            <p:nvPr/>
          </p:nvSpPr>
          <p:spPr>
            <a:xfrm>
              <a:off x="8870124" y="21401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0" name="pt59020"/>
            <p:cNvSpPr/>
            <p:nvPr/>
          </p:nvSpPr>
          <p:spPr>
            <a:xfrm>
              <a:off x="9294853" y="1947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1" name="pt59021"/>
            <p:cNvSpPr/>
            <p:nvPr/>
          </p:nvSpPr>
          <p:spPr>
            <a:xfrm>
              <a:off x="8274318" y="2419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2" name="pt59022"/>
            <p:cNvSpPr/>
            <p:nvPr/>
          </p:nvSpPr>
          <p:spPr>
            <a:xfrm>
              <a:off x="8274318" y="24099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3" name="pt59023"/>
            <p:cNvSpPr/>
            <p:nvPr/>
          </p:nvSpPr>
          <p:spPr>
            <a:xfrm>
              <a:off x="8471820" y="2440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4" name="pt59024"/>
            <p:cNvSpPr/>
            <p:nvPr/>
          </p:nvSpPr>
          <p:spPr>
            <a:xfrm>
              <a:off x="9294853" y="1975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5" name="pt59025"/>
            <p:cNvSpPr/>
            <p:nvPr/>
          </p:nvSpPr>
          <p:spPr>
            <a:xfrm>
              <a:off x="9367540" y="2137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6" name="pt59026"/>
            <p:cNvSpPr/>
            <p:nvPr/>
          </p:nvSpPr>
          <p:spPr>
            <a:xfrm>
              <a:off x="8921023" y="1642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7" name="pt59027"/>
            <p:cNvSpPr/>
            <p:nvPr/>
          </p:nvSpPr>
          <p:spPr>
            <a:xfrm>
              <a:off x="8932933" y="1846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8" name="pt59028"/>
            <p:cNvSpPr/>
            <p:nvPr/>
          </p:nvSpPr>
          <p:spPr>
            <a:xfrm>
              <a:off x="9101309" y="2010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9" name="pt59029"/>
            <p:cNvSpPr/>
            <p:nvPr/>
          </p:nvSpPr>
          <p:spPr>
            <a:xfrm>
              <a:off x="8471820" y="22883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0" name="pt59030"/>
            <p:cNvSpPr/>
            <p:nvPr/>
          </p:nvSpPr>
          <p:spPr>
            <a:xfrm>
              <a:off x="8788868" y="1956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1" name="pt59031"/>
            <p:cNvSpPr/>
            <p:nvPr/>
          </p:nvSpPr>
          <p:spPr>
            <a:xfrm>
              <a:off x="8544712" y="2421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2" name="pt59032"/>
            <p:cNvSpPr/>
            <p:nvPr/>
          </p:nvSpPr>
          <p:spPr>
            <a:xfrm>
              <a:off x="9223646" y="1908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3" name="pt59033"/>
            <p:cNvSpPr/>
            <p:nvPr/>
          </p:nvSpPr>
          <p:spPr>
            <a:xfrm>
              <a:off x="8580788" y="2321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4" name="pt59034"/>
            <p:cNvSpPr/>
            <p:nvPr/>
          </p:nvSpPr>
          <p:spPr>
            <a:xfrm>
              <a:off x="9160112" y="1899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5" name="pt59035"/>
            <p:cNvSpPr/>
            <p:nvPr/>
          </p:nvSpPr>
          <p:spPr>
            <a:xfrm>
              <a:off x="9069792" y="1821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6" name="pt59036"/>
            <p:cNvSpPr/>
            <p:nvPr/>
          </p:nvSpPr>
          <p:spPr>
            <a:xfrm>
              <a:off x="9761216" y="23147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7" name="pt59037"/>
            <p:cNvSpPr/>
            <p:nvPr/>
          </p:nvSpPr>
          <p:spPr>
            <a:xfrm>
              <a:off x="8563654" y="2243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8" name="pt59038"/>
            <p:cNvSpPr/>
            <p:nvPr/>
          </p:nvSpPr>
          <p:spPr>
            <a:xfrm>
              <a:off x="9023378" y="1764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9" name="pt59039"/>
            <p:cNvSpPr/>
            <p:nvPr/>
          </p:nvSpPr>
          <p:spPr>
            <a:xfrm>
              <a:off x="8748753" y="2052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0" name="pt59040"/>
            <p:cNvSpPr/>
            <p:nvPr/>
          </p:nvSpPr>
          <p:spPr>
            <a:xfrm>
              <a:off x="8958659" y="2263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1" name="pt59041"/>
            <p:cNvSpPr/>
            <p:nvPr/>
          </p:nvSpPr>
          <p:spPr>
            <a:xfrm>
              <a:off x="8636546" y="2348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2" name="pt59042"/>
            <p:cNvSpPr/>
            <p:nvPr/>
          </p:nvSpPr>
          <p:spPr>
            <a:xfrm>
              <a:off x="8669323" y="2355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3" name="pt59043"/>
            <p:cNvSpPr/>
            <p:nvPr/>
          </p:nvSpPr>
          <p:spPr>
            <a:xfrm>
              <a:off x="8274318" y="24058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4" name="pt59044"/>
            <p:cNvSpPr/>
            <p:nvPr/>
          </p:nvSpPr>
          <p:spPr>
            <a:xfrm>
              <a:off x="9236019" y="2109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5" name="pt59045"/>
            <p:cNvSpPr/>
            <p:nvPr/>
          </p:nvSpPr>
          <p:spPr>
            <a:xfrm>
              <a:off x="8274318" y="24755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6" name="pt59046"/>
            <p:cNvSpPr/>
            <p:nvPr/>
          </p:nvSpPr>
          <p:spPr>
            <a:xfrm>
              <a:off x="8873363" y="2108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7" name="pt59047"/>
            <p:cNvSpPr/>
            <p:nvPr/>
          </p:nvSpPr>
          <p:spPr>
            <a:xfrm>
              <a:off x="8856549" y="2211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8" name="pt59048"/>
            <p:cNvSpPr/>
            <p:nvPr/>
          </p:nvSpPr>
          <p:spPr>
            <a:xfrm>
              <a:off x="8783657" y="23300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9" name="pt59049"/>
            <p:cNvSpPr/>
            <p:nvPr/>
          </p:nvSpPr>
          <p:spPr>
            <a:xfrm>
              <a:off x="8788868" y="200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0" name="pt59050"/>
            <p:cNvSpPr/>
            <p:nvPr/>
          </p:nvSpPr>
          <p:spPr>
            <a:xfrm>
              <a:off x="8713389" y="2272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1" name="pt59051"/>
            <p:cNvSpPr/>
            <p:nvPr/>
          </p:nvSpPr>
          <p:spPr>
            <a:xfrm>
              <a:off x="9199183" y="2201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2" name="pt59052"/>
            <p:cNvSpPr/>
            <p:nvPr/>
          </p:nvSpPr>
          <p:spPr>
            <a:xfrm>
              <a:off x="9017715" y="19613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3" name="pt59053"/>
            <p:cNvSpPr/>
            <p:nvPr/>
          </p:nvSpPr>
          <p:spPr>
            <a:xfrm>
              <a:off x="9057543" y="1665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4" name="pt59054"/>
            <p:cNvSpPr/>
            <p:nvPr/>
          </p:nvSpPr>
          <p:spPr>
            <a:xfrm>
              <a:off x="9877988" y="2399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5" name="pt59055"/>
            <p:cNvSpPr/>
            <p:nvPr/>
          </p:nvSpPr>
          <p:spPr>
            <a:xfrm>
              <a:off x="9468702" y="2082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6" name="pt59056"/>
            <p:cNvSpPr/>
            <p:nvPr/>
          </p:nvSpPr>
          <p:spPr>
            <a:xfrm>
              <a:off x="9118525" y="20917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7" name="pt59057"/>
            <p:cNvSpPr/>
            <p:nvPr/>
          </p:nvSpPr>
          <p:spPr>
            <a:xfrm>
              <a:off x="9273294" y="16839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8" name="pt59058"/>
            <p:cNvSpPr/>
            <p:nvPr/>
          </p:nvSpPr>
          <p:spPr>
            <a:xfrm>
              <a:off x="9313825" y="21313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9" name="pt59059"/>
            <p:cNvSpPr/>
            <p:nvPr/>
          </p:nvSpPr>
          <p:spPr>
            <a:xfrm>
              <a:off x="9427147" y="1879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0" name="pt59060"/>
            <p:cNvSpPr/>
            <p:nvPr/>
          </p:nvSpPr>
          <p:spPr>
            <a:xfrm>
              <a:off x="8563654" y="2237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1" name="pt59061"/>
            <p:cNvSpPr/>
            <p:nvPr/>
          </p:nvSpPr>
          <p:spPr>
            <a:xfrm>
              <a:off x="8803653" y="2220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2" name="pt59062"/>
            <p:cNvSpPr/>
            <p:nvPr/>
          </p:nvSpPr>
          <p:spPr>
            <a:xfrm>
              <a:off x="8439043" y="2414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3" name="pt59063"/>
            <p:cNvSpPr/>
            <p:nvPr/>
          </p:nvSpPr>
          <p:spPr>
            <a:xfrm>
              <a:off x="8274318" y="2546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4" name="pt59064"/>
            <p:cNvSpPr/>
            <p:nvPr/>
          </p:nvSpPr>
          <p:spPr>
            <a:xfrm>
              <a:off x="8274318" y="2453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5" name="pt59065"/>
            <p:cNvSpPr/>
            <p:nvPr/>
          </p:nvSpPr>
          <p:spPr>
            <a:xfrm>
              <a:off x="9237295" y="2147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6" name="pt59066"/>
            <p:cNvSpPr/>
            <p:nvPr/>
          </p:nvSpPr>
          <p:spPr>
            <a:xfrm>
              <a:off x="9188382" y="2094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7" name="pt59067"/>
            <p:cNvSpPr/>
            <p:nvPr/>
          </p:nvSpPr>
          <p:spPr>
            <a:xfrm>
              <a:off x="9110123" y="20620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8" name="pt59068"/>
            <p:cNvSpPr/>
            <p:nvPr/>
          </p:nvSpPr>
          <p:spPr>
            <a:xfrm>
              <a:off x="9200748" y="1826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9" name="pt59069"/>
            <p:cNvSpPr/>
            <p:nvPr/>
          </p:nvSpPr>
          <p:spPr>
            <a:xfrm>
              <a:off x="9055223" y="21344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0" name="pt59070"/>
            <p:cNvSpPr/>
            <p:nvPr/>
          </p:nvSpPr>
          <p:spPr>
            <a:xfrm>
              <a:off x="8788868" y="2135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1" name="pt59071"/>
            <p:cNvSpPr/>
            <p:nvPr/>
          </p:nvSpPr>
          <p:spPr>
            <a:xfrm>
              <a:off x="8713389" y="2173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2" name="pt59072"/>
            <p:cNvSpPr/>
            <p:nvPr/>
          </p:nvSpPr>
          <p:spPr>
            <a:xfrm>
              <a:off x="9097658" y="2031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3" name="pt59073"/>
            <p:cNvSpPr/>
            <p:nvPr/>
          </p:nvSpPr>
          <p:spPr>
            <a:xfrm>
              <a:off x="9065434" y="1709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4" name="pt59074"/>
            <p:cNvSpPr/>
            <p:nvPr/>
          </p:nvSpPr>
          <p:spPr>
            <a:xfrm>
              <a:off x="9468702" y="2126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5" name="pt59075"/>
            <p:cNvSpPr/>
            <p:nvPr/>
          </p:nvSpPr>
          <p:spPr>
            <a:xfrm>
              <a:off x="8834048" y="19761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6" name="pt59076"/>
            <p:cNvSpPr/>
            <p:nvPr/>
          </p:nvSpPr>
          <p:spPr>
            <a:xfrm>
              <a:off x="8610820" y="2033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7" name="pt59077"/>
            <p:cNvSpPr/>
            <p:nvPr/>
          </p:nvSpPr>
          <p:spPr>
            <a:xfrm>
              <a:off x="9541125" y="1581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8" name="pt59078"/>
            <p:cNvSpPr/>
            <p:nvPr/>
          </p:nvSpPr>
          <p:spPr>
            <a:xfrm>
              <a:off x="9602828" y="2535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9" name="pt59079"/>
            <p:cNvSpPr/>
            <p:nvPr/>
          </p:nvSpPr>
          <p:spPr>
            <a:xfrm>
              <a:off x="8274318" y="24922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0" name="pt59080"/>
            <p:cNvSpPr/>
            <p:nvPr/>
          </p:nvSpPr>
          <p:spPr>
            <a:xfrm>
              <a:off x="9140881" y="2176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1" name="pt59081"/>
            <p:cNvSpPr/>
            <p:nvPr/>
          </p:nvSpPr>
          <p:spPr>
            <a:xfrm>
              <a:off x="9097658" y="20869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2" name="pt59082"/>
            <p:cNvSpPr/>
            <p:nvPr/>
          </p:nvSpPr>
          <p:spPr>
            <a:xfrm>
              <a:off x="9203327" y="1758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3" name="pt59083"/>
            <p:cNvSpPr/>
            <p:nvPr/>
          </p:nvSpPr>
          <p:spPr>
            <a:xfrm>
              <a:off x="9124182" y="2068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4" name="pt59084"/>
            <p:cNvSpPr/>
            <p:nvPr/>
          </p:nvSpPr>
          <p:spPr>
            <a:xfrm>
              <a:off x="8798858" y="21133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5" name="pt59085"/>
            <p:cNvSpPr/>
            <p:nvPr/>
          </p:nvSpPr>
          <p:spPr>
            <a:xfrm>
              <a:off x="8713389" y="2413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6" name="pt59086"/>
            <p:cNvSpPr/>
            <p:nvPr/>
          </p:nvSpPr>
          <p:spPr>
            <a:xfrm>
              <a:off x="9482767" y="23927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7" name="pt59087"/>
            <p:cNvSpPr/>
            <p:nvPr/>
          </p:nvSpPr>
          <p:spPr>
            <a:xfrm>
              <a:off x="8888738" y="23105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8" name="pt59088"/>
            <p:cNvSpPr/>
            <p:nvPr/>
          </p:nvSpPr>
          <p:spPr>
            <a:xfrm>
              <a:off x="8636546" y="24762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9" name="pt59089"/>
            <p:cNvSpPr/>
            <p:nvPr/>
          </p:nvSpPr>
          <p:spPr>
            <a:xfrm>
              <a:off x="8347210" y="2389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0" name="pt59090"/>
            <p:cNvSpPr/>
            <p:nvPr/>
          </p:nvSpPr>
          <p:spPr>
            <a:xfrm>
              <a:off x="9502529" y="2590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1" name="pt59091"/>
            <p:cNvSpPr/>
            <p:nvPr/>
          </p:nvSpPr>
          <p:spPr>
            <a:xfrm>
              <a:off x="9103999" y="2109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2" name="pt59092"/>
            <p:cNvSpPr/>
            <p:nvPr/>
          </p:nvSpPr>
          <p:spPr>
            <a:xfrm>
              <a:off x="9302684" y="1749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3" name="pt59093"/>
            <p:cNvSpPr/>
            <p:nvPr/>
          </p:nvSpPr>
          <p:spPr>
            <a:xfrm>
              <a:off x="9780125" y="2495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4" name="pt59094"/>
            <p:cNvSpPr/>
            <p:nvPr/>
          </p:nvSpPr>
          <p:spPr>
            <a:xfrm>
              <a:off x="8798858" y="2025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5" name="pt59095"/>
            <p:cNvSpPr/>
            <p:nvPr/>
          </p:nvSpPr>
          <p:spPr>
            <a:xfrm>
              <a:off x="8849358" y="22391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6" name="pt59096"/>
            <p:cNvSpPr/>
            <p:nvPr/>
          </p:nvSpPr>
          <p:spPr>
            <a:xfrm>
              <a:off x="9049289" y="21975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7" name="pt59097"/>
            <p:cNvSpPr/>
            <p:nvPr/>
          </p:nvSpPr>
          <p:spPr>
            <a:xfrm>
              <a:off x="8834048" y="1963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8" name="pt59098"/>
            <p:cNvSpPr/>
            <p:nvPr/>
          </p:nvSpPr>
          <p:spPr>
            <a:xfrm>
              <a:off x="8648148" y="2251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9" name="pt59099"/>
            <p:cNvSpPr/>
            <p:nvPr/>
          </p:nvSpPr>
          <p:spPr>
            <a:xfrm>
              <a:off x="9226820" y="19825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0" name="pt59100"/>
            <p:cNvSpPr/>
            <p:nvPr/>
          </p:nvSpPr>
          <p:spPr>
            <a:xfrm>
              <a:off x="9806800" y="2141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1" name="pt59101"/>
            <p:cNvSpPr/>
            <p:nvPr/>
          </p:nvSpPr>
          <p:spPr>
            <a:xfrm>
              <a:off x="8439043" y="2309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2" name="pt59102"/>
            <p:cNvSpPr/>
            <p:nvPr/>
          </p:nvSpPr>
          <p:spPr>
            <a:xfrm>
              <a:off x="8624143" y="23817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3" name="pt59103"/>
            <p:cNvSpPr/>
            <p:nvPr/>
          </p:nvSpPr>
          <p:spPr>
            <a:xfrm>
              <a:off x="8803653" y="1954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4" name="pt59104"/>
            <p:cNvSpPr/>
            <p:nvPr/>
          </p:nvSpPr>
          <p:spPr>
            <a:xfrm>
              <a:off x="8563654" y="2150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5" name="pt59105"/>
            <p:cNvSpPr/>
            <p:nvPr/>
          </p:nvSpPr>
          <p:spPr>
            <a:xfrm>
              <a:off x="8937484" y="20649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6" name="pt59106"/>
            <p:cNvSpPr/>
            <p:nvPr/>
          </p:nvSpPr>
          <p:spPr>
            <a:xfrm>
              <a:off x="8563654" y="22789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7" name="pt59107"/>
            <p:cNvSpPr/>
            <p:nvPr/>
          </p:nvSpPr>
          <p:spPr>
            <a:xfrm>
              <a:off x="9332489" y="20148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8" name="pt59108"/>
            <p:cNvSpPr/>
            <p:nvPr/>
          </p:nvSpPr>
          <p:spPr>
            <a:xfrm>
              <a:off x="8274318" y="2436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9" name="pt59109"/>
            <p:cNvSpPr/>
            <p:nvPr/>
          </p:nvSpPr>
          <p:spPr>
            <a:xfrm>
              <a:off x="9040639" y="1736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0" name="pt59110"/>
            <p:cNvSpPr/>
            <p:nvPr/>
          </p:nvSpPr>
          <p:spPr>
            <a:xfrm>
              <a:off x="9034195" y="1710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1" name="pt59111"/>
            <p:cNvSpPr/>
            <p:nvPr/>
          </p:nvSpPr>
          <p:spPr>
            <a:xfrm>
              <a:off x="8636546" y="2475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2" name="pt59112"/>
            <p:cNvSpPr/>
            <p:nvPr/>
          </p:nvSpPr>
          <p:spPr>
            <a:xfrm>
              <a:off x="9421909" y="19970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3" name="pt59113"/>
            <p:cNvSpPr/>
            <p:nvPr/>
          </p:nvSpPr>
          <p:spPr>
            <a:xfrm>
              <a:off x="8761156" y="2322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4" name="pt59114"/>
            <p:cNvSpPr/>
            <p:nvPr/>
          </p:nvSpPr>
          <p:spPr>
            <a:xfrm>
              <a:off x="8471820" y="2343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5" name="pt59115"/>
            <p:cNvSpPr/>
            <p:nvPr/>
          </p:nvSpPr>
          <p:spPr>
            <a:xfrm>
              <a:off x="8954618" y="2301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6" name="pt59116"/>
            <p:cNvSpPr/>
            <p:nvPr/>
          </p:nvSpPr>
          <p:spPr>
            <a:xfrm>
              <a:off x="8688264" y="2129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7" name="pt59117"/>
            <p:cNvSpPr/>
            <p:nvPr/>
          </p:nvSpPr>
          <p:spPr>
            <a:xfrm>
              <a:off x="9074048" y="198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8" name="pt59118"/>
            <p:cNvSpPr/>
            <p:nvPr/>
          </p:nvSpPr>
          <p:spPr>
            <a:xfrm>
              <a:off x="8817313" y="2026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9" name="pt59119"/>
            <p:cNvSpPr/>
            <p:nvPr/>
          </p:nvSpPr>
          <p:spPr>
            <a:xfrm>
              <a:off x="9065434" y="17922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0" name="pt59120"/>
            <p:cNvSpPr/>
            <p:nvPr/>
          </p:nvSpPr>
          <p:spPr>
            <a:xfrm>
              <a:off x="9331236" y="21408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1" name="pt59121"/>
            <p:cNvSpPr/>
            <p:nvPr/>
          </p:nvSpPr>
          <p:spPr>
            <a:xfrm>
              <a:off x="8580788" y="21539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2" name="pt59122"/>
            <p:cNvSpPr/>
            <p:nvPr/>
          </p:nvSpPr>
          <p:spPr>
            <a:xfrm>
              <a:off x="8624143" y="25871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3" name="pt59123"/>
            <p:cNvSpPr/>
            <p:nvPr/>
          </p:nvSpPr>
          <p:spPr>
            <a:xfrm>
              <a:off x="8937484" y="20106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4" name="pt59124"/>
            <p:cNvSpPr/>
            <p:nvPr/>
          </p:nvSpPr>
          <p:spPr>
            <a:xfrm>
              <a:off x="8894537" y="2100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5" name="pt59125"/>
            <p:cNvSpPr/>
            <p:nvPr/>
          </p:nvSpPr>
          <p:spPr>
            <a:xfrm>
              <a:off x="8523538" y="24645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6" name="pt59126"/>
            <p:cNvSpPr/>
            <p:nvPr/>
          </p:nvSpPr>
          <p:spPr>
            <a:xfrm>
              <a:off x="8610820" y="20492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7" name="pt59127"/>
            <p:cNvSpPr/>
            <p:nvPr/>
          </p:nvSpPr>
          <p:spPr>
            <a:xfrm>
              <a:off x="8471820" y="2359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8" name="pt59128"/>
            <p:cNvSpPr/>
            <p:nvPr/>
          </p:nvSpPr>
          <p:spPr>
            <a:xfrm>
              <a:off x="8648148" y="23232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9" name="pt59129"/>
            <p:cNvSpPr/>
            <p:nvPr/>
          </p:nvSpPr>
          <p:spPr>
            <a:xfrm>
              <a:off x="8939717" y="1976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0" name="pt59130"/>
            <p:cNvSpPr/>
            <p:nvPr/>
          </p:nvSpPr>
          <p:spPr>
            <a:xfrm>
              <a:off x="8636546" y="2224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1" name="pt59131"/>
            <p:cNvSpPr/>
            <p:nvPr/>
          </p:nvSpPr>
          <p:spPr>
            <a:xfrm>
              <a:off x="9231697" y="209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2" name="pt59132"/>
            <p:cNvSpPr/>
            <p:nvPr/>
          </p:nvSpPr>
          <p:spPr>
            <a:xfrm>
              <a:off x="8705398" y="2165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3" name="pt59133"/>
            <p:cNvSpPr/>
            <p:nvPr/>
          </p:nvSpPr>
          <p:spPr>
            <a:xfrm>
              <a:off x="9233005" y="2252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4" name="pt59134"/>
            <p:cNvSpPr/>
            <p:nvPr/>
          </p:nvSpPr>
          <p:spPr>
            <a:xfrm>
              <a:off x="9039368" y="177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5" name="pt59135"/>
            <p:cNvSpPr/>
            <p:nvPr/>
          </p:nvSpPr>
          <p:spPr>
            <a:xfrm>
              <a:off x="9086240" y="18931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6" name="pt59136"/>
            <p:cNvSpPr/>
            <p:nvPr/>
          </p:nvSpPr>
          <p:spPr>
            <a:xfrm>
              <a:off x="8721041" y="21324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7" name="pt59137"/>
            <p:cNvSpPr/>
            <p:nvPr/>
          </p:nvSpPr>
          <p:spPr>
            <a:xfrm>
              <a:off x="9602828" y="24270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8" name="pt59138"/>
            <p:cNvSpPr/>
            <p:nvPr/>
          </p:nvSpPr>
          <p:spPr>
            <a:xfrm>
              <a:off x="8439043" y="2252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9" name="pt59139"/>
            <p:cNvSpPr/>
            <p:nvPr/>
          </p:nvSpPr>
          <p:spPr>
            <a:xfrm>
              <a:off x="8856549" y="2184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0" name="pt59140"/>
            <p:cNvSpPr/>
            <p:nvPr/>
          </p:nvSpPr>
          <p:spPr>
            <a:xfrm>
              <a:off x="9142325" y="2162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1" name="pt59141"/>
            <p:cNvSpPr/>
            <p:nvPr/>
          </p:nvSpPr>
          <p:spPr>
            <a:xfrm>
              <a:off x="9437742" y="1906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2" name="pt59142"/>
            <p:cNvSpPr/>
            <p:nvPr/>
          </p:nvSpPr>
          <p:spPr>
            <a:xfrm>
              <a:off x="9046860" y="22423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3" name="pt59143"/>
            <p:cNvSpPr/>
            <p:nvPr/>
          </p:nvSpPr>
          <p:spPr>
            <a:xfrm>
              <a:off x="9196543" y="22133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4" name="pt59144"/>
            <p:cNvSpPr/>
            <p:nvPr/>
          </p:nvSpPr>
          <p:spPr>
            <a:xfrm>
              <a:off x="9253114" y="2014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5" name="pt59145"/>
            <p:cNvSpPr/>
            <p:nvPr/>
          </p:nvSpPr>
          <p:spPr>
            <a:xfrm>
              <a:off x="8274318" y="2521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6" name="pt59146"/>
            <p:cNvSpPr/>
            <p:nvPr/>
          </p:nvSpPr>
          <p:spPr>
            <a:xfrm>
              <a:off x="9499399" y="24263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7" name="pt59147"/>
            <p:cNvSpPr/>
            <p:nvPr/>
          </p:nvSpPr>
          <p:spPr>
            <a:xfrm>
              <a:off x="8954618" y="2222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8" name="pt59148"/>
            <p:cNvSpPr/>
            <p:nvPr/>
          </p:nvSpPr>
          <p:spPr>
            <a:xfrm>
              <a:off x="8523538" y="25340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9" name="pt59149"/>
            <p:cNvSpPr/>
            <p:nvPr/>
          </p:nvSpPr>
          <p:spPr>
            <a:xfrm>
              <a:off x="9187265" y="2101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0" name="pt59150"/>
            <p:cNvSpPr/>
            <p:nvPr/>
          </p:nvSpPr>
          <p:spPr>
            <a:xfrm>
              <a:off x="9381946" y="1999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1" name="pt59151"/>
            <p:cNvSpPr/>
            <p:nvPr/>
          </p:nvSpPr>
          <p:spPr>
            <a:xfrm>
              <a:off x="8838000" y="2021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2" name="pt59152"/>
            <p:cNvSpPr/>
            <p:nvPr/>
          </p:nvSpPr>
          <p:spPr>
            <a:xfrm>
              <a:off x="9157488" y="17649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3" name="pt59153"/>
            <p:cNvSpPr/>
            <p:nvPr/>
          </p:nvSpPr>
          <p:spPr>
            <a:xfrm>
              <a:off x="9116046" y="1945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4" name="pt59154"/>
            <p:cNvSpPr/>
            <p:nvPr/>
          </p:nvSpPr>
          <p:spPr>
            <a:xfrm>
              <a:off x="8274318" y="243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5" name="pt59155"/>
            <p:cNvSpPr/>
            <p:nvPr/>
          </p:nvSpPr>
          <p:spPr>
            <a:xfrm>
              <a:off x="9096734" y="16878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6" name="pt59156"/>
            <p:cNvSpPr/>
            <p:nvPr/>
          </p:nvSpPr>
          <p:spPr>
            <a:xfrm>
              <a:off x="8544712" y="2179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7" name="pt59157"/>
            <p:cNvSpPr/>
            <p:nvPr/>
          </p:nvSpPr>
          <p:spPr>
            <a:xfrm>
              <a:off x="9421909" y="1917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8" name="pt59158"/>
            <p:cNvSpPr/>
            <p:nvPr/>
          </p:nvSpPr>
          <p:spPr>
            <a:xfrm>
              <a:off x="9334476" y="2084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9" name="pt59159"/>
            <p:cNvSpPr/>
            <p:nvPr/>
          </p:nvSpPr>
          <p:spPr>
            <a:xfrm>
              <a:off x="8659047" y="2392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0" name="pt59160"/>
            <p:cNvSpPr/>
            <p:nvPr/>
          </p:nvSpPr>
          <p:spPr>
            <a:xfrm>
              <a:off x="8610820" y="2005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1" name="pt59161"/>
            <p:cNvSpPr/>
            <p:nvPr/>
          </p:nvSpPr>
          <p:spPr>
            <a:xfrm>
              <a:off x="8925882" y="20117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2" name="pt59162"/>
            <p:cNvSpPr/>
            <p:nvPr/>
          </p:nvSpPr>
          <p:spPr>
            <a:xfrm>
              <a:off x="8648148" y="23092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3" name="pt59163"/>
            <p:cNvSpPr/>
            <p:nvPr/>
          </p:nvSpPr>
          <p:spPr>
            <a:xfrm>
              <a:off x="9243545" y="2126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4" name="pt59164"/>
            <p:cNvSpPr/>
            <p:nvPr/>
          </p:nvSpPr>
          <p:spPr>
            <a:xfrm>
              <a:off x="9451392" y="19977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5" name="pt59165"/>
            <p:cNvSpPr/>
            <p:nvPr/>
          </p:nvSpPr>
          <p:spPr>
            <a:xfrm>
              <a:off x="8636546" y="22975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6" name="pt59166"/>
            <p:cNvSpPr/>
            <p:nvPr/>
          </p:nvSpPr>
          <p:spPr>
            <a:xfrm>
              <a:off x="8648148" y="2324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7" name="pt59167"/>
            <p:cNvSpPr/>
            <p:nvPr/>
          </p:nvSpPr>
          <p:spPr>
            <a:xfrm>
              <a:off x="8659047" y="24724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8" name="pt59168"/>
            <p:cNvSpPr/>
            <p:nvPr/>
          </p:nvSpPr>
          <p:spPr>
            <a:xfrm>
              <a:off x="8274318" y="2535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9" name="pt59169"/>
            <p:cNvSpPr/>
            <p:nvPr/>
          </p:nvSpPr>
          <p:spPr>
            <a:xfrm>
              <a:off x="9044397" y="1972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0" name="pt59170"/>
            <p:cNvSpPr/>
            <p:nvPr/>
          </p:nvSpPr>
          <p:spPr>
            <a:xfrm>
              <a:off x="9143758" y="1990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1" name="pt59171"/>
            <p:cNvSpPr/>
            <p:nvPr/>
          </p:nvSpPr>
          <p:spPr>
            <a:xfrm>
              <a:off x="8721041" y="2250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2" name="pt59172"/>
            <p:cNvSpPr/>
            <p:nvPr/>
          </p:nvSpPr>
          <p:spPr>
            <a:xfrm>
              <a:off x="9639141" y="2157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3" name="pt59173"/>
            <p:cNvSpPr/>
            <p:nvPr/>
          </p:nvSpPr>
          <p:spPr>
            <a:xfrm>
              <a:off x="8624143" y="2487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4" name="pt59174"/>
            <p:cNvSpPr/>
            <p:nvPr/>
          </p:nvSpPr>
          <p:spPr>
            <a:xfrm>
              <a:off x="9118525" y="2096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5" name="pt59175"/>
            <p:cNvSpPr/>
            <p:nvPr/>
          </p:nvSpPr>
          <p:spPr>
            <a:xfrm>
              <a:off x="9147988" y="2181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6" name="pt59176"/>
            <p:cNvSpPr/>
            <p:nvPr/>
          </p:nvSpPr>
          <p:spPr>
            <a:xfrm>
              <a:off x="8999571" y="1890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7" name="pt59177"/>
            <p:cNvSpPr/>
            <p:nvPr/>
          </p:nvSpPr>
          <p:spPr>
            <a:xfrm>
              <a:off x="8398928" y="2307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8" name="pt59178"/>
            <p:cNvSpPr/>
            <p:nvPr/>
          </p:nvSpPr>
          <p:spPr>
            <a:xfrm>
              <a:off x="9200228" y="2062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9" name="pt59179"/>
            <p:cNvSpPr/>
            <p:nvPr/>
          </p:nvSpPr>
          <p:spPr>
            <a:xfrm>
              <a:off x="8910892" y="2204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0" name="pt59180"/>
            <p:cNvSpPr/>
            <p:nvPr/>
          </p:nvSpPr>
          <p:spPr>
            <a:xfrm>
              <a:off x="9381946" y="2023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1" name="pt59181"/>
            <p:cNvSpPr/>
            <p:nvPr/>
          </p:nvSpPr>
          <p:spPr>
            <a:xfrm>
              <a:off x="8471820" y="2311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2" name="pt59182"/>
            <p:cNvSpPr/>
            <p:nvPr/>
          </p:nvSpPr>
          <p:spPr>
            <a:xfrm>
              <a:off x="8439043" y="2242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3" name="pt59183"/>
            <p:cNvSpPr/>
            <p:nvPr/>
          </p:nvSpPr>
          <p:spPr>
            <a:xfrm>
              <a:off x="8821645" y="20447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4" name="pt59184"/>
            <p:cNvSpPr/>
            <p:nvPr/>
          </p:nvSpPr>
          <p:spPr>
            <a:xfrm>
              <a:off x="9049289" y="2191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5" name="pt59185"/>
            <p:cNvSpPr/>
            <p:nvPr/>
          </p:nvSpPr>
          <p:spPr>
            <a:xfrm>
              <a:off x="9717541" y="2350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6" name="pt59186"/>
            <p:cNvSpPr/>
            <p:nvPr/>
          </p:nvSpPr>
          <p:spPr>
            <a:xfrm>
              <a:off x="9097658" y="20808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7" name="pt59187"/>
            <p:cNvSpPr/>
            <p:nvPr/>
          </p:nvSpPr>
          <p:spPr>
            <a:xfrm>
              <a:off x="8439043" y="2452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8" name="pt59188"/>
            <p:cNvSpPr/>
            <p:nvPr/>
          </p:nvSpPr>
          <p:spPr>
            <a:xfrm>
              <a:off x="8798858" y="1981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9" name="pt59189"/>
            <p:cNvSpPr/>
            <p:nvPr/>
          </p:nvSpPr>
          <p:spPr>
            <a:xfrm>
              <a:off x="8817313" y="1948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0" name="pt59190"/>
            <p:cNvSpPr/>
            <p:nvPr/>
          </p:nvSpPr>
          <p:spPr>
            <a:xfrm>
              <a:off x="9302684" y="1830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1" name="pt59191"/>
            <p:cNvSpPr/>
            <p:nvPr/>
          </p:nvSpPr>
          <p:spPr>
            <a:xfrm>
              <a:off x="9089164" y="16719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2" name="pt59192"/>
            <p:cNvSpPr/>
            <p:nvPr/>
          </p:nvSpPr>
          <p:spPr>
            <a:xfrm>
              <a:off x="8812874" y="2118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3" name="pt59193"/>
            <p:cNvSpPr/>
            <p:nvPr/>
          </p:nvSpPr>
          <p:spPr>
            <a:xfrm>
              <a:off x="8772758" y="20931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4" name="pt59194"/>
            <p:cNvSpPr/>
            <p:nvPr/>
          </p:nvSpPr>
          <p:spPr>
            <a:xfrm>
              <a:off x="8755061" y="2134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5" name="pt59195"/>
            <p:cNvSpPr/>
            <p:nvPr/>
          </p:nvSpPr>
          <p:spPr>
            <a:xfrm>
              <a:off x="9071933" y="1767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6" name="pt59196"/>
            <p:cNvSpPr/>
            <p:nvPr/>
          </p:nvSpPr>
          <p:spPr>
            <a:xfrm>
              <a:off x="9431373" y="1778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7" name="pt59197"/>
            <p:cNvSpPr/>
            <p:nvPr/>
          </p:nvSpPr>
          <p:spPr>
            <a:xfrm>
              <a:off x="8347210" y="22565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8" name="pt59198"/>
            <p:cNvSpPr/>
            <p:nvPr/>
          </p:nvSpPr>
          <p:spPr>
            <a:xfrm>
              <a:off x="8948383" y="2083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9" name="pt59199"/>
            <p:cNvSpPr/>
            <p:nvPr/>
          </p:nvSpPr>
          <p:spPr>
            <a:xfrm>
              <a:off x="8973968" y="18593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0" name="pt59200"/>
            <p:cNvSpPr/>
            <p:nvPr/>
          </p:nvSpPr>
          <p:spPr>
            <a:xfrm>
              <a:off x="9334969" y="2063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1" name="pt59201"/>
            <p:cNvSpPr/>
            <p:nvPr/>
          </p:nvSpPr>
          <p:spPr>
            <a:xfrm>
              <a:off x="9792213" y="2470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2" name="pt59202"/>
            <p:cNvSpPr/>
            <p:nvPr/>
          </p:nvSpPr>
          <p:spPr>
            <a:xfrm>
              <a:off x="9030214" y="1717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3" name="pt59203"/>
            <p:cNvSpPr/>
            <p:nvPr/>
          </p:nvSpPr>
          <p:spPr>
            <a:xfrm>
              <a:off x="8347210" y="22657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4" name="pt59204"/>
            <p:cNvSpPr/>
            <p:nvPr/>
          </p:nvSpPr>
          <p:spPr>
            <a:xfrm>
              <a:off x="9247994" y="2042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5" name="pt59205"/>
            <p:cNvSpPr/>
            <p:nvPr/>
          </p:nvSpPr>
          <p:spPr>
            <a:xfrm>
              <a:off x="9317391" y="2084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6" name="pt59206"/>
            <p:cNvSpPr/>
            <p:nvPr/>
          </p:nvSpPr>
          <p:spPr>
            <a:xfrm>
              <a:off x="9203327" y="1752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7" name="pt59207"/>
            <p:cNvSpPr/>
            <p:nvPr/>
          </p:nvSpPr>
          <p:spPr>
            <a:xfrm>
              <a:off x="9069792" y="17687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8" name="pt59208"/>
            <p:cNvSpPr/>
            <p:nvPr/>
          </p:nvSpPr>
          <p:spPr>
            <a:xfrm>
              <a:off x="9203327" y="1804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9" name="pt59209"/>
            <p:cNvSpPr/>
            <p:nvPr/>
          </p:nvSpPr>
          <p:spPr>
            <a:xfrm>
              <a:off x="8636546" y="23190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0" name="pt59210"/>
            <p:cNvSpPr/>
            <p:nvPr/>
          </p:nvSpPr>
          <p:spPr>
            <a:xfrm>
              <a:off x="8347210" y="23951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1" name="pt59211"/>
            <p:cNvSpPr/>
            <p:nvPr/>
          </p:nvSpPr>
          <p:spPr>
            <a:xfrm>
              <a:off x="8954618" y="23203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2" name="pt59212"/>
            <p:cNvSpPr/>
            <p:nvPr/>
          </p:nvSpPr>
          <p:spPr>
            <a:xfrm>
              <a:off x="9339588" y="21990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3" name="pt59213"/>
            <p:cNvSpPr/>
            <p:nvPr/>
          </p:nvSpPr>
          <p:spPr>
            <a:xfrm>
              <a:off x="9976916" y="25208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4" name="pt59214"/>
            <p:cNvSpPr/>
            <p:nvPr/>
          </p:nvSpPr>
          <p:spPr>
            <a:xfrm>
              <a:off x="9075096" y="1809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5" name="pt59215"/>
            <p:cNvSpPr/>
            <p:nvPr/>
          </p:nvSpPr>
          <p:spPr>
            <a:xfrm>
              <a:off x="8973968" y="2025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6" name="pt59216"/>
            <p:cNvSpPr/>
            <p:nvPr/>
          </p:nvSpPr>
          <p:spPr>
            <a:xfrm>
              <a:off x="9054052" y="21675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7" name="pt59217"/>
            <p:cNvSpPr/>
            <p:nvPr/>
          </p:nvSpPr>
          <p:spPr>
            <a:xfrm>
              <a:off x="9101309" y="2041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8" name="pt59218"/>
            <p:cNvSpPr/>
            <p:nvPr/>
          </p:nvSpPr>
          <p:spPr>
            <a:xfrm>
              <a:off x="9096734" y="17074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9" name="pt59219"/>
            <p:cNvSpPr/>
            <p:nvPr/>
          </p:nvSpPr>
          <p:spPr>
            <a:xfrm>
              <a:off x="9069792" y="1785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0" name="pt59220"/>
            <p:cNvSpPr/>
            <p:nvPr/>
          </p:nvSpPr>
          <p:spPr>
            <a:xfrm>
              <a:off x="8910892" y="2067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1" name="pt59221"/>
            <p:cNvSpPr/>
            <p:nvPr/>
          </p:nvSpPr>
          <p:spPr>
            <a:xfrm>
              <a:off x="8873363" y="2065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2" name="pt59222"/>
            <p:cNvSpPr/>
            <p:nvPr/>
          </p:nvSpPr>
          <p:spPr>
            <a:xfrm>
              <a:off x="9171470" y="18845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3" name="pt59223"/>
            <p:cNvSpPr/>
            <p:nvPr/>
          </p:nvSpPr>
          <p:spPr>
            <a:xfrm>
              <a:off x="8997973" y="1714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4" name="pt59224"/>
            <p:cNvSpPr/>
            <p:nvPr/>
          </p:nvSpPr>
          <p:spPr>
            <a:xfrm>
              <a:off x="9502529" y="25266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5" name="pt59225"/>
            <p:cNvSpPr/>
            <p:nvPr/>
          </p:nvSpPr>
          <p:spPr>
            <a:xfrm>
              <a:off x="8954618" y="2343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6" name="pt59226"/>
            <p:cNvSpPr/>
            <p:nvPr/>
          </p:nvSpPr>
          <p:spPr>
            <a:xfrm>
              <a:off x="8596430" y="20246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7" name="pt59227"/>
            <p:cNvSpPr/>
            <p:nvPr/>
          </p:nvSpPr>
          <p:spPr>
            <a:xfrm>
              <a:off x="8721041" y="19268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8" name="pt59228"/>
            <p:cNvSpPr/>
            <p:nvPr/>
          </p:nvSpPr>
          <p:spPr>
            <a:xfrm>
              <a:off x="8471820" y="2413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9" name="pt59229"/>
            <p:cNvSpPr/>
            <p:nvPr/>
          </p:nvSpPr>
          <p:spPr>
            <a:xfrm>
              <a:off x="9054052" y="2231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0" name="pt59230"/>
            <p:cNvSpPr/>
            <p:nvPr/>
          </p:nvSpPr>
          <p:spPr>
            <a:xfrm>
              <a:off x="8830008" y="20095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1" name="pt59231"/>
            <p:cNvSpPr/>
            <p:nvPr/>
          </p:nvSpPr>
          <p:spPr>
            <a:xfrm>
              <a:off x="8499532" y="2441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2" name="pt59232"/>
            <p:cNvSpPr/>
            <p:nvPr/>
          </p:nvSpPr>
          <p:spPr>
            <a:xfrm>
              <a:off x="9486197" y="2636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3" name="pt59233"/>
            <p:cNvSpPr/>
            <p:nvPr/>
          </p:nvSpPr>
          <p:spPr>
            <a:xfrm>
              <a:off x="9074048" y="1819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4" name="pt59234"/>
            <p:cNvSpPr/>
            <p:nvPr/>
          </p:nvSpPr>
          <p:spPr>
            <a:xfrm>
              <a:off x="8274318" y="2496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5" name="pt59235"/>
            <p:cNvSpPr/>
            <p:nvPr/>
          </p:nvSpPr>
          <p:spPr>
            <a:xfrm>
              <a:off x="9719466" y="2285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6" name="pt59236"/>
            <p:cNvSpPr/>
            <p:nvPr/>
          </p:nvSpPr>
          <p:spPr>
            <a:xfrm>
              <a:off x="8669323" y="2369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7" name="pt59237"/>
            <p:cNvSpPr/>
            <p:nvPr/>
          </p:nvSpPr>
          <p:spPr>
            <a:xfrm>
              <a:off x="9361481" y="2070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8" name="pt59238"/>
            <p:cNvSpPr/>
            <p:nvPr/>
          </p:nvSpPr>
          <p:spPr>
            <a:xfrm>
              <a:off x="9049289" y="2359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9" name="pt59239"/>
            <p:cNvSpPr/>
            <p:nvPr/>
          </p:nvSpPr>
          <p:spPr>
            <a:xfrm>
              <a:off x="8870124" y="21788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0" name="pt59240"/>
            <p:cNvSpPr/>
            <p:nvPr/>
          </p:nvSpPr>
          <p:spPr>
            <a:xfrm>
              <a:off x="8697035" y="22263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1" name="pt59241"/>
            <p:cNvSpPr/>
            <p:nvPr/>
          </p:nvSpPr>
          <p:spPr>
            <a:xfrm>
              <a:off x="8439043" y="2298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2" name="pt59242"/>
            <p:cNvSpPr/>
            <p:nvPr/>
          </p:nvSpPr>
          <p:spPr>
            <a:xfrm>
              <a:off x="8624143" y="24848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3" name="pt59243"/>
            <p:cNvSpPr/>
            <p:nvPr/>
          </p:nvSpPr>
          <p:spPr>
            <a:xfrm>
              <a:off x="9201267" y="18701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4" name="pt59244"/>
            <p:cNvSpPr/>
            <p:nvPr/>
          </p:nvSpPr>
          <p:spPr>
            <a:xfrm>
              <a:off x="8439043" y="23653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5" name="pt59245"/>
            <p:cNvSpPr/>
            <p:nvPr/>
          </p:nvSpPr>
          <p:spPr>
            <a:xfrm>
              <a:off x="8803653" y="19758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6" name="pt59246"/>
            <p:cNvSpPr/>
            <p:nvPr/>
          </p:nvSpPr>
          <p:spPr>
            <a:xfrm>
              <a:off x="9103999" y="2100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7" name="pt59247"/>
            <p:cNvSpPr/>
            <p:nvPr/>
          </p:nvSpPr>
          <p:spPr>
            <a:xfrm>
              <a:off x="9017715" y="18404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8" name="pt59248"/>
            <p:cNvSpPr/>
            <p:nvPr/>
          </p:nvSpPr>
          <p:spPr>
            <a:xfrm>
              <a:off x="8870124" y="2232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9" name="pt59249"/>
            <p:cNvSpPr/>
            <p:nvPr/>
          </p:nvSpPr>
          <p:spPr>
            <a:xfrm>
              <a:off x="9182728" y="2047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0" name="pt59250"/>
            <p:cNvSpPr/>
            <p:nvPr/>
          </p:nvSpPr>
          <p:spPr>
            <a:xfrm>
              <a:off x="8347210" y="2311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1" name="pt59251"/>
            <p:cNvSpPr/>
            <p:nvPr/>
          </p:nvSpPr>
          <p:spPr>
            <a:xfrm>
              <a:off x="8894537" y="2152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2" name="pt59252"/>
            <p:cNvSpPr/>
            <p:nvPr/>
          </p:nvSpPr>
          <p:spPr>
            <a:xfrm>
              <a:off x="8921023" y="16850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3" name="pt59253"/>
            <p:cNvSpPr/>
            <p:nvPr/>
          </p:nvSpPr>
          <p:spPr>
            <a:xfrm>
              <a:off x="8439043" y="2223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4" name="pt59254"/>
            <p:cNvSpPr/>
            <p:nvPr/>
          </p:nvSpPr>
          <p:spPr>
            <a:xfrm>
              <a:off x="9034195" y="1783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5" name="pt59255"/>
            <p:cNvSpPr/>
            <p:nvPr/>
          </p:nvSpPr>
          <p:spPr>
            <a:xfrm>
              <a:off x="8274318" y="2498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6" name="pt59256"/>
            <p:cNvSpPr/>
            <p:nvPr/>
          </p:nvSpPr>
          <p:spPr>
            <a:xfrm>
              <a:off x="8876545" y="18009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7" name="pt59257"/>
            <p:cNvSpPr/>
            <p:nvPr/>
          </p:nvSpPr>
          <p:spPr>
            <a:xfrm>
              <a:off x="9562976" y="2279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8" name="pt59258"/>
            <p:cNvSpPr/>
            <p:nvPr/>
          </p:nvSpPr>
          <p:spPr>
            <a:xfrm>
              <a:off x="9877988" y="24311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9" name="pt59259"/>
            <p:cNvSpPr/>
            <p:nvPr/>
          </p:nvSpPr>
          <p:spPr>
            <a:xfrm>
              <a:off x="9005825" y="1715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0" name="pt59260"/>
            <p:cNvSpPr/>
            <p:nvPr/>
          </p:nvSpPr>
          <p:spPr>
            <a:xfrm>
              <a:off x="9077174" y="1899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1" name="pt59261"/>
            <p:cNvSpPr/>
            <p:nvPr/>
          </p:nvSpPr>
          <p:spPr>
            <a:xfrm>
              <a:off x="8523538" y="2453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2" name="pt59262"/>
            <p:cNvSpPr/>
            <p:nvPr/>
          </p:nvSpPr>
          <p:spPr>
            <a:xfrm>
              <a:off x="8891661" y="19678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3" name="pt59263"/>
            <p:cNvSpPr/>
            <p:nvPr/>
          </p:nvSpPr>
          <p:spPr>
            <a:xfrm>
              <a:off x="8274318" y="23815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4" name="pt59264"/>
            <p:cNvSpPr/>
            <p:nvPr/>
          </p:nvSpPr>
          <p:spPr>
            <a:xfrm>
              <a:off x="8913479" y="17484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5" name="pt59265"/>
            <p:cNvSpPr/>
            <p:nvPr/>
          </p:nvSpPr>
          <p:spPr>
            <a:xfrm>
              <a:off x="9421909" y="1916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6" name="pt59266"/>
            <p:cNvSpPr/>
            <p:nvPr/>
          </p:nvSpPr>
          <p:spPr>
            <a:xfrm>
              <a:off x="8932933" y="19160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7" name="pt59267"/>
            <p:cNvSpPr/>
            <p:nvPr/>
          </p:nvSpPr>
          <p:spPr>
            <a:xfrm>
              <a:off x="8563654" y="2273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8" name="pt59268"/>
            <p:cNvSpPr/>
            <p:nvPr/>
          </p:nvSpPr>
          <p:spPr>
            <a:xfrm>
              <a:off x="9243545" y="2030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9" name="pt59269"/>
            <p:cNvSpPr/>
            <p:nvPr/>
          </p:nvSpPr>
          <p:spPr>
            <a:xfrm>
              <a:off x="9182728" y="2001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0" name="pt59270"/>
            <p:cNvSpPr/>
            <p:nvPr/>
          </p:nvSpPr>
          <p:spPr>
            <a:xfrm>
              <a:off x="8817313" y="19799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1" name="pt59271"/>
            <p:cNvSpPr/>
            <p:nvPr/>
          </p:nvSpPr>
          <p:spPr>
            <a:xfrm>
              <a:off x="8856549" y="21844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2" name="pt59272"/>
            <p:cNvSpPr/>
            <p:nvPr/>
          </p:nvSpPr>
          <p:spPr>
            <a:xfrm>
              <a:off x="8580788" y="2283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3" name="pt59273"/>
            <p:cNvSpPr/>
            <p:nvPr/>
          </p:nvSpPr>
          <p:spPr>
            <a:xfrm>
              <a:off x="8580788" y="22182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4" name="pt59274"/>
            <p:cNvSpPr/>
            <p:nvPr/>
          </p:nvSpPr>
          <p:spPr>
            <a:xfrm>
              <a:off x="8910892" y="2100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5" name="pt59275"/>
            <p:cNvSpPr/>
            <p:nvPr/>
          </p:nvSpPr>
          <p:spPr>
            <a:xfrm>
              <a:off x="8679043" y="2249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6" name="pt59276"/>
            <p:cNvSpPr/>
            <p:nvPr/>
          </p:nvSpPr>
          <p:spPr>
            <a:xfrm>
              <a:off x="9116046" y="1969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7" name="pt59277"/>
            <p:cNvSpPr/>
            <p:nvPr/>
          </p:nvSpPr>
          <p:spPr>
            <a:xfrm>
              <a:off x="9051686" y="22057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8" name="pt59278"/>
            <p:cNvSpPr/>
            <p:nvPr/>
          </p:nvSpPr>
          <p:spPr>
            <a:xfrm>
              <a:off x="8544712" y="24447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9" name="pt59279"/>
            <p:cNvSpPr/>
            <p:nvPr/>
          </p:nvSpPr>
          <p:spPr>
            <a:xfrm>
              <a:off x="8772758" y="2159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0" name="pt59280"/>
            <p:cNvSpPr/>
            <p:nvPr/>
          </p:nvSpPr>
          <p:spPr>
            <a:xfrm>
              <a:off x="8856549" y="22029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1" name="pt59281"/>
            <p:cNvSpPr/>
            <p:nvPr/>
          </p:nvSpPr>
          <p:spPr>
            <a:xfrm>
              <a:off x="8439043" y="23144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2" name="pt59282"/>
            <p:cNvSpPr/>
            <p:nvPr/>
          </p:nvSpPr>
          <p:spPr>
            <a:xfrm>
              <a:off x="9046860" y="21924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3" name="pt59283"/>
            <p:cNvSpPr/>
            <p:nvPr/>
          </p:nvSpPr>
          <p:spPr>
            <a:xfrm>
              <a:off x="8439043" y="2156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4" name="pt59284"/>
            <p:cNvSpPr/>
            <p:nvPr/>
          </p:nvSpPr>
          <p:spPr>
            <a:xfrm>
              <a:off x="9180997" y="19654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5" name="pt59285"/>
            <p:cNvSpPr/>
            <p:nvPr/>
          </p:nvSpPr>
          <p:spPr>
            <a:xfrm>
              <a:off x="8735430" y="21695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6" name="pt59286"/>
            <p:cNvSpPr/>
            <p:nvPr/>
          </p:nvSpPr>
          <p:spPr>
            <a:xfrm>
              <a:off x="8713389" y="2314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7" name="pt59287"/>
            <p:cNvSpPr/>
            <p:nvPr/>
          </p:nvSpPr>
          <p:spPr>
            <a:xfrm>
              <a:off x="9030214" y="16609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8" name="pt59288"/>
            <p:cNvSpPr/>
            <p:nvPr/>
          </p:nvSpPr>
          <p:spPr>
            <a:xfrm>
              <a:off x="9806800" y="26497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9" name="pt59289"/>
            <p:cNvSpPr/>
            <p:nvPr/>
          </p:nvSpPr>
          <p:spPr>
            <a:xfrm>
              <a:off x="8544712" y="25228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0" name="pt59290"/>
            <p:cNvSpPr/>
            <p:nvPr/>
          </p:nvSpPr>
          <p:spPr>
            <a:xfrm>
              <a:off x="9095805" y="1688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1" name="pt59291"/>
            <p:cNvSpPr/>
            <p:nvPr/>
          </p:nvSpPr>
          <p:spPr>
            <a:xfrm>
              <a:off x="8471820" y="2417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2" name="pt59292"/>
            <p:cNvSpPr/>
            <p:nvPr/>
          </p:nvSpPr>
          <p:spPr>
            <a:xfrm>
              <a:off x="9077174" y="20569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3" name="pt59293"/>
            <p:cNvSpPr/>
            <p:nvPr/>
          </p:nvSpPr>
          <p:spPr>
            <a:xfrm>
              <a:off x="9379078" y="2035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4" name="pt59294"/>
            <p:cNvSpPr/>
            <p:nvPr/>
          </p:nvSpPr>
          <p:spPr>
            <a:xfrm>
              <a:off x="9049289" y="2136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5" name="pt59295"/>
            <p:cNvSpPr/>
            <p:nvPr/>
          </p:nvSpPr>
          <p:spPr>
            <a:xfrm>
              <a:off x="8439043" y="2336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6" name="pt59296"/>
            <p:cNvSpPr/>
            <p:nvPr/>
          </p:nvSpPr>
          <p:spPr>
            <a:xfrm>
              <a:off x="8624143" y="25748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7" name="pt59297"/>
            <p:cNvSpPr/>
            <p:nvPr/>
          </p:nvSpPr>
          <p:spPr>
            <a:xfrm>
              <a:off x="9118525" y="21572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8" name="pt59298"/>
            <p:cNvSpPr/>
            <p:nvPr/>
          </p:nvSpPr>
          <p:spPr>
            <a:xfrm>
              <a:off x="8984651" y="17751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9" name="pt59299"/>
            <p:cNvSpPr/>
            <p:nvPr/>
          </p:nvSpPr>
          <p:spPr>
            <a:xfrm>
              <a:off x="9644546" y="2166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0" name="pt59300"/>
            <p:cNvSpPr/>
            <p:nvPr/>
          </p:nvSpPr>
          <p:spPr>
            <a:xfrm>
              <a:off x="9717541" y="23422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1" name="pt59301"/>
            <p:cNvSpPr/>
            <p:nvPr/>
          </p:nvSpPr>
          <p:spPr>
            <a:xfrm>
              <a:off x="9645731" y="2287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2" name="pt59302"/>
            <p:cNvSpPr/>
            <p:nvPr/>
          </p:nvSpPr>
          <p:spPr>
            <a:xfrm>
              <a:off x="9500971" y="23703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3" name="pt59303"/>
            <p:cNvSpPr/>
            <p:nvPr/>
          </p:nvSpPr>
          <p:spPr>
            <a:xfrm>
              <a:off x="9065434" y="18015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4" name="pt59304"/>
            <p:cNvSpPr/>
            <p:nvPr/>
          </p:nvSpPr>
          <p:spPr>
            <a:xfrm>
              <a:off x="8471820" y="2350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5" name="pt59305"/>
            <p:cNvSpPr/>
            <p:nvPr/>
          </p:nvSpPr>
          <p:spPr>
            <a:xfrm>
              <a:off x="8849358" y="2062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6" name="pt59306"/>
            <p:cNvSpPr/>
            <p:nvPr/>
          </p:nvSpPr>
          <p:spPr>
            <a:xfrm>
              <a:off x="8274318" y="246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7" name="pt59307"/>
            <p:cNvSpPr/>
            <p:nvPr/>
          </p:nvSpPr>
          <p:spPr>
            <a:xfrm>
              <a:off x="8563654" y="2287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8" name="pt59308"/>
            <p:cNvSpPr/>
            <p:nvPr/>
          </p:nvSpPr>
          <p:spPr>
            <a:xfrm>
              <a:off x="9039368" y="15546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9" name="pt59309"/>
            <p:cNvSpPr/>
            <p:nvPr/>
          </p:nvSpPr>
          <p:spPr>
            <a:xfrm>
              <a:off x="8856549" y="2253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0" name="pt59310"/>
            <p:cNvSpPr/>
            <p:nvPr/>
          </p:nvSpPr>
          <p:spPr>
            <a:xfrm>
              <a:off x="9655598" y="22333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1" name="pt59311"/>
            <p:cNvSpPr/>
            <p:nvPr/>
          </p:nvSpPr>
          <p:spPr>
            <a:xfrm>
              <a:off x="8274318" y="2245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2" name="pt59312"/>
            <p:cNvSpPr/>
            <p:nvPr/>
          </p:nvSpPr>
          <p:spPr>
            <a:xfrm>
              <a:off x="9370394" y="2021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3" name="pt59313"/>
            <p:cNvSpPr/>
            <p:nvPr/>
          </p:nvSpPr>
          <p:spPr>
            <a:xfrm>
              <a:off x="8398928" y="22840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4" name="pt59314"/>
            <p:cNvSpPr/>
            <p:nvPr/>
          </p:nvSpPr>
          <p:spPr>
            <a:xfrm>
              <a:off x="9040639" y="17921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5" name="pt59315"/>
            <p:cNvSpPr/>
            <p:nvPr/>
          </p:nvSpPr>
          <p:spPr>
            <a:xfrm>
              <a:off x="8866825" y="20925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6" name="pt59316"/>
            <p:cNvSpPr/>
            <p:nvPr/>
          </p:nvSpPr>
          <p:spPr>
            <a:xfrm>
              <a:off x="8471820" y="24266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7" name="pt59317"/>
            <p:cNvSpPr/>
            <p:nvPr/>
          </p:nvSpPr>
          <p:spPr>
            <a:xfrm>
              <a:off x="9427147" y="1927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8" name="pt59318"/>
            <p:cNvSpPr/>
            <p:nvPr/>
          </p:nvSpPr>
          <p:spPr>
            <a:xfrm>
              <a:off x="9077174" y="19491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9" name="pt59319"/>
            <p:cNvSpPr/>
            <p:nvPr/>
          </p:nvSpPr>
          <p:spPr>
            <a:xfrm>
              <a:off x="8939717" y="2034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0" name="pt59320"/>
            <p:cNvSpPr/>
            <p:nvPr/>
          </p:nvSpPr>
          <p:spPr>
            <a:xfrm>
              <a:off x="8523538" y="259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1" name="pt59321"/>
            <p:cNvSpPr/>
            <p:nvPr/>
          </p:nvSpPr>
          <p:spPr>
            <a:xfrm>
              <a:off x="9030214" y="16985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2" name="pt59322"/>
            <p:cNvSpPr/>
            <p:nvPr/>
          </p:nvSpPr>
          <p:spPr>
            <a:xfrm>
              <a:off x="9379078" y="2122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3" name="pt59323"/>
            <p:cNvSpPr/>
            <p:nvPr/>
          </p:nvSpPr>
          <p:spPr>
            <a:xfrm>
              <a:off x="9243545" y="2242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4" name="pt59324"/>
            <p:cNvSpPr/>
            <p:nvPr/>
          </p:nvSpPr>
          <p:spPr>
            <a:xfrm>
              <a:off x="8610820" y="1976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5" name="pt59325"/>
            <p:cNvSpPr/>
            <p:nvPr/>
          </p:nvSpPr>
          <p:spPr>
            <a:xfrm>
              <a:off x="9681061" y="25160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6" name="pt59326"/>
            <p:cNvSpPr/>
            <p:nvPr/>
          </p:nvSpPr>
          <p:spPr>
            <a:xfrm>
              <a:off x="9203327" y="1851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7" name="pt59327"/>
            <p:cNvSpPr/>
            <p:nvPr/>
          </p:nvSpPr>
          <p:spPr>
            <a:xfrm>
              <a:off x="8688264" y="22366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8" name="pt59328"/>
            <p:cNvSpPr/>
            <p:nvPr/>
          </p:nvSpPr>
          <p:spPr>
            <a:xfrm>
              <a:off x="8954618" y="2363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9" name="pt59329"/>
            <p:cNvSpPr/>
            <p:nvPr/>
          </p:nvSpPr>
          <p:spPr>
            <a:xfrm>
              <a:off x="9645731" y="2206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0" name="pt59330"/>
            <p:cNvSpPr/>
            <p:nvPr/>
          </p:nvSpPr>
          <p:spPr>
            <a:xfrm>
              <a:off x="9236019" y="20462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1" name="pt59331"/>
            <p:cNvSpPr/>
            <p:nvPr/>
          </p:nvSpPr>
          <p:spPr>
            <a:xfrm>
              <a:off x="8688264" y="23008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2" name="pt59332"/>
            <p:cNvSpPr/>
            <p:nvPr/>
          </p:nvSpPr>
          <p:spPr>
            <a:xfrm>
              <a:off x="8910892" y="21308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3" name="pt59333"/>
            <p:cNvSpPr/>
            <p:nvPr/>
          </p:nvSpPr>
          <p:spPr>
            <a:xfrm>
              <a:off x="8636546" y="2514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4" name="pt59334"/>
            <p:cNvSpPr/>
            <p:nvPr/>
          </p:nvSpPr>
          <p:spPr>
            <a:xfrm>
              <a:off x="8499532" y="24694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5" name="pt59335"/>
            <p:cNvSpPr/>
            <p:nvPr/>
          </p:nvSpPr>
          <p:spPr>
            <a:xfrm>
              <a:off x="8803653" y="2297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6" name="pt59336"/>
            <p:cNvSpPr/>
            <p:nvPr/>
          </p:nvSpPr>
          <p:spPr>
            <a:xfrm>
              <a:off x="9490707" y="229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7" name="pt59337"/>
            <p:cNvSpPr/>
            <p:nvPr/>
          </p:nvSpPr>
          <p:spPr>
            <a:xfrm>
              <a:off x="8274318" y="25251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8" name="pt59338"/>
            <p:cNvSpPr/>
            <p:nvPr/>
          </p:nvSpPr>
          <p:spPr>
            <a:xfrm>
              <a:off x="8812874" y="21483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9" name="pt59339"/>
            <p:cNvSpPr/>
            <p:nvPr/>
          </p:nvSpPr>
          <p:spPr>
            <a:xfrm>
              <a:off x="8812874" y="22347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0" name="pt59340"/>
            <p:cNvSpPr/>
            <p:nvPr/>
          </p:nvSpPr>
          <p:spPr>
            <a:xfrm>
              <a:off x="8834048" y="20146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1" name="pt59341"/>
            <p:cNvSpPr/>
            <p:nvPr/>
          </p:nvSpPr>
          <p:spPr>
            <a:xfrm>
              <a:off x="8523538" y="2276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2" name="pt59342"/>
            <p:cNvSpPr/>
            <p:nvPr/>
          </p:nvSpPr>
          <p:spPr>
            <a:xfrm>
              <a:off x="9295774" y="1982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3" name="pt59343"/>
            <p:cNvSpPr/>
            <p:nvPr/>
          </p:nvSpPr>
          <p:spPr>
            <a:xfrm>
              <a:off x="8563654" y="2351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4" name="pt59344"/>
            <p:cNvSpPr/>
            <p:nvPr/>
          </p:nvSpPr>
          <p:spPr>
            <a:xfrm>
              <a:off x="8930613" y="1819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5" name="pt59345"/>
            <p:cNvSpPr/>
            <p:nvPr/>
          </p:nvSpPr>
          <p:spPr>
            <a:xfrm>
              <a:off x="8274318" y="23990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6" name="pt59346"/>
            <p:cNvSpPr/>
            <p:nvPr/>
          </p:nvSpPr>
          <p:spPr>
            <a:xfrm>
              <a:off x="8913479" y="1743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7" name="pt59347"/>
            <p:cNvSpPr/>
            <p:nvPr/>
          </p:nvSpPr>
          <p:spPr>
            <a:xfrm>
              <a:off x="8624143" y="2448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8" name="pt59348"/>
            <p:cNvSpPr/>
            <p:nvPr/>
          </p:nvSpPr>
          <p:spPr>
            <a:xfrm>
              <a:off x="8563654" y="21923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9" name="pt59349"/>
            <p:cNvSpPr/>
            <p:nvPr/>
          </p:nvSpPr>
          <p:spPr>
            <a:xfrm>
              <a:off x="9181576" y="19463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0" name="pt59350"/>
            <p:cNvSpPr/>
            <p:nvPr/>
          </p:nvSpPr>
          <p:spPr>
            <a:xfrm>
              <a:off x="9152801" y="19418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1" name="pt59351"/>
            <p:cNvSpPr/>
            <p:nvPr/>
          </p:nvSpPr>
          <p:spPr>
            <a:xfrm>
              <a:off x="8688264" y="22971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2" name="pt59352"/>
            <p:cNvSpPr/>
            <p:nvPr/>
          </p:nvSpPr>
          <p:spPr>
            <a:xfrm>
              <a:off x="8923469" y="1949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3" name="pt59353"/>
            <p:cNvSpPr/>
            <p:nvPr/>
          </p:nvSpPr>
          <p:spPr>
            <a:xfrm>
              <a:off x="8398928" y="2448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4" name="pt59354"/>
            <p:cNvSpPr/>
            <p:nvPr/>
          </p:nvSpPr>
          <p:spPr>
            <a:xfrm>
              <a:off x="8748753" y="20798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5" name="pt59355"/>
            <p:cNvSpPr/>
            <p:nvPr/>
          </p:nvSpPr>
          <p:spPr>
            <a:xfrm>
              <a:off x="8973968" y="1967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6" name="pt59356"/>
            <p:cNvSpPr/>
            <p:nvPr/>
          </p:nvSpPr>
          <p:spPr>
            <a:xfrm>
              <a:off x="8347210" y="2521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7" name="pt59357"/>
            <p:cNvSpPr/>
            <p:nvPr/>
          </p:nvSpPr>
          <p:spPr>
            <a:xfrm>
              <a:off x="9126552" y="1958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8" name="pt59358"/>
            <p:cNvSpPr/>
            <p:nvPr/>
          </p:nvSpPr>
          <p:spPr>
            <a:xfrm>
              <a:off x="9361481" y="21230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9" name="pt59359"/>
            <p:cNvSpPr/>
            <p:nvPr/>
          </p:nvSpPr>
          <p:spPr>
            <a:xfrm>
              <a:off x="8659047" y="2338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0" name="pt59360"/>
            <p:cNvSpPr/>
            <p:nvPr/>
          </p:nvSpPr>
          <p:spPr>
            <a:xfrm>
              <a:off x="9976916" y="25488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1" name="pt59361"/>
            <p:cNvSpPr/>
            <p:nvPr/>
          </p:nvSpPr>
          <p:spPr>
            <a:xfrm>
              <a:off x="8471820" y="2604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2" name="pt59362"/>
            <p:cNvSpPr/>
            <p:nvPr/>
          </p:nvSpPr>
          <p:spPr>
            <a:xfrm>
              <a:off x="8580788" y="2395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3" name="pt59363"/>
            <p:cNvSpPr/>
            <p:nvPr/>
          </p:nvSpPr>
          <p:spPr>
            <a:xfrm>
              <a:off x="9427147" y="1876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4" name="pt59364"/>
            <p:cNvSpPr/>
            <p:nvPr/>
          </p:nvSpPr>
          <p:spPr>
            <a:xfrm>
              <a:off x="8274318" y="24071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5" name="pt59365"/>
            <p:cNvSpPr/>
            <p:nvPr/>
          </p:nvSpPr>
          <p:spPr>
            <a:xfrm>
              <a:off x="8471820" y="24029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6" name="pt59366"/>
            <p:cNvSpPr/>
            <p:nvPr/>
          </p:nvSpPr>
          <p:spPr>
            <a:xfrm>
              <a:off x="9055223" y="20950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7" name="pt59367"/>
            <p:cNvSpPr/>
            <p:nvPr/>
          </p:nvSpPr>
          <p:spPr>
            <a:xfrm>
              <a:off x="8956650" y="22330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8" name="pt59368"/>
            <p:cNvSpPr/>
            <p:nvPr/>
          </p:nvSpPr>
          <p:spPr>
            <a:xfrm>
              <a:off x="9005825" y="1501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9" name="pt59369"/>
            <p:cNvSpPr/>
            <p:nvPr/>
          </p:nvSpPr>
          <p:spPr>
            <a:xfrm>
              <a:off x="8439043" y="2505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0" name="pt59370"/>
            <p:cNvSpPr/>
            <p:nvPr/>
          </p:nvSpPr>
          <p:spPr>
            <a:xfrm>
              <a:off x="8563654" y="2220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1" name="pt59371"/>
            <p:cNvSpPr/>
            <p:nvPr/>
          </p:nvSpPr>
          <p:spPr>
            <a:xfrm>
              <a:off x="8870124" y="22608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2" name="pt59372"/>
            <p:cNvSpPr/>
            <p:nvPr/>
          </p:nvSpPr>
          <p:spPr>
            <a:xfrm>
              <a:off x="8669323" y="2384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3" name="pt59373"/>
            <p:cNvSpPr/>
            <p:nvPr/>
          </p:nvSpPr>
          <p:spPr>
            <a:xfrm>
              <a:off x="9439815" y="20240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4" name="pt59374"/>
            <p:cNvSpPr/>
            <p:nvPr/>
          </p:nvSpPr>
          <p:spPr>
            <a:xfrm>
              <a:off x="8439043" y="2257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5" name="pt59375"/>
            <p:cNvSpPr/>
            <p:nvPr/>
          </p:nvSpPr>
          <p:spPr>
            <a:xfrm>
              <a:off x="8948383" y="2065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6" name="pt59376"/>
            <p:cNvSpPr/>
            <p:nvPr/>
          </p:nvSpPr>
          <p:spPr>
            <a:xfrm>
              <a:off x="8398928" y="2479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7" name="pt59377"/>
            <p:cNvSpPr/>
            <p:nvPr/>
          </p:nvSpPr>
          <p:spPr>
            <a:xfrm>
              <a:off x="9017715" y="21011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8" name="pt59378"/>
            <p:cNvSpPr/>
            <p:nvPr/>
          </p:nvSpPr>
          <p:spPr>
            <a:xfrm>
              <a:off x="9030214" y="1758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9" name="pt59379"/>
            <p:cNvSpPr/>
            <p:nvPr/>
          </p:nvSpPr>
          <p:spPr>
            <a:xfrm>
              <a:off x="9045633" y="2148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0" name="pt59380"/>
            <p:cNvSpPr/>
            <p:nvPr/>
          </p:nvSpPr>
          <p:spPr>
            <a:xfrm>
              <a:off x="9005825" y="1684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1" name="pt59381"/>
            <p:cNvSpPr/>
            <p:nvPr/>
          </p:nvSpPr>
          <p:spPr>
            <a:xfrm>
              <a:off x="8950486" y="20875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2" name="pt59382"/>
            <p:cNvSpPr/>
            <p:nvPr/>
          </p:nvSpPr>
          <p:spPr>
            <a:xfrm>
              <a:off x="9563530" y="24483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3" name="pt59383"/>
            <p:cNvSpPr/>
            <p:nvPr/>
          </p:nvSpPr>
          <p:spPr>
            <a:xfrm>
              <a:off x="8803653" y="20769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4" name="pt59384"/>
            <p:cNvSpPr/>
            <p:nvPr/>
          </p:nvSpPr>
          <p:spPr>
            <a:xfrm>
              <a:off x="9096734" y="16508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5" name="pt59385"/>
            <p:cNvSpPr/>
            <p:nvPr/>
          </p:nvSpPr>
          <p:spPr>
            <a:xfrm>
              <a:off x="9182728" y="20048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6" name="pt59386"/>
            <p:cNvSpPr/>
            <p:nvPr/>
          </p:nvSpPr>
          <p:spPr>
            <a:xfrm>
              <a:off x="8803653" y="2215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7" name="pt59387"/>
            <p:cNvSpPr/>
            <p:nvPr/>
          </p:nvSpPr>
          <p:spPr>
            <a:xfrm>
              <a:off x="9568569" y="21766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8" name="pt59388"/>
            <p:cNvSpPr/>
            <p:nvPr/>
          </p:nvSpPr>
          <p:spPr>
            <a:xfrm>
              <a:off x="8952564" y="21862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9" name="pt59389"/>
            <p:cNvSpPr/>
            <p:nvPr/>
          </p:nvSpPr>
          <p:spPr>
            <a:xfrm>
              <a:off x="9422061" y="16642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0" name="pt59390"/>
            <p:cNvSpPr/>
            <p:nvPr/>
          </p:nvSpPr>
          <p:spPr>
            <a:xfrm>
              <a:off x="8728379" y="1934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1" name="pt59391"/>
            <p:cNvSpPr/>
            <p:nvPr/>
          </p:nvSpPr>
          <p:spPr>
            <a:xfrm>
              <a:off x="9331236" y="20993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2" name="pt59392"/>
            <p:cNvSpPr/>
            <p:nvPr/>
          </p:nvSpPr>
          <p:spPr>
            <a:xfrm>
              <a:off x="8923469" y="18803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3" name="pt59393"/>
            <p:cNvSpPr/>
            <p:nvPr/>
          </p:nvSpPr>
          <p:spPr>
            <a:xfrm>
              <a:off x="9266215" y="2064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4" name="pt59394"/>
            <p:cNvSpPr/>
            <p:nvPr/>
          </p:nvSpPr>
          <p:spPr>
            <a:xfrm>
              <a:off x="9431373" y="1819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5" name="pt59395"/>
            <p:cNvSpPr/>
            <p:nvPr/>
          </p:nvSpPr>
          <p:spPr>
            <a:xfrm>
              <a:off x="8563654" y="22421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6" name="pt59396"/>
            <p:cNvSpPr/>
            <p:nvPr/>
          </p:nvSpPr>
          <p:spPr>
            <a:xfrm>
              <a:off x="9519098" y="2456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7" name="pt59397"/>
            <p:cNvSpPr/>
            <p:nvPr/>
          </p:nvSpPr>
          <p:spPr>
            <a:xfrm>
              <a:off x="8798858" y="20030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8" name="pt59398"/>
            <p:cNvSpPr/>
            <p:nvPr/>
          </p:nvSpPr>
          <p:spPr>
            <a:xfrm>
              <a:off x="9597877" y="21860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9" name="pt59399"/>
            <p:cNvSpPr/>
            <p:nvPr/>
          </p:nvSpPr>
          <p:spPr>
            <a:xfrm>
              <a:off x="9149376" y="2142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0" name="pt59400"/>
            <p:cNvSpPr/>
            <p:nvPr/>
          </p:nvSpPr>
          <p:spPr>
            <a:xfrm>
              <a:off x="8705398" y="22252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1" name="pt59401"/>
            <p:cNvSpPr/>
            <p:nvPr/>
          </p:nvSpPr>
          <p:spPr>
            <a:xfrm>
              <a:off x="8888738" y="2129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2" name="pt59402"/>
            <p:cNvSpPr/>
            <p:nvPr/>
          </p:nvSpPr>
          <p:spPr>
            <a:xfrm>
              <a:off x="9103999" y="20653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3" name="pt59403"/>
            <p:cNvSpPr/>
            <p:nvPr/>
          </p:nvSpPr>
          <p:spPr>
            <a:xfrm>
              <a:off x="8610820" y="2044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4" name="pt59404"/>
            <p:cNvSpPr/>
            <p:nvPr/>
          </p:nvSpPr>
          <p:spPr>
            <a:xfrm>
              <a:off x="9101309" y="2064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5" name="pt59405"/>
            <p:cNvSpPr/>
            <p:nvPr/>
          </p:nvSpPr>
          <p:spPr>
            <a:xfrm>
              <a:off x="9657982" y="198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6" name="pt59406"/>
            <p:cNvSpPr/>
            <p:nvPr/>
          </p:nvSpPr>
          <p:spPr>
            <a:xfrm>
              <a:off x="8624143" y="2532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7" name="pt59407"/>
            <p:cNvSpPr/>
            <p:nvPr/>
          </p:nvSpPr>
          <p:spPr>
            <a:xfrm>
              <a:off x="9243545" y="20778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8" name="pt59408"/>
            <p:cNvSpPr/>
            <p:nvPr/>
          </p:nvSpPr>
          <p:spPr>
            <a:xfrm>
              <a:off x="9351205" y="20695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9" name="pt59409"/>
            <p:cNvSpPr/>
            <p:nvPr/>
          </p:nvSpPr>
          <p:spPr>
            <a:xfrm>
              <a:off x="9488519" y="24720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0" name="pt59410"/>
            <p:cNvSpPr/>
            <p:nvPr/>
          </p:nvSpPr>
          <p:spPr>
            <a:xfrm>
              <a:off x="8742215" y="21039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1" name="pt59411"/>
            <p:cNvSpPr/>
            <p:nvPr/>
          </p:nvSpPr>
          <p:spPr>
            <a:xfrm>
              <a:off x="9142325" y="20239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2" name="pt59412"/>
            <p:cNvSpPr/>
            <p:nvPr/>
          </p:nvSpPr>
          <p:spPr>
            <a:xfrm>
              <a:off x="9200748" y="1860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3" name="pt59413"/>
            <p:cNvSpPr/>
            <p:nvPr/>
          </p:nvSpPr>
          <p:spPr>
            <a:xfrm>
              <a:off x="8697035" y="21976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4" name="pt59414"/>
            <p:cNvSpPr/>
            <p:nvPr/>
          </p:nvSpPr>
          <p:spPr>
            <a:xfrm>
              <a:off x="8821645" y="2073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5" name="pt59415"/>
            <p:cNvSpPr/>
            <p:nvPr/>
          </p:nvSpPr>
          <p:spPr>
            <a:xfrm>
              <a:off x="8748753" y="22379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6" name="pt59416"/>
            <p:cNvSpPr/>
            <p:nvPr/>
          </p:nvSpPr>
          <p:spPr>
            <a:xfrm>
              <a:off x="9116046" y="1994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7" name="pt59417"/>
            <p:cNvSpPr/>
            <p:nvPr/>
          </p:nvSpPr>
          <p:spPr>
            <a:xfrm>
              <a:off x="8958659" y="2247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8" name="pt59418"/>
            <p:cNvSpPr/>
            <p:nvPr/>
          </p:nvSpPr>
          <p:spPr>
            <a:xfrm>
              <a:off x="8274318" y="26061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9" name="pt59419"/>
            <p:cNvSpPr/>
            <p:nvPr/>
          </p:nvSpPr>
          <p:spPr>
            <a:xfrm>
              <a:off x="8913479" y="1806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0" name="pt59420"/>
            <p:cNvSpPr/>
            <p:nvPr/>
          </p:nvSpPr>
          <p:spPr>
            <a:xfrm>
              <a:off x="8439043" y="22464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1" name="pt59421"/>
            <p:cNvSpPr/>
            <p:nvPr/>
          </p:nvSpPr>
          <p:spPr>
            <a:xfrm>
              <a:off x="8679043" y="21102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2" name="pt59422"/>
            <p:cNvSpPr/>
            <p:nvPr/>
          </p:nvSpPr>
          <p:spPr>
            <a:xfrm>
              <a:off x="8834048" y="18355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3" name="pt59423"/>
            <p:cNvSpPr/>
            <p:nvPr/>
          </p:nvSpPr>
          <p:spPr>
            <a:xfrm>
              <a:off x="8876545" y="18655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4" name="pt59424"/>
            <p:cNvSpPr/>
            <p:nvPr/>
          </p:nvSpPr>
          <p:spPr>
            <a:xfrm>
              <a:off x="9196543" y="208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5" name="pt59425"/>
            <p:cNvSpPr/>
            <p:nvPr/>
          </p:nvSpPr>
          <p:spPr>
            <a:xfrm>
              <a:off x="8439043" y="2275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6" name="pt59426"/>
            <p:cNvSpPr/>
            <p:nvPr/>
          </p:nvSpPr>
          <p:spPr>
            <a:xfrm>
              <a:off x="9103999" y="20079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7" name="pt59427"/>
            <p:cNvSpPr/>
            <p:nvPr/>
          </p:nvSpPr>
          <p:spPr>
            <a:xfrm>
              <a:off x="8563654" y="2259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8" name="pt59428"/>
            <p:cNvSpPr/>
            <p:nvPr/>
          </p:nvSpPr>
          <p:spPr>
            <a:xfrm>
              <a:off x="9448796" y="19763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9" name="pt59429"/>
            <p:cNvSpPr/>
            <p:nvPr/>
          </p:nvSpPr>
          <p:spPr>
            <a:xfrm>
              <a:off x="8274318" y="24705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0" name="pt59430"/>
            <p:cNvSpPr/>
            <p:nvPr/>
          </p:nvSpPr>
          <p:spPr>
            <a:xfrm>
              <a:off x="9294237" y="194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1" name="pt59431"/>
            <p:cNvSpPr/>
            <p:nvPr/>
          </p:nvSpPr>
          <p:spPr>
            <a:xfrm>
              <a:off x="9103999" y="21764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2" name="pt59432"/>
            <p:cNvSpPr/>
            <p:nvPr/>
          </p:nvSpPr>
          <p:spPr>
            <a:xfrm>
              <a:off x="9379078" y="1938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3" name="pt59433"/>
            <p:cNvSpPr/>
            <p:nvPr/>
          </p:nvSpPr>
          <p:spPr>
            <a:xfrm>
              <a:off x="9101309" y="2032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4" name="pt59434"/>
            <p:cNvSpPr/>
            <p:nvPr/>
          </p:nvSpPr>
          <p:spPr>
            <a:xfrm>
              <a:off x="8838000" y="2064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5" name="pt59435"/>
            <p:cNvSpPr/>
            <p:nvPr/>
          </p:nvSpPr>
          <p:spPr>
            <a:xfrm>
              <a:off x="9074048" y="18883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6" name="pt59436"/>
            <p:cNvSpPr/>
            <p:nvPr/>
          </p:nvSpPr>
          <p:spPr>
            <a:xfrm>
              <a:off x="9477272" y="2597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7" name="pt59437"/>
            <p:cNvSpPr/>
            <p:nvPr/>
          </p:nvSpPr>
          <p:spPr>
            <a:xfrm>
              <a:off x="9115211" y="2071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8" name="pt59438"/>
            <p:cNvSpPr/>
            <p:nvPr/>
          </p:nvSpPr>
          <p:spPr>
            <a:xfrm>
              <a:off x="8705398" y="2146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9" name="pt59439"/>
            <p:cNvSpPr/>
            <p:nvPr/>
          </p:nvSpPr>
          <p:spPr>
            <a:xfrm>
              <a:off x="8347210" y="23164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0" name="pt59440"/>
            <p:cNvSpPr/>
            <p:nvPr/>
          </p:nvSpPr>
          <p:spPr>
            <a:xfrm>
              <a:off x="8713389" y="2188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1" name="pt59441"/>
            <p:cNvSpPr/>
            <p:nvPr/>
          </p:nvSpPr>
          <p:spPr>
            <a:xfrm>
              <a:off x="8996361" y="19659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2" name="pt59442"/>
            <p:cNvSpPr/>
            <p:nvPr/>
          </p:nvSpPr>
          <p:spPr>
            <a:xfrm>
              <a:off x="8879672" y="19597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3" name="pt59443"/>
            <p:cNvSpPr/>
            <p:nvPr/>
          </p:nvSpPr>
          <p:spPr>
            <a:xfrm>
              <a:off x="9005825" y="1756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4" name="pt59444"/>
            <p:cNvSpPr/>
            <p:nvPr/>
          </p:nvSpPr>
          <p:spPr>
            <a:xfrm>
              <a:off x="8610820" y="2120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5" name="pt59445"/>
            <p:cNvSpPr/>
            <p:nvPr/>
          </p:nvSpPr>
          <p:spPr>
            <a:xfrm>
              <a:off x="8755061" y="21841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6" name="pt59446"/>
            <p:cNvSpPr/>
            <p:nvPr/>
          </p:nvSpPr>
          <p:spPr>
            <a:xfrm>
              <a:off x="8398928" y="2461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7" name="pt59447"/>
            <p:cNvSpPr/>
            <p:nvPr/>
          </p:nvSpPr>
          <p:spPr>
            <a:xfrm>
              <a:off x="8596430" y="22782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8" name="pt59448"/>
            <p:cNvSpPr/>
            <p:nvPr/>
          </p:nvSpPr>
          <p:spPr>
            <a:xfrm>
              <a:off x="8688264" y="23552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9" name="pt59449"/>
            <p:cNvSpPr/>
            <p:nvPr/>
          </p:nvSpPr>
          <p:spPr>
            <a:xfrm>
              <a:off x="8950486" y="2096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0" name="pt59450"/>
            <p:cNvSpPr/>
            <p:nvPr/>
          </p:nvSpPr>
          <p:spPr>
            <a:xfrm>
              <a:off x="8563654" y="23044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1" name="pt59451"/>
            <p:cNvSpPr/>
            <p:nvPr/>
          </p:nvSpPr>
          <p:spPr>
            <a:xfrm>
              <a:off x="8713389" y="22541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2" name="pt59452"/>
            <p:cNvSpPr/>
            <p:nvPr/>
          </p:nvSpPr>
          <p:spPr>
            <a:xfrm>
              <a:off x="8471820" y="24215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3" name="pt59453"/>
            <p:cNvSpPr/>
            <p:nvPr/>
          </p:nvSpPr>
          <p:spPr>
            <a:xfrm>
              <a:off x="8580788" y="21107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4" name="pt59454"/>
            <p:cNvSpPr/>
            <p:nvPr/>
          </p:nvSpPr>
          <p:spPr>
            <a:xfrm>
              <a:off x="8499532" y="24090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5" name="pt59455"/>
            <p:cNvSpPr/>
            <p:nvPr/>
          </p:nvSpPr>
          <p:spPr>
            <a:xfrm>
              <a:off x="9413835" y="1897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6" name="pt59456"/>
            <p:cNvSpPr/>
            <p:nvPr/>
          </p:nvSpPr>
          <p:spPr>
            <a:xfrm>
              <a:off x="8669323" y="2310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7" name="pt59457"/>
            <p:cNvSpPr/>
            <p:nvPr/>
          </p:nvSpPr>
          <p:spPr>
            <a:xfrm>
              <a:off x="9243545" y="2123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8" name="pt59458"/>
            <p:cNvSpPr/>
            <p:nvPr/>
          </p:nvSpPr>
          <p:spPr>
            <a:xfrm>
              <a:off x="8748753" y="2125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9" name="pt59459"/>
            <p:cNvSpPr/>
            <p:nvPr/>
          </p:nvSpPr>
          <p:spPr>
            <a:xfrm>
              <a:off x="9231697" y="22366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0" name="pt59460"/>
            <p:cNvSpPr/>
            <p:nvPr/>
          </p:nvSpPr>
          <p:spPr>
            <a:xfrm>
              <a:off x="8648148" y="2381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1" name="pt59461"/>
            <p:cNvSpPr/>
            <p:nvPr/>
          </p:nvSpPr>
          <p:spPr>
            <a:xfrm>
              <a:off x="8471820" y="23574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2" name="pt59462"/>
            <p:cNvSpPr/>
            <p:nvPr/>
          </p:nvSpPr>
          <p:spPr>
            <a:xfrm>
              <a:off x="8648148" y="22227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3" name="pt59463"/>
            <p:cNvSpPr/>
            <p:nvPr/>
          </p:nvSpPr>
          <p:spPr>
            <a:xfrm>
              <a:off x="9116046" y="2053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4" name="pt59464"/>
            <p:cNvSpPr/>
            <p:nvPr/>
          </p:nvSpPr>
          <p:spPr>
            <a:xfrm>
              <a:off x="9519098" y="26864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5" name="pt59465"/>
            <p:cNvSpPr/>
            <p:nvPr/>
          </p:nvSpPr>
          <p:spPr>
            <a:xfrm>
              <a:off x="8876545" y="1901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6" name="pt59466"/>
            <p:cNvSpPr/>
            <p:nvPr/>
          </p:nvSpPr>
          <p:spPr>
            <a:xfrm>
              <a:off x="8803653" y="1983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7" name="pt59467"/>
            <p:cNvSpPr/>
            <p:nvPr/>
          </p:nvSpPr>
          <p:spPr>
            <a:xfrm>
              <a:off x="9203327" y="1858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8" name="pt59468"/>
            <p:cNvSpPr/>
            <p:nvPr/>
          </p:nvSpPr>
          <p:spPr>
            <a:xfrm>
              <a:off x="9002725" y="18265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9" name="pt59469"/>
            <p:cNvSpPr/>
            <p:nvPr/>
          </p:nvSpPr>
          <p:spPr>
            <a:xfrm>
              <a:off x="8563654" y="21817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0" name="pt59470"/>
            <p:cNvSpPr/>
            <p:nvPr/>
          </p:nvSpPr>
          <p:spPr>
            <a:xfrm>
              <a:off x="9090127" y="1812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1" name="pt59471"/>
            <p:cNvSpPr/>
            <p:nvPr/>
          </p:nvSpPr>
          <p:spPr>
            <a:xfrm>
              <a:off x="9118525" y="20227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2" name="pt59472"/>
            <p:cNvSpPr/>
            <p:nvPr/>
          </p:nvSpPr>
          <p:spPr>
            <a:xfrm>
              <a:off x="9191144" y="2034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3" name="pt59473"/>
            <p:cNvSpPr/>
            <p:nvPr/>
          </p:nvSpPr>
          <p:spPr>
            <a:xfrm>
              <a:off x="8973968" y="20467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4" name="pt59474"/>
            <p:cNvSpPr/>
            <p:nvPr/>
          </p:nvSpPr>
          <p:spPr>
            <a:xfrm>
              <a:off x="9182728" y="2002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5" name="pt59475"/>
            <p:cNvSpPr/>
            <p:nvPr/>
          </p:nvSpPr>
          <p:spPr>
            <a:xfrm>
              <a:off x="9519098" y="23630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6" name="pt59476"/>
            <p:cNvSpPr/>
            <p:nvPr/>
          </p:nvSpPr>
          <p:spPr>
            <a:xfrm>
              <a:off x="8748753" y="1980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7" name="pt59477"/>
            <p:cNvSpPr/>
            <p:nvPr/>
          </p:nvSpPr>
          <p:spPr>
            <a:xfrm>
              <a:off x="8347210" y="2425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8" name="pt59478"/>
            <p:cNvSpPr/>
            <p:nvPr/>
          </p:nvSpPr>
          <p:spPr>
            <a:xfrm>
              <a:off x="8721041" y="2065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9" name="pt59479"/>
            <p:cNvSpPr/>
            <p:nvPr/>
          </p:nvSpPr>
          <p:spPr>
            <a:xfrm>
              <a:off x="8439043" y="23458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0" name="pt59480"/>
            <p:cNvSpPr/>
            <p:nvPr/>
          </p:nvSpPr>
          <p:spPr>
            <a:xfrm>
              <a:off x="8439043" y="24260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1" name="pt59481"/>
            <p:cNvSpPr/>
            <p:nvPr/>
          </p:nvSpPr>
          <p:spPr>
            <a:xfrm>
              <a:off x="8544712" y="23310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2" name="pt59482"/>
            <p:cNvSpPr/>
            <p:nvPr/>
          </p:nvSpPr>
          <p:spPr>
            <a:xfrm>
              <a:off x="9334969" y="2151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3" name="pt59483"/>
            <p:cNvSpPr/>
            <p:nvPr/>
          </p:nvSpPr>
          <p:spPr>
            <a:xfrm>
              <a:off x="8910892" y="2076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4" name="pt59484"/>
            <p:cNvSpPr/>
            <p:nvPr/>
          </p:nvSpPr>
          <p:spPr>
            <a:xfrm>
              <a:off x="8544712" y="2309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5" name="pt59485"/>
            <p:cNvSpPr/>
            <p:nvPr/>
          </p:nvSpPr>
          <p:spPr>
            <a:xfrm>
              <a:off x="8856549" y="22211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6" name="pt59486"/>
            <p:cNvSpPr/>
            <p:nvPr/>
          </p:nvSpPr>
          <p:spPr>
            <a:xfrm>
              <a:off x="9212805" y="1863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7" name="pt59487"/>
            <p:cNvSpPr/>
            <p:nvPr/>
          </p:nvSpPr>
          <p:spPr>
            <a:xfrm>
              <a:off x="8808322" y="2141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8" name="pt59488"/>
            <p:cNvSpPr/>
            <p:nvPr/>
          </p:nvSpPr>
          <p:spPr>
            <a:xfrm>
              <a:off x="8439043" y="2224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9" name="pt59489"/>
            <p:cNvSpPr/>
            <p:nvPr/>
          </p:nvSpPr>
          <p:spPr>
            <a:xfrm>
              <a:off x="8975793" y="19322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0" name="pt59490"/>
            <p:cNvSpPr/>
            <p:nvPr/>
          </p:nvSpPr>
          <p:spPr>
            <a:xfrm>
              <a:off x="8398928" y="23464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1" name="pt59491"/>
            <p:cNvSpPr/>
            <p:nvPr/>
          </p:nvSpPr>
          <p:spPr>
            <a:xfrm>
              <a:off x="8596430" y="2260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2" name="pt59492"/>
            <p:cNvSpPr/>
            <p:nvPr/>
          </p:nvSpPr>
          <p:spPr>
            <a:xfrm>
              <a:off x="9269435" y="18335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3" name="pt59493"/>
            <p:cNvSpPr/>
            <p:nvPr/>
          </p:nvSpPr>
          <p:spPr>
            <a:xfrm>
              <a:off x="8948383" y="20538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4" name="pt59494"/>
            <p:cNvSpPr/>
            <p:nvPr/>
          </p:nvSpPr>
          <p:spPr>
            <a:xfrm>
              <a:off x="9201267" y="1839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5" name="pt59495"/>
            <p:cNvSpPr/>
            <p:nvPr/>
          </p:nvSpPr>
          <p:spPr>
            <a:xfrm>
              <a:off x="9332489" y="2174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6" name="pt59496"/>
            <p:cNvSpPr/>
            <p:nvPr/>
          </p:nvSpPr>
          <p:spPr>
            <a:xfrm>
              <a:off x="9097658" y="19923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7" name="pt59497"/>
            <p:cNvSpPr/>
            <p:nvPr/>
          </p:nvSpPr>
          <p:spPr>
            <a:xfrm>
              <a:off x="8958659" y="22138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8" name="pt59498"/>
            <p:cNvSpPr/>
            <p:nvPr/>
          </p:nvSpPr>
          <p:spPr>
            <a:xfrm>
              <a:off x="8783657" y="2021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9" name="pt59499"/>
            <p:cNvSpPr/>
            <p:nvPr/>
          </p:nvSpPr>
          <p:spPr>
            <a:xfrm>
              <a:off x="8398928" y="2514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0" name="pt59500"/>
            <p:cNvSpPr/>
            <p:nvPr/>
          </p:nvSpPr>
          <p:spPr>
            <a:xfrm>
              <a:off x="8624143" y="2343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1" name="pt59501"/>
            <p:cNvSpPr/>
            <p:nvPr/>
          </p:nvSpPr>
          <p:spPr>
            <a:xfrm>
              <a:off x="9212805" y="1686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2" name="pt59502"/>
            <p:cNvSpPr/>
            <p:nvPr/>
          </p:nvSpPr>
          <p:spPr>
            <a:xfrm>
              <a:off x="9427147" y="19803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3" name="pt59503"/>
            <p:cNvSpPr/>
            <p:nvPr/>
          </p:nvSpPr>
          <p:spPr>
            <a:xfrm>
              <a:off x="9330228" y="22127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4" name="pt59504"/>
            <p:cNvSpPr/>
            <p:nvPr/>
          </p:nvSpPr>
          <p:spPr>
            <a:xfrm>
              <a:off x="8659047" y="25000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5" name="pt59505"/>
            <p:cNvSpPr/>
            <p:nvPr/>
          </p:nvSpPr>
          <p:spPr>
            <a:xfrm>
              <a:off x="8624143" y="2348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6" name="pt59506"/>
            <p:cNvSpPr/>
            <p:nvPr/>
          </p:nvSpPr>
          <p:spPr>
            <a:xfrm>
              <a:off x="8856549" y="21901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7" name="pt59507"/>
            <p:cNvSpPr/>
            <p:nvPr/>
          </p:nvSpPr>
          <p:spPr>
            <a:xfrm>
              <a:off x="8973968" y="19880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8" name="pt59508"/>
            <p:cNvSpPr/>
            <p:nvPr/>
          </p:nvSpPr>
          <p:spPr>
            <a:xfrm>
              <a:off x="9519804" y="2676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9" name="pt59509"/>
            <p:cNvSpPr/>
            <p:nvPr/>
          </p:nvSpPr>
          <p:spPr>
            <a:xfrm>
              <a:off x="9057543" y="1772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0" name="pt59510"/>
            <p:cNvSpPr/>
            <p:nvPr/>
          </p:nvSpPr>
          <p:spPr>
            <a:xfrm>
              <a:off x="8767051" y="20260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1" name="pt59511"/>
            <p:cNvSpPr/>
            <p:nvPr/>
          </p:nvSpPr>
          <p:spPr>
            <a:xfrm>
              <a:off x="8852989" y="19978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2" name="pt59512"/>
            <p:cNvSpPr/>
            <p:nvPr/>
          </p:nvSpPr>
          <p:spPr>
            <a:xfrm>
              <a:off x="8849358" y="20886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3" name="pt59513"/>
            <p:cNvSpPr/>
            <p:nvPr/>
          </p:nvSpPr>
          <p:spPr>
            <a:xfrm>
              <a:off x="9095805" y="16857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4" name="pt59514"/>
            <p:cNvSpPr/>
            <p:nvPr/>
          </p:nvSpPr>
          <p:spPr>
            <a:xfrm>
              <a:off x="8923469" y="19712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5" name="pt59515"/>
            <p:cNvSpPr/>
            <p:nvPr/>
          </p:nvSpPr>
          <p:spPr>
            <a:xfrm>
              <a:off x="9127336" y="19112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6" name="pt59516"/>
            <p:cNvSpPr/>
            <p:nvPr/>
          </p:nvSpPr>
          <p:spPr>
            <a:xfrm>
              <a:off x="9023378" y="1909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7" name="pt59517"/>
            <p:cNvSpPr/>
            <p:nvPr/>
          </p:nvSpPr>
          <p:spPr>
            <a:xfrm>
              <a:off x="8679043" y="20573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8" name="pt59518"/>
            <p:cNvSpPr/>
            <p:nvPr/>
          </p:nvSpPr>
          <p:spPr>
            <a:xfrm>
              <a:off x="8841866" y="1976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9" name="pt59519"/>
            <p:cNvSpPr/>
            <p:nvPr/>
          </p:nvSpPr>
          <p:spPr>
            <a:xfrm>
              <a:off x="8439043" y="2271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0" name="pt59520"/>
            <p:cNvSpPr/>
            <p:nvPr/>
          </p:nvSpPr>
          <p:spPr>
            <a:xfrm>
              <a:off x="8669323" y="2304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1" name="pt59521"/>
            <p:cNvSpPr/>
            <p:nvPr/>
          </p:nvSpPr>
          <p:spPr>
            <a:xfrm>
              <a:off x="9086240" y="18991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2" name="pt59522"/>
            <p:cNvSpPr/>
            <p:nvPr/>
          </p:nvSpPr>
          <p:spPr>
            <a:xfrm>
              <a:off x="8596430" y="2343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3" name="pt59523"/>
            <p:cNvSpPr/>
            <p:nvPr/>
          </p:nvSpPr>
          <p:spPr>
            <a:xfrm>
              <a:off x="8669323" y="24859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4" name="pt59524"/>
            <p:cNvSpPr/>
            <p:nvPr/>
          </p:nvSpPr>
          <p:spPr>
            <a:xfrm>
              <a:off x="8918543" y="18928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5" name="pt59525"/>
            <p:cNvSpPr/>
            <p:nvPr/>
          </p:nvSpPr>
          <p:spPr>
            <a:xfrm>
              <a:off x="8471820" y="23317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6" name="pt59526"/>
            <p:cNvSpPr/>
            <p:nvPr/>
          </p:nvSpPr>
          <p:spPr>
            <a:xfrm>
              <a:off x="9005825" y="164627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7" name="pt59527"/>
            <p:cNvSpPr/>
            <p:nvPr/>
          </p:nvSpPr>
          <p:spPr>
            <a:xfrm>
              <a:off x="9002725" y="20998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8" name="pt59528"/>
            <p:cNvSpPr/>
            <p:nvPr/>
          </p:nvSpPr>
          <p:spPr>
            <a:xfrm>
              <a:off x="9127336" y="1998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9" name="pt59529"/>
            <p:cNvSpPr/>
            <p:nvPr/>
          </p:nvSpPr>
          <p:spPr>
            <a:xfrm>
              <a:off x="8870124" y="2133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0" name="pt59530"/>
            <p:cNvSpPr/>
            <p:nvPr/>
          </p:nvSpPr>
          <p:spPr>
            <a:xfrm>
              <a:off x="8669323" y="2321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1" name="pt59531"/>
            <p:cNvSpPr/>
            <p:nvPr/>
          </p:nvSpPr>
          <p:spPr>
            <a:xfrm>
              <a:off x="9059833" y="17362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2" name="pt59532"/>
            <p:cNvSpPr/>
            <p:nvPr/>
          </p:nvSpPr>
          <p:spPr>
            <a:xfrm>
              <a:off x="9066533" y="1704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3" name="pt59533"/>
            <p:cNvSpPr/>
            <p:nvPr/>
          </p:nvSpPr>
          <p:spPr>
            <a:xfrm>
              <a:off x="8688264" y="23617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4" name="pt59534"/>
            <p:cNvSpPr/>
            <p:nvPr/>
          </p:nvSpPr>
          <p:spPr>
            <a:xfrm>
              <a:off x="8935223" y="18675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5" name="pt59535"/>
            <p:cNvSpPr/>
            <p:nvPr/>
          </p:nvSpPr>
          <p:spPr>
            <a:xfrm>
              <a:off x="8274318" y="2431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6" name="pt59536"/>
            <p:cNvSpPr/>
            <p:nvPr/>
          </p:nvSpPr>
          <p:spPr>
            <a:xfrm>
              <a:off x="8659047" y="2353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7" name="pt59537"/>
            <p:cNvSpPr/>
            <p:nvPr/>
          </p:nvSpPr>
          <p:spPr>
            <a:xfrm>
              <a:off x="8735430" y="2112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8" name="pt59538"/>
            <p:cNvSpPr/>
            <p:nvPr/>
          </p:nvSpPr>
          <p:spPr>
            <a:xfrm>
              <a:off x="8767051" y="1978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9" name="pt59539"/>
            <p:cNvSpPr/>
            <p:nvPr/>
          </p:nvSpPr>
          <p:spPr>
            <a:xfrm>
              <a:off x="8783657" y="20698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0" name="pt59540"/>
            <p:cNvSpPr/>
            <p:nvPr/>
          </p:nvSpPr>
          <p:spPr>
            <a:xfrm>
              <a:off x="8798858" y="19916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1" name="pt59541"/>
            <p:cNvSpPr/>
            <p:nvPr/>
          </p:nvSpPr>
          <p:spPr>
            <a:xfrm>
              <a:off x="8788868" y="2023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2" name="pt59542"/>
            <p:cNvSpPr/>
            <p:nvPr/>
          </p:nvSpPr>
          <p:spPr>
            <a:xfrm>
              <a:off x="9196543" y="2005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3" name="pt59543"/>
            <p:cNvSpPr/>
            <p:nvPr/>
          </p:nvSpPr>
          <p:spPr>
            <a:xfrm>
              <a:off x="8596430" y="23156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4" name="pt59544"/>
            <p:cNvSpPr/>
            <p:nvPr/>
          </p:nvSpPr>
          <p:spPr>
            <a:xfrm>
              <a:off x="8748753" y="20826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5" name="pt59545"/>
            <p:cNvSpPr/>
            <p:nvPr/>
          </p:nvSpPr>
          <p:spPr>
            <a:xfrm>
              <a:off x="8347210" y="23916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6" name="pt59546"/>
            <p:cNvSpPr/>
            <p:nvPr/>
          </p:nvSpPr>
          <p:spPr>
            <a:xfrm>
              <a:off x="9363383" y="19103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7" name="pt59547"/>
            <p:cNvSpPr/>
            <p:nvPr/>
          </p:nvSpPr>
          <p:spPr>
            <a:xfrm>
              <a:off x="8778290" y="2148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8" name="pt59548"/>
            <p:cNvSpPr/>
            <p:nvPr/>
          </p:nvSpPr>
          <p:spPr>
            <a:xfrm>
              <a:off x="9005825" y="17654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9" name="pt59549"/>
            <p:cNvSpPr/>
            <p:nvPr/>
          </p:nvSpPr>
          <p:spPr>
            <a:xfrm>
              <a:off x="9627091" y="22854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0" name="pt59550"/>
            <p:cNvSpPr/>
            <p:nvPr/>
          </p:nvSpPr>
          <p:spPr>
            <a:xfrm>
              <a:off x="9689893" y="17206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1" name="pt59551"/>
            <p:cNvSpPr/>
            <p:nvPr/>
          </p:nvSpPr>
          <p:spPr>
            <a:xfrm>
              <a:off x="8471820" y="2312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2" name="pt59552"/>
            <p:cNvSpPr/>
            <p:nvPr/>
          </p:nvSpPr>
          <p:spPr>
            <a:xfrm>
              <a:off x="8952564" y="2119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3" name="pt59553"/>
            <p:cNvSpPr/>
            <p:nvPr/>
          </p:nvSpPr>
          <p:spPr>
            <a:xfrm>
              <a:off x="8274318" y="24327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4" name="pt59554"/>
            <p:cNvSpPr/>
            <p:nvPr/>
          </p:nvSpPr>
          <p:spPr>
            <a:xfrm>
              <a:off x="9792213" y="25341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5" name="pt59555"/>
            <p:cNvSpPr/>
            <p:nvPr/>
          </p:nvSpPr>
          <p:spPr>
            <a:xfrm>
              <a:off x="8863465" y="2154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6" name="pt59556"/>
            <p:cNvSpPr/>
            <p:nvPr/>
          </p:nvSpPr>
          <p:spPr>
            <a:xfrm>
              <a:off x="8921023" y="1758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7" name="pt59557"/>
            <p:cNvSpPr/>
            <p:nvPr/>
          </p:nvSpPr>
          <p:spPr>
            <a:xfrm>
              <a:off x="9031551" y="1598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8" name="pt59558"/>
            <p:cNvSpPr/>
            <p:nvPr/>
          </p:nvSpPr>
          <p:spPr>
            <a:xfrm>
              <a:off x="8610820" y="2096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9" name="pt59559"/>
            <p:cNvSpPr/>
            <p:nvPr/>
          </p:nvSpPr>
          <p:spPr>
            <a:xfrm>
              <a:off x="8997973" y="1804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0" name="pt59560"/>
            <p:cNvSpPr/>
            <p:nvPr/>
          </p:nvSpPr>
          <p:spPr>
            <a:xfrm>
              <a:off x="8636546" y="23542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1" name="pt59561"/>
            <p:cNvSpPr/>
            <p:nvPr/>
          </p:nvSpPr>
          <p:spPr>
            <a:xfrm>
              <a:off x="9285373" y="21846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2" name="pt59562"/>
            <p:cNvSpPr/>
            <p:nvPr/>
          </p:nvSpPr>
          <p:spPr>
            <a:xfrm>
              <a:off x="8838000" y="20982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3" name="pt59563"/>
            <p:cNvSpPr/>
            <p:nvPr/>
          </p:nvSpPr>
          <p:spPr>
            <a:xfrm>
              <a:off x="8648148" y="2294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4" name="pt59564"/>
            <p:cNvSpPr/>
            <p:nvPr/>
          </p:nvSpPr>
          <p:spPr>
            <a:xfrm>
              <a:off x="8748753" y="18868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5" name="pt59565"/>
            <p:cNvSpPr/>
            <p:nvPr/>
          </p:nvSpPr>
          <p:spPr>
            <a:xfrm>
              <a:off x="9110981" y="20943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6" name="pt59566"/>
            <p:cNvSpPr/>
            <p:nvPr/>
          </p:nvSpPr>
          <p:spPr>
            <a:xfrm>
              <a:off x="8347210" y="2440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7" name="pt59567"/>
            <p:cNvSpPr/>
            <p:nvPr/>
          </p:nvSpPr>
          <p:spPr>
            <a:xfrm>
              <a:off x="8471820" y="26104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8" name="pt59568"/>
            <p:cNvSpPr/>
            <p:nvPr/>
          </p:nvSpPr>
          <p:spPr>
            <a:xfrm>
              <a:off x="9115211" y="19785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9" name="pt59569"/>
            <p:cNvSpPr/>
            <p:nvPr/>
          </p:nvSpPr>
          <p:spPr>
            <a:xfrm>
              <a:off x="8648148" y="23937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0" name="pt59570"/>
            <p:cNvSpPr/>
            <p:nvPr/>
          </p:nvSpPr>
          <p:spPr>
            <a:xfrm>
              <a:off x="9171470" y="1948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1" name="pt59571"/>
            <p:cNvSpPr/>
            <p:nvPr/>
          </p:nvSpPr>
          <p:spPr>
            <a:xfrm>
              <a:off x="8930613" y="1857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2" name="pt59572"/>
            <p:cNvSpPr/>
            <p:nvPr/>
          </p:nvSpPr>
          <p:spPr>
            <a:xfrm>
              <a:off x="8748753" y="20822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3" name="pt59573"/>
            <p:cNvSpPr/>
            <p:nvPr/>
          </p:nvSpPr>
          <p:spPr>
            <a:xfrm>
              <a:off x="8439043" y="22966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4" name="pt59574"/>
            <p:cNvSpPr/>
            <p:nvPr/>
          </p:nvSpPr>
          <p:spPr>
            <a:xfrm>
              <a:off x="8596430" y="22782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5" name="pt59575"/>
            <p:cNvSpPr/>
            <p:nvPr/>
          </p:nvSpPr>
          <p:spPr>
            <a:xfrm>
              <a:off x="9101309" y="2008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6" name="pt59576"/>
            <p:cNvSpPr/>
            <p:nvPr/>
          </p:nvSpPr>
          <p:spPr>
            <a:xfrm>
              <a:off x="8721041" y="2261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7" name="pt59577"/>
            <p:cNvSpPr/>
            <p:nvPr/>
          </p:nvSpPr>
          <p:spPr>
            <a:xfrm>
              <a:off x="9500971" y="24732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8" name="pt59578"/>
            <p:cNvSpPr/>
            <p:nvPr/>
          </p:nvSpPr>
          <p:spPr>
            <a:xfrm>
              <a:off x="8398928" y="2445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9" name="pt59579"/>
            <p:cNvSpPr/>
            <p:nvPr/>
          </p:nvSpPr>
          <p:spPr>
            <a:xfrm>
              <a:off x="8972124" y="2122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0" name="pt59580"/>
            <p:cNvSpPr/>
            <p:nvPr/>
          </p:nvSpPr>
          <p:spPr>
            <a:xfrm>
              <a:off x="8761156" y="2288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1" name="pt59581"/>
            <p:cNvSpPr/>
            <p:nvPr/>
          </p:nvSpPr>
          <p:spPr>
            <a:xfrm>
              <a:off x="8347210" y="2320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2" name="pt59582"/>
            <p:cNvSpPr/>
            <p:nvPr/>
          </p:nvSpPr>
          <p:spPr>
            <a:xfrm>
              <a:off x="9281436" y="1878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3" name="pt59583"/>
            <p:cNvSpPr/>
            <p:nvPr/>
          </p:nvSpPr>
          <p:spPr>
            <a:xfrm>
              <a:off x="8544712" y="2396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4" name="pt59584"/>
            <p:cNvSpPr/>
            <p:nvPr/>
          </p:nvSpPr>
          <p:spPr>
            <a:xfrm>
              <a:off x="8863465" y="21664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5" name="pt59585"/>
            <p:cNvSpPr/>
            <p:nvPr/>
          </p:nvSpPr>
          <p:spPr>
            <a:xfrm>
              <a:off x="8997973" y="18122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6" name="pt59586"/>
            <p:cNvSpPr/>
            <p:nvPr/>
          </p:nvSpPr>
          <p:spPr>
            <a:xfrm>
              <a:off x="8778290" y="1937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7" name="pt59587"/>
            <p:cNvSpPr/>
            <p:nvPr/>
          </p:nvSpPr>
          <p:spPr>
            <a:xfrm>
              <a:off x="8973968" y="19200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8" name="pt59588"/>
            <p:cNvSpPr/>
            <p:nvPr/>
          </p:nvSpPr>
          <p:spPr>
            <a:xfrm>
              <a:off x="8636546" y="24058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9" name="pt59589"/>
            <p:cNvSpPr/>
            <p:nvPr/>
          </p:nvSpPr>
          <p:spPr>
            <a:xfrm>
              <a:off x="8841866" y="1970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0" name="pt59590"/>
            <p:cNvSpPr/>
            <p:nvPr/>
          </p:nvSpPr>
          <p:spPr>
            <a:xfrm>
              <a:off x="8713389" y="22037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1" name="pt59591"/>
            <p:cNvSpPr/>
            <p:nvPr/>
          </p:nvSpPr>
          <p:spPr>
            <a:xfrm>
              <a:off x="8347210" y="24999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2" name="pt59592"/>
            <p:cNvSpPr/>
            <p:nvPr/>
          </p:nvSpPr>
          <p:spPr>
            <a:xfrm>
              <a:off x="9074048" y="1848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3" name="pt59593"/>
            <p:cNvSpPr/>
            <p:nvPr/>
          </p:nvSpPr>
          <p:spPr>
            <a:xfrm>
              <a:off x="8274318" y="23984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4" name="pt59594"/>
            <p:cNvSpPr/>
            <p:nvPr/>
          </p:nvSpPr>
          <p:spPr>
            <a:xfrm>
              <a:off x="9295774" y="20318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5" name="pt59595"/>
            <p:cNvSpPr/>
            <p:nvPr/>
          </p:nvSpPr>
          <p:spPr>
            <a:xfrm>
              <a:off x="9124182" y="22500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6" name="pt59596"/>
            <p:cNvSpPr/>
            <p:nvPr/>
          </p:nvSpPr>
          <p:spPr>
            <a:xfrm>
              <a:off x="9182728" y="19826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7" name="pt59597"/>
            <p:cNvSpPr/>
            <p:nvPr/>
          </p:nvSpPr>
          <p:spPr>
            <a:xfrm>
              <a:off x="8845651" y="18970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8" name="pt59598"/>
            <p:cNvSpPr/>
            <p:nvPr/>
          </p:nvSpPr>
          <p:spPr>
            <a:xfrm>
              <a:off x="9597877" y="20242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9" name="pt59599"/>
            <p:cNvSpPr/>
            <p:nvPr/>
          </p:nvSpPr>
          <p:spPr>
            <a:xfrm>
              <a:off x="8954618" y="2249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0" name="pt59600"/>
            <p:cNvSpPr/>
            <p:nvPr/>
          </p:nvSpPr>
          <p:spPr>
            <a:xfrm>
              <a:off x="8952564" y="21855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1" name="pt59601"/>
            <p:cNvSpPr/>
            <p:nvPr/>
          </p:nvSpPr>
          <p:spPr>
            <a:xfrm>
              <a:off x="9086240" y="21578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2" name="pt59602"/>
            <p:cNvSpPr/>
            <p:nvPr/>
          </p:nvSpPr>
          <p:spPr>
            <a:xfrm>
              <a:off x="8688264" y="22057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3" name="pt59603"/>
            <p:cNvSpPr/>
            <p:nvPr/>
          </p:nvSpPr>
          <p:spPr>
            <a:xfrm>
              <a:off x="8841866" y="1757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4" name="pt59604"/>
            <p:cNvSpPr/>
            <p:nvPr/>
          </p:nvSpPr>
          <p:spPr>
            <a:xfrm>
              <a:off x="9421909" y="19066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5" name="pt59605"/>
            <p:cNvSpPr/>
            <p:nvPr/>
          </p:nvSpPr>
          <p:spPr>
            <a:xfrm>
              <a:off x="8347210" y="23961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6" name="pt59606"/>
            <p:cNvSpPr/>
            <p:nvPr/>
          </p:nvSpPr>
          <p:spPr>
            <a:xfrm>
              <a:off x="8439043" y="2208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7" name="pt59607"/>
            <p:cNvSpPr/>
            <p:nvPr/>
          </p:nvSpPr>
          <p:spPr>
            <a:xfrm>
              <a:off x="8398928" y="24131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8" name="pt59608"/>
            <p:cNvSpPr/>
            <p:nvPr/>
          </p:nvSpPr>
          <p:spPr>
            <a:xfrm>
              <a:off x="8973968" y="1940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9" name="pt59609"/>
            <p:cNvSpPr/>
            <p:nvPr/>
          </p:nvSpPr>
          <p:spPr>
            <a:xfrm>
              <a:off x="9017715" y="19532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0" name="pt59610"/>
            <p:cNvSpPr/>
            <p:nvPr/>
          </p:nvSpPr>
          <p:spPr>
            <a:xfrm>
              <a:off x="8713389" y="24504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1" name="pt59611"/>
            <p:cNvSpPr/>
            <p:nvPr/>
          </p:nvSpPr>
          <p:spPr>
            <a:xfrm>
              <a:off x="9039368" y="17343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2" name="pt59612"/>
            <p:cNvSpPr/>
            <p:nvPr/>
          </p:nvSpPr>
          <p:spPr>
            <a:xfrm>
              <a:off x="8439043" y="24551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3" name="pt59613"/>
            <p:cNvSpPr/>
            <p:nvPr/>
          </p:nvSpPr>
          <p:spPr>
            <a:xfrm>
              <a:off x="9439815" y="18266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4" name="pt59614"/>
            <p:cNvSpPr/>
            <p:nvPr/>
          </p:nvSpPr>
          <p:spPr>
            <a:xfrm>
              <a:off x="8544712" y="24253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5" name="pt59615"/>
            <p:cNvSpPr/>
            <p:nvPr/>
          </p:nvSpPr>
          <p:spPr>
            <a:xfrm>
              <a:off x="9477272" y="25442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6" name="pt59616"/>
            <p:cNvSpPr/>
            <p:nvPr/>
          </p:nvSpPr>
          <p:spPr>
            <a:xfrm>
              <a:off x="9325618" y="21636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7" name="pt59617"/>
            <p:cNvSpPr/>
            <p:nvPr/>
          </p:nvSpPr>
          <p:spPr>
            <a:xfrm>
              <a:off x="9558274" y="21997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8" name="pt59618"/>
            <p:cNvSpPr/>
            <p:nvPr/>
          </p:nvSpPr>
          <p:spPr>
            <a:xfrm>
              <a:off x="9336196" y="20881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9" name="pt59619"/>
            <p:cNvSpPr/>
            <p:nvPr/>
          </p:nvSpPr>
          <p:spPr>
            <a:xfrm>
              <a:off x="9069792" y="1796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0" name="pt59620"/>
            <p:cNvSpPr/>
            <p:nvPr/>
          </p:nvSpPr>
          <p:spPr>
            <a:xfrm>
              <a:off x="9074048" y="20046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1" name="pt59621"/>
            <p:cNvSpPr/>
            <p:nvPr/>
          </p:nvSpPr>
          <p:spPr>
            <a:xfrm>
              <a:off x="8347210" y="24641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2" name="pt59622"/>
            <p:cNvSpPr/>
            <p:nvPr/>
          </p:nvSpPr>
          <p:spPr>
            <a:xfrm>
              <a:off x="8939717" y="2038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3" name="pt59623"/>
            <p:cNvSpPr/>
            <p:nvPr/>
          </p:nvSpPr>
          <p:spPr>
            <a:xfrm>
              <a:off x="8834048" y="20044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4" name="pt59624"/>
            <p:cNvSpPr/>
            <p:nvPr/>
          </p:nvSpPr>
          <p:spPr>
            <a:xfrm>
              <a:off x="8347210" y="2263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5" name="pt59625"/>
            <p:cNvSpPr/>
            <p:nvPr/>
          </p:nvSpPr>
          <p:spPr>
            <a:xfrm>
              <a:off x="9074048" y="17679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6" name="pt59626"/>
            <p:cNvSpPr/>
            <p:nvPr/>
          </p:nvSpPr>
          <p:spPr>
            <a:xfrm>
              <a:off x="9564013" y="24453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7" name="pt59627"/>
            <p:cNvSpPr/>
            <p:nvPr/>
          </p:nvSpPr>
          <p:spPr>
            <a:xfrm>
              <a:off x="8439043" y="2185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8" name="pt59628"/>
            <p:cNvSpPr/>
            <p:nvPr/>
          </p:nvSpPr>
          <p:spPr>
            <a:xfrm>
              <a:off x="9537091" y="16843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9" name="pt59629"/>
            <p:cNvSpPr/>
            <p:nvPr/>
          </p:nvSpPr>
          <p:spPr>
            <a:xfrm>
              <a:off x="9806800" y="23136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0" name="pt59630"/>
            <p:cNvSpPr/>
            <p:nvPr/>
          </p:nvSpPr>
          <p:spPr>
            <a:xfrm>
              <a:off x="9761216" y="24158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1" name="pt59631"/>
            <p:cNvSpPr/>
            <p:nvPr/>
          </p:nvSpPr>
          <p:spPr>
            <a:xfrm>
              <a:off x="8398928" y="2520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2" name="pt59632"/>
            <p:cNvSpPr/>
            <p:nvPr/>
          </p:nvSpPr>
          <p:spPr>
            <a:xfrm>
              <a:off x="8274318" y="246369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3" name="pt59633"/>
            <p:cNvSpPr/>
            <p:nvPr/>
          </p:nvSpPr>
          <p:spPr>
            <a:xfrm>
              <a:off x="8347210" y="2209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4" name="pt59634"/>
            <p:cNvSpPr/>
            <p:nvPr/>
          </p:nvSpPr>
          <p:spPr>
            <a:xfrm>
              <a:off x="8398928" y="2483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5" name="pt59635"/>
            <p:cNvSpPr/>
            <p:nvPr/>
          </p:nvSpPr>
          <p:spPr>
            <a:xfrm>
              <a:off x="8274318" y="2369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6" name="pt59636"/>
            <p:cNvSpPr/>
            <p:nvPr/>
          </p:nvSpPr>
          <p:spPr>
            <a:xfrm>
              <a:off x="8398928" y="2444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7" name="pt59637"/>
            <p:cNvSpPr/>
            <p:nvPr/>
          </p:nvSpPr>
          <p:spPr>
            <a:xfrm>
              <a:off x="8563654" y="2166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8" name="pt59638"/>
            <p:cNvSpPr/>
            <p:nvPr/>
          </p:nvSpPr>
          <p:spPr>
            <a:xfrm>
              <a:off x="8954618" y="22749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9" name="pt59639"/>
            <p:cNvSpPr/>
            <p:nvPr/>
          </p:nvSpPr>
          <p:spPr>
            <a:xfrm>
              <a:off x="8863465" y="21905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0" name="pt59640"/>
            <p:cNvSpPr/>
            <p:nvPr/>
          </p:nvSpPr>
          <p:spPr>
            <a:xfrm>
              <a:off x="8648148" y="2287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1" name="pt59641"/>
            <p:cNvSpPr/>
            <p:nvPr/>
          </p:nvSpPr>
          <p:spPr>
            <a:xfrm>
              <a:off x="9101309" y="1985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2" name="pt59642"/>
            <p:cNvSpPr/>
            <p:nvPr/>
          </p:nvSpPr>
          <p:spPr>
            <a:xfrm>
              <a:off x="8970261" y="2090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3" name="pt59643"/>
            <p:cNvSpPr/>
            <p:nvPr/>
          </p:nvSpPr>
          <p:spPr>
            <a:xfrm>
              <a:off x="9034195" y="16785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4" name="pt59644"/>
            <p:cNvSpPr/>
            <p:nvPr/>
          </p:nvSpPr>
          <p:spPr>
            <a:xfrm>
              <a:off x="8755061" y="2207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5" name="pt59645"/>
            <p:cNvSpPr/>
            <p:nvPr/>
          </p:nvSpPr>
          <p:spPr>
            <a:xfrm>
              <a:off x="9282758" y="1852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6" name="pt59646"/>
            <p:cNvSpPr/>
            <p:nvPr/>
          </p:nvSpPr>
          <p:spPr>
            <a:xfrm>
              <a:off x="9401001" y="21585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7" name="pt59647"/>
            <p:cNvSpPr/>
            <p:nvPr/>
          </p:nvSpPr>
          <p:spPr>
            <a:xfrm>
              <a:off x="9188382" y="210413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8" name="pt59648"/>
            <p:cNvSpPr/>
            <p:nvPr/>
          </p:nvSpPr>
          <p:spPr>
            <a:xfrm>
              <a:off x="8688264" y="2245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9" name="pt59649"/>
            <p:cNvSpPr/>
            <p:nvPr/>
          </p:nvSpPr>
          <p:spPr>
            <a:xfrm>
              <a:off x="8948383" y="21304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0" name="pt59650"/>
            <p:cNvSpPr/>
            <p:nvPr/>
          </p:nvSpPr>
          <p:spPr>
            <a:xfrm>
              <a:off x="9040639" y="1756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1" name="pt59651"/>
            <p:cNvSpPr/>
            <p:nvPr/>
          </p:nvSpPr>
          <p:spPr>
            <a:xfrm>
              <a:off x="8347210" y="24476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2" name="pt59652"/>
            <p:cNvSpPr/>
            <p:nvPr/>
          </p:nvSpPr>
          <p:spPr>
            <a:xfrm>
              <a:off x="8439043" y="2182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3" name="pt59653"/>
            <p:cNvSpPr/>
            <p:nvPr/>
          </p:nvSpPr>
          <p:spPr>
            <a:xfrm>
              <a:off x="8735430" y="21406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4" name="pt59654"/>
            <p:cNvSpPr/>
            <p:nvPr/>
          </p:nvSpPr>
          <p:spPr>
            <a:xfrm>
              <a:off x="8941923" y="1990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5" name="pt59655"/>
            <p:cNvSpPr/>
            <p:nvPr/>
          </p:nvSpPr>
          <p:spPr>
            <a:xfrm>
              <a:off x="8812874" y="2081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6" name="pt59656"/>
            <p:cNvSpPr/>
            <p:nvPr/>
          </p:nvSpPr>
          <p:spPr>
            <a:xfrm>
              <a:off x="8274318" y="2559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7" name="pt59657"/>
            <p:cNvSpPr/>
            <p:nvPr/>
          </p:nvSpPr>
          <p:spPr>
            <a:xfrm>
              <a:off x="8274318" y="2527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8" name="pt59658"/>
            <p:cNvSpPr/>
            <p:nvPr/>
          </p:nvSpPr>
          <p:spPr>
            <a:xfrm>
              <a:off x="8879672" y="18864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9" name="pt59659"/>
            <p:cNvSpPr/>
            <p:nvPr/>
          </p:nvSpPr>
          <p:spPr>
            <a:xfrm>
              <a:off x="9829630" y="262752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0" name="pt59660"/>
            <p:cNvSpPr/>
            <p:nvPr/>
          </p:nvSpPr>
          <p:spPr>
            <a:xfrm>
              <a:off x="8471820" y="24301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1" name="pt59661"/>
            <p:cNvSpPr/>
            <p:nvPr/>
          </p:nvSpPr>
          <p:spPr>
            <a:xfrm>
              <a:off x="8544712" y="2457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2" name="pt59662"/>
            <p:cNvSpPr/>
            <p:nvPr/>
          </p:nvSpPr>
          <p:spPr>
            <a:xfrm>
              <a:off x="8834048" y="2024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3" name="pt59663"/>
            <p:cNvSpPr/>
            <p:nvPr/>
          </p:nvSpPr>
          <p:spPr>
            <a:xfrm>
              <a:off x="9030214" y="17404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4" name="pt59664"/>
            <p:cNvSpPr/>
            <p:nvPr/>
          </p:nvSpPr>
          <p:spPr>
            <a:xfrm>
              <a:off x="9761216" y="24442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5" name="pt59665"/>
            <p:cNvSpPr/>
            <p:nvPr/>
          </p:nvSpPr>
          <p:spPr>
            <a:xfrm>
              <a:off x="9294853" y="2073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6" name="pt59666"/>
            <p:cNvSpPr/>
            <p:nvPr/>
          </p:nvSpPr>
          <p:spPr>
            <a:xfrm>
              <a:off x="8728379" y="19715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7" name="pt59667"/>
            <p:cNvSpPr/>
            <p:nvPr/>
          </p:nvSpPr>
          <p:spPr>
            <a:xfrm>
              <a:off x="8834048" y="19430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8" name="pt59668"/>
            <p:cNvSpPr/>
            <p:nvPr/>
          </p:nvSpPr>
          <p:spPr>
            <a:xfrm>
              <a:off x="9541125" y="14711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9" name="pt59669"/>
            <p:cNvSpPr/>
            <p:nvPr/>
          </p:nvSpPr>
          <p:spPr>
            <a:xfrm>
              <a:off x="8932933" y="1777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0" name="pt59670"/>
            <p:cNvSpPr/>
            <p:nvPr/>
          </p:nvSpPr>
          <p:spPr>
            <a:xfrm>
              <a:off x="8347210" y="2275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1" name="pt59671"/>
            <p:cNvSpPr/>
            <p:nvPr/>
          </p:nvSpPr>
          <p:spPr>
            <a:xfrm>
              <a:off x="8812874" y="2266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2" name="pt59672"/>
            <p:cNvSpPr/>
            <p:nvPr/>
          </p:nvSpPr>
          <p:spPr>
            <a:xfrm>
              <a:off x="8659047" y="23688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3" name="pt59673"/>
            <p:cNvSpPr/>
            <p:nvPr/>
          </p:nvSpPr>
          <p:spPr>
            <a:xfrm>
              <a:off x="8471820" y="25012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4" name="pt59674"/>
            <p:cNvSpPr/>
            <p:nvPr/>
          </p:nvSpPr>
          <p:spPr>
            <a:xfrm>
              <a:off x="8659047" y="24924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5" name="pt59675"/>
            <p:cNvSpPr/>
            <p:nvPr/>
          </p:nvSpPr>
          <p:spPr>
            <a:xfrm>
              <a:off x="9089164" y="1833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6" name="pt59676"/>
            <p:cNvSpPr/>
            <p:nvPr/>
          </p:nvSpPr>
          <p:spPr>
            <a:xfrm>
              <a:off x="9243545" y="2138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7" name="pt59677"/>
            <p:cNvSpPr/>
            <p:nvPr/>
          </p:nvSpPr>
          <p:spPr>
            <a:xfrm>
              <a:off x="8648148" y="24774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8" name="pt59678"/>
            <p:cNvSpPr/>
            <p:nvPr/>
          </p:nvSpPr>
          <p:spPr>
            <a:xfrm>
              <a:off x="8772758" y="21553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9" name="pt59679"/>
            <p:cNvSpPr/>
            <p:nvPr/>
          </p:nvSpPr>
          <p:spPr>
            <a:xfrm>
              <a:off x="9188382" y="22322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0" name="pt59680"/>
            <p:cNvSpPr/>
            <p:nvPr/>
          </p:nvSpPr>
          <p:spPr>
            <a:xfrm>
              <a:off x="8596430" y="23868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1" name="pt59681"/>
            <p:cNvSpPr/>
            <p:nvPr/>
          </p:nvSpPr>
          <p:spPr>
            <a:xfrm>
              <a:off x="9527393" y="16319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2" name="pt59682"/>
            <p:cNvSpPr/>
            <p:nvPr/>
          </p:nvSpPr>
          <p:spPr>
            <a:xfrm>
              <a:off x="8636546" y="23885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3" name="pt59683"/>
            <p:cNvSpPr/>
            <p:nvPr/>
          </p:nvSpPr>
          <p:spPr>
            <a:xfrm>
              <a:off x="8523538" y="2645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4" name="pt59684"/>
            <p:cNvSpPr/>
            <p:nvPr/>
          </p:nvSpPr>
          <p:spPr>
            <a:xfrm>
              <a:off x="9594013" y="21886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5" name="pt59685"/>
            <p:cNvSpPr/>
            <p:nvPr/>
          </p:nvSpPr>
          <p:spPr>
            <a:xfrm>
              <a:off x="8648148" y="2273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6" name="pt59686"/>
            <p:cNvSpPr/>
            <p:nvPr/>
          </p:nvSpPr>
          <p:spPr>
            <a:xfrm>
              <a:off x="9363803" y="2015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7" name="pt59687"/>
            <p:cNvSpPr/>
            <p:nvPr/>
          </p:nvSpPr>
          <p:spPr>
            <a:xfrm>
              <a:off x="9356962" y="2059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8" name="pt59688"/>
            <p:cNvSpPr/>
            <p:nvPr/>
          </p:nvSpPr>
          <p:spPr>
            <a:xfrm>
              <a:off x="9361481" y="20253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9" name="pt59689"/>
            <p:cNvSpPr/>
            <p:nvPr/>
          </p:nvSpPr>
          <p:spPr>
            <a:xfrm>
              <a:off x="8964553" y="22751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0" name="pt59690"/>
            <p:cNvSpPr/>
            <p:nvPr/>
          </p:nvSpPr>
          <p:spPr>
            <a:xfrm>
              <a:off x="8876545" y="1886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1" name="pt59691"/>
            <p:cNvSpPr/>
            <p:nvPr/>
          </p:nvSpPr>
          <p:spPr>
            <a:xfrm>
              <a:off x="8471820" y="23996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2" name="pt59692"/>
            <p:cNvSpPr/>
            <p:nvPr/>
          </p:nvSpPr>
          <p:spPr>
            <a:xfrm>
              <a:off x="9182728" y="1923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3" name="pt59693"/>
            <p:cNvSpPr/>
            <p:nvPr/>
          </p:nvSpPr>
          <p:spPr>
            <a:xfrm>
              <a:off x="8274318" y="23690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4" name="pt59694"/>
            <p:cNvSpPr/>
            <p:nvPr/>
          </p:nvSpPr>
          <p:spPr>
            <a:xfrm>
              <a:off x="8925882" y="19866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5" name="pt59695"/>
            <p:cNvSpPr/>
            <p:nvPr/>
          </p:nvSpPr>
          <p:spPr>
            <a:xfrm>
              <a:off x="8721041" y="19798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6" name="pt59696"/>
            <p:cNvSpPr/>
            <p:nvPr/>
          </p:nvSpPr>
          <p:spPr>
            <a:xfrm>
              <a:off x="8721041" y="15509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7" name="pt59697"/>
            <p:cNvSpPr/>
            <p:nvPr/>
          </p:nvSpPr>
          <p:spPr>
            <a:xfrm>
              <a:off x="8439043" y="22894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8" name="pt59698"/>
            <p:cNvSpPr/>
            <p:nvPr/>
          </p:nvSpPr>
          <p:spPr>
            <a:xfrm>
              <a:off x="8956650" y="2303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9" name="pt59699"/>
            <p:cNvSpPr/>
            <p:nvPr/>
          </p:nvSpPr>
          <p:spPr>
            <a:xfrm>
              <a:off x="8713389" y="22355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0" name="pt59700"/>
            <p:cNvSpPr/>
            <p:nvPr/>
          </p:nvSpPr>
          <p:spPr>
            <a:xfrm>
              <a:off x="8398928" y="2432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1" name="pt59701"/>
            <p:cNvSpPr/>
            <p:nvPr/>
          </p:nvSpPr>
          <p:spPr>
            <a:xfrm>
              <a:off x="9325618" y="21066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2" name="pt59702"/>
            <p:cNvSpPr/>
            <p:nvPr/>
          </p:nvSpPr>
          <p:spPr>
            <a:xfrm>
              <a:off x="8748753" y="20244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3" name="pt59703"/>
            <p:cNvSpPr/>
            <p:nvPr/>
          </p:nvSpPr>
          <p:spPr>
            <a:xfrm>
              <a:off x="8921023" y="1771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4" name="pt59704"/>
            <p:cNvSpPr/>
            <p:nvPr/>
          </p:nvSpPr>
          <p:spPr>
            <a:xfrm>
              <a:off x="8596430" y="23380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5" name="pt59705"/>
            <p:cNvSpPr/>
            <p:nvPr/>
          </p:nvSpPr>
          <p:spPr>
            <a:xfrm>
              <a:off x="9535645" y="19209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6" name="pt59706"/>
            <p:cNvSpPr/>
            <p:nvPr/>
          </p:nvSpPr>
          <p:spPr>
            <a:xfrm>
              <a:off x="8856549" y="22181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7" name="pt59707"/>
            <p:cNvSpPr/>
            <p:nvPr/>
          </p:nvSpPr>
          <p:spPr>
            <a:xfrm>
              <a:off x="8735430" y="22251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8" name="pt59708"/>
            <p:cNvSpPr/>
            <p:nvPr/>
          </p:nvSpPr>
          <p:spPr>
            <a:xfrm>
              <a:off x="8876545" y="18517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9" name="pt59709"/>
            <p:cNvSpPr/>
            <p:nvPr/>
          </p:nvSpPr>
          <p:spPr>
            <a:xfrm>
              <a:off x="8902901" y="2041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0" name="pt59710"/>
            <p:cNvSpPr/>
            <p:nvPr/>
          </p:nvSpPr>
          <p:spPr>
            <a:xfrm>
              <a:off x="8563654" y="22723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1" name="pt59711"/>
            <p:cNvSpPr/>
            <p:nvPr/>
          </p:nvSpPr>
          <p:spPr>
            <a:xfrm>
              <a:off x="8941923" y="2073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2" name="pt59712"/>
            <p:cNvSpPr/>
            <p:nvPr/>
          </p:nvSpPr>
          <p:spPr>
            <a:xfrm>
              <a:off x="8669323" y="231095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3" name="pt59713"/>
            <p:cNvSpPr/>
            <p:nvPr/>
          </p:nvSpPr>
          <p:spPr>
            <a:xfrm>
              <a:off x="8767051" y="1984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4" name="pt59714"/>
            <p:cNvSpPr/>
            <p:nvPr/>
          </p:nvSpPr>
          <p:spPr>
            <a:xfrm>
              <a:off x="9062094" y="20537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5" name="pt59715"/>
            <p:cNvSpPr/>
            <p:nvPr/>
          </p:nvSpPr>
          <p:spPr>
            <a:xfrm>
              <a:off x="9657982" y="18060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6" name="pt59716"/>
            <p:cNvSpPr/>
            <p:nvPr/>
          </p:nvSpPr>
          <p:spPr>
            <a:xfrm>
              <a:off x="9223646" y="1938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7" name="pt59717"/>
            <p:cNvSpPr/>
            <p:nvPr/>
          </p:nvSpPr>
          <p:spPr>
            <a:xfrm>
              <a:off x="9179833" y="2049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8" name="pt59718"/>
            <p:cNvSpPr/>
            <p:nvPr/>
          </p:nvSpPr>
          <p:spPr>
            <a:xfrm>
              <a:off x="8821645" y="21708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9" name="pt59719"/>
            <p:cNvSpPr/>
            <p:nvPr/>
          </p:nvSpPr>
          <p:spPr>
            <a:xfrm>
              <a:off x="9302684" y="1872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0" name="pt59720"/>
            <p:cNvSpPr/>
            <p:nvPr/>
          </p:nvSpPr>
          <p:spPr>
            <a:xfrm>
              <a:off x="9176891" y="2011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1" name="pt59721"/>
            <p:cNvSpPr/>
            <p:nvPr/>
          </p:nvSpPr>
          <p:spPr>
            <a:xfrm>
              <a:off x="9282758" y="1911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2" name="pt59722"/>
            <p:cNvSpPr/>
            <p:nvPr/>
          </p:nvSpPr>
          <p:spPr>
            <a:xfrm>
              <a:off x="8870124" y="22375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3" name="pt59723"/>
            <p:cNvSpPr/>
            <p:nvPr/>
          </p:nvSpPr>
          <p:spPr>
            <a:xfrm>
              <a:off x="9030214" y="16461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4" name="pt59724"/>
            <p:cNvSpPr/>
            <p:nvPr/>
          </p:nvSpPr>
          <p:spPr>
            <a:xfrm>
              <a:off x="9193323" y="21204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5" name="pt59725"/>
            <p:cNvSpPr/>
            <p:nvPr/>
          </p:nvSpPr>
          <p:spPr>
            <a:xfrm>
              <a:off x="8274318" y="25076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6" name="pt59726"/>
            <p:cNvSpPr/>
            <p:nvPr/>
          </p:nvSpPr>
          <p:spPr>
            <a:xfrm>
              <a:off x="8274318" y="24544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7" name="pt59727"/>
            <p:cNvSpPr/>
            <p:nvPr/>
          </p:nvSpPr>
          <p:spPr>
            <a:xfrm>
              <a:off x="9513165" y="2579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8" name="pt59728"/>
            <p:cNvSpPr/>
            <p:nvPr/>
          </p:nvSpPr>
          <p:spPr>
            <a:xfrm>
              <a:off x="9451392" y="19870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9" name="pt59729"/>
            <p:cNvSpPr/>
            <p:nvPr/>
          </p:nvSpPr>
          <p:spPr>
            <a:xfrm>
              <a:off x="8830008" y="20234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0" name="pt59730"/>
            <p:cNvSpPr/>
            <p:nvPr/>
          </p:nvSpPr>
          <p:spPr>
            <a:xfrm>
              <a:off x="9513165" y="23917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1" name="pt59731"/>
            <p:cNvSpPr/>
            <p:nvPr/>
          </p:nvSpPr>
          <p:spPr>
            <a:xfrm>
              <a:off x="9431373" y="1768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2" name="pt59732"/>
            <p:cNvSpPr/>
            <p:nvPr/>
          </p:nvSpPr>
          <p:spPr>
            <a:xfrm>
              <a:off x="9035502" y="18749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3" name="pt59733"/>
            <p:cNvSpPr/>
            <p:nvPr/>
          </p:nvSpPr>
          <p:spPr>
            <a:xfrm>
              <a:off x="9069792" y="17716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4" name="pt59734"/>
            <p:cNvSpPr/>
            <p:nvPr/>
          </p:nvSpPr>
          <p:spPr>
            <a:xfrm>
              <a:off x="8888738" y="22908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5" name="pt59735"/>
            <p:cNvSpPr/>
            <p:nvPr/>
          </p:nvSpPr>
          <p:spPr>
            <a:xfrm>
              <a:off x="9313270" y="2190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6" name="pt59736"/>
            <p:cNvSpPr/>
            <p:nvPr/>
          </p:nvSpPr>
          <p:spPr>
            <a:xfrm>
              <a:off x="8523538" y="24282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7" name="pt59737"/>
            <p:cNvSpPr/>
            <p:nvPr/>
          </p:nvSpPr>
          <p:spPr>
            <a:xfrm>
              <a:off x="8523538" y="25628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8" name="pt59738"/>
            <p:cNvSpPr/>
            <p:nvPr/>
          </p:nvSpPr>
          <p:spPr>
            <a:xfrm>
              <a:off x="8439043" y="2331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9" name="pt59739"/>
            <p:cNvSpPr/>
            <p:nvPr/>
          </p:nvSpPr>
          <p:spPr>
            <a:xfrm>
              <a:off x="9074048" y="20563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0" name="pt59740"/>
            <p:cNvSpPr/>
            <p:nvPr/>
          </p:nvSpPr>
          <p:spPr>
            <a:xfrm>
              <a:off x="9124182" y="19672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1" name="pt59741"/>
            <p:cNvSpPr/>
            <p:nvPr/>
          </p:nvSpPr>
          <p:spPr>
            <a:xfrm>
              <a:off x="9126552" y="195981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2" name="pt59742"/>
            <p:cNvSpPr/>
            <p:nvPr/>
          </p:nvSpPr>
          <p:spPr>
            <a:xfrm>
              <a:off x="9054052" y="22482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3" name="pt59743"/>
            <p:cNvSpPr/>
            <p:nvPr/>
          </p:nvSpPr>
          <p:spPr>
            <a:xfrm>
              <a:off x="8966476" y="21914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4" name="pt59744"/>
            <p:cNvSpPr/>
            <p:nvPr/>
          </p:nvSpPr>
          <p:spPr>
            <a:xfrm>
              <a:off x="8755061" y="20993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5" name="pt59745"/>
            <p:cNvSpPr/>
            <p:nvPr/>
          </p:nvSpPr>
          <p:spPr>
            <a:xfrm>
              <a:off x="8659047" y="24047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6" name="pt59746"/>
            <p:cNvSpPr/>
            <p:nvPr/>
          </p:nvSpPr>
          <p:spPr>
            <a:xfrm>
              <a:off x="8439043" y="20988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7" name="pt59747"/>
            <p:cNvSpPr/>
            <p:nvPr/>
          </p:nvSpPr>
          <p:spPr>
            <a:xfrm>
              <a:off x="8793933" y="21259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8" name="pt59748"/>
            <p:cNvSpPr/>
            <p:nvPr/>
          </p:nvSpPr>
          <p:spPr>
            <a:xfrm>
              <a:off x="9187265" y="2122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9" name="pt59749"/>
            <p:cNvSpPr/>
            <p:nvPr/>
          </p:nvSpPr>
          <p:spPr>
            <a:xfrm>
              <a:off x="8962610" y="2320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0" name="pt59750"/>
            <p:cNvSpPr/>
            <p:nvPr/>
          </p:nvSpPr>
          <p:spPr>
            <a:xfrm>
              <a:off x="9236019" y="20922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1" name="pt59751"/>
            <p:cNvSpPr/>
            <p:nvPr/>
          </p:nvSpPr>
          <p:spPr>
            <a:xfrm>
              <a:off x="9211830" y="181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2" name="pt59752"/>
            <p:cNvSpPr/>
            <p:nvPr/>
          </p:nvSpPr>
          <p:spPr>
            <a:xfrm>
              <a:off x="8439043" y="2235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3" name="pt59753"/>
            <p:cNvSpPr/>
            <p:nvPr/>
          </p:nvSpPr>
          <p:spPr>
            <a:xfrm>
              <a:off x="9437742" y="1764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4" name="pt59754"/>
            <p:cNvSpPr/>
            <p:nvPr/>
          </p:nvSpPr>
          <p:spPr>
            <a:xfrm>
              <a:off x="9032878" y="17180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5" name="pt59755"/>
            <p:cNvSpPr/>
            <p:nvPr/>
          </p:nvSpPr>
          <p:spPr>
            <a:xfrm>
              <a:off x="8841866" y="20083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6" name="pt59756"/>
            <p:cNvSpPr/>
            <p:nvPr/>
          </p:nvSpPr>
          <p:spPr>
            <a:xfrm>
              <a:off x="8596430" y="21972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7" name="pt59757"/>
            <p:cNvSpPr/>
            <p:nvPr/>
          </p:nvSpPr>
          <p:spPr>
            <a:xfrm>
              <a:off x="8705398" y="2204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8" name="pt59758"/>
            <p:cNvSpPr/>
            <p:nvPr/>
          </p:nvSpPr>
          <p:spPr>
            <a:xfrm>
              <a:off x="8767051" y="2119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9" name="pt59759"/>
            <p:cNvSpPr/>
            <p:nvPr/>
          </p:nvSpPr>
          <p:spPr>
            <a:xfrm>
              <a:off x="8347210" y="23112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0" name="pt59760"/>
            <p:cNvSpPr/>
            <p:nvPr/>
          </p:nvSpPr>
          <p:spPr>
            <a:xfrm>
              <a:off x="8873363" y="20202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1" name="pt59761"/>
            <p:cNvSpPr/>
            <p:nvPr/>
          </p:nvSpPr>
          <p:spPr>
            <a:xfrm>
              <a:off x="8812874" y="2145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2" name="pt59762"/>
            <p:cNvSpPr/>
            <p:nvPr/>
          </p:nvSpPr>
          <p:spPr>
            <a:xfrm>
              <a:off x="9199183" y="20465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3" name="pt59763"/>
            <p:cNvSpPr/>
            <p:nvPr/>
          </p:nvSpPr>
          <p:spPr>
            <a:xfrm>
              <a:off x="8398928" y="2447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4" name="pt59764"/>
            <p:cNvSpPr/>
            <p:nvPr/>
          </p:nvSpPr>
          <p:spPr>
            <a:xfrm>
              <a:off x="9310188" y="21702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5" name="pt59765"/>
            <p:cNvSpPr/>
            <p:nvPr/>
          </p:nvSpPr>
          <p:spPr>
            <a:xfrm>
              <a:off x="9351205" y="20411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6" name="pt59766"/>
            <p:cNvSpPr/>
            <p:nvPr/>
          </p:nvSpPr>
          <p:spPr>
            <a:xfrm>
              <a:off x="8888738" y="2135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7" name="pt59767"/>
            <p:cNvSpPr/>
            <p:nvPr/>
          </p:nvSpPr>
          <p:spPr>
            <a:xfrm>
              <a:off x="8347210" y="2478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8" name="pt59768"/>
            <p:cNvSpPr/>
            <p:nvPr/>
          </p:nvSpPr>
          <p:spPr>
            <a:xfrm>
              <a:off x="8812874" y="21378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9" name="pt59769"/>
            <p:cNvSpPr/>
            <p:nvPr/>
          </p:nvSpPr>
          <p:spPr>
            <a:xfrm>
              <a:off x="8563654" y="23440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0" name="pt59770"/>
            <p:cNvSpPr/>
            <p:nvPr/>
          </p:nvSpPr>
          <p:spPr>
            <a:xfrm>
              <a:off x="9564013" y="223723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1" name="pt59771"/>
            <p:cNvSpPr/>
            <p:nvPr/>
          </p:nvSpPr>
          <p:spPr>
            <a:xfrm>
              <a:off x="9212805" y="1686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2" name="pt59772"/>
            <p:cNvSpPr/>
            <p:nvPr/>
          </p:nvSpPr>
          <p:spPr>
            <a:xfrm>
              <a:off x="8499532" y="25720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3" name="pt59773"/>
            <p:cNvSpPr/>
            <p:nvPr/>
          </p:nvSpPr>
          <p:spPr>
            <a:xfrm>
              <a:off x="8950486" y="20840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4" name="pt59774"/>
            <p:cNvSpPr/>
            <p:nvPr/>
          </p:nvSpPr>
          <p:spPr>
            <a:xfrm>
              <a:off x="9210359" y="17976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5" name="pt59775"/>
            <p:cNvSpPr/>
            <p:nvPr/>
          </p:nvSpPr>
          <p:spPr>
            <a:xfrm>
              <a:off x="9627091" y="22448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6" name="pt59776"/>
            <p:cNvSpPr/>
            <p:nvPr/>
          </p:nvSpPr>
          <p:spPr>
            <a:xfrm>
              <a:off x="8713389" y="2294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7" name="pt59777"/>
            <p:cNvSpPr/>
            <p:nvPr/>
          </p:nvSpPr>
          <p:spPr>
            <a:xfrm>
              <a:off x="9266215" y="21349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8" name="pt59778"/>
            <p:cNvSpPr/>
            <p:nvPr/>
          </p:nvSpPr>
          <p:spPr>
            <a:xfrm>
              <a:off x="8544712" y="22783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9" name="pt59779"/>
            <p:cNvSpPr/>
            <p:nvPr/>
          </p:nvSpPr>
          <p:spPr>
            <a:xfrm>
              <a:off x="8997973" y="16636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0" name="pt59780"/>
            <p:cNvSpPr/>
            <p:nvPr/>
          </p:nvSpPr>
          <p:spPr>
            <a:xfrm>
              <a:off x="8939717" y="20712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1" name="pt59781"/>
            <p:cNvSpPr/>
            <p:nvPr/>
          </p:nvSpPr>
          <p:spPr>
            <a:xfrm>
              <a:off x="9602828" y="240514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2" name="pt59782"/>
            <p:cNvSpPr/>
            <p:nvPr/>
          </p:nvSpPr>
          <p:spPr>
            <a:xfrm>
              <a:off x="8523538" y="25203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3" name="pt59783"/>
            <p:cNvSpPr/>
            <p:nvPr/>
          </p:nvSpPr>
          <p:spPr>
            <a:xfrm>
              <a:off x="8688264" y="23434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4" name="pt59784"/>
            <p:cNvSpPr/>
            <p:nvPr/>
          </p:nvSpPr>
          <p:spPr>
            <a:xfrm>
              <a:off x="8439043" y="22009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5" name="pt59785"/>
            <p:cNvSpPr/>
            <p:nvPr/>
          </p:nvSpPr>
          <p:spPr>
            <a:xfrm>
              <a:off x="8439043" y="241095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6" name="pt59786"/>
            <p:cNvSpPr/>
            <p:nvPr/>
          </p:nvSpPr>
          <p:spPr>
            <a:xfrm>
              <a:off x="8870124" y="2175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7" name="pt59787"/>
            <p:cNvSpPr/>
            <p:nvPr/>
          </p:nvSpPr>
          <p:spPr>
            <a:xfrm>
              <a:off x="8894537" y="22217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8" name="pt59788"/>
            <p:cNvSpPr/>
            <p:nvPr/>
          </p:nvSpPr>
          <p:spPr>
            <a:xfrm>
              <a:off x="8817313" y="19382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9" name="pt59789"/>
            <p:cNvSpPr/>
            <p:nvPr/>
          </p:nvSpPr>
          <p:spPr>
            <a:xfrm>
              <a:off x="8958659" y="21921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0" name="pt59790"/>
            <p:cNvSpPr/>
            <p:nvPr/>
          </p:nvSpPr>
          <p:spPr>
            <a:xfrm>
              <a:off x="9013348" y="15082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1" name="pt59791"/>
            <p:cNvSpPr/>
            <p:nvPr/>
          </p:nvSpPr>
          <p:spPr>
            <a:xfrm>
              <a:off x="9057543" y="18064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2" name="pt59792"/>
            <p:cNvSpPr/>
            <p:nvPr/>
          </p:nvSpPr>
          <p:spPr>
            <a:xfrm>
              <a:off x="9519098" y="2402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3" name="pt59793"/>
            <p:cNvSpPr/>
            <p:nvPr/>
          </p:nvSpPr>
          <p:spPr>
            <a:xfrm>
              <a:off x="8870124" y="22579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4" name="pt59794"/>
            <p:cNvSpPr/>
            <p:nvPr/>
          </p:nvSpPr>
          <p:spPr>
            <a:xfrm>
              <a:off x="9295774" y="20492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5" name="pt59795"/>
            <p:cNvSpPr/>
            <p:nvPr/>
          </p:nvSpPr>
          <p:spPr>
            <a:xfrm>
              <a:off x="8347210" y="2376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6" name="pt59796"/>
            <p:cNvSpPr/>
            <p:nvPr/>
          </p:nvSpPr>
          <p:spPr>
            <a:xfrm>
              <a:off x="9101309" y="21405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7" name="pt59797"/>
            <p:cNvSpPr/>
            <p:nvPr/>
          </p:nvSpPr>
          <p:spPr>
            <a:xfrm>
              <a:off x="9503592" y="275822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8" name="pt59798"/>
            <p:cNvSpPr/>
            <p:nvPr/>
          </p:nvSpPr>
          <p:spPr>
            <a:xfrm>
              <a:off x="8962610" y="22492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9" name="pt59799"/>
            <p:cNvSpPr/>
            <p:nvPr/>
          </p:nvSpPr>
          <p:spPr>
            <a:xfrm>
              <a:off x="8398928" y="23730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0" name="pt59800"/>
            <p:cNvSpPr/>
            <p:nvPr/>
          </p:nvSpPr>
          <p:spPr>
            <a:xfrm>
              <a:off x="8688264" y="23211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1" name="pt59801"/>
            <p:cNvSpPr/>
            <p:nvPr/>
          </p:nvSpPr>
          <p:spPr>
            <a:xfrm>
              <a:off x="9027511" y="18224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2" name="pt59802"/>
            <p:cNvSpPr/>
            <p:nvPr/>
          </p:nvSpPr>
          <p:spPr>
            <a:xfrm>
              <a:off x="8347210" y="23240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3" name="pt59803"/>
            <p:cNvSpPr/>
            <p:nvPr/>
          </p:nvSpPr>
          <p:spPr>
            <a:xfrm>
              <a:off x="8913479" y="16742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4" name="pt59804"/>
            <p:cNvSpPr/>
            <p:nvPr/>
          </p:nvSpPr>
          <p:spPr>
            <a:xfrm>
              <a:off x="9513165" y="2360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5" name="pt59805"/>
            <p:cNvSpPr/>
            <p:nvPr/>
          </p:nvSpPr>
          <p:spPr>
            <a:xfrm>
              <a:off x="8439043" y="2185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6" name="pt59806"/>
            <p:cNvSpPr/>
            <p:nvPr/>
          </p:nvSpPr>
          <p:spPr>
            <a:xfrm>
              <a:off x="9339588" y="22611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7" name="pt59807"/>
            <p:cNvSpPr/>
            <p:nvPr/>
          </p:nvSpPr>
          <p:spPr>
            <a:xfrm>
              <a:off x="9265854" y="22097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8" name="pt59808"/>
            <p:cNvSpPr/>
            <p:nvPr/>
          </p:nvSpPr>
          <p:spPr>
            <a:xfrm>
              <a:off x="8982914" y="17671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9" name="pt59809"/>
            <p:cNvSpPr/>
            <p:nvPr/>
          </p:nvSpPr>
          <p:spPr>
            <a:xfrm>
              <a:off x="9269435" y="17817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0" name="pt59810"/>
            <p:cNvSpPr/>
            <p:nvPr/>
          </p:nvSpPr>
          <p:spPr>
            <a:xfrm>
              <a:off x="8713389" y="21756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1" name="pt59811"/>
            <p:cNvSpPr/>
            <p:nvPr/>
          </p:nvSpPr>
          <p:spPr>
            <a:xfrm>
              <a:off x="9351205" y="20407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2" name="pt59812"/>
            <p:cNvSpPr/>
            <p:nvPr/>
          </p:nvSpPr>
          <p:spPr>
            <a:xfrm>
              <a:off x="9048079" y="2185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3" name="pt59813"/>
            <p:cNvSpPr/>
            <p:nvPr/>
          </p:nvSpPr>
          <p:spPr>
            <a:xfrm>
              <a:off x="8544712" y="24093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4" name="pt59814"/>
            <p:cNvSpPr/>
            <p:nvPr/>
          </p:nvSpPr>
          <p:spPr>
            <a:xfrm>
              <a:off x="8783657" y="2170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5" name="pt59815"/>
            <p:cNvSpPr/>
            <p:nvPr/>
          </p:nvSpPr>
          <p:spPr>
            <a:xfrm>
              <a:off x="8821645" y="22044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6" name="pt59816"/>
            <p:cNvSpPr/>
            <p:nvPr/>
          </p:nvSpPr>
          <p:spPr>
            <a:xfrm>
              <a:off x="9627091" y="252474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7" name="pt59817"/>
            <p:cNvSpPr/>
            <p:nvPr/>
          </p:nvSpPr>
          <p:spPr>
            <a:xfrm>
              <a:off x="9199183" y="20363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8" name="pt59818"/>
            <p:cNvSpPr/>
            <p:nvPr/>
          </p:nvSpPr>
          <p:spPr>
            <a:xfrm>
              <a:off x="9294853" y="180119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9" name="pt59819"/>
            <p:cNvSpPr/>
            <p:nvPr/>
          </p:nvSpPr>
          <p:spPr>
            <a:xfrm>
              <a:off x="8347210" y="24825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0" name="pt59820"/>
            <p:cNvSpPr/>
            <p:nvPr/>
          </p:nvSpPr>
          <p:spPr>
            <a:xfrm>
              <a:off x="8563654" y="21459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1" name="pt59821"/>
            <p:cNvSpPr/>
            <p:nvPr/>
          </p:nvSpPr>
          <p:spPr>
            <a:xfrm>
              <a:off x="8888738" y="21240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2" name="pt59822"/>
            <p:cNvSpPr/>
            <p:nvPr/>
          </p:nvSpPr>
          <p:spPr>
            <a:xfrm>
              <a:off x="8580788" y="23268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3" name="pt59823"/>
            <p:cNvSpPr/>
            <p:nvPr/>
          </p:nvSpPr>
          <p:spPr>
            <a:xfrm>
              <a:off x="9564013" y="2316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4" name="pt59824"/>
            <p:cNvSpPr/>
            <p:nvPr/>
          </p:nvSpPr>
          <p:spPr>
            <a:xfrm>
              <a:off x="8499532" y="24119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5" name="pt59825"/>
            <p:cNvSpPr/>
            <p:nvPr/>
          </p:nvSpPr>
          <p:spPr>
            <a:xfrm>
              <a:off x="8659047" y="23046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6" name="pt59826"/>
            <p:cNvSpPr/>
            <p:nvPr/>
          </p:nvSpPr>
          <p:spPr>
            <a:xfrm>
              <a:off x="9558274" y="21715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7" name="pt59827"/>
            <p:cNvSpPr/>
            <p:nvPr/>
          </p:nvSpPr>
          <p:spPr>
            <a:xfrm>
              <a:off x="8347210" y="26166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8" name="pt59828"/>
            <p:cNvSpPr/>
            <p:nvPr/>
          </p:nvSpPr>
          <p:spPr>
            <a:xfrm>
              <a:off x="9127336" y="1925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9" name="pt59829"/>
            <p:cNvSpPr/>
            <p:nvPr/>
          </p:nvSpPr>
          <p:spPr>
            <a:xfrm>
              <a:off x="8523538" y="23749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0" name="pt59830"/>
            <p:cNvSpPr/>
            <p:nvPr/>
          </p:nvSpPr>
          <p:spPr>
            <a:xfrm>
              <a:off x="9124182" y="19344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1" name="pt59831"/>
            <p:cNvSpPr/>
            <p:nvPr/>
          </p:nvSpPr>
          <p:spPr>
            <a:xfrm>
              <a:off x="8973968" y="197845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2" name="pt59832"/>
            <p:cNvSpPr/>
            <p:nvPr/>
          </p:nvSpPr>
          <p:spPr>
            <a:xfrm>
              <a:off x="8812874" y="21859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3" name="pt59833"/>
            <p:cNvSpPr/>
            <p:nvPr/>
          </p:nvSpPr>
          <p:spPr>
            <a:xfrm>
              <a:off x="8937484" y="20700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4" name="pt59834"/>
            <p:cNvSpPr/>
            <p:nvPr/>
          </p:nvSpPr>
          <p:spPr>
            <a:xfrm>
              <a:off x="8624143" y="2281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5" name="pt59835"/>
            <p:cNvSpPr/>
            <p:nvPr/>
          </p:nvSpPr>
          <p:spPr>
            <a:xfrm>
              <a:off x="9448796" y="20692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6" name="pt59836"/>
            <p:cNvSpPr/>
            <p:nvPr/>
          </p:nvSpPr>
          <p:spPr>
            <a:xfrm>
              <a:off x="8845651" y="19427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7" name="pt59837"/>
            <p:cNvSpPr/>
            <p:nvPr/>
          </p:nvSpPr>
          <p:spPr>
            <a:xfrm>
              <a:off x="9118525" y="20994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8" name="pt59838"/>
            <p:cNvSpPr/>
            <p:nvPr/>
          </p:nvSpPr>
          <p:spPr>
            <a:xfrm>
              <a:off x="8544712" y="2368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9" name="pt59839"/>
            <p:cNvSpPr/>
            <p:nvPr/>
          </p:nvSpPr>
          <p:spPr>
            <a:xfrm>
              <a:off x="8849358" y="19739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0" name="pt59840"/>
            <p:cNvSpPr/>
            <p:nvPr/>
          </p:nvSpPr>
          <p:spPr>
            <a:xfrm>
              <a:off x="9045633" y="21384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1" name="pt59841"/>
            <p:cNvSpPr/>
            <p:nvPr/>
          </p:nvSpPr>
          <p:spPr>
            <a:xfrm>
              <a:off x="8610820" y="201401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2" name="pt59842"/>
            <p:cNvSpPr/>
            <p:nvPr/>
          </p:nvSpPr>
          <p:spPr>
            <a:xfrm>
              <a:off x="9040639" y="17571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3" name="pt59843"/>
            <p:cNvSpPr/>
            <p:nvPr/>
          </p:nvSpPr>
          <p:spPr>
            <a:xfrm>
              <a:off x="8688264" y="215784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4" name="pt59844"/>
            <p:cNvSpPr/>
            <p:nvPr/>
          </p:nvSpPr>
          <p:spPr>
            <a:xfrm>
              <a:off x="9468702" y="203063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5" name="pt59845"/>
            <p:cNvSpPr/>
            <p:nvPr/>
          </p:nvSpPr>
          <p:spPr>
            <a:xfrm>
              <a:off x="9233005" y="225088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6" name="pt59846"/>
            <p:cNvSpPr/>
            <p:nvPr/>
          </p:nvSpPr>
          <p:spPr>
            <a:xfrm>
              <a:off x="8347210" y="24805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7" name="pt59847"/>
            <p:cNvSpPr/>
            <p:nvPr/>
          </p:nvSpPr>
          <p:spPr>
            <a:xfrm>
              <a:off x="8713389" y="22665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8" name="pt59848"/>
            <p:cNvSpPr/>
            <p:nvPr/>
          </p:nvSpPr>
          <p:spPr>
            <a:xfrm>
              <a:off x="8879672" y="19990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9" name="pt59849"/>
            <p:cNvSpPr/>
            <p:nvPr/>
          </p:nvSpPr>
          <p:spPr>
            <a:xfrm>
              <a:off x="9077174" y="1906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0" name="pt59850"/>
            <p:cNvSpPr/>
            <p:nvPr/>
          </p:nvSpPr>
          <p:spPr>
            <a:xfrm>
              <a:off x="9045633" y="21987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1" name="pt59851"/>
            <p:cNvSpPr/>
            <p:nvPr/>
          </p:nvSpPr>
          <p:spPr>
            <a:xfrm>
              <a:off x="8544712" y="25027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2" name="pt59852"/>
            <p:cNvSpPr/>
            <p:nvPr/>
          </p:nvSpPr>
          <p:spPr>
            <a:xfrm>
              <a:off x="9597877" y="21375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3" name="pt59853"/>
            <p:cNvSpPr/>
            <p:nvPr/>
          </p:nvSpPr>
          <p:spPr>
            <a:xfrm>
              <a:off x="8580788" y="22323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4" name="pt59854"/>
            <p:cNvSpPr/>
            <p:nvPr/>
          </p:nvSpPr>
          <p:spPr>
            <a:xfrm>
              <a:off x="8950486" y="20699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5" name="pt59855"/>
            <p:cNvSpPr/>
            <p:nvPr/>
          </p:nvSpPr>
          <p:spPr>
            <a:xfrm>
              <a:off x="8767051" y="214162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6" name="pt59856"/>
            <p:cNvSpPr/>
            <p:nvPr/>
          </p:nvSpPr>
          <p:spPr>
            <a:xfrm>
              <a:off x="8975793" y="1954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7" name="pt59857"/>
            <p:cNvSpPr/>
            <p:nvPr/>
          </p:nvSpPr>
          <p:spPr>
            <a:xfrm>
              <a:off x="8636546" y="24179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8" name="pt59858"/>
            <p:cNvSpPr/>
            <p:nvPr/>
          </p:nvSpPr>
          <p:spPr>
            <a:xfrm>
              <a:off x="8954618" y="230573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9" name="pt59859"/>
            <p:cNvSpPr/>
            <p:nvPr/>
          </p:nvSpPr>
          <p:spPr>
            <a:xfrm>
              <a:off x="9030214" y="17961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0" name="pt59860"/>
            <p:cNvSpPr/>
            <p:nvPr/>
          </p:nvSpPr>
          <p:spPr>
            <a:xfrm>
              <a:off x="9681061" y="25025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1" name="pt59861"/>
            <p:cNvSpPr/>
            <p:nvPr/>
          </p:nvSpPr>
          <p:spPr>
            <a:xfrm>
              <a:off x="9243545" y="2084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2" name="pt59862"/>
            <p:cNvSpPr/>
            <p:nvPr/>
          </p:nvSpPr>
          <p:spPr>
            <a:xfrm>
              <a:off x="8636546" y="24276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3" name="pt59863"/>
            <p:cNvSpPr/>
            <p:nvPr/>
          </p:nvSpPr>
          <p:spPr>
            <a:xfrm>
              <a:off x="8721041" y="19748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4" name="pt59864"/>
            <p:cNvSpPr/>
            <p:nvPr/>
          </p:nvSpPr>
          <p:spPr>
            <a:xfrm>
              <a:off x="9237295" y="21770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5" name="pt59865"/>
            <p:cNvSpPr/>
            <p:nvPr/>
          </p:nvSpPr>
          <p:spPr>
            <a:xfrm>
              <a:off x="9120160" y="2188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6" name="pt59866"/>
            <p:cNvSpPr/>
            <p:nvPr/>
          </p:nvSpPr>
          <p:spPr>
            <a:xfrm>
              <a:off x="9223646" y="18764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7" name="pt59867"/>
            <p:cNvSpPr/>
            <p:nvPr/>
          </p:nvSpPr>
          <p:spPr>
            <a:xfrm>
              <a:off x="9016271" y="16031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8" name="pt59868"/>
            <p:cNvSpPr/>
            <p:nvPr/>
          </p:nvSpPr>
          <p:spPr>
            <a:xfrm>
              <a:off x="8499532" y="24752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9" name="pt59869"/>
            <p:cNvSpPr/>
            <p:nvPr/>
          </p:nvSpPr>
          <p:spPr>
            <a:xfrm>
              <a:off x="8659047" y="22971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0" name="pt59870"/>
            <p:cNvSpPr/>
            <p:nvPr/>
          </p:nvSpPr>
          <p:spPr>
            <a:xfrm>
              <a:off x="8398928" y="2277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1" name="pt59871"/>
            <p:cNvSpPr/>
            <p:nvPr/>
          </p:nvSpPr>
          <p:spPr>
            <a:xfrm>
              <a:off x="9503592" y="24792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2" name="pt59872"/>
            <p:cNvSpPr/>
            <p:nvPr/>
          </p:nvSpPr>
          <p:spPr>
            <a:xfrm>
              <a:off x="8988075" y="18435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3" name="pt59873"/>
            <p:cNvSpPr/>
            <p:nvPr/>
          </p:nvSpPr>
          <p:spPr>
            <a:xfrm>
              <a:off x="8398928" y="24968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4" name="pt59874"/>
            <p:cNvSpPr/>
            <p:nvPr/>
          </p:nvSpPr>
          <p:spPr>
            <a:xfrm>
              <a:off x="8958659" y="22755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5" name="pt59875"/>
            <p:cNvSpPr/>
            <p:nvPr/>
          </p:nvSpPr>
          <p:spPr>
            <a:xfrm>
              <a:off x="8908267" y="20941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6" name="pt59876"/>
            <p:cNvSpPr/>
            <p:nvPr/>
          </p:nvSpPr>
          <p:spPr>
            <a:xfrm>
              <a:off x="8347210" y="25629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7" name="pt59877"/>
            <p:cNvSpPr/>
            <p:nvPr/>
          </p:nvSpPr>
          <p:spPr>
            <a:xfrm>
              <a:off x="8688264" y="2387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8" name="pt59878"/>
            <p:cNvSpPr/>
            <p:nvPr/>
          </p:nvSpPr>
          <p:spPr>
            <a:xfrm>
              <a:off x="8274318" y="21561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9" name="pt59879"/>
            <p:cNvSpPr/>
            <p:nvPr/>
          </p:nvSpPr>
          <p:spPr>
            <a:xfrm>
              <a:off x="8721041" y="2269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0" name="pt59880"/>
            <p:cNvSpPr/>
            <p:nvPr/>
          </p:nvSpPr>
          <p:spPr>
            <a:xfrm>
              <a:off x="9065434" y="18204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1" name="pt59881"/>
            <p:cNvSpPr/>
            <p:nvPr/>
          </p:nvSpPr>
          <p:spPr>
            <a:xfrm>
              <a:off x="9334969" y="21387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2" name="pt59882"/>
            <p:cNvSpPr/>
            <p:nvPr/>
          </p:nvSpPr>
          <p:spPr>
            <a:xfrm>
              <a:off x="8923469" y="19904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3" name="pt59883"/>
            <p:cNvSpPr/>
            <p:nvPr/>
          </p:nvSpPr>
          <p:spPr>
            <a:xfrm>
              <a:off x="8713389" y="21317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4" name="pt59884"/>
            <p:cNvSpPr/>
            <p:nvPr/>
          </p:nvSpPr>
          <p:spPr>
            <a:xfrm>
              <a:off x="8274318" y="25883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5" name="pt59885"/>
            <p:cNvSpPr/>
            <p:nvPr/>
          </p:nvSpPr>
          <p:spPr>
            <a:xfrm>
              <a:off x="8817313" y="19044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6" name="pt59886"/>
            <p:cNvSpPr/>
            <p:nvPr/>
          </p:nvSpPr>
          <p:spPr>
            <a:xfrm>
              <a:off x="9294853" y="20756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7" name="pt59887"/>
            <p:cNvSpPr/>
            <p:nvPr/>
          </p:nvSpPr>
          <p:spPr>
            <a:xfrm>
              <a:off x="8398928" y="2423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8" name="pt59888"/>
            <p:cNvSpPr/>
            <p:nvPr/>
          </p:nvSpPr>
          <p:spPr>
            <a:xfrm>
              <a:off x="8803653" y="1911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9" name="pt59889"/>
            <p:cNvSpPr/>
            <p:nvPr/>
          </p:nvSpPr>
          <p:spPr>
            <a:xfrm>
              <a:off x="9419155" y="1940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0" name="pt59890"/>
            <p:cNvSpPr/>
            <p:nvPr/>
          </p:nvSpPr>
          <p:spPr>
            <a:xfrm>
              <a:off x="8471820" y="25353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1" name="pt59891"/>
            <p:cNvSpPr/>
            <p:nvPr/>
          </p:nvSpPr>
          <p:spPr>
            <a:xfrm>
              <a:off x="9126552" y="20238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2" name="pt59892"/>
            <p:cNvSpPr/>
            <p:nvPr/>
          </p:nvSpPr>
          <p:spPr>
            <a:xfrm>
              <a:off x="8798858" y="21109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3" name="pt59893"/>
            <p:cNvSpPr/>
            <p:nvPr/>
          </p:nvSpPr>
          <p:spPr>
            <a:xfrm>
              <a:off x="9477272" y="25709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4" name="pt59894"/>
            <p:cNvSpPr/>
            <p:nvPr/>
          </p:nvSpPr>
          <p:spPr>
            <a:xfrm>
              <a:off x="8697035" y="21580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5" name="pt59895"/>
            <p:cNvSpPr/>
            <p:nvPr/>
          </p:nvSpPr>
          <p:spPr>
            <a:xfrm>
              <a:off x="8544712" y="22274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6" name="pt59896"/>
            <p:cNvSpPr/>
            <p:nvPr/>
          </p:nvSpPr>
          <p:spPr>
            <a:xfrm>
              <a:off x="8347210" y="23262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7" name="pt59897"/>
            <p:cNvSpPr/>
            <p:nvPr/>
          </p:nvSpPr>
          <p:spPr>
            <a:xfrm>
              <a:off x="9115211" y="20549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8" name="pt59898"/>
            <p:cNvSpPr/>
            <p:nvPr/>
          </p:nvSpPr>
          <p:spPr>
            <a:xfrm>
              <a:off x="8347210" y="22545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9" name="pt59899"/>
            <p:cNvSpPr/>
            <p:nvPr/>
          </p:nvSpPr>
          <p:spPr>
            <a:xfrm>
              <a:off x="8956650" y="22816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0" name="pt59900"/>
            <p:cNvSpPr/>
            <p:nvPr/>
          </p:nvSpPr>
          <p:spPr>
            <a:xfrm>
              <a:off x="9002725" y="19775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1" name="pt59901"/>
            <p:cNvSpPr/>
            <p:nvPr/>
          </p:nvSpPr>
          <p:spPr>
            <a:xfrm>
              <a:off x="8580788" y="21815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2" name="pt59902"/>
            <p:cNvSpPr/>
            <p:nvPr/>
          </p:nvSpPr>
          <p:spPr>
            <a:xfrm>
              <a:off x="9110123" y="21451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3" name="pt59903"/>
            <p:cNvSpPr/>
            <p:nvPr/>
          </p:nvSpPr>
          <p:spPr>
            <a:xfrm>
              <a:off x="8803653" y="21417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4" name="pt59904"/>
            <p:cNvSpPr/>
            <p:nvPr/>
          </p:nvSpPr>
          <p:spPr>
            <a:xfrm>
              <a:off x="9313825" y="21451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5" name="pt59905"/>
            <p:cNvSpPr/>
            <p:nvPr/>
          </p:nvSpPr>
          <p:spPr>
            <a:xfrm>
              <a:off x="9308769" y="22058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6" name="pt59906"/>
            <p:cNvSpPr/>
            <p:nvPr/>
          </p:nvSpPr>
          <p:spPr>
            <a:xfrm>
              <a:off x="8966476" y="2222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7" name="pt59907"/>
            <p:cNvSpPr/>
            <p:nvPr/>
          </p:nvSpPr>
          <p:spPr>
            <a:xfrm>
              <a:off x="8274318" y="24093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8" name="pt59908"/>
            <p:cNvSpPr/>
            <p:nvPr/>
          </p:nvSpPr>
          <p:spPr>
            <a:xfrm>
              <a:off x="8610820" y="21993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9" name="pt59909"/>
            <p:cNvSpPr/>
            <p:nvPr/>
          </p:nvSpPr>
          <p:spPr>
            <a:xfrm>
              <a:off x="8274318" y="252520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0" name="pt59910"/>
            <p:cNvSpPr/>
            <p:nvPr/>
          </p:nvSpPr>
          <p:spPr>
            <a:xfrm>
              <a:off x="8624143" y="24482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1" name="pt59911"/>
            <p:cNvSpPr/>
            <p:nvPr/>
          </p:nvSpPr>
          <p:spPr>
            <a:xfrm>
              <a:off x="8812874" y="2181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2" name="pt59912"/>
            <p:cNvSpPr/>
            <p:nvPr/>
          </p:nvSpPr>
          <p:spPr>
            <a:xfrm>
              <a:off x="9226820" y="20323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3" name="pt59913"/>
            <p:cNvSpPr/>
            <p:nvPr/>
          </p:nvSpPr>
          <p:spPr>
            <a:xfrm>
              <a:off x="9422061" y="183587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4" name="pt59914"/>
            <p:cNvSpPr/>
            <p:nvPr/>
          </p:nvSpPr>
          <p:spPr>
            <a:xfrm>
              <a:off x="8705398" y="204249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5" name="pt59915"/>
            <p:cNvSpPr/>
            <p:nvPr/>
          </p:nvSpPr>
          <p:spPr>
            <a:xfrm>
              <a:off x="9361481" y="21555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6" name="pt59916"/>
            <p:cNvSpPr/>
            <p:nvPr/>
          </p:nvSpPr>
          <p:spPr>
            <a:xfrm>
              <a:off x="8679043" y="242560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7" name="pt59917"/>
            <p:cNvSpPr/>
            <p:nvPr/>
          </p:nvSpPr>
          <p:spPr>
            <a:xfrm>
              <a:off x="8918543" y="19152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8" name="pt59918"/>
            <p:cNvSpPr/>
            <p:nvPr/>
          </p:nvSpPr>
          <p:spPr>
            <a:xfrm>
              <a:off x="8803653" y="212009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9" name="pt59919"/>
            <p:cNvSpPr/>
            <p:nvPr/>
          </p:nvSpPr>
          <p:spPr>
            <a:xfrm>
              <a:off x="8873363" y="19627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0" name="pt59920"/>
            <p:cNvSpPr/>
            <p:nvPr/>
          </p:nvSpPr>
          <p:spPr>
            <a:xfrm>
              <a:off x="8580788" y="23250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1" name="pt59921"/>
            <p:cNvSpPr/>
            <p:nvPr/>
          </p:nvSpPr>
          <p:spPr>
            <a:xfrm>
              <a:off x="8274318" y="192106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2" name="pt59922"/>
            <p:cNvSpPr/>
            <p:nvPr/>
          </p:nvSpPr>
          <p:spPr>
            <a:xfrm>
              <a:off x="9048079" y="212914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3" name="pt59923"/>
            <p:cNvSpPr/>
            <p:nvPr/>
          </p:nvSpPr>
          <p:spPr>
            <a:xfrm>
              <a:off x="8688264" y="22138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4" name="pt59924"/>
            <p:cNvSpPr/>
            <p:nvPr/>
          </p:nvSpPr>
          <p:spPr>
            <a:xfrm>
              <a:off x="9525526" y="162610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5" name="pt59925"/>
            <p:cNvSpPr/>
            <p:nvPr/>
          </p:nvSpPr>
          <p:spPr>
            <a:xfrm>
              <a:off x="9140881" y="206560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6" name="pt59926"/>
            <p:cNvSpPr/>
            <p:nvPr/>
          </p:nvSpPr>
          <p:spPr>
            <a:xfrm>
              <a:off x="8274318" y="246831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7" name="pt59927"/>
            <p:cNvSpPr/>
            <p:nvPr/>
          </p:nvSpPr>
          <p:spPr>
            <a:xfrm>
              <a:off x="8274318" y="23889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8" name="pt59928"/>
            <p:cNvSpPr/>
            <p:nvPr/>
          </p:nvSpPr>
          <p:spPr>
            <a:xfrm>
              <a:off x="8398928" y="24077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9" name="pt59929"/>
            <p:cNvSpPr/>
            <p:nvPr/>
          </p:nvSpPr>
          <p:spPr>
            <a:xfrm>
              <a:off x="9212805" y="16802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0" name="pt59930"/>
            <p:cNvSpPr/>
            <p:nvPr/>
          </p:nvSpPr>
          <p:spPr>
            <a:xfrm>
              <a:off x="8471820" y="2594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1" name="pt59931"/>
            <p:cNvSpPr/>
            <p:nvPr/>
          </p:nvSpPr>
          <p:spPr>
            <a:xfrm>
              <a:off x="9156826" y="200990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2" name="pt59932"/>
            <p:cNvSpPr/>
            <p:nvPr/>
          </p:nvSpPr>
          <p:spPr>
            <a:xfrm>
              <a:off x="8610820" y="19309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3" name="pt59933"/>
            <p:cNvSpPr/>
            <p:nvPr/>
          </p:nvSpPr>
          <p:spPr>
            <a:xfrm>
              <a:off x="8471820" y="2377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4" name="pt59934"/>
            <p:cNvSpPr/>
            <p:nvPr/>
          </p:nvSpPr>
          <p:spPr>
            <a:xfrm>
              <a:off x="8471820" y="240396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5" name="pt59935"/>
            <p:cNvSpPr/>
            <p:nvPr/>
          </p:nvSpPr>
          <p:spPr>
            <a:xfrm>
              <a:off x="9075096" y="19384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6" name="pt59936"/>
            <p:cNvSpPr/>
            <p:nvPr/>
          </p:nvSpPr>
          <p:spPr>
            <a:xfrm>
              <a:off x="9219949" y="207942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7" name="pt59937"/>
            <p:cNvSpPr/>
            <p:nvPr/>
          </p:nvSpPr>
          <p:spPr>
            <a:xfrm>
              <a:off x="8659047" y="2294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8" name="pt59938"/>
            <p:cNvSpPr/>
            <p:nvPr/>
          </p:nvSpPr>
          <p:spPr>
            <a:xfrm>
              <a:off x="9034195" y="182660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9" name="pt59939"/>
            <p:cNvSpPr/>
            <p:nvPr/>
          </p:nvSpPr>
          <p:spPr>
            <a:xfrm>
              <a:off x="9567694" y="23869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0" name="pt59940"/>
            <p:cNvSpPr/>
            <p:nvPr/>
          </p:nvSpPr>
          <p:spPr>
            <a:xfrm>
              <a:off x="9089164" y="16805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1" name="pt59941"/>
            <p:cNvSpPr/>
            <p:nvPr/>
          </p:nvSpPr>
          <p:spPr>
            <a:xfrm>
              <a:off x="8274318" y="24236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2" name="pt59942"/>
            <p:cNvSpPr/>
            <p:nvPr/>
          </p:nvSpPr>
          <p:spPr>
            <a:xfrm>
              <a:off x="8636546" y="22512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3" name="pt59943"/>
            <p:cNvSpPr/>
            <p:nvPr/>
          </p:nvSpPr>
          <p:spPr>
            <a:xfrm>
              <a:off x="8925882" y="1928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4" name="pt59944"/>
            <p:cNvSpPr/>
            <p:nvPr/>
          </p:nvSpPr>
          <p:spPr>
            <a:xfrm>
              <a:off x="9040639" y="174610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5" name="pt59945"/>
            <p:cNvSpPr/>
            <p:nvPr/>
          </p:nvSpPr>
          <p:spPr>
            <a:xfrm>
              <a:off x="8910892" y="21307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6" name="pt59946"/>
            <p:cNvSpPr/>
            <p:nvPr/>
          </p:nvSpPr>
          <p:spPr>
            <a:xfrm>
              <a:off x="8347210" y="24753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7" name="pt59947"/>
            <p:cNvSpPr/>
            <p:nvPr/>
          </p:nvSpPr>
          <p:spPr>
            <a:xfrm>
              <a:off x="8812874" y="231574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8" name="pt59948"/>
            <p:cNvSpPr/>
            <p:nvPr/>
          </p:nvSpPr>
          <p:spPr>
            <a:xfrm>
              <a:off x="8471820" y="24982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9" name="pt59949"/>
            <p:cNvSpPr/>
            <p:nvPr/>
          </p:nvSpPr>
          <p:spPr>
            <a:xfrm>
              <a:off x="8996361" y="20263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0" name="pt59950"/>
            <p:cNvSpPr/>
            <p:nvPr/>
          </p:nvSpPr>
          <p:spPr>
            <a:xfrm>
              <a:off x="9140881" y="2096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1" name="pt59951"/>
            <p:cNvSpPr/>
            <p:nvPr/>
          </p:nvSpPr>
          <p:spPr>
            <a:xfrm>
              <a:off x="9074048" y="18029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2" name="pt59952"/>
            <p:cNvSpPr/>
            <p:nvPr/>
          </p:nvSpPr>
          <p:spPr>
            <a:xfrm>
              <a:off x="9077174" y="191585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3" name="pt59953"/>
            <p:cNvSpPr/>
            <p:nvPr/>
          </p:nvSpPr>
          <p:spPr>
            <a:xfrm>
              <a:off x="8767051" y="20324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4" name="pt59954"/>
            <p:cNvSpPr/>
            <p:nvPr/>
          </p:nvSpPr>
          <p:spPr>
            <a:xfrm>
              <a:off x="9075096" y="19073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5" name="pt59955"/>
            <p:cNvSpPr/>
            <p:nvPr/>
          </p:nvSpPr>
          <p:spPr>
            <a:xfrm>
              <a:off x="8398928" y="23947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6" name="pt59956"/>
            <p:cNvSpPr/>
            <p:nvPr/>
          </p:nvSpPr>
          <p:spPr>
            <a:xfrm>
              <a:off x="8941923" y="20629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7" name="pt59957"/>
            <p:cNvSpPr/>
            <p:nvPr/>
          </p:nvSpPr>
          <p:spPr>
            <a:xfrm>
              <a:off x="9110981" y="20673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8" name="pt59958"/>
            <p:cNvSpPr/>
            <p:nvPr/>
          </p:nvSpPr>
          <p:spPr>
            <a:xfrm>
              <a:off x="8439043" y="22490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9" name="pt59959"/>
            <p:cNvSpPr/>
            <p:nvPr/>
          </p:nvSpPr>
          <p:spPr>
            <a:xfrm>
              <a:off x="9097658" y="20313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0" name="pt59960"/>
            <p:cNvSpPr/>
            <p:nvPr/>
          </p:nvSpPr>
          <p:spPr>
            <a:xfrm>
              <a:off x="9226820" y="213208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1" name="pt59961"/>
            <p:cNvSpPr/>
            <p:nvPr/>
          </p:nvSpPr>
          <p:spPr>
            <a:xfrm>
              <a:off x="9124182" y="199252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2" name="pt59962"/>
            <p:cNvSpPr/>
            <p:nvPr/>
          </p:nvSpPr>
          <p:spPr>
            <a:xfrm>
              <a:off x="8471820" y="25786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3" name="pt59963"/>
            <p:cNvSpPr/>
            <p:nvPr/>
          </p:nvSpPr>
          <p:spPr>
            <a:xfrm>
              <a:off x="8972124" y="21199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4" name="pt59964"/>
            <p:cNvSpPr/>
            <p:nvPr/>
          </p:nvSpPr>
          <p:spPr>
            <a:xfrm>
              <a:off x="8735430" y="2128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5" name="pt59965"/>
            <p:cNvSpPr/>
            <p:nvPr/>
          </p:nvSpPr>
          <p:spPr>
            <a:xfrm>
              <a:off x="8347210" y="22659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6" name="pt59966"/>
            <p:cNvSpPr/>
            <p:nvPr/>
          </p:nvSpPr>
          <p:spPr>
            <a:xfrm>
              <a:off x="8648148" y="210955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7" name="pt59967"/>
            <p:cNvSpPr/>
            <p:nvPr/>
          </p:nvSpPr>
          <p:spPr>
            <a:xfrm>
              <a:off x="8471820" y="25264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8" name="pt59968"/>
            <p:cNvSpPr/>
            <p:nvPr/>
          </p:nvSpPr>
          <p:spPr>
            <a:xfrm>
              <a:off x="9367540" y="210037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9" name="pt59969"/>
            <p:cNvSpPr/>
            <p:nvPr/>
          </p:nvSpPr>
          <p:spPr>
            <a:xfrm>
              <a:off x="8798858" y="197282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0" name="pt59970"/>
            <p:cNvSpPr/>
            <p:nvPr/>
          </p:nvSpPr>
          <p:spPr>
            <a:xfrm>
              <a:off x="9317391" y="220289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1" name="pt59971"/>
            <p:cNvSpPr/>
            <p:nvPr/>
          </p:nvSpPr>
          <p:spPr>
            <a:xfrm>
              <a:off x="8879672" y="203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2" name="pt59972"/>
            <p:cNvSpPr/>
            <p:nvPr/>
          </p:nvSpPr>
          <p:spPr>
            <a:xfrm>
              <a:off x="8347210" y="23137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3" name="pt59973"/>
            <p:cNvSpPr/>
            <p:nvPr/>
          </p:nvSpPr>
          <p:spPr>
            <a:xfrm>
              <a:off x="8580788" y="23782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4" name="pt59974"/>
            <p:cNvSpPr/>
            <p:nvPr/>
          </p:nvSpPr>
          <p:spPr>
            <a:xfrm>
              <a:off x="9182728" y="20027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5" name="pt59975"/>
            <p:cNvSpPr/>
            <p:nvPr/>
          </p:nvSpPr>
          <p:spPr>
            <a:xfrm>
              <a:off x="8274318" y="255266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6" name="pt59976"/>
            <p:cNvSpPr/>
            <p:nvPr/>
          </p:nvSpPr>
          <p:spPr>
            <a:xfrm>
              <a:off x="8954618" y="23276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7" name="pt59977"/>
            <p:cNvSpPr/>
            <p:nvPr/>
          </p:nvSpPr>
          <p:spPr>
            <a:xfrm>
              <a:off x="8596430" y="224896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8" name="pt59978"/>
            <p:cNvSpPr/>
            <p:nvPr/>
          </p:nvSpPr>
          <p:spPr>
            <a:xfrm>
              <a:off x="8876545" y="150734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9" name="pt59979"/>
            <p:cNvSpPr/>
            <p:nvPr/>
          </p:nvSpPr>
          <p:spPr>
            <a:xfrm>
              <a:off x="9071933" y="199129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0" name="pt59980"/>
            <p:cNvSpPr/>
            <p:nvPr/>
          </p:nvSpPr>
          <p:spPr>
            <a:xfrm>
              <a:off x="8471820" y="25432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1" name="pt59981"/>
            <p:cNvSpPr/>
            <p:nvPr/>
          </p:nvSpPr>
          <p:spPr>
            <a:xfrm>
              <a:off x="9187265" y="209053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2" name="pt59982"/>
            <p:cNvSpPr/>
            <p:nvPr/>
          </p:nvSpPr>
          <p:spPr>
            <a:xfrm>
              <a:off x="9211830" y="18143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3" name="pt59983"/>
            <p:cNvSpPr/>
            <p:nvPr/>
          </p:nvSpPr>
          <p:spPr>
            <a:xfrm>
              <a:off x="8778290" y="214610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4" name="pt59984"/>
            <p:cNvSpPr/>
            <p:nvPr/>
          </p:nvSpPr>
          <p:spPr>
            <a:xfrm>
              <a:off x="8523538" y="24899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5" name="pt59985"/>
            <p:cNvSpPr/>
            <p:nvPr/>
          </p:nvSpPr>
          <p:spPr>
            <a:xfrm>
              <a:off x="8499532" y="23858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6" name="pt59986"/>
            <p:cNvSpPr/>
            <p:nvPr/>
          </p:nvSpPr>
          <p:spPr>
            <a:xfrm>
              <a:off x="8830008" y="219628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7" name="pt59987"/>
            <p:cNvSpPr/>
            <p:nvPr/>
          </p:nvSpPr>
          <p:spPr>
            <a:xfrm>
              <a:off x="8834048" y="219301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8" name="pt59988"/>
            <p:cNvSpPr/>
            <p:nvPr/>
          </p:nvSpPr>
          <p:spPr>
            <a:xfrm>
              <a:off x="9048079" y="21370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9" name="pt59989"/>
            <p:cNvSpPr/>
            <p:nvPr/>
          </p:nvSpPr>
          <p:spPr>
            <a:xfrm>
              <a:off x="9120160" y="208017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0" name="pt59990"/>
            <p:cNvSpPr/>
            <p:nvPr/>
          </p:nvSpPr>
          <p:spPr>
            <a:xfrm>
              <a:off x="9448796" y="20286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1" name="pt59991"/>
            <p:cNvSpPr/>
            <p:nvPr/>
          </p:nvSpPr>
          <p:spPr>
            <a:xfrm>
              <a:off x="8748753" y="21196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2" name="pt59992"/>
            <p:cNvSpPr/>
            <p:nvPr/>
          </p:nvSpPr>
          <p:spPr>
            <a:xfrm>
              <a:off x="9568569" y="216693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3" name="pt59993"/>
            <p:cNvSpPr/>
            <p:nvPr/>
          </p:nvSpPr>
          <p:spPr>
            <a:xfrm>
              <a:off x="9103999" y="21598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4" name="pt59994"/>
            <p:cNvSpPr/>
            <p:nvPr/>
          </p:nvSpPr>
          <p:spPr>
            <a:xfrm>
              <a:off x="8499532" y="252421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5" name="pt59995"/>
            <p:cNvSpPr/>
            <p:nvPr/>
          </p:nvSpPr>
          <p:spPr>
            <a:xfrm>
              <a:off x="9062094" y="179181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6" name="pt59996"/>
            <p:cNvSpPr/>
            <p:nvPr/>
          </p:nvSpPr>
          <p:spPr>
            <a:xfrm>
              <a:off x="8471820" y="24799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7" name="pt59997"/>
            <p:cNvSpPr/>
            <p:nvPr/>
          </p:nvSpPr>
          <p:spPr>
            <a:xfrm>
              <a:off x="8648148" y="239525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8" name="pt59998"/>
            <p:cNvSpPr/>
            <p:nvPr/>
          </p:nvSpPr>
          <p:spPr>
            <a:xfrm>
              <a:off x="8439043" y="24206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9" name="pt59999"/>
            <p:cNvSpPr/>
            <p:nvPr/>
          </p:nvSpPr>
          <p:spPr>
            <a:xfrm>
              <a:off x="8347210" y="2531815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0" name="pt60000"/>
            <p:cNvSpPr/>
            <p:nvPr/>
          </p:nvSpPr>
          <p:spPr>
            <a:xfrm>
              <a:off x="8973968" y="19764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1" name="pt60001"/>
            <p:cNvSpPr/>
            <p:nvPr/>
          </p:nvSpPr>
          <p:spPr>
            <a:xfrm>
              <a:off x="9243545" y="209923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2" name="pt60002"/>
            <p:cNvSpPr/>
            <p:nvPr/>
          </p:nvSpPr>
          <p:spPr>
            <a:xfrm>
              <a:off x="9564013" y="229329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3" name="pt60003"/>
            <p:cNvSpPr/>
            <p:nvPr/>
          </p:nvSpPr>
          <p:spPr>
            <a:xfrm>
              <a:off x="8544712" y="23765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4" name="pt60004"/>
            <p:cNvSpPr/>
            <p:nvPr/>
          </p:nvSpPr>
          <p:spPr>
            <a:xfrm>
              <a:off x="9401682" y="21417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5" name="pt60005"/>
            <p:cNvSpPr/>
            <p:nvPr/>
          </p:nvSpPr>
          <p:spPr>
            <a:xfrm>
              <a:off x="8347210" y="248598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6" name="pt60006"/>
            <p:cNvSpPr/>
            <p:nvPr/>
          </p:nvSpPr>
          <p:spPr>
            <a:xfrm>
              <a:off x="8347210" y="232867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7" name="pt60007"/>
            <p:cNvSpPr/>
            <p:nvPr/>
          </p:nvSpPr>
          <p:spPr>
            <a:xfrm>
              <a:off x="8812874" y="20848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8" name="pt60008"/>
            <p:cNvSpPr/>
            <p:nvPr/>
          </p:nvSpPr>
          <p:spPr>
            <a:xfrm>
              <a:off x="8812874" y="236156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9" name="pt60009"/>
            <p:cNvSpPr/>
            <p:nvPr/>
          </p:nvSpPr>
          <p:spPr>
            <a:xfrm>
              <a:off x="9420231" y="16967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0" name="pt60010"/>
            <p:cNvSpPr/>
            <p:nvPr/>
          </p:nvSpPr>
          <p:spPr>
            <a:xfrm>
              <a:off x="9124182" y="19919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1" name="pt60011"/>
            <p:cNvSpPr/>
            <p:nvPr/>
          </p:nvSpPr>
          <p:spPr>
            <a:xfrm>
              <a:off x="8471820" y="226215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2" name="pt60012"/>
            <p:cNvSpPr/>
            <p:nvPr/>
          </p:nvSpPr>
          <p:spPr>
            <a:xfrm>
              <a:off x="9040639" y="176897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3" name="pt60013"/>
            <p:cNvSpPr/>
            <p:nvPr/>
          </p:nvSpPr>
          <p:spPr>
            <a:xfrm>
              <a:off x="9171470" y="189591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4" name="pt60014"/>
            <p:cNvSpPr/>
            <p:nvPr/>
          </p:nvSpPr>
          <p:spPr>
            <a:xfrm>
              <a:off x="8347210" y="240769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5" name="pt60015"/>
            <p:cNvSpPr/>
            <p:nvPr/>
          </p:nvSpPr>
          <p:spPr>
            <a:xfrm>
              <a:off x="8659047" y="244563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6" name="pt60016"/>
            <p:cNvSpPr/>
            <p:nvPr/>
          </p:nvSpPr>
          <p:spPr>
            <a:xfrm>
              <a:off x="8439043" y="222158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7" name="pt60017"/>
            <p:cNvSpPr/>
            <p:nvPr/>
          </p:nvSpPr>
          <p:spPr>
            <a:xfrm>
              <a:off x="8803653" y="19656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8" name="pt60018"/>
            <p:cNvSpPr/>
            <p:nvPr/>
          </p:nvSpPr>
          <p:spPr>
            <a:xfrm>
              <a:off x="8610820" y="205264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9" name="pt60019"/>
            <p:cNvSpPr/>
            <p:nvPr/>
          </p:nvSpPr>
          <p:spPr>
            <a:xfrm>
              <a:off x="8908267" y="22190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0" name="pt60020"/>
            <p:cNvSpPr/>
            <p:nvPr/>
          </p:nvSpPr>
          <p:spPr>
            <a:xfrm>
              <a:off x="8981160" y="194618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1" name="pt60021"/>
            <p:cNvSpPr/>
            <p:nvPr/>
          </p:nvSpPr>
          <p:spPr>
            <a:xfrm>
              <a:off x="8274318" y="236203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2" name="pt60022"/>
            <p:cNvSpPr/>
            <p:nvPr/>
          </p:nvSpPr>
          <p:spPr>
            <a:xfrm>
              <a:off x="8624143" y="250378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3" name="pt60023"/>
            <p:cNvSpPr/>
            <p:nvPr/>
          </p:nvSpPr>
          <p:spPr>
            <a:xfrm>
              <a:off x="9597877" y="216805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4" name="pt60024"/>
            <p:cNvSpPr/>
            <p:nvPr/>
          </p:nvSpPr>
          <p:spPr>
            <a:xfrm>
              <a:off x="9644062" y="235686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5" name="pt60025"/>
            <p:cNvSpPr/>
            <p:nvPr/>
          </p:nvSpPr>
          <p:spPr>
            <a:xfrm>
              <a:off x="9282758" y="1727757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6" name="pt60026"/>
            <p:cNvSpPr/>
            <p:nvPr/>
          </p:nvSpPr>
          <p:spPr>
            <a:xfrm>
              <a:off x="8610820" y="203210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7" name="pt60027"/>
            <p:cNvSpPr/>
            <p:nvPr/>
          </p:nvSpPr>
          <p:spPr>
            <a:xfrm>
              <a:off x="8439043" y="244322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8" name="pt60028"/>
            <p:cNvSpPr/>
            <p:nvPr/>
          </p:nvSpPr>
          <p:spPr>
            <a:xfrm>
              <a:off x="8580788" y="243278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9" name="pt60029"/>
            <p:cNvSpPr/>
            <p:nvPr/>
          </p:nvSpPr>
          <p:spPr>
            <a:xfrm>
              <a:off x="8783657" y="212512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0" name="pt60030"/>
            <p:cNvSpPr/>
            <p:nvPr/>
          </p:nvSpPr>
          <p:spPr>
            <a:xfrm>
              <a:off x="9103999" y="226687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1" name="pt60031"/>
            <p:cNvSpPr/>
            <p:nvPr/>
          </p:nvSpPr>
          <p:spPr>
            <a:xfrm>
              <a:off x="8879672" y="154674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2" name="pt60032"/>
            <p:cNvSpPr/>
            <p:nvPr/>
          </p:nvSpPr>
          <p:spPr>
            <a:xfrm>
              <a:off x="8954618" y="232406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3" name="pt60033"/>
            <p:cNvSpPr/>
            <p:nvPr/>
          </p:nvSpPr>
          <p:spPr>
            <a:xfrm>
              <a:off x="9313825" y="216569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4" name="pt60034"/>
            <p:cNvSpPr/>
            <p:nvPr/>
          </p:nvSpPr>
          <p:spPr>
            <a:xfrm>
              <a:off x="8274318" y="266834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5" name="pt60035"/>
            <p:cNvSpPr/>
            <p:nvPr/>
          </p:nvSpPr>
          <p:spPr>
            <a:xfrm>
              <a:off x="8471820" y="262978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6" name="pt60036"/>
            <p:cNvSpPr/>
            <p:nvPr/>
          </p:nvSpPr>
          <p:spPr>
            <a:xfrm>
              <a:off x="9274677" y="191696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7" name="pt60037"/>
            <p:cNvSpPr/>
            <p:nvPr/>
          </p:nvSpPr>
          <p:spPr>
            <a:xfrm>
              <a:off x="8891661" y="187477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8" name="pt60038"/>
            <p:cNvSpPr/>
            <p:nvPr/>
          </p:nvSpPr>
          <p:spPr>
            <a:xfrm>
              <a:off x="9046860" y="227991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9" name="pt60039"/>
            <p:cNvSpPr/>
            <p:nvPr/>
          </p:nvSpPr>
          <p:spPr>
            <a:xfrm>
              <a:off x="9262568" y="204389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0" name="pt60040"/>
            <p:cNvSpPr/>
            <p:nvPr/>
          </p:nvSpPr>
          <p:spPr>
            <a:xfrm>
              <a:off x="9023378" y="183083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1" name="pt60041"/>
            <p:cNvSpPr/>
            <p:nvPr/>
          </p:nvSpPr>
          <p:spPr>
            <a:xfrm>
              <a:off x="8821645" y="2021358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2" name="pt60042"/>
            <p:cNvSpPr/>
            <p:nvPr/>
          </p:nvSpPr>
          <p:spPr>
            <a:xfrm>
              <a:off x="8825875" y="2029340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3" name="pt60043"/>
            <p:cNvSpPr/>
            <p:nvPr/>
          </p:nvSpPr>
          <p:spPr>
            <a:xfrm>
              <a:off x="8580788" y="226816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4" name="pt60044"/>
            <p:cNvSpPr/>
            <p:nvPr/>
          </p:nvSpPr>
          <p:spPr>
            <a:xfrm>
              <a:off x="9190595" y="2041279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5" name="pt60045"/>
            <p:cNvSpPr/>
            <p:nvPr/>
          </p:nvSpPr>
          <p:spPr>
            <a:xfrm>
              <a:off x="8398928" y="23736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6" name="pt60046"/>
            <p:cNvSpPr/>
            <p:nvPr/>
          </p:nvSpPr>
          <p:spPr>
            <a:xfrm>
              <a:off x="9594013" y="250317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7" name="pt60047"/>
            <p:cNvSpPr/>
            <p:nvPr/>
          </p:nvSpPr>
          <p:spPr>
            <a:xfrm>
              <a:off x="8439043" y="23809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8" name="pt60048"/>
            <p:cNvSpPr/>
            <p:nvPr/>
          </p:nvSpPr>
          <p:spPr>
            <a:xfrm>
              <a:off x="9035502" y="1806723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9" name="pt60049"/>
            <p:cNvSpPr/>
            <p:nvPr/>
          </p:nvSpPr>
          <p:spPr>
            <a:xfrm>
              <a:off x="8852989" y="1837916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0" name="pt60050"/>
            <p:cNvSpPr/>
            <p:nvPr/>
          </p:nvSpPr>
          <p:spPr>
            <a:xfrm>
              <a:off x="8274318" y="239560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1" name="pt60051"/>
            <p:cNvSpPr/>
            <p:nvPr/>
          </p:nvSpPr>
          <p:spPr>
            <a:xfrm>
              <a:off x="9236019" y="2121062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2" name="pt60052"/>
            <p:cNvSpPr/>
            <p:nvPr/>
          </p:nvSpPr>
          <p:spPr>
            <a:xfrm>
              <a:off x="8767051" y="2040424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3" name="pt60053"/>
            <p:cNvSpPr/>
            <p:nvPr/>
          </p:nvSpPr>
          <p:spPr>
            <a:xfrm>
              <a:off x="9237295" y="2031081"/>
              <a:ext cx="16849" cy="16849"/>
            </a:xfrm>
            <a:prstGeom prst="ellipse">
              <a:avLst/>
            </a:prstGeom>
            <a:solidFill>
              <a:srgbClr val="0072B2">
                <a:alpha val="5882"/>
              </a:srgbClr>
            </a:solidFill>
            <a:ln w="7363" cap="rnd">
              <a:solidFill>
                <a:srgbClr val="0072B2">
                  <a:alpha val="5882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4" name="pl60054"/>
            <p:cNvSpPr/>
            <p:nvPr/>
          </p:nvSpPr>
          <p:spPr>
            <a:xfrm>
              <a:off x="8282742" y="1901461"/>
              <a:ext cx="1702597" cy="656645"/>
            </a:xfrm>
            <a:custGeom>
              <a:avLst/>
              <a:pathLst>
                <a:path w="1702597" h="656645">
                  <a:moveTo>
                    <a:pt x="0" y="538806"/>
                  </a:moveTo>
                  <a:lnTo>
                    <a:pt x="21551" y="530825"/>
                  </a:lnTo>
                  <a:lnTo>
                    <a:pt x="43103" y="522800"/>
                  </a:lnTo>
                  <a:lnTo>
                    <a:pt x="64655" y="514685"/>
                  </a:lnTo>
                  <a:lnTo>
                    <a:pt x="86207" y="506438"/>
                  </a:lnTo>
                  <a:lnTo>
                    <a:pt x="107759" y="498013"/>
                  </a:lnTo>
                  <a:lnTo>
                    <a:pt x="129311" y="489365"/>
                  </a:lnTo>
                  <a:lnTo>
                    <a:pt x="150863" y="480452"/>
                  </a:lnTo>
                  <a:lnTo>
                    <a:pt x="172414" y="471228"/>
                  </a:lnTo>
                  <a:lnTo>
                    <a:pt x="193966" y="461648"/>
                  </a:lnTo>
                  <a:lnTo>
                    <a:pt x="215518" y="451669"/>
                  </a:lnTo>
                  <a:lnTo>
                    <a:pt x="237070" y="441246"/>
                  </a:lnTo>
                  <a:lnTo>
                    <a:pt x="258622" y="430335"/>
                  </a:lnTo>
                  <a:lnTo>
                    <a:pt x="280174" y="418891"/>
                  </a:lnTo>
                  <a:lnTo>
                    <a:pt x="301726" y="406870"/>
                  </a:lnTo>
                  <a:lnTo>
                    <a:pt x="323278" y="394227"/>
                  </a:lnTo>
                  <a:lnTo>
                    <a:pt x="344829" y="380918"/>
                  </a:lnTo>
                  <a:lnTo>
                    <a:pt x="366381" y="366899"/>
                  </a:lnTo>
                  <a:lnTo>
                    <a:pt x="387933" y="352125"/>
                  </a:lnTo>
                  <a:lnTo>
                    <a:pt x="409485" y="336552"/>
                  </a:lnTo>
                  <a:lnTo>
                    <a:pt x="431037" y="320136"/>
                  </a:lnTo>
                  <a:lnTo>
                    <a:pt x="452589" y="302832"/>
                  </a:lnTo>
                  <a:lnTo>
                    <a:pt x="474141" y="284595"/>
                  </a:lnTo>
                  <a:lnTo>
                    <a:pt x="495693" y="265382"/>
                  </a:lnTo>
                  <a:lnTo>
                    <a:pt x="517244" y="245147"/>
                  </a:lnTo>
                  <a:lnTo>
                    <a:pt x="538796" y="223847"/>
                  </a:lnTo>
                  <a:lnTo>
                    <a:pt x="560348" y="201424"/>
                  </a:lnTo>
                  <a:lnTo>
                    <a:pt x="581900" y="177809"/>
                  </a:lnTo>
                  <a:lnTo>
                    <a:pt x="603452" y="152930"/>
                  </a:lnTo>
                  <a:lnTo>
                    <a:pt x="625004" y="126716"/>
                  </a:lnTo>
                  <a:lnTo>
                    <a:pt x="646556" y="99096"/>
                  </a:lnTo>
                  <a:lnTo>
                    <a:pt x="668108" y="70009"/>
                  </a:lnTo>
                  <a:lnTo>
                    <a:pt x="689659" y="40891"/>
                  </a:lnTo>
                  <a:lnTo>
                    <a:pt x="711211" y="16256"/>
                  </a:lnTo>
                  <a:lnTo>
                    <a:pt x="732763" y="994"/>
                  </a:lnTo>
                  <a:lnTo>
                    <a:pt x="754315" y="0"/>
                  </a:lnTo>
                  <a:lnTo>
                    <a:pt x="775867" y="17093"/>
                  </a:lnTo>
                  <a:lnTo>
                    <a:pt x="797419" y="46521"/>
                  </a:lnTo>
                  <a:lnTo>
                    <a:pt x="818971" y="77491"/>
                  </a:lnTo>
                  <a:lnTo>
                    <a:pt x="840523" y="99196"/>
                  </a:lnTo>
                  <a:lnTo>
                    <a:pt x="862074" y="105746"/>
                  </a:lnTo>
                  <a:lnTo>
                    <a:pt x="883626" y="101666"/>
                  </a:lnTo>
                  <a:lnTo>
                    <a:pt x="905178" y="92805"/>
                  </a:lnTo>
                  <a:lnTo>
                    <a:pt x="926730" y="85011"/>
                  </a:lnTo>
                  <a:lnTo>
                    <a:pt x="948282" y="82720"/>
                  </a:lnTo>
                  <a:lnTo>
                    <a:pt x="969834" y="86001"/>
                  </a:lnTo>
                  <a:lnTo>
                    <a:pt x="991386" y="94081"/>
                  </a:lnTo>
                  <a:lnTo>
                    <a:pt x="1012938" y="106186"/>
                  </a:lnTo>
                  <a:lnTo>
                    <a:pt x="1034489" y="121482"/>
                  </a:lnTo>
                  <a:lnTo>
                    <a:pt x="1056041" y="138930"/>
                  </a:lnTo>
                  <a:lnTo>
                    <a:pt x="1077593" y="157452"/>
                  </a:lnTo>
                  <a:lnTo>
                    <a:pt x="1099145" y="175970"/>
                  </a:lnTo>
                  <a:lnTo>
                    <a:pt x="1120697" y="193406"/>
                  </a:lnTo>
                  <a:lnTo>
                    <a:pt x="1142249" y="208771"/>
                  </a:lnTo>
                  <a:lnTo>
                    <a:pt x="1163801" y="222036"/>
                  </a:lnTo>
                  <a:lnTo>
                    <a:pt x="1185353" y="233752"/>
                  </a:lnTo>
                  <a:lnTo>
                    <a:pt x="1206904" y="244478"/>
                  </a:lnTo>
                  <a:lnTo>
                    <a:pt x="1228456" y="254772"/>
                  </a:lnTo>
                  <a:lnTo>
                    <a:pt x="1250008" y="265193"/>
                  </a:lnTo>
                  <a:lnTo>
                    <a:pt x="1271560" y="276299"/>
                  </a:lnTo>
                  <a:lnTo>
                    <a:pt x="1293112" y="288466"/>
                  </a:lnTo>
                  <a:lnTo>
                    <a:pt x="1314664" y="301686"/>
                  </a:lnTo>
                  <a:lnTo>
                    <a:pt x="1336216" y="315906"/>
                  </a:lnTo>
                  <a:lnTo>
                    <a:pt x="1357768" y="331068"/>
                  </a:lnTo>
                  <a:lnTo>
                    <a:pt x="1379319" y="347118"/>
                  </a:lnTo>
                  <a:lnTo>
                    <a:pt x="1400871" y="363999"/>
                  </a:lnTo>
                  <a:lnTo>
                    <a:pt x="1422423" y="381658"/>
                  </a:lnTo>
                  <a:lnTo>
                    <a:pt x="1443975" y="400037"/>
                  </a:lnTo>
                  <a:lnTo>
                    <a:pt x="1465527" y="419082"/>
                  </a:lnTo>
                  <a:lnTo>
                    <a:pt x="1487079" y="438737"/>
                  </a:lnTo>
                  <a:lnTo>
                    <a:pt x="1508631" y="458947"/>
                  </a:lnTo>
                  <a:lnTo>
                    <a:pt x="1530183" y="479657"/>
                  </a:lnTo>
                  <a:lnTo>
                    <a:pt x="1551734" y="500809"/>
                  </a:lnTo>
                  <a:lnTo>
                    <a:pt x="1573286" y="522351"/>
                  </a:lnTo>
                  <a:lnTo>
                    <a:pt x="1594838" y="544225"/>
                  </a:lnTo>
                  <a:lnTo>
                    <a:pt x="1616390" y="566376"/>
                  </a:lnTo>
                  <a:lnTo>
                    <a:pt x="1637942" y="588749"/>
                  </a:lnTo>
                  <a:lnTo>
                    <a:pt x="1659494" y="611289"/>
                  </a:lnTo>
                  <a:lnTo>
                    <a:pt x="1681046" y="633939"/>
                  </a:lnTo>
                  <a:lnTo>
                    <a:pt x="1702597" y="656645"/>
                  </a:lnTo>
                </a:path>
              </a:pathLst>
            </a:custGeom>
            <a:ln w="1897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5" name="tx60055"/>
            <p:cNvSpPr/>
            <p:nvPr/>
          </p:nvSpPr>
          <p:spPr>
            <a:xfrm>
              <a:off x="4383573" y="854938"/>
              <a:ext cx="121935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60056" name="tx60056"/>
            <p:cNvSpPr/>
            <p:nvPr/>
          </p:nvSpPr>
          <p:spPr>
            <a:xfrm>
              <a:off x="6313367" y="854938"/>
              <a:ext cx="952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Annual variability</a:t>
              </a:r>
            </a:p>
          </p:txBody>
        </p:sp>
        <p:sp>
          <p:nvSpPr>
            <p:cNvPr id="60057" name="tx60057"/>
            <p:cNvSpPr/>
            <p:nvPr/>
          </p:nvSpPr>
          <p:spPr>
            <a:xfrm>
              <a:off x="8243161" y="854938"/>
              <a:ext cx="70491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60058" name="pl60058"/>
            <p:cNvSpPr/>
            <p:nvPr/>
          </p:nvSpPr>
          <p:spPr>
            <a:xfrm>
              <a:off x="4338024" y="3242097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9" name="pl60059"/>
            <p:cNvSpPr/>
            <p:nvPr/>
          </p:nvSpPr>
          <p:spPr>
            <a:xfrm>
              <a:off x="4817217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0" name="pl60060"/>
            <p:cNvSpPr/>
            <p:nvPr/>
          </p:nvSpPr>
          <p:spPr>
            <a:xfrm>
              <a:off x="5324081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1" name="pl60061"/>
            <p:cNvSpPr/>
            <p:nvPr/>
          </p:nvSpPr>
          <p:spPr>
            <a:xfrm>
              <a:off x="5830945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2" name="tx60062"/>
            <p:cNvSpPr/>
            <p:nvPr/>
          </p:nvSpPr>
          <p:spPr>
            <a:xfrm>
              <a:off x="4776663" y="3293340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0063" name="tx60063"/>
            <p:cNvSpPr/>
            <p:nvPr/>
          </p:nvSpPr>
          <p:spPr>
            <a:xfrm>
              <a:off x="5298706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064" name="tx60064"/>
            <p:cNvSpPr/>
            <p:nvPr/>
          </p:nvSpPr>
          <p:spPr>
            <a:xfrm>
              <a:off x="5805571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065" name="pl60065"/>
            <p:cNvSpPr/>
            <p:nvPr/>
          </p:nvSpPr>
          <p:spPr>
            <a:xfrm>
              <a:off x="6267818" y="3242097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6" name="pl60066"/>
            <p:cNvSpPr/>
            <p:nvPr/>
          </p:nvSpPr>
          <p:spPr>
            <a:xfrm>
              <a:off x="6674122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7" name="pl60067"/>
            <p:cNvSpPr/>
            <p:nvPr/>
          </p:nvSpPr>
          <p:spPr>
            <a:xfrm>
              <a:off x="7098514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8" name="pl60068"/>
            <p:cNvSpPr/>
            <p:nvPr/>
          </p:nvSpPr>
          <p:spPr>
            <a:xfrm>
              <a:off x="7522907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9" name="pl60069"/>
            <p:cNvSpPr/>
            <p:nvPr/>
          </p:nvSpPr>
          <p:spPr>
            <a:xfrm>
              <a:off x="7947299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0" name="tx60070"/>
            <p:cNvSpPr/>
            <p:nvPr/>
          </p:nvSpPr>
          <p:spPr>
            <a:xfrm>
              <a:off x="6595529" y="3293340"/>
              <a:ext cx="15718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-2.5</a:t>
              </a:r>
            </a:p>
          </p:txBody>
        </p:sp>
        <p:sp>
          <p:nvSpPr>
            <p:cNvPr id="60071" name="tx60071"/>
            <p:cNvSpPr/>
            <p:nvPr/>
          </p:nvSpPr>
          <p:spPr>
            <a:xfrm>
              <a:off x="7035101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60072" name="tx60072"/>
            <p:cNvSpPr/>
            <p:nvPr/>
          </p:nvSpPr>
          <p:spPr>
            <a:xfrm>
              <a:off x="7459493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60073" name="tx60073"/>
            <p:cNvSpPr/>
            <p:nvPr/>
          </p:nvSpPr>
          <p:spPr>
            <a:xfrm>
              <a:off x="7883886" y="329334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60074" name="pl60074"/>
            <p:cNvSpPr/>
            <p:nvPr/>
          </p:nvSpPr>
          <p:spPr>
            <a:xfrm>
              <a:off x="8197612" y="3242097"/>
              <a:ext cx="1872857" cy="0"/>
            </a:xfrm>
            <a:custGeom>
              <a:avLst/>
              <a:pathLst>
                <a:path w="1872857" h="0">
                  <a:moveTo>
                    <a:pt x="0" y="0"/>
                  </a:moveTo>
                  <a:lnTo>
                    <a:pt x="1872857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5" name="pl60075"/>
            <p:cNvSpPr/>
            <p:nvPr/>
          </p:nvSpPr>
          <p:spPr>
            <a:xfrm>
              <a:off x="8554485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6" name="pl60076"/>
            <p:cNvSpPr/>
            <p:nvPr/>
          </p:nvSpPr>
          <p:spPr>
            <a:xfrm>
              <a:off x="8915542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7" name="pl60077"/>
            <p:cNvSpPr/>
            <p:nvPr/>
          </p:nvSpPr>
          <p:spPr>
            <a:xfrm>
              <a:off x="9276599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8" name="pl60078"/>
            <p:cNvSpPr/>
            <p:nvPr/>
          </p:nvSpPr>
          <p:spPr>
            <a:xfrm>
              <a:off x="9637657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9" name="pl60079"/>
            <p:cNvSpPr/>
            <p:nvPr/>
          </p:nvSpPr>
          <p:spPr>
            <a:xfrm>
              <a:off x="9998714" y="324209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0" name="tx60080"/>
            <p:cNvSpPr/>
            <p:nvPr/>
          </p:nvSpPr>
          <p:spPr>
            <a:xfrm>
              <a:off x="8513931" y="3293340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0081" name="tx60081"/>
            <p:cNvSpPr/>
            <p:nvPr/>
          </p:nvSpPr>
          <p:spPr>
            <a:xfrm>
              <a:off x="8890167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082" name="tx60082"/>
            <p:cNvSpPr/>
            <p:nvPr/>
          </p:nvSpPr>
          <p:spPr>
            <a:xfrm>
              <a:off x="9251225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0083" name="tx60083"/>
            <p:cNvSpPr/>
            <p:nvPr/>
          </p:nvSpPr>
          <p:spPr>
            <a:xfrm>
              <a:off x="9612282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084" name="tx60084"/>
            <p:cNvSpPr/>
            <p:nvPr/>
          </p:nvSpPr>
          <p:spPr>
            <a:xfrm>
              <a:off x="9973339" y="3293340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60085" name="pl60085"/>
            <p:cNvSpPr/>
            <p:nvPr/>
          </p:nvSpPr>
          <p:spPr>
            <a:xfrm>
              <a:off x="4338024" y="994304"/>
              <a:ext cx="0" cy="2247793"/>
            </a:xfrm>
            <a:custGeom>
              <a:avLst/>
              <a:pathLst>
                <a:path w="0" h="2247793">
                  <a:moveTo>
                    <a:pt x="0" y="2247793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6" name="tx60086"/>
            <p:cNvSpPr/>
            <p:nvPr/>
          </p:nvSpPr>
          <p:spPr>
            <a:xfrm>
              <a:off x="4205674" y="3142519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60087" name="tx60087"/>
            <p:cNvSpPr/>
            <p:nvPr/>
          </p:nvSpPr>
          <p:spPr>
            <a:xfrm>
              <a:off x="4205674" y="2596410"/>
              <a:ext cx="8110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60088" name="tx60088"/>
            <p:cNvSpPr/>
            <p:nvPr/>
          </p:nvSpPr>
          <p:spPr>
            <a:xfrm>
              <a:off x="4236032" y="2050301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0089" name="tx60089"/>
            <p:cNvSpPr/>
            <p:nvPr/>
          </p:nvSpPr>
          <p:spPr>
            <a:xfrm>
              <a:off x="4236032" y="1504192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0090" name="pl60090"/>
            <p:cNvSpPr/>
            <p:nvPr/>
          </p:nvSpPr>
          <p:spPr>
            <a:xfrm>
              <a:off x="4309555" y="3175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1" name="pl60091"/>
            <p:cNvSpPr/>
            <p:nvPr/>
          </p:nvSpPr>
          <p:spPr>
            <a:xfrm>
              <a:off x="4309555" y="26291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2" name="pl60092"/>
            <p:cNvSpPr/>
            <p:nvPr/>
          </p:nvSpPr>
          <p:spPr>
            <a:xfrm>
              <a:off x="4309555" y="20829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3" name="pl60093"/>
            <p:cNvSpPr/>
            <p:nvPr/>
          </p:nvSpPr>
          <p:spPr>
            <a:xfrm>
              <a:off x="4309555" y="15368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4" name="tx60094"/>
            <p:cNvSpPr/>
            <p:nvPr/>
          </p:nvSpPr>
          <p:spPr>
            <a:xfrm>
              <a:off x="6629364" y="3406299"/>
              <a:ext cx="114976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Standardised predictor</a:t>
              </a:r>
            </a:p>
          </p:txBody>
        </p:sp>
        <p:sp>
          <p:nvSpPr>
            <p:cNvPr id="60095" name="tx60095"/>
            <p:cNvSpPr/>
            <p:nvPr/>
          </p:nvSpPr>
          <p:spPr>
            <a:xfrm rot="-5400000">
              <a:off x="3373356" y="2077281"/>
              <a:ext cx="1477944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SHAP contribution (log-odds)</a:t>
              </a:r>
            </a:p>
          </p:txBody>
        </p:sp>
        <p:sp>
          <p:nvSpPr>
            <p:cNvPr id="60096" name="tx60096"/>
            <p:cNvSpPr/>
            <p:nvPr/>
          </p:nvSpPr>
          <p:spPr>
            <a:xfrm>
              <a:off x="4338024" y="644187"/>
              <a:ext cx="2234336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Monotone increasing for both warming and effort</a:t>
              </a:r>
            </a:p>
          </p:txBody>
        </p:sp>
        <p:sp>
          <p:nvSpPr>
            <p:cNvPr id="60097" name="tx60097"/>
            <p:cNvSpPr/>
            <p:nvPr/>
          </p:nvSpPr>
          <p:spPr>
            <a:xfrm>
              <a:off x="4338024" y="469567"/>
              <a:ext cx="75529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Dependence</a:t>
              </a:r>
            </a:p>
          </p:txBody>
        </p:sp>
        <p:sp>
          <p:nvSpPr>
            <p:cNvPr id="60098" name="tx60098"/>
            <p:cNvSpPr/>
            <p:nvPr/>
          </p:nvSpPr>
          <p:spPr>
            <a:xfrm>
              <a:off x="3978323" y="344386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2026-07-27T07:38:23Z</dcterms:modified>
  <cp:category/>
</cp:coreProperties>
</file>